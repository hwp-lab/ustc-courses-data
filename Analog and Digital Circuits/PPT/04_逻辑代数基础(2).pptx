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1354" r:id="rId2"/>
    <p:sldId id="6935" r:id="rId3"/>
    <p:sldId id="6957" r:id="rId4"/>
    <p:sldId id="6959" r:id="rId5"/>
    <p:sldId id="6985" r:id="rId6"/>
    <p:sldId id="6960" r:id="rId7"/>
    <p:sldId id="6962" r:id="rId8"/>
    <p:sldId id="6961" r:id="rId9"/>
    <p:sldId id="6986" r:id="rId10"/>
    <p:sldId id="6964" r:id="rId11"/>
    <p:sldId id="6967" r:id="rId12"/>
    <p:sldId id="6987" r:id="rId13"/>
    <p:sldId id="6966" r:id="rId14"/>
    <p:sldId id="6984" r:id="rId15"/>
    <p:sldId id="6968" r:id="rId16"/>
    <p:sldId id="6963" r:id="rId17"/>
    <p:sldId id="6972" r:id="rId18"/>
    <p:sldId id="6971" r:id="rId19"/>
    <p:sldId id="6991" r:id="rId20"/>
    <p:sldId id="6973" r:id="rId21"/>
    <p:sldId id="6990" r:id="rId22"/>
    <p:sldId id="6974" r:id="rId23"/>
    <p:sldId id="6976" r:id="rId24"/>
    <p:sldId id="6977" r:id="rId25"/>
    <p:sldId id="6975" r:id="rId26"/>
    <p:sldId id="6978" r:id="rId27"/>
    <p:sldId id="6992" r:id="rId28"/>
    <p:sldId id="6988" r:id="rId29"/>
    <p:sldId id="6993" r:id="rId30"/>
    <p:sldId id="6981" r:id="rId31"/>
    <p:sldId id="6989"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26" autoAdjust="0"/>
    <p:restoredTop sz="61397" autoAdjust="0"/>
  </p:normalViewPr>
  <p:slideViewPr>
    <p:cSldViewPr snapToGrid="0">
      <p:cViewPr varScale="1">
        <p:scale>
          <a:sx n="59" d="100"/>
          <a:sy n="59" d="100"/>
        </p:scale>
        <p:origin x="507" y="21"/>
      </p:cViewPr>
      <p:guideLst/>
    </p:cSldViewPr>
  </p:slideViewPr>
  <p:notesTextViewPr>
    <p:cViewPr>
      <p:scale>
        <a:sx n="1" d="1"/>
        <a:sy n="1" d="1"/>
      </p:scale>
      <p:origin x="0" y="0"/>
    </p:cViewPr>
  </p:notesTextViewPr>
  <p:notesViewPr>
    <p:cSldViewPr snapToGrid="0">
      <p:cViewPr varScale="1">
        <p:scale>
          <a:sx n="73" d="100"/>
          <a:sy n="73" d="100"/>
        </p:scale>
        <p:origin x="2982" y="1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2025/11/5</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一个逻辑函数的表达式不是唯一的，可以有多种形式，每种形式的函数表达式相应于一种逻辑电路</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尽管一个逻辑函数表达式的各种表示形式不同，但逻辑功能是相同的，并且能互相转换</a:t>
            </a:r>
            <a:endParaRPr kumimoji="1" lang="en-US" altLang="zh-CN" dirty="0"/>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a:t>
            </a:fld>
            <a:endParaRPr lang="zh-CN" altLang="en-US"/>
          </a:p>
        </p:txBody>
      </p:sp>
    </p:spTree>
    <p:extLst>
      <p:ext uri="{BB962C8B-B14F-4D97-AF65-F5344CB8AC3E}">
        <p14:creationId xmlns:p14="http://schemas.microsoft.com/office/powerpoint/2010/main" val="1208364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i="0" dirty="0">
                <a:latin typeface="宋体" panose="02010600030101010101" pitchFamily="2" charset="-122"/>
              </a:rPr>
              <a:t>在一个具有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变量的逻辑函数中，如果一个与项包含了所有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个的变量，而且每个变量都是以原变量或是反变量的形式作为一个因子仅出现一次，那么这样的与项就称为该逻辑函数的一个</a:t>
            </a:r>
            <a:r>
              <a:rPr lang="zh-CN" altLang="en-US" b="1" i="0" dirty="0">
                <a:latin typeface="宋体" panose="02010600030101010101" pitchFamily="2" charset="-122"/>
              </a:rPr>
              <a:t>最小项</a:t>
            </a:r>
            <a:endParaRPr lang="en-US" altLang="zh-CN" b="1" i="0" dirty="0">
              <a:latin typeface="宋体" panose="02010600030101010101" pitchFamily="2" charset="-122"/>
            </a:endParaRPr>
          </a:p>
          <a:p>
            <a:pPr eaLnBrk="1" hangingPunct="1"/>
            <a:endParaRPr lang="en-US" altLang="zh-CN" i="0" dirty="0">
              <a:latin typeface="宋体" panose="02010600030101010101" pitchFamily="2" charset="-122"/>
            </a:endParaRPr>
          </a:p>
          <a:p>
            <a:pPr eaLnBrk="1" hangingPunct="1"/>
            <a:r>
              <a:rPr lang="zh-CN" altLang="en-US" i="0" dirty="0">
                <a:latin typeface="宋体" panose="02010600030101010101" pitchFamily="2" charset="-122"/>
              </a:rPr>
              <a:t>对于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个变量的全部最小项共有 </a:t>
            </a:r>
            <a:r>
              <a:rPr lang="en-US" altLang="zh-CN" i="0" dirty="0">
                <a:solidFill>
                  <a:srgbClr val="0000FF"/>
                </a:solidFill>
                <a:latin typeface="宋体" panose="02010600030101010101" pitchFamily="2" charset="-122"/>
              </a:rPr>
              <a:t>2^n</a:t>
            </a:r>
            <a:r>
              <a:rPr lang="en-US" altLang="zh-CN" i="0" baseline="30000" dirty="0">
                <a:solidFill>
                  <a:srgbClr val="0000FF"/>
                </a:solidFill>
                <a:latin typeface="宋体" panose="02010600030101010101" pitchFamily="2" charset="-122"/>
              </a:rPr>
              <a:t> </a:t>
            </a:r>
            <a:r>
              <a:rPr lang="zh-CN" altLang="en-US" i="0" dirty="0">
                <a:latin typeface="宋体" panose="02010600030101010101" pitchFamily="2" charset="-122"/>
              </a:rPr>
              <a:t>个</a:t>
            </a:r>
            <a:endParaRPr lang="en-US" altLang="zh-CN" i="0" dirty="0">
              <a:latin typeface="宋体" panose="02010600030101010101" pitchFamily="2" charset="-122"/>
            </a:endParaRPr>
          </a:p>
          <a:p>
            <a:pPr eaLnBrk="1" hangingPunct="1"/>
            <a:endParaRPr lang="en-US" altLang="zh-CN" i="0" dirty="0">
              <a:latin typeface="宋体" panose="02010600030101010101" pitchFamily="2" charset="-122"/>
            </a:endParaRPr>
          </a:p>
          <a:p>
            <a:pPr eaLnBrk="1" hangingPunct="1"/>
            <a:r>
              <a:rPr lang="zh-CN" altLang="en-US" i="0" dirty="0"/>
              <a:t>为了表达方便，人们通常用 </a:t>
            </a:r>
            <a:r>
              <a:rPr lang="en-US" altLang="zh-CN" i="0" dirty="0" err="1">
                <a:solidFill>
                  <a:srgbClr val="0000FF"/>
                </a:solidFill>
              </a:rPr>
              <a:t>m_i</a:t>
            </a:r>
            <a:r>
              <a:rPr lang="en-US" altLang="zh-CN" i="0" dirty="0">
                <a:solidFill>
                  <a:srgbClr val="0000FF"/>
                </a:solidFill>
              </a:rPr>
              <a:t> </a:t>
            </a:r>
            <a:r>
              <a:rPr lang="zh-CN" altLang="en-US" i="0" dirty="0"/>
              <a:t>表示最小项，其下标 </a:t>
            </a:r>
            <a:r>
              <a:rPr lang="en-US" altLang="zh-CN" i="0" dirty="0" err="1">
                <a:solidFill>
                  <a:srgbClr val="0000FF"/>
                </a:solidFill>
              </a:rPr>
              <a:t>i</a:t>
            </a:r>
            <a:r>
              <a:rPr lang="en-US" altLang="zh-CN" i="0" dirty="0">
                <a:solidFill>
                  <a:srgbClr val="0000FF"/>
                </a:solidFill>
              </a:rPr>
              <a:t> </a:t>
            </a:r>
            <a:r>
              <a:rPr lang="zh-CN" altLang="en-US" i="0" dirty="0"/>
              <a:t>为最小项的编号，即</a:t>
            </a:r>
            <a:r>
              <a:rPr lang="zh-CN" altLang="en-US" i="0" dirty="0">
                <a:latin typeface="Times New Roman" panose="02020603050405020304" pitchFamily="18" charset="0"/>
              </a:rPr>
              <a:t>使最小项为 </a:t>
            </a:r>
            <a:r>
              <a:rPr lang="en-US" altLang="zh-CN" i="0" dirty="0">
                <a:latin typeface="Times New Roman" panose="02020603050405020304" pitchFamily="18" charset="0"/>
              </a:rPr>
              <a:t>1 </a:t>
            </a:r>
            <a:r>
              <a:rPr lang="zh-CN" altLang="en-US" i="0" dirty="0">
                <a:latin typeface="Times New Roman" panose="02020603050405020304" pitchFamily="18" charset="0"/>
              </a:rPr>
              <a:t>的变量取值所对应的等效十进制数</a:t>
            </a:r>
            <a:endParaRPr lang="en-US" altLang="zh-CN" i="0" dirty="0">
              <a:latin typeface="Times New Roman" panose="02020603050405020304" pitchFamily="18" charset="0"/>
            </a:endParaRPr>
          </a:p>
          <a:p>
            <a:pPr eaLnBrk="1" hangingPunct="1"/>
            <a:endParaRPr lang="zh-CN" altLang="en-US" i="0" dirty="0"/>
          </a:p>
          <a:p>
            <a:pPr eaLnBrk="1" hangingPunct="1"/>
            <a:r>
              <a:rPr lang="zh-CN" altLang="en-US" i="0" dirty="0"/>
              <a:t>值得注意的是，在规定 </a:t>
            </a:r>
            <a:r>
              <a:rPr lang="en-US" altLang="zh-CN" i="0" dirty="0">
                <a:solidFill>
                  <a:srgbClr val="0000FF"/>
                </a:solidFill>
              </a:rPr>
              <a:t>n </a:t>
            </a:r>
            <a:r>
              <a:rPr lang="zh-CN" altLang="en-US" i="0" dirty="0"/>
              <a:t>变量最小项的编号时，对变量的排列顺序是重要的</a:t>
            </a:r>
            <a:endParaRPr lang="en-US" altLang="zh-CN" i="0" dirty="0"/>
          </a:p>
          <a:p>
            <a:pPr eaLnBrk="1" hangingPunct="1"/>
            <a:r>
              <a:rPr lang="zh-CN" altLang="en-US" i="0" dirty="0"/>
              <a:t>上例中隐含了</a:t>
            </a:r>
            <a:r>
              <a:rPr lang="en-US" altLang="zh-CN" i="0" dirty="0">
                <a:solidFill>
                  <a:srgbClr val="0000FF"/>
                </a:solidFill>
              </a:rPr>
              <a:t> A </a:t>
            </a:r>
            <a:r>
              <a:rPr lang="zh-CN" altLang="en-US" i="0" dirty="0"/>
              <a:t>是最高位</a:t>
            </a:r>
            <a:r>
              <a:rPr lang="en-US" altLang="zh-CN" i="0" dirty="0"/>
              <a:t>, C</a:t>
            </a:r>
            <a:r>
              <a:rPr lang="en-US" altLang="zh-CN" i="0" dirty="0">
                <a:solidFill>
                  <a:srgbClr val="0000FF"/>
                </a:solidFill>
              </a:rPr>
              <a:t> </a:t>
            </a:r>
            <a:r>
              <a:rPr lang="zh-CN" altLang="en-US" i="0" dirty="0"/>
              <a:t>是最低位这一排列顺序</a:t>
            </a:r>
            <a:endParaRPr lang="en-US" altLang="zh-CN" i="0" dirty="0"/>
          </a:p>
          <a:p>
            <a:pPr eaLnBrk="1" hangingPunct="1"/>
            <a:endParaRPr lang="zh-CN" altLang="en-US" i="0" dirty="0"/>
          </a:p>
          <a:p>
            <a:pPr eaLnBrk="1" hangingPunct="1"/>
            <a:r>
              <a:rPr kumimoji="1" lang="zh-CN" altLang="en-US" i="0" dirty="0">
                <a:solidFill>
                  <a:srgbClr val="000000"/>
                </a:solidFill>
              </a:rPr>
              <a:t>排列顺序一旦确定，就不能任意改变，否则会造成表达式错误</a:t>
            </a:r>
            <a:endParaRPr kumimoji="1" lang="en-US" altLang="zh-CN" i="0" dirty="0">
              <a:solidFill>
                <a:srgbClr val="000000"/>
              </a:solidFill>
            </a:endParaRPr>
          </a:p>
          <a:p>
            <a:pPr eaLnBrk="1" hangingPunct="1"/>
            <a:r>
              <a:rPr kumimoji="1" lang="zh-CN" altLang="en-US" i="0" dirty="0">
                <a:solidFill>
                  <a:srgbClr val="000000"/>
                </a:solidFill>
              </a:rPr>
              <a:t>排列顺序一般采用英文字母的自然排列顺序，不能省略</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4</a:t>
            </a:fld>
            <a:endParaRPr lang="zh-CN" altLang="en-US"/>
          </a:p>
        </p:txBody>
      </p:sp>
    </p:spTree>
    <p:extLst>
      <p:ext uri="{BB962C8B-B14F-4D97-AF65-F5344CB8AC3E}">
        <p14:creationId xmlns:p14="http://schemas.microsoft.com/office/powerpoint/2010/main" val="3346366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最小项具有下列性质：</a:t>
            </a:r>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1</a:t>
            </a:r>
            <a:r>
              <a:rPr lang="zh-CN" altLang="en-US" dirty="0">
                <a:solidFill>
                  <a:schemeClr val="accent2"/>
                </a:solidFill>
                <a:latin typeface="宋体" panose="02010600030101010101" pitchFamily="2" charset="-122"/>
              </a:rPr>
              <a:t>）</a:t>
            </a:r>
            <a:r>
              <a:rPr lang="zh-CN" altLang="en-US" dirty="0"/>
              <a:t>对于任意一个最小项，有且仅有一组变量取值使其值为 </a:t>
            </a:r>
            <a:r>
              <a:rPr lang="en-US" altLang="zh-CN" dirty="0">
                <a:solidFill>
                  <a:srgbClr val="0000FF"/>
                </a:solidFill>
              </a:rPr>
              <a:t>1</a:t>
            </a:r>
            <a:r>
              <a:rPr lang="zh-CN" altLang="en-US" dirty="0"/>
              <a:t>，而其余各种变量取值均使它的值为 </a:t>
            </a:r>
            <a:r>
              <a:rPr lang="en-US" altLang="zh-CN" dirty="0">
                <a:solidFill>
                  <a:srgbClr val="0000FF"/>
                </a:solidFill>
              </a:rPr>
              <a:t>0</a:t>
            </a:r>
            <a:endParaRPr lang="zh-CN" altLang="en-US" dirty="0"/>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2</a:t>
            </a:r>
            <a:r>
              <a:rPr lang="zh-CN" altLang="en-US" dirty="0">
                <a:solidFill>
                  <a:schemeClr val="accent2"/>
                </a:solidFill>
                <a:latin typeface="宋体" panose="02010600030101010101" pitchFamily="2" charset="-122"/>
              </a:rPr>
              <a:t>）</a:t>
            </a:r>
            <a:r>
              <a:rPr lang="zh-CN" altLang="en-US" dirty="0"/>
              <a:t>不同最小项，使其值为 </a:t>
            </a:r>
            <a:r>
              <a:rPr lang="en-US" altLang="zh-CN" dirty="0">
                <a:solidFill>
                  <a:srgbClr val="0000FF"/>
                </a:solidFill>
              </a:rPr>
              <a:t>1 </a:t>
            </a:r>
            <a:r>
              <a:rPr lang="zh-CN" altLang="en-US" dirty="0"/>
              <a:t>的变量取值也不相同</a:t>
            </a:r>
            <a:endParaRPr lang="en-US" altLang="zh-CN" dirty="0"/>
          </a:p>
          <a:p>
            <a:pPr eaLnBrk="1" hangingPunct="1"/>
            <a:r>
              <a:rPr lang="zh-CN" altLang="en-US" dirty="0">
                <a:solidFill>
                  <a:schemeClr val="accent2"/>
                </a:solidFill>
              </a:rPr>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3</a:t>
            </a:r>
            <a:r>
              <a:rPr lang="zh-CN" altLang="en-US" dirty="0">
                <a:solidFill>
                  <a:schemeClr val="accent2"/>
                </a:solidFill>
                <a:latin typeface="宋体" panose="02010600030101010101" pitchFamily="2" charset="-122"/>
              </a:rPr>
              <a:t>）</a:t>
            </a:r>
            <a:r>
              <a:rPr lang="zh-CN" altLang="en-US" dirty="0"/>
              <a:t>对于变量的任意一组取值，任意两个不同最小项的乘积均为 </a:t>
            </a:r>
            <a:r>
              <a:rPr lang="en-US" altLang="zh-CN" dirty="0">
                <a:solidFill>
                  <a:srgbClr val="0000FF"/>
                </a:solidFill>
              </a:rPr>
              <a:t>0</a:t>
            </a:r>
            <a:r>
              <a:rPr lang="zh-CN" altLang="en-US" dirty="0"/>
              <a:t> </a:t>
            </a:r>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4</a:t>
            </a:r>
            <a:r>
              <a:rPr lang="zh-CN" altLang="en-US" dirty="0">
                <a:solidFill>
                  <a:schemeClr val="accent2"/>
                </a:solidFill>
                <a:latin typeface="宋体" panose="02010600030101010101" pitchFamily="2" charset="-122"/>
              </a:rPr>
              <a:t>）</a:t>
            </a:r>
            <a:r>
              <a:rPr lang="zh-CN" altLang="en-US" dirty="0"/>
              <a:t>对于变量的任意一组取值，全体最小项的和恒为 </a:t>
            </a:r>
            <a:r>
              <a:rPr lang="en-US" altLang="zh-CN" dirty="0">
                <a:solidFill>
                  <a:srgbClr val="0000FF"/>
                </a:solidFill>
              </a:rPr>
              <a:t>1 </a:t>
            </a:r>
          </a:p>
          <a:p>
            <a:pPr eaLnBrk="1" hangingPunct="1"/>
            <a:endParaRPr lang="zh-CN" altLang="en-US" dirty="0">
              <a:solidFill>
                <a:srgbClr val="0000FF"/>
              </a:solidFill>
            </a:endParaRPr>
          </a:p>
          <a:p>
            <a:pPr eaLnBrk="1" hangingPunct="1"/>
            <a:r>
              <a:rPr kumimoji="1" lang="zh-CN" altLang="en-US" dirty="0">
                <a:solidFill>
                  <a:srgbClr val="000000"/>
                </a:solidFill>
              </a:rPr>
              <a:t>两个最小项相邻性指的是只有一个因子不同的两个最小项</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5</a:t>
            </a:fld>
            <a:endParaRPr lang="zh-CN" altLang="en-US"/>
          </a:p>
        </p:txBody>
      </p:sp>
    </p:spTree>
    <p:extLst>
      <p:ext uri="{BB962C8B-B14F-4D97-AF65-F5344CB8AC3E}">
        <p14:creationId xmlns:p14="http://schemas.microsoft.com/office/powerpoint/2010/main" val="2931586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i="0" dirty="0">
                <a:latin typeface="宋体" panose="02010600030101010101" pitchFamily="2" charset="-122"/>
              </a:rPr>
              <a:t>在一个具有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变量的逻辑函数中，如果一个或项包含了所有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个的变量，而且每个变量都是以原变量或是反变量的形式作为一个因子仅出现一次，那么这样的或项就称为该逻辑函数的一个</a:t>
            </a:r>
            <a:r>
              <a:rPr lang="zh-CN" altLang="en-US" b="1" i="0" dirty="0">
                <a:latin typeface="宋体" panose="02010600030101010101" pitchFamily="2" charset="-122"/>
              </a:rPr>
              <a:t>最大项</a:t>
            </a:r>
            <a:endParaRPr lang="en-US" altLang="zh-CN" i="0" dirty="0">
              <a:latin typeface="宋体" panose="02010600030101010101" pitchFamily="2" charset="-122"/>
            </a:endParaRPr>
          </a:p>
          <a:p>
            <a:pPr eaLnBrk="1" hangingPunct="1"/>
            <a:endParaRPr lang="en-US" altLang="zh-CN" i="0" dirty="0">
              <a:latin typeface="宋体" panose="02010600030101010101" pitchFamily="2" charset="-122"/>
            </a:endParaRPr>
          </a:p>
          <a:p>
            <a:pPr eaLnBrk="1" hangingPunct="1"/>
            <a:r>
              <a:rPr lang="zh-CN" altLang="en-US" i="0" dirty="0">
                <a:latin typeface="宋体" panose="02010600030101010101" pitchFamily="2" charset="-122"/>
              </a:rPr>
              <a:t>对于 </a:t>
            </a:r>
            <a:r>
              <a:rPr lang="en-US" altLang="zh-CN" i="0" dirty="0">
                <a:solidFill>
                  <a:srgbClr val="0000FF"/>
                </a:solidFill>
                <a:latin typeface="宋体" panose="02010600030101010101" pitchFamily="2" charset="-122"/>
              </a:rPr>
              <a:t>n </a:t>
            </a:r>
            <a:r>
              <a:rPr lang="zh-CN" altLang="en-US" i="0" dirty="0">
                <a:latin typeface="宋体" panose="02010600030101010101" pitchFamily="2" charset="-122"/>
              </a:rPr>
              <a:t>个变量的全部最大项共有 </a:t>
            </a:r>
            <a:r>
              <a:rPr lang="en-US" altLang="zh-CN" i="0" dirty="0">
                <a:solidFill>
                  <a:srgbClr val="0000FF"/>
                </a:solidFill>
                <a:latin typeface="宋体" panose="02010600030101010101" pitchFamily="2" charset="-122"/>
              </a:rPr>
              <a:t>2^n</a:t>
            </a:r>
            <a:r>
              <a:rPr lang="en-US" altLang="zh-CN" i="0" baseline="30000" dirty="0">
                <a:solidFill>
                  <a:srgbClr val="0000FF"/>
                </a:solidFill>
                <a:latin typeface="宋体" panose="02010600030101010101" pitchFamily="2" charset="-122"/>
              </a:rPr>
              <a:t> </a:t>
            </a:r>
            <a:r>
              <a:rPr lang="zh-CN" altLang="en-US" i="0" dirty="0">
                <a:latin typeface="宋体" panose="02010600030101010101" pitchFamily="2" charset="-122"/>
              </a:rPr>
              <a:t>个</a:t>
            </a:r>
            <a:endParaRPr lang="en-US" altLang="zh-CN" i="0" dirty="0">
              <a:latin typeface="宋体" panose="02010600030101010101" pitchFamily="2" charset="-122"/>
            </a:endParaRPr>
          </a:p>
          <a:p>
            <a:pPr eaLnBrk="1" hangingPunct="1"/>
            <a:endParaRPr lang="zh-CN" altLang="en-US" i="0" dirty="0">
              <a:latin typeface="宋体" panose="02010600030101010101" pitchFamily="2" charset="-122"/>
            </a:endParaRPr>
          </a:p>
          <a:p>
            <a:pPr eaLnBrk="1" hangingPunct="1"/>
            <a:r>
              <a:rPr lang="zh-CN" altLang="en-US" i="0" dirty="0"/>
              <a:t>为了表达方便，人们通常用 </a:t>
            </a:r>
            <a:r>
              <a:rPr lang="en-US" altLang="zh-CN" i="0" dirty="0" err="1">
                <a:solidFill>
                  <a:srgbClr val="0000FF"/>
                </a:solidFill>
              </a:rPr>
              <a:t>M_i</a:t>
            </a:r>
            <a:r>
              <a:rPr lang="en-US" altLang="zh-CN" i="0" dirty="0">
                <a:solidFill>
                  <a:srgbClr val="0000FF"/>
                </a:solidFill>
              </a:rPr>
              <a:t> </a:t>
            </a:r>
            <a:r>
              <a:rPr lang="zh-CN" altLang="en-US" i="0" dirty="0"/>
              <a:t>表示最小项，其下标 </a:t>
            </a:r>
            <a:r>
              <a:rPr lang="en-US" altLang="zh-CN" i="0" dirty="0" err="1">
                <a:solidFill>
                  <a:srgbClr val="0000FF"/>
                </a:solidFill>
              </a:rPr>
              <a:t>i</a:t>
            </a:r>
            <a:r>
              <a:rPr lang="en-US" altLang="zh-CN" i="0" dirty="0">
                <a:solidFill>
                  <a:srgbClr val="0000FF"/>
                </a:solidFill>
              </a:rPr>
              <a:t> </a:t>
            </a:r>
            <a:r>
              <a:rPr lang="zh-CN" altLang="en-US" i="0" dirty="0"/>
              <a:t>为最小项的编号，即</a:t>
            </a:r>
            <a:r>
              <a:rPr lang="zh-CN" altLang="en-US" i="0" dirty="0">
                <a:latin typeface="Times New Roman" panose="02020603050405020304" pitchFamily="18" charset="0"/>
              </a:rPr>
              <a:t>使最大项为 </a:t>
            </a:r>
            <a:r>
              <a:rPr lang="en-US" altLang="zh-CN" i="0" dirty="0">
                <a:latin typeface="Times New Roman" panose="02020603050405020304" pitchFamily="18" charset="0"/>
              </a:rPr>
              <a:t>0 </a:t>
            </a:r>
            <a:r>
              <a:rPr lang="zh-CN" altLang="en-US" i="0" dirty="0">
                <a:latin typeface="Times New Roman" panose="02020603050405020304" pitchFamily="18" charset="0"/>
              </a:rPr>
              <a:t>的变量取值所对应的等效十进制数</a:t>
            </a:r>
            <a:endParaRPr lang="en-US" altLang="zh-CN" i="0" dirty="0">
              <a:latin typeface="Times New Roman" panose="02020603050405020304" pitchFamily="18" charset="0"/>
            </a:endParaRPr>
          </a:p>
          <a:p>
            <a:pPr eaLnBrk="1" hangingPunct="1"/>
            <a:endParaRPr lang="zh-CN" altLang="en-US" i="0" dirty="0"/>
          </a:p>
          <a:p>
            <a:pPr eaLnBrk="1" hangingPunct="1"/>
            <a:r>
              <a:rPr lang="zh-CN" altLang="en-US" i="0" dirty="0"/>
              <a:t>值得注意的是，在规定 </a:t>
            </a:r>
            <a:r>
              <a:rPr lang="en-US" altLang="zh-CN" i="0" dirty="0">
                <a:solidFill>
                  <a:srgbClr val="0000FF"/>
                </a:solidFill>
              </a:rPr>
              <a:t>n </a:t>
            </a:r>
            <a:r>
              <a:rPr lang="zh-CN" altLang="en-US" i="0" dirty="0"/>
              <a:t>变量最大项的编号时，对变量的排列顺序是重要的</a:t>
            </a:r>
            <a:endParaRPr lang="en-US" altLang="zh-CN" i="0" dirty="0"/>
          </a:p>
          <a:p>
            <a:pPr eaLnBrk="1" hangingPunct="1"/>
            <a:r>
              <a:rPr lang="zh-CN" altLang="en-US" i="0" dirty="0"/>
              <a:t>上例中隐含了</a:t>
            </a:r>
            <a:r>
              <a:rPr lang="en-US" altLang="zh-CN" i="0" dirty="0">
                <a:solidFill>
                  <a:srgbClr val="0000FF"/>
                </a:solidFill>
              </a:rPr>
              <a:t> A </a:t>
            </a:r>
            <a:r>
              <a:rPr lang="zh-CN" altLang="en-US" i="0" dirty="0"/>
              <a:t>是最高位</a:t>
            </a:r>
            <a:r>
              <a:rPr lang="en-US" altLang="zh-CN" i="0" dirty="0"/>
              <a:t>, C</a:t>
            </a:r>
            <a:r>
              <a:rPr lang="en-US" altLang="zh-CN" i="0" dirty="0">
                <a:solidFill>
                  <a:srgbClr val="0000FF"/>
                </a:solidFill>
              </a:rPr>
              <a:t> </a:t>
            </a:r>
            <a:r>
              <a:rPr lang="zh-CN" altLang="en-US" i="0" dirty="0"/>
              <a:t>是最低位这一排列顺序</a:t>
            </a:r>
            <a:endParaRPr lang="en-US" altLang="zh-CN" i="0" dirty="0"/>
          </a:p>
          <a:p>
            <a:pPr eaLnBrk="1" hangingPunct="1"/>
            <a:endParaRPr lang="zh-CN" altLang="en-US" i="0" dirty="0"/>
          </a:p>
          <a:p>
            <a:pPr eaLnBrk="1" hangingPunct="1"/>
            <a:r>
              <a:rPr kumimoji="1" lang="zh-CN" altLang="en-US" i="0" dirty="0">
                <a:solidFill>
                  <a:srgbClr val="000000"/>
                </a:solidFill>
              </a:rPr>
              <a:t>排列顺序一旦确定，就不能任意改变，否则会造成表达式错误</a:t>
            </a:r>
            <a:endParaRPr kumimoji="1" lang="en-US" altLang="zh-CN" i="0" dirty="0">
              <a:solidFill>
                <a:srgbClr val="000000"/>
              </a:solidFill>
            </a:endParaRPr>
          </a:p>
          <a:p>
            <a:pPr eaLnBrk="1" hangingPunct="1"/>
            <a:r>
              <a:rPr kumimoji="1" lang="zh-CN" altLang="en-US" i="0" dirty="0">
                <a:solidFill>
                  <a:srgbClr val="000000"/>
                </a:solidFill>
              </a:rPr>
              <a:t>排列顺序一般采用英文字母的自然排列顺序，不能省略</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8</a:t>
            </a:fld>
            <a:endParaRPr lang="zh-CN" altLang="en-US"/>
          </a:p>
        </p:txBody>
      </p:sp>
    </p:spTree>
    <p:extLst>
      <p:ext uri="{BB962C8B-B14F-4D97-AF65-F5344CB8AC3E}">
        <p14:creationId xmlns:p14="http://schemas.microsoft.com/office/powerpoint/2010/main" val="4240219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effectLst/>
                <a:ea typeface="宋体" panose="02010600030101010101" pitchFamily="2" charset="-122"/>
                <a:cs typeface="Times New Roman" panose="02020603050405020304" pitchFamily="18" charset="0"/>
              </a:rPr>
              <a:t>展开法采用求反求反的方式展开，再展开，注意和最小项不同，求序号时原变量取</a:t>
            </a:r>
            <a:r>
              <a:rPr lang="en-US" altLang="zh-CN" sz="1200" dirty="0">
                <a:effectLst/>
                <a:ea typeface="宋体" panose="02010600030101010101" pitchFamily="2" charset="-122"/>
                <a:cs typeface="Times New Roman" panose="02020603050405020304" pitchFamily="18" charset="0"/>
              </a:rPr>
              <a:t> 0</a:t>
            </a:r>
            <a:r>
              <a:rPr lang="zh-CN" altLang="zh-CN" sz="1200" dirty="0">
                <a:effectLst/>
                <a:ea typeface="宋体" panose="02010600030101010101" pitchFamily="2" charset="-122"/>
                <a:cs typeface="Times New Roman" panose="02020603050405020304" pitchFamily="18" charset="0"/>
              </a:rPr>
              <a:t>，反变量取</a:t>
            </a:r>
            <a:r>
              <a:rPr lang="en-US" altLang="zh-CN" sz="1200" dirty="0">
                <a:effectLst/>
                <a:ea typeface="宋体" panose="02010600030101010101" pitchFamily="2" charset="-122"/>
                <a:cs typeface="Times New Roman" panose="02020603050405020304" pitchFamily="18" charset="0"/>
              </a:rPr>
              <a:t> 1</a:t>
            </a:r>
            <a:r>
              <a:rPr lang="zh-CN" altLang="zh-CN" dirty="0">
                <a:effectLst/>
              </a:rPr>
              <a:t> </a:t>
            </a:r>
            <a:endParaRPr kumimoji="1" lang="zh-CN" altLang="en-US" dirty="0"/>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10</a:t>
            </a:fld>
            <a:endParaRPr lang="zh-CN" altLang="en-US"/>
          </a:p>
        </p:txBody>
      </p:sp>
    </p:spTree>
    <p:extLst>
      <p:ext uri="{BB962C8B-B14F-4D97-AF65-F5344CB8AC3E}">
        <p14:creationId xmlns:p14="http://schemas.microsoft.com/office/powerpoint/2010/main" val="1381596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BCA1-5249-D03E-37DF-58FD85FDB5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628CF0-4DEE-E03F-328D-B99A90ABA2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5A0839-971F-91EC-8557-5839026296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真值表法，找到所有取</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0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的项，读取</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ABC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对应的数值，求出序号，加上连乘符号</a:t>
            </a:r>
            <a:endParaRPr lang="zh-CN" altLang="zh-C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也可直接证明最后一行成立</a:t>
            </a:r>
          </a:p>
          <a:p>
            <a:r>
              <a:rPr lang="de-DE" altLang="zh-CN" sz="1200" kern="1200" dirty="0">
                <a:solidFill>
                  <a:schemeClr val="tx1"/>
                </a:solidFill>
                <a:effectLst/>
                <a:latin typeface="Arial" pitchFamily="34" charset="0"/>
                <a:ea typeface="宋体" pitchFamily="2" charset="-122"/>
                <a:cs typeface="宋体" charset="0"/>
              </a:rPr>
              <a:t>Y=sigma(m(1,5,6,7))</a:t>
            </a:r>
          </a:p>
          <a:p>
            <a:r>
              <a:rPr lang="de-DE" altLang="zh-CN" sz="1200" kern="1200" dirty="0">
                <a:solidFill>
                  <a:schemeClr val="tx1"/>
                </a:solidFill>
                <a:effectLst/>
                <a:latin typeface="Arial" pitchFamily="34" charset="0"/>
                <a:ea typeface="宋体" pitchFamily="2" charset="-122"/>
                <a:cs typeface="宋体" charset="0"/>
              </a:rPr>
              <a:t>/Y=sigma (m(0,2,3,4))</a:t>
            </a:r>
          </a:p>
          <a:p>
            <a:r>
              <a:rPr lang="de-DE" altLang="zh-CN" sz="1200" kern="1200" dirty="0">
                <a:solidFill>
                  <a:schemeClr val="tx1"/>
                </a:solidFill>
                <a:effectLst/>
                <a:latin typeface="Arial" pitchFamily="34" charset="0"/>
                <a:ea typeface="宋体" pitchFamily="2" charset="-122"/>
                <a:cs typeface="宋体" charset="0"/>
              </a:rPr>
              <a:t>//Y=/sigma(m(0,2,3,4))=/m0*/m2*/m3*/m4= M0*M2*M3*M4</a:t>
            </a:r>
          </a:p>
          <a:p>
            <a:endParaRPr lang="de-DE" altLang="zh-CN" sz="1200" kern="1200" dirty="0">
              <a:solidFill>
                <a:schemeClr val="tx1"/>
              </a:solidFill>
              <a:effectLst/>
              <a:latin typeface="Arial" pitchFamily="34" charset="0"/>
              <a:ea typeface="宋体" pitchFamily="2" charset="-122"/>
              <a:cs typeface="宋体"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所以最大项最小项互换，只需先求出缺的项，然后换掉连乘</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连加 符号，</a:t>
            </a:r>
            <a:r>
              <a:rPr lang="en-US" altLang="zh-CN" sz="1200" kern="1200" dirty="0">
                <a:solidFill>
                  <a:schemeClr val="tx1"/>
                </a:solidFill>
                <a:effectLst/>
                <a:latin typeface="Arial" pitchFamily="34" charset="0"/>
                <a:ea typeface="宋体" pitchFamily="2" charset="-122"/>
                <a:cs typeface="宋体" charset="0"/>
              </a:rPr>
              <a:t>m/M</a:t>
            </a:r>
            <a:r>
              <a:rPr lang="zh-CN" altLang="zh-CN" sz="1200" kern="1200" dirty="0">
                <a:solidFill>
                  <a:schemeClr val="tx1"/>
                </a:solidFill>
                <a:effectLst/>
                <a:latin typeface="Arial" pitchFamily="34" charset="0"/>
                <a:ea typeface="宋体" pitchFamily="2" charset="-122"/>
                <a:cs typeface="宋体" charset="0"/>
              </a:rPr>
              <a:t>符号即可</a:t>
            </a:r>
          </a:p>
          <a:p>
            <a:endParaRPr lang="zh-CN" altLang="en-US" dirty="0"/>
          </a:p>
        </p:txBody>
      </p:sp>
      <p:sp>
        <p:nvSpPr>
          <p:cNvPr id="4" name="灯片编号占位符 3">
            <a:extLst>
              <a:ext uri="{FF2B5EF4-FFF2-40B4-BE49-F238E27FC236}">
                <a16:creationId xmlns:a16="http://schemas.microsoft.com/office/drawing/2014/main" id="{F604AB4E-D110-7E78-EC72-4CA9442C7279}"/>
              </a:ext>
            </a:extLst>
          </p:cNvPr>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145575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函数的简化依据</a:t>
            </a:r>
            <a:r>
              <a:rPr lang="zh-CN" altLang="en-US" dirty="0"/>
              <a:t>：逻辑电路所用门的数量少，每个门的输入端个数少，逻辑电路构成级数少，从而</a:t>
            </a:r>
            <a:r>
              <a:rPr lang="zh-CN" altLang="en-US" dirty="0">
                <a:solidFill>
                  <a:srgbClr val="CC0000"/>
                </a:solidFill>
              </a:rPr>
              <a:t>降低成本，提高电路的工作速度和可靠性</a:t>
            </a:r>
            <a:endParaRPr lang="en-US" altLang="zh-CN" dirty="0">
              <a:solidFill>
                <a:srgbClr val="CC0000"/>
              </a:solidFill>
            </a:endParaRPr>
          </a:p>
          <a:p>
            <a:pPr eaLnBrk="1" hangingPunct="1"/>
            <a:endParaRPr lang="zh-CN" altLang="en-US" dirty="0"/>
          </a:p>
          <a:p>
            <a:pPr eaLnBrk="1" hangingPunct="1"/>
            <a:r>
              <a:rPr lang="zh-CN" altLang="en-US" dirty="0"/>
              <a:t>同一个逻辑函数可以写成不同的逻辑式，</a:t>
            </a:r>
            <a:r>
              <a:rPr kumimoji="1" lang="zh-CN" altLang="en-US" dirty="0"/>
              <a:t>每种形式的函数表达式相应于一种逻辑电路，</a:t>
            </a:r>
            <a:r>
              <a:rPr lang="zh-CN" altLang="en-US" dirty="0"/>
              <a:t>而这些逻辑式的繁简程度又相差甚远</a:t>
            </a:r>
            <a:endParaRPr lang="en-US" altLang="zh-CN" dirty="0"/>
          </a:p>
          <a:p>
            <a:pPr eaLnBrk="1" hangingPunct="1"/>
            <a:r>
              <a:rPr lang="zh-CN" altLang="en-US" dirty="0"/>
              <a:t>逻辑式越简单，它所表示的逻辑关系越明显，同时也有利于用最少的电子器件实现这个逻辑函数</a:t>
            </a:r>
            <a:endParaRPr lang="en-US" altLang="zh-CN" dirty="0"/>
          </a:p>
          <a:p>
            <a:pPr eaLnBrk="1" hangingPunct="1"/>
            <a:r>
              <a:rPr lang="zh-CN" altLang="en-US" dirty="0"/>
              <a:t>因此，经常需要通过化简的手段找出逻辑函数的最简形式（最简式未必是最合适的）</a:t>
            </a:r>
            <a:endParaRPr lang="en-US" altLang="zh-CN" dirty="0"/>
          </a:p>
          <a:p>
            <a:pPr eaLnBrk="1" hangingPunct="1"/>
            <a:endParaRPr lang="zh-CN" altLang="en-US" dirty="0"/>
          </a:p>
          <a:p>
            <a:pPr eaLnBrk="1" hangingPunct="1"/>
            <a:r>
              <a:rPr kumimoji="1" lang="zh-CN" altLang="en-US" dirty="0"/>
              <a:t>不同形式逻辑式有不同的最简式，一般先求取最简与或式，然后通过变换得到所需最简式</a:t>
            </a:r>
            <a:endParaRPr lang="zh-CN" altLang="en-US" dirty="0"/>
          </a:p>
          <a:p>
            <a:pPr eaLnBrk="1" hangingPunct="1"/>
            <a:r>
              <a:rPr lang="zh-CN" altLang="en-US" dirty="0"/>
              <a:t>在若干个逻辑关系相同的与</a:t>
            </a:r>
            <a:r>
              <a:rPr lang="en-US" altLang="zh-CN" dirty="0"/>
              <a:t>-</a:t>
            </a:r>
            <a:r>
              <a:rPr lang="zh-CN" altLang="en-US" dirty="0"/>
              <a:t>或表达式中，将其中包含的与项数最少，且每个与项中变量数也最少的表达式称之为</a:t>
            </a:r>
            <a:r>
              <a:rPr lang="zh-CN" altLang="en-US" b="1" dirty="0"/>
              <a:t>最简与</a:t>
            </a:r>
            <a:r>
              <a:rPr lang="en-US" altLang="zh-CN" b="1" dirty="0"/>
              <a:t>-</a:t>
            </a:r>
            <a:r>
              <a:rPr lang="zh-CN" altLang="en-US" b="1" dirty="0"/>
              <a:t>或表达式</a:t>
            </a:r>
          </a:p>
          <a:p>
            <a:pPr eaLnBrk="1" hangingPunct="1"/>
            <a:r>
              <a:rPr lang="zh-CN" altLang="en-US" dirty="0"/>
              <a:t>常用的化简方法有公式化简法、卡诺图化简法以及适用于编制计算机辅助分析程序的 </a:t>
            </a:r>
            <a:r>
              <a:rPr lang="en-US" altLang="zh-CN" dirty="0"/>
              <a:t>Q-M </a:t>
            </a:r>
            <a:r>
              <a:rPr lang="zh-CN" altLang="en-US" dirty="0"/>
              <a:t>法等</a:t>
            </a:r>
            <a:endParaRPr lang="en-US" altLang="zh-CN" dirty="0"/>
          </a:p>
          <a:p>
            <a:pPr eaLnBrk="1" hangingPunct="1"/>
            <a:endParaRPr lang="zh-CN" altLang="en-US" dirty="0"/>
          </a:p>
          <a:p>
            <a:pPr eaLnBrk="1" hangingPunct="1"/>
            <a:r>
              <a:rPr kumimoji="1" lang="zh-CN" altLang="en-US" b="1" dirty="0"/>
              <a:t>公式化简法：</a:t>
            </a:r>
            <a:r>
              <a:rPr kumimoji="1" lang="zh-CN" altLang="en-US" dirty="0"/>
              <a:t>反复运用逻辑代数的</a:t>
            </a:r>
            <a:r>
              <a:rPr lang="zh-CN" altLang="en-US" dirty="0"/>
              <a:t>基本公式和常用公式，消去多余的乘积项和多余的因子</a:t>
            </a:r>
            <a:endParaRPr kumimoji="1" lang="zh-CN" altLang="en-US" dirty="0"/>
          </a:p>
          <a:p>
            <a:pPr eaLnBrk="1" hangingPunct="1"/>
            <a:r>
              <a:rPr lang="zh-CN" altLang="en-US" dirty="0">
                <a:solidFill>
                  <a:srgbClr val="000066"/>
                </a:solidFill>
              </a:rPr>
              <a:t>代数法化简在使用中遇到的困难：</a:t>
            </a:r>
          </a:p>
          <a:p>
            <a:pPr eaLnBrk="1" hangingPunct="1"/>
            <a:r>
              <a:rPr lang="en-US" altLang="zh-CN" dirty="0">
                <a:solidFill>
                  <a:srgbClr val="000066"/>
                </a:solidFill>
              </a:rPr>
              <a:t>1. </a:t>
            </a:r>
            <a:r>
              <a:rPr lang="zh-CN" altLang="en-US" dirty="0">
                <a:solidFill>
                  <a:srgbClr val="000066"/>
                </a:solidFill>
              </a:rPr>
              <a:t>逻辑代数与普通代数的公式易混淆，化简过程要求对所有公式熟练掌握</a:t>
            </a:r>
          </a:p>
          <a:p>
            <a:pPr eaLnBrk="1" hangingPunct="1"/>
            <a:r>
              <a:rPr lang="en-US" altLang="zh-CN" dirty="0">
                <a:solidFill>
                  <a:srgbClr val="000066"/>
                </a:solidFill>
              </a:rPr>
              <a:t>2. </a:t>
            </a:r>
            <a:r>
              <a:rPr lang="zh-CN" altLang="en-US" dirty="0">
                <a:solidFill>
                  <a:srgbClr val="000066"/>
                </a:solidFill>
              </a:rPr>
              <a:t>代数法化简无一套完善的方法可循，它依赖于人的经验和灵活性，技巧强，较难掌握</a:t>
            </a:r>
          </a:p>
          <a:p>
            <a:pPr eaLnBrk="1" hangingPunct="1"/>
            <a:r>
              <a:rPr lang="en-US" altLang="zh-CN" dirty="0">
                <a:solidFill>
                  <a:srgbClr val="000066"/>
                </a:solidFill>
              </a:rPr>
              <a:t>3.</a:t>
            </a:r>
            <a:r>
              <a:rPr lang="zh-CN" altLang="en-US" dirty="0">
                <a:solidFill>
                  <a:srgbClr val="000066"/>
                </a:solidFill>
              </a:rPr>
              <a:t> 化简后得到的逻辑表达式是否是最简式判断有一定困难</a:t>
            </a:r>
            <a:endParaRPr lang="en-US" altLang="zh-CN" dirty="0">
              <a:solidFill>
                <a:srgbClr val="000066"/>
              </a:solidFill>
            </a:endParaRPr>
          </a:p>
          <a:p>
            <a:pPr eaLnBrk="1" hangingPunct="1"/>
            <a:endParaRPr lang="zh-CN" altLang="en-US" dirty="0">
              <a:solidFill>
                <a:srgbClr val="000066"/>
              </a:solidFill>
            </a:endParaRPr>
          </a:p>
          <a:p>
            <a:pPr eaLnBrk="1" hangingPunct="1"/>
            <a:r>
              <a:rPr kumimoji="1" lang="zh-CN" altLang="en-US" b="1" dirty="0">
                <a:solidFill>
                  <a:schemeClr val="accent2"/>
                </a:solidFill>
              </a:rPr>
              <a:t>卡诺图</a:t>
            </a:r>
            <a:r>
              <a:rPr kumimoji="1" lang="zh-CN" altLang="en-US" b="1" dirty="0"/>
              <a:t>化简法：</a:t>
            </a:r>
            <a:r>
              <a:rPr kumimoji="1" lang="zh-CN" altLang="en-US" b="0" dirty="0"/>
              <a:t>将逻辑函数用一种称为“</a:t>
            </a:r>
            <a:r>
              <a:rPr kumimoji="1" lang="zh-CN" altLang="en-US" b="0" dirty="0">
                <a:solidFill>
                  <a:schemeClr val="accent2"/>
                </a:solidFill>
              </a:rPr>
              <a:t>卡诺图</a:t>
            </a:r>
            <a:r>
              <a:rPr kumimoji="1" lang="zh-CN" altLang="en-US" b="0" dirty="0"/>
              <a:t>”的图形来表示，然后在卡诺图上进行逻辑函数的化简的方法</a:t>
            </a:r>
            <a:endParaRPr lang="zh-CN" altLang="en-US" b="0" dirty="0">
              <a:solidFill>
                <a:srgbClr val="000066"/>
              </a:solidFill>
            </a:endParaRPr>
          </a:p>
          <a:p>
            <a:pPr eaLnBrk="1" hangingPunct="1"/>
            <a:r>
              <a:rPr lang="zh-CN" altLang="en-US" dirty="0">
                <a:solidFill>
                  <a:srgbClr val="000066"/>
                </a:solidFill>
              </a:rPr>
              <a:t>卡诺图法可以比较简便地得到最简的逻辑表达式</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13</a:t>
            </a:fld>
            <a:endParaRPr lang="zh-CN" altLang="en-US"/>
          </a:p>
        </p:txBody>
      </p:sp>
    </p:spTree>
    <p:extLst>
      <p:ext uri="{BB962C8B-B14F-4D97-AF65-F5344CB8AC3E}">
        <p14:creationId xmlns:p14="http://schemas.microsoft.com/office/powerpoint/2010/main" val="171810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8E497-C4ED-36B7-1EEC-11B15D1081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AFC228-4E18-909B-E0ED-7C14E49B72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ECF02E-D114-D558-E604-D3FB9F64DF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A69992-EE0A-ED06-F203-B689F9E05281}"/>
              </a:ext>
            </a:extLst>
          </p:cNvPr>
          <p:cNvSpPr>
            <a:spLocks noGrp="1"/>
          </p:cNvSpPr>
          <p:nvPr>
            <p:ph type="sldNum" sz="quarter" idx="5"/>
          </p:nvPr>
        </p:nvSpPr>
        <p:spPr/>
        <p:txBody>
          <a:bodyPr/>
          <a:lstStyle/>
          <a:p>
            <a:fld id="{6AF8E926-3218-4A05-BE3C-00B734B06F20}" type="slidenum">
              <a:rPr lang="zh-CN" altLang="en-US" smtClean="0"/>
              <a:t>14</a:t>
            </a:fld>
            <a:endParaRPr lang="zh-CN" altLang="en-US"/>
          </a:p>
        </p:txBody>
      </p:sp>
    </p:spTree>
    <p:extLst>
      <p:ext uri="{BB962C8B-B14F-4D97-AF65-F5344CB8AC3E}">
        <p14:creationId xmlns:p14="http://schemas.microsoft.com/office/powerpoint/2010/main" val="2694247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16</a:t>
            </a:fld>
            <a:endParaRPr lang="zh-CN" altLang="en-US"/>
          </a:p>
        </p:txBody>
      </p:sp>
    </p:spTree>
    <p:extLst>
      <p:ext uri="{BB962C8B-B14F-4D97-AF65-F5344CB8AC3E}">
        <p14:creationId xmlns:p14="http://schemas.microsoft.com/office/powerpoint/2010/main" val="1245681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b="0" dirty="0"/>
              <a:t>将</a:t>
            </a:r>
            <a:r>
              <a:rPr kumimoji="1" lang="en-US" altLang="zh-CN" b="0" dirty="0"/>
              <a:t> n </a:t>
            </a:r>
            <a:r>
              <a:rPr kumimoji="1" lang="zh-CN" altLang="en-US" b="0" dirty="0"/>
              <a:t>变量的 </a:t>
            </a:r>
            <a:r>
              <a:rPr kumimoji="1" lang="en-US" altLang="zh-CN" b="0" dirty="0"/>
              <a:t>2^n </a:t>
            </a:r>
            <a:r>
              <a:rPr kumimoji="1" lang="zh-CN" altLang="en-US" b="0" dirty="0"/>
              <a:t>个最小项用 </a:t>
            </a:r>
            <a:r>
              <a:rPr kumimoji="1" lang="en-US" altLang="zh-CN" b="0" dirty="0"/>
              <a:t>2^n</a:t>
            </a:r>
            <a:r>
              <a:rPr kumimoji="1" lang="zh-CN" altLang="en-US" b="0" dirty="0"/>
              <a:t> 个小方格表示，并且</a:t>
            </a:r>
            <a:r>
              <a:rPr kumimoji="1" lang="zh-CN" altLang="en-US" b="0" dirty="0">
                <a:solidFill>
                  <a:srgbClr val="0033CC"/>
                </a:solidFill>
              </a:rPr>
              <a:t>使相邻最小项在几何位置上也相邻且循环相邻，</a:t>
            </a:r>
            <a:r>
              <a:rPr kumimoji="1" lang="zh-CN" altLang="en-US" b="0" dirty="0"/>
              <a:t>这样排列得到的方格图称为 </a:t>
            </a:r>
            <a:r>
              <a:rPr kumimoji="1" lang="en-US" altLang="zh-CN" b="0" dirty="0"/>
              <a:t>n </a:t>
            </a:r>
            <a:r>
              <a:rPr kumimoji="1" lang="zh-CN" altLang="en-US" b="0" dirty="0"/>
              <a:t>变量最小项卡诺图</a:t>
            </a:r>
            <a:endParaRPr kumimoji="1" lang="en-US" altLang="zh-CN" b="0" dirty="0"/>
          </a:p>
          <a:p>
            <a:endParaRPr lang="zh-CN" altLang="en-US" dirty="0"/>
          </a:p>
          <a:p>
            <a:r>
              <a:rPr lang="zh-CN" altLang="en-US" dirty="0"/>
              <a:t>图中的一小格对应真值表中的一行，即对应一个最小项，又称真值图</a:t>
            </a:r>
            <a:endParaRPr lang="en-US" altLang="zh-CN" dirty="0"/>
          </a:p>
          <a:p>
            <a:endParaRPr lang="zh-CN" altLang="en-US" dirty="0"/>
          </a:p>
          <a:p>
            <a:r>
              <a:rPr kumimoji="1" lang="zh-CN" altLang="en-US" b="0" dirty="0"/>
              <a:t>若两个最小项中只有一个变量以原、反状态相区别，则称它们为</a:t>
            </a:r>
            <a:r>
              <a:rPr kumimoji="1" lang="zh-CN" altLang="en-US" b="0" dirty="0">
                <a:solidFill>
                  <a:srgbClr val="FF0066"/>
                </a:solidFill>
              </a:rPr>
              <a:t>逻辑相邻</a:t>
            </a:r>
            <a:endParaRPr kumimoji="1" lang="en-US" altLang="zh-CN" b="0" dirty="0">
              <a:solidFill>
                <a:srgbClr val="FF0066"/>
              </a:solidFill>
            </a:endParaRPr>
          </a:p>
          <a:p>
            <a:endParaRPr kumimoji="1" lang="zh-CN" altLang="en-US" b="0" dirty="0"/>
          </a:p>
          <a:p>
            <a:r>
              <a:rPr kumimoji="1" lang="zh-CN" altLang="en-US" b="0" dirty="0"/>
              <a:t>任一 </a:t>
            </a:r>
            <a:r>
              <a:rPr kumimoji="1" lang="en-US" altLang="zh-CN" b="0" dirty="0">
                <a:solidFill>
                  <a:schemeClr val="accent2"/>
                </a:solidFill>
              </a:rPr>
              <a:t>n</a:t>
            </a:r>
            <a:r>
              <a:rPr kumimoji="1" lang="en-US" altLang="zh-CN" b="0" dirty="0"/>
              <a:t> </a:t>
            </a:r>
            <a:r>
              <a:rPr kumimoji="1" lang="zh-CN" altLang="en-US" b="0" dirty="0"/>
              <a:t>变量的最小项，必定和其他 </a:t>
            </a:r>
            <a:r>
              <a:rPr kumimoji="1" lang="en-US" altLang="zh-CN" b="0" dirty="0">
                <a:solidFill>
                  <a:schemeClr val="accent2"/>
                </a:solidFill>
              </a:rPr>
              <a:t>n </a:t>
            </a:r>
            <a:r>
              <a:rPr kumimoji="1" lang="zh-CN" altLang="en-US" b="0" dirty="0"/>
              <a:t>个不同最小项</a:t>
            </a:r>
            <a:r>
              <a:rPr kumimoji="1" lang="zh-CN" altLang="en-US" b="0" dirty="0">
                <a:solidFill>
                  <a:srgbClr val="CC3300"/>
                </a:solidFill>
              </a:rPr>
              <a:t>相邻</a:t>
            </a:r>
            <a:endParaRPr kumimoji="1" lang="en-US" altLang="zh-CN" b="0" dirty="0">
              <a:solidFill>
                <a:srgbClr val="CC3300"/>
              </a:solidFill>
            </a:endParaRPr>
          </a:p>
        </p:txBody>
      </p:sp>
      <p:sp>
        <p:nvSpPr>
          <p:cNvPr id="4" name="灯片编号占位符 3"/>
          <p:cNvSpPr>
            <a:spLocks noGrp="1"/>
          </p:cNvSpPr>
          <p:nvPr>
            <p:ph type="sldNum" sz="quarter" idx="5"/>
          </p:nvPr>
        </p:nvSpPr>
        <p:spPr/>
        <p:txBody>
          <a:bodyPr/>
          <a:lstStyle/>
          <a:p>
            <a:fld id="{6AF8E926-3218-4A05-BE3C-00B734B06F20}" type="slidenum">
              <a:rPr lang="zh-CN" altLang="en-US" smtClean="0"/>
              <a:t>17</a:t>
            </a:fld>
            <a:endParaRPr lang="zh-CN" altLang="en-US"/>
          </a:p>
        </p:txBody>
      </p:sp>
    </p:spTree>
    <p:extLst>
      <p:ext uri="{BB962C8B-B14F-4D97-AF65-F5344CB8AC3E}">
        <p14:creationId xmlns:p14="http://schemas.microsoft.com/office/powerpoint/2010/main" val="3794215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99"/>
                </a:solidFill>
              </a:rPr>
              <a:t>卡诺图的特点：</a:t>
            </a:r>
            <a:r>
              <a:rPr kumimoji="1" lang="zh-CN" altLang="en-US" dirty="0">
                <a:solidFill>
                  <a:srgbClr val="000066"/>
                </a:solidFill>
              </a:rPr>
              <a:t>各小方格对应于变量的不同组合，而且上下左右在几何上相邻的方格内只有一个因子有差别，这个重要特点成为卡诺图化简逻辑函数的主要依据</a:t>
            </a:r>
            <a:endParaRPr kumimoji="1" lang="en-US" altLang="zh-CN" dirty="0">
              <a:solidFill>
                <a:srgbClr val="000066"/>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solidFill>
                <a:srgbClr val="000066"/>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66"/>
                </a:solidFill>
              </a:rPr>
              <a:t>注意左上角斜杠下方</a:t>
            </a:r>
            <a:r>
              <a:rPr kumimoji="1" lang="en-US" altLang="zh-CN" dirty="0">
                <a:solidFill>
                  <a:srgbClr val="000066"/>
                </a:solidFill>
              </a:rPr>
              <a:t>/</a:t>
            </a:r>
            <a:r>
              <a:rPr kumimoji="1" lang="zh-CN" altLang="en-US" dirty="0">
                <a:solidFill>
                  <a:srgbClr val="000066"/>
                </a:solidFill>
              </a:rPr>
              <a:t>上方的变量取值</a:t>
            </a:r>
            <a:endParaRPr kumimoji="1" lang="en-US" altLang="zh-CN" dirty="0">
              <a:solidFill>
                <a:srgbClr val="000066"/>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66"/>
                </a:solidFill>
              </a:rPr>
              <a:t>只有一个变量，比如 </a:t>
            </a:r>
            <a:r>
              <a:rPr kumimoji="1" lang="en-US" altLang="zh-CN" dirty="0">
                <a:solidFill>
                  <a:srgbClr val="000066"/>
                </a:solidFill>
              </a:rPr>
              <a:t>A</a:t>
            </a:r>
            <a:r>
              <a:rPr kumimoji="1" lang="zh-CN" altLang="en-US" dirty="0">
                <a:solidFill>
                  <a:srgbClr val="000066"/>
                </a:solidFill>
              </a:rPr>
              <a:t>，则取值为 </a:t>
            </a:r>
            <a:r>
              <a:rPr kumimoji="1" lang="en-US" altLang="zh-CN" dirty="0">
                <a:solidFill>
                  <a:srgbClr val="000066"/>
                </a:solidFill>
              </a:rPr>
              <a:t>0 </a:t>
            </a:r>
            <a:r>
              <a:rPr kumimoji="1" lang="zh-CN" altLang="en-US" dirty="0">
                <a:solidFill>
                  <a:srgbClr val="000066"/>
                </a:solidFill>
              </a:rPr>
              <a:t>和 </a:t>
            </a:r>
            <a:r>
              <a:rPr kumimoji="1" lang="en-US" altLang="zh-CN" dirty="0">
                <a:solidFill>
                  <a:srgbClr val="000066"/>
                </a:solidFill>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66"/>
                </a:solidFill>
              </a:rPr>
              <a:t>如果有两个变量，比如 </a:t>
            </a:r>
            <a:r>
              <a:rPr kumimoji="1" lang="en-US" altLang="zh-CN" dirty="0">
                <a:solidFill>
                  <a:srgbClr val="000066"/>
                </a:solidFill>
              </a:rPr>
              <a:t>BC</a:t>
            </a:r>
            <a:r>
              <a:rPr kumimoji="1" lang="zh-CN" altLang="en-US" dirty="0">
                <a:solidFill>
                  <a:srgbClr val="000066"/>
                </a:solidFill>
              </a:rPr>
              <a:t>，则取值为 </a:t>
            </a:r>
            <a:r>
              <a:rPr kumimoji="1" lang="en-US" altLang="zh-CN" dirty="0">
                <a:solidFill>
                  <a:srgbClr val="000066"/>
                </a:solidFill>
              </a:rPr>
              <a:t>00</a:t>
            </a:r>
            <a:r>
              <a:rPr kumimoji="1" lang="zh-CN" altLang="en-US" dirty="0">
                <a:solidFill>
                  <a:srgbClr val="000066"/>
                </a:solidFill>
              </a:rPr>
              <a:t>，</a:t>
            </a:r>
            <a:r>
              <a:rPr kumimoji="1" lang="en-US" altLang="zh-CN" dirty="0">
                <a:solidFill>
                  <a:srgbClr val="000066"/>
                </a:solidFill>
              </a:rPr>
              <a:t>01</a:t>
            </a:r>
            <a:r>
              <a:rPr kumimoji="1" lang="zh-CN" altLang="en-US" dirty="0">
                <a:solidFill>
                  <a:srgbClr val="000066"/>
                </a:solidFill>
              </a:rPr>
              <a:t>，</a:t>
            </a:r>
            <a:r>
              <a:rPr kumimoji="1" lang="en-US" altLang="zh-CN" dirty="0">
                <a:solidFill>
                  <a:srgbClr val="000066"/>
                </a:solidFill>
              </a:rPr>
              <a:t>11</a:t>
            </a:r>
            <a:r>
              <a:rPr kumimoji="1" lang="zh-CN" altLang="en-US" dirty="0">
                <a:solidFill>
                  <a:srgbClr val="000066"/>
                </a:solidFill>
              </a:rPr>
              <a:t>，</a:t>
            </a:r>
            <a:r>
              <a:rPr kumimoji="1" lang="en-US" altLang="zh-CN" dirty="0">
                <a:solidFill>
                  <a:srgbClr val="000066"/>
                </a:solidFill>
              </a:rPr>
              <a:t>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66"/>
                </a:solidFill>
              </a:rPr>
              <a:t>注意排序，使得相邻的方块只有一位变量不同</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18</a:t>
            </a:fld>
            <a:endParaRPr lang="zh-CN" altLang="en-US"/>
          </a:p>
        </p:txBody>
      </p:sp>
    </p:spTree>
    <p:extLst>
      <p:ext uri="{BB962C8B-B14F-4D97-AF65-F5344CB8AC3E}">
        <p14:creationId xmlns:p14="http://schemas.microsoft.com/office/powerpoint/2010/main" val="108201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本课程基本不涉及五变量卡诺图</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19</a:t>
            </a:fld>
            <a:endParaRPr lang="zh-CN" altLang="en-US"/>
          </a:p>
        </p:txBody>
      </p:sp>
    </p:spTree>
    <p:extLst>
      <p:ext uri="{BB962C8B-B14F-4D97-AF65-F5344CB8AC3E}">
        <p14:creationId xmlns:p14="http://schemas.microsoft.com/office/powerpoint/2010/main" val="3143324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任何逻辑函数都等于其卡诺图中为 </a:t>
            </a:r>
            <a:r>
              <a:rPr lang="en-US" altLang="zh-CN" dirty="0"/>
              <a:t>1 </a:t>
            </a:r>
            <a:r>
              <a:rPr lang="zh-CN" altLang="en-US" dirty="0"/>
              <a:t>的方格所对应的最小项之和</a:t>
            </a:r>
            <a:endParaRPr lang="en-US" altLang="zh-CN" dirty="0"/>
          </a:p>
          <a:p>
            <a:endParaRPr kumimoji="1" lang="zh-CN" altLang="en-US" b="1" dirty="0">
              <a:solidFill>
                <a:schemeClr val="accent2"/>
              </a:solidFill>
            </a:endParaRPr>
          </a:p>
          <a:p>
            <a:r>
              <a:rPr lang="zh-CN" altLang="en-US" dirty="0"/>
              <a:t>实质是将逻辑函数的最小项之和以图形的方式表示出来</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20</a:t>
            </a:fld>
            <a:endParaRPr lang="zh-CN" altLang="en-US"/>
          </a:p>
        </p:txBody>
      </p:sp>
    </p:spTree>
    <p:extLst>
      <p:ext uri="{BB962C8B-B14F-4D97-AF65-F5344CB8AC3E}">
        <p14:creationId xmlns:p14="http://schemas.microsoft.com/office/powerpoint/2010/main" val="2733409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9700-72CD-E2DB-D841-C2DBA68C3C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494D05-ABCF-27D3-A72B-BB1B73679E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441FC6-076D-253D-9B7A-3793368C38F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649BEC0-3A61-E43D-23B7-7062807D378C}"/>
              </a:ext>
            </a:extLst>
          </p:cNvPr>
          <p:cNvSpPr>
            <a:spLocks noGrp="1"/>
          </p:cNvSpPr>
          <p:nvPr>
            <p:ph type="sldNum" sz="quarter" idx="5"/>
          </p:nvPr>
        </p:nvSpPr>
        <p:spPr/>
        <p:txBody>
          <a:bodyPr/>
          <a:lstStyle/>
          <a:p>
            <a:fld id="{6AF8E926-3218-4A05-BE3C-00B734B06F20}" type="slidenum">
              <a:rPr lang="zh-CN" altLang="en-US" smtClean="0"/>
              <a:t>21</a:t>
            </a:fld>
            <a:endParaRPr lang="zh-CN" altLang="en-US"/>
          </a:p>
        </p:txBody>
      </p:sp>
    </p:spTree>
    <p:extLst>
      <p:ext uri="{BB962C8B-B14F-4D97-AF65-F5344CB8AC3E}">
        <p14:creationId xmlns:p14="http://schemas.microsoft.com/office/powerpoint/2010/main" val="3988585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在卡诺图中，最小项的相邻性可以从图形中直观地反映出来</a:t>
            </a:r>
            <a:endParaRPr kumimoji="1" lang="en-US" altLang="zh-CN" b="1" dirty="0"/>
          </a:p>
          <a:p>
            <a:r>
              <a:rPr kumimoji="1" lang="zh-CN" altLang="en-US" dirty="0"/>
              <a:t>任一 </a:t>
            </a:r>
            <a:r>
              <a:rPr kumimoji="1" lang="en-US" altLang="zh-CN" dirty="0">
                <a:solidFill>
                  <a:schemeClr val="accent2"/>
                </a:solidFill>
              </a:rPr>
              <a:t>n</a:t>
            </a:r>
            <a:r>
              <a:rPr kumimoji="1" lang="en-US" altLang="zh-CN" dirty="0"/>
              <a:t> </a:t>
            </a:r>
            <a:r>
              <a:rPr kumimoji="1" lang="zh-CN" altLang="en-US" dirty="0"/>
              <a:t>变量的最小项，必定和其他 </a:t>
            </a:r>
            <a:r>
              <a:rPr kumimoji="1" lang="en-US" altLang="zh-CN" dirty="0">
                <a:solidFill>
                  <a:schemeClr val="accent2"/>
                </a:solidFill>
              </a:rPr>
              <a:t>n </a:t>
            </a:r>
            <a:r>
              <a:rPr kumimoji="1" lang="zh-CN" altLang="en-US" dirty="0"/>
              <a:t>个不同最小项</a:t>
            </a:r>
            <a:r>
              <a:rPr kumimoji="1" lang="zh-CN" altLang="en-US" dirty="0">
                <a:solidFill>
                  <a:srgbClr val="CC3300"/>
                </a:solidFill>
              </a:rPr>
              <a:t>相邻</a:t>
            </a:r>
            <a:endParaRPr kumimoji="1" lang="en-US" altLang="zh-CN" dirty="0">
              <a:solidFill>
                <a:srgbClr val="CC3300"/>
              </a:solidFill>
            </a:endParaRPr>
          </a:p>
          <a:p>
            <a:endParaRPr kumimoji="1" lang="zh-CN" altLang="en-US" dirty="0"/>
          </a:p>
          <a:p>
            <a:r>
              <a:rPr kumimoji="1" lang="zh-CN" altLang="en-US" dirty="0"/>
              <a:t>在卡诺图上</a:t>
            </a:r>
            <a:r>
              <a:rPr kumimoji="1" lang="zh-CN" altLang="en-US" dirty="0">
                <a:solidFill>
                  <a:srgbClr val="CC3300"/>
                </a:solidFill>
              </a:rPr>
              <a:t>合并</a:t>
            </a:r>
            <a:r>
              <a:rPr kumimoji="1" lang="zh-CN" altLang="en-US" dirty="0"/>
              <a:t>最小项的</a:t>
            </a:r>
            <a:r>
              <a:rPr kumimoji="1" lang="zh-CN" altLang="en-US" dirty="0">
                <a:solidFill>
                  <a:srgbClr val="CC3300"/>
                </a:solidFill>
              </a:rPr>
              <a:t>规则：</a:t>
            </a:r>
            <a:br>
              <a:rPr kumimoji="1" lang="zh-CN" altLang="en-US" dirty="0">
                <a:solidFill>
                  <a:srgbClr val="CC3300"/>
                </a:solidFill>
              </a:rPr>
            </a:br>
            <a:r>
              <a:rPr kumimoji="1" lang="zh-CN" altLang="en-US" dirty="0"/>
              <a:t>当卡诺图中有最小项相邻时（即：有标 </a:t>
            </a:r>
            <a:r>
              <a:rPr kumimoji="1" lang="en-US" altLang="zh-CN" dirty="0">
                <a:solidFill>
                  <a:srgbClr val="CC3300"/>
                </a:solidFill>
              </a:rPr>
              <a:t>1 </a:t>
            </a:r>
            <a:r>
              <a:rPr kumimoji="1" lang="zh-CN" altLang="en-US" dirty="0"/>
              <a:t>的方格相邻</a:t>
            </a:r>
            <a:r>
              <a:rPr kumimoji="1" lang="en-US" altLang="zh-CN" dirty="0"/>
              <a:t>)</a:t>
            </a:r>
            <a:r>
              <a:rPr kumimoji="1" lang="zh-CN" altLang="en-US" dirty="0"/>
              <a:t>，可利用最小项相邻的性质，对最小项合并</a:t>
            </a:r>
            <a:endParaRPr kumimoji="1" lang="en-US" altLang="zh-CN" dirty="0"/>
          </a:p>
          <a:p>
            <a:endParaRPr kumimoji="1" lang="zh-CN" altLang="en-US" dirty="0"/>
          </a:p>
          <a:p>
            <a:r>
              <a:rPr kumimoji="1" lang="zh-CN" altLang="en-US" dirty="0"/>
              <a:t>任何</a:t>
            </a:r>
            <a:r>
              <a:rPr kumimoji="1" lang="zh-CN" altLang="en-US" dirty="0">
                <a:solidFill>
                  <a:schemeClr val="accent2"/>
                </a:solidFill>
              </a:rPr>
              <a:t>两个</a:t>
            </a:r>
            <a:r>
              <a:rPr kumimoji="1" lang="zh-CN" altLang="en-US" dirty="0"/>
              <a:t>标 </a:t>
            </a:r>
            <a:r>
              <a:rPr kumimoji="1" lang="en-US" altLang="zh-CN" dirty="0">
                <a:solidFill>
                  <a:schemeClr val="accent2"/>
                </a:solidFill>
              </a:rPr>
              <a:t>1 </a:t>
            </a:r>
            <a:r>
              <a:rPr kumimoji="1" lang="zh-CN" altLang="en-US" dirty="0"/>
              <a:t>的方格相邻，可以合并为一项，并可消去 </a:t>
            </a:r>
            <a:r>
              <a:rPr kumimoji="1" lang="en-US" altLang="zh-CN" dirty="0">
                <a:solidFill>
                  <a:schemeClr val="accent2"/>
                </a:solidFill>
              </a:rPr>
              <a:t>1 </a:t>
            </a:r>
            <a:r>
              <a:rPr kumimoji="1" lang="zh-CN" altLang="en-US" dirty="0"/>
              <a:t>个变量</a:t>
            </a:r>
          </a:p>
          <a:p>
            <a:r>
              <a:rPr kumimoji="1" lang="zh-CN" altLang="en-US" dirty="0"/>
              <a:t>任何四个标 </a:t>
            </a:r>
            <a:r>
              <a:rPr kumimoji="1" lang="en-US" altLang="zh-CN" dirty="0"/>
              <a:t>1 </a:t>
            </a:r>
            <a:r>
              <a:rPr kumimoji="1" lang="zh-CN" altLang="en-US" dirty="0"/>
              <a:t>的方格相邻，可以合并为一项，并可消去 </a:t>
            </a:r>
            <a:r>
              <a:rPr kumimoji="1" lang="en-US" altLang="zh-CN" dirty="0"/>
              <a:t>2 </a:t>
            </a:r>
            <a:r>
              <a:rPr kumimoji="1" lang="zh-CN" altLang="en-US" dirty="0"/>
              <a:t>个变量</a:t>
            </a:r>
            <a:endParaRPr kumimoji="1" lang="en-US" altLang="zh-CN" dirty="0"/>
          </a:p>
          <a:p>
            <a:endParaRPr kumimoji="1" lang="zh-CN" altLang="en-US" dirty="0"/>
          </a:p>
          <a:p>
            <a:pPr>
              <a:lnSpc>
                <a:spcPct val="150000"/>
              </a:lnSpc>
              <a:spcBef>
                <a:spcPct val="0"/>
              </a:spcBef>
            </a:pPr>
            <a:r>
              <a:rPr lang="zh-CN" altLang="en-US" dirty="0"/>
              <a:t>在 </a:t>
            </a:r>
            <a:r>
              <a:rPr lang="en-US" altLang="zh-CN" dirty="0"/>
              <a:t>n </a:t>
            </a:r>
            <a:r>
              <a:rPr lang="zh-CN" altLang="en-US" dirty="0"/>
              <a:t>个变量的卡诺图中，只有 </a:t>
            </a:r>
            <a:r>
              <a:rPr lang="en-US" altLang="zh-CN" dirty="0"/>
              <a:t>2 </a:t>
            </a:r>
            <a:r>
              <a:rPr lang="zh-CN" altLang="en-US" dirty="0"/>
              <a:t>的 </a:t>
            </a:r>
            <a:r>
              <a:rPr lang="en-US" altLang="zh-CN" dirty="0" err="1"/>
              <a:t>i</a:t>
            </a:r>
            <a:r>
              <a:rPr lang="en-US" altLang="zh-CN" dirty="0"/>
              <a:t> </a:t>
            </a:r>
            <a:r>
              <a:rPr lang="zh-CN" altLang="en-US" dirty="0"/>
              <a:t>次方个相邻的标 </a:t>
            </a:r>
            <a:r>
              <a:rPr lang="en-US" altLang="zh-CN" dirty="0"/>
              <a:t>1 </a:t>
            </a:r>
            <a:r>
              <a:rPr lang="zh-CN" altLang="en-US" dirty="0"/>
              <a:t>方格（必须排列成方形格或矩形格的形状）才能圈在一起，合并为一项</a:t>
            </a:r>
            <a:endParaRPr lang="en-US" altLang="zh-CN" dirty="0"/>
          </a:p>
          <a:p>
            <a:pPr>
              <a:lnSpc>
                <a:spcPct val="150000"/>
              </a:lnSpc>
              <a:spcBef>
                <a:spcPct val="0"/>
              </a:spcBef>
            </a:pPr>
            <a:r>
              <a:rPr lang="zh-CN" altLang="en-US" dirty="0"/>
              <a:t>该项保留了原来各项中 </a:t>
            </a:r>
            <a:r>
              <a:rPr lang="en-US" altLang="zh-CN" dirty="0"/>
              <a:t>n-</a:t>
            </a:r>
            <a:r>
              <a:rPr lang="en-US" altLang="zh-CN" dirty="0" err="1"/>
              <a:t>i</a:t>
            </a:r>
            <a:r>
              <a:rPr lang="en-US" altLang="zh-CN" dirty="0"/>
              <a:t> </a:t>
            </a:r>
            <a:r>
              <a:rPr lang="zh-CN" altLang="en-US" dirty="0"/>
              <a:t>个相同的变量，消去 </a:t>
            </a:r>
            <a:r>
              <a:rPr lang="en-US" altLang="zh-CN" dirty="0" err="1"/>
              <a:t>i</a:t>
            </a:r>
            <a:r>
              <a:rPr lang="en-US" altLang="zh-CN" dirty="0"/>
              <a:t> </a:t>
            </a:r>
            <a:r>
              <a:rPr lang="zh-CN" altLang="en-US" dirty="0"/>
              <a:t>个不同变量</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22</a:t>
            </a:fld>
            <a:endParaRPr lang="zh-CN" altLang="en-US"/>
          </a:p>
        </p:txBody>
      </p:sp>
    </p:spTree>
    <p:extLst>
      <p:ext uri="{BB962C8B-B14F-4D97-AF65-F5344CB8AC3E}">
        <p14:creationId xmlns:p14="http://schemas.microsoft.com/office/powerpoint/2010/main" val="529135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化简步骤：</a:t>
            </a:r>
          </a:p>
          <a:p>
            <a:r>
              <a:rPr lang="zh-CN" altLang="en-US" dirty="0"/>
              <a:t>   </a:t>
            </a:r>
            <a:r>
              <a:rPr lang="en-US" altLang="zh-CN" dirty="0"/>
              <a:t>------</a:t>
            </a:r>
            <a:r>
              <a:rPr lang="zh-CN" altLang="en-US" dirty="0"/>
              <a:t>用卡诺图表示逻辑函数</a:t>
            </a:r>
          </a:p>
          <a:p>
            <a:r>
              <a:rPr lang="zh-CN" altLang="en-US" dirty="0"/>
              <a:t>   </a:t>
            </a:r>
            <a:r>
              <a:rPr lang="en-US" altLang="zh-CN" dirty="0"/>
              <a:t>------</a:t>
            </a:r>
            <a:r>
              <a:rPr lang="zh-CN" altLang="en-US" dirty="0"/>
              <a:t>找出可合并的最小项</a:t>
            </a:r>
          </a:p>
          <a:p>
            <a:r>
              <a:rPr lang="zh-CN" altLang="en-US" dirty="0"/>
              <a:t>   </a:t>
            </a:r>
            <a:r>
              <a:rPr lang="en-US" altLang="zh-CN" dirty="0"/>
              <a:t>------</a:t>
            </a:r>
            <a:r>
              <a:rPr lang="zh-CN" altLang="en-US" dirty="0"/>
              <a:t>化简后的乘积项相加</a:t>
            </a:r>
          </a:p>
          <a:p>
            <a:r>
              <a:rPr lang="zh-CN" altLang="en-US" dirty="0"/>
              <a:t>（项数最少，每项因子最少）</a:t>
            </a:r>
          </a:p>
          <a:p>
            <a:endParaRPr kumimoji="1" lang="zh-CN" altLang="en-US" dirty="0"/>
          </a:p>
          <a:p>
            <a:r>
              <a:rPr kumimoji="1" lang="zh-CN" altLang="en-US" dirty="0"/>
              <a:t>已知函数为最小项表达式，存在的最小项对应的格填 </a:t>
            </a:r>
            <a:r>
              <a:rPr kumimoji="1" lang="en-US" altLang="zh-CN" dirty="0"/>
              <a:t>1</a:t>
            </a:r>
            <a:r>
              <a:rPr kumimoji="1" lang="zh-CN" altLang="en-US" dirty="0"/>
              <a:t>，其余格均填 </a:t>
            </a:r>
            <a:r>
              <a:rPr kumimoji="1" lang="en-US" altLang="zh-CN" dirty="0"/>
              <a:t>0</a:t>
            </a:r>
            <a:endParaRPr kumimoji="1" lang="zh-CN" altLang="en-US" dirty="0"/>
          </a:p>
          <a:p>
            <a:r>
              <a:rPr kumimoji="1" lang="zh-CN" altLang="en-US" dirty="0"/>
              <a:t>若已知函数的真值表，将真值表中使函数值为 </a:t>
            </a:r>
            <a:r>
              <a:rPr kumimoji="1" lang="en-US" altLang="zh-CN" dirty="0"/>
              <a:t>1 </a:t>
            </a:r>
            <a:r>
              <a:rPr kumimoji="1" lang="zh-CN" altLang="en-US" dirty="0"/>
              <a:t>的那些最小项对应的方格填 </a:t>
            </a:r>
            <a:r>
              <a:rPr kumimoji="1" lang="en-US" altLang="zh-CN" dirty="0"/>
              <a:t>1</a:t>
            </a:r>
            <a:r>
              <a:rPr kumimoji="1" lang="zh-CN" altLang="en-US" dirty="0"/>
              <a:t>，其余格均填 </a:t>
            </a:r>
            <a:r>
              <a:rPr kumimoji="1" lang="en-US" altLang="zh-CN" dirty="0"/>
              <a:t>0</a:t>
            </a:r>
            <a:endParaRPr kumimoji="1" lang="zh-CN" altLang="en-US" dirty="0"/>
          </a:p>
          <a:p>
            <a:r>
              <a:rPr kumimoji="1" lang="zh-CN" altLang="en-US" dirty="0"/>
              <a:t>函数为一个复杂的运算式，则先将其变成</a:t>
            </a:r>
            <a:r>
              <a:rPr kumimoji="1" lang="zh-CN" altLang="en-US" dirty="0">
                <a:solidFill>
                  <a:srgbClr val="CC3300"/>
                </a:solidFill>
              </a:rPr>
              <a:t>与或式</a:t>
            </a:r>
            <a:r>
              <a:rPr kumimoji="1" lang="zh-CN" altLang="en-US" dirty="0"/>
              <a:t>，再用直接法填写</a:t>
            </a:r>
            <a:endParaRPr kumimoji="1" lang="en-US" altLang="zh-CN" dirty="0"/>
          </a:p>
          <a:p>
            <a:endParaRPr kumimoji="1" lang="en-US" altLang="zh-CN" dirty="0"/>
          </a:p>
          <a:p>
            <a:r>
              <a:rPr lang="zh-CN" altLang="en-US" dirty="0"/>
              <a:t>化简的原则：</a:t>
            </a:r>
          </a:p>
          <a:p>
            <a:r>
              <a:rPr lang="zh-CN" altLang="en-US" dirty="0"/>
              <a:t>化简后的乘积项应包含函数式的所有最小项，</a:t>
            </a:r>
            <a:r>
              <a:rPr lang="zh-CN" altLang="en-US" dirty="0">
                <a:solidFill>
                  <a:srgbClr val="FF0000"/>
                </a:solidFill>
              </a:rPr>
              <a:t>即覆盖图中所有的 </a:t>
            </a:r>
            <a:r>
              <a:rPr lang="en-US" altLang="zh-CN" dirty="0">
                <a:solidFill>
                  <a:srgbClr val="FF0000"/>
                </a:solidFill>
              </a:rPr>
              <a:t>1</a:t>
            </a:r>
            <a:endParaRPr lang="zh-CN" altLang="en-US" dirty="0">
              <a:solidFill>
                <a:srgbClr val="FF0000"/>
              </a:solidFill>
            </a:endParaRPr>
          </a:p>
          <a:p>
            <a:r>
              <a:rPr lang="zh-CN" altLang="en-US" dirty="0"/>
              <a:t>乘积项的数目最少，</a:t>
            </a:r>
            <a:r>
              <a:rPr lang="zh-CN" altLang="en-US" dirty="0">
                <a:solidFill>
                  <a:srgbClr val="FF0000"/>
                </a:solidFill>
              </a:rPr>
              <a:t>即圈成的矩形最少</a:t>
            </a:r>
          </a:p>
          <a:p>
            <a:r>
              <a:rPr lang="zh-CN" altLang="en-US" dirty="0"/>
              <a:t>每个乘积项因子最少，</a:t>
            </a:r>
            <a:r>
              <a:rPr lang="zh-CN" altLang="en-US" dirty="0">
                <a:solidFill>
                  <a:srgbClr val="FF0000"/>
                </a:solidFill>
              </a:rPr>
              <a:t>即圈成的矩形最大</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23</a:t>
            </a:fld>
            <a:endParaRPr lang="zh-CN" altLang="en-US"/>
          </a:p>
        </p:txBody>
      </p:sp>
    </p:spTree>
    <p:extLst>
      <p:ext uri="{BB962C8B-B14F-4D97-AF65-F5344CB8AC3E}">
        <p14:creationId xmlns:p14="http://schemas.microsoft.com/office/powerpoint/2010/main" val="2382753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25</a:t>
            </a:fld>
            <a:endParaRPr lang="zh-CN" altLang="en-US"/>
          </a:p>
        </p:txBody>
      </p:sp>
    </p:spTree>
    <p:extLst>
      <p:ext uri="{BB962C8B-B14F-4D97-AF65-F5344CB8AC3E}">
        <p14:creationId xmlns:p14="http://schemas.microsoft.com/office/powerpoint/2010/main" val="3594095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F6B6-AF4E-C393-4E47-D1E6DB7E25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5279BC-B81C-3494-7544-CB7561B04A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1E7368-890F-3724-FC85-E0B795718053}"/>
              </a:ext>
            </a:extLst>
          </p:cNvPr>
          <p:cNvSpPr>
            <a:spLocks noGrp="1"/>
          </p:cNvSpPr>
          <p:nvPr>
            <p:ph type="body" idx="1"/>
          </p:nvPr>
        </p:nvSpPr>
        <p:spPr/>
        <p:txBody>
          <a:bodyPr/>
          <a:lstStyle/>
          <a:p>
            <a:r>
              <a:rPr kumimoji="1" lang="zh-CN" altLang="en-US" dirty="0"/>
              <a:t>逻辑变量的取值没有限制的逻辑函数称为完全描述的逻辑函数</a:t>
            </a:r>
          </a:p>
          <a:p>
            <a:r>
              <a:rPr kumimoji="1" lang="zh-CN" altLang="en-US" dirty="0"/>
              <a:t>若逻辑变量的某些取值组合不可能出现、或是逻辑函数值不唯一，该逻辑函数称为非完全描述的逻辑函数（或称带约束条件的逻辑函数），与此相对应的取值组合则称为其约束条件</a:t>
            </a:r>
            <a:endParaRPr kumimoji="1" lang="en-US" altLang="zh-CN" dirty="0"/>
          </a:p>
          <a:p>
            <a:endParaRPr kumimoji="1" lang="zh-CN" altLang="en-US" dirty="0"/>
          </a:p>
          <a:p>
            <a:r>
              <a:rPr kumimoji="1" lang="zh-CN" altLang="en-US" dirty="0"/>
              <a:t>如下情况：</a:t>
            </a:r>
            <a:endParaRPr kumimoji="1" lang="en-US" altLang="zh-CN" dirty="0"/>
          </a:p>
          <a:p>
            <a:r>
              <a:rPr kumimoji="1" lang="zh-CN" altLang="en-US" dirty="0"/>
              <a:t>①由于外部条件的限制，输入变量的某些组合不会在电路中出现，即不允许出现</a:t>
            </a:r>
            <a:endParaRPr kumimoji="1" lang="en-US" altLang="zh-CN" dirty="0"/>
          </a:p>
          <a:p>
            <a:r>
              <a:rPr kumimoji="1" lang="zh-CN" altLang="en-US" dirty="0"/>
              <a:t>②电路输入变量的某些组合值对输出没有影响</a:t>
            </a:r>
            <a:endParaRPr kumimoji="1" lang="en-US" altLang="zh-CN" dirty="0"/>
          </a:p>
          <a:p>
            <a:endParaRPr kumimoji="1" lang="en-US" altLang="zh-CN" dirty="0"/>
          </a:p>
          <a:p>
            <a:r>
              <a:rPr kumimoji="1" lang="zh-CN" altLang="en-US" dirty="0"/>
              <a:t>第①种情况中，对输入变量取值的限制称为约束，把这一组变量取值等于 </a:t>
            </a:r>
            <a:r>
              <a:rPr kumimoji="1" lang="en-US" altLang="zh-CN" dirty="0"/>
              <a:t>1 </a:t>
            </a:r>
            <a:r>
              <a:rPr kumimoji="1" lang="zh-CN" altLang="en-US" dirty="0"/>
              <a:t>的那些最小项称为约束项</a:t>
            </a:r>
            <a:endParaRPr kumimoji="1" lang="en-US" altLang="zh-CN" dirty="0"/>
          </a:p>
          <a:p>
            <a:r>
              <a:rPr kumimoji="1" lang="zh-CN" altLang="en-US" dirty="0"/>
              <a:t>第②种情况中，在这些变量取值下等于 </a:t>
            </a:r>
            <a:r>
              <a:rPr kumimoji="1" lang="en-US" altLang="zh-CN" dirty="0"/>
              <a:t>1 </a:t>
            </a:r>
            <a:r>
              <a:rPr kumimoji="1" lang="zh-CN" altLang="en-US" dirty="0"/>
              <a:t>的那些最小项称为任意项</a:t>
            </a:r>
            <a:endParaRPr kumimoji="1" lang="en-US" altLang="zh-CN" dirty="0"/>
          </a:p>
          <a:p>
            <a:endParaRPr kumimoji="1" lang="zh-CN" altLang="en-US" dirty="0"/>
          </a:p>
          <a:p>
            <a:r>
              <a:rPr kumimoji="1" lang="zh-CN" altLang="en-US" dirty="0"/>
              <a:t>我们把约束项和任意项统称为逻辑函数式中的</a:t>
            </a:r>
            <a:r>
              <a:rPr kumimoji="1" lang="zh-CN" altLang="en-US" b="1" dirty="0"/>
              <a:t>无关项</a:t>
            </a:r>
            <a:endParaRPr kumimoji="1" lang="en-US" altLang="zh-CN" b="1" dirty="0"/>
          </a:p>
          <a:p>
            <a:endParaRPr kumimoji="1" lang="zh-CN" altLang="en-US" dirty="0"/>
          </a:p>
          <a:p>
            <a:r>
              <a:rPr kumimoji="1" lang="zh-CN" altLang="en-US" dirty="0">
                <a:solidFill>
                  <a:srgbClr val="000066"/>
                </a:solidFill>
              </a:rPr>
              <a:t>在含有无关项逻辑函数的卡诺图化简中，它的值可以取 </a:t>
            </a:r>
            <a:r>
              <a:rPr kumimoji="1" lang="en-US" altLang="zh-CN" dirty="0">
                <a:solidFill>
                  <a:srgbClr val="000066"/>
                </a:solidFill>
              </a:rPr>
              <a:t>0 </a:t>
            </a:r>
            <a:r>
              <a:rPr kumimoji="1" lang="zh-CN" altLang="en-US" dirty="0">
                <a:solidFill>
                  <a:srgbClr val="000066"/>
                </a:solidFill>
              </a:rPr>
              <a:t>或取 </a:t>
            </a:r>
            <a:r>
              <a:rPr kumimoji="1" lang="en-US" altLang="zh-CN" dirty="0">
                <a:solidFill>
                  <a:srgbClr val="000066"/>
                </a:solidFill>
              </a:rPr>
              <a:t>1</a:t>
            </a:r>
            <a:r>
              <a:rPr kumimoji="1" lang="zh-CN" altLang="en-US" dirty="0">
                <a:solidFill>
                  <a:srgbClr val="000066"/>
                </a:solidFill>
              </a:rPr>
              <a:t>，具体取什么值，可以根据使函数尽量得到简化而定</a:t>
            </a:r>
            <a:endParaRPr kumimoji="1" lang="en-US" altLang="zh-CN" dirty="0">
              <a:solidFill>
                <a:srgbClr val="000066"/>
              </a:solidFill>
            </a:endParaRPr>
          </a:p>
          <a:p>
            <a:endParaRPr kumimoji="1" lang="zh-CN" altLang="en-US" dirty="0">
              <a:solidFill>
                <a:srgbClr val="000066"/>
              </a:solidFill>
            </a:endParaRPr>
          </a:p>
          <a:p>
            <a:r>
              <a:rPr kumimoji="1" lang="zh-CN" altLang="en-US" b="0" i="0" dirty="0">
                <a:solidFill>
                  <a:srgbClr val="000000"/>
                </a:solidFill>
              </a:rPr>
              <a:t>约束条件就是某些变量取值组合不可能出现，或者某些变量取值组合对应的函数值不唯一，这些取值组合对应的最小项称为约束项，亦称无关项</a:t>
            </a:r>
            <a:endParaRPr kumimoji="1" lang="en-US" altLang="zh-CN" b="0" i="0" dirty="0">
              <a:solidFill>
                <a:srgbClr val="000000"/>
              </a:solidFill>
            </a:endParaRPr>
          </a:p>
          <a:p>
            <a:r>
              <a:rPr kumimoji="1" lang="zh-CN" altLang="en-US" b="0" i="0" dirty="0">
                <a:solidFill>
                  <a:srgbClr val="000000"/>
                </a:solidFill>
              </a:rPr>
              <a:t>为了使用方便，需要将约束项进行编号，常用</a:t>
            </a:r>
            <a:r>
              <a:rPr kumimoji="1" lang="en-US" altLang="zh-CN" b="0" i="0" dirty="0" err="1">
                <a:solidFill>
                  <a:srgbClr val="000000"/>
                </a:solidFill>
              </a:rPr>
              <a:t>d_i</a:t>
            </a:r>
            <a:r>
              <a:rPr kumimoji="1" lang="en-US" altLang="zh-CN" b="0" i="0" dirty="0">
                <a:solidFill>
                  <a:srgbClr val="000000"/>
                </a:solidFill>
              </a:rPr>
              <a:t> </a:t>
            </a:r>
            <a:r>
              <a:rPr kumimoji="1" lang="zh-CN" altLang="en-US" b="0" i="0" dirty="0">
                <a:solidFill>
                  <a:srgbClr val="000000"/>
                </a:solidFill>
              </a:rPr>
              <a:t>表示。约束项下标 </a:t>
            </a:r>
            <a:r>
              <a:rPr kumimoji="1" lang="en-US" altLang="zh-CN" b="0" i="0" dirty="0" err="1">
                <a:solidFill>
                  <a:srgbClr val="000000"/>
                </a:solidFill>
              </a:rPr>
              <a:t>i</a:t>
            </a:r>
            <a:r>
              <a:rPr kumimoji="1" lang="en-US" altLang="zh-CN" b="0" i="0" dirty="0">
                <a:solidFill>
                  <a:srgbClr val="000000"/>
                </a:solidFill>
              </a:rPr>
              <a:t> </a:t>
            </a:r>
            <a:r>
              <a:rPr kumimoji="1" lang="zh-CN" altLang="en-US" b="0" i="0" dirty="0">
                <a:solidFill>
                  <a:srgbClr val="000000"/>
                </a:solidFill>
              </a:rPr>
              <a:t>的编号规则类似最小项下标</a:t>
            </a:r>
            <a:r>
              <a:rPr kumimoji="1" lang="en-US" altLang="zh-CN" b="0" i="0" dirty="0">
                <a:solidFill>
                  <a:srgbClr val="000000"/>
                </a:solidFill>
              </a:rPr>
              <a:t> </a:t>
            </a:r>
            <a:r>
              <a:rPr kumimoji="1" lang="en-US" altLang="zh-CN" b="0" i="0" dirty="0" err="1">
                <a:solidFill>
                  <a:srgbClr val="000000"/>
                </a:solidFill>
              </a:rPr>
              <a:t>i</a:t>
            </a:r>
            <a:r>
              <a:rPr kumimoji="1" lang="en-US" altLang="zh-CN" b="0" i="0" dirty="0">
                <a:solidFill>
                  <a:srgbClr val="000000"/>
                </a:solidFill>
              </a:rPr>
              <a:t> </a:t>
            </a:r>
            <a:r>
              <a:rPr kumimoji="1" lang="zh-CN" altLang="en-US" b="0" i="0" dirty="0">
                <a:solidFill>
                  <a:srgbClr val="000000"/>
                </a:solidFill>
              </a:rPr>
              <a:t>的编号规则</a:t>
            </a:r>
          </a:p>
        </p:txBody>
      </p:sp>
      <p:sp>
        <p:nvSpPr>
          <p:cNvPr id="4" name="灯片编号占位符 3">
            <a:extLst>
              <a:ext uri="{FF2B5EF4-FFF2-40B4-BE49-F238E27FC236}">
                <a16:creationId xmlns:a16="http://schemas.microsoft.com/office/drawing/2014/main" id="{D0857813-4577-B1D1-5A9F-DE87CF79BCD5}"/>
              </a:ext>
            </a:extLst>
          </p:cNvPr>
          <p:cNvSpPr>
            <a:spLocks noGrp="1"/>
          </p:cNvSpPr>
          <p:nvPr>
            <p:ph type="sldNum" sz="quarter" idx="5"/>
          </p:nvPr>
        </p:nvSpPr>
        <p:spPr/>
        <p:txBody>
          <a:bodyPr/>
          <a:lstStyle/>
          <a:p>
            <a:fld id="{6AF8E926-3218-4A05-BE3C-00B734B06F20}" type="slidenum">
              <a:rPr lang="zh-CN" altLang="en-US" smtClean="0"/>
              <a:t>30</a:t>
            </a:fld>
            <a:endParaRPr lang="zh-CN" altLang="en-US"/>
          </a:p>
        </p:txBody>
      </p:sp>
    </p:spTree>
    <p:extLst>
      <p:ext uri="{BB962C8B-B14F-4D97-AF65-F5344CB8AC3E}">
        <p14:creationId xmlns:p14="http://schemas.microsoft.com/office/powerpoint/2010/main" val="2490880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10.png"/><Relationship Id="rId5" Type="http://schemas.openxmlformats.org/officeDocument/2006/relationships/image" Target="../media/image6.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910.png"/><Relationship Id="rId7"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111.png"/><Relationship Id="rId5" Type="http://schemas.openxmlformats.org/officeDocument/2006/relationships/image" Target="../media/image2010.png"/><Relationship Id="rId4" Type="http://schemas.openxmlformats.org/officeDocument/2006/relationships/image" Target="../media/image181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4.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image" Target="../media/image2310.png"/><Relationship Id="rId16"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image" Target="../media/image2412.png"/><Relationship Id="rId9" Type="http://schemas.openxmlformats.org/officeDocument/2006/relationships/image" Target="../media/image29.png"/><Relationship Id="rId1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10.png"/><Relationship Id="rId4" Type="http://schemas.openxmlformats.org/officeDocument/2006/relationships/image" Target="../media/image2411.png"/></Relationships>
</file>

<file path=ppt/slides/_rels/slide15.xml.rels><?xml version="1.0" encoding="UTF-8" standalone="yes"?>
<Relationships xmlns="http://schemas.openxmlformats.org/package/2006/relationships"><Relationship Id="rId8" Type="http://schemas.openxmlformats.org/officeDocument/2006/relationships/image" Target="../media/image3211.png"/><Relationship Id="rId3" Type="http://schemas.openxmlformats.org/officeDocument/2006/relationships/image" Target="../media/image2710.png"/><Relationship Id="rId7" Type="http://schemas.openxmlformats.org/officeDocument/2006/relationships/image" Target="../media/image3111.png"/><Relationship Id="rId2" Type="http://schemas.openxmlformats.org/officeDocument/2006/relationships/image" Target="../media/image2610.png"/><Relationship Id="rId1" Type="http://schemas.openxmlformats.org/officeDocument/2006/relationships/slideLayout" Target="../slideLayouts/slideLayout2.xml"/><Relationship Id="rId6" Type="http://schemas.openxmlformats.org/officeDocument/2006/relationships/image" Target="../media/image3011.png"/><Relationship Id="rId5" Type="http://schemas.openxmlformats.org/officeDocument/2006/relationships/image" Target="../media/image2910.png"/><Relationship Id="rId4" Type="http://schemas.openxmlformats.org/officeDocument/2006/relationships/image" Target="../media/image2810.png"/><Relationship Id="rId9" Type="http://schemas.openxmlformats.org/officeDocument/2006/relationships/image" Target="../media/image2510.png"/></Relationships>
</file>

<file path=ppt/slides/_rels/slide16.xml.rels><?xml version="1.0" encoding="UTF-8" standalone="yes"?>
<Relationships xmlns="http://schemas.openxmlformats.org/package/2006/relationships"><Relationship Id="rId3" Type="http://schemas.openxmlformats.org/officeDocument/2006/relationships/image" Target="../media/image34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69.png"/><Relationship Id="rId4" Type="http://schemas.openxmlformats.org/officeDocument/2006/relationships/image" Target="../media/image3511.png"/></Relationships>
</file>

<file path=ppt/slides/_rels/slide17.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image" Target="../media/image52.png"/><Relationship Id="rId39" Type="http://schemas.openxmlformats.org/officeDocument/2006/relationships/image" Target="../media/image45.png"/><Relationship Id="rId21" Type="http://schemas.openxmlformats.org/officeDocument/2006/relationships/image" Target="../media/image55.png"/><Relationship Id="rId34" Type="http://schemas.openxmlformats.org/officeDocument/2006/relationships/image" Target="../media/image68.png"/><Relationship Id="rId42" Type="http://schemas.openxmlformats.org/officeDocument/2006/relationships/image" Target="../media/image58.png"/><Relationship Id="rId47" Type="http://schemas.openxmlformats.org/officeDocument/2006/relationships/image" Target="../media/image71.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33" Type="http://schemas.openxmlformats.org/officeDocument/2006/relationships/image" Target="../media/image67.png"/><Relationship Id="rId38" Type="http://schemas.openxmlformats.org/officeDocument/2006/relationships/image" Target="../media/image44.png"/><Relationship Id="rId46" Type="http://schemas.openxmlformats.org/officeDocument/2006/relationships/image" Target="../media/image66.png"/><Relationship Id="rId2" Type="http://schemas.openxmlformats.org/officeDocument/2006/relationships/notesSlide" Target="../notesSlides/notesSlide12.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41"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00.png"/><Relationship Id="rId32" Type="http://schemas.openxmlformats.org/officeDocument/2006/relationships/image" Target="../media/image3311.png"/><Relationship Id="rId37" Type="http://schemas.openxmlformats.org/officeDocument/2006/relationships/image" Target="../media/image43.png"/><Relationship Id="rId40" Type="http://schemas.openxmlformats.org/officeDocument/2006/relationships/image" Target="../media/image56.png"/><Relationship Id="rId45" Type="http://schemas.openxmlformats.org/officeDocument/2006/relationships/image" Target="../media/image61.png"/><Relationship Id="rId5" Type="http://schemas.openxmlformats.org/officeDocument/2006/relationships/image" Target="../media/image390.png"/><Relationship Id="rId15" Type="http://schemas.openxmlformats.org/officeDocument/2006/relationships/image" Target="../media/image49.png"/><Relationship Id="rId28" Type="http://schemas.openxmlformats.org/officeDocument/2006/relationships/image" Target="../media/image62.png"/><Relationship Id="rId36" Type="http://schemas.openxmlformats.org/officeDocument/2006/relationships/image" Target="../media/image70.png"/><Relationship Id="rId19" Type="http://schemas.openxmlformats.org/officeDocument/2006/relationships/image" Target="../media/image53.png"/><Relationship Id="rId31" Type="http://schemas.openxmlformats.org/officeDocument/2006/relationships/image" Target="../media/image65.png"/><Relationship Id="rId44" Type="http://schemas.openxmlformats.org/officeDocument/2006/relationships/image" Target="../media/image60.png"/><Relationship Id="rId4" Type="http://schemas.openxmlformats.org/officeDocument/2006/relationships/image" Target="../media/image380.png"/><Relationship Id="rId14" Type="http://schemas.openxmlformats.org/officeDocument/2006/relationships/image" Target="../media/image48.png"/><Relationship Id="rId30" Type="http://schemas.openxmlformats.org/officeDocument/2006/relationships/image" Target="../media/image64.png"/><Relationship Id="rId35" Type="http://schemas.openxmlformats.org/officeDocument/2006/relationships/image" Target="../media/image69.png"/><Relationship Id="rId43" Type="http://schemas.openxmlformats.org/officeDocument/2006/relationships/image" Target="../media/image59.png"/><Relationship Id="rId8" Type="http://schemas.openxmlformats.org/officeDocument/2006/relationships/image" Target="../media/image42.png"/><Relationship Id="rId3" Type="http://schemas.openxmlformats.org/officeDocument/2006/relationships/image" Target="../media/image40.png"/></Relationships>
</file>

<file path=ppt/slides/_rels/slide18.xml.rels><?xml version="1.0" encoding="UTF-8" standalone="yes"?>
<Relationships xmlns="http://schemas.openxmlformats.org/package/2006/relationships"><Relationship Id="rId26" Type="http://schemas.openxmlformats.org/officeDocument/2006/relationships/image" Target="../media/image99.png"/><Relationship Id="rId117" Type="http://schemas.openxmlformats.org/officeDocument/2006/relationships/image" Target="../media/image190.png"/><Relationship Id="rId21" Type="http://schemas.openxmlformats.org/officeDocument/2006/relationships/image" Target="../media/image94.png"/><Relationship Id="rId42" Type="http://schemas.openxmlformats.org/officeDocument/2006/relationships/image" Target="../media/image115.png"/><Relationship Id="rId47" Type="http://schemas.openxmlformats.org/officeDocument/2006/relationships/image" Target="../media/image120.png"/><Relationship Id="rId63" Type="http://schemas.openxmlformats.org/officeDocument/2006/relationships/image" Target="../media/image136.png"/><Relationship Id="rId68" Type="http://schemas.openxmlformats.org/officeDocument/2006/relationships/image" Target="../media/image141.png"/><Relationship Id="rId84" Type="http://schemas.openxmlformats.org/officeDocument/2006/relationships/image" Target="../media/image157.png"/><Relationship Id="rId89" Type="http://schemas.openxmlformats.org/officeDocument/2006/relationships/image" Target="../media/image162.png"/><Relationship Id="rId112" Type="http://schemas.openxmlformats.org/officeDocument/2006/relationships/image" Target="../media/image185.png"/><Relationship Id="rId16" Type="http://schemas.openxmlformats.org/officeDocument/2006/relationships/image" Target="../media/image89.png"/><Relationship Id="rId107" Type="http://schemas.openxmlformats.org/officeDocument/2006/relationships/image" Target="../media/image180.png"/><Relationship Id="rId11" Type="http://schemas.openxmlformats.org/officeDocument/2006/relationships/image" Target="../media/image84.png"/><Relationship Id="rId32" Type="http://schemas.openxmlformats.org/officeDocument/2006/relationships/image" Target="../media/image105.png"/><Relationship Id="rId37" Type="http://schemas.openxmlformats.org/officeDocument/2006/relationships/image" Target="../media/image110.png"/><Relationship Id="rId53" Type="http://schemas.openxmlformats.org/officeDocument/2006/relationships/image" Target="../media/image126.png"/><Relationship Id="rId58" Type="http://schemas.openxmlformats.org/officeDocument/2006/relationships/image" Target="../media/image131.png"/><Relationship Id="rId74" Type="http://schemas.openxmlformats.org/officeDocument/2006/relationships/image" Target="../media/image147.png"/><Relationship Id="rId79" Type="http://schemas.openxmlformats.org/officeDocument/2006/relationships/image" Target="../media/image152.png"/><Relationship Id="rId102" Type="http://schemas.openxmlformats.org/officeDocument/2006/relationships/image" Target="../media/image175.png"/><Relationship Id="rId5" Type="http://schemas.openxmlformats.org/officeDocument/2006/relationships/image" Target="../media/image78.png"/><Relationship Id="rId90" Type="http://schemas.openxmlformats.org/officeDocument/2006/relationships/image" Target="../media/image163.png"/><Relationship Id="rId95" Type="http://schemas.openxmlformats.org/officeDocument/2006/relationships/image" Target="../media/image168.png"/><Relationship Id="rId22" Type="http://schemas.openxmlformats.org/officeDocument/2006/relationships/image" Target="../media/image95.png"/><Relationship Id="rId27" Type="http://schemas.openxmlformats.org/officeDocument/2006/relationships/image" Target="../media/image100.png"/><Relationship Id="rId43" Type="http://schemas.openxmlformats.org/officeDocument/2006/relationships/image" Target="../media/image116.png"/><Relationship Id="rId48" Type="http://schemas.openxmlformats.org/officeDocument/2006/relationships/image" Target="../media/image121.png"/><Relationship Id="rId64" Type="http://schemas.openxmlformats.org/officeDocument/2006/relationships/image" Target="../media/image137.png"/><Relationship Id="rId69" Type="http://schemas.openxmlformats.org/officeDocument/2006/relationships/image" Target="../media/image142.png"/><Relationship Id="rId113" Type="http://schemas.openxmlformats.org/officeDocument/2006/relationships/image" Target="../media/image186.png"/><Relationship Id="rId118" Type="http://schemas.openxmlformats.org/officeDocument/2006/relationships/image" Target="../media/image191.png"/><Relationship Id="rId80" Type="http://schemas.openxmlformats.org/officeDocument/2006/relationships/image" Target="../media/image153.png"/><Relationship Id="rId85" Type="http://schemas.openxmlformats.org/officeDocument/2006/relationships/image" Target="../media/image158.png"/><Relationship Id="rId12" Type="http://schemas.openxmlformats.org/officeDocument/2006/relationships/image" Target="../media/image85.png"/><Relationship Id="rId17" Type="http://schemas.openxmlformats.org/officeDocument/2006/relationships/image" Target="../media/image90.png"/><Relationship Id="rId33" Type="http://schemas.openxmlformats.org/officeDocument/2006/relationships/image" Target="../media/image106.png"/><Relationship Id="rId38" Type="http://schemas.openxmlformats.org/officeDocument/2006/relationships/image" Target="../media/image111.png"/><Relationship Id="rId59" Type="http://schemas.openxmlformats.org/officeDocument/2006/relationships/image" Target="../media/image132.png"/><Relationship Id="rId103" Type="http://schemas.openxmlformats.org/officeDocument/2006/relationships/image" Target="../media/image176.png"/><Relationship Id="rId108" Type="http://schemas.openxmlformats.org/officeDocument/2006/relationships/image" Target="../media/image181.png"/><Relationship Id="rId54" Type="http://schemas.openxmlformats.org/officeDocument/2006/relationships/image" Target="../media/image127.png"/><Relationship Id="rId70" Type="http://schemas.openxmlformats.org/officeDocument/2006/relationships/image" Target="../media/image143.png"/><Relationship Id="rId75" Type="http://schemas.openxmlformats.org/officeDocument/2006/relationships/image" Target="../media/image148.png"/><Relationship Id="rId91" Type="http://schemas.openxmlformats.org/officeDocument/2006/relationships/image" Target="../media/image164.png"/><Relationship Id="rId96"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79.png"/><Relationship Id="rId23" Type="http://schemas.openxmlformats.org/officeDocument/2006/relationships/image" Target="../media/image96.png"/><Relationship Id="rId28" Type="http://schemas.openxmlformats.org/officeDocument/2006/relationships/image" Target="../media/image101.png"/><Relationship Id="rId49" Type="http://schemas.openxmlformats.org/officeDocument/2006/relationships/image" Target="../media/image122.png"/><Relationship Id="rId114" Type="http://schemas.openxmlformats.org/officeDocument/2006/relationships/image" Target="../media/image187.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65" Type="http://schemas.openxmlformats.org/officeDocument/2006/relationships/image" Target="../media/image138.png"/><Relationship Id="rId73" Type="http://schemas.openxmlformats.org/officeDocument/2006/relationships/image" Target="../media/image146.png"/><Relationship Id="rId78" Type="http://schemas.openxmlformats.org/officeDocument/2006/relationships/image" Target="../media/image151.png"/><Relationship Id="rId81" Type="http://schemas.openxmlformats.org/officeDocument/2006/relationships/image" Target="../media/image154.png"/><Relationship Id="rId86" Type="http://schemas.openxmlformats.org/officeDocument/2006/relationships/image" Target="../media/image159.png"/><Relationship Id="rId94" Type="http://schemas.openxmlformats.org/officeDocument/2006/relationships/image" Target="../media/image167.png"/><Relationship Id="rId99" Type="http://schemas.openxmlformats.org/officeDocument/2006/relationships/image" Target="../media/image172.png"/><Relationship Id="rId101" Type="http://schemas.openxmlformats.org/officeDocument/2006/relationships/image" Target="../media/image174.png"/><Relationship Id="rId4" Type="http://schemas.openxmlformats.org/officeDocument/2006/relationships/image" Target="../media/image77.png"/><Relationship Id="rId9" Type="http://schemas.openxmlformats.org/officeDocument/2006/relationships/image" Target="../media/image82.png"/><Relationship Id="rId13" Type="http://schemas.openxmlformats.org/officeDocument/2006/relationships/image" Target="../media/image86.png"/><Relationship Id="rId18" Type="http://schemas.openxmlformats.org/officeDocument/2006/relationships/image" Target="../media/image91.png"/><Relationship Id="rId39" Type="http://schemas.openxmlformats.org/officeDocument/2006/relationships/image" Target="../media/image112.png"/><Relationship Id="rId109" Type="http://schemas.openxmlformats.org/officeDocument/2006/relationships/image" Target="../media/image182.png"/><Relationship Id="rId34" Type="http://schemas.openxmlformats.org/officeDocument/2006/relationships/image" Target="../media/image107.png"/><Relationship Id="rId50" Type="http://schemas.openxmlformats.org/officeDocument/2006/relationships/image" Target="../media/image123.png"/><Relationship Id="rId55" Type="http://schemas.openxmlformats.org/officeDocument/2006/relationships/image" Target="../media/image128.png"/><Relationship Id="rId76" Type="http://schemas.openxmlformats.org/officeDocument/2006/relationships/image" Target="../media/image149.png"/><Relationship Id="rId97" Type="http://schemas.openxmlformats.org/officeDocument/2006/relationships/image" Target="../media/image170.png"/><Relationship Id="rId104" Type="http://schemas.openxmlformats.org/officeDocument/2006/relationships/image" Target="../media/image177.png"/><Relationship Id="rId7" Type="http://schemas.openxmlformats.org/officeDocument/2006/relationships/image" Target="../media/image80.png"/><Relationship Id="rId71" Type="http://schemas.openxmlformats.org/officeDocument/2006/relationships/image" Target="../media/image144.png"/><Relationship Id="rId92" Type="http://schemas.openxmlformats.org/officeDocument/2006/relationships/image" Target="../media/image165.png"/><Relationship Id="rId2" Type="http://schemas.openxmlformats.org/officeDocument/2006/relationships/notesSlide" Target="../notesSlides/notesSlide13.xml"/><Relationship Id="rId29" Type="http://schemas.openxmlformats.org/officeDocument/2006/relationships/image" Target="../media/image102.png"/><Relationship Id="rId24" Type="http://schemas.openxmlformats.org/officeDocument/2006/relationships/image" Target="../media/image97.png"/><Relationship Id="rId40" Type="http://schemas.openxmlformats.org/officeDocument/2006/relationships/image" Target="../media/image113.png"/><Relationship Id="rId45" Type="http://schemas.openxmlformats.org/officeDocument/2006/relationships/image" Target="../media/image118.png"/><Relationship Id="rId66" Type="http://schemas.openxmlformats.org/officeDocument/2006/relationships/image" Target="../media/image139.png"/><Relationship Id="rId87" Type="http://schemas.openxmlformats.org/officeDocument/2006/relationships/image" Target="../media/image160.png"/><Relationship Id="rId110" Type="http://schemas.openxmlformats.org/officeDocument/2006/relationships/image" Target="../media/image183.png"/><Relationship Id="rId115" Type="http://schemas.openxmlformats.org/officeDocument/2006/relationships/image" Target="../media/image188.png"/><Relationship Id="rId61" Type="http://schemas.openxmlformats.org/officeDocument/2006/relationships/image" Target="../media/image134.png"/><Relationship Id="rId82" Type="http://schemas.openxmlformats.org/officeDocument/2006/relationships/image" Target="../media/image155.png"/><Relationship Id="rId19" Type="http://schemas.openxmlformats.org/officeDocument/2006/relationships/image" Target="../media/image92.png"/><Relationship Id="rId14" Type="http://schemas.openxmlformats.org/officeDocument/2006/relationships/image" Target="../media/image87.png"/><Relationship Id="rId30" Type="http://schemas.openxmlformats.org/officeDocument/2006/relationships/image" Target="../media/image103.png"/><Relationship Id="rId35" Type="http://schemas.openxmlformats.org/officeDocument/2006/relationships/image" Target="../media/image108.png"/><Relationship Id="rId56" Type="http://schemas.openxmlformats.org/officeDocument/2006/relationships/image" Target="../media/image129.png"/><Relationship Id="rId77" Type="http://schemas.openxmlformats.org/officeDocument/2006/relationships/image" Target="../media/image150.png"/><Relationship Id="rId100" Type="http://schemas.openxmlformats.org/officeDocument/2006/relationships/image" Target="../media/image173.png"/><Relationship Id="rId105" Type="http://schemas.openxmlformats.org/officeDocument/2006/relationships/image" Target="../media/image178.png"/><Relationship Id="rId8" Type="http://schemas.openxmlformats.org/officeDocument/2006/relationships/image" Target="../media/image81.png"/><Relationship Id="rId51" Type="http://schemas.openxmlformats.org/officeDocument/2006/relationships/image" Target="../media/image124.png"/><Relationship Id="rId72" Type="http://schemas.openxmlformats.org/officeDocument/2006/relationships/image" Target="../media/image145.png"/><Relationship Id="rId93" Type="http://schemas.openxmlformats.org/officeDocument/2006/relationships/image" Target="../media/image166.png"/><Relationship Id="rId98" Type="http://schemas.openxmlformats.org/officeDocument/2006/relationships/image" Target="../media/image171.png"/><Relationship Id="rId3" Type="http://schemas.openxmlformats.org/officeDocument/2006/relationships/image" Target="../media/image76.png"/><Relationship Id="rId25" Type="http://schemas.openxmlformats.org/officeDocument/2006/relationships/image" Target="../media/image98.png"/><Relationship Id="rId46" Type="http://schemas.openxmlformats.org/officeDocument/2006/relationships/image" Target="../media/image119.png"/><Relationship Id="rId67" Type="http://schemas.openxmlformats.org/officeDocument/2006/relationships/image" Target="../media/image140.png"/><Relationship Id="rId116" Type="http://schemas.openxmlformats.org/officeDocument/2006/relationships/image" Target="../media/image189.png"/><Relationship Id="rId20" Type="http://schemas.openxmlformats.org/officeDocument/2006/relationships/image" Target="../media/image93.png"/><Relationship Id="rId41" Type="http://schemas.openxmlformats.org/officeDocument/2006/relationships/image" Target="../media/image114.png"/><Relationship Id="rId62" Type="http://schemas.openxmlformats.org/officeDocument/2006/relationships/image" Target="../media/image135.png"/><Relationship Id="rId83" Type="http://schemas.openxmlformats.org/officeDocument/2006/relationships/image" Target="../media/image156.png"/><Relationship Id="rId88" Type="http://schemas.openxmlformats.org/officeDocument/2006/relationships/image" Target="../media/image161.png"/><Relationship Id="rId111" Type="http://schemas.openxmlformats.org/officeDocument/2006/relationships/image" Target="../media/image184.png"/><Relationship Id="rId15" Type="http://schemas.openxmlformats.org/officeDocument/2006/relationships/image" Target="../media/image88.png"/><Relationship Id="rId36" Type="http://schemas.openxmlformats.org/officeDocument/2006/relationships/image" Target="../media/image109.png"/><Relationship Id="rId57" Type="http://schemas.openxmlformats.org/officeDocument/2006/relationships/image" Target="../media/image130.png"/><Relationship Id="rId106" Type="http://schemas.openxmlformats.org/officeDocument/2006/relationships/image" Target="../media/image179.png"/></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3" Type="http://schemas.openxmlformats.org/officeDocument/2006/relationships/image" Target="../media/image75.png"/><Relationship Id="rId7" Type="http://schemas.openxmlformats.org/officeDocument/2006/relationships/image" Target="../media/image196.png"/><Relationship Id="rId12" Type="http://schemas.openxmlformats.org/officeDocument/2006/relationships/image" Target="../media/image20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5" Type="http://schemas.openxmlformats.org/officeDocument/2006/relationships/image" Target="../media/image204.pn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png"/><Relationship Id="rId14" Type="http://schemas.openxmlformats.org/officeDocument/2006/relationships/image" Target="../media/image203.png"/></Relationships>
</file>

<file path=ppt/slides/_rels/slide21.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9.png"/><Relationship Id="rId26" Type="http://schemas.openxmlformats.org/officeDocument/2006/relationships/image" Target="../media/image227.png"/><Relationship Id="rId3" Type="http://schemas.openxmlformats.org/officeDocument/2006/relationships/image" Target="../media/image192.png"/><Relationship Id="rId21" Type="http://schemas.openxmlformats.org/officeDocument/2006/relationships/image" Target="../media/image222.png"/><Relationship Id="rId7" Type="http://schemas.openxmlformats.org/officeDocument/2006/relationships/image" Target="../media/image208.png"/><Relationship Id="rId12" Type="http://schemas.openxmlformats.org/officeDocument/2006/relationships/image" Target="../media/image213.png"/><Relationship Id="rId17" Type="http://schemas.openxmlformats.org/officeDocument/2006/relationships/image" Target="../media/image218.png"/><Relationship Id="rId25" Type="http://schemas.openxmlformats.org/officeDocument/2006/relationships/image" Target="../media/image226.png"/><Relationship Id="rId2" Type="http://schemas.openxmlformats.org/officeDocument/2006/relationships/notesSlide" Target="../notesSlides/notesSlide16.xml"/><Relationship Id="rId16" Type="http://schemas.openxmlformats.org/officeDocument/2006/relationships/image" Target="../media/image217.png"/><Relationship Id="rId20" Type="http://schemas.openxmlformats.org/officeDocument/2006/relationships/image" Target="../media/image221.png"/><Relationship Id="rId29"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207.png"/><Relationship Id="rId11" Type="http://schemas.openxmlformats.org/officeDocument/2006/relationships/image" Target="../media/image212.png"/><Relationship Id="rId24" Type="http://schemas.openxmlformats.org/officeDocument/2006/relationships/image" Target="../media/image225.png"/><Relationship Id="rId5" Type="http://schemas.openxmlformats.org/officeDocument/2006/relationships/image" Target="../media/image206.png"/><Relationship Id="rId15" Type="http://schemas.openxmlformats.org/officeDocument/2006/relationships/image" Target="../media/image216.png"/><Relationship Id="rId23" Type="http://schemas.openxmlformats.org/officeDocument/2006/relationships/image" Target="../media/image224.png"/><Relationship Id="rId28" Type="http://schemas.openxmlformats.org/officeDocument/2006/relationships/image" Target="../media/image229.png"/><Relationship Id="rId10" Type="http://schemas.openxmlformats.org/officeDocument/2006/relationships/image" Target="../media/image211.png"/><Relationship Id="rId19" Type="http://schemas.openxmlformats.org/officeDocument/2006/relationships/image" Target="../media/image220.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 Id="rId22" Type="http://schemas.openxmlformats.org/officeDocument/2006/relationships/image" Target="../media/image223.png"/><Relationship Id="rId27" Type="http://schemas.openxmlformats.org/officeDocument/2006/relationships/image" Target="../media/image228.png"/></Relationships>
</file>

<file path=ppt/slides/_rels/slide22.xml.rels><?xml version="1.0" encoding="UTF-8" standalone="yes"?>
<Relationships xmlns="http://schemas.openxmlformats.org/package/2006/relationships"><Relationship Id="rId13" Type="http://schemas.openxmlformats.org/officeDocument/2006/relationships/image" Target="../media/image241.png"/><Relationship Id="rId18" Type="http://schemas.openxmlformats.org/officeDocument/2006/relationships/image" Target="../media/image246.png"/><Relationship Id="rId26" Type="http://schemas.openxmlformats.org/officeDocument/2006/relationships/image" Target="../media/image254.png"/><Relationship Id="rId3" Type="http://schemas.openxmlformats.org/officeDocument/2006/relationships/image" Target="../media/image231.png"/><Relationship Id="rId21" Type="http://schemas.openxmlformats.org/officeDocument/2006/relationships/image" Target="../media/image249.png"/><Relationship Id="rId34" Type="http://schemas.openxmlformats.org/officeDocument/2006/relationships/image" Target="../media/image262.png"/><Relationship Id="rId7" Type="http://schemas.openxmlformats.org/officeDocument/2006/relationships/image" Target="../media/image235.png"/><Relationship Id="rId12" Type="http://schemas.openxmlformats.org/officeDocument/2006/relationships/image" Target="../media/image240.png"/><Relationship Id="rId17" Type="http://schemas.openxmlformats.org/officeDocument/2006/relationships/image" Target="../media/image245.png"/><Relationship Id="rId25" Type="http://schemas.openxmlformats.org/officeDocument/2006/relationships/image" Target="../media/image253.png"/><Relationship Id="rId33" Type="http://schemas.openxmlformats.org/officeDocument/2006/relationships/image" Target="../media/image261.png"/><Relationship Id="rId2" Type="http://schemas.openxmlformats.org/officeDocument/2006/relationships/notesSlide" Target="../notesSlides/notesSlide17.xml"/><Relationship Id="rId16" Type="http://schemas.openxmlformats.org/officeDocument/2006/relationships/image" Target="../media/image244.png"/><Relationship Id="rId20" Type="http://schemas.openxmlformats.org/officeDocument/2006/relationships/image" Target="../media/image248.png"/><Relationship Id="rId29" Type="http://schemas.openxmlformats.org/officeDocument/2006/relationships/image" Target="../media/image257.png"/><Relationship Id="rId1" Type="http://schemas.openxmlformats.org/officeDocument/2006/relationships/slideLayout" Target="../slideLayouts/slideLayout2.xml"/><Relationship Id="rId6" Type="http://schemas.openxmlformats.org/officeDocument/2006/relationships/image" Target="../media/image234.png"/><Relationship Id="rId11" Type="http://schemas.openxmlformats.org/officeDocument/2006/relationships/image" Target="../media/image239.png"/><Relationship Id="rId24" Type="http://schemas.openxmlformats.org/officeDocument/2006/relationships/image" Target="../media/image252.png"/><Relationship Id="rId32" Type="http://schemas.openxmlformats.org/officeDocument/2006/relationships/image" Target="../media/image260.png"/><Relationship Id="rId5" Type="http://schemas.openxmlformats.org/officeDocument/2006/relationships/image" Target="../media/image233.png"/><Relationship Id="rId15" Type="http://schemas.openxmlformats.org/officeDocument/2006/relationships/image" Target="../media/image243.png"/><Relationship Id="rId23" Type="http://schemas.openxmlformats.org/officeDocument/2006/relationships/image" Target="../media/image251.png"/><Relationship Id="rId28" Type="http://schemas.openxmlformats.org/officeDocument/2006/relationships/image" Target="../media/image256.png"/><Relationship Id="rId10" Type="http://schemas.openxmlformats.org/officeDocument/2006/relationships/image" Target="../media/image238.png"/><Relationship Id="rId19" Type="http://schemas.openxmlformats.org/officeDocument/2006/relationships/image" Target="../media/image247.png"/><Relationship Id="rId31" Type="http://schemas.openxmlformats.org/officeDocument/2006/relationships/image" Target="../media/image259.png"/><Relationship Id="rId4" Type="http://schemas.openxmlformats.org/officeDocument/2006/relationships/image" Target="../media/image232.png"/><Relationship Id="rId9" Type="http://schemas.openxmlformats.org/officeDocument/2006/relationships/image" Target="../media/image237.png"/><Relationship Id="rId14" Type="http://schemas.openxmlformats.org/officeDocument/2006/relationships/image" Target="../media/image242.png"/><Relationship Id="rId22" Type="http://schemas.openxmlformats.org/officeDocument/2006/relationships/image" Target="../media/image250.png"/><Relationship Id="rId27" Type="http://schemas.openxmlformats.org/officeDocument/2006/relationships/image" Target="../media/image255.png"/><Relationship Id="rId30" Type="http://schemas.openxmlformats.org/officeDocument/2006/relationships/image" Target="../media/image258.png"/><Relationship Id="rId8" Type="http://schemas.openxmlformats.org/officeDocument/2006/relationships/image" Target="../media/image236.png"/></Relationships>
</file>

<file path=ppt/slides/_rels/slide23.xml.rels><?xml version="1.0" encoding="UTF-8" standalone="yes"?>
<Relationships xmlns="http://schemas.openxmlformats.org/package/2006/relationships"><Relationship Id="rId3" Type="http://schemas.openxmlformats.org/officeDocument/2006/relationships/image" Target="../media/image237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413.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2540.png"/><Relationship Id="rId3" Type="http://schemas.openxmlformats.org/officeDocument/2006/relationships/image" Target="../media/image2390.png"/><Relationship Id="rId21" Type="http://schemas.openxmlformats.org/officeDocument/2006/relationships/image" Target="../media/image2490.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2460.png"/><Relationship Id="rId25" Type="http://schemas.openxmlformats.org/officeDocument/2006/relationships/image" Target="../media/image2530.png"/><Relationship Id="rId2" Type="http://schemas.openxmlformats.org/officeDocument/2006/relationships/image" Target="../media/image2380.png"/><Relationship Id="rId16" Type="http://schemas.openxmlformats.org/officeDocument/2006/relationships/image" Target="../media/image2450.png"/><Relationship Id="rId20" Type="http://schemas.openxmlformats.org/officeDocument/2006/relationships/image" Target="../media/image2480.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2520.png"/><Relationship Id="rId5" Type="http://schemas.openxmlformats.org/officeDocument/2006/relationships/image" Target="../media/image78.png"/><Relationship Id="rId15" Type="http://schemas.openxmlformats.org/officeDocument/2006/relationships/image" Target="../media/image2440.png"/><Relationship Id="rId23" Type="http://schemas.openxmlformats.org/officeDocument/2006/relationships/image" Target="../media/image2511.png"/><Relationship Id="rId28" Type="http://schemas.openxmlformats.org/officeDocument/2006/relationships/image" Target="../media/image2560.png"/><Relationship Id="rId10" Type="http://schemas.openxmlformats.org/officeDocument/2006/relationships/image" Target="../media/image83.png"/><Relationship Id="rId19" Type="http://schemas.openxmlformats.org/officeDocument/2006/relationships/image" Target="../media/image2470.png"/><Relationship Id="rId4" Type="http://schemas.openxmlformats.org/officeDocument/2006/relationships/image" Target="../media/image2400.png"/><Relationship Id="rId9" Type="http://schemas.openxmlformats.org/officeDocument/2006/relationships/image" Target="../media/image2420.png"/><Relationship Id="rId14" Type="http://schemas.openxmlformats.org/officeDocument/2006/relationships/image" Target="../media/image2430.png"/><Relationship Id="rId22" Type="http://schemas.openxmlformats.org/officeDocument/2006/relationships/image" Target="../media/image2500.png"/><Relationship Id="rId27" Type="http://schemas.openxmlformats.org/officeDocument/2006/relationships/image" Target="../media/image2550.png"/></Relationships>
</file>

<file path=ppt/slides/_rels/slide25.xml.rels><?xml version="1.0" encoding="UTF-8" standalone="yes"?>
<Relationships xmlns="http://schemas.openxmlformats.org/package/2006/relationships"><Relationship Id="rId39" Type="http://schemas.openxmlformats.org/officeDocument/2006/relationships/image" Target="../media/image112.png"/><Relationship Id="rId42" Type="http://schemas.openxmlformats.org/officeDocument/2006/relationships/image" Target="../media/image2590.png"/><Relationship Id="rId47" Type="http://schemas.openxmlformats.org/officeDocument/2006/relationships/image" Target="../media/image264.png"/><Relationship Id="rId50" Type="http://schemas.openxmlformats.org/officeDocument/2006/relationships/image" Target="../media/image267.png"/><Relationship Id="rId55" Type="http://schemas.openxmlformats.org/officeDocument/2006/relationships/image" Target="../media/image272.png"/><Relationship Id="rId63" Type="http://schemas.openxmlformats.org/officeDocument/2006/relationships/image" Target="../media/image276.png"/><Relationship Id="rId68" Type="http://schemas.openxmlformats.org/officeDocument/2006/relationships/image" Target="../media/image281.png"/><Relationship Id="rId76" Type="http://schemas.openxmlformats.org/officeDocument/2006/relationships/image" Target="../media/image289.png"/><Relationship Id="rId71" Type="http://schemas.openxmlformats.org/officeDocument/2006/relationships/image" Target="../media/image284.png"/><Relationship Id="rId2" Type="http://schemas.openxmlformats.org/officeDocument/2006/relationships/notesSlide" Target="../notesSlides/notesSlide19.xml"/><Relationship Id="rId1" Type="http://schemas.openxmlformats.org/officeDocument/2006/relationships/slideLayout" Target="../slideLayouts/slideLayout2.xml"/><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2620.png"/><Relationship Id="rId53" Type="http://schemas.openxmlformats.org/officeDocument/2006/relationships/image" Target="../media/image270.png"/><Relationship Id="rId58" Type="http://schemas.openxmlformats.org/officeDocument/2006/relationships/image" Target="../media/image131.png"/><Relationship Id="rId66" Type="http://schemas.openxmlformats.org/officeDocument/2006/relationships/image" Target="../media/image279.png"/><Relationship Id="rId74" Type="http://schemas.openxmlformats.org/officeDocument/2006/relationships/image" Target="../media/image287.png"/><Relationship Id="rId79" Type="http://schemas.openxmlformats.org/officeDocument/2006/relationships/image" Target="../media/image292.png"/><Relationship Id="rId36" Type="http://schemas.openxmlformats.org/officeDocument/2006/relationships/image" Target="../media/image109.png"/><Relationship Id="rId49" Type="http://schemas.openxmlformats.org/officeDocument/2006/relationships/image" Target="../media/image266.png"/><Relationship Id="rId57" Type="http://schemas.openxmlformats.org/officeDocument/2006/relationships/image" Target="../media/image130.png"/><Relationship Id="rId61" Type="http://schemas.openxmlformats.org/officeDocument/2006/relationships/image" Target="../media/image274.png"/><Relationship Id="rId44" Type="http://schemas.openxmlformats.org/officeDocument/2006/relationships/image" Target="../media/image2611.png"/><Relationship Id="rId52" Type="http://schemas.openxmlformats.org/officeDocument/2006/relationships/image" Target="../media/image269.png"/><Relationship Id="rId60" Type="http://schemas.openxmlformats.org/officeDocument/2006/relationships/image" Target="../media/image133.png"/><Relationship Id="rId65" Type="http://schemas.openxmlformats.org/officeDocument/2006/relationships/image" Target="../media/image278.png"/><Relationship Id="rId73" Type="http://schemas.openxmlformats.org/officeDocument/2006/relationships/image" Target="../media/image286.png"/><Relationship Id="rId78" Type="http://schemas.openxmlformats.org/officeDocument/2006/relationships/image" Target="../media/image291.png"/><Relationship Id="rId35" Type="http://schemas.openxmlformats.org/officeDocument/2006/relationships/image" Target="../media/image108.png"/><Relationship Id="rId43" Type="http://schemas.openxmlformats.org/officeDocument/2006/relationships/image" Target="../media/image2600.png"/><Relationship Id="rId48" Type="http://schemas.openxmlformats.org/officeDocument/2006/relationships/image" Target="../media/image265.png"/><Relationship Id="rId56" Type="http://schemas.openxmlformats.org/officeDocument/2006/relationships/image" Target="../media/image273.png"/><Relationship Id="rId64" Type="http://schemas.openxmlformats.org/officeDocument/2006/relationships/image" Target="../media/image277.png"/><Relationship Id="rId69" Type="http://schemas.openxmlformats.org/officeDocument/2006/relationships/image" Target="../media/image282.png"/><Relationship Id="rId77" Type="http://schemas.openxmlformats.org/officeDocument/2006/relationships/image" Target="../media/image290.png"/><Relationship Id="rId51" Type="http://schemas.openxmlformats.org/officeDocument/2006/relationships/image" Target="../media/image268.png"/><Relationship Id="rId72" Type="http://schemas.openxmlformats.org/officeDocument/2006/relationships/image" Target="../media/image285.png"/><Relationship Id="rId3" Type="http://schemas.openxmlformats.org/officeDocument/2006/relationships/image" Target="../media/image2570.png"/><Relationship Id="rId38" Type="http://schemas.openxmlformats.org/officeDocument/2006/relationships/image" Target="../media/image111.png"/><Relationship Id="rId46" Type="http://schemas.openxmlformats.org/officeDocument/2006/relationships/image" Target="../media/image263.png"/><Relationship Id="rId59" Type="http://schemas.openxmlformats.org/officeDocument/2006/relationships/image" Target="../media/image132.png"/><Relationship Id="rId67" Type="http://schemas.openxmlformats.org/officeDocument/2006/relationships/image" Target="../media/image280.png"/><Relationship Id="rId41" Type="http://schemas.openxmlformats.org/officeDocument/2006/relationships/image" Target="../media/image2580.png"/><Relationship Id="rId54" Type="http://schemas.openxmlformats.org/officeDocument/2006/relationships/image" Target="../media/image271.png"/><Relationship Id="rId62" Type="http://schemas.openxmlformats.org/officeDocument/2006/relationships/image" Target="../media/image275.png"/><Relationship Id="rId70" Type="http://schemas.openxmlformats.org/officeDocument/2006/relationships/image" Target="../media/image283.png"/><Relationship Id="rId75" Type="http://schemas.openxmlformats.org/officeDocument/2006/relationships/image" Target="../media/image288.png"/></Relationships>
</file>

<file path=ppt/slides/_rels/slide26.xml.rels><?xml version="1.0" encoding="UTF-8" standalone="yes"?>
<Relationships xmlns="http://schemas.openxmlformats.org/package/2006/relationships"><Relationship Id="rId39" Type="http://schemas.openxmlformats.org/officeDocument/2006/relationships/image" Target="../media/image112.png"/><Relationship Id="rId42" Type="http://schemas.openxmlformats.org/officeDocument/2006/relationships/image" Target="../media/image2940.png"/><Relationship Id="rId47" Type="http://schemas.openxmlformats.org/officeDocument/2006/relationships/image" Target="../media/image2990.png"/><Relationship Id="rId50" Type="http://schemas.openxmlformats.org/officeDocument/2006/relationships/image" Target="../media/image3020.png"/><Relationship Id="rId63" Type="http://schemas.openxmlformats.org/officeDocument/2006/relationships/image" Target="../media/image293.png"/><Relationship Id="rId68" Type="http://schemas.openxmlformats.org/officeDocument/2006/relationships/image" Target="../media/image3120.png"/><Relationship Id="rId76" Type="http://schemas.openxmlformats.org/officeDocument/2006/relationships/image" Target="../media/image294.png"/><Relationship Id="rId38" Type="http://schemas.openxmlformats.org/officeDocument/2006/relationships/image" Target="../media/image111.png"/><Relationship Id="rId46" Type="http://schemas.openxmlformats.org/officeDocument/2006/relationships/image" Target="../media/image2980.png"/><Relationship Id="rId59" Type="http://schemas.openxmlformats.org/officeDocument/2006/relationships/image" Target="../media/image132.png"/><Relationship Id="rId67" Type="http://schemas.openxmlformats.org/officeDocument/2006/relationships/image" Target="../media/image3110.png"/><Relationship Id="rId71" Type="http://schemas.openxmlformats.org/officeDocument/2006/relationships/image" Target="../media/image3150.png"/><Relationship Id="rId41" Type="http://schemas.openxmlformats.org/officeDocument/2006/relationships/image" Target="../media/image2930.png"/><Relationship Id="rId62" Type="http://schemas.openxmlformats.org/officeDocument/2006/relationships/image" Target="../media/image3060.png"/><Relationship Id="rId70" Type="http://schemas.openxmlformats.org/officeDocument/2006/relationships/image" Target="../media/image3140.png"/><Relationship Id="rId75" Type="http://schemas.openxmlformats.org/officeDocument/2006/relationships/image" Target="../media/image3190.png"/><Relationship Id="rId1" Type="http://schemas.openxmlformats.org/officeDocument/2006/relationships/slideLayout" Target="../slideLayouts/slideLayout2.xml"/><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2970.png"/><Relationship Id="rId58" Type="http://schemas.openxmlformats.org/officeDocument/2006/relationships/image" Target="../media/image131.png"/><Relationship Id="rId66" Type="http://schemas.openxmlformats.org/officeDocument/2006/relationships/image" Target="../media/image3100.png"/><Relationship Id="rId74" Type="http://schemas.openxmlformats.org/officeDocument/2006/relationships/image" Target="../media/image3180.png"/><Relationship Id="rId36" Type="http://schemas.openxmlformats.org/officeDocument/2006/relationships/image" Target="../media/image109.png"/><Relationship Id="rId49" Type="http://schemas.openxmlformats.org/officeDocument/2006/relationships/image" Target="../media/image3010.png"/><Relationship Id="rId57" Type="http://schemas.openxmlformats.org/officeDocument/2006/relationships/image" Target="../media/image130.png"/><Relationship Id="rId61" Type="http://schemas.openxmlformats.org/officeDocument/2006/relationships/image" Target="../media/image3050.png"/><Relationship Id="rId44" Type="http://schemas.openxmlformats.org/officeDocument/2006/relationships/image" Target="../media/image2960.png"/><Relationship Id="rId52" Type="http://schemas.openxmlformats.org/officeDocument/2006/relationships/image" Target="../media/image3040.png"/><Relationship Id="rId60" Type="http://schemas.openxmlformats.org/officeDocument/2006/relationships/image" Target="../media/image133.png"/><Relationship Id="rId65" Type="http://schemas.openxmlformats.org/officeDocument/2006/relationships/image" Target="../media/image3090.png"/><Relationship Id="rId73" Type="http://schemas.openxmlformats.org/officeDocument/2006/relationships/image" Target="../media/image3170.png"/><Relationship Id="rId35" Type="http://schemas.openxmlformats.org/officeDocument/2006/relationships/image" Target="../media/image108.png"/><Relationship Id="rId43" Type="http://schemas.openxmlformats.org/officeDocument/2006/relationships/image" Target="../media/image2950.png"/><Relationship Id="rId48" Type="http://schemas.openxmlformats.org/officeDocument/2006/relationships/image" Target="../media/image3000.png"/><Relationship Id="rId64" Type="http://schemas.openxmlformats.org/officeDocument/2006/relationships/image" Target="../media/image3080.png"/><Relationship Id="rId69" Type="http://schemas.openxmlformats.org/officeDocument/2006/relationships/image" Target="../media/image3130.png"/><Relationship Id="rId51" Type="http://schemas.openxmlformats.org/officeDocument/2006/relationships/image" Target="../media/image3030.png"/><Relationship Id="rId72" Type="http://schemas.openxmlformats.org/officeDocument/2006/relationships/image" Target="../media/image3160.png"/></Relationships>
</file>

<file path=ppt/slides/_rels/slide27.xml.rels><?xml version="1.0" encoding="UTF-8" standalone="yes"?>
<Relationships xmlns="http://schemas.openxmlformats.org/package/2006/relationships"><Relationship Id="rId39" Type="http://schemas.openxmlformats.org/officeDocument/2006/relationships/image" Target="../media/image112.png"/><Relationship Id="rId72" Type="http://schemas.openxmlformats.org/officeDocument/2006/relationships/image" Target="../media/image3160.png"/><Relationship Id="rId68" Type="http://schemas.openxmlformats.org/officeDocument/2006/relationships/image" Target="../media/image3120.png"/><Relationship Id="rId76" Type="http://schemas.openxmlformats.org/officeDocument/2006/relationships/image" Target="../media/image294.png"/><Relationship Id="rId38" Type="http://schemas.openxmlformats.org/officeDocument/2006/relationships/image" Target="../media/image111.png"/><Relationship Id="rId67" Type="http://schemas.openxmlformats.org/officeDocument/2006/relationships/image" Target="../media/image3110.png"/><Relationship Id="rId71" Type="http://schemas.openxmlformats.org/officeDocument/2006/relationships/image" Target="../media/image3150.png"/><Relationship Id="rId59" Type="http://schemas.openxmlformats.org/officeDocument/2006/relationships/image" Target="../media/image132.png"/><Relationship Id="rId2" Type="http://schemas.openxmlformats.org/officeDocument/2006/relationships/image" Target="../media/image2932.png"/><Relationship Id="rId70" Type="http://schemas.openxmlformats.org/officeDocument/2006/relationships/image" Target="../media/image3140.png"/><Relationship Id="rId75" Type="http://schemas.openxmlformats.org/officeDocument/2006/relationships/image" Target="../media/image3190.png"/><Relationship Id="rId1" Type="http://schemas.openxmlformats.org/officeDocument/2006/relationships/slideLayout" Target="../slideLayouts/slideLayout2.xml"/><Relationship Id="rId37" Type="http://schemas.openxmlformats.org/officeDocument/2006/relationships/image" Target="../media/image110.png"/><Relationship Id="rId40" Type="http://schemas.openxmlformats.org/officeDocument/2006/relationships/image" Target="../media/image113.png"/><Relationship Id="rId66" Type="http://schemas.openxmlformats.org/officeDocument/2006/relationships/image" Target="../media/image3100.png"/><Relationship Id="rId74" Type="http://schemas.openxmlformats.org/officeDocument/2006/relationships/image" Target="../media/image3180.png"/><Relationship Id="rId58" Type="http://schemas.openxmlformats.org/officeDocument/2006/relationships/image" Target="../media/image131.png"/><Relationship Id="rId36" Type="http://schemas.openxmlformats.org/officeDocument/2006/relationships/image" Target="../media/image109.png"/><Relationship Id="rId57" Type="http://schemas.openxmlformats.org/officeDocument/2006/relationships/image" Target="../media/image130.png"/><Relationship Id="rId65" Type="http://schemas.openxmlformats.org/officeDocument/2006/relationships/image" Target="../media/image3090.png"/><Relationship Id="rId73" Type="http://schemas.openxmlformats.org/officeDocument/2006/relationships/image" Target="../media/image3170.png"/><Relationship Id="rId60" Type="http://schemas.openxmlformats.org/officeDocument/2006/relationships/image" Target="../media/image133.png"/><Relationship Id="rId35" Type="http://schemas.openxmlformats.org/officeDocument/2006/relationships/image" Target="../media/image108.png"/><Relationship Id="rId64" Type="http://schemas.openxmlformats.org/officeDocument/2006/relationships/image" Target="../media/image3080.png"/><Relationship Id="rId69" Type="http://schemas.openxmlformats.org/officeDocument/2006/relationships/image" Target="../media/image3130.png"/></Relationships>
</file>

<file path=ppt/slides/_rels/slide28.xml.rels><?xml version="1.0" encoding="UTF-8" standalone="yes"?>
<Relationships xmlns="http://schemas.openxmlformats.org/package/2006/relationships"><Relationship Id="rId13" Type="http://schemas.openxmlformats.org/officeDocument/2006/relationships/image" Target="../media/image303.png"/><Relationship Id="rId18" Type="http://schemas.openxmlformats.org/officeDocument/2006/relationships/image" Target="../media/image308.png"/><Relationship Id="rId26" Type="http://schemas.openxmlformats.org/officeDocument/2006/relationships/image" Target="../media/image316.png"/><Relationship Id="rId39" Type="http://schemas.openxmlformats.org/officeDocument/2006/relationships/image" Target="../media/image329.png"/><Relationship Id="rId21" Type="http://schemas.openxmlformats.org/officeDocument/2006/relationships/image" Target="../media/image311.png"/><Relationship Id="rId34" Type="http://schemas.openxmlformats.org/officeDocument/2006/relationships/image" Target="../media/image324.png"/><Relationship Id="rId42" Type="http://schemas.openxmlformats.org/officeDocument/2006/relationships/image" Target="../media/image332.png"/><Relationship Id="rId47" Type="http://schemas.openxmlformats.org/officeDocument/2006/relationships/image" Target="../media/image337.png"/><Relationship Id="rId50" Type="http://schemas.openxmlformats.org/officeDocument/2006/relationships/image" Target="../media/image340.png"/><Relationship Id="rId55" Type="http://schemas.openxmlformats.org/officeDocument/2006/relationships/image" Target="../media/image345.png"/><Relationship Id="rId7" Type="http://schemas.openxmlformats.org/officeDocument/2006/relationships/image" Target="../media/image297.png"/><Relationship Id="rId2" Type="http://schemas.openxmlformats.org/officeDocument/2006/relationships/image" Target="../media/image1920.png"/><Relationship Id="rId16" Type="http://schemas.openxmlformats.org/officeDocument/2006/relationships/image" Target="../media/image306.png"/><Relationship Id="rId29" Type="http://schemas.openxmlformats.org/officeDocument/2006/relationships/image" Target="../media/image319.png"/><Relationship Id="rId11" Type="http://schemas.openxmlformats.org/officeDocument/2006/relationships/image" Target="../media/image301.png"/><Relationship Id="rId24" Type="http://schemas.openxmlformats.org/officeDocument/2006/relationships/image" Target="../media/image314.png"/><Relationship Id="rId32" Type="http://schemas.openxmlformats.org/officeDocument/2006/relationships/image" Target="../media/image322.png"/><Relationship Id="rId37" Type="http://schemas.openxmlformats.org/officeDocument/2006/relationships/image" Target="../media/image327.png"/><Relationship Id="rId40" Type="http://schemas.openxmlformats.org/officeDocument/2006/relationships/image" Target="../media/image330.png"/><Relationship Id="rId45" Type="http://schemas.openxmlformats.org/officeDocument/2006/relationships/image" Target="../media/image335.png"/><Relationship Id="rId53" Type="http://schemas.openxmlformats.org/officeDocument/2006/relationships/image" Target="../media/image343.png"/><Relationship Id="rId58" Type="http://schemas.openxmlformats.org/officeDocument/2006/relationships/image" Target="../media/image348.png"/><Relationship Id="rId5" Type="http://schemas.openxmlformats.org/officeDocument/2006/relationships/image" Target="../media/image295.png"/><Relationship Id="rId19" Type="http://schemas.openxmlformats.org/officeDocument/2006/relationships/image" Target="../media/image309.png"/><Relationship Id="rId4" Type="http://schemas.openxmlformats.org/officeDocument/2006/relationships/image" Target="../media/image2941.png"/><Relationship Id="rId9" Type="http://schemas.openxmlformats.org/officeDocument/2006/relationships/image" Target="../media/image299.png"/><Relationship Id="rId14" Type="http://schemas.openxmlformats.org/officeDocument/2006/relationships/image" Target="../media/image304.png"/><Relationship Id="rId22" Type="http://schemas.openxmlformats.org/officeDocument/2006/relationships/image" Target="../media/image312.png"/><Relationship Id="rId27" Type="http://schemas.openxmlformats.org/officeDocument/2006/relationships/image" Target="../media/image317.png"/><Relationship Id="rId30" Type="http://schemas.openxmlformats.org/officeDocument/2006/relationships/image" Target="../media/image320.png"/><Relationship Id="rId35" Type="http://schemas.openxmlformats.org/officeDocument/2006/relationships/image" Target="../media/image325.png"/><Relationship Id="rId43" Type="http://schemas.openxmlformats.org/officeDocument/2006/relationships/image" Target="../media/image333.png"/><Relationship Id="rId48" Type="http://schemas.openxmlformats.org/officeDocument/2006/relationships/image" Target="../media/image338.png"/><Relationship Id="rId56" Type="http://schemas.openxmlformats.org/officeDocument/2006/relationships/image" Target="../media/image346.png"/><Relationship Id="rId8" Type="http://schemas.openxmlformats.org/officeDocument/2006/relationships/image" Target="../media/image298.png"/><Relationship Id="rId51" Type="http://schemas.openxmlformats.org/officeDocument/2006/relationships/image" Target="../media/image341.png"/><Relationship Id="rId3" Type="http://schemas.openxmlformats.org/officeDocument/2006/relationships/image" Target="../media/image2931.png"/><Relationship Id="rId12" Type="http://schemas.openxmlformats.org/officeDocument/2006/relationships/image" Target="../media/image302.png"/><Relationship Id="rId17" Type="http://schemas.openxmlformats.org/officeDocument/2006/relationships/image" Target="../media/image307.png"/><Relationship Id="rId25" Type="http://schemas.openxmlformats.org/officeDocument/2006/relationships/image" Target="../media/image315.png"/><Relationship Id="rId33" Type="http://schemas.openxmlformats.org/officeDocument/2006/relationships/image" Target="../media/image323.png"/><Relationship Id="rId38" Type="http://schemas.openxmlformats.org/officeDocument/2006/relationships/image" Target="../media/image328.png"/><Relationship Id="rId46" Type="http://schemas.openxmlformats.org/officeDocument/2006/relationships/image" Target="../media/image336.png"/><Relationship Id="rId59" Type="http://schemas.openxmlformats.org/officeDocument/2006/relationships/image" Target="../media/image349.png"/><Relationship Id="rId20" Type="http://schemas.openxmlformats.org/officeDocument/2006/relationships/image" Target="../media/image310.png"/><Relationship Id="rId41" Type="http://schemas.openxmlformats.org/officeDocument/2006/relationships/image" Target="../media/image331.png"/><Relationship Id="rId54" Type="http://schemas.openxmlformats.org/officeDocument/2006/relationships/image" Target="../media/image344.png"/><Relationship Id="rId1" Type="http://schemas.openxmlformats.org/officeDocument/2006/relationships/slideLayout" Target="../slideLayouts/slideLayout2.xml"/><Relationship Id="rId6" Type="http://schemas.openxmlformats.org/officeDocument/2006/relationships/image" Target="../media/image296.png"/><Relationship Id="rId15" Type="http://schemas.openxmlformats.org/officeDocument/2006/relationships/image" Target="../media/image305.png"/><Relationship Id="rId23" Type="http://schemas.openxmlformats.org/officeDocument/2006/relationships/image" Target="../media/image313.png"/><Relationship Id="rId28" Type="http://schemas.openxmlformats.org/officeDocument/2006/relationships/image" Target="../media/image318.png"/><Relationship Id="rId36" Type="http://schemas.openxmlformats.org/officeDocument/2006/relationships/image" Target="../media/image326.png"/><Relationship Id="rId49" Type="http://schemas.openxmlformats.org/officeDocument/2006/relationships/image" Target="../media/image339.png"/><Relationship Id="rId57" Type="http://schemas.openxmlformats.org/officeDocument/2006/relationships/image" Target="../media/image347.png"/><Relationship Id="rId10" Type="http://schemas.openxmlformats.org/officeDocument/2006/relationships/image" Target="../media/image300.png"/><Relationship Id="rId31" Type="http://schemas.openxmlformats.org/officeDocument/2006/relationships/image" Target="../media/image321.png"/><Relationship Id="rId44" Type="http://schemas.openxmlformats.org/officeDocument/2006/relationships/image" Target="../media/image334.png"/><Relationship Id="rId52" Type="http://schemas.openxmlformats.org/officeDocument/2006/relationships/image" Target="../media/image342.png"/></Relationships>
</file>

<file path=ppt/slides/_rels/slide29.xml.rels><?xml version="1.0" encoding="UTF-8" standalone="yes"?>
<Relationships xmlns="http://schemas.openxmlformats.org/package/2006/relationships"><Relationship Id="rId13" Type="http://schemas.openxmlformats.org/officeDocument/2006/relationships/image" Target="../media/image303.png"/><Relationship Id="rId18" Type="http://schemas.openxmlformats.org/officeDocument/2006/relationships/image" Target="../media/image354.png"/><Relationship Id="rId26" Type="http://schemas.openxmlformats.org/officeDocument/2006/relationships/image" Target="../media/image316.png"/><Relationship Id="rId39" Type="http://schemas.openxmlformats.org/officeDocument/2006/relationships/image" Target="../media/image359.png"/><Relationship Id="rId21" Type="http://schemas.openxmlformats.org/officeDocument/2006/relationships/image" Target="../media/image355.png"/><Relationship Id="rId34" Type="http://schemas.openxmlformats.org/officeDocument/2006/relationships/image" Target="../media/image324.png"/><Relationship Id="rId42" Type="http://schemas.openxmlformats.org/officeDocument/2006/relationships/image" Target="../media/image360.png"/><Relationship Id="rId47" Type="http://schemas.openxmlformats.org/officeDocument/2006/relationships/image" Target="../media/image337.png"/><Relationship Id="rId50" Type="http://schemas.openxmlformats.org/officeDocument/2006/relationships/image" Target="../media/image340.png"/><Relationship Id="rId55" Type="http://schemas.openxmlformats.org/officeDocument/2006/relationships/image" Target="../media/image345.png"/><Relationship Id="rId7" Type="http://schemas.openxmlformats.org/officeDocument/2006/relationships/image" Target="../media/image297.png"/><Relationship Id="rId2" Type="http://schemas.openxmlformats.org/officeDocument/2006/relationships/image" Target="../media/image350.png"/><Relationship Id="rId16" Type="http://schemas.openxmlformats.org/officeDocument/2006/relationships/image" Target="../media/image306.png"/><Relationship Id="rId29" Type="http://schemas.openxmlformats.org/officeDocument/2006/relationships/image" Target="../media/image319.png"/><Relationship Id="rId11" Type="http://schemas.openxmlformats.org/officeDocument/2006/relationships/image" Target="../media/image301.png"/><Relationship Id="rId24" Type="http://schemas.openxmlformats.org/officeDocument/2006/relationships/image" Target="../media/image356.png"/><Relationship Id="rId32" Type="http://schemas.openxmlformats.org/officeDocument/2006/relationships/image" Target="../media/image322.png"/><Relationship Id="rId37" Type="http://schemas.openxmlformats.org/officeDocument/2006/relationships/image" Target="../media/image358.png"/><Relationship Id="rId40" Type="http://schemas.openxmlformats.org/officeDocument/2006/relationships/image" Target="../media/image330.png"/><Relationship Id="rId45" Type="http://schemas.openxmlformats.org/officeDocument/2006/relationships/image" Target="../media/image362.png"/><Relationship Id="rId53" Type="http://schemas.openxmlformats.org/officeDocument/2006/relationships/image" Target="../media/image343.png"/><Relationship Id="rId58" Type="http://schemas.openxmlformats.org/officeDocument/2006/relationships/image" Target="../media/image366.png"/><Relationship Id="rId5" Type="http://schemas.openxmlformats.org/officeDocument/2006/relationships/image" Target="../media/image295.png"/><Relationship Id="rId19" Type="http://schemas.openxmlformats.org/officeDocument/2006/relationships/image" Target="../media/image309.png"/><Relationship Id="rId4" Type="http://schemas.openxmlformats.org/officeDocument/2006/relationships/image" Target="../media/image2941.png"/><Relationship Id="rId9" Type="http://schemas.openxmlformats.org/officeDocument/2006/relationships/image" Target="../media/image299.png"/><Relationship Id="rId14" Type="http://schemas.openxmlformats.org/officeDocument/2006/relationships/image" Target="../media/image304.png"/><Relationship Id="rId22" Type="http://schemas.openxmlformats.org/officeDocument/2006/relationships/image" Target="../media/image312.png"/><Relationship Id="rId27" Type="http://schemas.openxmlformats.org/officeDocument/2006/relationships/image" Target="../media/image317.png"/><Relationship Id="rId30" Type="http://schemas.openxmlformats.org/officeDocument/2006/relationships/image" Target="../media/image357.png"/><Relationship Id="rId35" Type="http://schemas.openxmlformats.org/officeDocument/2006/relationships/image" Target="../media/image325.png"/><Relationship Id="rId43" Type="http://schemas.openxmlformats.org/officeDocument/2006/relationships/image" Target="../media/image333.png"/><Relationship Id="rId48" Type="http://schemas.openxmlformats.org/officeDocument/2006/relationships/image" Target="../media/image363.png"/><Relationship Id="rId56" Type="http://schemas.openxmlformats.org/officeDocument/2006/relationships/image" Target="../media/image346.png"/><Relationship Id="rId8" Type="http://schemas.openxmlformats.org/officeDocument/2006/relationships/image" Target="../media/image298.png"/><Relationship Id="rId51" Type="http://schemas.openxmlformats.org/officeDocument/2006/relationships/image" Target="../media/image364.png"/><Relationship Id="rId12" Type="http://schemas.openxmlformats.org/officeDocument/2006/relationships/image" Target="../media/image351.png"/><Relationship Id="rId17" Type="http://schemas.openxmlformats.org/officeDocument/2006/relationships/image" Target="../media/image353.png"/><Relationship Id="rId25" Type="http://schemas.openxmlformats.org/officeDocument/2006/relationships/image" Target="../media/image315.png"/><Relationship Id="rId33" Type="http://schemas.openxmlformats.org/officeDocument/2006/relationships/image" Target="../media/image323.png"/><Relationship Id="rId38" Type="http://schemas.openxmlformats.org/officeDocument/2006/relationships/image" Target="../media/image328.png"/><Relationship Id="rId46" Type="http://schemas.openxmlformats.org/officeDocument/2006/relationships/image" Target="../media/image336.png"/><Relationship Id="rId59" Type="http://schemas.openxmlformats.org/officeDocument/2006/relationships/image" Target="../media/image367.png"/><Relationship Id="rId20" Type="http://schemas.openxmlformats.org/officeDocument/2006/relationships/image" Target="../media/image310.png"/><Relationship Id="rId41" Type="http://schemas.openxmlformats.org/officeDocument/2006/relationships/image" Target="../media/image331.png"/><Relationship Id="rId54" Type="http://schemas.openxmlformats.org/officeDocument/2006/relationships/image" Target="../media/image344.png"/><Relationship Id="rId1" Type="http://schemas.openxmlformats.org/officeDocument/2006/relationships/slideLayout" Target="../slideLayouts/slideLayout2.xml"/><Relationship Id="rId6" Type="http://schemas.openxmlformats.org/officeDocument/2006/relationships/image" Target="../media/image296.png"/><Relationship Id="rId15" Type="http://schemas.openxmlformats.org/officeDocument/2006/relationships/image" Target="../media/image352.png"/><Relationship Id="rId23" Type="http://schemas.openxmlformats.org/officeDocument/2006/relationships/image" Target="../media/image313.png"/><Relationship Id="rId28" Type="http://schemas.openxmlformats.org/officeDocument/2006/relationships/image" Target="../media/image318.png"/><Relationship Id="rId36" Type="http://schemas.openxmlformats.org/officeDocument/2006/relationships/image" Target="../media/image326.png"/><Relationship Id="rId49" Type="http://schemas.openxmlformats.org/officeDocument/2006/relationships/image" Target="../media/image339.png"/><Relationship Id="rId57" Type="http://schemas.openxmlformats.org/officeDocument/2006/relationships/image" Target="../media/image365.png"/><Relationship Id="rId10" Type="http://schemas.openxmlformats.org/officeDocument/2006/relationships/image" Target="../media/image300.png"/><Relationship Id="rId31" Type="http://schemas.openxmlformats.org/officeDocument/2006/relationships/image" Target="../media/image321.png"/><Relationship Id="rId44" Type="http://schemas.openxmlformats.org/officeDocument/2006/relationships/image" Target="../media/image361.png"/><Relationship Id="rId52" Type="http://schemas.openxmlformats.org/officeDocument/2006/relationships/image" Target="../media/image342.png"/><Relationship Id="rId60" Type="http://schemas.openxmlformats.org/officeDocument/2006/relationships/image" Target="../media/image368.png"/></Relationships>
</file>

<file path=ppt/slides/_rels/slide30.xml.rels><?xml version="1.0" encoding="UTF-8" standalone="yes"?>
<Relationships xmlns="http://schemas.openxmlformats.org/package/2006/relationships"><Relationship Id="rId39" Type="http://schemas.openxmlformats.org/officeDocument/2006/relationships/image" Target="../media/image112.png"/><Relationship Id="rId51" Type="http://schemas.openxmlformats.org/officeDocument/2006/relationships/image" Target="../media/image3320.png"/><Relationship Id="rId3" Type="http://schemas.openxmlformats.org/officeDocument/2006/relationships/image" Target="../media/image370.png"/><Relationship Id="rId42" Type="http://schemas.openxmlformats.org/officeDocument/2006/relationships/image" Target="../media/image3230.png"/><Relationship Id="rId47" Type="http://schemas.openxmlformats.org/officeDocument/2006/relationships/image" Target="../media/image3280.png"/><Relationship Id="rId50" Type="http://schemas.openxmlformats.org/officeDocument/2006/relationships/image" Target="../media/image3310.png"/><Relationship Id="rId55" Type="http://schemas.openxmlformats.org/officeDocument/2006/relationships/image" Target="../media/image3360.png"/><Relationship Id="rId63" Type="http://schemas.openxmlformats.org/officeDocument/2006/relationships/image" Target="../media/image3530.png"/><Relationship Id="rId38" Type="http://schemas.openxmlformats.org/officeDocument/2006/relationships/image" Target="../media/image111.png"/><Relationship Id="rId46" Type="http://schemas.openxmlformats.org/officeDocument/2006/relationships/image" Target="../media/image3270.png"/><Relationship Id="rId59" Type="http://schemas.openxmlformats.org/officeDocument/2006/relationships/image" Target="../media/image132.png"/><Relationship Id="rId2" Type="http://schemas.openxmlformats.org/officeDocument/2006/relationships/notesSlide" Target="../notesSlides/notesSlide20.xml"/><Relationship Id="rId41" Type="http://schemas.openxmlformats.org/officeDocument/2006/relationships/image" Target="../media/image3220.png"/><Relationship Id="rId54" Type="http://schemas.openxmlformats.org/officeDocument/2006/relationships/image" Target="../media/image3350.png"/><Relationship Id="rId62" Type="http://schemas.openxmlformats.org/officeDocument/2006/relationships/image" Target="../media/image3520.png"/><Relationship Id="rId1" Type="http://schemas.openxmlformats.org/officeDocument/2006/relationships/slideLayout" Target="../slideLayouts/slideLayout2.xml"/><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3260.png"/><Relationship Id="rId53" Type="http://schemas.openxmlformats.org/officeDocument/2006/relationships/image" Target="../media/image3340.png"/><Relationship Id="rId58" Type="http://schemas.openxmlformats.org/officeDocument/2006/relationships/image" Target="../media/image131.png"/><Relationship Id="rId36" Type="http://schemas.openxmlformats.org/officeDocument/2006/relationships/image" Target="../media/image109.png"/><Relationship Id="rId49" Type="http://schemas.openxmlformats.org/officeDocument/2006/relationships/image" Target="../media/image3300.png"/><Relationship Id="rId57" Type="http://schemas.openxmlformats.org/officeDocument/2006/relationships/image" Target="../media/image130.png"/><Relationship Id="rId61" Type="http://schemas.openxmlformats.org/officeDocument/2006/relationships/image" Target="../media/image371.png"/><Relationship Id="rId44" Type="http://schemas.openxmlformats.org/officeDocument/2006/relationships/image" Target="../media/image3250.png"/><Relationship Id="rId52" Type="http://schemas.openxmlformats.org/officeDocument/2006/relationships/image" Target="../media/image3330.png"/><Relationship Id="rId60" Type="http://schemas.openxmlformats.org/officeDocument/2006/relationships/image" Target="../media/image133.png"/><Relationship Id="rId35" Type="http://schemas.openxmlformats.org/officeDocument/2006/relationships/image" Target="../media/image108.png"/><Relationship Id="rId43" Type="http://schemas.openxmlformats.org/officeDocument/2006/relationships/image" Target="../media/image3240.png"/><Relationship Id="rId48" Type="http://schemas.openxmlformats.org/officeDocument/2006/relationships/image" Target="../media/image3290.png"/><Relationship Id="rId56" Type="http://schemas.openxmlformats.org/officeDocument/2006/relationships/image" Target="../media/image33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逻辑代数基础 </a:t>
            </a:r>
            <a:r>
              <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(2)</a:t>
            </a: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03BB9C-92C3-DE18-5792-0E22FDDAA0A4}"/>
              </a:ext>
            </a:extLst>
          </p:cNvPr>
          <p:cNvSpPr/>
          <p:nvPr/>
        </p:nvSpPr>
        <p:spPr>
          <a:xfrm>
            <a:off x="4115280" y="5040000"/>
            <a:ext cx="3961438" cy="523220"/>
          </a:xfrm>
          <a:prstGeom prst="rect">
            <a:avLst/>
          </a:prstGeom>
        </p:spPr>
        <p:txBody>
          <a:bodyPr wrap="square">
            <a:spAutoFit/>
          </a:bodyPr>
          <a:lstStyle/>
          <a:p>
            <a:pPr algn="ctr">
              <a:spcAft>
                <a:spcPts val="1200"/>
              </a:spcAft>
            </a:pPr>
            <a:r>
              <a:rPr lang="zh-CN" altLang="en-US" sz="2800" dirty="0">
                <a:solidFill>
                  <a:prstClr val="black"/>
                </a:solidFill>
                <a:latin typeface="微软雅黑" panose="020B0503020204020204" pitchFamily="34" charset="-122"/>
                <a:ea typeface="微软雅黑" panose="020B0503020204020204" pitchFamily="34" charset="-122"/>
              </a:rPr>
              <a:t>数电 </a:t>
            </a:r>
            <a:r>
              <a:rPr lang="en-US" altLang="zh-CN" sz="2800" dirty="0">
                <a:solidFill>
                  <a:prstClr val="black"/>
                </a:solidFill>
                <a:latin typeface="微软雅黑" panose="020B0503020204020204" pitchFamily="34" charset="-122"/>
                <a:ea typeface="微软雅黑" panose="020B0503020204020204" pitchFamily="34" charset="-122"/>
              </a:rPr>
              <a:t>P45 – 58</a:t>
            </a:r>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内容提纲</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10" name="文本框 9">
            <a:extLst>
              <a:ext uri="{FF2B5EF4-FFF2-40B4-BE49-F238E27FC236}">
                <a16:creationId xmlns:a16="http://schemas.microsoft.com/office/drawing/2014/main" id="{792D24AB-A1E4-7994-889E-3668C023C670}"/>
              </a:ext>
            </a:extLst>
          </p:cNvPr>
          <p:cNvSpPr txBox="1"/>
          <p:nvPr/>
        </p:nvSpPr>
        <p:spPr>
          <a:xfrm>
            <a:off x="1296000" y="1296000"/>
            <a:ext cx="5139286" cy="1519455"/>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逻辑函数式的形式</a:t>
            </a:r>
            <a:endParaRPr lang="en-US" altLang="zh-CN" sz="3600" dirty="0">
              <a:solidFill>
                <a:srgbClr val="002060"/>
              </a:solidFill>
              <a:latin typeface="微软雅黑" panose="020B0503020204020204" pitchFamily="34" charset="-122"/>
              <a:ea typeface="微软雅黑" panose="020B0503020204020204" pitchFamily="34" charset="-122"/>
            </a:endParaRPr>
          </a:p>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逻辑函数的化简</a:t>
            </a:r>
            <a:endParaRPr kumimoji="1" lang="zh-CN" altLang="en-US" sz="36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743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EF39AF7-ECBB-1D33-1D18-91B1EA9A47F0}"/>
                  </a:ext>
                </a:extLst>
              </p:cNvPr>
              <p:cNvSpPr txBox="1"/>
              <p:nvPr/>
            </p:nvSpPr>
            <p:spPr>
              <a:xfrm>
                <a:off x="359999" y="828000"/>
                <a:ext cx="10648895" cy="5804794"/>
              </a:xfrm>
              <a:prstGeom prst="rect">
                <a:avLst/>
              </a:prstGeom>
              <a:noFill/>
            </p:spPr>
            <p:txBody>
              <a:bodyPr wrap="square">
                <a:spAutoFit/>
              </a:bodyPr>
              <a:lstStyle/>
              <a:p>
                <a:pPr>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任何一个逻辑函数，其表达式的形式都不是唯一的</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逻辑函数的常见形式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与或</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C</m:t>
                        </m:r>
                      </m:e>
                    </m:acc>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或与</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C</m:t>
                    </m:r>
                    <m:r>
                      <a:rPr lang="en-US" altLang="zh-CN" sz="2400">
                        <a:solidFill>
                          <a:schemeClr val="accent5">
                            <a:lumMod val="75000"/>
                          </a:schemeClr>
                        </a:solidFill>
                        <a:latin typeface="Cambria Math" panose="02040503050406030204" pitchFamily="18" charset="0"/>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与非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与非</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acc>
                          <m:accPr>
                            <m:chr m:val="̅"/>
                            <m:ctrlPr>
                              <a:rPr lang="en-US" altLang="zh-CN" sz="2400" i="1">
                                <a:solidFill>
                                  <a:schemeClr val="accent5">
                                    <a:lumMod val="75000"/>
                                  </a:schemeClr>
                                </a:solidFill>
                                <a:latin typeface="Cambria Math" panose="02040503050406030204" pitchFamily="18" charset="0"/>
                              </a:rPr>
                            </m:ctrlPr>
                          </m:accPr>
                          <m:e>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m:rPr>
                                <m:sty m:val="p"/>
                              </m:rPr>
                              <a:rPr lang="en-US" altLang="zh-CN" sz="2400">
                                <a:solidFill>
                                  <a:schemeClr val="accent5">
                                    <a:lumMod val="75000"/>
                                  </a:schemeClr>
                                </a:solidFill>
                                <a:latin typeface="Cambria Math" panose="02040503050406030204" pitchFamily="18" charset="0"/>
                              </a:rPr>
                              <m:t>B</m:t>
                            </m:r>
                          </m:e>
                        </m:acc>
                        <m:r>
                          <a:rPr lang="en-US" altLang="zh-CN" sz="2400">
                            <a:solidFill>
                              <a:schemeClr val="accent5">
                                <a:lumMod val="75000"/>
                              </a:schemeClr>
                            </a:solidFill>
                            <a:latin typeface="Cambria Math" panose="02040503050406030204" pitchFamily="18" charset="0"/>
                          </a:rPr>
                          <m:t> </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C</m:t>
                                </m:r>
                              </m:e>
                            </m:acc>
                          </m:e>
                        </m:acc>
                      </m:e>
                    </m:acc>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或非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或非</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e>
                        </m:acc>
                        <m:r>
                          <a:rPr lang="en-US" altLang="zh-CN" sz="2400">
                            <a:solidFill>
                              <a:schemeClr val="accent5">
                                <a:lumMod val="75000"/>
                              </a:schemeClr>
                            </a:solidFill>
                            <a:latin typeface="Cambria Math" panose="02040503050406030204" pitchFamily="18" charset="0"/>
                          </a:rPr>
                          <m:t>+ </m:t>
                        </m:r>
                        <m:acc>
                          <m:accPr>
                            <m:chr m:val="̅"/>
                            <m:ctrlPr>
                              <a:rPr lang="en-US" altLang="zh-CN" sz="2400" i="1">
                                <a:solidFill>
                                  <a:schemeClr val="accent5">
                                    <a:lumMod val="75000"/>
                                  </a:schemeClr>
                                </a:solidFill>
                                <a:latin typeface="Cambria Math" panose="02040503050406030204" pitchFamily="18" charset="0"/>
                              </a:rPr>
                            </m:ctrlPr>
                          </m:accPr>
                          <m:e>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C</m:t>
                                </m:r>
                              </m:e>
                            </m:acc>
                          </m:e>
                        </m:acc>
                      </m:e>
                    </m:acc>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与或非</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a:rPr lang="en-US" altLang="zh-CN" sz="2400">
                            <a:solidFill>
                              <a:schemeClr val="accent5">
                                <a:lumMod val="75000"/>
                              </a:schemeClr>
                            </a:solidFill>
                            <a:latin typeface="Cambria Math" panose="02040503050406030204" pitchFamily="18" charset="0"/>
                          </a:rPr>
                          <m:t> </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B</m:t>
                            </m:r>
                          </m:e>
                        </m:acc>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AC</m:t>
                        </m:r>
                      </m:e>
                    </m:acc>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逻辑函数的标准式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rgbClr val="002060"/>
                    </a:solidFill>
                    <a:latin typeface="微软雅黑" panose="020B0503020204020204" pitchFamily="34" charset="-122"/>
                    <a:ea typeface="微软雅黑" panose="020B0503020204020204" pitchFamily="34" charset="-122"/>
                  </a:rPr>
                  <a:t>用逻辑函数标准式表示任意逻辑函数具有</a:t>
                </a:r>
                <a:r>
                  <a:rPr lang="zh-CN" altLang="en-US" sz="2400" dirty="0">
                    <a:solidFill>
                      <a:srgbClr val="C00000"/>
                    </a:solidFill>
                    <a:latin typeface="微软雅黑" panose="020B0503020204020204" pitchFamily="34" charset="-122"/>
                    <a:ea typeface="微软雅黑" panose="020B0503020204020204" pitchFamily="34" charset="-122"/>
                  </a:rPr>
                  <a:t>唯一性</a:t>
                </a:r>
              </a:p>
              <a:p>
                <a:pPr marL="914400" lvl="1" indent="-457200">
                  <a:spcAft>
                    <a:spcPts val="600"/>
                  </a:spcAft>
                  <a:buFont typeface="Wingdings" panose="05000000000000000000" pitchFamily="2" charset="2"/>
                  <a:buChar char="Ø"/>
                </a:pPr>
                <a:r>
                  <a:rPr lang="zh-CN" altLang="en-US" sz="2400" dirty="0">
                    <a:solidFill>
                      <a:srgbClr val="002060"/>
                    </a:solidFill>
                    <a:latin typeface="微软雅黑" panose="020B0503020204020204" pitchFamily="34" charset="-122"/>
                    <a:ea typeface="微软雅黑" panose="020B0503020204020204" pitchFamily="34" charset="-122"/>
                  </a:rPr>
                  <a:t>两种标准式</a:t>
                </a:r>
                <a:endParaRPr lang="en-US" altLang="zh-CN" sz="2400" dirty="0">
                  <a:solidFill>
                    <a:srgbClr val="002060"/>
                  </a:solidFill>
                  <a:latin typeface="微软雅黑" panose="020B0503020204020204" pitchFamily="34" charset="-122"/>
                  <a:ea typeface="微软雅黑" panose="020B0503020204020204" pitchFamily="34" charset="-122"/>
                </a:endParaRPr>
              </a:p>
              <a:p>
                <a:pPr marL="1371600" lvl="2" indent="-457200">
                  <a:spcAft>
                    <a:spcPts val="600"/>
                  </a:spcAft>
                  <a:buFont typeface="Wingdings" panose="05000000000000000000" pitchFamily="2" charset="2"/>
                  <a:buChar char="ð"/>
                </a:pPr>
                <a:r>
                  <a:rPr lang="zh-CN" altLang="en-US" sz="2400" dirty="0">
                    <a:solidFill>
                      <a:srgbClr val="0000FF"/>
                    </a:solidFill>
                    <a:latin typeface="微软雅黑" panose="020B0503020204020204" pitchFamily="34" charset="-122"/>
                    <a:ea typeface="微软雅黑" panose="020B0503020204020204" pitchFamily="34" charset="-122"/>
                  </a:rPr>
                  <a:t>标准与或式</a:t>
                </a:r>
                <a:r>
                  <a:rPr lang="zh-CN" altLang="en-US" sz="2400" dirty="0">
                    <a:solidFill>
                      <a:srgbClr val="002060"/>
                    </a:solidFill>
                    <a:latin typeface="微软雅黑" panose="020B0503020204020204" pitchFamily="34" charset="-122"/>
                    <a:ea typeface="微软雅黑" panose="020B0503020204020204" pitchFamily="34" charset="-122"/>
                  </a:rPr>
                  <a:t>：逻辑函数表示成</a:t>
                </a:r>
                <a:r>
                  <a:rPr lang="zh-CN" altLang="en-US" sz="2400" dirty="0">
                    <a:solidFill>
                      <a:srgbClr val="C00000"/>
                    </a:solidFill>
                    <a:latin typeface="微软雅黑" panose="020B0503020204020204" pitchFamily="34" charset="-122"/>
                    <a:ea typeface="微软雅黑" panose="020B0503020204020204" pitchFamily="34" charset="-122"/>
                  </a:rPr>
                  <a:t>最小项</a:t>
                </a:r>
                <a:r>
                  <a:rPr lang="zh-CN" altLang="en-US" sz="2400" dirty="0">
                    <a:solidFill>
                      <a:srgbClr val="002060"/>
                    </a:solidFill>
                    <a:latin typeface="微软雅黑" panose="020B0503020204020204" pitchFamily="34" charset="-122"/>
                    <a:ea typeface="微软雅黑" panose="020B0503020204020204" pitchFamily="34" charset="-122"/>
                  </a:rPr>
                  <a:t>之</a:t>
                </a:r>
                <a:r>
                  <a:rPr lang="zh-CN" altLang="en-US" sz="2400" dirty="0">
                    <a:solidFill>
                      <a:srgbClr val="C00000"/>
                    </a:solidFill>
                    <a:latin typeface="微软雅黑" panose="020B0503020204020204" pitchFamily="34" charset="-122"/>
                    <a:ea typeface="微软雅黑" panose="020B0503020204020204" pitchFamily="34" charset="-122"/>
                  </a:rPr>
                  <a:t>和</a:t>
                </a:r>
                <a:r>
                  <a:rPr lang="zh-CN" altLang="en-US" sz="2400" dirty="0">
                    <a:solidFill>
                      <a:srgbClr val="002060"/>
                    </a:solidFill>
                    <a:latin typeface="微软雅黑" panose="020B0503020204020204" pitchFamily="34" charset="-122"/>
                    <a:ea typeface="微软雅黑" panose="020B0503020204020204" pitchFamily="34" charset="-122"/>
                  </a:rPr>
                  <a:t>形式，又称</a:t>
                </a:r>
                <a:r>
                  <a:rPr lang="zh-CN" altLang="en-US" sz="2400" dirty="0">
                    <a:solidFill>
                      <a:srgbClr val="C00000"/>
                    </a:solidFill>
                    <a:latin typeface="微软雅黑" panose="020B0503020204020204" pitchFamily="34" charset="-122"/>
                    <a:ea typeface="微软雅黑" panose="020B0503020204020204" pitchFamily="34" charset="-122"/>
                  </a:rPr>
                  <a:t>最小项表达式</a:t>
                </a:r>
                <a:endParaRPr lang="en-US" altLang="zh-CN" sz="2400" dirty="0">
                  <a:solidFill>
                    <a:srgbClr val="C00000"/>
                  </a:solidFill>
                  <a:latin typeface="微软雅黑" panose="020B0503020204020204" pitchFamily="34" charset="-122"/>
                  <a:ea typeface="微软雅黑" panose="020B0503020204020204" pitchFamily="34" charset="-122"/>
                </a:endParaRPr>
              </a:p>
              <a:p>
                <a:pPr marL="1371600" lvl="2" indent="-457200">
                  <a:spcAft>
                    <a:spcPts val="600"/>
                  </a:spcAft>
                  <a:buFont typeface="Wingdings" panose="05000000000000000000" pitchFamily="2" charset="2"/>
                  <a:buChar char="ð"/>
                </a:pPr>
                <a:r>
                  <a:rPr lang="zh-CN" altLang="en-US" sz="2400" dirty="0">
                    <a:solidFill>
                      <a:srgbClr val="0000FF"/>
                    </a:solidFill>
                    <a:latin typeface="微软雅黑" panose="020B0503020204020204" pitchFamily="34" charset="-122"/>
                    <a:ea typeface="微软雅黑" panose="020B0503020204020204" pitchFamily="34" charset="-122"/>
                  </a:rPr>
                  <a:t>标准或与式</a:t>
                </a:r>
                <a:r>
                  <a:rPr lang="zh-CN" altLang="en-US" sz="2400" dirty="0">
                    <a:solidFill>
                      <a:srgbClr val="002060"/>
                    </a:solidFill>
                    <a:latin typeface="微软雅黑" panose="020B0503020204020204" pitchFamily="34" charset="-122"/>
                    <a:ea typeface="微软雅黑" panose="020B0503020204020204" pitchFamily="34" charset="-122"/>
                  </a:rPr>
                  <a:t>：逻辑函数表示成</a:t>
                </a:r>
                <a:r>
                  <a:rPr lang="zh-CN" altLang="en-US" sz="2400" dirty="0">
                    <a:solidFill>
                      <a:srgbClr val="C00000"/>
                    </a:solidFill>
                    <a:latin typeface="微软雅黑" panose="020B0503020204020204" pitchFamily="34" charset="-122"/>
                    <a:ea typeface="微软雅黑" panose="020B0503020204020204" pitchFamily="34" charset="-122"/>
                  </a:rPr>
                  <a:t>最大项</a:t>
                </a:r>
                <a:r>
                  <a:rPr lang="zh-CN" altLang="en-US" sz="2400" dirty="0">
                    <a:solidFill>
                      <a:srgbClr val="002060"/>
                    </a:solidFill>
                    <a:latin typeface="微软雅黑" panose="020B0503020204020204" pitchFamily="34" charset="-122"/>
                    <a:ea typeface="微软雅黑" panose="020B0503020204020204" pitchFamily="34" charset="-122"/>
                  </a:rPr>
                  <a:t>之</a:t>
                </a:r>
                <a:r>
                  <a:rPr lang="zh-CN" altLang="en-US" sz="2400" dirty="0">
                    <a:solidFill>
                      <a:srgbClr val="C00000"/>
                    </a:solidFill>
                    <a:latin typeface="微软雅黑" panose="020B0503020204020204" pitchFamily="34" charset="-122"/>
                    <a:ea typeface="微软雅黑" panose="020B0503020204020204" pitchFamily="34" charset="-122"/>
                  </a:rPr>
                  <a:t>积</a:t>
                </a:r>
                <a:r>
                  <a:rPr lang="zh-CN" altLang="en-US" sz="2400" dirty="0">
                    <a:solidFill>
                      <a:srgbClr val="002060"/>
                    </a:solidFill>
                    <a:latin typeface="微软雅黑" panose="020B0503020204020204" pitchFamily="34" charset="-122"/>
                    <a:ea typeface="微软雅黑" panose="020B0503020204020204" pitchFamily="34" charset="-122"/>
                  </a:rPr>
                  <a:t>形式，又称</a:t>
                </a:r>
                <a:r>
                  <a:rPr lang="zh-CN" altLang="en-US" sz="2400" dirty="0">
                    <a:solidFill>
                      <a:srgbClr val="C00000"/>
                    </a:solidFill>
                    <a:latin typeface="微软雅黑" panose="020B0503020204020204" pitchFamily="34" charset="-122"/>
                    <a:ea typeface="微软雅黑" panose="020B0503020204020204" pitchFamily="34" charset="-122"/>
                  </a:rPr>
                  <a:t>最大项表达式</a:t>
                </a:r>
                <a:endParaRPr lang="en-US" altLang="zh-CN" sz="2400"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4EF39AF7-ECBB-1D33-1D18-91B1EA9A47F0}"/>
                  </a:ext>
                </a:extLst>
              </p:cNvPr>
              <p:cNvSpPr txBox="1">
                <a:spLocks noRot="1" noChangeAspect="1" noMove="1" noResize="1" noEditPoints="1" noAdjustHandles="1" noChangeArrowheads="1" noChangeShapeType="1" noTextEdit="1"/>
              </p:cNvSpPr>
              <p:nvPr/>
            </p:nvSpPr>
            <p:spPr>
              <a:xfrm>
                <a:off x="359999" y="828000"/>
                <a:ext cx="10648895" cy="5804794"/>
              </a:xfrm>
              <a:prstGeom prst="rect">
                <a:avLst/>
              </a:prstGeom>
              <a:blipFill>
                <a:blip r:embed="rId3"/>
                <a:stretch>
                  <a:fillRect l="-1145" t="-1155" b="-147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E5073EF1-D1DB-07C5-C262-AF9BC8F18515}"/>
              </a:ext>
            </a:extLst>
          </p:cNvPr>
          <p:cNvGrpSpPr/>
          <p:nvPr/>
        </p:nvGrpSpPr>
        <p:grpSpPr>
          <a:xfrm>
            <a:off x="11449269" y="6198682"/>
            <a:ext cx="786273" cy="548639"/>
            <a:chOff x="11454918" y="5839511"/>
            <a:chExt cx="786273" cy="548639"/>
          </a:xfrm>
        </p:grpSpPr>
        <p:grpSp>
          <p:nvGrpSpPr>
            <p:cNvPr id="13" name="组合 12">
              <a:extLst>
                <a:ext uri="{FF2B5EF4-FFF2-40B4-BE49-F238E27FC236}">
                  <a16:creationId xmlns:a16="http://schemas.microsoft.com/office/drawing/2014/main" id="{19DD5259-5ADD-9A10-FE80-5946A182A6DA}"/>
                </a:ext>
              </a:extLst>
            </p:cNvPr>
            <p:cNvGrpSpPr/>
            <p:nvPr/>
          </p:nvGrpSpPr>
          <p:grpSpPr>
            <a:xfrm>
              <a:off x="11454918" y="5867450"/>
              <a:ext cx="737081" cy="520700"/>
              <a:chOff x="11454918" y="5867450"/>
              <a:chExt cx="737081" cy="520700"/>
            </a:xfrm>
          </p:grpSpPr>
          <p:sp>
            <p:nvSpPr>
              <p:cNvPr id="15" name="箭头: 五边形 14">
                <a:extLst>
                  <a:ext uri="{FF2B5EF4-FFF2-40B4-BE49-F238E27FC236}">
                    <a16:creationId xmlns:a16="http://schemas.microsoft.com/office/drawing/2014/main" id="{ED53443C-3EAB-8D25-BC39-8BA69301EF3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754C2167-0A4E-FCC7-771D-0131BF89836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 name="灯片编号占位符 3">
              <a:extLst>
                <a:ext uri="{FF2B5EF4-FFF2-40B4-BE49-F238E27FC236}">
                  <a16:creationId xmlns:a16="http://schemas.microsoft.com/office/drawing/2014/main" id="{8C827E1F-925A-61C3-3417-18BA8552DA0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sp>
        <p:nvSpPr>
          <p:cNvPr id="5" name="标题 1">
            <a:extLst>
              <a:ext uri="{FF2B5EF4-FFF2-40B4-BE49-F238E27FC236}">
                <a16:creationId xmlns:a16="http://schemas.microsoft.com/office/drawing/2014/main" id="{1134D68B-95A3-3038-A1A9-E14A95676AD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a:t>
            </a:r>
            <a:endParaRPr lang="en-US" altLang="zh-CN" sz="3000" dirty="0">
              <a:solidFill>
                <a:srgbClr val="FFFF00"/>
              </a:solidFill>
            </a:endParaRPr>
          </a:p>
        </p:txBody>
      </p:sp>
    </p:spTree>
    <p:extLst>
      <p:ext uri="{BB962C8B-B14F-4D97-AF65-F5344CB8AC3E}">
        <p14:creationId xmlns:p14="http://schemas.microsoft.com/office/powerpoint/2010/main" val="93924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73ACA62-4375-7001-3ED1-E1178FC06FA0}"/>
              </a:ext>
            </a:extLst>
          </p:cNvPr>
          <p:cNvSpPr txBox="1"/>
          <p:nvPr/>
        </p:nvSpPr>
        <p:spPr>
          <a:xfrm>
            <a:off x="360001" y="828000"/>
            <a:ext cx="11306448" cy="954107"/>
          </a:xfrm>
          <a:prstGeom prst="rect">
            <a:avLst/>
          </a:prstGeom>
          <a:noFill/>
        </p:spPr>
        <p:txBody>
          <a:bodyPr wrap="square">
            <a:spAutoFit/>
          </a:bodyPr>
          <a:lstStyle/>
          <a:p>
            <a:pPr>
              <a:spcAft>
                <a:spcPts val="600"/>
              </a:spcAft>
            </a:pPr>
            <a:r>
              <a:rPr lang="zh-CN" altLang="en-US" sz="2800" b="1" dirty="0">
                <a:solidFill>
                  <a:srgbClr val="002060"/>
                </a:solidFill>
                <a:latin typeface="微软雅黑" panose="020B0503020204020204" pitchFamily="34" charset="-122"/>
                <a:ea typeface="微软雅黑" panose="020B0503020204020204" pitchFamily="34" charset="-122"/>
              </a:rPr>
              <a:t>最小项定义</a:t>
            </a:r>
            <a:r>
              <a:rPr lang="zh-CN" altLang="en-US" sz="2800" dirty="0">
                <a:solidFill>
                  <a:srgbClr val="002060"/>
                </a:solidFill>
                <a:latin typeface="微软雅黑" panose="020B0503020204020204" pitchFamily="34" charset="-122"/>
                <a:ea typeface="微软雅黑" panose="020B0503020204020204" pitchFamily="34" charset="-122"/>
              </a:rPr>
              <a:t>：包含全部输入变量的</a:t>
            </a:r>
            <a:r>
              <a:rPr lang="zh-CN" altLang="en-US" sz="2800" dirty="0">
                <a:solidFill>
                  <a:srgbClr val="C00000"/>
                </a:solidFill>
                <a:latin typeface="微软雅黑" panose="020B0503020204020204" pitchFamily="34" charset="-122"/>
                <a:ea typeface="微软雅黑" panose="020B0503020204020204" pitchFamily="34" charset="-122"/>
              </a:rPr>
              <a:t>与</a:t>
            </a:r>
            <a:r>
              <a:rPr lang="zh-CN" altLang="en-US" sz="2800" dirty="0">
                <a:solidFill>
                  <a:srgbClr val="002060"/>
                </a:solidFill>
                <a:latin typeface="微软雅黑" panose="020B0503020204020204" pitchFamily="34" charset="-122"/>
                <a:ea typeface="微软雅黑" panose="020B0503020204020204" pitchFamily="34" charset="-122"/>
              </a:rPr>
              <a:t>项，每个变量均以原变量或反变量的形式</a:t>
            </a:r>
            <a:r>
              <a:rPr lang="zh-CN" altLang="en-US" sz="2800" dirty="0">
                <a:solidFill>
                  <a:srgbClr val="C00000"/>
                </a:solidFill>
                <a:latin typeface="微软雅黑" panose="020B0503020204020204" pitchFamily="34" charset="-122"/>
                <a:ea typeface="微软雅黑" panose="020B0503020204020204" pitchFamily="34" charset="-122"/>
              </a:rPr>
              <a:t>出现一次</a:t>
            </a:r>
            <a:endParaRPr lang="en-US" altLang="zh-CN" sz="2800" dirty="0">
              <a:solidFill>
                <a:srgbClr val="C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C292D85-2129-E40C-2EEC-4DC1B9FF5B44}"/>
                  </a:ext>
                </a:extLst>
              </p:cNvPr>
              <p:cNvSpPr txBox="1"/>
              <p:nvPr/>
            </p:nvSpPr>
            <p:spPr>
              <a:xfrm>
                <a:off x="360000" y="1872000"/>
                <a:ext cx="7668220" cy="492443"/>
              </a:xfrm>
              <a:prstGeom prst="rect">
                <a:avLst/>
              </a:prstGeom>
              <a:noFill/>
            </p:spPr>
            <p:txBody>
              <a:bodyPr wrap="square">
                <a:spAutoFit/>
              </a:bodyPr>
              <a:lstStyle/>
              <a:p>
                <a:pPr lvl="1">
                  <a:spcAft>
                    <a:spcPts val="600"/>
                  </a:spcAft>
                </a:pPr>
                <a:r>
                  <a:rPr lang="zh-CN" altLang="en-US" sz="2600" dirty="0">
                    <a:solidFill>
                      <a:schemeClr val="accent5">
                        <a:lumMod val="75000"/>
                      </a:schemeClr>
                    </a:solidFill>
                    <a:latin typeface="微软雅黑" panose="020B0503020204020204" pitchFamily="34" charset="-122"/>
                    <a:ea typeface="微软雅黑" panose="020B0503020204020204" pitchFamily="34" charset="-122"/>
                  </a:rPr>
                  <a:t>例：对于 </a:t>
                </a:r>
                <a:r>
                  <a:rPr lang="en-US" altLang="zh-CN" sz="2600" dirty="0">
                    <a:solidFill>
                      <a:schemeClr val="accent5">
                        <a:lumMod val="75000"/>
                      </a:schemeClr>
                    </a:solidFill>
                    <a:latin typeface="微软雅黑" panose="020B0503020204020204" pitchFamily="34" charset="-122"/>
                    <a:ea typeface="微软雅黑" panose="020B0503020204020204" pitchFamily="34" charset="-122"/>
                  </a:rPr>
                  <a:t>3 </a:t>
                </a:r>
                <a:r>
                  <a:rPr lang="zh-CN" altLang="en-US" sz="2600" dirty="0">
                    <a:solidFill>
                      <a:schemeClr val="accent5">
                        <a:lumMod val="75000"/>
                      </a:schemeClr>
                    </a:solidFill>
                    <a:latin typeface="微软雅黑" panose="020B0503020204020204" pitchFamily="34" charset="-122"/>
                    <a:ea typeface="微软雅黑" panose="020B0503020204020204" pitchFamily="34" charset="-122"/>
                  </a:rPr>
                  <a:t>变量逻辑函数 </a:t>
                </a:r>
                <a14:m>
                  <m:oMath xmlns:m="http://schemas.openxmlformats.org/officeDocument/2006/math">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Y</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A</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B</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C</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6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6C292D85-2129-E40C-2EEC-4DC1B9FF5B44}"/>
                  </a:ext>
                </a:extLst>
              </p:cNvPr>
              <p:cNvSpPr txBox="1">
                <a:spLocks noRot="1" noChangeAspect="1" noMove="1" noResize="1" noEditPoints="1" noAdjustHandles="1" noChangeArrowheads="1" noChangeShapeType="1" noTextEdit="1"/>
              </p:cNvSpPr>
              <p:nvPr/>
            </p:nvSpPr>
            <p:spPr>
              <a:xfrm>
                <a:off x="360000" y="1872000"/>
                <a:ext cx="7668220" cy="492443"/>
              </a:xfrm>
              <a:prstGeom prst="rect">
                <a:avLst/>
              </a:prstGeom>
              <a:blipFill>
                <a:blip r:embed="rId3"/>
                <a:stretch>
                  <a:fillRect t="-11111" b="-30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26D479A-C0F4-EF05-6524-B255E9600751}"/>
                  </a:ext>
                </a:extLst>
              </p:cNvPr>
              <p:cNvSpPr txBox="1"/>
              <p:nvPr/>
            </p:nvSpPr>
            <p:spPr>
              <a:xfrm>
                <a:off x="360000" y="4320000"/>
                <a:ext cx="10985351" cy="954107"/>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𝑛</m:t>
                    </m:r>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变量逻辑函数，共有 </a:t>
                </a:r>
                <a14:m>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a:rPr lang="en-US" altLang="zh-CN" sz="2800" i="1">
                            <a:solidFill>
                              <a:srgbClr val="002060"/>
                            </a:solidFill>
                            <a:latin typeface="Cambria Math" panose="02040503050406030204" pitchFamily="18" charset="0"/>
                            <a:ea typeface="微软雅黑" panose="020B0503020204020204" pitchFamily="34" charset="-122"/>
                          </a:rPr>
                          <m:t>2</m:t>
                        </m:r>
                      </m:e>
                      <m:sup>
                        <m:r>
                          <a:rPr lang="en-US" altLang="zh-CN" sz="2800" b="0" i="1" smtClean="0">
                            <a:solidFill>
                              <a:srgbClr val="002060"/>
                            </a:solidFill>
                            <a:latin typeface="Cambria Math" panose="02040503050406030204" pitchFamily="18" charset="0"/>
                            <a:ea typeface="微软雅黑" panose="020B0503020204020204" pitchFamily="34" charset="-122"/>
                          </a:rPr>
                          <m:t>𝑛</m:t>
                        </m:r>
                      </m:sup>
                    </m:sSup>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个</a:t>
                </a:r>
                <a:r>
                  <a:rPr lang="zh-CN" altLang="en-US" sz="2800" dirty="0">
                    <a:solidFill>
                      <a:srgbClr val="002060"/>
                    </a:solidFill>
                    <a:latin typeface="Microsoft YaHei" panose="020B0503020204020204" pitchFamily="34" charset="-122"/>
                    <a:ea typeface="Microsoft YaHei" panose="020B0503020204020204" pitchFamily="34" charset="-122"/>
                  </a:rPr>
                  <a:t>最小项，每个最小项简记为 </a:t>
                </a:r>
                <a14:m>
                  <m:oMath xmlns:m="http://schemas.openxmlformats.org/officeDocument/2006/math">
                    <m:sSub>
                      <m:sSubPr>
                        <m:ctrlPr>
                          <a:rPr lang="en-US" altLang="zh-CN" sz="2800" i="1" smtClean="0">
                            <a:solidFill>
                              <a:srgbClr val="002060"/>
                            </a:solidFill>
                            <a:latin typeface="Cambria Math" panose="02040503050406030204" pitchFamily="18" charset="0"/>
                            <a:ea typeface="微软雅黑" panose="020B0503020204020204" pitchFamily="34" charset="-122"/>
                          </a:rPr>
                        </m:ctrlPr>
                      </m:sSubPr>
                      <m:e>
                        <m:r>
                          <a:rPr lang="en-US" altLang="zh-CN" sz="2800" b="0" i="1" smtClean="0">
                            <a:solidFill>
                              <a:srgbClr val="002060"/>
                            </a:solidFill>
                            <a:latin typeface="Cambria Math" panose="02040503050406030204" pitchFamily="18" charset="0"/>
                            <a:ea typeface="微软雅黑" panose="020B0503020204020204" pitchFamily="34" charset="-122"/>
                          </a:rPr>
                          <m:t>𝑚</m:t>
                        </m:r>
                      </m:e>
                      <m:sub>
                        <m:r>
                          <a:rPr lang="en-US" altLang="zh-CN" sz="2800" b="0" i="1" smtClean="0">
                            <a:solidFill>
                              <a:srgbClr val="002060"/>
                            </a:solidFill>
                            <a:latin typeface="Cambria Math" panose="02040503050406030204" pitchFamily="18" charset="0"/>
                            <a:ea typeface="微软雅黑" panose="020B0503020204020204" pitchFamily="34" charset="-122"/>
                          </a:rPr>
                          <m:t>𝑖</m:t>
                        </m:r>
                      </m:sub>
                    </m:sSub>
                  </m:oMath>
                </a14:m>
                <a:r>
                  <a:rPr lang="zh-CN" altLang="en-US" sz="2800" dirty="0">
                    <a:solidFill>
                      <a:srgbClr val="002060"/>
                    </a:solidFill>
                    <a:latin typeface="Microsoft YaHei" panose="020B0503020204020204" pitchFamily="34" charset="-122"/>
                    <a:ea typeface="Microsoft YaHei" panose="020B0503020204020204" pitchFamily="34" charset="-122"/>
                  </a:rPr>
                  <a:t>，其中下标 </a:t>
                </a:r>
                <a14:m>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𝑖</m:t>
                    </m:r>
                  </m:oMath>
                </a14:m>
                <a:r>
                  <a:rPr lang="zh-CN" altLang="en-US" sz="2800" dirty="0">
                    <a:solidFill>
                      <a:srgbClr val="002060"/>
                    </a:solidFill>
                    <a:latin typeface="Microsoft YaHei" panose="020B0503020204020204" pitchFamily="34" charset="-122"/>
                    <a:ea typeface="Microsoft YaHei" panose="020B0503020204020204" pitchFamily="34" charset="-122"/>
                  </a:rPr>
                  <a:t> 为最小项的编号</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F26D479A-C0F4-EF05-6524-B255E9600751}"/>
                  </a:ext>
                </a:extLst>
              </p:cNvPr>
              <p:cNvSpPr txBox="1">
                <a:spLocks noRot="1" noChangeAspect="1" noMove="1" noResize="1" noEditPoints="1" noAdjustHandles="1" noChangeArrowheads="1" noChangeShapeType="1" noTextEdit="1"/>
              </p:cNvSpPr>
              <p:nvPr/>
            </p:nvSpPr>
            <p:spPr>
              <a:xfrm>
                <a:off x="360000" y="4320000"/>
                <a:ext cx="10985351" cy="954107"/>
              </a:xfrm>
              <a:prstGeom prst="rect">
                <a:avLst/>
              </a:prstGeom>
              <a:blipFill>
                <a:blip r:embed="rId4"/>
                <a:stretch>
                  <a:fillRect l="-999" t="-7051" r="-4440" b="-1730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411D006-F39F-8020-BF12-2469C8355D9C}"/>
              </a:ext>
            </a:extLst>
          </p:cNvPr>
          <p:cNvSpPr txBox="1"/>
          <p:nvPr/>
        </p:nvSpPr>
        <p:spPr>
          <a:xfrm>
            <a:off x="360000" y="5453535"/>
            <a:ext cx="10985351" cy="954107"/>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编号方法：</a:t>
            </a:r>
            <a:r>
              <a:rPr lang="zh-CN" altLang="en-US" sz="2800" dirty="0">
                <a:solidFill>
                  <a:srgbClr val="C00000"/>
                </a:solidFill>
                <a:latin typeface="微软雅黑" panose="020B0503020204020204" pitchFamily="34" charset="-122"/>
                <a:ea typeface="微软雅黑" panose="020B0503020204020204" pitchFamily="34" charset="-122"/>
              </a:rPr>
              <a:t>原变量</a:t>
            </a:r>
            <a:r>
              <a:rPr lang="zh-CN" altLang="en-US" sz="2800" dirty="0">
                <a:solidFill>
                  <a:srgbClr val="002060"/>
                </a:solidFill>
                <a:latin typeface="微软雅黑" panose="020B0503020204020204" pitchFamily="34" charset="-122"/>
                <a:ea typeface="微软雅黑" panose="020B0503020204020204" pitchFamily="34" charset="-122"/>
              </a:rPr>
              <a:t>和反变量分别取 </a:t>
            </a:r>
            <a:r>
              <a:rPr lang="en-US" altLang="zh-CN" sz="2800" dirty="0">
                <a:solidFill>
                  <a:srgbClr val="C00000"/>
                </a:solidFill>
                <a:latin typeface="微软雅黑" panose="020B0503020204020204" pitchFamily="34" charset="-122"/>
                <a:ea typeface="微软雅黑" panose="020B0503020204020204" pitchFamily="34" charset="-122"/>
              </a:rPr>
              <a:t>1</a:t>
            </a:r>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和 </a:t>
            </a:r>
            <a:r>
              <a:rPr lang="en-US" altLang="zh-CN" sz="2800" dirty="0">
                <a:solidFill>
                  <a:srgbClr val="002060"/>
                </a:solidFill>
                <a:latin typeface="微软雅黑" panose="020B0503020204020204" pitchFamily="34" charset="-122"/>
                <a:ea typeface="微软雅黑" panose="020B0503020204020204" pitchFamily="34" charset="-122"/>
              </a:rPr>
              <a:t>0 </a:t>
            </a:r>
            <a:r>
              <a:rPr lang="zh-CN" altLang="en-US" sz="2800" dirty="0">
                <a:solidFill>
                  <a:srgbClr val="002060"/>
                </a:solidFill>
                <a:latin typeface="微软雅黑" panose="020B0503020204020204" pitchFamily="34" charset="-122"/>
                <a:ea typeface="微软雅黑" panose="020B0503020204020204" pitchFamily="34" charset="-122"/>
              </a:rPr>
              <a:t>构成的二进制数对应的十进制数（</a:t>
            </a: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注意变量排列次序</a:t>
            </a:r>
            <a:r>
              <a:rPr lang="zh-CN" altLang="en-US" sz="2800" dirty="0">
                <a:solidFill>
                  <a:srgbClr val="002060"/>
                </a:solidFill>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E8F4971-25CB-2EF3-3E15-9510B6B1B89A}"/>
                  </a:ext>
                </a:extLst>
              </p:cNvPr>
              <p:cNvSpPr txBox="1"/>
              <p:nvPr/>
            </p:nvSpPr>
            <p:spPr>
              <a:xfrm>
                <a:off x="360000" y="2520000"/>
                <a:ext cx="5736000" cy="462434"/>
              </a:xfrm>
              <a:prstGeom prst="rect">
                <a:avLst/>
              </a:prstGeom>
              <a:noFill/>
            </p:spPr>
            <p:txBody>
              <a:bodyPr wrap="square">
                <a:spAutoFit/>
              </a:bodyPr>
              <a:lstStyle/>
              <a:p>
                <a:pPr marL="914400" lvl="4">
                  <a:spcAft>
                    <a:spcPts val="600"/>
                  </a:spcAft>
                </a:pPr>
                <a14:m>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e>
                    </m:acc>
                    <m: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e>
                    </m:acc>
                    <m:r>
                      <a:rPr lang="zh-CN" altLang="en-US" sz="2400" i="1" smtClean="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ea typeface="微软雅黑" panose="020B0503020204020204" pitchFamily="34" charset="-122"/>
                  </a:rPr>
                  <a:t>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ea typeface="微软雅黑" panose="020B0503020204020204" pitchFamily="34" charset="-122"/>
                  </a:rPr>
                  <a:t> </a:t>
                </a:r>
                <a14:m>
                  <m:oMath xmlns:m="http://schemas.openxmlformats.org/officeDocument/2006/math">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m:t>
                        </m:r>
                      </m:e>
                    </m:acc>
                    <m:r>
                      <a:rPr lang="en-US" altLang="zh-CN" sz="2400">
                        <a:solidFill>
                          <a:schemeClr val="accent5">
                            <a:lumMod val="75000"/>
                          </a:schemeClr>
                        </a:solidFill>
                        <a:latin typeface="Cambria Math" panose="02040503050406030204" pitchFamily="18" charset="0"/>
                        <a:ea typeface="微软雅黑" panose="020B0503020204020204" pitchFamily="34" charset="-122"/>
                      </a:rPr>
                      <m:t> </m:t>
                    </m:r>
                    <m:r>
                      <m:rPr>
                        <m:sty m:val="p"/>
                      </m:rPr>
                      <a:rPr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r>
                      <a:rPr lang="en-US" altLang="zh-CN" sz="2400">
                        <a:solidFill>
                          <a:schemeClr val="accent5">
                            <a:lumMod val="75000"/>
                          </a:schemeClr>
                        </a:solidFill>
                        <a:latin typeface="Cambria Math" panose="02040503050406030204" pitchFamily="18" charset="0"/>
                        <a:ea typeface="微软雅黑" panose="020B0503020204020204" pitchFamily="34" charset="-122"/>
                      </a:rPr>
                      <m:t> </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C</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均为最小项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EE8F4971-25CB-2EF3-3E15-9510B6B1B89A}"/>
                  </a:ext>
                </a:extLst>
              </p:cNvPr>
              <p:cNvSpPr txBox="1">
                <a:spLocks noRot="1" noChangeAspect="1" noMove="1" noResize="1" noEditPoints="1" noAdjustHandles="1" noChangeArrowheads="1" noChangeShapeType="1" noTextEdit="1"/>
              </p:cNvSpPr>
              <p:nvPr/>
            </p:nvSpPr>
            <p:spPr>
              <a:xfrm>
                <a:off x="360000" y="2520000"/>
                <a:ext cx="5736000" cy="462434"/>
              </a:xfrm>
              <a:prstGeom prst="rect">
                <a:avLst/>
              </a:prstGeom>
              <a:blipFill>
                <a:blip r:embed="rId5"/>
                <a:stretch>
                  <a:fillRect t="-11842" b="-27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AC825BE-642A-B360-964B-CD963AAE5D15}"/>
                  </a:ext>
                </a:extLst>
              </p:cNvPr>
              <p:cNvSpPr txBox="1"/>
              <p:nvPr/>
            </p:nvSpPr>
            <p:spPr>
              <a:xfrm>
                <a:off x="360000" y="3420000"/>
                <a:ext cx="6084670" cy="462434"/>
              </a:xfrm>
              <a:prstGeom prst="rect">
                <a:avLst/>
              </a:prstGeom>
              <a:noFill/>
            </p:spPr>
            <p:txBody>
              <a:bodyPr wrap="square">
                <a:spAutoFit/>
              </a:bodyPr>
              <a:lstStyle/>
              <a:p>
                <a:pPr marL="914400" lvl="4">
                  <a:spcAft>
                    <a:spcPts val="600"/>
                  </a:spcAft>
                </a:pP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AC</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ea typeface="微软雅黑" panose="020B0503020204020204" pitchFamily="34" charset="-122"/>
                  </a:rPr>
                  <a:t> </a:t>
                </a:r>
                <a14:m>
                  <m:oMath xmlns:m="http://schemas.openxmlformats.org/officeDocument/2006/math">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e>
                    </m:acc>
                    <m:r>
                      <a:rPr lang="en-US" altLang="zh-CN" sz="2400">
                        <a:solidFill>
                          <a:schemeClr val="accent5">
                            <a:lumMod val="75000"/>
                          </a:schemeClr>
                        </a:solidFill>
                        <a:latin typeface="Cambria Math" panose="02040503050406030204" pitchFamily="18" charset="0"/>
                        <a:ea typeface="微软雅黑" panose="020B0503020204020204" pitchFamily="34" charset="-122"/>
                      </a:rPr>
                      <m:t> </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r>
                      <a:rPr lang="en-US" altLang="zh-CN" sz="2400">
                        <a:solidFill>
                          <a:schemeClr val="accent5">
                            <a:lumMod val="75000"/>
                          </a:schemeClr>
                        </a:solidFill>
                        <a:latin typeface="Cambria Math" panose="02040503050406030204" pitchFamily="18" charset="0"/>
                        <a:ea typeface="微软雅黑" panose="020B0503020204020204" pitchFamily="34" charset="-122"/>
                      </a:rPr>
                      <m:t> </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ea typeface="微软雅黑" panose="020B0503020204020204" pitchFamily="34" charset="-122"/>
                  </a:rPr>
                  <a:t> </a:t>
                </a:r>
                <a14:m>
                  <m:oMath xmlns:m="http://schemas.openxmlformats.org/officeDocument/2006/math">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e>
                    </m:acc>
                    <m:r>
                      <a:rPr lang="en-US" altLang="zh-CN" sz="2400">
                        <a:solidFill>
                          <a:schemeClr val="accent5">
                            <a:lumMod val="75000"/>
                          </a:schemeClr>
                        </a:solidFill>
                        <a:latin typeface="Cambria Math" panose="02040503050406030204" pitchFamily="18" charset="0"/>
                        <a:ea typeface="微软雅黑" panose="020B0503020204020204" pitchFamily="34" charset="-122"/>
                      </a:rPr>
                      <m:t> </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AC</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均为非最小项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7AC825BE-642A-B360-964B-CD963AAE5D15}"/>
                  </a:ext>
                </a:extLst>
              </p:cNvPr>
              <p:cNvSpPr txBox="1">
                <a:spLocks noRot="1" noChangeAspect="1" noMove="1" noResize="1" noEditPoints="1" noAdjustHandles="1" noChangeArrowheads="1" noChangeShapeType="1" noTextEdit="1"/>
              </p:cNvSpPr>
              <p:nvPr/>
            </p:nvSpPr>
            <p:spPr>
              <a:xfrm>
                <a:off x="360000" y="3420000"/>
                <a:ext cx="6084670" cy="462434"/>
              </a:xfrm>
              <a:prstGeom prst="rect">
                <a:avLst/>
              </a:prstGeom>
              <a:blipFill>
                <a:blip r:embed="rId6"/>
                <a:stretch>
                  <a:fillRect t="-11842" b="-27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BF93EA6-E883-8A6D-7639-4F505D012CFC}"/>
                  </a:ext>
                </a:extLst>
              </p:cNvPr>
              <p:cNvSpPr txBox="1"/>
              <p:nvPr/>
            </p:nvSpPr>
            <p:spPr>
              <a:xfrm>
                <a:off x="6768000" y="2520000"/>
                <a:ext cx="5161415" cy="907941"/>
              </a:xfrm>
              <a:prstGeom prst="rect">
                <a:avLst/>
              </a:prstGeom>
              <a:noFill/>
            </p:spPr>
            <p:txBody>
              <a:bodyPr wrap="square">
                <a:spAutoFit/>
              </a:bodyPr>
              <a:lstStyle/>
              <a:p>
                <a:pPr marL="0" lvl="2" algn="ctr">
                  <a:spcAft>
                    <a:spcPts val="600"/>
                  </a:spcAft>
                </a:pPr>
                <a:r>
                  <a:rPr lang="zh-CN" altLang="en-US" sz="2400" dirty="0">
                    <a:solidFill>
                      <a:srgbClr val="0000FF"/>
                    </a:solidFill>
                    <a:latin typeface="微软雅黑" panose="020B0503020204020204" pitchFamily="34" charset="-122"/>
                    <a:ea typeface="微软雅黑" panose="020B0503020204020204" pitchFamily="34" charset="-122"/>
                  </a:rPr>
                  <a:t>按 </a:t>
                </a:r>
                <a14:m>
                  <m:oMath xmlns:m="http://schemas.openxmlformats.org/officeDocument/2006/math">
                    <m:r>
                      <m:rPr>
                        <m:sty m:val="p"/>
                      </m:rPr>
                      <a:rPr lang="en-US" altLang="zh-CN" sz="2400" b="0" i="0" smtClean="0">
                        <a:solidFill>
                          <a:srgbClr val="0000FF"/>
                        </a:solidFill>
                        <a:latin typeface="Cambria Math" panose="02040503050406030204" pitchFamily="18" charset="0"/>
                        <a:ea typeface="微软雅黑" panose="020B0503020204020204" pitchFamily="34" charset="-122"/>
                      </a:rPr>
                      <m:t>ABC</m:t>
                    </m:r>
                  </m:oMath>
                </a14:m>
                <a:r>
                  <a:rPr lang="zh-CN" altLang="en-US" sz="2400" dirty="0">
                    <a:solidFill>
                      <a:srgbClr val="0000FF"/>
                    </a:solidFill>
                    <a:latin typeface="微软雅黑" panose="020B0503020204020204" pitchFamily="34" charset="-122"/>
                    <a:ea typeface="微软雅黑" panose="020B0503020204020204" pitchFamily="34" charset="-122"/>
                  </a:rPr>
                  <a:t> 的顺序，分别对应</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lvl="2" algn="ctr">
                  <a:spcAft>
                    <a:spcPts val="600"/>
                  </a:spcAft>
                </a:pPr>
                <a:r>
                  <a:rPr lang="en-US" altLang="zh-CN" sz="2400" dirty="0">
                    <a:solidFill>
                      <a:srgbClr val="0000FF"/>
                    </a:solidFill>
                    <a:latin typeface="微软雅黑" panose="020B0503020204020204" pitchFamily="34" charset="-122"/>
                    <a:ea typeface="微软雅黑" panose="020B0503020204020204" pitchFamily="34" charset="-122"/>
                  </a:rPr>
                  <a:t>010 (</a:t>
                </a:r>
                <a14:m>
                  <m:oMath xmlns:m="http://schemas.openxmlformats.org/officeDocument/2006/math">
                    <m:sSub>
                      <m:sSubPr>
                        <m:ctrlPr>
                          <a:rPr lang="en-US" altLang="zh-CN" sz="2400" i="1" smtClean="0">
                            <a:solidFill>
                              <a:srgbClr val="0000FF"/>
                            </a:solidFill>
                            <a:latin typeface="Cambria Math" panose="02040503050406030204" pitchFamily="18" charset="0"/>
                            <a:ea typeface="微软雅黑" panose="020B0503020204020204" pitchFamily="34" charset="-122"/>
                          </a:rPr>
                        </m:ctrlPr>
                      </m:sSubPr>
                      <m:e>
                        <m:r>
                          <a:rPr lang="en-US" altLang="zh-CN" sz="2400" b="0" i="1" smtClean="0">
                            <a:solidFill>
                              <a:srgbClr val="0000FF"/>
                            </a:solidFill>
                            <a:latin typeface="Cambria Math" panose="02040503050406030204" pitchFamily="18" charset="0"/>
                            <a:ea typeface="微软雅黑" panose="020B0503020204020204" pitchFamily="34" charset="-122"/>
                          </a:rPr>
                          <m:t>𝑚</m:t>
                        </m:r>
                      </m:e>
                      <m:sub>
                        <m:r>
                          <a:rPr lang="en-US" altLang="zh-CN" sz="2400" b="0" i="1" smtClean="0">
                            <a:solidFill>
                              <a:srgbClr val="0000FF"/>
                            </a:solidFill>
                            <a:latin typeface="Cambria Math" panose="02040503050406030204" pitchFamily="18" charset="0"/>
                            <a:ea typeface="微软雅黑" panose="020B0503020204020204" pitchFamily="34" charset="-122"/>
                          </a:rPr>
                          <m:t>2</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101 (</a:t>
                </a:r>
                <a14:m>
                  <m:oMath xmlns:m="http://schemas.openxmlformats.org/officeDocument/2006/math">
                    <m:sSub>
                      <m:sSubPr>
                        <m:ctrlPr>
                          <a:rPr lang="en-US" altLang="zh-CN" sz="2400" i="1">
                            <a:solidFill>
                              <a:srgbClr val="0000FF"/>
                            </a:solidFill>
                            <a:latin typeface="Cambria Math" panose="02040503050406030204" pitchFamily="18" charset="0"/>
                            <a:ea typeface="微软雅黑" panose="020B0503020204020204" pitchFamily="34" charset="-122"/>
                          </a:rPr>
                        </m:ctrlPr>
                      </m:sSubPr>
                      <m:e>
                        <m:r>
                          <a:rPr lang="en-US" altLang="zh-CN" sz="2400" i="1">
                            <a:solidFill>
                              <a:srgbClr val="0000FF"/>
                            </a:solidFill>
                            <a:latin typeface="Cambria Math" panose="02040503050406030204" pitchFamily="18" charset="0"/>
                            <a:ea typeface="微软雅黑" panose="020B0503020204020204" pitchFamily="34" charset="-122"/>
                          </a:rPr>
                          <m:t>𝑚</m:t>
                        </m:r>
                      </m:e>
                      <m:sub>
                        <m:r>
                          <a:rPr lang="en-US" altLang="zh-CN" sz="2400" b="0" i="1" smtClean="0">
                            <a:solidFill>
                              <a:srgbClr val="0000FF"/>
                            </a:solidFill>
                            <a:latin typeface="Cambria Math" panose="02040503050406030204" pitchFamily="18" charset="0"/>
                            <a:ea typeface="微软雅黑" panose="020B0503020204020204" pitchFamily="34" charset="-122"/>
                          </a:rPr>
                          <m:t>5</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100 (</a:t>
                </a:r>
                <a14:m>
                  <m:oMath xmlns:m="http://schemas.openxmlformats.org/officeDocument/2006/math">
                    <m:sSub>
                      <m:sSubPr>
                        <m:ctrlPr>
                          <a:rPr lang="en-US" altLang="zh-CN" sz="2400" i="1">
                            <a:solidFill>
                              <a:srgbClr val="0000FF"/>
                            </a:solidFill>
                            <a:latin typeface="Cambria Math" panose="02040503050406030204" pitchFamily="18" charset="0"/>
                            <a:ea typeface="微软雅黑" panose="020B0503020204020204" pitchFamily="34" charset="-122"/>
                          </a:rPr>
                        </m:ctrlPr>
                      </m:sSubPr>
                      <m:e>
                        <m:r>
                          <a:rPr lang="en-US" altLang="zh-CN" sz="2400" i="1">
                            <a:solidFill>
                              <a:srgbClr val="0000FF"/>
                            </a:solidFill>
                            <a:latin typeface="Cambria Math" panose="02040503050406030204" pitchFamily="18" charset="0"/>
                            <a:ea typeface="微软雅黑" panose="020B0503020204020204" pitchFamily="34" charset="-122"/>
                          </a:rPr>
                          <m:t>𝑚</m:t>
                        </m:r>
                      </m:e>
                      <m:sub>
                        <m:r>
                          <a:rPr lang="en-US" altLang="zh-CN" sz="2400" b="0" i="1" smtClean="0">
                            <a:solidFill>
                              <a:srgbClr val="0000FF"/>
                            </a:solidFill>
                            <a:latin typeface="Cambria Math" panose="02040503050406030204" pitchFamily="18" charset="0"/>
                            <a:ea typeface="微软雅黑" panose="020B0503020204020204" pitchFamily="34" charset="-122"/>
                          </a:rPr>
                          <m:t>4</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p>
            </p:txBody>
          </p:sp>
        </mc:Choice>
        <mc:Fallback xmlns="">
          <p:sp>
            <p:nvSpPr>
              <p:cNvPr id="12" name="文本框 11">
                <a:extLst>
                  <a:ext uri="{FF2B5EF4-FFF2-40B4-BE49-F238E27FC236}">
                    <a16:creationId xmlns:a16="http://schemas.microsoft.com/office/drawing/2014/main" id="{4BF93EA6-E883-8A6D-7639-4F505D012CFC}"/>
                  </a:ext>
                </a:extLst>
              </p:cNvPr>
              <p:cNvSpPr txBox="1">
                <a:spLocks noRot="1" noChangeAspect="1" noMove="1" noResize="1" noEditPoints="1" noAdjustHandles="1" noChangeArrowheads="1" noChangeShapeType="1" noTextEdit="1"/>
              </p:cNvSpPr>
              <p:nvPr/>
            </p:nvSpPr>
            <p:spPr>
              <a:xfrm>
                <a:off x="6768000" y="2520000"/>
                <a:ext cx="5161415" cy="907941"/>
              </a:xfrm>
              <a:prstGeom prst="rect">
                <a:avLst/>
              </a:prstGeom>
              <a:blipFill>
                <a:blip r:embed="rId7"/>
                <a:stretch>
                  <a:fillRect t="-5369" b="-14765"/>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921B6182-22F8-744C-EF69-02032E96421C}"/>
              </a:ext>
            </a:extLst>
          </p:cNvPr>
          <p:cNvGrpSpPr/>
          <p:nvPr/>
        </p:nvGrpSpPr>
        <p:grpSpPr>
          <a:xfrm>
            <a:off x="11449269" y="6198682"/>
            <a:ext cx="786273" cy="548639"/>
            <a:chOff x="11454918" y="5839511"/>
            <a:chExt cx="786273" cy="548639"/>
          </a:xfrm>
        </p:grpSpPr>
        <p:grpSp>
          <p:nvGrpSpPr>
            <p:cNvPr id="14" name="组合 13">
              <a:extLst>
                <a:ext uri="{FF2B5EF4-FFF2-40B4-BE49-F238E27FC236}">
                  <a16:creationId xmlns:a16="http://schemas.microsoft.com/office/drawing/2014/main" id="{CD2AED97-0332-E613-4F25-455292EFCD44}"/>
                </a:ext>
              </a:extLst>
            </p:cNvPr>
            <p:cNvGrpSpPr/>
            <p:nvPr/>
          </p:nvGrpSpPr>
          <p:grpSpPr>
            <a:xfrm>
              <a:off x="11454918" y="5867450"/>
              <a:ext cx="737081" cy="520700"/>
              <a:chOff x="11454918" y="5867450"/>
              <a:chExt cx="737081" cy="520700"/>
            </a:xfrm>
          </p:grpSpPr>
          <p:sp>
            <p:nvSpPr>
              <p:cNvPr id="16" name="箭头: 五边形 15">
                <a:extLst>
                  <a:ext uri="{FF2B5EF4-FFF2-40B4-BE49-F238E27FC236}">
                    <a16:creationId xmlns:a16="http://schemas.microsoft.com/office/drawing/2014/main" id="{05C245FC-7435-CC2D-5933-79E40303626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V 形 16">
                <a:extLst>
                  <a:ext uri="{FF2B5EF4-FFF2-40B4-BE49-F238E27FC236}">
                    <a16:creationId xmlns:a16="http://schemas.microsoft.com/office/drawing/2014/main" id="{FCF82CEE-52C5-3654-22D0-8720B255B81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灯片编号占位符 3">
              <a:extLst>
                <a:ext uri="{FF2B5EF4-FFF2-40B4-BE49-F238E27FC236}">
                  <a16:creationId xmlns:a16="http://schemas.microsoft.com/office/drawing/2014/main" id="{17B45F92-E9BA-4DC5-A4BA-7B1EE205ACF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p:sp>
        <p:nvSpPr>
          <p:cNvPr id="20" name="箭头: 右 19">
            <a:extLst>
              <a:ext uri="{FF2B5EF4-FFF2-40B4-BE49-F238E27FC236}">
                <a16:creationId xmlns:a16="http://schemas.microsoft.com/office/drawing/2014/main" id="{1FA38A2F-380D-8C34-EFC8-C09CF5E14D8E}"/>
              </a:ext>
            </a:extLst>
          </p:cNvPr>
          <p:cNvSpPr/>
          <p:nvPr/>
        </p:nvSpPr>
        <p:spPr>
          <a:xfrm>
            <a:off x="6408000" y="2577600"/>
            <a:ext cx="435309" cy="363229"/>
          </a:xfrm>
          <a:prstGeom prst="rightArrow">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BFCBDF4E-4197-F94D-8714-AA3C1C5BE41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最小项（标准与或式）</a:t>
            </a:r>
            <a:endParaRPr lang="en-US" altLang="zh-CN" sz="3000" dirty="0">
              <a:solidFill>
                <a:srgbClr val="FFFF00"/>
              </a:solidFill>
            </a:endParaRPr>
          </a:p>
        </p:txBody>
      </p:sp>
    </p:spTree>
    <p:extLst>
      <p:ext uri="{BB962C8B-B14F-4D97-AF65-F5344CB8AC3E}">
        <p14:creationId xmlns:p14="http://schemas.microsoft.com/office/powerpoint/2010/main" val="258195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randombar(horizontal)">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8330672-5898-E029-54CE-EEF14C352F64}"/>
              </a:ext>
            </a:extLst>
          </p:cNvPr>
          <p:cNvSpPr txBox="1"/>
          <p:nvPr/>
        </p:nvSpPr>
        <p:spPr>
          <a:xfrm>
            <a:off x="360001" y="1080000"/>
            <a:ext cx="5357628" cy="969496"/>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对于任意一个最小项：</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有且仅有一组变量取值使其为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D688697-75AB-5A96-4301-D37185739C01}"/>
              </a:ext>
            </a:extLst>
          </p:cNvPr>
          <p:cNvSpPr txBox="1"/>
          <p:nvPr/>
        </p:nvSpPr>
        <p:spPr>
          <a:xfrm>
            <a:off x="360000" y="3240000"/>
            <a:ext cx="5797265" cy="1862048"/>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对于任意一组变量取值：</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有且仅有一个最小项为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全体最小项的和恒为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任意两个不同最小项乘积均为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DA2F4AEA-617B-EFF2-B2CD-A7D04460B03F}"/>
              </a:ext>
            </a:extLst>
          </p:cNvPr>
          <p:cNvGrpSpPr/>
          <p:nvPr/>
        </p:nvGrpSpPr>
        <p:grpSpPr>
          <a:xfrm>
            <a:off x="11449269" y="6198682"/>
            <a:ext cx="786273" cy="548639"/>
            <a:chOff x="11454918" y="5839511"/>
            <a:chExt cx="786273" cy="548639"/>
          </a:xfrm>
        </p:grpSpPr>
        <p:grpSp>
          <p:nvGrpSpPr>
            <p:cNvPr id="13" name="组合 12">
              <a:extLst>
                <a:ext uri="{FF2B5EF4-FFF2-40B4-BE49-F238E27FC236}">
                  <a16:creationId xmlns:a16="http://schemas.microsoft.com/office/drawing/2014/main" id="{9EC51929-72CC-1A16-EC01-627C483A0301}"/>
                </a:ext>
              </a:extLst>
            </p:cNvPr>
            <p:cNvGrpSpPr/>
            <p:nvPr/>
          </p:nvGrpSpPr>
          <p:grpSpPr>
            <a:xfrm>
              <a:off x="11454918" y="5867450"/>
              <a:ext cx="737081" cy="520700"/>
              <a:chOff x="11454918" y="5867450"/>
              <a:chExt cx="737081" cy="520700"/>
            </a:xfrm>
          </p:grpSpPr>
          <p:sp>
            <p:nvSpPr>
              <p:cNvPr id="15" name="箭头: 五边形 14">
                <a:extLst>
                  <a:ext uri="{FF2B5EF4-FFF2-40B4-BE49-F238E27FC236}">
                    <a16:creationId xmlns:a16="http://schemas.microsoft.com/office/drawing/2014/main" id="{70702400-EAA2-E441-0BE5-9A2631F5686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B396BCC2-CC7F-0842-52B9-4ECD612A318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 name="灯片编号占位符 3">
              <a:extLst>
                <a:ext uri="{FF2B5EF4-FFF2-40B4-BE49-F238E27FC236}">
                  <a16:creationId xmlns:a16="http://schemas.microsoft.com/office/drawing/2014/main" id="{A1E308A5-E085-90AE-B79C-66E7A14604F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p:sp>
        <p:nvSpPr>
          <p:cNvPr id="20" name="Rectangle 50">
            <a:extLst>
              <a:ext uri="{FF2B5EF4-FFF2-40B4-BE49-F238E27FC236}">
                <a16:creationId xmlns:a16="http://schemas.microsoft.com/office/drawing/2014/main" id="{75C754C0-8D20-EF14-AFBB-9A09A52CF4A8}"/>
              </a:ext>
            </a:extLst>
          </p:cNvPr>
          <p:cNvSpPr>
            <a:spLocks noChangeArrowheads="1"/>
          </p:cNvSpPr>
          <p:nvPr/>
        </p:nvSpPr>
        <p:spPr bwMode="auto">
          <a:xfrm>
            <a:off x="6553419" y="1548000"/>
            <a:ext cx="5113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latin typeface="Microsoft YaHei" panose="020B0503020204020204" pitchFamily="34" charset="-122"/>
                <a:ea typeface="Microsoft YaHei" panose="020B0503020204020204" pitchFamily="34" charset="-122"/>
              </a:rPr>
              <a:t>2 </a:t>
            </a:r>
            <a:r>
              <a:rPr lang="zh-CN" altLang="en-US" sz="2400" b="0" dirty="0">
                <a:latin typeface="Microsoft YaHei" panose="020B0503020204020204" pitchFamily="34" charset="-122"/>
                <a:ea typeface="Microsoft YaHei" panose="020B0503020204020204" pitchFamily="34" charset="-122"/>
              </a:rPr>
              <a:t>变量全部最小项真值表 </a:t>
            </a:r>
          </a:p>
        </p:txBody>
      </p:sp>
      <p:sp>
        <p:nvSpPr>
          <p:cNvPr id="3" name="标题 1">
            <a:extLst>
              <a:ext uri="{FF2B5EF4-FFF2-40B4-BE49-F238E27FC236}">
                <a16:creationId xmlns:a16="http://schemas.microsoft.com/office/drawing/2014/main" id="{DAA9503A-D206-3AB3-9AC2-D932302E32A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最小项（标准与或式）</a:t>
            </a:r>
            <a:endParaRPr lang="en-US" altLang="zh-CN" sz="3000" dirty="0">
              <a:solidFill>
                <a:srgbClr val="FFFF00"/>
              </a:solidFill>
            </a:endParaRP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B2685FBA-F785-5BFA-59FE-6DBE910B56C6}"/>
                  </a:ext>
                </a:extLst>
              </p:cNvPr>
              <p:cNvGraphicFramePr>
                <a:graphicFrameLocks noGrp="1"/>
              </p:cNvGraphicFramePr>
              <p:nvPr>
                <p:extLst>
                  <p:ext uri="{D42A27DB-BD31-4B8C-83A1-F6EECF244321}">
                    <p14:modId xmlns:p14="http://schemas.microsoft.com/office/powerpoint/2010/main" val="2929949404"/>
                  </p:ext>
                </p:extLst>
              </p:nvPr>
            </p:nvGraphicFramePr>
            <p:xfrm>
              <a:off x="6553419" y="2016000"/>
              <a:ext cx="5135475" cy="3277520"/>
            </p:xfrm>
            <a:graphic>
              <a:graphicData uri="http://schemas.openxmlformats.org/drawingml/2006/table">
                <a:tbl>
                  <a:tblPr firstRow="1" bandRow="1">
                    <a:tableStyleId>{5940675A-B579-460E-94D1-54222C63F5DA}</a:tableStyleId>
                  </a:tblPr>
                  <a:tblGrid>
                    <a:gridCol w="1027095">
                      <a:extLst>
                        <a:ext uri="{9D8B030D-6E8A-4147-A177-3AD203B41FA5}">
                          <a16:colId xmlns:a16="http://schemas.microsoft.com/office/drawing/2014/main" val="3200325744"/>
                        </a:ext>
                      </a:extLst>
                    </a:gridCol>
                    <a:gridCol w="1027095">
                      <a:extLst>
                        <a:ext uri="{9D8B030D-6E8A-4147-A177-3AD203B41FA5}">
                          <a16:colId xmlns:a16="http://schemas.microsoft.com/office/drawing/2014/main" val="539441247"/>
                        </a:ext>
                      </a:extLst>
                    </a:gridCol>
                    <a:gridCol w="1027095">
                      <a:extLst>
                        <a:ext uri="{9D8B030D-6E8A-4147-A177-3AD203B41FA5}">
                          <a16:colId xmlns:a16="http://schemas.microsoft.com/office/drawing/2014/main" val="1989628613"/>
                        </a:ext>
                      </a:extLst>
                    </a:gridCol>
                    <a:gridCol w="1027095">
                      <a:extLst>
                        <a:ext uri="{9D8B030D-6E8A-4147-A177-3AD203B41FA5}">
                          <a16:colId xmlns:a16="http://schemas.microsoft.com/office/drawing/2014/main" val="3158640144"/>
                        </a:ext>
                      </a:extLst>
                    </a:gridCol>
                    <a:gridCol w="1027095">
                      <a:extLst>
                        <a:ext uri="{9D8B030D-6E8A-4147-A177-3AD203B41FA5}">
                          <a16:colId xmlns:a16="http://schemas.microsoft.com/office/drawing/2014/main" val="339749536"/>
                        </a:ext>
                      </a:extLst>
                    </a:gridCol>
                  </a:tblGrid>
                  <a:tr h="7537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altLang="zh-CN" sz="2400" i="0" smtClean="0">
                                  <a:latin typeface="Cambria Math" panose="02040503050406030204" pitchFamily="18" charset="0"/>
                                </a:rPr>
                                <m:t>A</m:t>
                              </m:r>
                            </m:oMath>
                          </a14:m>
                          <a:r>
                            <a:rPr lang="en-US" altLang="zh-CN" sz="2400" i="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b="0" i="0" smtClean="0">
                                  <a:latin typeface="Cambria Math" panose="02040503050406030204" pitchFamily="18" charset="0"/>
                                </a:rPr>
                                <m:t>B</m:t>
                              </m:r>
                            </m:oMath>
                          </a14:m>
                          <a:endParaRPr lang="en-US" altLang="zh-CN" sz="2400" i="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400" i="0" smtClean="0">
                                    <a:latin typeface="Cambria Math" panose="02040503050406030204" pitchFamily="18" charset="0"/>
                                  </a:rPr>
                                  <m:t>A</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oMath>
                            </m:oMathPara>
                          </a14:m>
                          <a:endParaRPr lang="en-US" altLang="zh-CN" sz="2400" i="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3</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0025814"/>
                      </a:ext>
                    </a:extLst>
                  </a:tr>
                  <a:tr h="613640">
                    <a:tc>
                      <a:txBody>
                        <a:bodyPr/>
                        <a:lstStyle/>
                        <a:p>
                          <a:pPr algn="ctr"/>
                          <a:r>
                            <a:rPr lang="en-US" altLang="zh-CN" sz="2400" dirty="0">
                              <a:latin typeface="微软雅黑" panose="020B0503020204020204" pitchFamily="34" charset="-122"/>
                              <a:ea typeface="微软雅黑" panose="020B0503020204020204" pitchFamily="34" charset="-122"/>
                            </a:rPr>
                            <a:t>0   0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511192"/>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0   1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85521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16989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olidFill>
                                <a:srgbClr val="0000FF"/>
                              </a:solidFill>
                              <a:latin typeface="微软雅黑" panose="020B0503020204020204" pitchFamily="34" charset="-122"/>
                              <a:ea typeface="微软雅黑" panose="020B0503020204020204" pitchFamily="34" charset="-122"/>
                            </a:rPr>
                            <a:t>1</a:t>
                          </a:r>
                          <a:endParaRPr lang="zh-CN" altLang="en-US" sz="2400" b="1" dirty="0">
                            <a:solidFill>
                              <a:srgbClr val="0000FF"/>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082368"/>
                      </a:ext>
                    </a:extLst>
                  </a:tr>
                </a:tbl>
              </a:graphicData>
            </a:graphic>
          </p:graphicFrame>
        </mc:Choice>
        <mc:Fallback xmlns="">
          <p:graphicFrame>
            <p:nvGraphicFramePr>
              <p:cNvPr id="2" name="表格 1">
                <a:extLst>
                  <a:ext uri="{FF2B5EF4-FFF2-40B4-BE49-F238E27FC236}">
                    <a16:creationId xmlns:a16="http://schemas.microsoft.com/office/drawing/2014/main" id="{B2685FBA-F785-5BFA-59FE-6DBE910B56C6}"/>
                  </a:ext>
                </a:extLst>
              </p:cNvPr>
              <p:cNvGraphicFramePr>
                <a:graphicFrameLocks noGrp="1"/>
              </p:cNvGraphicFramePr>
              <p:nvPr>
                <p:extLst>
                  <p:ext uri="{D42A27DB-BD31-4B8C-83A1-F6EECF244321}">
                    <p14:modId xmlns:p14="http://schemas.microsoft.com/office/powerpoint/2010/main" val="2929949404"/>
                  </p:ext>
                </p:extLst>
              </p:nvPr>
            </p:nvGraphicFramePr>
            <p:xfrm>
              <a:off x="6553419" y="2016000"/>
              <a:ext cx="5135475" cy="3277520"/>
            </p:xfrm>
            <a:graphic>
              <a:graphicData uri="http://schemas.openxmlformats.org/drawingml/2006/table">
                <a:tbl>
                  <a:tblPr firstRow="1" bandRow="1">
                    <a:tableStyleId>{5940675A-B579-460E-94D1-54222C63F5DA}</a:tableStyleId>
                  </a:tblPr>
                  <a:tblGrid>
                    <a:gridCol w="1027095">
                      <a:extLst>
                        <a:ext uri="{9D8B030D-6E8A-4147-A177-3AD203B41FA5}">
                          <a16:colId xmlns:a16="http://schemas.microsoft.com/office/drawing/2014/main" val="3200325744"/>
                        </a:ext>
                      </a:extLst>
                    </a:gridCol>
                    <a:gridCol w="1027095">
                      <a:extLst>
                        <a:ext uri="{9D8B030D-6E8A-4147-A177-3AD203B41FA5}">
                          <a16:colId xmlns:a16="http://schemas.microsoft.com/office/drawing/2014/main" val="539441247"/>
                        </a:ext>
                      </a:extLst>
                    </a:gridCol>
                    <a:gridCol w="1027095">
                      <a:extLst>
                        <a:ext uri="{9D8B030D-6E8A-4147-A177-3AD203B41FA5}">
                          <a16:colId xmlns:a16="http://schemas.microsoft.com/office/drawing/2014/main" val="1989628613"/>
                        </a:ext>
                      </a:extLst>
                    </a:gridCol>
                    <a:gridCol w="1027095">
                      <a:extLst>
                        <a:ext uri="{9D8B030D-6E8A-4147-A177-3AD203B41FA5}">
                          <a16:colId xmlns:a16="http://schemas.microsoft.com/office/drawing/2014/main" val="3158640144"/>
                        </a:ext>
                      </a:extLst>
                    </a:gridCol>
                    <a:gridCol w="1027095">
                      <a:extLst>
                        <a:ext uri="{9D8B030D-6E8A-4147-A177-3AD203B41FA5}">
                          <a16:colId xmlns:a16="http://schemas.microsoft.com/office/drawing/2014/main" val="339749536"/>
                        </a:ext>
                      </a:extLst>
                    </a:gridCol>
                  </a:tblGrid>
                  <a:tr h="82296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83" t="-741" r="-400000" b="-30666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000" t="-741" r="-1183" b="-306667"/>
                          </a:stretch>
                        </a:blipFill>
                      </a:tcPr>
                    </a:tc>
                    <a:extLst>
                      <a:ext uri="{0D108BD9-81ED-4DB2-BD59-A6C34878D82A}">
                        <a16:rowId xmlns:a16="http://schemas.microsoft.com/office/drawing/2014/main" val="4080025814"/>
                      </a:ext>
                    </a:extLst>
                  </a:tr>
                  <a:tr h="613640">
                    <a:tc>
                      <a:txBody>
                        <a:bodyPr/>
                        <a:lstStyle/>
                        <a:p>
                          <a:pPr algn="ctr"/>
                          <a:r>
                            <a:rPr lang="en-US" altLang="zh-CN" sz="2400" dirty="0">
                              <a:latin typeface="微软雅黑" panose="020B0503020204020204" pitchFamily="34" charset="-122"/>
                              <a:ea typeface="微软雅黑" panose="020B0503020204020204" pitchFamily="34" charset="-122"/>
                            </a:rPr>
                            <a:t>0   0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511192"/>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0   1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85521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1</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16989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olidFill>
                                <a:srgbClr val="0000FF"/>
                              </a:solidFill>
                              <a:latin typeface="微软雅黑" panose="020B0503020204020204" pitchFamily="34" charset="-122"/>
                              <a:ea typeface="微软雅黑" panose="020B0503020204020204" pitchFamily="34" charset="-122"/>
                            </a:rPr>
                            <a:t>1</a:t>
                          </a:r>
                          <a:endParaRPr lang="zh-CN" altLang="en-US" sz="2400" b="1" dirty="0">
                            <a:solidFill>
                              <a:srgbClr val="0000FF"/>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082368"/>
                      </a:ext>
                    </a:extLst>
                  </a:tr>
                </a:tbl>
              </a:graphicData>
            </a:graphic>
          </p:graphicFrame>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7FAECE8-5315-759C-E159-3B477967C227}"/>
                  </a:ext>
                </a:extLst>
              </p:cNvPr>
              <p:cNvSpPr txBox="1"/>
              <p:nvPr/>
            </p:nvSpPr>
            <p:spPr>
              <a:xfrm>
                <a:off x="7774359" y="2016000"/>
                <a:ext cx="638598" cy="46243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A</m:t>
                          </m:r>
                        </m:e>
                      </m:acc>
                      <m:r>
                        <a:rPr lang="en-US" altLang="zh-CN" sz="2400" b="0" i="1" smtClean="0">
                          <a:latin typeface="Cambria Math" panose="02040503050406030204" pitchFamily="18" charset="0"/>
                        </a:rPr>
                        <m:t> </m:t>
                      </m:r>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B</m:t>
                          </m:r>
                        </m:e>
                      </m:acc>
                    </m:oMath>
                  </m:oMathPara>
                </a14:m>
                <a:endParaRPr lang="en-US" altLang="zh-CN" sz="2400" b="0" i="1"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F7FAECE8-5315-759C-E159-3B477967C227}"/>
                  </a:ext>
                </a:extLst>
              </p:cNvPr>
              <p:cNvSpPr txBox="1">
                <a:spLocks noRot="1" noChangeAspect="1" noMove="1" noResize="1" noEditPoints="1" noAdjustHandles="1" noChangeArrowheads="1" noChangeShapeType="1" noTextEdit="1"/>
              </p:cNvSpPr>
              <p:nvPr/>
            </p:nvSpPr>
            <p:spPr>
              <a:xfrm>
                <a:off x="7774359" y="2016000"/>
                <a:ext cx="638598" cy="462434"/>
              </a:xfrm>
              <a:prstGeom prst="rect">
                <a:avLst/>
              </a:prstGeom>
              <a:blipFill>
                <a:blip r:embed="rId4"/>
                <a:stretch>
                  <a:fillRect l="-6667" r="-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6291969-582E-393C-DAC0-3E5F1245EC21}"/>
                  </a:ext>
                </a:extLst>
              </p:cNvPr>
              <p:cNvSpPr txBox="1"/>
              <p:nvPr/>
            </p:nvSpPr>
            <p:spPr>
              <a:xfrm>
                <a:off x="7774359" y="2379408"/>
                <a:ext cx="638598" cy="462434"/>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0</m:t>
                          </m:r>
                        </m:sub>
                      </m:sSub>
                    </m:oMath>
                  </m:oMathPara>
                </a14:m>
                <a:endParaRPr lang="en-US" altLang="zh-CN" sz="2400" b="0" i="1" dirty="0">
                  <a:latin typeface="Cambria Math" panose="02040503050406030204" pitchFamily="18" charset="0"/>
                </a:endParaRPr>
              </a:p>
            </p:txBody>
          </p:sp>
        </mc:Choice>
        <mc:Fallback xmlns="">
          <p:sp>
            <p:nvSpPr>
              <p:cNvPr id="8" name="文本框 7">
                <a:extLst>
                  <a:ext uri="{FF2B5EF4-FFF2-40B4-BE49-F238E27FC236}">
                    <a16:creationId xmlns:a16="http://schemas.microsoft.com/office/drawing/2014/main" id="{66291969-582E-393C-DAC0-3E5F1245EC21}"/>
                  </a:ext>
                </a:extLst>
              </p:cNvPr>
              <p:cNvSpPr txBox="1">
                <a:spLocks noRot="1" noChangeAspect="1" noMove="1" noResize="1" noEditPoints="1" noAdjustHandles="1" noChangeArrowheads="1" noChangeShapeType="1" noTextEdit="1"/>
              </p:cNvSpPr>
              <p:nvPr/>
            </p:nvSpPr>
            <p:spPr>
              <a:xfrm>
                <a:off x="7774359" y="2379408"/>
                <a:ext cx="638598" cy="462434"/>
              </a:xfrm>
              <a:prstGeom prst="rect">
                <a:avLst/>
              </a:prstGeom>
              <a:blipFill>
                <a:blip r:embed="rId5"/>
                <a:stretch>
                  <a:fillRect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2AB4FAF-D5F7-B6C6-F98E-10FAD575D368}"/>
                  </a:ext>
                </a:extLst>
              </p:cNvPr>
              <p:cNvSpPr txBox="1"/>
              <p:nvPr/>
            </p:nvSpPr>
            <p:spPr>
              <a:xfrm>
                <a:off x="8789799" y="2013688"/>
                <a:ext cx="638598" cy="46243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A</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oMath>
                  </m:oMathPara>
                </a14:m>
                <a:endParaRPr lang="en-US" altLang="zh-CN" sz="2400" b="0" dirty="0">
                  <a:latin typeface="Cambria Math" panose="02040503050406030204" pitchFamily="18" charset="0"/>
                </a:endParaRPr>
              </a:p>
            </p:txBody>
          </p:sp>
        </mc:Choice>
        <mc:Fallback xmlns="">
          <p:sp>
            <p:nvSpPr>
              <p:cNvPr id="10" name="文本框 9">
                <a:extLst>
                  <a:ext uri="{FF2B5EF4-FFF2-40B4-BE49-F238E27FC236}">
                    <a16:creationId xmlns:a16="http://schemas.microsoft.com/office/drawing/2014/main" id="{62AB4FAF-D5F7-B6C6-F98E-10FAD575D368}"/>
                  </a:ext>
                </a:extLst>
              </p:cNvPr>
              <p:cNvSpPr txBox="1">
                <a:spLocks noRot="1" noChangeAspect="1" noMove="1" noResize="1" noEditPoints="1" noAdjustHandles="1" noChangeArrowheads="1" noChangeShapeType="1" noTextEdit="1"/>
              </p:cNvSpPr>
              <p:nvPr/>
            </p:nvSpPr>
            <p:spPr>
              <a:xfrm>
                <a:off x="8789799" y="2013688"/>
                <a:ext cx="638598" cy="462434"/>
              </a:xfrm>
              <a:prstGeom prst="rect">
                <a:avLst/>
              </a:prstGeom>
              <a:blipFill>
                <a:blip r:embed="rId6"/>
                <a:stretch>
                  <a:fillRect l="-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04D1746-9BFF-A60F-DB9A-3E291913AC69}"/>
                  </a:ext>
                </a:extLst>
              </p:cNvPr>
              <p:cNvSpPr txBox="1"/>
              <p:nvPr/>
            </p:nvSpPr>
            <p:spPr>
              <a:xfrm>
                <a:off x="8789799" y="2377096"/>
                <a:ext cx="638598" cy="462434"/>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smtClean="0">
                              <a:latin typeface="Cambria Math" panose="02040503050406030204" pitchFamily="18" charset="0"/>
                            </a:rPr>
                            <m:t>1</m:t>
                          </m:r>
                        </m:sub>
                      </m:sSub>
                    </m:oMath>
                  </m:oMathPara>
                </a14:m>
                <a:endParaRPr lang="en-US" altLang="zh-CN" sz="2400" b="0" i="1" dirty="0">
                  <a:latin typeface="Cambria Math" panose="02040503050406030204" pitchFamily="18" charset="0"/>
                </a:endParaRPr>
              </a:p>
            </p:txBody>
          </p:sp>
        </mc:Choice>
        <mc:Fallback xmlns="">
          <p:sp>
            <p:nvSpPr>
              <p:cNvPr id="11" name="文本框 10">
                <a:extLst>
                  <a:ext uri="{FF2B5EF4-FFF2-40B4-BE49-F238E27FC236}">
                    <a16:creationId xmlns:a16="http://schemas.microsoft.com/office/drawing/2014/main" id="{904D1746-9BFF-A60F-DB9A-3E291913AC69}"/>
                  </a:ext>
                </a:extLst>
              </p:cNvPr>
              <p:cNvSpPr txBox="1">
                <a:spLocks noRot="1" noChangeAspect="1" noMove="1" noResize="1" noEditPoints="1" noAdjustHandles="1" noChangeArrowheads="1" noChangeShapeType="1" noTextEdit="1"/>
              </p:cNvSpPr>
              <p:nvPr/>
            </p:nvSpPr>
            <p:spPr>
              <a:xfrm>
                <a:off x="8789799" y="2377096"/>
                <a:ext cx="638598" cy="462434"/>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6A28F41-AC0A-5323-4C2C-4FEAF9A1F095}"/>
                  </a:ext>
                </a:extLst>
              </p:cNvPr>
              <p:cNvSpPr txBox="1"/>
              <p:nvPr/>
            </p:nvSpPr>
            <p:spPr>
              <a:xfrm>
                <a:off x="9828124" y="2016070"/>
                <a:ext cx="638598" cy="46243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A</m:t>
                      </m:r>
                      <m:r>
                        <a:rPr lang="en-US" altLang="zh-CN" sz="2400" b="0" i="0" smtClean="0">
                          <a:latin typeface="Cambria Math" panose="02040503050406030204" pitchFamily="18" charset="0"/>
                        </a:rPr>
                        <m:t> </m:t>
                      </m:r>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B</m:t>
                          </m:r>
                        </m:e>
                      </m:acc>
                    </m:oMath>
                  </m:oMathPara>
                </a14:m>
                <a:endParaRPr lang="en-US" altLang="zh-CN" sz="2400" b="0" dirty="0">
                  <a:latin typeface="Cambria Math" panose="02040503050406030204" pitchFamily="18" charset="0"/>
                </a:endParaRPr>
              </a:p>
            </p:txBody>
          </p:sp>
        </mc:Choice>
        <mc:Fallback xmlns="">
          <p:sp>
            <p:nvSpPr>
              <p:cNvPr id="17" name="文本框 16">
                <a:extLst>
                  <a:ext uri="{FF2B5EF4-FFF2-40B4-BE49-F238E27FC236}">
                    <a16:creationId xmlns:a16="http://schemas.microsoft.com/office/drawing/2014/main" id="{16A28F41-AC0A-5323-4C2C-4FEAF9A1F095}"/>
                  </a:ext>
                </a:extLst>
              </p:cNvPr>
              <p:cNvSpPr txBox="1">
                <a:spLocks noRot="1" noChangeAspect="1" noMove="1" noResize="1" noEditPoints="1" noAdjustHandles="1" noChangeArrowheads="1" noChangeShapeType="1" noTextEdit="1"/>
              </p:cNvSpPr>
              <p:nvPr/>
            </p:nvSpPr>
            <p:spPr>
              <a:xfrm>
                <a:off x="9828124" y="2016070"/>
                <a:ext cx="638598" cy="462434"/>
              </a:xfrm>
              <a:prstGeom prst="rect">
                <a:avLst/>
              </a:prstGeom>
              <a:blipFill>
                <a:blip r:embed="rId8"/>
                <a:stretch>
                  <a:fillRect l="-6667" r="-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1AF2D80-6560-6403-9E8C-2D69AEE72454}"/>
                  </a:ext>
                </a:extLst>
              </p:cNvPr>
              <p:cNvSpPr txBox="1"/>
              <p:nvPr/>
            </p:nvSpPr>
            <p:spPr>
              <a:xfrm>
                <a:off x="9828124" y="2379478"/>
                <a:ext cx="638598" cy="462434"/>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smtClean="0">
                              <a:latin typeface="Cambria Math" panose="02040503050406030204" pitchFamily="18" charset="0"/>
                            </a:rPr>
                            <m:t>2</m:t>
                          </m:r>
                        </m:sub>
                      </m:sSub>
                    </m:oMath>
                  </m:oMathPara>
                </a14:m>
                <a:endParaRPr lang="en-US" altLang="zh-CN" sz="2400" b="0" i="1" dirty="0">
                  <a:latin typeface="Cambria Math" panose="02040503050406030204" pitchFamily="18" charset="0"/>
                </a:endParaRPr>
              </a:p>
            </p:txBody>
          </p:sp>
        </mc:Choice>
        <mc:Fallback xmlns="">
          <p:sp>
            <p:nvSpPr>
              <p:cNvPr id="18" name="文本框 17">
                <a:extLst>
                  <a:ext uri="{FF2B5EF4-FFF2-40B4-BE49-F238E27FC236}">
                    <a16:creationId xmlns:a16="http://schemas.microsoft.com/office/drawing/2014/main" id="{31AF2D80-6560-6403-9E8C-2D69AEE72454}"/>
                  </a:ext>
                </a:extLst>
              </p:cNvPr>
              <p:cNvSpPr txBox="1">
                <a:spLocks noRot="1" noChangeAspect="1" noMove="1" noResize="1" noEditPoints="1" noAdjustHandles="1" noChangeArrowheads="1" noChangeShapeType="1" noTextEdit="1"/>
              </p:cNvSpPr>
              <p:nvPr/>
            </p:nvSpPr>
            <p:spPr>
              <a:xfrm>
                <a:off x="9828124" y="2379478"/>
                <a:ext cx="638598" cy="462434"/>
              </a:xfrm>
              <a:prstGeom prst="rect">
                <a:avLst/>
              </a:prstGeom>
              <a:blipFill>
                <a:blip r:embed="rId9"/>
                <a:stretch>
                  <a:fillRect b="-3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8605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D6AF5E9-83CF-E034-799D-C42CCFA0A0FC}"/>
              </a:ext>
            </a:extLst>
          </p:cNvPr>
          <p:cNvSpPr txBox="1"/>
          <p:nvPr/>
        </p:nvSpPr>
        <p:spPr>
          <a:xfrm>
            <a:off x="360000" y="828000"/>
            <a:ext cx="5797265" cy="969496"/>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求逻辑函数的标准与或式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方法一：直接拆分</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3E1CCFC-7B4B-A47E-4EDE-E2A53A73FBDD}"/>
                  </a:ext>
                </a:extLst>
              </p:cNvPr>
              <p:cNvSpPr txBox="1"/>
              <p:nvPr/>
            </p:nvSpPr>
            <p:spPr>
              <a:xfrm>
                <a:off x="2268000" y="2268000"/>
                <a:ext cx="7532374" cy="3173561"/>
              </a:xfrm>
              <a:prstGeom prst="rect">
                <a:avLst/>
              </a:prstGeom>
              <a:noFill/>
            </p:spPr>
            <p:txBody>
              <a:bodyPr wrap="square">
                <a:spAutoFit/>
              </a:bodyPr>
              <a:lstStyle/>
              <a:p>
                <a:pPr>
                  <a:spcAft>
                    <a:spcPts val="1200"/>
                  </a:spcAft>
                </a:pPr>
                <a14:m>
                  <m:oMath xmlns:m="http://schemas.openxmlformats.org/officeDocument/2006/math">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Y</m:t>
                    </m:r>
                    <m:d>
                      <m:dPr>
                        <m:ctrlPr>
                          <a:rPr kumimoji="0" lang="en-US" altLang="zh-CN" sz="3200" b="0" i="1" u="none" strike="noStrike" cap="none" normalizeH="0" baseline="0" smtClean="0">
                            <a:ln>
                              <a:noFill/>
                            </a:ln>
                            <a:solidFill>
                              <a:schemeClr val="accent5">
                                <a:lumMod val="75000"/>
                              </a:schemeClr>
                            </a:solidFill>
                            <a:effectLst/>
                            <a:latin typeface="Cambria Math" panose="02040503050406030204" pitchFamily="18" charset="0"/>
                            <a:ea typeface="宋体" charset="0"/>
                          </a:rPr>
                        </m:ctrlPr>
                      </m:dPr>
                      <m:e>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A</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B</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C</m:t>
                        </m:r>
                      </m:e>
                    </m:d>
                  </m:oMath>
                </a14:m>
                <a:r>
                  <a:rPr lang="en-US" altLang="zh-CN" sz="3200" dirty="0">
                    <a:solidFill>
                      <a:schemeClr val="accent5">
                        <a:lumMod val="75000"/>
                      </a:schemeClr>
                    </a:solidFill>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endParaRPr lang="en-US" altLang="zh-CN" sz="3200" i="1" dirty="0">
                  <a:solidFill>
                    <a:schemeClr val="accent5">
                      <a:lumMod val="75000"/>
                    </a:schemeClr>
                  </a:solidFill>
                  <a:latin typeface="Cambria Math" panose="02040503050406030204" pitchFamily="18" charset="0"/>
                  <a:ea typeface="宋体" charset="0"/>
                </a:endParaRPr>
              </a:p>
              <a:p>
                <a:pPr>
                  <a:spcAft>
                    <a:spcPts val="1200"/>
                  </a:spcAft>
                </a:pPr>
                <a14:m>
                  <m:oMath xmlns:m="http://schemas.openxmlformats.org/officeDocument/2006/math">
                    <m:r>
                      <m:rPr>
                        <m:sty m:val="p"/>
                      </m:rPr>
                      <a:rPr lang="en-US" altLang="zh-CN" sz="3200" smtClean="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oMath>
                </a14:m>
                <a:r>
                  <a:rPr lang="en-US" altLang="zh-CN" sz="3200" dirty="0">
                    <a:solidFill>
                      <a:schemeClr val="bg1"/>
                    </a:solidFill>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C</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endParaRPr lang="en-US" altLang="zh-CN" sz="3200" dirty="0"/>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oMath>
                </a14:m>
                <a:r>
                  <a:rPr lang="en-US" altLang="zh-CN" sz="3200" dirty="0">
                    <a:solidFill>
                      <a:schemeClr val="bg1"/>
                    </a:solidFill>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BC</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AB</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endParaRPr lang="en-US" altLang="zh-CN" sz="3200" dirty="0">
                  <a:solidFill>
                    <a:schemeClr val="accent5">
                      <a:lumMod val="75000"/>
                    </a:schemeClr>
                  </a:solidFill>
                </a:endParaRPr>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oMath>
                </a14:m>
                <a:r>
                  <a:rPr lang="en-US" altLang="zh-CN" sz="3200" dirty="0">
                    <a:solidFill>
                      <a:schemeClr val="bg1"/>
                    </a:solidFill>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i="1">
                            <a:solidFill>
                              <a:schemeClr val="accent5">
                                <a:lumMod val="75000"/>
                              </a:schemeClr>
                            </a:solidFill>
                            <a:latin typeface="Cambria Math" panose="02040503050406030204" pitchFamily="18" charset="0"/>
                            <a:ea typeface="宋体" charset="0"/>
                          </a:rPr>
                          <m:t>𝑚</m:t>
                        </m:r>
                      </m:e>
                      <m:sub>
                        <m:r>
                          <a:rPr lang="en-US" altLang="zh-CN" sz="3200" i="1">
                            <a:solidFill>
                              <a:schemeClr val="accent5">
                                <a:lumMod val="75000"/>
                              </a:schemeClr>
                            </a:solidFill>
                            <a:latin typeface="Cambria Math" panose="02040503050406030204" pitchFamily="18" charset="0"/>
                            <a:ea typeface="宋体" charset="0"/>
                          </a:rPr>
                          <m:t>3</m:t>
                        </m:r>
                      </m:sub>
                    </m:sSub>
                    <m:r>
                      <a:rPr lang="en-US" altLang="zh-CN" sz="3200">
                        <a:solidFill>
                          <a:schemeClr val="accent5">
                            <a:lumMod val="75000"/>
                          </a:schemeClr>
                        </a:solidFill>
                        <a:latin typeface="Cambria Math" panose="02040503050406030204" pitchFamily="18" charset="0"/>
                        <a:ea typeface="宋体" charset="0"/>
                      </a:rPr>
                      <m:t>+</m:t>
                    </m:r>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i="1">
                            <a:solidFill>
                              <a:schemeClr val="accent5">
                                <a:lumMod val="75000"/>
                              </a:schemeClr>
                            </a:solidFill>
                            <a:latin typeface="Cambria Math" panose="02040503050406030204" pitchFamily="18" charset="0"/>
                            <a:ea typeface="宋体" charset="0"/>
                          </a:rPr>
                          <m:t>𝑚</m:t>
                        </m:r>
                      </m:e>
                      <m:sub>
                        <m:r>
                          <a:rPr lang="en-US" altLang="zh-CN" sz="3200" i="1">
                            <a:solidFill>
                              <a:schemeClr val="accent5">
                                <a:lumMod val="75000"/>
                              </a:schemeClr>
                            </a:solidFill>
                            <a:latin typeface="Cambria Math" panose="02040503050406030204" pitchFamily="18" charset="0"/>
                            <a:ea typeface="宋体" charset="0"/>
                          </a:rPr>
                          <m:t>2</m:t>
                        </m:r>
                      </m:sub>
                    </m:sSub>
                    <m:r>
                      <a:rPr lang="en-US" altLang="zh-CN" sz="3200">
                        <a:solidFill>
                          <a:schemeClr val="accent5">
                            <a:lumMod val="75000"/>
                          </a:schemeClr>
                        </a:solidFill>
                        <a:latin typeface="Cambria Math" panose="02040503050406030204" pitchFamily="18" charset="0"/>
                        <a:ea typeface="宋体" charset="0"/>
                      </a:rPr>
                      <m:t>+</m:t>
                    </m:r>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i="1">
                            <a:solidFill>
                              <a:schemeClr val="accent5">
                                <a:lumMod val="75000"/>
                              </a:schemeClr>
                            </a:solidFill>
                            <a:latin typeface="Cambria Math" panose="02040503050406030204" pitchFamily="18" charset="0"/>
                            <a:ea typeface="宋体" charset="0"/>
                          </a:rPr>
                          <m:t>𝑚</m:t>
                        </m:r>
                      </m:e>
                      <m:sub>
                        <m:r>
                          <a:rPr lang="en-US" altLang="zh-CN" sz="3200" i="1">
                            <a:solidFill>
                              <a:schemeClr val="accent5">
                                <a:lumMod val="75000"/>
                              </a:schemeClr>
                            </a:solidFill>
                            <a:latin typeface="Cambria Math" panose="02040503050406030204" pitchFamily="18" charset="0"/>
                            <a:ea typeface="宋体" charset="0"/>
                          </a:rPr>
                          <m:t>6</m:t>
                        </m:r>
                      </m:sub>
                    </m:sSub>
                    <m:r>
                      <a:rPr lang="en-US" altLang="zh-CN" sz="3200">
                        <a:solidFill>
                          <a:schemeClr val="accent5">
                            <a:lumMod val="75000"/>
                          </a:schemeClr>
                        </a:solidFill>
                        <a:latin typeface="Cambria Math" panose="02040503050406030204" pitchFamily="18" charset="0"/>
                        <a:ea typeface="宋体" charset="0"/>
                      </a:rPr>
                      <m:t>+</m:t>
                    </m:r>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i="1">
                            <a:solidFill>
                              <a:schemeClr val="accent5">
                                <a:lumMod val="75000"/>
                              </a:schemeClr>
                            </a:solidFill>
                            <a:latin typeface="Cambria Math" panose="02040503050406030204" pitchFamily="18" charset="0"/>
                            <a:ea typeface="宋体" charset="0"/>
                          </a:rPr>
                          <m:t>𝑚</m:t>
                        </m:r>
                      </m:e>
                      <m:sub>
                        <m:r>
                          <a:rPr lang="en-US" altLang="zh-CN" sz="3200" i="1">
                            <a:solidFill>
                              <a:schemeClr val="accent5">
                                <a:lumMod val="75000"/>
                              </a:schemeClr>
                            </a:solidFill>
                            <a:latin typeface="Cambria Math" panose="02040503050406030204" pitchFamily="18" charset="0"/>
                            <a:ea typeface="宋体" charset="0"/>
                          </a:rPr>
                          <m:t>4</m:t>
                        </m:r>
                      </m:sub>
                    </m:sSub>
                  </m:oMath>
                </a14:m>
                <a:endParaRPr lang="en-US" altLang="zh-CN" sz="3200" dirty="0">
                  <a:solidFill>
                    <a:schemeClr val="accent5">
                      <a:lumMod val="75000"/>
                    </a:schemeClr>
                  </a:solidFill>
                </a:endParaRPr>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oMath>
                </a14:m>
                <a:r>
                  <a:rPr lang="en-US" altLang="zh-CN" sz="3200" dirty="0">
                    <a:solidFill>
                      <a:schemeClr val="bg1"/>
                    </a:solidFill>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r>
                          <a:rPr lang="en-US" altLang="zh-CN" sz="3200" i="1">
                            <a:solidFill>
                              <a:schemeClr val="accent5">
                                <a:lumMod val="75000"/>
                              </a:schemeClr>
                            </a:solidFill>
                            <a:latin typeface="Cambria Math" panose="02040503050406030204" pitchFamily="18" charset="0"/>
                            <a:ea typeface="宋体" charset="0"/>
                          </a:rPr>
                          <m:t>𝑚</m:t>
                        </m:r>
                        <m:r>
                          <a:rPr lang="en-US" altLang="zh-CN" sz="3200" i="1">
                            <a:solidFill>
                              <a:schemeClr val="accent5">
                                <a:lumMod val="75000"/>
                              </a:schemeClr>
                            </a:solidFill>
                            <a:latin typeface="Cambria Math" panose="02040503050406030204" pitchFamily="18" charset="0"/>
                            <a:ea typeface="宋体" charset="0"/>
                          </a:rPr>
                          <m:t>(2,3,4,6)</m:t>
                        </m:r>
                      </m:e>
                    </m:nary>
                  </m:oMath>
                </a14:m>
                <a:endParaRPr lang="en-US" altLang="zh-CN" sz="3200" dirty="0">
                  <a:solidFill>
                    <a:schemeClr val="accent5">
                      <a:lumMod val="75000"/>
                    </a:schemeClr>
                  </a:solidFill>
                </a:endParaRPr>
              </a:p>
            </p:txBody>
          </p:sp>
        </mc:Choice>
        <mc:Fallback xmlns="">
          <p:sp>
            <p:nvSpPr>
              <p:cNvPr id="10" name="文本框 9">
                <a:extLst>
                  <a:ext uri="{FF2B5EF4-FFF2-40B4-BE49-F238E27FC236}">
                    <a16:creationId xmlns:a16="http://schemas.microsoft.com/office/drawing/2014/main" id="{13E1CCFC-7B4B-A47E-4EDE-E2A53A73FBDD}"/>
                  </a:ext>
                </a:extLst>
              </p:cNvPr>
              <p:cNvSpPr txBox="1">
                <a:spLocks noRot="1" noChangeAspect="1" noMove="1" noResize="1" noEditPoints="1" noAdjustHandles="1" noChangeArrowheads="1" noChangeShapeType="1" noTextEdit="1"/>
              </p:cNvSpPr>
              <p:nvPr/>
            </p:nvSpPr>
            <p:spPr>
              <a:xfrm>
                <a:off x="2268000" y="2268000"/>
                <a:ext cx="7532374" cy="3173561"/>
              </a:xfrm>
              <a:prstGeom prst="rect">
                <a:avLst/>
              </a:prstGeom>
              <a:blipFill>
                <a:blip r:embed="rId2"/>
                <a:stretch>
                  <a:fillRect/>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07DD9CC8-D1E6-CF1E-581A-B318D2EAEBB7}"/>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539CE6E8-17F6-0AE1-3695-21F17C1A33F1}"/>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692D0E78-041E-52CE-CA69-FA9F4B0A9A0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39CD3D9A-A1A5-1D83-C997-FB671691C38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3EBD977E-7C34-FE0E-F7A9-78A7D7A170D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922569B5-44D9-8F56-625E-C448148E6C3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最小项（标准与或式）</a:t>
            </a:r>
            <a:endParaRPr lang="en-US" altLang="zh-CN" sz="3000" dirty="0">
              <a:solidFill>
                <a:srgbClr val="FFFF00"/>
              </a:solidFill>
            </a:endParaRPr>
          </a:p>
        </p:txBody>
      </p:sp>
    </p:spTree>
    <p:extLst>
      <p:ext uri="{BB962C8B-B14F-4D97-AF65-F5344CB8AC3E}">
        <p14:creationId xmlns:p14="http://schemas.microsoft.com/office/powerpoint/2010/main" val="420877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07AC5C7-0CA4-098A-CD9A-7DA365086385}"/>
              </a:ext>
            </a:extLst>
          </p:cNvPr>
          <p:cNvSpPr txBox="1"/>
          <p:nvPr/>
        </p:nvSpPr>
        <p:spPr>
          <a:xfrm>
            <a:off x="1260000" y="2268000"/>
            <a:ext cx="7356887" cy="830997"/>
          </a:xfrm>
          <a:prstGeom prst="rect">
            <a:avLst/>
          </a:prstGeom>
          <a:noFill/>
        </p:spPr>
        <p:txBody>
          <a:bodyPr wrap="square">
            <a:spAutoFit/>
          </a:bodyPr>
          <a:lstStyle/>
          <a:p>
            <a:pPr marL="0" lvl="1"/>
            <a:r>
              <a:rPr kumimoji="1" lang="zh-CN" altLang="en-US" sz="2400" dirty="0">
                <a:solidFill>
                  <a:schemeClr val="accent5">
                    <a:lumMod val="50000"/>
                  </a:schemeClr>
                </a:solidFill>
                <a:latin typeface="微软雅黑" panose="020B0503020204020204" pitchFamily="34" charset="-122"/>
                <a:ea typeface="微软雅黑" panose="020B0503020204020204" pitchFamily="34" charset="-122"/>
              </a:rPr>
              <a:t>从真值表中挑出输出为“</a:t>
            </a:r>
            <a:r>
              <a:rPr kumimoji="1" lang="en-US" altLang="zh-CN" sz="2400" dirty="0">
                <a:solidFill>
                  <a:srgbClr val="C00000"/>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50000"/>
                  </a:schemeClr>
                </a:solidFill>
                <a:latin typeface="微软雅黑" panose="020B0503020204020204" pitchFamily="34" charset="-122"/>
                <a:ea typeface="微软雅黑" panose="020B0503020204020204" pitchFamily="34" charset="-122"/>
              </a:rPr>
              <a:t>”的行，输入二进制编号即为最小项编号，全部求和即为标准与或式</a:t>
            </a:r>
            <a:endParaRPr kumimoji="1" lang="en-US" altLang="zh-CN" sz="2400" dirty="0">
              <a:solidFill>
                <a:schemeClr val="accent5">
                  <a:lumMod val="50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96BEF66-5219-5E49-6D80-8497BAE2C979}"/>
                  </a:ext>
                </a:extLst>
              </p:cNvPr>
              <p:cNvSpPr txBox="1"/>
              <p:nvPr/>
            </p:nvSpPr>
            <p:spPr>
              <a:xfrm>
                <a:off x="1260000" y="3168000"/>
                <a:ext cx="7356887" cy="1944122"/>
              </a:xfrm>
              <a:prstGeom prst="rect">
                <a:avLst/>
              </a:prstGeom>
              <a:noFill/>
            </p:spPr>
            <p:txBody>
              <a:bodyPr wrap="square">
                <a:spAutoFit/>
              </a:bodyPr>
              <a:lstStyle/>
              <a:p>
                <a:pPr>
                  <a:spcAft>
                    <a:spcPts val="1200"/>
                  </a:spcAft>
                </a:pPr>
                <a14:m>
                  <m:oMath xmlns:m="http://schemas.openxmlformats.org/officeDocument/2006/math">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Y</m:t>
                    </m:r>
                    <m:d>
                      <m:dPr>
                        <m:ctrlPr>
                          <a:rPr kumimoji="0" lang="en-US" altLang="zh-CN" sz="3200" b="0" i="1" u="none" strike="noStrike" cap="none" normalizeH="0" baseline="0" smtClean="0">
                            <a:ln>
                              <a:noFill/>
                            </a:ln>
                            <a:solidFill>
                              <a:schemeClr val="accent5">
                                <a:lumMod val="75000"/>
                              </a:schemeClr>
                            </a:solidFill>
                            <a:effectLst/>
                            <a:latin typeface="Cambria Math" panose="02040503050406030204" pitchFamily="18" charset="0"/>
                            <a:ea typeface="宋体" charset="0"/>
                          </a:rPr>
                        </m:ctrlPr>
                      </m:dPr>
                      <m:e>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A</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B</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C</m:t>
                        </m:r>
                      </m:e>
                    </m:d>
                  </m:oMath>
                </a14:m>
                <a:r>
                  <a:rPr lang="en-US" altLang="zh-CN" sz="3200" dirty="0">
                    <a:solidFill>
                      <a:schemeClr val="accent5">
                        <a:lumMod val="75000"/>
                      </a:schemeClr>
                    </a:solidFill>
                    <a:latin typeface="Cambria Math" panose="02040503050406030204" pitchFamily="18" charset="0"/>
                    <a:ea typeface="宋体" charset="0"/>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e>
                    </m:acc>
                    <m:d>
                      <m:dPr>
                        <m:ctrlPr>
                          <a:rPr lang="en-US" altLang="zh-CN" sz="3200" i="1">
                            <a:solidFill>
                              <a:schemeClr val="accent5">
                                <a:lumMod val="75000"/>
                              </a:schemeClr>
                            </a:solidFill>
                            <a:latin typeface="Cambria Math" panose="02040503050406030204" pitchFamily="18" charset="0"/>
                            <a:ea typeface="宋体" charset="0"/>
                          </a:rPr>
                        </m:ctrlPr>
                      </m:dPr>
                      <m:e>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C</m:t>
                        </m:r>
                      </m:e>
                    </m:d>
                  </m:oMath>
                </a14:m>
                <a:endParaRPr lang="en-US" altLang="zh-CN" sz="3200" i="1" dirty="0">
                  <a:solidFill>
                    <a:schemeClr val="accent5">
                      <a:lumMod val="75000"/>
                    </a:schemeClr>
                  </a:solidFill>
                  <a:latin typeface="Cambria Math" panose="02040503050406030204" pitchFamily="18" charset="0"/>
                  <a:ea typeface="宋体" charset="0"/>
                </a:endParaRPr>
              </a:p>
              <a:p>
                <a:pPr>
                  <a:spcAft>
                    <a:spcPts val="1200"/>
                  </a:spcAft>
                </a:pPr>
                <a:r>
                  <a:rPr lang="en-US" altLang="zh-CN" sz="3200" dirty="0">
                    <a:solidFill>
                      <a:schemeClr val="accent5">
                        <a:lumMod val="75000"/>
                      </a:schemeClr>
                    </a:solidFill>
                    <a:ea typeface="宋体" charset="0"/>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AC</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m:rPr>
                        <m:sty m:val="p"/>
                      </m:rPr>
                      <a:rPr lang="en-US" altLang="zh-CN" sz="3200">
                        <a:solidFill>
                          <a:schemeClr val="accent5">
                            <a:lumMod val="75000"/>
                          </a:schemeClr>
                        </a:solidFill>
                        <a:latin typeface="Cambria Math" panose="02040503050406030204" pitchFamily="18" charset="0"/>
                        <a:ea typeface="宋体" charset="0"/>
                      </a:rPr>
                      <m:t>C</m:t>
                    </m:r>
                  </m:oMath>
                </a14:m>
                <a:endParaRPr lang="en-US" altLang="zh-CN" sz="3200" dirty="0">
                  <a:solidFill>
                    <a:schemeClr val="accent5">
                      <a:lumMod val="75000"/>
                    </a:schemeClr>
                  </a:solidFill>
                  <a:latin typeface="Cambria Math" panose="02040503050406030204" pitchFamily="18" charset="0"/>
                  <a:ea typeface="宋体" charset="0"/>
                </a:endParaRPr>
              </a:p>
              <a:p>
                <a:pPr>
                  <a:spcAft>
                    <a:spcPts val="1200"/>
                  </a:spcAft>
                </a:pPr>
                <a:r>
                  <a:rPr lang="en-US" altLang="zh-CN" sz="3200" dirty="0">
                    <a:solidFill>
                      <a:schemeClr val="accent5">
                        <a:lumMod val="75000"/>
                      </a:schemeClr>
                    </a:solidFill>
                    <a:latin typeface="Cambria Math" panose="02040503050406030204" pitchFamily="18" charset="0"/>
                    <a:ea typeface="宋体" charset="0"/>
                  </a:rPr>
                  <a:t>		</a:t>
                </a:r>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r>
                          <a:rPr lang="en-US" altLang="zh-CN" sz="3200" i="1">
                            <a:solidFill>
                              <a:schemeClr val="accent5">
                                <a:lumMod val="75000"/>
                              </a:schemeClr>
                            </a:solidFill>
                            <a:latin typeface="Cambria Math" panose="02040503050406030204" pitchFamily="18" charset="0"/>
                            <a:ea typeface="宋体" charset="0"/>
                          </a:rPr>
                          <m:t>𝑚</m:t>
                        </m:r>
                        <m:r>
                          <a:rPr lang="en-US" altLang="zh-CN" sz="3200">
                            <a:solidFill>
                              <a:schemeClr val="accent5">
                                <a:lumMod val="75000"/>
                              </a:schemeClr>
                            </a:solidFill>
                            <a:latin typeface="Cambria Math" panose="02040503050406030204" pitchFamily="18" charset="0"/>
                            <a:ea typeface="宋体" charset="0"/>
                          </a:rPr>
                          <m:t>(1,5,6,7)</m:t>
                        </m:r>
                      </m:e>
                    </m:nary>
                  </m:oMath>
                </a14:m>
                <a:r>
                  <a:rPr lang="en-US" altLang="zh-CN" sz="3200" dirty="0">
                    <a:solidFill>
                      <a:schemeClr val="accent5">
                        <a:lumMod val="75000"/>
                      </a:schemeClr>
                    </a:solidFill>
                  </a:rPr>
                  <a:t> </a:t>
                </a:r>
              </a:p>
            </p:txBody>
          </p:sp>
        </mc:Choice>
        <mc:Fallback xmlns="">
          <p:sp>
            <p:nvSpPr>
              <p:cNvPr id="6" name="文本框 5">
                <a:extLst>
                  <a:ext uri="{FF2B5EF4-FFF2-40B4-BE49-F238E27FC236}">
                    <a16:creationId xmlns:a16="http://schemas.microsoft.com/office/drawing/2014/main" id="{796BEF66-5219-5E49-6D80-8497BAE2C979}"/>
                  </a:ext>
                </a:extLst>
              </p:cNvPr>
              <p:cNvSpPr txBox="1">
                <a:spLocks noRot="1" noChangeAspect="1" noMove="1" noResize="1" noEditPoints="1" noAdjustHandles="1" noChangeArrowheads="1" noChangeShapeType="1" noTextEdit="1"/>
              </p:cNvSpPr>
              <p:nvPr/>
            </p:nvSpPr>
            <p:spPr>
              <a:xfrm>
                <a:off x="1260000" y="3168000"/>
                <a:ext cx="7356887" cy="1944122"/>
              </a:xfrm>
              <a:prstGeom prst="rect">
                <a:avLst/>
              </a:prstGeom>
              <a:blipFill>
                <a:blip r:embed="rId2"/>
                <a:stretch>
                  <a:fillRect/>
                </a:stretch>
              </a:blipFill>
            </p:spPr>
            <p:txBody>
              <a:bodyPr/>
              <a:lstStyle/>
              <a:p>
                <a:r>
                  <a:rPr lang="zh-CN" altLang="en-US">
                    <a:noFill/>
                  </a:rPr>
                  <a:t> </a:t>
                </a:r>
              </a:p>
            </p:txBody>
          </p:sp>
        </mc:Fallback>
      </mc:AlternateContent>
      <p:sp>
        <p:nvSpPr>
          <p:cNvPr id="9" name="Rectangle 4">
            <a:extLst>
              <a:ext uri="{FF2B5EF4-FFF2-40B4-BE49-F238E27FC236}">
                <a16:creationId xmlns:a16="http://schemas.microsoft.com/office/drawing/2014/main" id="{238F222D-ECB4-6D20-4818-A934DB5DE1C8}"/>
              </a:ext>
            </a:extLst>
          </p:cNvPr>
          <p:cNvSpPr>
            <a:spLocks noChangeArrowheads="1"/>
          </p:cNvSpPr>
          <p:nvPr/>
        </p:nvSpPr>
        <p:spPr bwMode="auto">
          <a:xfrm>
            <a:off x="9413195" y="1008000"/>
            <a:ext cx="2357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200" dirty="0">
                <a:latin typeface="微软雅黑" panose="020B0503020204020204" pitchFamily="34" charset="-122"/>
                <a:ea typeface="微软雅黑" panose="020B0503020204020204" pitchFamily="34" charset="-122"/>
              </a:rPr>
              <a:t>真 值 表</a:t>
            </a:r>
          </a:p>
        </p:txBody>
      </p:sp>
      <p:graphicFrame>
        <p:nvGraphicFramePr>
          <p:cNvPr id="10" name="Group 5">
            <a:extLst>
              <a:ext uri="{FF2B5EF4-FFF2-40B4-BE49-F238E27FC236}">
                <a16:creationId xmlns:a16="http://schemas.microsoft.com/office/drawing/2014/main" id="{4FD428E5-48D1-AD23-6C33-8025B441CB2F}"/>
              </a:ext>
            </a:extLst>
          </p:cNvPr>
          <p:cNvGraphicFramePr>
            <a:graphicFrameLocks noGrp="1"/>
          </p:cNvGraphicFramePr>
          <p:nvPr>
            <p:extLst>
              <p:ext uri="{D42A27DB-BD31-4B8C-83A1-F6EECF244321}">
                <p14:modId xmlns:p14="http://schemas.microsoft.com/office/powerpoint/2010/main" val="3815515975"/>
              </p:ext>
            </p:extLst>
          </p:nvPr>
        </p:nvGraphicFramePr>
        <p:xfrm>
          <a:off x="9402082" y="1453037"/>
          <a:ext cx="2368550" cy="4043365"/>
        </p:xfrm>
        <a:graphic>
          <a:graphicData uri="http://schemas.openxmlformats.org/drawingml/2006/table">
            <a:tbl>
              <a:tblPr/>
              <a:tblGrid>
                <a:gridCol w="592138">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668338">
                  <a:extLst>
                    <a:ext uri="{9D8B030D-6E8A-4147-A177-3AD203B41FA5}">
                      <a16:colId xmlns:a16="http://schemas.microsoft.com/office/drawing/2014/main" val="20002"/>
                    </a:ext>
                  </a:extLst>
                </a:gridCol>
                <a:gridCol w="785812">
                  <a:extLst>
                    <a:ext uri="{9D8B030D-6E8A-4147-A177-3AD203B41FA5}">
                      <a16:colId xmlns:a16="http://schemas.microsoft.com/office/drawing/2014/main" val="20003"/>
                    </a:ext>
                  </a:extLst>
                </a:gridCol>
              </a:tblGrid>
              <a:tr h="627062">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1" name="Group 71">
            <a:extLst>
              <a:ext uri="{FF2B5EF4-FFF2-40B4-BE49-F238E27FC236}">
                <a16:creationId xmlns:a16="http://schemas.microsoft.com/office/drawing/2014/main" id="{9E1843E7-69C0-2486-EA23-64FEC24470F1}"/>
              </a:ext>
            </a:extLst>
          </p:cNvPr>
          <p:cNvGraphicFramePr>
            <a:graphicFrameLocks noGrp="1"/>
          </p:cNvGraphicFramePr>
          <p:nvPr>
            <p:extLst>
              <p:ext uri="{D42A27DB-BD31-4B8C-83A1-F6EECF244321}">
                <p14:modId xmlns:p14="http://schemas.microsoft.com/office/powerpoint/2010/main" val="4004490800"/>
              </p:ext>
            </p:extLst>
          </p:nvPr>
        </p:nvGraphicFramePr>
        <p:xfrm>
          <a:off x="8681357" y="2056287"/>
          <a:ext cx="731838" cy="3429000"/>
        </p:xfrm>
        <a:graphic>
          <a:graphicData uri="http://schemas.openxmlformats.org/drawingml/2006/table">
            <a:tbl>
              <a:tblPr/>
              <a:tblGrid>
                <a:gridCol w="731838">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2</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3</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5</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6</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7</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2" name="Group 98">
            <a:extLst>
              <a:ext uri="{FF2B5EF4-FFF2-40B4-BE49-F238E27FC236}">
                <a16:creationId xmlns:a16="http://schemas.microsoft.com/office/drawing/2014/main" id="{DA91A0A9-4C16-7966-AC56-DC6C08FDBCF6}"/>
              </a:ext>
            </a:extLst>
          </p:cNvPr>
          <p:cNvGraphicFramePr>
            <a:graphicFrameLocks noGrp="1"/>
          </p:cNvGraphicFramePr>
          <p:nvPr>
            <p:extLst>
              <p:ext uri="{D42A27DB-BD31-4B8C-83A1-F6EECF244321}">
                <p14:modId xmlns:p14="http://schemas.microsoft.com/office/powerpoint/2010/main" val="1418840777"/>
              </p:ext>
            </p:extLst>
          </p:nvPr>
        </p:nvGraphicFramePr>
        <p:xfrm>
          <a:off x="10984820" y="2076924"/>
          <a:ext cx="785812" cy="3405189"/>
        </p:xfrm>
        <a:graphic>
          <a:graphicData uri="http://schemas.openxmlformats.org/drawingml/2006/table">
            <a:tbl>
              <a:tblPr/>
              <a:tblGrid>
                <a:gridCol w="785812">
                  <a:extLst>
                    <a:ext uri="{9D8B030D-6E8A-4147-A177-3AD203B41FA5}">
                      <a16:colId xmlns:a16="http://schemas.microsoft.com/office/drawing/2014/main" val="20000"/>
                    </a:ext>
                  </a:extLst>
                </a:gridCol>
              </a:tblGrid>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3" name="组合 12">
            <a:extLst>
              <a:ext uri="{FF2B5EF4-FFF2-40B4-BE49-F238E27FC236}">
                <a16:creationId xmlns:a16="http://schemas.microsoft.com/office/drawing/2014/main" id="{913F107E-F1F4-CB48-54F1-6BC8BA3B34B5}"/>
              </a:ext>
            </a:extLst>
          </p:cNvPr>
          <p:cNvGrpSpPr/>
          <p:nvPr/>
        </p:nvGrpSpPr>
        <p:grpSpPr>
          <a:xfrm>
            <a:off x="11449269" y="6198682"/>
            <a:ext cx="786273" cy="548639"/>
            <a:chOff x="11454918" y="5839511"/>
            <a:chExt cx="786273" cy="548639"/>
          </a:xfrm>
        </p:grpSpPr>
        <p:grpSp>
          <p:nvGrpSpPr>
            <p:cNvPr id="14" name="组合 13">
              <a:extLst>
                <a:ext uri="{FF2B5EF4-FFF2-40B4-BE49-F238E27FC236}">
                  <a16:creationId xmlns:a16="http://schemas.microsoft.com/office/drawing/2014/main" id="{C049E705-D4F8-DF44-E4B3-7110F1AC12E8}"/>
                </a:ext>
              </a:extLst>
            </p:cNvPr>
            <p:cNvGrpSpPr/>
            <p:nvPr/>
          </p:nvGrpSpPr>
          <p:grpSpPr>
            <a:xfrm>
              <a:off x="11454918" y="5867450"/>
              <a:ext cx="737081" cy="520700"/>
              <a:chOff x="11454918" y="5867450"/>
              <a:chExt cx="737081" cy="520700"/>
            </a:xfrm>
          </p:grpSpPr>
          <p:sp>
            <p:nvSpPr>
              <p:cNvPr id="16" name="箭头: 五边形 15">
                <a:extLst>
                  <a:ext uri="{FF2B5EF4-FFF2-40B4-BE49-F238E27FC236}">
                    <a16:creationId xmlns:a16="http://schemas.microsoft.com/office/drawing/2014/main" id="{C8B027D7-D782-708C-9991-10C24FFFF43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V 形 16">
                <a:extLst>
                  <a:ext uri="{FF2B5EF4-FFF2-40B4-BE49-F238E27FC236}">
                    <a16:creationId xmlns:a16="http://schemas.microsoft.com/office/drawing/2014/main" id="{F61BA85F-D2ED-CBD5-652B-EE5A5801275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灯片编号占位符 3">
              <a:extLst>
                <a:ext uri="{FF2B5EF4-FFF2-40B4-BE49-F238E27FC236}">
                  <a16:creationId xmlns:a16="http://schemas.microsoft.com/office/drawing/2014/main" id="{41046140-47B9-A91D-1BC7-6D901510D07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cxnSp>
        <p:nvCxnSpPr>
          <p:cNvPr id="20" name="直接连接符 19">
            <a:extLst>
              <a:ext uri="{FF2B5EF4-FFF2-40B4-BE49-F238E27FC236}">
                <a16:creationId xmlns:a16="http://schemas.microsoft.com/office/drawing/2014/main" id="{BFBECE7A-CC19-0386-58D8-CB136E7D0F21}"/>
              </a:ext>
            </a:extLst>
          </p:cNvPr>
          <p:cNvCxnSpPr/>
          <p:nvPr/>
        </p:nvCxnSpPr>
        <p:spPr>
          <a:xfrm flipH="1">
            <a:off x="2731770" y="4448678"/>
            <a:ext cx="3530901"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D68BB75-7914-0B6D-F6C3-D6267DAF9A5E}"/>
              </a:ext>
            </a:extLst>
          </p:cNvPr>
          <p:cNvCxnSpPr>
            <a:cxnSpLocks/>
          </p:cNvCxnSpPr>
          <p:nvPr/>
        </p:nvCxnSpPr>
        <p:spPr>
          <a:xfrm flipH="1">
            <a:off x="2446020" y="4437794"/>
            <a:ext cx="302490" cy="982434"/>
          </a:xfrm>
          <a:prstGeom prst="straightConnector1">
            <a:avLst/>
          </a:prstGeom>
          <a:ln w="38100">
            <a:solidFill>
              <a:srgbClr val="0000FF"/>
            </a:solidFill>
            <a:tailEnd type="arrow"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B0C951C-1E2D-5FCD-CED3-933CD858C290}"/>
                  </a:ext>
                </a:extLst>
              </p:cNvPr>
              <p:cNvSpPr txBox="1"/>
              <p:nvPr/>
            </p:nvSpPr>
            <p:spPr>
              <a:xfrm>
                <a:off x="360000" y="5616000"/>
                <a:ext cx="10125529" cy="954107"/>
              </a:xfrm>
              <a:prstGeom prst="rect">
                <a:avLst/>
              </a:prstGeom>
              <a:noFill/>
            </p:spPr>
            <p:txBody>
              <a:bodyPr wrap="square">
                <a:spAutoFit/>
              </a:bodyPr>
              <a:lstStyle/>
              <a:p>
                <a14:m>
                  <m:oMath xmlns:m="http://schemas.openxmlformats.org/officeDocument/2006/math">
                    <m:r>
                      <m:rPr>
                        <m:sty m:val="p"/>
                      </m:rPr>
                      <a:rPr lang="en-US" altLang="zh-CN" sz="2800" smtClean="0">
                        <a:solidFill>
                          <a:srgbClr val="0000FF"/>
                        </a:solidFill>
                        <a:latin typeface="Cambria Math" panose="02040503050406030204" pitchFamily="18" charset="0"/>
                        <a:ea typeface="宋体" charset="0"/>
                      </a:rPr>
                      <m:t>Y</m:t>
                    </m:r>
                    <m:r>
                      <a:rPr lang="en-US" altLang="zh-CN" sz="2800" b="0" i="1" smtClean="0">
                        <a:solidFill>
                          <a:srgbClr val="0000FF"/>
                        </a:solidFill>
                        <a:latin typeface="Cambria Math" panose="02040503050406030204" pitchFamily="18" charset="0"/>
                        <a:ea typeface="宋体" charset="0"/>
                      </a:rPr>
                      <m:t>=1</m:t>
                    </m:r>
                  </m:oMath>
                </a14:m>
                <a:r>
                  <a:rPr lang="zh-CN" altLang="en-US" sz="2800" dirty="0">
                    <a:solidFill>
                      <a:srgbClr val="0000FF"/>
                    </a:solidFill>
                    <a:latin typeface="微软雅黑" panose="020B0503020204020204" pitchFamily="34" charset="-122"/>
                    <a:ea typeface="微软雅黑" panose="020B0503020204020204" pitchFamily="34" charset="-122"/>
                  </a:rPr>
                  <a:t> 要满足 </a:t>
                </a:r>
                <a14:m>
                  <m:oMath xmlns:m="http://schemas.openxmlformats.org/officeDocument/2006/math">
                    <m:r>
                      <m:rPr>
                        <m:sty m:val="p"/>
                      </m:rPr>
                      <a:rPr lang="en-US" altLang="zh-CN" sz="2800">
                        <a:solidFill>
                          <a:srgbClr val="0000FF"/>
                        </a:solidFill>
                        <a:latin typeface="Cambria Math" panose="02040503050406030204" pitchFamily="18" charset="0"/>
                        <a:ea typeface="宋体" charset="0"/>
                      </a:rPr>
                      <m:t>AB</m:t>
                    </m:r>
                    <m:r>
                      <m:rPr>
                        <m:sty m:val="p"/>
                      </m:rPr>
                      <a:rPr lang="en-US" altLang="zh-CN" sz="2800" b="0" i="0" smtClean="0">
                        <a:solidFill>
                          <a:srgbClr val="0000FF"/>
                        </a:solidFill>
                        <a:latin typeface="Cambria Math" panose="02040503050406030204" pitchFamily="18" charset="0"/>
                        <a:ea typeface="宋体" charset="0"/>
                      </a:rPr>
                      <m:t>C</m:t>
                    </m:r>
                  </m:oMath>
                </a14:m>
                <a:r>
                  <a:rPr lang="zh-CN" altLang="en-US" sz="2800" dirty="0">
                    <a:solidFill>
                      <a:srgbClr val="0000FF"/>
                    </a:solidFill>
                    <a:latin typeface="微软雅黑" panose="020B0503020204020204" pitchFamily="34" charset="-122"/>
                    <a:ea typeface="微软雅黑" panose="020B0503020204020204" pitchFamily="34" charset="-122"/>
                  </a:rPr>
                  <a:t> 为 </a:t>
                </a:r>
                <a14:m>
                  <m:oMath xmlns:m="http://schemas.openxmlformats.org/officeDocument/2006/math">
                    <m:r>
                      <a:rPr lang="en-US" altLang="zh-CN" sz="2800" i="1">
                        <a:solidFill>
                          <a:srgbClr val="0000FF"/>
                        </a:solidFill>
                        <a:latin typeface="Cambria Math" panose="02040503050406030204" pitchFamily="18" charset="0"/>
                        <a:ea typeface="微软雅黑" panose="020B0503020204020204" pitchFamily="34" charset="-122"/>
                      </a:rPr>
                      <m:t>1</m:t>
                    </m:r>
                    <m:r>
                      <a:rPr lang="en-US" altLang="zh-CN" sz="2800" i="1" smtClean="0">
                        <a:solidFill>
                          <a:srgbClr val="0000FF"/>
                        </a:solidFill>
                        <a:latin typeface="Cambria Math" panose="02040503050406030204" pitchFamily="18" charset="0"/>
                        <a:ea typeface="微软雅黑" panose="020B0503020204020204" pitchFamily="34" charset="-122"/>
                      </a:rPr>
                      <m:t>1</m:t>
                    </m:r>
                    <m:r>
                      <a:rPr lang="en-US" altLang="zh-CN" sz="2800" i="1" smtClean="0">
                        <a:solidFill>
                          <a:srgbClr val="0000FF"/>
                        </a:solidFill>
                        <a:latin typeface="Cambria Math" panose="02040503050406030204" pitchFamily="18" charset="0"/>
                        <a:ea typeface="Cambria Math" panose="02040503050406030204" pitchFamily="18" charset="0"/>
                      </a:rPr>
                      <m:t>∗</m:t>
                    </m:r>
                  </m:oMath>
                </a14:m>
                <a:r>
                  <a:rPr lang="zh-CN" altLang="en-US" sz="2800" dirty="0">
                    <a:solidFill>
                      <a:srgbClr val="0000FF"/>
                    </a:solidFill>
                    <a:latin typeface="微软雅黑" panose="020B0503020204020204" pitchFamily="34" charset="-122"/>
                    <a:ea typeface="微软雅黑" panose="020B0503020204020204" pitchFamily="34" charset="-122"/>
                  </a:rPr>
                  <a:t>、</a:t>
                </a:r>
                <a:r>
                  <a:rPr lang="en-US" altLang="zh-CN" sz="2800" dirty="0">
                    <a:solidFill>
                      <a:srgbClr val="0000FF"/>
                    </a:solidFill>
                    <a:ea typeface="微软雅黑" panose="020B0503020204020204" pitchFamily="34" charset="-122"/>
                  </a:rPr>
                  <a:t> </a:t>
                </a:r>
                <a14:m>
                  <m:oMath xmlns:m="http://schemas.openxmlformats.org/officeDocument/2006/math">
                    <m:r>
                      <a:rPr lang="en-US" altLang="zh-CN" sz="2800" i="1">
                        <a:solidFill>
                          <a:srgbClr val="0000FF"/>
                        </a:solidFill>
                        <a:latin typeface="Cambria Math" panose="02040503050406030204" pitchFamily="18" charset="0"/>
                        <a:ea typeface="微软雅黑" panose="020B0503020204020204" pitchFamily="34" charset="-122"/>
                      </a:rPr>
                      <m:t>1</m:t>
                    </m:r>
                    <m:r>
                      <a:rPr lang="en-US" altLang="zh-CN" sz="2800" i="1">
                        <a:solidFill>
                          <a:srgbClr val="0000FF"/>
                        </a:solidFill>
                        <a:latin typeface="Cambria Math" panose="02040503050406030204" pitchFamily="18" charset="0"/>
                        <a:ea typeface="Cambria Math" panose="02040503050406030204" pitchFamily="18" charset="0"/>
                      </a:rPr>
                      <m:t>∗</m:t>
                    </m:r>
                    <m:r>
                      <a:rPr lang="en-US" altLang="zh-CN" sz="2800" i="1">
                        <a:solidFill>
                          <a:srgbClr val="0000FF"/>
                        </a:solidFill>
                        <a:latin typeface="Cambria Math" panose="02040503050406030204" pitchFamily="18" charset="0"/>
                        <a:ea typeface="微软雅黑" panose="020B0503020204020204" pitchFamily="34" charset="-122"/>
                      </a:rPr>
                      <m:t>1</m:t>
                    </m:r>
                    <m:r>
                      <a:rPr lang="en-US" altLang="zh-CN" sz="2800" i="1">
                        <a:solidFill>
                          <a:srgbClr val="0000FF"/>
                        </a:solidFill>
                        <a:latin typeface="Cambria Math" panose="02040503050406030204" pitchFamily="18" charset="0"/>
                        <a:ea typeface="Cambria Math" panose="02040503050406030204" pitchFamily="18" charset="0"/>
                      </a:rPr>
                      <m:t> </m:t>
                    </m:r>
                  </m:oMath>
                </a14:m>
                <a:r>
                  <a:rPr lang="zh-CN" altLang="en-US" sz="2800" dirty="0">
                    <a:solidFill>
                      <a:srgbClr val="0000FF"/>
                    </a:solidFill>
                    <a:latin typeface="微软雅黑" panose="020B0503020204020204" pitchFamily="34" charset="-122"/>
                    <a:ea typeface="微软雅黑" panose="020B0503020204020204" pitchFamily="34" charset="-122"/>
                  </a:rPr>
                  <a:t>、</a:t>
                </a:r>
                <a:r>
                  <a:rPr lang="en-US" altLang="zh-CN" sz="2800" dirty="0">
                    <a:solidFill>
                      <a:srgbClr val="0000FF"/>
                    </a:solidFill>
                    <a:ea typeface="Cambria Math" panose="02040503050406030204" pitchFamily="18" charset="0"/>
                  </a:rPr>
                  <a:t> </a:t>
                </a:r>
                <a14:m>
                  <m:oMath xmlns:m="http://schemas.openxmlformats.org/officeDocument/2006/math">
                    <m:r>
                      <a:rPr lang="en-US" altLang="zh-CN" sz="2800" i="1">
                        <a:solidFill>
                          <a:srgbClr val="0000FF"/>
                        </a:solidFill>
                        <a:latin typeface="Cambria Math" panose="02040503050406030204" pitchFamily="18" charset="0"/>
                        <a:ea typeface="Cambria Math" panose="02040503050406030204" pitchFamily="18" charset="0"/>
                      </a:rPr>
                      <m:t>∗01 </m:t>
                    </m:r>
                  </m:oMath>
                </a14:m>
                <a:r>
                  <a:rPr lang="zh-CN" altLang="en-US" sz="2800" dirty="0">
                    <a:solidFill>
                      <a:srgbClr val="0000FF"/>
                    </a:solidFill>
                    <a:latin typeface="微软雅黑" panose="020B0503020204020204" pitchFamily="34" charset="-122"/>
                    <a:ea typeface="微软雅黑" panose="020B0503020204020204" pitchFamily="34" charset="-122"/>
                  </a:rPr>
                  <a:t>，其中 </a:t>
                </a:r>
                <a14:m>
                  <m:oMath xmlns:m="http://schemas.openxmlformats.org/officeDocument/2006/math">
                    <m:r>
                      <a:rPr lang="en-US" altLang="zh-CN" sz="2800" i="1">
                        <a:solidFill>
                          <a:srgbClr val="0000FF"/>
                        </a:solidFill>
                        <a:latin typeface="Cambria Math" panose="02040503050406030204" pitchFamily="18" charset="0"/>
                        <a:ea typeface="Cambria Math" panose="02040503050406030204" pitchFamily="18" charset="0"/>
                      </a:rPr>
                      <m:t>∗</m:t>
                    </m:r>
                  </m:oMath>
                </a14:m>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dirty="0">
                    <a:solidFill>
                      <a:srgbClr val="0000FF"/>
                    </a:solidFill>
                    <a:latin typeface="微软雅黑" panose="020B0503020204020204" pitchFamily="34" charset="-122"/>
                    <a:ea typeface="微软雅黑" panose="020B0503020204020204" pitchFamily="34" charset="-122"/>
                  </a:rPr>
                  <a:t>为 </a:t>
                </a:r>
                <a:r>
                  <a:rPr lang="en-US" altLang="zh-CN" sz="2800" dirty="0">
                    <a:solidFill>
                      <a:srgbClr val="0000FF"/>
                    </a:solidFill>
                    <a:latin typeface="微软雅黑" panose="020B0503020204020204" pitchFamily="34" charset="-122"/>
                    <a:ea typeface="微软雅黑" panose="020B0503020204020204" pitchFamily="34" charset="-122"/>
                  </a:rPr>
                  <a:t>0 </a:t>
                </a:r>
                <a:r>
                  <a:rPr lang="zh-CN" altLang="en-US" sz="2800" dirty="0">
                    <a:solidFill>
                      <a:srgbClr val="0000FF"/>
                    </a:solidFill>
                    <a:latin typeface="微软雅黑" panose="020B0503020204020204" pitchFamily="34" charset="-122"/>
                    <a:ea typeface="微软雅黑" panose="020B0503020204020204" pitchFamily="34" charset="-122"/>
                  </a:rPr>
                  <a:t>或 </a:t>
                </a:r>
                <a:r>
                  <a:rPr lang="en-US" altLang="zh-CN" sz="2800" dirty="0">
                    <a:solidFill>
                      <a:srgbClr val="0000FF"/>
                    </a:solidFill>
                    <a:latin typeface="微软雅黑" panose="020B0503020204020204" pitchFamily="34" charset="-122"/>
                    <a:ea typeface="微软雅黑" panose="020B0503020204020204" pitchFamily="34" charset="-122"/>
                  </a:rPr>
                  <a:t>1</a:t>
                </a:r>
                <a:r>
                  <a:rPr lang="zh-CN" altLang="en-US" sz="2800" dirty="0">
                    <a:solidFill>
                      <a:srgbClr val="0000FF"/>
                    </a:solidFill>
                    <a:latin typeface="微软雅黑" panose="020B0503020204020204" pitchFamily="34" charset="-122"/>
                    <a:ea typeface="微软雅黑" panose="020B0503020204020204" pitchFamily="34" charset="-122"/>
                  </a:rPr>
                  <a:t>，从真值表中可以得到满足条件的项为 </a:t>
                </a:r>
                <a:r>
                  <a:rPr lang="en-US" altLang="zh-CN" sz="2800" dirty="0">
                    <a:solidFill>
                      <a:srgbClr val="0000FF"/>
                    </a:solidFill>
                    <a:latin typeface="微软雅黑" panose="020B0503020204020204" pitchFamily="34" charset="-122"/>
                    <a:ea typeface="微软雅黑" panose="020B0503020204020204" pitchFamily="34" charset="-122"/>
                  </a:rPr>
                  <a:t>1</a:t>
                </a:r>
                <a:r>
                  <a:rPr lang="zh-CN" altLang="en-US" sz="2800" dirty="0">
                    <a:solidFill>
                      <a:srgbClr val="0000FF"/>
                    </a:solidFill>
                    <a:latin typeface="微软雅黑" panose="020B0503020204020204" pitchFamily="34" charset="-122"/>
                    <a:ea typeface="微软雅黑" panose="020B0503020204020204" pitchFamily="34" charset="-122"/>
                  </a:rPr>
                  <a:t>，</a:t>
                </a:r>
                <a:r>
                  <a:rPr lang="en-US" altLang="zh-CN" sz="2800" dirty="0">
                    <a:solidFill>
                      <a:srgbClr val="0000FF"/>
                    </a:solidFill>
                    <a:latin typeface="微软雅黑" panose="020B0503020204020204" pitchFamily="34" charset="-122"/>
                    <a:ea typeface="微软雅黑" panose="020B0503020204020204" pitchFamily="34" charset="-122"/>
                  </a:rPr>
                  <a:t>5</a:t>
                </a:r>
                <a:r>
                  <a:rPr lang="zh-CN" altLang="en-US" sz="2800" dirty="0">
                    <a:solidFill>
                      <a:srgbClr val="0000FF"/>
                    </a:solidFill>
                    <a:latin typeface="微软雅黑" panose="020B0503020204020204" pitchFamily="34" charset="-122"/>
                    <a:ea typeface="微软雅黑" panose="020B0503020204020204" pitchFamily="34" charset="-122"/>
                  </a:rPr>
                  <a:t>，</a:t>
                </a:r>
                <a:r>
                  <a:rPr lang="en-US" altLang="zh-CN" sz="2800" dirty="0">
                    <a:solidFill>
                      <a:srgbClr val="0000FF"/>
                    </a:solidFill>
                    <a:latin typeface="微软雅黑" panose="020B0503020204020204" pitchFamily="34" charset="-122"/>
                    <a:ea typeface="微软雅黑" panose="020B0503020204020204" pitchFamily="34" charset="-122"/>
                  </a:rPr>
                  <a:t>6</a:t>
                </a:r>
                <a:r>
                  <a:rPr lang="zh-CN" altLang="en-US" sz="2800" dirty="0">
                    <a:solidFill>
                      <a:srgbClr val="0000FF"/>
                    </a:solidFill>
                    <a:latin typeface="微软雅黑" panose="020B0503020204020204" pitchFamily="34" charset="-122"/>
                    <a:ea typeface="微软雅黑" panose="020B0503020204020204" pitchFamily="34" charset="-122"/>
                  </a:rPr>
                  <a:t>，</a:t>
                </a:r>
                <a:r>
                  <a:rPr lang="en-US" altLang="zh-CN" sz="2800" dirty="0">
                    <a:solidFill>
                      <a:srgbClr val="0000FF"/>
                    </a:solidFill>
                    <a:latin typeface="微软雅黑" panose="020B0503020204020204" pitchFamily="34" charset="-122"/>
                    <a:ea typeface="微软雅黑" panose="020B0503020204020204" pitchFamily="34" charset="-122"/>
                  </a:rPr>
                  <a:t>7</a:t>
                </a:r>
                <a:endParaRPr lang="zh-CN" altLang="en-US" sz="28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CB0C951C-1E2D-5FCD-CED3-933CD858C290}"/>
                  </a:ext>
                </a:extLst>
              </p:cNvPr>
              <p:cNvSpPr txBox="1">
                <a:spLocks noRot="1" noChangeAspect="1" noMove="1" noResize="1" noEditPoints="1" noAdjustHandles="1" noChangeArrowheads="1" noChangeShapeType="1" noTextEdit="1"/>
              </p:cNvSpPr>
              <p:nvPr/>
            </p:nvSpPr>
            <p:spPr>
              <a:xfrm>
                <a:off x="360000" y="5616000"/>
                <a:ext cx="10125529" cy="954107"/>
              </a:xfrm>
              <a:prstGeom prst="rect">
                <a:avLst/>
              </a:prstGeom>
              <a:blipFill>
                <a:blip r:embed="rId3"/>
                <a:stretch>
                  <a:fillRect l="-1204" t="-7006" b="-1656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F07CFC4-2C6D-DB3A-CF4A-64DBA55223C9}"/>
              </a:ext>
            </a:extLst>
          </p:cNvPr>
          <p:cNvSpPr txBox="1"/>
          <p:nvPr/>
        </p:nvSpPr>
        <p:spPr>
          <a:xfrm>
            <a:off x="360000" y="828000"/>
            <a:ext cx="5797265" cy="1415772"/>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求逻辑函数的标准与或式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方法一：直接拆分</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方法二：填真值表</a:t>
            </a:r>
          </a:p>
        </p:txBody>
      </p:sp>
      <p:sp>
        <p:nvSpPr>
          <p:cNvPr id="3" name="标题 1">
            <a:extLst>
              <a:ext uri="{FF2B5EF4-FFF2-40B4-BE49-F238E27FC236}">
                <a16:creationId xmlns:a16="http://schemas.microsoft.com/office/drawing/2014/main" id="{794F701C-7AC9-2703-4AC7-81388FAD3C4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最小项（标准与或式）</a:t>
            </a:r>
            <a:endParaRPr lang="en-US" altLang="zh-CN" sz="3000" dirty="0">
              <a:solidFill>
                <a:srgbClr val="FFFF00"/>
              </a:solidFill>
            </a:endParaRPr>
          </a:p>
        </p:txBody>
      </p:sp>
    </p:spTree>
    <p:extLst>
      <p:ext uri="{BB962C8B-B14F-4D97-AF65-F5344CB8AC3E}">
        <p14:creationId xmlns:p14="http://schemas.microsoft.com/office/powerpoint/2010/main" val="117055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par>
                                <p:cTn id="8" presetID="14" presetClass="entr" presetSubtype="1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randombar(horizontal)">
                                      <p:cBhvr>
                                        <p:cTn id="10" dur="500"/>
                                        <p:tgtEl>
                                          <p:spTgt spid="22"/>
                                        </p:tgtEl>
                                      </p:cBhvr>
                                    </p:animEffect>
                                  </p:childTnLst>
                                </p:cTn>
                              </p:par>
                              <p:par>
                                <p:cTn id="11" presetID="14" presetClass="entr" presetSubtype="1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randombar(horizontal)">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8E86D0E-4D69-268B-181E-1D43699A046F}"/>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615EB443-0FD2-9A5C-E867-BE9636B73593}"/>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E0091FA8-B5F9-B35C-AE22-1779C97D53C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9CFA39FC-1499-CFF2-BE6B-B589DCB18E0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9A8E6948-3FA0-48EB-7710-886035CE8C1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7774062-674C-6165-A6F2-053C49213C7F}"/>
                  </a:ext>
                </a:extLst>
              </p:cNvPr>
              <p:cNvSpPr txBox="1"/>
              <p:nvPr/>
            </p:nvSpPr>
            <p:spPr>
              <a:xfrm>
                <a:off x="360000" y="2520000"/>
                <a:ext cx="5617889" cy="831766"/>
              </a:xfrm>
              <a:prstGeom prst="rect">
                <a:avLst/>
              </a:prstGeom>
              <a:noFill/>
            </p:spPr>
            <p:txBody>
              <a:bodyPr wrap="square">
                <a:spAutoFit/>
              </a:bodyPr>
              <a:lstStyle/>
              <a:p>
                <a:pPr marL="914400" lvl="4">
                  <a:spcAft>
                    <a:spcPts val="600"/>
                  </a:spcAft>
                </a:pPr>
                <a14:m>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e>
                    </m:acc>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C</m:t>
                        </m:r>
                      </m:e>
                    </m:acc>
                  </m:oMath>
                </a14:m>
                <a:r>
                  <a:rPr lang="zh-CN" altLang="en-US" sz="2400" dirty="0">
                    <a:solidFill>
                      <a:schemeClr val="accent5">
                        <a:lumMod val="75000"/>
                      </a:schemeClr>
                    </a:solidFill>
                    <a:ea typeface="微软雅黑" panose="020B0503020204020204" pitchFamily="34" charset="-122"/>
                  </a:rPr>
                  <a:t>，</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C</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B</m:t>
                        </m:r>
                      </m:e>
                    </m:acc>
                    <m:r>
                      <a:rPr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acc>
                      <m:accPr>
                        <m:chr m:val="̅"/>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C</m:t>
                        </m:r>
                      </m:e>
                    </m:acc>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均为最大项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17774062-674C-6165-A6F2-053C49213C7F}"/>
                  </a:ext>
                </a:extLst>
              </p:cNvPr>
              <p:cNvSpPr txBox="1">
                <a:spLocks noRot="1" noChangeAspect="1" noMove="1" noResize="1" noEditPoints="1" noAdjustHandles="1" noChangeArrowheads="1" noChangeShapeType="1" noTextEdit="1"/>
              </p:cNvSpPr>
              <p:nvPr/>
            </p:nvSpPr>
            <p:spPr>
              <a:xfrm>
                <a:off x="360000" y="2520000"/>
                <a:ext cx="5617889" cy="831766"/>
              </a:xfrm>
              <a:prstGeom prst="rect">
                <a:avLst/>
              </a:prstGeom>
              <a:blipFill>
                <a:blip r:embed="rId3"/>
                <a:stretch>
                  <a:fillRect t="-5839" r="-4230" b="-153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E3181A7-B7FC-D480-B967-E9AA40D89125}"/>
                  </a:ext>
                </a:extLst>
              </p:cNvPr>
              <p:cNvSpPr txBox="1"/>
              <p:nvPr/>
            </p:nvSpPr>
            <p:spPr>
              <a:xfrm>
                <a:off x="6768000" y="2520000"/>
                <a:ext cx="5161415" cy="907941"/>
              </a:xfrm>
              <a:prstGeom prst="rect">
                <a:avLst/>
              </a:prstGeom>
              <a:noFill/>
            </p:spPr>
            <p:txBody>
              <a:bodyPr wrap="square">
                <a:spAutoFit/>
              </a:bodyPr>
              <a:lstStyle/>
              <a:p>
                <a:pPr marL="0" lvl="2" algn="ctr">
                  <a:spcAft>
                    <a:spcPts val="600"/>
                  </a:spcAft>
                </a:pPr>
                <a:r>
                  <a:rPr lang="zh-CN" altLang="en-US" sz="2400" dirty="0">
                    <a:solidFill>
                      <a:srgbClr val="0000FF"/>
                    </a:solidFill>
                    <a:latin typeface="微软雅黑" panose="020B0503020204020204" pitchFamily="34" charset="-122"/>
                    <a:ea typeface="微软雅黑" panose="020B0503020204020204" pitchFamily="34" charset="-122"/>
                  </a:rPr>
                  <a:t>按 </a:t>
                </a:r>
                <a14:m>
                  <m:oMath xmlns:m="http://schemas.openxmlformats.org/officeDocument/2006/math">
                    <m:r>
                      <m:rPr>
                        <m:sty m:val="p"/>
                      </m:rPr>
                      <a:rPr lang="en-US" altLang="zh-CN" sz="2400">
                        <a:solidFill>
                          <a:srgbClr val="0000FF"/>
                        </a:solidFill>
                        <a:latin typeface="Cambria Math" panose="02040503050406030204" pitchFamily="18" charset="0"/>
                        <a:ea typeface="微软雅黑" panose="020B0503020204020204" pitchFamily="34" charset="-122"/>
                      </a:rPr>
                      <m:t>ABC</m:t>
                    </m:r>
                  </m:oMath>
                </a14:m>
                <a:r>
                  <a:rPr lang="zh-CN" altLang="en-US" sz="2400" dirty="0">
                    <a:solidFill>
                      <a:srgbClr val="0000FF"/>
                    </a:solidFill>
                    <a:latin typeface="微软雅黑" panose="020B0503020204020204" pitchFamily="34" charset="-122"/>
                    <a:ea typeface="微软雅黑" panose="020B0503020204020204" pitchFamily="34" charset="-122"/>
                  </a:rPr>
                  <a:t> 的顺序，分别对应</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lvl="2" algn="ctr">
                  <a:spcAft>
                    <a:spcPts val="600"/>
                  </a:spcAft>
                </a:pPr>
                <a:r>
                  <a:rPr lang="en-US" altLang="zh-CN" sz="2400" dirty="0">
                    <a:solidFill>
                      <a:srgbClr val="0000FF"/>
                    </a:solidFill>
                    <a:latin typeface="微软雅黑" panose="020B0503020204020204" pitchFamily="34" charset="-122"/>
                    <a:ea typeface="微软雅黑" panose="020B0503020204020204" pitchFamily="34" charset="-122"/>
                  </a:rPr>
                  <a:t>101 (</a:t>
                </a:r>
                <a14:m>
                  <m:oMath xmlns:m="http://schemas.openxmlformats.org/officeDocument/2006/math">
                    <m:sSub>
                      <m:sSubPr>
                        <m:ctrlPr>
                          <a:rPr lang="en-US" altLang="zh-CN" sz="2400" i="1">
                            <a:solidFill>
                              <a:srgbClr val="0000FF"/>
                            </a:solidFill>
                            <a:latin typeface="Cambria Math" panose="02040503050406030204" pitchFamily="18" charset="0"/>
                            <a:ea typeface="微软雅黑" panose="020B0503020204020204" pitchFamily="34" charset="-122"/>
                          </a:rPr>
                        </m:ctrlPr>
                      </m:sSubPr>
                      <m:e>
                        <m:r>
                          <a:rPr lang="en-US" altLang="zh-CN" sz="2400" i="1">
                            <a:solidFill>
                              <a:srgbClr val="0000FF"/>
                            </a:solidFill>
                            <a:latin typeface="Cambria Math" panose="02040503050406030204" pitchFamily="18" charset="0"/>
                            <a:ea typeface="微软雅黑" panose="020B0503020204020204" pitchFamily="34" charset="-122"/>
                          </a:rPr>
                          <m:t>𝑀</m:t>
                        </m:r>
                      </m:e>
                      <m:sub>
                        <m:r>
                          <a:rPr lang="en-US" altLang="zh-CN" sz="2400" i="1">
                            <a:solidFill>
                              <a:srgbClr val="0000FF"/>
                            </a:solidFill>
                            <a:latin typeface="Cambria Math" panose="02040503050406030204" pitchFamily="18" charset="0"/>
                            <a:ea typeface="微软雅黑" panose="020B0503020204020204" pitchFamily="34" charset="-122"/>
                          </a:rPr>
                          <m:t>5</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010 (</a:t>
                </a:r>
                <a14:m>
                  <m:oMath xmlns:m="http://schemas.openxmlformats.org/officeDocument/2006/math">
                    <m:sSub>
                      <m:sSubPr>
                        <m:ctrlPr>
                          <a:rPr lang="en-US" altLang="zh-CN" sz="2400" i="1">
                            <a:solidFill>
                              <a:srgbClr val="0000FF"/>
                            </a:solidFill>
                            <a:latin typeface="Cambria Math" panose="02040503050406030204" pitchFamily="18" charset="0"/>
                            <a:ea typeface="微软雅黑" panose="020B0503020204020204" pitchFamily="34" charset="-122"/>
                          </a:rPr>
                        </m:ctrlPr>
                      </m:sSubPr>
                      <m:e>
                        <m:r>
                          <a:rPr lang="en-US" altLang="zh-CN" sz="2400" i="1">
                            <a:solidFill>
                              <a:srgbClr val="0000FF"/>
                            </a:solidFill>
                            <a:latin typeface="Cambria Math" panose="02040503050406030204" pitchFamily="18" charset="0"/>
                            <a:ea typeface="微软雅黑" panose="020B0503020204020204" pitchFamily="34" charset="-122"/>
                          </a:rPr>
                          <m:t>𝑀</m:t>
                        </m:r>
                      </m:e>
                      <m:sub>
                        <m:r>
                          <a:rPr lang="en-US" altLang="zh-CN" sz="2400" i="1">
                            <a:solidFill>
                              <a:srgbClr val="0000FF"/>
                            </a:solidFill>
                            <a:latin typeface="Cambria Math" panose="02040503050406030204" pitchFamily="18" charset="0"/>
                            <a:ea typeface="微软雅黑" panose="020B0503020204020204" pitchFamily="34" charset="-122"/>
                          </a:rPr>
                          <m:t>2</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011 (</a:t>
                </a:r>
                <a14:m>
                  <m:oMath xmlns:m="http://schemas.openxmlformats.org/officeDocument/2006/math">
                    <m:sSub>
                      <m:sSubPr>
                        <m:ctrlPr>
                          <a:rPr lang="en-US" altLang="zh-CN" sz="2400" i="1">
                            <a:solidFill>
                              <a:srgbClr val="0000FF"/>
                            </a:solidFill>
                            <a:latin typeface="Cambria Math" panose="02040503050406030204" pitchFamily="18" charset="0"/>
                            <a:ea typeface="微软雅黑" panose="020B0503020204020204" pitchFamily="34" charset="-122"/>
                          </a:rPr>
                        </m:ctrlPr>
                      </m:sSubPr>
                      <m:e>
                        <m:r>
                          <a:rPr lang="en-US" altLang="zh-CN" sz="2400" i="1">
                            <a:solidFill>
                              <a:srgbClr val="0000FF"/>
                            </a:solidFill>
                            <a:latin typeface="Cambria Math" panose="02040503050406030204" pitchFamily="18" charset="0"/>
                            <a:ea typeface="微软雅黑" panose="020B0503020204020204" pitchFamily="34" charset="-122"/>
                          </a:rPr>
                          <m:t>𝑀</m:t>
                        </m:r>
                      </m:e>
                      <m:sub>
                        <m:r>
                          <a:rPr lang="en-US" altLang="zh-CN" sz="2400" i="1">
                            <a:solidFill>
                              <a:srgbClr val="0000FF"/>
                            </a:solidFill>
                            <a:latin typeface="Cambria Math" panose="02040503050406030204" pitchFamily="18" charset="0"/>
                            <a:ea typeface="微软雅黑" panose="020B0503020204020204" pitchFamily="34" charset="-122"/>
                          </a:rPr>
                          <m:t>3</m:t>
                        </m:r>
                      </m:sub>
                    </m:sSub>
                  </m:oMath>
                </a14:m>
                <a:r>
                  <a:rPr lang="en-US" altLang="zh-CN" sz="2400" dirty="0">
                    <a:solidFill>
                      <a:srgbClr val="0000FF"/>
                    </a:solidFill>
                    <a:latin typeface="微软雅黑" panose="020B0503020204020204" pitchFamily="34" charset="-122"/>
                    <a:ea typeface="微软雅黑" panose="020B0503020204020204" pitchFamily="34" charset="-122"/>
                  </a:rPr>
                  <a:t>)</a:t>
                </a:r>
              </a:p>
            </p:txBody>
          </p:sp>
        </mc:Choice>
        <mc:Fallback xmlns="">
          <p:sp>
            <p:nvSpPr>
              <p:cNvPr id="16" name="文本框 15">
                <a:extLst>
                  <a:ext uri="{FF2B5EF4-FFF2-40B4-BE49-F238E27FC236}">
                    <a16:creationId xmlns:a16="http://schemas.microsoft.com/office/drawing/2014/main" id="{AE3181A7-B7FC-D480-B967-E9AA40D89125}"/>
                  </a:ext>
                </a:extLst>
              </p:cNvPr>
              <p:cNvSpPr txBox="1">
                <a:spLocks noRot="1" noChangeAspect="1" noMove="1" noResize="1" noEditPoints="1" noAdjustHandles="1" noChangeArrowheads="1" noChangeShapeType="1" noTextEdit="1"/>
              </p:cNvSpPr>
              <p:nvPr/>
            </p:nvSpPr>
            <p:spPr>
              <a:xfrm>
                <a:off x="6768000" y="2520000"/>
                <a:ext cx="5161415" cy="907941"/>
              </a:xfrm>
              <a:prstGeom prst="rect">
                <a:avLst/>
              </a:prstGeom>
              <a:blipFill>
                <a:blip r:embed="rId4"/>
                <a:stretch>
                  <a:fillRect t="-5369" b="-14765"/>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C12A864-E568-9783-FCBB-731C9A6EDD76}"/>
              </a:ext>
            </a:extLst>
          </p:cNvPr>
          <p:cNvSpPr txBox="1"/>
          <p:nvPr/>
        </p:nvSpPr>
        <p:spPr>
          <a:xfrm>
            <a:off x="360000" y="828000"/>
            <a:ext cx="11281759" cy="954107"/>
          </a:xfrm>
          <a:prstGeom prst="rect">
            <a:avLst/>
          </a:prstGeom>
          <a:noFill/>
        </p:spPr>
        <p:txBody>
          <a:bodyPr wrap="square">
            <a:spAutoFit/>
          </a:bodyPr>
          <a:lstStyle/>
          <a:p>
            <a:pPr>
              <a:spcAft>
                <a:spcPts val="600"/>
              </a:spcAft>
            </a:pPr>
            <a:r>
              <a:rPr lang="zh-CN" altLang="en-US" sz="2800" b="1" dirty="0">
                <a:solidFill>
                  <a:srgbClr val="002060"/>
                </a:solidFill>
                <a:latin typeface="微软雅黑" panose="020B0503020204020204" pitchFamily="34" charset="-122"/>
                <a:ea typeface="微软雅黑" panose="020B0503020204020204" pitchFamily="34" charset="-122"/>
              </a:rPr>
              <a:t>最大项定义</a:t>
            </a:r>
            <a:r>
              <a:rPr lang="zh-CN" altLang="en-US" sz="2800" dirty="0">
                <a:solidFill>
                  <a:srgbClr val="002060"/>
                </a:solidFill>
                <a:latin typeface="微软雅黑" panose="020B0503020204020204" pitchFamily="34" charset="-122"/>
                <a:ea typeface="微软雅黑" panose="020B0503020204020204" pitchFamily="34" charset="-122"/>
              </a:rPr>
              <a:t>：包含全部输入变量的</a:t>
            </a:r>
            <a:r>
              <a:rPr lang="zh-CN" altLang="en-US" sz="2800" dirty="0">
                <a:solidFill>
                  <a:srgbClr val="C00000"/>
                </a:solidFill>
                <a:latin typeface="微软雅黑" panose="020B0503020204020204" pitchFamily="34" charset="-122"/>
                <a:ea typeface="微软雅黑" panose="020B0503020204020204" pitchFamily="34" charset="-122"/>
              </a:rPr>
              <a:t>或</a:t>
            </a:r>
            <a:r>
              <a:rPr lang="zh-CN" altLang="en-US" sz="2800" dirty="0">
                <a:solidFill>
                  <a:srgbClr val="002060"/>
                </a:solidFill>
                <a:latin typeface="微软雅黑" panose="020B0503020204020204" pitchFamily="34" charset="-122"/>
                <a:ea typeface="微软雅黑" panose="020B0503020204020204" pitchFamily="34" charset="-122"/>
              </a:rPr>
              <a:t>项，每个变量均以原变量或反变量的形式</a:t>
            </a:r>
            <a:r>
              <a:rPr lang="zh-CN" altLang="en-US" sz="2800" dirty="0">
                <a:solidFill>
                  <a:srgbClr val="C00000"/>
                </a:solidFill>
                <a:latin typeface="微软雅黑" panose="020B0503020204020204" pitchFamily="34" charset="-122"/>
                <a:ea typeface="微软雅黑" panose="020B0503020204020204" pitchFamily="34" charset="-122"/>
              </a:rPr>
              <a:t>出现一次</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CA26063-DC8D-9E0D-5819-97DACB238736}"/>
                  </a:ext>
                </a:extLst>
              </p:cNvPr>
              <p:cNvSpPr txBox="1"/>
              <p:nvPr/>
            </p:nvSpPr>
            <p:spPr>
              <a:xfrm>
                <a:off x="360000" y="1872000"/>
                <a:ext cx="7668219" cy="492443"/>
              </a:xfrm>
              <a:prstGeom prst="rect">
                <a:avLst/>
              </a:prstGeom>
              <a:noFill/>
            </p:spPr>
            <p:txBody>
              <a:bodyPr wrap="square">
                <a:spAutoFit/>
              </a:bodyPr>
              <a:lstStyle/>
              <a:p>
                <a:pPr lvl="1">
                  <a:spcAft>
                    <a:spcPts val="600"/>
                  </a:spcAft>
                </a:pPr>
                <a:r>
                  <a:rPr lang="zh-CN" altLang="en-US" sz="2600" dirty="0">
                    <a:solidFill>
                      <a:schemeClr val="accent5">
                        <a:lumMod val="75000"/>
                      </a:schemeClr>
                    </a:solidFill>
                    <a:latin typeface="微软雅黑" panose="020B0503020204020204" pitchFamily="34" charset="-122"/>
                    <a:ea typeface="微软雅黑" panose="020B0503020204020204" pitchFamily="34" charset="-122"/>
                  </a:rPr>
                  <a:t>例：对于 </a:t>
                </a:r>
                <a:r>
                  <a:rPr lang="en-US" altLang="zh-CN" sz="2600" dirty="0">
                    <a:solidFill>
                      <a:schemeClr val="accent5">
                        <a:lumMod val="75000"/>
                      </a:schemeClr>
                    </a:solidFill>
                    <a:latin typeface="微软雅黑" panose="020B0503020204020204" pitchFamily="34" charset="-122"/>
                    <a:ea typeface="微软雅黑" panose="020B0503020204020204" pitchFamily="34" charset="-122"/>
                  </a:rPr>
                  <a:t>3 </a:t>
                </a:r>
                <a:r>
                  <a:rPr lang="zh-CN" altLang="en-US" sz="2600" dirty="0">
                    <a:solidFill>
                      <a:schemeClr val="accent5">
                        <a:lumMod val="75000"/>
                      </a:schemeClr>
                    </a:solidFill>
                    <a:latin typeface="微软雅黑" panose="020B0503020204020204" pitchFamily="34" charset="-122"/>
                    <a:ea typeface="微软雅黑" panose="020B0503020204020204" pitchFamily="34" charset="-122"/>
                  </a:rPr>
                  <a:t>变量逻辑函数 </a:t>
                </a:r>
                <a14:m>
                  <m:oMath xmlns:m="http://schemas.openxmlformats.org/officeDocument/2006/math">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Y</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A</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B</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C</m:t>
                    </m:r>
                    <m:r>
                      <a:rPr lang="en-US" altLang="zh-CN" sz="2600" b="0" i="0" smtClean="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6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6CA26063-DC8D-9E0D-5819-97DACB238736}"/>
                  </a:ext>
                </a:extLst>
              </p:cNvPr>
              <p:cNvSpPr txBox="1">
                <a:spLocks noRot="1" noChangeAspect="1" noMove="1" noResize="1" noEditPoints="1" noAdjustHandles="1" noChangeArrowheads="1" noChangeShapeType="1" noTextEdit="1"/>
              </p:cNvSpPr>
              <p:nvPr/>
            </p:nvSpPr>
            <p:spPr>
              <a:xfrm>
                <a:off x="360000" y="1872000"/>
                <a:ext cx="7668219" cy="492443"/>
              </a:xfrm>
              <a:prstGeom prst="rect">
                <a:avLst/>
              </a:prstGeom>
              <a:blipFill>
                <a:blip r:embed="rId5"/>
                <a:stretch>
                  <a:fillRect t="-11111" b="-30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EE6E613-25B8-37E4-4C0E-A490C85AE338}"/>
                  </a:ext>
                </a:extLst>
              </p:cNvPr>
              <p:cNvSpPr txBox="1"/>
              <p:nvPr/>
            </p:nvSpPr>
            <p:spPr>
              <a:xfrm>
                <a:off x="360000" y="4320000"/>
                <a:ext cx="10985350" cy="954107"/>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 </a:t>
                </a:r>
                <a14:m>
                  <m:oMath xmlns:m="http://schemas.openxmlformats.org/officeDocument/2006/math">
                    <m:r>
                      <a:rPr lang="en-US" altLang="zh-CN" sz="2800" i="1">
                        <a:solidFill>
                          <a:srgbClr val="002060"/>
                        </a:solidFill>
                        <a:latin typeface="Cambria Math" panose="02040503050406030204" pitchFamily="18" charset="0"/>
                        <a:ea typeface="微软雅黑" panose="020B0503020204020204" pitchFamily="34" charset="-122"/>
                      </a:rPr>
                      <m:t>𝑛</m:t>
                    </m:r>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变量逻辑函数，共有 </a:t>
                </a:r>
                <a14:m>
                  <m:oMath xmlns:m="http://schemas.openxmlformats.org/officeDocument/2006/math">
                    <m:sSup>
                      <m:sSupPr>
                        <m:ctrlPr>
                          <a:rPr lang="en-US" altLang="zh-CN" sz="2800" i="1">
                            <a:solidFill>
                              <a:srgbClr val="002060"/>
                            </a:solidFill>
                            <a:latin typeface="Cambria Math" panose="02040503050406030204" pitchFamily="18" charset="0"/>
                            <a:ea typeface="微软雅黑" panose="020B0503020204020204" pitchFamily="34" charset="-122"/>
                          </a:rPr>
                        </m:ctrlPr>
                      </m:sSupPr>
                      <m:e>
                        <m:r>
                          <a:rPr lang="en-US" altLang="zh-CN" sz="2800" i="1">
                            <a:solidFill>
                              <a:srgbClr val="002060"/>
                            </a:solidFill>
                            <a:latin typeface="Cambria Math" panose="02040503050406030204" pitchFamily="18" charset="0"/>
                            <a:ea typeface="微软雅黑" panose="020B0503020204020204" pitchFamily="34" charset="-122"/>
                          </a:rPr>
                          <m:t>2</m:t>
                        </m:r>
                      </m:e>
                      <m:sup>
                        <m:r>
                          <a:rPr lang="en-US" altLang="zh-CN" sz="2800" i="1">
                            <a:solidFill>
                              <a:srgbClr val="002060"/>
                            </a:solidFill>
                            <a:latin typeface="Cambria Math" panose="02040503050406030204" pitchFamily="18" charset="0"/>
                            <a:ea typeface="微软雅黑" panose="020B0503020204020204" pitchFamily="34" charset="-122"/>
                          </a:rPr>
                          <m:t>𝑛</m:t>
                        </m:r>
                      </m:sup>
                    </m:sSup>
                  </m:oMath>
                </a14:m>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个</a:t>
                </a:r>
                <a:r>
                  <a:rPr lang="zh-CN" altLang="en-US" sz="2800" dirty="0">
                    <a:solidFill>
                      <a:srgbClr val="002060"/>
                    </a:solidFill>
                    <a:latin typeface="Microsoft YaHei" panose="020B0503020204020204" pitchFamily="34" charset="-122"/>
                    <a:ea typeface="Microsoft YaHei" panose="020B0503020204020204" pitchFamily="34" charset="-122"/>
                  </a:rPr>
                  <a:t>最大项，每个最大项简记为 </a:t>
                </a:r>
                <a14:m>
                  <m:oMath xmlns:m="http://schemas.openxmlformats.org/officeDocument/2006/math">
                    <m:sSub>
                      <m:sSubPr>
                        <m:ctrlPr>
                          <a:rPr lang="en-US" altLang="zh-CN" sz="2800" i="1">
                            <a:solidFill>
                              <a:srgbClr val="002060"/>
                            </a:solidFill>
                            <a:latin typeface="Cambria Math" panose="02040503050406030204" pitchFamily="18" charset="0"/>
                            <a:ea typeface="微软雅黑" panose="020B0503020204020204" pitchFamily="34" charset="-122"/>
                          </a:rPr>
                        </m:ctrlPr>
                      </m:sSubPr>
                      <m:e>
                        <m:r>
                          <a:rPr lang="en-US" altLang="zh-CN" sz="2800" i="1">
                            <a:solidFill>
                              <a:srgbClr val="002060"/>
                            </a:solidFill>
                            <a:latin typeface="Cambria Math" panose="02040503050406030204" pitchFamily="18" charset="0"/>
                            <a:ea typeface="微软雅黑" panose="020B0503020204020204" pitchFamily="34" charset="-122"/>
                          </a:rPr>
                          <m:t>𝑀</m:t>
                        </m:r>
                      </m:e>
                      <m:sub>
                        <m:r>
                          <a:rPr lang="en-US" altLang="zh-CN" sz="2800" i="1">
                            <a:solidFill>
                              <a:srgbClr val="002060"/>
                            </a:solidFill>
                            <a:latin typeface="Cambria Math" panose="02040503050406030204" pitchFamily="18" charset="0"/>
                            <a:ea typeface="微软雅黑" panose="020B0503020204020204" pitchFamily="34" charset="-122"/>
                          </a:rPr>
                          <m:t>𝑖</m:t>
                        </m:r>
                      </m:sub>
                    </m:sSub>
                  </m:oMath>
                </a14:m>
                <a:r>
                  <a:rPr lang="zh-CN" altLang="en-US" sz="2800" dirty="0">
                    <a:solidFill>
                      <a:srgbClr val="002060"/>
                    </a:solidFill>
                    <a:latin typeface="Microsoft YaHei" panose="020B0503020204020204" pitchFamily="34" charset="-122"/>
                    <a:ea typeface="Microsoft YaHei" panose="020B0503020204020204" pitchFamily="34" charset="-122"/>
                  </a:rPr>
                  <a:t>，其中下标 </a:t>
                </a:r>
                <a14:m>
                  <m:oMath xmlns:m="http://schemas.openxmlformats.org/officeDocument/2006/math">
                    <m:r>
                      <a:rPr lang="en-US" altLang="zh-CN" sz="2800" i="1">
                        <a:solidFill>
                          <a:srgbClr val="002060"/>
                        </a:solidFill>
                        <a:latin typeface="Cambria Math" panose="02040503050406030204" pitchFamily="18" charset="0"/>
                        <a:ea typeface="微软雅黑" panose="020B0503020204020204" pitchFamily="34" charset="-122"/>
                      </a:rPr>
                      <m:t>𝑖</m:t>
                    </m:r>
                  </m:oMath>
                </a14:m>
                <a:r>
                  <a:rPr lang="zh-CN" altLang="en-US" sz="2800" dirty="0">
                    <a:solidFill>
                      <a:srgbClr val="002060"/>
                    </a:solidFill>
                    <a:latin typeface="Microsoft YaHei" panose="020B0503020204020204" pitchFamily="34" charset="-122"/>
                    <a:ea typeface="Microsoft YaHei" panose="020B0503020204020204" pitchFamily="34" charset="-122"/>
                  </a:rPr>
                  <a:t> 为最大项的编号</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3EE6E613-25B8-37E4-4C0E-A490C85AE338}"/>
                  </a:ext>
                </a:extLst>
              </p:cNvPr>
              <p:cNvSpPr txBox="1">
                <a:spLocks noRot="1" noChangeAspect="1" noMove="1" noResize="1" noEditPoints="1" noAdjustHandles="1" noChangeArrowheads="1" noChangeShapeType="1" noTextEdit="1"/>
              </p:cNvSpPr>
              <p:nvPr/>
            </p:nvSpPr>
            <p:spPr>
              <a:xfrm>
                <a:off x="360000" y="4320000"/>
                <a:ext cx="10985350" cy="954107"/>
              </a:xfrm>
              <a:prstGeom prst="rect">
                <a:avLst/>
              </a:prstGeom>
              <a:blipFill>
                <a:blip r:embed="rId6"/>
                <a:stretch>
                  <a:fillRect l="-999" t="-7051" r="-4384" b="-17308"/>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B4F33DC0-86E7-A650-34B0-F1720D2432BB}"/>
              </a:ext>
            </a:extLst>
          </p:cNvPr>
          <p:cNvSpPr txBox="1"/>
          <p:nvPr/>
        </p:nvSpPr>
        <p:spPr>
          <a:xfrm>
            <a:off x="360000" y="5453535"/>
            <a:ext cx="10985350" cy="954107"/>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编号方法：</a:t>
            </a:r>
            <a:r>
              <a:rPr lang="zh-CN" altLang="en-US" sz="2800" dirty="0">
                <a:solidFill>
                  <a:srgbClr val="C00000"/>
                </a:solidFill>
                <a:latin typeface="微软雅黑" panose="020B0503020204020204" pitchFamily="34" charset="-122"/>
                <a:ea typeface="微软雅黑" panose="020B0503020204020204" pitchFamily="34" charset="-122"/>
              </a:rPr>
              <a:t>原变量</a:t>
            </a:r>
            <a:r>
              <a:rPr lang="zh-CN" altLang="en-US" sz="2800" dirty="0">
                <a:solidFill>
                  <a:srgbClr val="002060"/>
                </a:solidFill>
                <a:latin typeface="微软雅黑" panose="020B0503020204020204" pitchFamily="34" charset="-122"/>
                <a:ea typeface="微软雅黑" panose="020B0503020204020204" pitchFamily="34" charset="-122"/>
              </a:rPr>
              <a:t>和反变量分别取 </a:t>
            </a:r>
            <a:r>
              <a:rPr lang="en-US" altLang="zh-CN" sz="2800" dirty="0">
                <a:solidFill>
                  <a:srgbClr val="C00000"/>
                </a:solidFill>
                <a:latin typeface="微软雅黑" panose="020B0503020204020204" pitchFamily="34" charset="-122"/>
                <a:ea typeface="微软雅黑" panose="020B0503020204020204" pitchFamily="34" charset="-122"/>
              </a:rPr>
              <a:t>0</a:t>
            </a:r>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dirty="0">
                <a:solidFill>
                  <a:srgbClr val="002060"/>
                </a:solidFill>
                <a:latin typeface="微软雅黑" panose="020B0503020204020204" pitchFamily="34" charset="-122"/>
                <a:ea typeface="微软雅黑" panose="020B0503020204020204" pitchFamily="34" charset="-122"/>
              </a:rPr>
              <a:t>和 </a:t>
            </a:r>
            <a:r>
              <a:rPr lang="en-US" altLang="zh-CN" sz="2800" dirty="0">
                <a:solidFill>
                  <a:srgbClr val="002060"/>
                </a:solidFill>
                <a:latin typeface="微软雅黑" panose="020B0503020204020204" pitchFamily="34" charset="-122"/>
                <a:ea typeface="微软雅黑" panose="020B0503020204020204" pitchFamily="34" charset="-122"/>
              </a:rPr>
              <a:t>1 </a:t>
            </a:r>
            <a:r>
              <a:rPr lang="zh-CN" altLang="en-US" sz="2800" dirty="0">
                <a:solidFill>
                  <a:srgbClr val="002060"/>
                </a:solidFill>
                <a:latin typeface="微软雅黑" panose="020B0503020204020204" pitchFamily="34" charset="-122"/>
                <a:ea typeface="微软雅黑" panose="020B0503020204020204" pitchFamily="34" charset="-122"/>
              </a:rPr>
              <a:t>构成的二进制数对应的十进制数（</a:t>
            </a: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注意变量排列次序</a:t>
            </a:r>
            <a:r>
              <a:rPr lang="zh-CN" altLang="en-US" sz="2800" dirty="0">
                <a:solidFill>
                  <a:srgbClr val="002060"/>
                </a:solidFill>
                <a:latin typeface="微软雅黑" panose="020B0503020204020204" pitchFamily="34" charset="-122"/>
                <a:ea typeface="微软雅黑" panose="020B0503020204020204" pitchFamily="34" charset="-122"/>
              </a:rPr>
              <a:t>）</a:t>
            </a:r>
          </a:p>
        </p:txBody>
      </p:sp>
      <p:sp>
        <p:nvSpPr>
          <p:cNvPr id="8" name="标题 1">
            <a:extLst>
              <a:ext uri="{FF2B5EF4-FFF2-40B4-BE49-F238E27FC236}">
                <a16:creationId xmlns:a16="http://schemas.microsoft.com/office/drawing/2014/main" id="{1F082C80-BC55-E6DF-4422-D9C56113DDF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最大项（标准或与式）</a:t>
            </a:r>
            <a:endParaRPr lang="en-US" altLang="zh-CN" sz="3000" dirty="0">
              <a:solidFill>
                <a:srgbClr val="FFFF00"/>
              </a:solidFill>
            </a:endParaRPr>
          </a:p>
        </p:txBody>
      </p:sp>
      <p:sp>
        <p:nvSpPr>
          <p:cNvPr id="10" name="箭头: 右 9">
            <a:extLst>
              <a:ext uri="{FF2B5EF4-FFF2-40B4-BE49-F238E27FC236}">
                <a16:creationId xmlns:a16="http://schemas.microsoft.com/office/drawing/2014/main" id="{5046DC8E-3C43-F558-1C03-48EF9BB0B2BF}"/>
              </a:ext>
            </a:extLst>
          </p:cNvPr>
          <p:cNvSpPr/>
          <p:nvPr/>
        </p:nvSpPr>
        <p:spPr>
          <a:xfrm>
            <a:off x="6408000" y="2577600"/>
            <a:ext cx="435309" cy="363229"/>
          </a:xfrm>
          <a:prstGeom prst="rightArrow">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362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randombar(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E4B5DEB-1B93-26CA-4E7A-019C32C0F455}"/>
                  </a:ext>
                </a:extLst>
              </p:cNvPr>
              <p:cNvSpPr txBox="1"/>
              <p:nvPr/>
            </p:nvSpPr>
            <p:spPr>
              <a:xfrm>
                <a:off x="1471548" y="5760000"/>
                <a:ext cx="9248903" cy="523220"/>
              </a:xfrm>
              <a:prstGeom prst="rect">
                <a:avLst/>
              </a:prstGeom>
              <a:noFill/>
            </p:spPr>
            <p:txBody>
              <a:bodyPr wrap="square">
                <a:spAutoFit/>
              </a:bodyPr>
              <a:lstStyle/>
              <a:p>
                <a:pPr algn="ctr">
                  <a:spcAft>
                    <a:spcPts val="600"/>
                  </a:spcAft>
                </a:pPr>
                <a:r>
                  <a:rPr lang="zh-CN" altLang="en-US" sz="2800" dirty="0">
                    <a:solidFill>
                      <a:srgbClr val="0000FF"/>
                    </a:solidFill>
                    <a:latin typeface="微软雅黑" panose="020B0503020204020204" pitchFamily="34" charset="-122"/>
                    <a:ea typeface="微软雅黑" panose="020B0503020204020204" pitchFamily="34" charset="-122"/>
                  </a:rPr>
                  <a:t>最大项和最小项之间的关系：</a:t>
                </a:r>
                <a14:m>
                  <m:oMath xmlns:m="http://schemas.openxmlformats.org/officeDocument/2006/math">
                    <m:sSub>
                      <m:sSubPr>
                        <m:ctrlPr>
                          <a:rPr kumimoji="1" lang="en-US" altLang="zh-CN" sz="2800" i="1">
                            <a:solidFill>
                              <a:srgbClr val="0000FF"/>
                            </a:solidFill>
                            <a:latin typeface="Cambria Math" panose="02040503050406030204" pitchFamily="18" charset="0"/>
                            <a:ea typeface="宋体" charset="0"/>
                          </a:rPr>
                        </m:ctrlPr>
                      </m:sSubPr>
                      <m:e>
                        <m:r>
                          <a:rPr kumimoji="1" lang="en-US" altLang="zh-CN" sz="2800" i="1">
                            <a:solidFill>
                              <a:srgbClr val="0000FF"/>
                            </a:solidFill>
                            <a:latin typeface="Cambria Math" panose="02040503050406030204" pitchFamily="18" charset="0"/>
                            <a:ea typeface="宋体" charset="0"/>
                          </a:rPr>
                          <m:t>𝑀</m:t>
                        </m:r>
                      </m:e>
                      <m:sub>
                        <m:r>
                          <a:rPr kumimoji="1" lang="en-US" altLang="zh-CN" sz="2800" b="0" i="1" smtClean="0">
                            <a:solidFill>
                              <a:srgbClr val="0000FF"/>
                            </a:solidFill>
                            <a:latin typeface="Cambria Math" panose="02040503050406030204" pitchFamily="18" charset="0"/>
                            <a:ea typeface="宋体" charset="0"/>
                          </a:rPr>
                          <m:t>𝑖</m:t>
                        </m:r>
                      </m:sub>
                    </m:sSub>
                    <m:r>
                      <a:rPr kumimoji="1" lang="en-US" altLang="zh-CN" sz="2800" i="1" smtClean="0">
                        <a:solidFill>
                          <a:srgbClr val="0000FF"/>
                        </a:solidFill>
                        <a:latin typeface="Cambria Math" panose="02040503050406030204" pitchFamily="18" charset="0"/>
                        <a:ea typeface="宋体" charset="0"/>
                      </a:rPr>
                      <m:t>=</m:t>
                    </m:r>
                    <m:acc>
                      <m:accPr>
                        <m:chr m:val="̅"/>
                        <m:ctrlPr>
                          <a:rPr kumimoji="1" lang="en-US" altLang="zh-CN" sz="2800" i="1" smtClean="0">
                            <a:solidFill>
                              <a:srgbClr val="0000FF"/>
                            </a:solidFill>
                            <a:latin typeface="Cambria Math" panose="02040503050406030204" pitchFamily="18" charset="0"/>
                            <a:ea typeface="宋体" charset="0"/>
                          </a:rPr>
                        </m:ctrlPr>
                      </m:accPr>
                      <m:e>
                        <m:sSub>
                          <m:sSubPr>
                            <m:ctrlPr>
                              <a:rPr kumimoji="1" lang="en-US" altLang="zh-CN" sz="2800" i="1" smtClean="0">
                                <a:solidFill>
                                  <a:srgbClr val="0000FF"/>
                                </a:solidFill>
                                <a:latin typeface="Cambria Math" panose="02040503050406030204" pitchFamily="18" charset="0"/>
                                <a:ea typeface="宋体" charset="0"/>
                              </a:rPr>
                            </m:ctrlPr>
                          </m:sSubPr>
                          <m:e>
                            <m:r>
                              <a:rPr kumimoji="1" lang="en-US" altLang="zh-CN" sz="2800" b="0" i="1" smtClean="0">
                                <a:solidFill>
                                  <a:srgbClr val="0000FF"/>
                                </a:solidFill>
                                <a:latin typeface="Cambria Math" panose="02040503050406030204" pitchFamily="18" charset="0"/>
                                <a:ea typeface="宋体" charset="0"/>
                              </a:rPr>
                              <m:t>𝑚</m:t>
                            </m:r>
                          </m:e>
                          <m:sub>
                            <m:r>
                              <a:rPr kumimoji="1" lang="en-US" altLang="zh-CN" sz="2800" b="0" i="1" smtClean="0">
                                <a:solidFill>
                                  <a:srgbClr val="0000FF"/>
                                </a:solidFill>
                                <a:latin typeface="Cambria Math" panose="02040503050406030204" pitchFamily="18" charset="0"/>
                                <a:ea typeface="宋体" charset="0"/>
                              </a:rPr>
                              <m:t>𝑖</m:t>
                            </m:r>
                          </m:sub>
                        </m:sSub>
                      </m:e>
                    </m:acc>
                  </m:oMath>
                </a14:m>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dirty="0">
                    <a:solidFill>
                      <a:srgbClr val="0000FF"/>
                    </a:solidFill>
                    <a:latin typeface="微软雅黑" panose="020B0503020204020204" pitchFamily="34" charset="-122"/>
                    <a:ea typeface="微软雅黑" panose="020B0503020204020204" pitchFamily="34" charset="-122"/>
                  </a:rPr>
                  <a:t>或 </a:t>
                </a:r>
                <a14:m>
                  <m:oMath xmlns:m="http://schemas.openxmlformats.org/officeDocument/2006/math">
                    <m:sSub>
                      <m:sSubPr>
                        <m:ctrlPr>
                          <a:rPr kumimoji="1" lang="en-US" altLang="zh-CN" sz="2800" i="1">
                            <a:solidFill>
                              <a:srgbClr val="0000FF"/>
                            </a:solidFill>
                            <a:latin typeface="Cambria Math" panose="02040503050406030204" pitchFamily="18" charset="0"/>
                            <a:ea typeface="宋体" charset="0"/>
                          </a:rPr>
                        </m:ctrlPr>
                      </m:sSubPr>
                      <m:e>
                        <m:r>
                          <a:rPr kumimoji="1" lang="en-US" altLang="zh-CN" sz="2800" b="0" i="1" smtClean="0">
                            <a:solidFill>
                              <a:srgbClr val="0000FF"/>
                            </a:solidFill>
                            <a:latin typeface="Cambria Math" panose="02040503050406030204" pitchFamily="18" charset="0"/>
                            <a:ea typeface="宋体" charset="0"/>
                          </a:rPr>
                          <m:t>𝑚</m:t>
                        </m:r>
                      </m:e>
                      <m:sub>
                        <m:r>
                          <a:rPr kumimoji="1" lang="en-US" altLang="zh-CN" sz="2800" i="1">
                            <a:solidFill>
                              <a:srgbClr val="0000FF"/>
                            </a:solidFill>
                            <a:latin typeface="Cambria Math" panose="02040503050406030204" pitchFamily="18" charset="0"/>
                            <a:ea typeface="宋体" charset="0"/>
                          </a:rPr>
                          <m:t>𝑖</m:t>
                        </m:r>
                      </m:sub>
                    </m:sSub>
                    <m:r>
                      <a:rPr kumimoji="1" lang="en-US" altLang="zh-CN" sz="2800" i="1">
                        <a:solidFill>
                          <a:srgbClr val="0000FF"/>
                        </a:solidFill>
                        <a:latin typeface="Cambria Math" panose="02040503050406030204" pitchFamily="18" charset="0"/>
                        <a:ea typeface="宋体" charset="0"/>
                      </a:rPr>
                      <m:t>=</m:t>
                    </m:r>
                    <m:acc>
                      <m:accPr>
                        <m:chr m:val="̅"/>
                        <m:ctrlPr>
                          <a:rPr kumimoji="1" lang="en-US" altLang="zh-CN" sz="2800" i="1">
                            <a:solidFill>
                              <a:srgbClr val="0000FF"/>
                            </a:solidFill>
                            <a:latin typeface="Cambria Math" panose="02040503050406030204" pitchFamily="18" charset="0"/>
                            <a:ea typeface="宋体" charset="0"/>
                          </a:rPr>
                        </m:ctrlPr>
                      </m:accPr>
                      <m:e>
                        <m:sSub>
                          <m:sSubPr>
                            <m:ctrlPr>
                              <a:rPr kumimoji="1" lang="en-US" altLang="zh-CN" sz="2800" i="1">
                                <a:solidFill>
                                  <a:srgbClr val="0000FF"/>
                                </a:solidFill>
                                <a:latin typeface="Cambria Math" panose="02040503050406030204" pitchFamily="18" charset="0"/>
                                <a:ea typeface="宋体" charset="0"/>
                              </a:rPr>
                            </m:ctrlPr>
                          </m:sSubPr>
                          <m:e>
                            <m:r>
                              <a:rPr kumimoji="1" lang="en-US" altLang="zh-CN" sz="2800" b="0" i="1" smtClean="0">
                                <a:solidFill>
                                  <a:srgbClr val="0000FF"/>
                                </a:solidFill>
                                <a:latin typeface="Cambria Math" panose="02040503050406030204" pitchFamily="18" charset="0"/>
                                <a:ea typeface="宋体" charset="0"/>
                              </a:rPr>
                              <m:t>𝑀</m:t>
                            </m:r>
                          </m:e>
                          <m:sub>
                            <m:r>
                              <a:rPr kumimoji="1" lang="en-US" altLang="zh-CN" sz="2800" i="1">
                                <a:solidFill>
                                  <a:srgbClr val="0000FF"/>
                                </a:solidFill>
                                <a:latin typeface="Cambria Math" panose="02040503050406030204" pitchFamily="18" charset="0"/>
                                <a:ea typeface="宋体" charset="0"/>
                              </a:rPr>
                              <m:t>𝑖</m:t>
                            </m:r>
                          </m:sub>
                        </m:sSub>
                      </m:e>
                    </m:acc>
                  </m:oMath>
                </a14:m>
                <a:endParaRPr lang="en-US" altLang="zh-CN" sz="28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DE4B5DEB-1B93-26CA-4E7A-019C32C0F455}"/>
                  </a:ext>
                </a:extLst>
              </p:cNvPr>
              <p:cNvSpPr txBox="1">
                <a:spLocks noRot="1" noChangeAspect="1" noMove="1" noResize="1" noEditPoints="1" noAdjustHandles="1" noChangeArrowheads="1" noChangeShapeType="1" noTextEdit="1"/>
              </p:cNvSpPr>
              <p:nvPr/>
            </p:nvSpPr>
            <p:spPr>
              <a:xfrm>
                <a:off x="1471548" y="5760000"/>
                <a:ext cx="9248903" cy="523220"/>
              </a:xfrm>
              <a:prstGeom prst="rect">
                <a:avLst/>
              </a:prstGeom>
              <a:blipFill>
                <a:blip r:embed="rId3"/>
                <a:stretch>
                  <a:fillRect t="-12791" b="-31395"/>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7E119A1F-F824-872E-14B4-01ED703524B5}"/>
              </a:ext>
            </a:extLst>
          </p:cNvPr>
          <p:cNvGrpSpPr/>
          <p:nvPr/>
        </p:nvGrpSpPr>
        <p:grpSpPr>
          <a:xfrm>
            <a:off x="11449269" y="6198682"/>
            <a:ext cx="786273" cy="548639"/>
            <a:chOff x="11454918" y="5839511"/>
            <a:chExt cx="786273" cy="548639"/>
          </a:xfrm>
        </p:grpSpPr>
        <p:grpSp>
          <p:nvGrpSpPr>
            <p:cNvPr id="11" name="组合 10">
              <a:extLst>
                <a:ext uri="{FF2B5EF4-FFF2-40B4-BE49-F238E27FC236}">
                  <a16:creationId xmlns:a16="http://schemas.microsoft.com/office/drawing/2014/main" id="{08C40837-C342-D5A0-533F-272CF803E433}"/>
                </a:ext>
              </a:extLst>
            </p:cNvPr>
            <p:cNvGrpSpPr/>
            <p:nvPr/>
          </p:nvGrpSpPr>
          <p:grpSpPr>
            <a:xfrm>
              <a:off x="11454918" y="5867450"/>
              <a:ext cx="737081" cy="520700"/>
              <a:chOff x="11454918" y="5867450"/>
              <a:chExt cx="737081" cy="520700"/>
            </a:xfrm>
          </p:grpSpPr>
          <p:sp>
            <p:nvSpPr>
              <p:cNvPr id="13" name="箭头: 五边形 12">
                <a:extLst>
                  <a:ext uri="{FF2B5EF4-FFF2-40B4-BE49-F238E27FC236}">
                    <a16:creationId xmlns:a16="http://schemas.microsoft.com/office/drawing/2014/main" id="{5F962C4F-731E-CE70-F832-34C6388594D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箭头: V 形 13">
                <a:extLst>
                  <a:ext uri="{FF2B5EF4-FFF2-40B4-BE49-F238E27FC236}">
                    <a16:creationId xmlns:a16="http://schemas.microsoft.com/office/drawing/2014/main" id="{1B0E9E2C-C1B9-807A-7DC3-18FD4B210C9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2" name="灯片编号占位符 3">
              <a:extLst>
                <a:ext uri="{FF2B5EF4-FFF2-40B4-BE49-F238E27FC236}">
                  <a16:creationId xmlns:a16="http://schemas.microsoft.com/office/drawing/2014/main" id="{AD170A3C-A810-ABB2-8836-6365D2725BE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p:sp>
        <p:nvSpPr>
          <p:cNvPr id="15" name="文本框 14">
            <a:extLst>
              <a:ext uri="{FF2B5EF4-FFF2-40B4-BE49-F238E27FC236}">
                <a16:creationId xmlns:a16="http://schemas.microsoft.com/office/drawing/2014/main" id="{A80A5173-BCC7-70D9-4D83-E7F10F9EDA7A}"/>
              </a:ext>
            </a:extLst>
          </p:cNvPr>
          <p:cNvSpPr txBox="1"/>
          <p:nvPr/>
        </p:nvSpPr>
        <p:spPr>
          <a:xfrm>
            <a:off x="360000" y="1080000"/>
            <a:ext cx="5797265" cy="969496"/>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对于任意一个最大项：</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有且仅有一组变量取值使其为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7261C748-D50B-F16F-8422-AC03E5025D58}"/>
              </a:ext>
            </a:extLst>
          </p:cNvPr>
          <p:cNvSpPr txBox="1"/>
          <p:nvPr/>
        </p:nvSpPr>
        <p:spPr>
          <a:xfrm>
            <a:off x="360000" y="3240000"/>
            <a:ext cx="5797265" cy="1862048"/>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对于任意一组变量取值：</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有且仅有一个最大项为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全体最大项的积恒为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任意两个不同最大项的和均为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CEC15181-28E0-43A5-FBAA-62BA95D0B47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最大项（标准或与式）</a:t>
            </a:r>
            <a:endParaRPr lang="en-US" altLang="zh-CN" sz="3000" dirty="0">
              <a:solidFill>
                <a:srgbClr val="FFFF00"/>
              </a:solidFill>
            </a:endParaRPr>
          </a:p>
        </p:txBody>
      </p:sp>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4472AB33-E706-D614-F9C3-548DEFC566CD}"/>
                  </a:ext>
                </a:extLst>
              </p:cNvPr>
              <p:cNvGraphicFramePr>
                <a:graphicFrameLocks noGrp="1"/>
              </p:cNvGraphicFramePr>
              <p:nvPr>
                <p:extLst>
                  <p:ext uri="{D42A27DB-BD31-4B8C-83A1-F6EECF244321}">
                    <p14:modId xmlns:p14="http://schemas.microsoft.com/office/powerpoint/2010/main" val="4123157703"/>
                  </p:ext>
                </p:extLst>
              </p:nvPr>
            </p:nvGraphicFramePr>
            <p:xfrm>
              <a:off x="6552000" y="2016000"/>
              <a:ext cx="5135475" cy="3277520"/>
            </p:xfrm>
            <a:graphic>
              <a:graphicData uri="http://schemas.openxmlformats.org/drawingml/2006/table">
                <a:tbl>
                  <a:tblPr firstRow="1" bandRow="1">
                    <a:tableStyleId>{5940675A-B579-460E-94D1-54222C63F5DA}</a:tableStyleId>
                  </a:tblPr>
                  <a:tblGrid>
                    <a:gridCol w="1027095">
                      <a:extLst>
                        <a:ext uri="{9D8B030D-6E8A-4147-A177-3AD203B41FA5}">
                          <a16:colId xmlns:a16="http://schemas.microsoft.com/office/drawing/2014/main" val="3200325744"/>
                        </a:ext>
                      </a:extLst>
                    </a:gridCol>
                    <a:gridCol w="1027095">
                      <a:extLst>
                        <a:ext uri="{9D8B030D-6E8A-4147-A177-3AD203B41FA5}">
                          <a16:colId xmlns:a16="http://schemas.microsoft.com/office/drawing/2014/main" val="539441247"/>
                        </a:ext>
                      </a:extLst>
                    </a:gridCol>
                    <a:gridCol w="1027095">
                      <a:extLst>
                        <a:ext uri="{9D8B030D-6E8A-4147-A177-3AD203B41FA5}">
                          <a16:colId xmlns:a16="http://schemas.microsoft.com/office/drawing/2014/main" val="1989628613"/>
                        </a:ext>
                      </a:extLst>
                    </a:gridCol>
                    <a:gridCol w="1027095">
                      <a:extLst>
                        <a:ext uri="{9D8B030D-6E8A-4147-A177-3AD203B41FA5}">
                          <a16:colId xmlns:a16="http://schemas.microsoft.com/office/drawing/2014/main" val="3158640144"/>
                        </a:ext>
                      </a:extLst>
                    </a:gridCol>
                    <a:gridCol w="1027095">
                      <a:extLst>
                        <a:ext uri="{9D8B030D-6E8A-4147-A177-3AD203B41FA5}">
                          <a16:colId xmlns:a16="http://schemas.microsoft.com/office/drawing/2014/main" val="339749536"/>
                        </a:ext>
                      </a:extLst>
                    </a:gridCol>
                  </a:tblGrid>
                  <a:tr h="7537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altLang="zh-CN" sz="2400" i="0" smtClean="0">
                                  <a:latin typeface="Cambria Math" panose="02040503050406030204" pitchFamily="18" charset="0"/>
                                </a:rPr>
                                <m:t>A</m:t>
                              </m:r>
                            </m:oMath>
                          </a14:m>
                          <a:r>
                            <a:rPr lang="en-US" altLang="zh-CN" sz="2400" i="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b="0" i="0" smtClean="0">
                                  <a:latin typeface="Cambria Math" panose="02040503050406030204" pitchFamily="18" charset="0"/>
                                </a:rPr>
                                <m:t>B</m:t>
                              </m:r>
                            </m:oMath>
                          </a14:m>
                          <a:endParaRPr lang="en-US" altLang="zh-CN" sz="2400" i="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400" i="0" smtClean="0">
                                    <a:latin typeface="Cambria Math" panose="02040503050406030204" pitchFamily="18" charset="0"/>
                                  </a:rPr>
                                  <m:t>A</m:t>
                                </m:r>
                                <m:r>
                                  <a:rPr lang="en-US" altLang="zh-CN" sz="2400" i="0">
                                    <a:latin typeface="Cambria Math" panose="02040503050406030204" pitchFamily="18" charset="0"/>
                                  </a:rPr>
                                  <m:t>+</m:t>
                                </m:r>
                                <m:r>
                                  <m:rPr>
                                    <m:sty m:val="p"/>
                                  </m:rPr>
                                  <a:rPr lang="en-US" altLang="zh-CN" sz="2400" b="0" i="0" smtClean="0">
                                    <a:latin typeface="Cambria Math" panose="02040503050406030204" pitchFamily="18" charset="0"/>
                                  </a:rPr>
                                  <m:t>B</m:t>
                                </m:r>
                              </m:oMath>
                            </m:oMathPara>
                          </a14:m>
                          <a:endParaRPr lang="en-US" altLang="zh-CN" sz="2400" i="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0</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40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1</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400" i="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2</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400" i="0" dirty="0">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𝑀</m:t>
                                    </m:r>
                                  </m:e>
                                  <m:sub>
                                    <m:r>
                                      <a:rPr lang="en-US" altLang="zh-CN" sz="2400" b="0" i="1" smtClean="0">
                                        <a:latin typeface="Cambria Math" panose="02040503050406030204" pitchFamily="18" charset="0"/>
                                      </a:rPr>
                                      <m:t>3</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0025814"/>
                      </a:ext>
                    </a:extLst>
                  </a:tr>
                  <a:tr h="613640">
                    <a:tc>
                      <a:txBody>
                        <a:bodyPr/>
                        <a:lstStyle/>
                        <a:p>
                          <a:pPr algn="ctr"/>
                          <a:r>
                            <a:rPr lang="en-US" altLang="zh-CN" sz="2400" dirty="0">
                              <a:latin typeface="微软雅黑" panose="020B0503020204020204" pitchFamily="34" charset="-122"/>
                              <a:ea typeface="微软雅黑" panose="020B0503020204020204" pitchFamily="34" charset="-122"/>
                            </a:rPr>
                            <a:t>0   0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511192"/>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0   1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85521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16989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olidFill>
                                <a:srgbClr val="0000FF"/>
                              </a:solidFill>
                              <a:latin typeface="微软雅黑" panose="020B0503020204020204" pitchFamily="34" charset="-122"/>
                              <a:ea typeface="微软雅黑" panose="020B0503020204020204" pitchFamily="34" charset="-122"/>
                            </a:rPr>
                            <a:t>0</a:t>
                          </a:r>
                          <a:endParaRPr lang="zh-CN" altLang="en-US" sz="2400" b="1" dirty="0">
                            <a:solidFill>
                              <a:srgbClr val="0000FF"/>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082368"/>
                      </a:ext>
                    </a:extLst>
                  </a:tr>
                </a:tbl>
              </a:graphicData>
            </a:graphic>
          </p:graphicFrame>
        </mc:Choice>
        <mc:Fallback xmlns="">
          <p:graphicFrame>
            <p:nvGraphicFramePr>
              <p:cNvPr id="18" name="表格 17">
                <a:extLst>
                  <a:ext uri="{FF2B5EF4-FFF2-40B4-BE49-F238E27FC236}">
                    <a16:creationId xmlns:a16="http://schemas.microsoft.com/office/drawing/2014/main" id="{4472AB33-E706-D614-F9C3-548DEFC566CD}"/>
                  </a:ext>
                </a:extLst>
              </p:cNvPr>
              <p:cNvGraphicFramePr>
                <a:graphicFrameLocks noGrp="1"/>
              </p:cNvGraphicFramePr>
              <p:nvPr>
                <p:extLst>
                  <p:ext uri="{D42A27DB-BD31-4B8C-83A1-F6EECF244321}">
                    <p14:modId xmlns:p14="http://schemas.microsoft.com/office/powerpoint/2010/main" val="4123157703"/>
                  </p:ext>
                </p:extLst>
              </p:nvPr>
            </p:nvGraphicFramePr>
            <p:xfrm>
              <a:off x="6552000" y="2016000"/>
              <a:ext cx="5135475" cy="3277520"/>
            </p:xfrm>
            <a:graphic>
              <a:graphicData uri="http://schemas.openxmlformats.org/drawingml/2006/table">
                <a:tbl>
                  <a:tblPr firstRow="1" bandRow="1">
                    <a:tableStyleId>{5940675A-B579-460E-94D1-54222C63F5DA}</a:tableStyleId>
                  </a:tblPr>
                  <a:tblGrid>
                    <a:gridCol w="1027095">
                      <a:extLst>
                        <a:ext uri="{9D8B030D-6E8A-4147-A177-3AD203B41FA5}">
                          <a16:colId xmlns:a16="http://schemas.microsoft.com/office/drawing/2014/main" val="3200325744"/>
                        </a:ext>
                      </a:extLst>
                    </a:gridCol>
                    <a:gridCol w="1027095">
                      <a:extLst>
                        <a:ext uri="{9D8B030D-6E8A-4147-A177-3AD203B41FA5}">
                          <a16:colId xmlns:a16="http://schemas.microsoft.com/office/drawing/2014/main" val="539441247"/>
                        </a:ext>
                      </a:extLst>
                    </a:gridCol>
                    <a:gridCol w="1027095">
                      <a:extLst>
                        <a:ext uri="{9D8B030D-6E8A-4147-A177-3AD203B41FA5}">
                          <a16:colId xmlns:a16="http://schemas.microsoft.com/office/drawing/2014/main" val="1989628613"/>
                        </a:ext>
                      </a:extLst>
                    </a:gridCol>
                    <a:gridCol w="1027095">
                      <a:extLst>
                        <a:ext uri="{9D8B030D-6E8A-4147-A177-3AD203B41FA5}">
                          <a16:colId xmlns:a16="http://schemas.microsoft.com/office/drawing/2014/main" val="3158640144"/>
                        </a:ext>
                      </a:extLst>
                    </a:gridCol>
                    <a:gridCol w="1027095">
                      <a:extLst>
                        <a:ext uri="{9D8B030D-6E8A-4147-A177-3AD203B41FA5}">
                          <a16:colId xmlns:a16="http://schemas.microsoft.com/office/drawing/2014/main" val="339749536"/>
                        </a:ext>
                      </a:extLst>
                    </a:gridCol>
                  </a:tblGrid>
                  <a:tr h="82296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2" t="-741" r="-400592" b="-306667"/>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92" t="-741" r="-300592" b="-306667"/>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786" t="-741" r="-202381" b="-306667"/>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741" r="-101183" b="-306667"/>
                          </a:stretch>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741" r="-1183" b="-306667"/>
                          </a:stretch>
                        </a:blipFill>
                      </a:tcPr>
                    </a:tc>
                    <a:extLst>
                      <a:ext uri="{0D108BD9-81ED-4DB2-BD59-A6C34878D82A}">
                        <a16:rowId xmlns:a16="http://schemas.microsoft.com/office/drawing/2014/main" val="4080025814"/>
                      </a:ext>
                    </a:extLst>
                  </a:tr>
                  <a:tr h="613640">
                    <a:tc>
                      <a:txBody>
                        <a:bodyPr/>
                        <a:lstStyle/>
                        <a:p>
                          <a:pPr algn="ctr"/>
                          <a:r>
                            <a:rPr lang="en-US" altLang="zh-CN" sz="2400" dirty="0">
                              <a:latin typeface="微软雅黑" panose="020B0503020204020204" pitchFamily="34" charset="-122"/>
                              <a:ea typeface="微软雅黑" panose="020B0503020204020204" pitchFamily="34" charset="-122"/>
                            </a:rPr>
                            <a:t>0   0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511192"/>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0   1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85521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1   0</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2400" b="1" kern="1200" dirty="0">
                              <a:solidFill>
                                <a:srgbClr val="0000FF"/>
                              </a:solidFill>
                              <a:latin typeface="微软雅黑" panose="020B0503020204020204" pitchFamily="34" charset="-122"/>
                              <a:ea typeface="微软雅黑" panose="020B0503020204020204" pitchFamily="34" charset="-122"/>
                              <a:cs typeface="+mn-cs"/>
                            </a:rPr>
                            <a:t>0</a:t>
                          </a:r>
                          <a:endParaRPr lang="zh-CN" altLang="en-US" sz="2400" b="1" kern="1200" dirty="0">
                            <a:solidFill>
                              <a:srgbClr val="0000FF"/>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169896"/>
                      </a:ext>
                    </a:extLst>
                  </a:tr>
                  <a:tr h="613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a:latin typeface="微软雅黑" panose="020B0503020204020204" pitchFamily="34" charset="-122"/>
                              <a:ea typeface="微软雅黑" panose="020B0503020204020204" pitchFamily="34" charset="-122"/>
                            </a:rPr>
                            <a:t>1   1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latin typeface="微软雅黑" panose="020B0503020204020204" pitchFamily="34" charset="-122"/>
                              <a:ea typeface="微软雅黑" panose="020B0503020204020204" pitchFamily="34" charset="-122"/>
                            </a:rPr>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olidFill>
                                <a:srgbClr val="0000FF"/>
                              </a:solidFill>
                              <a:latin typeface="微软雅黑" panose="020B0503020204020204" pitchFamily="34" charset="-122"/>
                              <a:ea typeface="微软雅黑" panose="020B0503020204020204" pitchFamily="34" charset="-122"/>
                            </a:rPr>
                            <a:t>0</a:t>
                          </a:r>
                          <a:endParaRPr lang="zh-CN" altLang="en-US" sz="2400" b="1" dirty="0">
                            <a:solidFill>
                              <a:srgbClr val="0000FF"/>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082368"/>
                      </a:ext>
                    </a:extLst>
                  </a:tr>
                </a:tbl>
              </a:graphicData>
            </a:graphic>
          </p:graphicFrame>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ED4A6E9-FED8-E98B-4681-2AEFD3551115}"/>
                  </a:ext>
                </a:extLst>
              </p:cNvPr>
              <p:cNvSpPr txBox="1"/>
              <p:nvPr/>
            </p:nvSpPr>
            <p:spPr>
              <a:xfrm>
                <a:off x="8589058" y="2016000"/>
                <a:ext cx="106135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400" i="0" smtClean="0">
                          <a:latin typeface="Cambria Math" panose="02040503050406030204" pitchFamily="18" charset="0"/>
                        </a:rPr>
                        <m:t>A</m:t>
                      </m:r>
                      <m:r>
                        <a:rPr lang="en-US" altLang="zh-CN" sz="2400" i="0">
                          <a:latin typeface="Cambria Math" panose="02040503050406030204" pitchFamily="18" charset="0"/>
                        </a:rPr>
                        <m:t>+</m:t>
                      </m:r>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B</m:t>
                          </m:r>
                        </m:e>
                      </m:acc>
                    </m:oMath>
                  </m:oMathPara>
                </a14:m>
                <a:endParaRPr lang="en-US" altLang="zh-CN" sz="2400" dirty="0">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7ED4A6E9-FED8-E98B-4681-2AEFD3551115}"/>
                  </a:ext>
                </a:extLst>
              </p:cNvPr>
              <p:cNvSpPr txBox="1">
                <a:spLocks noRot="1" noChangeAspect="1" noMove="1" noResize="1" noEditPoints="1" noAdjustHandles="1" noChangeArrowheads="1" noChangeShapeType="1" noTextEdit="1"/>
              </p:cNvSpPr>
              <p:nvPr/>
            </p:nvSpPr>
            <p:spPr>
              <a:xfrm>
                <a:off x="8589058" y="2016000"/>
                <a:ext cx="1061357" cy="461665"/>
              </a:xfrm>
              <a:prstGeom prst="rect">
                <a:avLst/>
              </a:prstGeom>
              <a:blipFill>
                <a:blip r:embed="rId5"/>
                <a:stretch>
                  <a:fillRect r="-339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AEB13B9-5463-CD49-5B3F-8A2C34B14AAB}"/>
                  </a:ext>
                </a:extLst>
              </p:cNvPr>
              <p:cNvSpPr txBox="1"/>
              <p:nvPr/>
            </p:nvSpPr>
            <p:spPr>
              <a:xfrm>
                <a:off x="9615849" y="2016422"/>
                <a:ext cx="1061357" cy="462434"/>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A</m:t>
                          </m:r>
                        </m:e>
                      </m:acc>
                      <m:r>
                        <a:rPr lang="en-US" altLang="zh-CN" sz="2400" i="0">
                          <a:latin typeface="Cambria Math" panose="02040503050406030204" pitchFamily="18" charset="0"/>
                        </a:rPr>
                        <m:t>+</m:t>
                      </m:r>
                      <m:r>
                        <m:rPr>
                          <m:sty m:val="p"/>
                        </m:rPr>
                        <a:rPr lang="en-US" altLang="zh-CN" sz="2400" b="0" i="0" smtClean="0">
                          <a:latin typeface="Cambria Math" panose="02040503050406030204" pitchFamily="18" charset="0"/>
                        </a:rPr>
                        <m:t>B</m:t>
                      </m:r>
                    </m:oMath>
                  </m:oMathPara>
                </a14:m>
                <a:endParaRPr lang="en-US" altLang="zh-CN" sz="2400"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FAEB13B9-5463-CD49-5B3F-8A2C34B14AAB}"/>
                  </a:ext>
                </a:extLst>
              </p:cNvPr>
              <p:cNvSpPr txBox="1">
                <a:spLocks noRot="1" noChangeAspect="1" noMove="1" noResize="1" noEditPoints="1" noAdjustHandles="1" noChangeArrowheads="1" noChangeShapeType="1" noTextEdit="1"/>
              </p:cNvSpPr>
              <p:nvPr/>
            </p:nvSpPr>
            <p:spPr>
              <a:xfrm>
                <a:off x="9615849" y="2016422"/>
                <a:ext cx="1061357" cy="46243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760DE6E-B8CC-41F3-8F0E-7FD82F7C294F}"/>
                  </a:ext>
                </a:extLst>
              </p:cNvPr>
              <p:cNvSpPr txBox="1"/>
              <p:nvPr/>
            </p:nvSpPr>
            <p:spPr>
              <a:xfrm>
                <a:off x="10642640" y="2016000"/>
                <a:ext cx="1061357" cy="462434"/>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b="0" i="0" smtClean="0">
                              <a:latin typeface="Cambria Math" panose="02040503050406030204" pitchFamily="18" charset="0"/>
                            </a:rPr>
                            <m:t>A</m:t>
                          </m:r>
                        </m:e>
                      </m:acc>
                      <m:r>
                        <a:rPr lang="en-US" altLang="zh-CN" sz="2400" i="0">
                          <a:latin typeface="Cambria Math" panose="02040503050406030204" pitchFamily="18" charset="0"/>
                        </a:rPr>
                        <m:t>+</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B</m:t>
                          </m:r>
                        </m:e>
                      </m:acc>
                    </m:oMath>
                  </m:oMathPara>
                </a14:m>
                <a:endParaRPr lang="en-US" altLang="zh-CN" sz="2400" dirty="0">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A760DE6E-B8CC-41F3-8F0E-7FD82F7C294F}"/>
                  </a:ext>
                </a:extLst>
              </p:cNvPr>
              <p:cNvSpPr txBox="1">
                <a:spLocks noRot="1" noChangeAspect="1" noMove="1" noResize="1" noEditPoints="1" noAdjustHandles="1" noChangeArrowheads="1" noChangeShapeType="1" noTextEdit="1"/>
              </p:cNvSpPr>
              <p:nvPr/>
            </p:nvSpPr>
            <p:spPr>
              <a:xfrm>
                <a:off x="10642640" y="2016000"/>
                <a:ext cx="1061357" cy="462434"/>
              </a:xfrm>
              <a:prstGeom prst="rect">
                <a:avLst/>
              </a:prstGeom>
              <a:blipFill>
                <a:blip r:embed="rId7"/>
                <a:stretch>
                  <a:fillRect r="-33908"/>
                </a:stretch>
              </a:blipFill>
            </p:spPr>
            <p:txBody>
              <a:bodyPr/>
              <a:lstStyle/>
              <a:p>
                <a:r>
                  <a:rPr lang="zh-CN" altLang="en-US">
                    <a:noFill/>
                  </a:rPr>
                  <a:t> </a:t>
                </a:r>
              </a:p>
            </p:txBody>
          </p:sp>
        </mc:Fallback>
      </mc:AlternateContent>
      <p:sp>
        <p:nvSpPr>
          <p:cNvPr id="3" name="Rectangle 50">
            <a:extLst>
              <a:ext uri="{FF2B5EF4-FFF2-40B4-BE49-F238E27FC236}">
                <a16:creationId xmlns:a16="http://schemas.microsoft.com/office/drawing/2014/main" id="{DC05EC41-EF1B-DC3D-C308-FC065F84FD4B}"/>
              </a:ext>
            </a:extLst>
          </p:cNvPr>
          <p:cNvSpPr>
            <a:spLocks noChangeArrowheads="1"/>
          </p:cNvSpPr>
          <p:nvPr/>
        </p:nvSpPr>
        <p:spPr bwMode="auto">
          <a:xfrm>
            <a:off x="6553419" y="1548000"/>
            <a:ext cx="5113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spcAft>
                <a:spcPct val="0"/>
              </a:spcAft>
              <a:buNone/>
            </a:pPr>
            <a:r>
              <a:rPr lang="en-US" altLang="zh-CN" sz="2400" b="0" dirty="0">
                <a:latin typeface="Microsoft YaHei" panose="020B0503020204020204" pitchFamily="34" charset="-122"/>
                <a:ea typeface="Microsoft YaHei" panose="020B0503020204020204" pitchFamily="34" charset="-122"/>
              </a:rPr>
              <a:t>2 </a:t>
            </a:r>
            <a:r>
              <a:rPr lang="zh-CN" altLang="en-US" sz="2400" b="0" dirty="0">
                <a:latin typeface="Microsoft YaHei" panose="020B0503020204020204" pitchFamily="34" charset="-122"/>
                <a:ea typeface="Microsoft YaHei" panose="020B0503020204020204" pitchFamily="34" charset="-122"/>
              </a:rPr>
              <a:t>变量全部最大项真值表 </a:t>
            </a:r>
          </a:p>
        </p:txBody>
      </p:sp>
    </p:spTree>
    <p:extLst>
      <p:ext uri="{BB962C8B-B14F-4D97-AF65-F5344CB8AC3E}">
        <p14:creationId xmlns:p14="http://schemas.microsoft.com/office/powerpoint/2010/main" val="3393131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E3D4692C-3D9B-9CD8-877A-B80649912FC9}"/>
              </a:ext>
            </a:extLst>
          </p:cNvPr>
          <p:cNvGrpSpPr/>
          <p:nvPr/>
        </p:nvGrpSpPr>
        <p:grpSpPr>
          <a:xfrm>
            <a:off x="11449269" y="6198682"/>
            <a:ext cx="786273" cy="548639"/>
            <a:chOff x="11454918" y="5839511"/>
            <a:chExt cx="786273" cy="548639"/>
          </a:xfrm>
        </p:grpSpPr>
        <p:grpSp>
          <p:nvGrpSpPr>
            <p:cNvPr id="11" name="组合 10">
              <a:extLst>
                <a:ext uri="{FF2B5EF4-FFF2-40B4-BE49-F238E27FC236}">
                  <a16:creationId xmlns:a16="http://schemas.microsoft.com/office/drawing/2014/main" id="{20B8E8C7-5B25-74CA-4642-2B2BD1FBEAA3}"/>
                </a:ext>
              </a:extLst>
            </p:cNvPr>
            <p:cNvGrpSpPr/>
            <p:nvPr/>
          </p:nvGrpSpPr>
          <p:grpSpPr>
            <a:xfrm>
              <a:off x="11454918" y="5867450"/>
              <a:ext cx="737081" cy="520700"/>
              <a:chOff x="11454918" y="5867450"/>
              <a:chExt cx="737081" cy="520700"/>
            </a:xfrm>
          </p:grpSpPr>
          <p:sp>
            <p:nvSpPr>
              <p:cNvPr id="13" name="箭头: 五边形 12">
                <a:extLst>
                  <a:ext uri="{FF2B5EF4-FFF2-40B4-BE49-F238E27FC236}">
                    <a16:creationId xmlns:a16="http://schemas.microsoft.com/office/drawing/2014/main" id="{5842F393-BE26-69B6-CD9F-9B2F8EE9741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箭头: V 形 13">
                <a:extLst>
                  <a:ext uri="{FF2B5EF4-FFF2-40B4-BE49-F238E27FC236}">
                    <a16:creationId xmlns:a16="http://schemas.microsoft.com/office/drawing/2014/main" id="{1C1BAB71-2AB9-411F-FD91-90AE520CA7C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2" name="灯片编号占位符 3">
              <a:extLst>
                <a:ext uri="{FF2B5EF4-FFF2-40B4-BE49-F238E27FC236}">
                  <a16:creationId xmlns:a16="http://schemas.microsoft.com/office/drawing/2014/main" id="{C1F5994B-D6F9-83FE-7510-255A759F475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6D08B36-F742-A182-CC0C-1169DEF0B013}"/>
                  </a:ext>
                </a:extLst>
              </p:cNvPr>
              <p:cNvSpPr txBox="1"/>
              <p:nvPr/>
            </p:nvSpPr>
            <p:spPr>
              <a:xfrm>
                <a:off x="2268000" y="2256678"/>
                <a:ext cx="7341255" cy="3370153"/>
              </a:xfrm>
              <a:prstGeom prst="rect">
                <a:avLst/>
              </a:prstGeom>
              <a:noFill/>
            </p:spPr>
            <p:txBody>
              <a:bodyPr wrap="square">
                <a:spAutoFit/>
              </a:bodyPr>
              <a:lstStyle/>
              <a:p>
                <a:pPr>
                  <a:spcAft>
                    <a:spcPts val="1200"/>
                  </a:spcAft>
                </a:pPr>
                <a14:m>
                  <m:oMath xmlns:m="http://schemas.openxmlformats.org/officeDocument/2006/math">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Y</m:t>
                    </m:r>
                    <m:d>
                      <m:dPr>
                        <m:ctrlPr>
                          <a:rPr kumimoji="0" lang="en-US" altLang="zh-CN" sz="3200" b="0" i="1" u="none" strike="noStrike" cap="none" normalizeH="0" baseline="0" smtClean="0">
                            <a:ln>
                              <a:noFill/>
                            </a:ln>
                            <a:solidFill>
                              <a:schemeClr val="accent5">
                                <a:lumMod val="75000"/>
                              </a:schemeClr>
                            </a:solidFill>
                            <a:effectLst/>
                            <a:latin typeface="Cambria Math" panose="02040503050406030204" pitchFamily="18" charset="0"/>
                            <a:ea typeface="宋体" charset="0"/>
                          </a:rPr>
                        </m:ctrlPr>
                      </m:dPr>
                      <m:e>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A</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B</m:t>
                        </m:r>
                      </m:e>
                    </m:d>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r>
                          <a:rPr lang="en-US" altLang="zh-CN" sz="3200" i="1">
                            <a:solidFill>
                              <a:schemeClr val="accent5">
                                <a:lumMod val="75000"/>
                              </a:schemeClr>
                            </a:solidFill>
                            <a:latin typeface="Cambria Math" panose="02040503050406030204" pitchFamily="18" charset="0"/>
                            <a:ea typeface="宋体" charset="0"/>
                          </a:rPr>
                          <m:t>𝑚</m:t>
                        </m:r>
                        <m:r>
                          <a:rPr lang="en-US" altLang="zh-CN" sz="3200" i="1">
                            <a:solidFill>
                              <a:schemeClr val="accent5">
                                <a:lumMod val="75000"/>
                              </a:schemeClr>
                            </a:solidFill>
                            <a:latin typeface="Cambria Math" panose="02040503050406030204" pitchFamily="18" charset="0"/>
                            <a:ea typeface="宋体" charset="0"/>
                          </a:rPr>
                          <m:t>(1,2)</m:t>
                        </m:r>
                      </m:e>
                    </m:nary>
                  </m:oMath>
                </a14:m>
                <a:r>
                  <a:rPr lang="en-US" altLang="zh-CN" sz="3200" i="1" dirty="0">
                    <a:solidFill>
                      <a:schemeClr val="accent5">
                        <a:lumMod val="75000"/>
                      </a:schemeClr>
                    </a:solidFill>
                    <a:latin typeface="Cambria Math" panose="02040503050406030204" pitchFamily="18" charset="0"/>
                    <a:ea typeface="宋体" charset="0"/>
                  </a:rPr>
                  <a:t> </a:t>
                </a:r>
              </a:p>
              <a:p>
                <a:pPr>
                  <a:spcAft>
                    <a:spcPts val="1200"/>
                  </a:spcAft>
                </a:pPr>
                <a14:m>
                  <m:oMath xmlns:m="http://schemas.openxmlformats.org/officeDocument/2006/math">
                    <m:r>
                      <m:rPr>
                        <m:sty m:val="p"/>
                      </m:rPr>
                      <a:rPr lang="en-US" altLang="zh-CN" sz="3200" smtClean="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e>
                    </m:d>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b="0" i="1" smtClean="0">
                            <a:solidFill>
                              <a:schemeClr val="accent5">
                                <a:lumMod val="75000"/>
                              </a:schemeClr>
                            </a:solidFill>
                            <a:latin typeface="Cambria Math" panose="02040503050406030204" pitchFamily="18" charset="0"/>
                            <a:ea typeface="宋体" charset="0"/>
                          </a:rPr>
                        </m:ctrlPr>
                      </m:accPr>
                      <m:e>
                        <m:acc>
                          <m:accPr>
                            <m:chr m:val="̅"/>
                            <m:ctrlPr>
                              <a:rPr lang="en-US" altLang="zh-CN" sz="3200" b="0" i="1" smtClean="0">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e>
                        </m:acc>
                      </m:e>
                    </m:acc>
                  </m:oMath>
                </a14:m>
                <a:r>
                  <a:rPr lang="en-US" altLang="zh-CN" sz="3200" dirty="0"/>
                  <a:t> </a:t>
                </a:r>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e>
                    </m:d>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a:rPr lang="en-US" altLang="zh-CN" sz="3200" b="0" i="1"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b="0" i="1" smtClean="0">
                            <a:solidFill>
                              <a:schemeClr val="accent5">
                                <a:lumMod val="75000"/>
                              </a:schemeClr>
                            </a:solidFill>
                            <a:latin typeface="Cambria Math" panose="02040503050406030204" pitchFamily="18" charset="0"/>
                            <a:ea typeface="宋体" charset="0"/>
                          </a:rPr>
                          <m:t>)</m:t>
                        </m:r>
                      </m:e>
                    </m:acc>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i="1" smtClean="0">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A</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B</m:t>
                            </m:r>
                          </m:e>
                        </m:acc>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AB</m:t>
                        </m:r>
                      </m:e>
                    </m:acc>
                  </m:oMath>
                </a14:m>
                <a:r>
                  <a:rPr lang="en-US" altLang="zh-CN" sz="3200" dirty="0">
                    <a:solidFill>
                      <a:schemeClr val="accent5">
                        <a:lumMod val="75000"/>
                      </a:schemeClr>
                    </a:solidFill>
                  </a:rPr>
                  <a:t> </a:t>
                </a:r>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e>
                    </m:d>
                    <m:r>
                      <a:rPr lang="en-US" altLang="zh-CN" sz="3200">
                        <a:solidFill>
                          <a:schemeClr val="accent5">
                            <a:lumMod val="75000"/>
                          </a:schemeClr>
                        </a:solidFill>
                        <a:latin typeface="Cambria Math" panose="02040503050406030204" pitchFamily="18" charset="0"/>
                        <a:ea typeface="宋体" charset="0"/>
                      </a:rPr>
                      <m:t>=</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B</m:t>
                    </m:r>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e>
                    </m:acc>
                    <m:r>
                      <a:rPr lang="en-US" altLang="zh-CN" sz="3200" b="0" i="0" smtClean="0">
                        <a:solidFill>
                          <a:schemeClr val="accent5">
                            <a:lumMod val="75000"/>
                          </a:schemeClr>
                        </a:solidFill>
                        <a:latin typeface="Cambria Math" panose="02040503050406030204" pitchFamily="18" charset="0"/>
                        <a:ea typeface="宋体" charset="0"/>
                      </a:rPr>
                      <m:t>)</m:t>
                    </m:r>
                  </m:oMath>
                </a14:m>
                <a:r>
                  <a:rPr lang="en-US" altLang="zh-CN" sz="3200" dirty="0">
                    <a:solidFill>
                      <a:schemeClr val="accent5">
                        <a:lumMod val="75000"/>
                      </a:schemeClr>
                    </a:solidFill>
                  </a:rPr>
                  <a:t> </a:t>
                </a:r>
              </a:p>
              <a:p>
                <a:pPr>
                  <a:spcAft>
                    <a:spcPts val="1200"/>
                  </a:spcAft>
                </a:pPr>
                <a14:m>
                  <m:oMath xmlns:m="http://schemas.openxmlformats.org/officeDocument/2006/math">
                    <m:r>
                      <m:rPr>
                        <m:sty m:val="p"/>
                      </m:rPr>
                      <a:rPr lang="en-US" altLang="zh-CN" sz="320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e>
                    </m:d>
                    <m:r>
                      <a:rPr lang="en-US" altLang="zh-CN" sz="3200">
                        <a:solidFill>
                          <a:schemeClr val="accent5">
                            <a:lumMod val="75000"/>
                          </a:schemeClr>
                        </a:solidFill>
                        <a:latin typeface="Cambria Math" panose="02040503050406030204" pitchFamily="18" charset="0"/>
                        <a:ea typeface="宋体" charset="0"/>
                      </a:rPr>
                      <m:t>=</m:t>
                    </m:r>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b="0" i="1" smtClean="0">
                            <a:solidFill>
                              <a:schemeClr val="accent5">
                                <a:lumMod val="75000"/>
                              </a:schemeClr>
                            </a:solidFill>
                            <a:latin typeface="Cambria Math" panose="02040503050406030204" pitchFamily="18" charset="0"/>
                            <a:ea typeface="宋体" charset="0"/>
                          </a:rPr>
                          <m:t>𝑀</m:t>
                        </m:r>
                      </m:e>
                      <m:sub>
                        <m:r>
                          <a:rPr lang="en-US" altLang="zh-CN" sz="3200" b="0" i="1" smtClean="0">
                            <a:solidFill>
                              <a:schemeClr val="accent5">
                                <a:lumMod val="75000"/>
                              </a:schemeClr>
                            </a:solidFill>
                            <a:latin typeface="Cambria Math" panose="02040503050406030204" pitchFamily="18" charset="0"/>
                            <a:ea typeface="宋体" charset="0"/>
                          </a:rPr>
                          <m:t>0</m:t>
                        </m:r>
                      </m:sub>
                    </m:sSub>
                    <m:sSub>
                      <m:sSubPr>
                        <m:ctrlPr>
                          <a:rPr lang="en-US" altLang="zh-CN" sz="3200" i="1">
                            <a:solidFill>
                              <a:schemeClr val="accent5">
                                <a:lumMod val="75000"/>
                              </a:schemeClr>
                            </a:solidFill>
                            <a:latin typeface="Cambria Math" panose="02040503050406030204" pitchFamily="18" charset="0"/>
                            <a:ea typeface="宋体" charset="0"/>
                          </a:rPr>
                        </m:ctrlPr>
                      </m:sSubPr>
                      <m:e>
                        <m:r>
                          <a:rPr lang="en-US" altLang="zh-CN" sz="3200" b="0" i="1" smtClean="0">
                            <a:solidFill>
                              <a:schemeClr val="accent5">
                                <a:lumMod val="75000"/>
                              </a:schemeClr>
                            </a:solidFill>
                            <a:latin typeface="Cambria Math" panose="02040503050406030204" pitchFamily="18" charset="0"/>
                            <a:ea typeface="宋体" charset="0"/>
                          </a:rPr>
                          <m:t>𝑀</m:t>
                        </m:r>
                      </m:e>
                      <m:sub>
                        <m:r>
                          <a:rPr lang="en-US" altLang="zh-CN" sz="3200" b="0" i="1" smtClean="0">
                            <a:solidFill>
                              <a:schemeClr val="accent5">
                                <a:lumMod val="75000"/>
                              </a:schemeClr>
                            </a:solidFill>
                            <a:latin typeface="Cambria Math" panose="02040503050406030204" pitchFamily="18" charset="0"/>
                            <a:ea typeface="宋体" charset="0"/>
                          </a:rPr>
                          <m:t>3</m:t>
                        </m:r>
                      </m:sub>
                    </m:sSub>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smtClean="0">
                            <a:solidFill>
                              <a:schemeClr val="accent5">
                                <a:lumMod val="75000"/>
                              </a:schemeClr>
                            </a:solidFill>
                            <a:latin typeface="Cambria Math" panose="02040503050406030204" pitchFamily="18" charset="0"/>
                            <a:ea typeface="宋体" charset="0"/>
                          </a:rPr>
                        </m:ctrlPr>
                      </m:naryPr>
                      <m:sub/>
                      <m:sup/>
                      <m:e>
                        <m:r>
                          <a:rPr lang="en-US" altLang="zh-CN" sz="3200" b="0" i="1" smtClean="0">
                            <a:solidFill>
                              <a:schemeClr val="accent5">
                                <a:lumMod val="75000"/>
                              </a:schemeClr>
                            </a:solidFill>
                            <a:latin typeface="Cambria Math" panose="02040503050406030204" pitchFamily="18" charset="0"/>
                            <a:ea typeface="宋体" charset="0"/>
                          </a:rPr>
                          <m:t>𝑀</m:t>
                        </m:r>
                        <m:r>
                          <a:rPr lang="en-US" altLang="zh-CN" sz="3200" b="0" i="1" smtClean="0">
                            <a:solidFill>
                              <a:schemeClr val="accent5">
                                <a:lumMod val="75000"/>
                              </a:schemeClr>
                            </a:solidFill>
                            <a:latin typeface="Cambria Math" panose="02040503050406030204" pitchFamily="18" charset="0"/>
                            <a:ea typeface="宋体" charset="0"/>
                          </a:rPr>
                          <m:t>(0,3)</m:t>
                        </m:r>
                      </m:e>
                    </m:nary>
                  </m:oMath>
                </a14:m>
                <a:r>
                  <a:rPr lang="en-US" altLang="zh-CN" sz="3200" dirty="0">
                    <a:solidFill>
                      <a:schemeClr val="accent5">
                        <a:lumMod val="75000"/>
                      </a:schemeClr>
                    </a:solidFill>
                  </a:rPr>
                  <a:t> </a:t>
                </a:r>
              </a:p>
            </p:txBody>
          </p:sp>
        </mc:Choice>
        <mc:Fallback xmlns="">
          <p:sp>
            <p:nvSpPr>
              <p:cNvPr id="18" name="文本框 17">
                <a:extLst>
                  <a:ext uri="{FF2B5EF4-FFF2-40B4-BE49-F238E27FC236}">
                    <a16:creationId xmlns:a16="http://schemas.microsoft.com/office/drawing/2014/main" id="{36D08B36-F742-A182-CC0C-1169DEF0B013}"/>
                  </a:ext>
                </a:extLst>
              </p:cNvPr>
              <p:cNvSpPr txBox="1">
                <a:spLocks noRot="1" noChangeAspect="1" noMove="1" noResize="1" noEditPoints="1" noAdjustHandles="1" noChangeArrowheads="1" noChangeShapeType="1" noTextEdit="1"/>
              </p:cNvSpPr>
              <p:nvPr/>
            </p:nvSpPr>
            <p:spPr>
              <a:xfrm>
                <a:off x="2268000" y="2256678"/>
                <a:ext cx="7341255" cy="3370153"/>
              </a:xfrm>
              <a:prstGeom prst="rect">
                <a:avLst/>
              </a:prstGeom>
              <a:blipFill>
                <a:blip r:embed="rId3"/>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D42531B8-291C-4CF3-174C-B5714F9993EB}"/>
              </a:ext>
            </a:extLst>
          </p:cNvPr>
          <p:cNvSpPr txBox="1"/>
          <p:nvPr/>
        </p:nvSpPr>
        <p:spPr>
          <a:xfrm>
            <a:off x="360000" y="828000"/>
            <a:ext cx="5797265" cy="969496"/>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求逻辑函数的标准或与式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方法一：直接拆分</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 name="标题 1">
            <a:extLst>
              <a:ext uri="{FF2B5EF4-FFF2-40B4-BE49-F238E27FC236}">
                <a16:creationId xmlns:a16="http://schemas.microsoft.com/office/drawing/2014/main" id="{450A62EC-0DD2-ECC7-6295-AAB4E0D9938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最大项（标准或与式）</a:t>
            </a:r>
            <a:endParaRPr lang="en-US" altLang="zh-CN" sz="3000" dirty="0">
              <a:solidFill>
                <a:srgbClr val="FFFF00"/>
              </a:solidFill>
            </a:endParaRPr>
          </a:p>
        </p:txBody>
      </p:sp>
    </p:spTree>
    <p:extLst>
      <p:ext uri="{BB962C8B-B14F-4D97-AF65-F5344CB8AC3E}">
        <p14:creationId xmlns:p14="http://schemas.microsoft.com/office/powerpoint/2010/main" val="1250699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F1A88-19EE-C346-0689-20648384CA87}"/>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92236AFF-8A89-C253-2B51-28C686DC4D92}"/>
              </a:ext>
            </a:extLst>
          </p:cNvPr>
          <p:cNvGrpSpPr/>
          <p:nvPr/>
        </p:nvGrpSpPr>
        <p:grpSpPr>
          <a:xfrm>
            <a:off x="11449269" y="6198682"/>
            <a:ext cx="786273" cy="548639"/>
            <a:chOff x="11454918" y="5839511"/>
            <a:chExt cx="786273" cy="548639"/>
          </a:xfrm>
        </p:grpSpPr>
        <p:grpSp>
          <p:nvGrpSpPr>
            <p:cNvPr id="11" name="组合 10">
              <a:extLst>
                <a:ext uri="{FF2B5EF4-FFF2-40B4-BE49-F238E27FC236}">
                  <a16:creationId xmlns:a16="http://schemas.microsoft.com/office/drawing/2014/main" id="{3E075EED-469C-333F-0B32-91E7259987A5}"/>
                </a:ext>
              </a:extLst>
            </p:cNvPr>
            <p:cNvGrpSpPr/>
            <p:nvPr/>
          </p:nvGrpSpPr>
          <p:grpSpPr>
            <a:xfrm>
              <a:off x="11454918" y="5867450"/>
              <a:ext cx="737081" cy="520700"/>
              <a:chOff x="11454918" y="5867450"/>
              <a:chExt cx="737081" cy="520700"/>
            </a:xfrm>
          </p:grpSpPr>
          <p:sp>
            <p:nvSpPr>
              <p:cNvPr id="13" name="箭头: 五边形 12">
                <a:extLst>
                  <a:ext uri="{FF2B5EF4-FFF2-40B4-BE49-F238E27FC236}">
                    <a16:creationId xmlns:a16="http://schemas.microsoft.com/office/drawing/2014/main" id="{46C45037-CA2D-B18E-7A7B-85829C4C21C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箭头: V 形 13">
                <a:extLst>
                  <a:ext uri="{FF2B5EF4-FFF2-40B4-BE49-F238E27FC236}">
                    <a16:creationId xmlns:a16="http://schemas.microsoft.com/office/drawing/2014/main" id="{7B75CD0D-1E6E-F999-3059-DCEAF6837F8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2" name="灯片编号占位符 3">
              <a:extLst>
                <a:ext uri="{FF2B5EF4-FFF2-40B4-BE49-F238E27FC236}">
                  <a16:creationId xmlns:a16="http://schemas.microsoft.com/office/drawing/2014/main" id="{30701262-B9F2-7397-79AD-22E244CA29B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3924AF9-1D16-5D74-DC16-553AA5B9F23C}"/>
                  </a:ext>
                </a:extLst>
              </p:cNvPr>
              <p:cNvSpPr txBox="1"/>
              <p:nvPr/>
            </p:nvSpPr>
            <p:spPr>
              <a:xfrm>
                <a:off x="1258298" y="3228609"/>
                <a:ext cx="7356887" cy="1937582"/>
              </a:xfrm>
              <a:prstGeom prst="rect">
                <a:avLst/>
              </a:prstGeom>
              <a:noFill/>
            </p:spPr>
            <p:txBody>
              <a:bodyPr wrap="square">
                <a:spAutoFit/>
              </a:bodyPr>
              <a:lstStyle/>
              <a:p>
                <a:pPr>
                  <a:spcAft>
                    <a:spcPts val="1200"/>
                  </a:spcAft>
                </a:pPr>
                <a14:m>
                  <m:oMath xmlns:m="http://schemas.openxmlformats.org/officeDocument/2006/math">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Y</m:t>
                    </m:r>
                    <m:d>
                      <m:dPr>
                        <m:ctrlPr>
                          <a:rPr kumimoji="0" lang="en-US" altLang="zh-CN" sz="3200" b="0" i="1" u="none" strike="noStrike" cap="none" normalizeH="0" baseline="0" smtClean="0">
                            <a:ln>
                              <a:noFill/>
                            </a:ln>
                            <a:solidFill>
                              <a:schemeClr val="accent5">
                                <a:lumMod val="75000"/>
                              </a:schemeClr>
                            </a:solidFill>
                            <a:effectLst/>
                            <a:latin typeface="Cambria Math" panose="02040503050406030204" pitchFamily="18" charset="0"/>
                            <a:ea typeface="宋体" charset="0"/>
                          </a:rPr>
                        </m:ctrlPr>
                      </m:dPr>
                      <m:e>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A</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B</m:t>
                        </m:r>
                        <m: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m:t>
                        </m:r>
                        <m:r>
                          <m:rPr>
                            <m:sty m:val="p"/>
                          </m:rPr>
                          <a:rPr kumimoji="0" lang="en-US" altLang="zh-CN" sz="3200" b="0" i="0" u="none" strike="noStrike" cap="none" normalizeH="0" baseline="0" smtClean="0">
                            <a:ln>
                              <a:noFill/>
                            </a:ln>
                            <a:solidFill>
                              <a:schemeClr val="accent5">
                                <a:lumMod val="75000"/>
                              </a:schemeClr>
                            </a:solidFill>
                            <a:effectLst/>
                            <a:latin typeface="Cambria Math" panose="02040503050406030204" pitchFamily="18" charset="0"/>
                            <a:ea typeface="宋体" charset="0"/>
                          </a:rPr>
                          <m:t>C</m:t>
                        </m:r>
                      </m:e>
                    </m:d>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r>
                          <a:rPr lang="en-US" altLang="zh-CN" sz="3200" i="1">
                            <a:solidFill>
                              <a:schemeClr val="accent5">
                                <a:lumMod val="75000"/>
                              </a:schemeClr>
                            </a:solidFill>
                            <a:latin typeface="Cambria Math" panose="02040503050406030204" pitchFamily="18" charset="0"/>
                            <a:ea typeface="宋体" charset="0"/>
                          </a:rPr>
                          <m:t>𝑚</m:t>
                        </m:r>
                        <m:r>
                          <a:rPr lang="en-US" altLang="zh-CN" sz="3200">
                            <a:solidFill>
                              <a:schemeClr val="accent5">
                                <a:lumMod val="75000"/>
                              </a:schemeClr>
                            </a:solidFill>
                            <a:latin typeface="Cambria Math" panose="02040503050406030204" pitchFamily="18" charset="0"/>
                            <a:ea typeface="宋体" charset="0"/>
                          </a:rPr>
                          <m:t>(1,5,6,7)</m:t>
                        </m:r>
                      </m:e>
                    </m:nary>
                  </m:oMath>
                </a14:m>
                <a:r>
                  <a:rPr lang="en-US" altLang="zh-CN" sz="3200" i="1" dirty="0">
                    <a:solidFill>
                      <a:schemeClr val="accent5">
                        <a:lumMod val="75000"/>
                      </a:schemeClr>
                    </a:solidFill>
                    <a:latin typeface="Cambria Math" panose="02040503050406030204" pitchFamily="18" charset="0"/>
                    <a:ea typeface="宋体" charset="0"/>
                  </a:rPr>
                  <a:t> </a:t>
                </a:r>
              </a:p>
              <a:p>
                <a:pPr>
                  <a:spcAft>
                    <a:spcPts val="1200"/>
                  </a:spcAft>
                </a:pPr>
                <a14:m>
                  <m:oMath xmlns:m="http://schemas.openxmlformats.org/officeDocument/2006/math">
                    <m:r>
                      <m:rPr>
                        <m:sty m:val="p"/>
                      </m:rPr>
                      <a:rPr lang="en-US" altLang="zh-CN" sz="3200" smtClean="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r>
                      <m:rPr>
                        <m:nor/>
                      </m:rPr>
                      <a:rPr lang="en-US" altLang="zh-CN" sz="3200" dirty="0">
                        <a:solidFill>
                          <a:schemeClr val="bg1"/>
                        </a:solidFill>
                        <a:latin typeface="Cambria Math" panose="02040503050406030204" pitchFamily="18" charset="0"/>
                        <a:ea typeface="宋体" charset="0"/>
                      </a:rPr>
                      <m:t>	</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r>
                              <a:rPr lang="en-US" altLang="zh-CN" sz="3200" i="1">
                                <a:solidFill>
                                  <a:schemeClr val="accent5">
                                    <a:lumMod val="75000"/>
                                  </a:schemeClr>
                                </a:solidFill>
                                <a:latin typeface="Cambria Math" panose="02040503050406030204" pitchFamily="18" charset="0"/>
                                <a:ea typeface="宋体" charset="0"/>
                              </a:rPr>
                              <m:t>𝑚</m:t>
                            </m:r>
                            <m:r>
                              <a:rPr lang="en-US" altLang="zh-CN" sz="3200">
                                <a:solidFill>
                                  <a:schemeClr val="accent5">
                                    <a:lumMod val="75000"/>
                                  </a:schemeClr>
                                </a:solidFill>
                                <a:latin typeface="Cambria Math" panose="02040503050406030204" pitchFamily="18" charset="0"/>
                                <a:ea typeface="宋体" charset="0"/>
                              </a:rPr>
                              <m:t>(</m:t>
                            </m:r>
                            <m:r>
                              <a:rPr lang="en-US" altLang="zh-CN" sz="3200" i="1">
                                <a:solidFill>
                                  <a:schemeClr val="accent5">
                                    <a:lumMod val="75000"/>
                                  </a:schemeClr>
                                </a:solidFill>
                                <a:latin typeface="Cambria Math" panose="02040503050406030204" pitchFamily="18" charset="0"/>
                                <a:ea typeface="宋体" charset="0"/>
                              </a:rPr>
                              <m:t>0</m:t>
                            </m:r>
                            <m:r>
                              <a:rPr lang="en-US" altLang="zh-CN" sz="3200">
                                <a:solidFill>
                                  <a:schemeClr val="accent5">
                                    <a:lumMod val="75000"/>
                                  </a:schemeClr>
                                </a:solidFill>
                                <a:latin typeface="Cambria Math" panose="02040503050406030204" pitchFamily="18" charset="0"/>
                                <a:ea typeface="宋体" charset="0"/>
                              </a:rPr>
                              <m:t>,</m:t>
                            </m:r>
                            <m:r>
                              <a:rPr lang="en-US" altLang="zh-CN" sz="3200" i="1">
                                <a:solidFill>
                                  <a:schemeClr val="accent5">
                                    <a:lumMod val="75000"/>
                                  </a:schemeClr>
                                </a:solidFill>
                                <a:latin typeface="Cambria Math" panose="02040503050406030204" pitchFamily="18" charset="0"/>
                                <a:ea typeface="宋体" charset="0"/>
                              </a:rPr>
                              <m:t>2</m:t>
                            </m:r>
                            <m:r>
                              <a:rPr lang="en-US" altLang="zh-CN" sz="3200">
                                <a:solidFill>
                                  <a:schemeClr val="accent5">
                                    <a:lumMod val="75000"/>
                                  </a:schemeClr>
                                </a:solidFill>
                                <a:latin typeface="Cambria Math" panose="02040503050406030204" pitchFamily="18" charset="0"/>
                                <a:ea typeface="宋体" charset="0"/>
                              </a:rPr>
                              <m:t>,</m:t>
                            </m:r>
                            <m:r>
                              <a:rPr lang="en-US" altLang="zh-CN" sz="3200" i="1">
                                <a:solidFill>
                                  <a:schemeClr val="accent5">
                                    <a:lumMod val="75000"/>
                                  </a:schemeClr>
                                </a:solidFill>
                                <a:latin typeface="Cambria Math" panose="02040503050406030204" pitchFamily="18" charset="0"/>
                                <a:ea typeface="宋体" charset="0"/>
                              </a:rPr>
                              <m:t>3</m:t>
                            </m:r>
                            <m:r>
                              <a:rPr lang="en-US" altLang="zh-CN" sz="3200">
                                <a:solidFill>
                                  <a:schemeClr val="accent5">
                                    <a:lumMod val="75000"/>
                                  </a:schemeClr>
                                </a:solidFill>
                                <a:latin typeface="Cambria Math" panose="02040503050406030204" pitchFamily="18" charset="0"/>
                                <a:ea typeface="宋体" charset="0"/>
                              </a:rPr>
                              <m:t>,</m:t>
                            </m:r>
                            <m:r>
                              <a:rPr lang="en-US" altLang="zh-CN" sz="3200" i="1">
                                <a:solidFill>
                                  <a:schemeClr val="accent5">
                                    <a:lumMod val="75000"/>
                                  </a:schemeClr>
                                </a:solidFill>
                                <a:latin typeface="Cambria Math" panose="02040503050406030204" pitchFamily="18" charset="0"/>
                                <a:ea typeface="宋体" charset="0"/>
                              </a:rPr>
                              <m:t>4</m:t>
                            </m:r>
                            <m:r>
                              <a:rPr lang="en-US" altLang="zh-CN" sz="3200">
                                <a:solidFill>
                                  <a:schemeClr val="accent5">
                                    <a:lumMod val="75000"/>
                                  </a:schemeClr>
                                </a:solidFill>
                                <a:latin typeface="Cambria Math" panose="02040503050406030204" pitchFamily="18" charset="0"/>
                                <a:ea typeface="宋体" charset="0"/>
                              </a:rPr>
                              <m:t>)</m:t>
                            </m:r>
                          </m:e>
                        </m:nary>
                      </m:e>
                    </m:acc>
                    <m:r>
                      <a:rPr lang="en-US" altLang="zh-CN" sz="3200" i="1">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a:solidFill>
                              <a:schemeClr val="accent5">
                                <a:lumMod val="75000"/>
                              </a:schemeClr>
                            </a:solidFill>
                            <a:latin typeface="Cambria Math" panose="02040503050406030204" pitchFamily="18" charset="0"/>
                            <a:ea typeface="宋体" charset="0"/>
                          </a:rPr>
                        </m:ctrlPr>
                      </m:naryPr>
                      <m:sub/>
                      <m:sup/>
                      <m:e>
                        <m:acc>
                          <m:accPr>
                            <m:chr m:val="̅"/>
                            <m:ctrlPr>
                              <a:rPr lang="en-US" altLang="zh-CN" sz="3200" i="1" smtClean="0">
                                <a:solidFill>
                                  <a:schemeClr val="accent5">
                                    <a:lumMod val="75000"/>
                                  </a:schemeClr>
                                </a:solidFill>
                                <a:latin typeface="Cambria Math" panose="02040503050406030204" pitchFamily="18" charset="0"/>
                                <a:ea typeface="宋体" charset="0"/>
                              </a:rPr>
                            </m:ctrlPr>
                          </m:accPr>
                          <m:e>
                            <m:r>
                              <a:rPr lang="en-US" altLang="zh-CN" sz="3200" b="0" i="1" smtClean="0">
                                <a:solidFill>
                                  <a:schemeClr val="accent5">
                                    <a:lumMod val="75000"/>
                                  </a:schemeClr>
                                </a:solidFill>
                                <a:latin typeface="Cambria Math" panose="02040503050406030204" pitchFamily="18" charset="0"/>
                                <a:ea typeface="宋体" charset="0"/>
                              </a:rPr>
                              <m:t>𝑚</m:t>
                            </m:r>
                          </m:e>
                        </m:acc>
                        <m:r>
                          <a:rPr lang="en-US" altLang="zh-CN" sz="3200" i="1">
                            <a:solidFill>
                              <a:schemeClr val="accent5">
                                <a:lumMod val="75000"/>
                              </a:schemeClr>
                            </a:solidFill>
                            <a:latin typeface="Cambria Math" panose="02040503050406030204" pitchFamily="18" charset="0"/>
                            <a:ea typeface="宋体" charset="0"/>
                          </a:rPr>
                          <m:t>(0,2,3,4)</m:t>
                        </m:r>
                      </m:e>
                    </m:nary>
                  </m:oMath>
                </a14:m>
                <a:r>
                  <a:rPr lang="en-US" altLang="zh-CN" sz="3200" i="1" dirty="0">
                    <a:solidFill>
                      <a:schemeClr val="accent5">
                        <a:lumMod val="75000"/>
                      </a:schemeClr>
                    </a:solidFill>
                    <a:latin typeface="Cambria Math" panose="02040503050406030204" pitchFamily="18" charset="0"/>
                    <a:ea typeface="宋体" charset="0"/>
                  </a:rPr>
                  <a:t> </a:t>
                </a:r>
              </a:p>
              <a:p>
                <a:pPr>
                  <a:spcAft>
                    <a:spcPts val="1200"/>
                  </a:spcAft>
                </a:pPr>
                <a14:m>
                  <m:oMath xmlns:m="http://schemas.openxmlformats.org/officeDocument/2006/math">
                    <m:r>
                      <m:rPr>
                        <m:sty m:val="p"/>
                      </m:rPr>
                      <a:rPr lang="en-US" altLang="zh-CN" sz="3200" smtClean="0">
                        <a:solidFill>
                          <a:schemeClr val="bg1"/>
                        </a:solidFill>
                        <a:latin typeface="Cambria Math" panose="02040503050406030204" pitchFamily="18" charset="0"/>
                        <a:ea typeface="宋体" charset="0"/>
                      </a:rPr>
                      <m:t>Y</m:t>
                    </m:r>
                    <m:d>
                      <m:dPr>
                        <m:ctrlPr>
                          <a:rPr lang="en-US" altLang="zh-CN" sz="3200" i="1">
                            <a:solidFill>
                              <a:schemeClr val="bg1"/>
                            </a:solidFill>
                            <a:latin typeface="Cambria Math" panose="02040503050406030204" pitchFamily="18" charset="0"/>
                            <a:ea typeface="宋体" charset="0"/>
                          </a:rPr>
                        </m:ctrlPr>
                      </m:dPr>
                      <m:e>
                        <m:r>
                          <m:rPr>
                            <m:sty m:val="p"/>
                          </m:rPr>
                          <a:rPr lang="en-US" altLang="zh-CN" sz="3200">
                            <a:solidFill>
                              <a:schemeClr val="bg1"/>
                            </a:solidFill>
                            <a:latin typeface="Cambria Math" panose="02040503050406030204" pitchFamily="18" charset="0"/>
                            <a:ea typeface="宋体" charset="0"/>
                          </a:rPr>
                          <m:t>A</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B</m:t>
                        </m:r>
                        <m:r>
                          <a:rPr lang="en-US" altLang="zh-CN" sz="3200">
                            <a:solidFill>
                              <a:schemeClr val="bg1"/>
                            </a:solidFill>
                            <a:latin typeface="Cambria Math" panose="02040503050406030204" pitchFamily="18" charset="0"/>
                            <a:ea typeface="宋体" charset="0"/>
                          </a:rPr>
                          <m:t>,</m:t>
                        </m:r>
                        <m:r>
                          <m:rPr>
                            <m:sty m:val="p"/>
                          </m:rPr>
                          <a:rPr lang="en-US" altLang="zh-CN" sz="3200">
                            <a:solidFill>
                              <a:schemeClr val="bg1"/>
                            </a:solidFill>
                            <a:latin typeface="Cambria Math" panose="02040503050406030204" pitchFamily="18" charset="0"/>
                            <a:ea typeface="宋体" charset="0"/>
                          </a:rPr>
                          <m:t>C</m:t>
                        </m:r>
                      </m:e>
                    </m:d>
                    <m:r>
                      <a:rPr lang="en-US" altLang="zh-CN" sz="3200">
                        <a:solidFill>
                          <a:schemeClr val="accent5">
                            <a:lumMod val="75000"/>
                          </a:schemeClr>
                        </a:solidFill>
                        <a:latin typeface="Cambria Math" panose="02040503050406030204" pitchFamily="18" charset="0"/>
                        <a:ea typeface="宋体" charset="0"/>
                      </a:rPr>
                      <m:t>=</m:t>
                    </m:r>
                    <m:nary>
                      <m:naryPr>
                        <m:chr m:val="∏"/>
                        <m:subHide m:val="on"/>
                        <m:supHide m:val="on"/>
                        <m:ctrlPr>
                          <a:rPr lang="en-US" altLang="zh-CN" sz="3200" i="1" smtClean="0">
                            <a:solidFill>
                              <a:schemeClr val="accent5">
                                <a:lumMod val="75000"/>
                              </a:schemeClr>
                            </a:solidFill>
                            <a:latin typeface="Cambria Math" panose="02040503050406030204" pitchFamily="18" charset="0"/>
                            <a:ea typeface="宋体" charset="0"/>
                          </a:rPr>
                        </m:ctrlPr>
                      </m:naryPr>
                      <m:sub/>
                      <m:sup/>
                      <m:e>
                        <m:r>
                          <a:rPr lang="en-US" altLang="zh-CN" sz="3200" b="0" i="1" smtClean="0">
                            <a:solidFill>
                              <a:schemeClr val="accent5">
                                <a:lumMod val="75000"/>
                              </a:schemeClr>
                            </a:solidFill>
                            <a:latin typeface="Cambria Math" panose="02040503050406030204" pitchFamily="18" charset="0"/>
                            <a:ea typeface="宋体" charset="0"/>
                          </a:rPr>
                          <m:t>𝑀</m:t>
                        </m:r>
                        <m:r>
                          <a:rPr lang="en-US" altLang="zh-CN" sz="3200" b="0" i="1" smtClean="0">
                            <a:solidFill>
                              <a:schemeClr val="accent5">
                                <a:lumMod val="75000"/>
                              </a:schemeClr>
                            </a:solidFill>
                            <a:latin typeface="Cambria Math" panose="02040503050406030204" pitchFamily="18" charset="0"/>
                            <a:ea typeface="宋体" charset="0"/>
                          </a:rPr>
                          <m:t>(0,2,3,4)</m:t>
                        </m:r>
                      </m:e>
                    </m:nary>
                  </m:oMath>
                </a14:m>
                <a:r>
                  <a:rPr lang="en-US" altLang="zh-CN" sz="3200" dirty="0">
                    <a:solidFill>
                      <a:schemeClr val="accent5">
                        <a:lumMod val="75000"/>
                      </a:schemeClr>
                    </a:solidFill>
                  </a:rPr>
                  <a:t> </a:t>
                </a:r>
              </a:p>
            </p:txBody>
          </p:sp>
        </mc:Choice>
        <mc:Fallback xmlns="">
          <p:sp>
            <p:nvSpPr>
              <p:cNvPr id="5" name="文本框 4">
                <a:extLst>
                  <a:ext uri="{FF2B5EF4-FFF2-40B4-BE49-F238E27FC236}">
                    <a16:creationId xmlns:a16="http://schemas.microsoft.com/office/drawing/2014/main" id="{A3924AF9-1D16-5D74-DC16-553AA5B9F23C}"/>
                  </a:ext>
                </a:extLst>
              </p:cNvPr>
              <p:cNvSpPr txBox="1">
                <a:spLocks noRot="1" noChangeAspect="1" noMove="1" noResize="1" noEditPoints="1" noAdjustHandles="1" noChangeArrowheads="1" noChangeShapeType="1" noTextEdit="1"/>
              </p:cNvSpPr>
              <p:nvPr/>
            </p:nvSpPr>
            <p:spPr>
              <a:xfrm>
                <a:off x="1258298" y="3228609"/>
                <a:ext cx="7356887" cy="1937582"/>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7" name="Group 5">
            <a:extLst>
              <a:ext uri="{FF2B5EF4-FFF2-40B4-BE49-F238E27FC236}">
                <a16:creationId xmlns:a16="http://schemas.microsoft.com/office/drawing/2014/main" id="{93FE6482-2B94-07C6-5EB3-3283F245A53F}"/>
              </a:ext>
            </a:extLst>
          </p:cNvPr>
          <p:cNvGraphicFramePr>
            <a:graphicFrameLocks noGrp="1"/>
          </p:cNvGraphicFramePr>
          <p:nvPr>
            <p:extLst>
              <p:ext uri="{D42A27DB-BD31-4B8C-83A1-F6EECF244321}">
                <p14:modId xmlns:p14="http://schemas.microsoft.com/office/powerpoint/2010/main" val="2734516336"/>
              </p:ext>
            </p:extLst>
          </p:nvPr>
        </p:nvGraphicFramePr>
        <p:xfrm>
          <a:off x="9402082" y="1453037"/>
          <a:ext cx="2368550" cy="4043365"/>
        </p:xfrm>
        <a:graphic>
          <a:graphicData uri="http://schemas.openxmlformats.org/drawingml/2006/table">
            <a:tbl>
              <a:tblPr/>
              <a:tblGrid>
                <a:gridCol w="592138">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668338">
                  <a:extLst>
                    <a:ext uri="{9D8B030D-6E8A-4147-A177-3AD203B41FA5}">
                      <a16:colId xmlns:a16="http://schemas.microsoft.com/office/drawing/2014/main" val="20002"/>
                    </a:ext>
                  </a:extLst>
                </a:gridCol>
                <a:gridCol w="785812">
                  <a:extLst>
                    <a:ext uri="{9D8B030D-6E8A-4147-A177-3AD203B41FA5}">
                      <a16:colId xmlns:a16="http://schemas.microsoft.com/office/drawing/2014/main" val="20003"/>
                    </a:ext>
                  </a:extLst>
                </a:gridCol>
              </a:tblGrid>
              <a:tr h="627062">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8" name="Group 71">
            <a:extLst>
              <a:ext uri="{FF2B5EF4-FFF2-40B4-BE49-F238E27FC236}">
                <a16:creationId xmlns:a16="http://schemas.microsoft.com/office/drawing/2014/main" id="{A01167A3-96E2-984F-1785-1C6DE4EC03EB}"/>
              </a:ext>
            </a:extLst>
          </p:cNvPr>
          <p:cNvGraphicFramePr>
            <a:graphicFrameLocks noGrp="1"/>
          </p:cNvGraphicFramePr>
          <p:nvPr>
            <p:extLst>
              <p:ext uri="{D42A27DB-BD31-4B8C-83A1-F6EECF244321}">
                <p14:modId xmlns:p14="http://schemas.microsoft.com/office/powerpoint/2010/main" val="74062956"/>
              </p:ext>
            </p:extLst>
          </p:nvPr>
        </p:nvGraphicFramePr>
        <p:xfrm>
          <a:off x="8681357" y="2056287"/>
          <a:ext cx="731838" cy="3429000"/>
        </p:xfrm>
        <a:graphic>
          <a:graphicData uri="http://schemas.openxmlformats.org/drawingml/2006/table">
            <a:tbl>
              <a:tblPr/>
              <a:tblGrid>
                <a:gridCol w="731838">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2</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3</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4</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5</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6</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7</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9" name="Group 98">
            <a:extLst>
              <a:ext uri="{FF2B5EF4-FFF2-40B4-BE49-F238E27FC236}">
                <a16:creationId xmlns:a16="http://schemas.microsoft.com/office/drawing/2014/main" id="{2059FA89-7DAF-041A-8380-543B4B9A5AB0}"/>
              </a:ext>
            </a:extLst>
          </p:cNvPr>
          <p:cNvGraphicFramePr>
            <a:graphicFrameLocks noGrp="1"/>
          </p:cNvGraphicFramePr>
          <p:nvPr>
            <p:extLst>
              <p:ext uri="{D42A27DB-BD31-4B8C-83A1-F6EECF244321}">
                <p14:modId xmlns:p14="http://schemas.microsoft.com/office/powerpoint/2010/main" val="1255043978"/>
              </p:ext>
            </p:extLst>
          </p:nvPr>
        </p:nvGraphicFramePr>
        <p:xfrm>
          <a:off x="10984820" y="2076924"/>
          <a:ext cx="785812" cy="3405189"/>
        </p:xfrm>
        <a:graphic>
          <a:graphicData uri="http://schemas.openxmlformats.org/drawingml/2006/table">
            <a:tbl>
              <a:tblPr/>
              <a:tblGrid>
                <a:gridCol w="785812">
                  <a:extLst>
                    <a:ext uri="{9D8B030D-6E8A-4147-A177-3AD203B41FA5}">
                      <a16:colId xmlns:a16="http://schemas.microsoft.com/office/drawing/2014/main" val="20000"/>
                    </a:ext>
                  </a:extLst>
                </a:gridCol>
              </a:tblGrid>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7" name="文本框 16">
            <a:extLst>
              <a:ext uri="{FF2B5EF4-FFF2-40B4-BE49-F238E27FC236}">
                <a16:creationId xmlns:a16="http://schemas.microsoft.com/office/drawing/2014/main" id="{51EC230C-3A3B-5E97-228B-50E7037C00B9}"/>
              </a:ext>
            </a:extLst>
          </p:cNvPr>
          <p:cNvSpPr txBox="1"/>
          <p:nvPr/>
        </p:nvSpPr>
        <p:spPr>
          <a:xfrm>
            <a:off x="360001" y="5616000"/>
            <a:ext cx="9655392" cy="954107"/>
          </a:xfrm>
          <a:prstGeom prst="rect">
            <a:avLst/>
          </a:prstGeom>
          <a:noFill/>
        </p:spPr>
        <p:txBody>
          <a:bodyPr wrap="square">
            <a:spAutoFit/>
          </a:bodyPr>
          <a:lstStyle/>
          <a:p>
            <a:r>
              <a:rPr lang="zh-CN" altLang="en-US" sz="2800" dirty="0">
                <a:solidFill>
                  <a:srgbClr val="0000FF"/>
                </a:solidFill>
                <a:latin typeface="微软雅黑" panose="020B0503020204020204" pitchFamily="34" charset="-122"/>
                <a:ea typeface="微软雅黑" panose="020B0503020204020204" pitchFamily="34" charset="-122"/>
              </a:rPr>
              <a:t>因此，未出现在最小项表达式中的各标号组成的最大项之积构成了相对应的最大项表达式</a:t>
            </a:r>
            <a:endParaRPr lang="en-US" altLang="zh-CN" sz="2800" dirty="0">
              <a:solidFill>
                <a:srgbClr val="0000FF"/>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E6A9E721-0E9F-2DCD-76EB-C8E8EAF03BA0}"/>
              </a:ext>
            </a:extLst>
          </p:cNvPr>
          <p:cNvSpPr txBox="1"/>
          <p:nvPr/>
        </p:nvSpPr>
        <p:spPr>
          <a:xfrm>
            <a:off x="360000" y="828000"/>
            <a:ext cx="5797265" cy="1415772"/>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求逻辑函数的标准或与式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方法一：直接拆分</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方法二：填真值表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C3553D3D-30CE-EF12-1994-12FF701EB325}"/>
              </a:ext>
            </a:extLst>
          </p:cNvPr>
          <p:cNvSpPr txBox="1"/>
          <p:nvPr/>
        </p:nvSpPr>
        <p:spPr>
          <a:xfrm>
            <a:off x="1260000" y="2268000"/>
            <a:ext cx="7356887" cy="830997"/>
          </a:xfrm>
          <a:prstGeom prst="rect">
            <a:avLst/>
          </a:prstGeom>
          <a:noFill/>
        </p:spPr>
        <p:txBody>
          <a:bodyPr wrap="square">
            <a:spAutoFit/>
          </a:bodyPr>
          <a:lstStyle/>
          <a:p>
            <a:pPr marL="0" lvl="1"/>
            <a:r>
              <a:rPr kumimoji="1" lang="zh-CN" altLang="en-US" sz="2400" dirty="0">
                <a:solidFill>
                  <a:schemeClr val="accent5">
                    <a:lumMod val="50000"/>
                  </a:schemeClr>
                </a:solidFill>
                <a:latin typeface="微软雅黑" panose="020B0503020204020204" pitchFamily="34" charset="-122"/>
                <a:ea typeface="微软雅黑" panose="020B0503020204020204" pitchFamily="34" charset="-122"/>
              </a:rPr>
              <a:t>从真值表中挑出输出为“</a:t>
            </a:r>
            <a:r>
              <a:rPr kumimoji="1" lang="en-US" altLang="zh-CN" sz="2400" dirty="0">
                <a:solidFill>
                  <a:srgbClr val="C00000"/>
                </a:solidFill>
                <a:latin typeface="微软雅黑" panose="020B0503020204020204" pitchFamily="34" charset="-122"/>
                <a:ea typeface="微软雅黑" panose="020B0503020204020204" pitchFamily="34" charset="-122"/>
              </a:rPr>
              <a:t>0</a:t>
            </a:r>
            <a:r>
              <a:rPr kumimoji="1" lang="zh-CN" altLang="en-US" sz="2400" dirty="0">
                <a:solidFill>
                  <a:schemeClr val="accent5">
                    <a:lumMod val="50000"/>
                  </a:schemeClr>
                </a:solidFill>
                <a:latin typeface="微软雅黑" panose="020B0503020204020204" pitchFamily="34" charset="-122"/>
                <a:ea typeface="微软雅黑" panose="020B0503020204020204" pitchFamily="34" charset="-122"/>
              </a:rPr>
              <a:t>”的行，输入二进制编号即为最大项编号，全部连乘即为标准或与式</a:t>
            </a:r>
            <a:endParaRPr kumimoji="1" lang="en-US" altLang="zh-CN" sz="24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3" name="标题 1">
            <a:extLst>
              <a:ext uri="{FF2B5EF4-FFF2-40B4-BE49-F238E27FC236}">
                <a16:creationId xmlns:a16="http://schemas.microsoft.com/office/drawing/2014/main" id="{C0AAD2E8-4EA1-633A-3F9D-606A86C0FAF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最大项（标准或与式）</a:t>
            </a:r>
            <a:endParaRPr lang="en-US" altLang="zh-CN" sz="3000" dirty="0">
              <a:solidFill>
                <a:srgbClr val="FFFF00"/>
              </a:solidFill>
            </a:endParaRPr>
          </a:p>
        </p:txBody>
      </p:sp>
      <p:sp>
        <p:nvSpPr>
          <p:cNvPr id="2" name="Rectangle 4">
            <a:extLst>
              <a:ext uri="{FF2B5EF4-FFF2-40B4-BE49-F238E27FC236}">
                <a16:creationId xmlns:a16="http://schemas.microsoft.com/office/drawing/2014/main" id="{0FBB3319-21BA-0886-AFF4-716A04CAA64C}"/>
              </a:ext>
            </a:extLst>
          </p:cNvPr>
          <p:cNvSpPr>
            <a:spLocks noChangeArrowheads="1"/>
          </p:cNvSpPr>
          <p:nvPr/>
        </p:nvSpPr>
        <p:spPr bwMode="auto">
          <a:xfrm>
            <a:off x="9413195" y="1008000"/>
            <a:ext cx="2357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200" dirty="0">
                <a:latin typeface="微软雅黑" panose="020B0503020204020204" pitchFamily="34" charset="-122"/>
                <a:ea typeface="微软雅黑" panose="020B0503020204020204" pitchFamily="34" charset="-122"/>
              </a:rPr>
              <a:t>真 值 表</a:t>
            </a:r>
          </a:p>
        </p:txBody>
      </p:sp>
    </p:spTree>
    <p:extLst>
      <p:ext uri="{BB962C8B-B14F-4D97-AF65-F5344CB8AC3E}">
        <p14:creationId xmlns:p14="http://schemas.microsoft.com/office/powerpoint/2010/main" val="8666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189E0A-A667-5A7E-C294-A770455D382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逻辑函数式的形式 </a:t>
            </a:r>
            <a:r>
              <a:rPr lang="en-US" altLang="zh-CN" sz="3000" dirty="0"/>
              <a:t>—— </a:t>
            </a:r>
            <a:r>
              <a:rPr lang="zh-CN" altLang="en-US" sz="3000" dirty="0">
                <a:solidFill>
                  <a:srgbClr val="FFFF00"/>
                </a:solidFill>
              </a:rPr>
              <a:t>最小项与最大项</a:t>
            </a:r>
            <a:endParaRPr lang="en-US" altLang="zh-CN" sz="3000" dirty="0">
              <a:solidFill>
                <a:srgbClr val="FFFF00"/>
              </a:solidFill>
            </a:endParaRPr>
          </a:p>
        </p:txBody>
      </p:sp>
      <p:grpSp>
        <p:nvGrpSpPr>
          <p:cNvPr id="3" name="组合 2">
            <a:extLst>
              <a:ext uri="{FF2B5EF4-FFF2-40B4-BE49-F238E27FC236}">
                <a16:creationId xmlns:a16="http://schemas.microsoft.com/office/drawing/2014/main" id="{B3D9E2C7-8609-1117-41EC-E37FB86070B3}"/>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508B6851-D291-3E3B-719A-437AC15290EF}"/>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BDEC4FFC-5AD3-C455-FE7C-6521759A4A7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B85D8135-9972-F6A0-0D84-A4976B99696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4F43C341-587E-6F9C-D173-D859D5759F6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59E42075-0C09-D5E5-CF67-ACC04091C9C8}"/>
              </a:ext>
            </a:extLst>
          </p:cNvPr>
          <p:cNvSpPr txBox="1"/>
          <p:nvPr/>
        </p:nvSpPr>
        <p:spPr>
          <a:xfrm>
            <a:off x="1928055" y="720000"/>
            <a:ext cx="8335890" cy="461665"/>
          </a:xfrm>
          <a:prstGeom prst="rect">
            <a:avLst/>
          </a:prstGeom>
          <a:noFill/>
        </p:spPr>
        <p:txBody>
          <a:bodyPr wrap="square">
            <a:spAutoFit/>
          </a:bodyPr>
          <a:lstStyle/>
          <a:p>
            <a:pPr algn="ctr">
              <a:spcAft>
                <a:spcPts val="600"/>
              </a:spcAft>
            </a:pPr>
            <a:r>
              <a:rPr lang="zh-CN" altLang="en-US" sz="2400" dirty="0">
                <a:solidFill>
                  <a:srgbClr val="002060"/>
                </a:solidFill>
                <a:latin typeface="微软雅黑" panose="020B0503020204020204" pitchFamily="34" charset="-122"/>
                <a:ea typeface="微软雅黑" panose="020B0503020204020204" pitchFamily="34" charset="-122"/>
              </a:rPr>
              <a:t>三变量最小项和最大项代表符号</a:t>
            </a:r>
            <a:endParaRPr lang="en-US" altLang="zh-CN" sz="24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9C83D3DC-4FBD-23C6-FFD8-A5828F870780}"/>
                  </a:ext>
                </a:extLst>
              </p:cNvPr>
              <p:cNvGraphicFramePr>
                <a:graphicFrameLocks noGrp="1"/>
              </p:cNvGraphicFramePr>
              <p:nvPr>
                <p:extLst>
                  <p:ext uri="{D42A27DB-BD31-4B8C-83A1-F6EECF244321}">
                    <p14:modId xmlns:p14="http://schemas.microsoft.com/office/powerpoint/2010/main" val="1859548465"/>
                  </p:ext>
                </p:extLst>
              </p:nvPr>
            </p:nvGraphicFramePr>
            <p:xfrm>
              <a:off x="1928055" y="1188000"/>
              <a:ext cx="8377995" cy="3901440"/>
            </p:xfrm>
            <a:graphic>
              <a:graphicData uri="http://schemas.openxmlformats.org/drawingml/2006/table">
                <a:tbl>
                  <a:tblPr firstRow="1" bandRow="1">
                    <a:tableStyleId>{5940675A-B579-460E-94D1-54222C63F5DA}</a:tableStyleId>
                  </a:tblPr>
                  <a:tblGrid>
                    <a:gridCol w="1090078">
                      <a:extLst>
                        <a:ext uri="{9D8B030D-6E8A-4147-A177-3AD203B41FA5}">
                          <a16:colId xmlns:a16="http://schemas.microsoft.com/office/drawing/2014/main" val="31795022"/>
                        </a:ext>
                      </a:extLst>
                    </a:gridCol>
                    <a:gridCol w="3080272">
                      <a:extLst>
                        <a:ext uri="{9D8B030D-6E8A-4147-A177-3AD203B41FA5}">
                          <a16:colId xmlns:a16="http://schemas.microsoft.com/office/drawing/2014/main" val="3243370141"/>
                        </a:ext>
                      </a:extLst>
                    </a:gridCol>
                    <a:gridCol w="2104623">
                      <a:extLst>
                        <a:ext uri="{9D8B030D-6E8A-4147-A177-3AD203B41FA5}">
                          <a16:colId xmlns:a16="http://schemas.microsoft.com/office/drawing/2014/main" val="530250437"/>
                        </a:ext>
                      </a:extLst>
                    </a:gridCol>
                    <a:gridCol w="2103022">
                      <a:extLst>
                        <a:ext uri="{9D8B030D-6E8A-4147-A177-3AD203B41FA5}">
                          <a16:colId xmlns:a16="http://schemas.microsoft.com/office/drawing/2014/main" val="1941071218"/>
                        </a:ext>
                      </a:extLst>
                    </a:gridCol>
                  </a:tblGrid>
                  <a:tr h="333104">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行号</a:t>
                          </a:r>
                        </a:p>
                      </a:txBody>
                      <a:tcPr anchor="ctr"/>
                    </a:tc>
                    <a:tc>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变量取值</a:t>
                          </a:r>
                        </a:p>
                      </a:txBody>
                      <a:tcPr anchor="ctr"/>
                    </a:tc>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最小项</a:t>
                          </a:r>
                        </a:p>
                      </a:txBody>
                      <a:tcPr anchor="ctr"/>
                    </a:tc>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最大项</a:t>
                          </a:r>
                        </a:p>
                      </a:txBody>
                      <a:tcPr anchor="ctr"/>
                    </a:tc>
                    <a:extLst>
                      <a:ext uri="{0D108BD9-81ED-4DB2-BD59-A6C34878D82A}">
                        <a16:rowId xmlns:a16="http://schemas.microsoft.com/office/drawing/2014/main" val="1581509151"/>
                      </a:ext>
                    </a:extLst>
                  </a:tr>
                  <a:tr h="333104">
                    <a:tc vMerge="1">
                      <a:txBody>
                        <a:bodyPr/>
                        <a:lstStyle/>
                        <a:p>
                          <a:endParaRPr lang="zh-CN" altLang="en-US" dirty="0"/>
                        </a:p>
                      </a:txBody>
                      <a:tcPr/>
                    </a:tc>
                    <a:tc>
                      <a:txBody>
                        <a:bodyPr/>
                        <a:lstStyle/>
                        <a:p>
                          <a:pPr algn="ctr"/>
                          <a14:m>
                            <m:oMath xmlns:m="http://schemas.openxmlformats.org/officeDocument/2006/math">
                              <m:r>
                                <m:rPr>
                                  <m:sty m:val="p"/>
                                </m:rPr>
                                <a:rPr lang="en-US" altLang="zh-CN" b="0" i="0" smtClean="0">
                                  <a:solidFill>
                                    <a:schemeClr val="accent5">
                                      <a:lumMod val="75000"/>
                                    </a:schemeClr>
                                  </a:solidFill>
                                  <a:latin typeface="Cambria Math" panose="02040503050406030204" pitchFamily="18" charset="0"/>
                                  <a:ea typeface="微软雅黑" panose="020B0503020204020204" pitchFamily="34" charset="-122"/>
                                </a:rPr>
                                <m:t>A</m:t>
                              </m:r>
                            </m:oMath>
                          </a14:m>
                          <a:r>
                            <a:rPr lang="en-US" altLang="zh-CN" sz="1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b="0" i="0" smtClean="0">
                                  <a:solidFill>
                                    <a:schemeClr val="accent5">
                                      <a:lumMod val="75000"/>
                                    </a:schemeClr>
                                  </a:solidFill>
                                  <a:latin typeface="Cambria Math" panose="02040503050406030204" pitchFamily="18" charset="0"/>
                                  <a:ea typeface="微软雅黑" panose="020B0503020204020204" pitchFamily="34" charset="-122"/>
                                </a:rPr>
                                <m:t>B</m:t>
                              </m:r>
                            </m:oMath>
                          </a14:m>
                          <a:r>
                            <a:rPr lang="en-US" altLang="zh-CN" sz="1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b="0" i="0" smtClean="0">
                                  <a:solidFill>
                                    <a:schemeClr val="accent5">
                                      <a:lumMod val="75000"/>
                                    </a:schemeClr>
                                  </a:solidFill>
                                  <a:latin typeface="Cambria Math" panose="02040503050406030204" pitchFamily="18" charset="0"/>
                                  <a:ea typeface="微软雅黑" panose="020B0503020204020204" pitchFamily="34" charset="-122"/>
                                </a:rPr>
                                <m:t>C</m:t>
                              </m:r>
                            </m:oMath>
                          </a14:m>
                          <a:endParaRPr lang="zh-CN" altLang="en-US" i="0" dirty="0">
                            <a:solidFill>
                              <a:schemeClr val="accent5">
                                <a:lumMod val="75000"/>
                              </a:schemeClr>
                            </a:solidFill>
                            <a:latin typeface="微软雅黑" panose="020B0503020204020204" pitchFamily="34" charset="-122"/>
                            <a:ea typeface="微软雅黑" panose="020B0503020204020204" pitchFamily="34" charset="-122"/>
                          </a:endParaRPr>
                        </a:p>
                      </a:txBody>
                      <a:tcPr anchor="ctr"/>
                    </a:tc>
                    <a:tc vMerge="1">
                      <a:txBody>
                        <a:bodyPr/>
                        <a:lstStyle/>
                        <a:p>
                          <a:endParaRPr lang="zh-CN" altLang="en-US" dirty="0"/>
                        </a:p>
                      </a:txBody>
                      <a:tcPr/>
                    </a:tc>
                    <a:tc vMerge="1">
                      <a:txBody>
                        <a:bodyPr/>
                        <a:lstStyle/>
                        <a:p>
                          <a:endParaRPr lang="zh-CN" altLang="en-US" dirty="0"/>
                        </a:p>
                      </a:txBody>
                      <a:tcPr/>
                    </a:tc>
                    <a:extLst>
                      <a:ext uri="{0D108BD9-81ED-4DB2-BD59-A6C34878D82A}">
                        <a16:rowId xmlns:a16="http://schemas.microsoft.com/office/drawing/2014/main" val="2900543872"/>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0	0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463427975"/>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0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68491386"/>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2</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1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84755804"/>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3</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1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387487193"/>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4</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0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868539686"/>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5</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0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33054001"/>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6</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1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99771332"/>
                      </a:ext>
                    </a:extLst>
                  </a:tr>
                  <a:tr h="333104">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7</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1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040029815"/>
                      </a:ext>
                    </a:extLst>
                  </a:tr>
                </a:tbl>
              </a:graphicData>
            </a:graphic>
          </p:graphicFrame>
        </mc:Choice>
        <mc:Fallback xmlns="">
          <p:graphicFrame>
            <p:nvGraphicFramePr>
              <p:cNvPr id="10" name="表格 9">
                <a:extLst>
                  <a:ext uri="{FF2B5EF4-FFF2-40B4-BE49-F238E27FC236}">
                    <a16:creationId xmlns:a16="http://schemas.microsoft.com/office/drawing/2014/main" id="{9C83D3DC-4FBD-23C6-FFD8-A5828F870780}"/>
                  </a:ext>
                </a:extLst>
              </p:cNvPr>
              <p:cNvGraphicFramePr>
                <a:graphicFrameLocks noGrp="1"/>
              </p:cNvGraphicFramePr>
              <p:nvPr>
                <p:extLst>
                  <p:ext uri="{D42A27DB-BD31-4B8C-83A1-F6EECF244321}">
                    <p14:modId xmlns:p14="http://schemas.microsoft.com/office/powerpoint/2010/main" val="1859548465"/>
                  </p:ext>
                </p:extLst>
              </p:nvPr>
            </p:nvGraphicFramePr>
            <p:xfrm>
              <a:off x="1928055" y="1188000"/>
              <a:ext cx="8377995" cy="3901440"/>
            </p:xfrm>
            <a:graphic>
              <a:graphicData uri="http://schemas.openxmlformats.org/drawingml/2006/table">
                <a:tbl>
                  <a:tblPr firstRow="1" bandRow="1">
                    <a:tableStyleId>{5940675A-B579-460E-94D1-54222C63F5DA}</a:tableStyleId>
                  </a:tblPr>
                  <a:tblGrid>
                    <a:gridCol w="1090078">
                      <a:extLst>
                        <a:ext uri="{9D8B030D-6E8A-4147-A177-3AD203B41FA5}">
                          <a16:colId xmlns:a16="http://schemas.microsoft.com/office/drawing/2014/main" val="31795022"/>
                        </a:ext>
                      </a:extLst>
                    </a:gridCol>
                    <a:gridCol w="3080272">
                      <a:extLst>
                        <a:ext uri="{9D8B030D-6E8A-4147-A177-3AD203B41FA5}">
                          <a16:colId xmlns:a16="http://schemas.microsoft.com/office/drawing/2014/main" val="3243370141"/>
                        </a:ext>
                      </a:extLst>
                    </a:gridCol>
                    <a:gridCol w="2104623">
                      <a:extLst>
                        <a:ext uri="{9D8B030D-6E8A-4147-A177-3AD203B41FA5}">
                          <a16:colId xmlns:a16="http://schemas.microsoft.com/office/drawing/2014/main" val="530250437"/>
                        </a:ext>
                      </a:extLst>
                    </a:gridCol>
                    <a:gridCol w="2103022">
                      <a:extLst>
                        <a:ext uri="{9D8B030D-6E8A-4147-A177-3AD203B41FA5}">
                          <a16:colId xmlns:a16="http://schemas.microsoft.com/office/drawing/2014/main" val="1941071218"/>
                        </a:ext>
                      </a:extLst>
                    </a:gridCol>
                  </a:tblGrid>
                  <a:tr h="365760">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行号</a:t>
                          </a:r>
                        </a:p>
                      </a:txBody>
                      <a:tcPr anchor="ctr"/>
                    </a:tc>
                    <a:tc>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变量取值</a:t>
                          </a:r>
                        </a:p>
                      </a:txBody>
                      <a:tcPr anchor="ctr"/>
                    </a:tc>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最小项</a:t>
                          </a:r>
                        </a:p>
                      </a:txBody>
                      <a:tcPr anchor="ctr"/>
                    </a:tc>
                    <a:tc rowSpan="2">
                      <a: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最大项</a:t>
                          </a:r>
                        </a:p>
                      </a:txBody>
                      <a:tcPr anchor="ctr"/>
                    </a:tc>
                    <a:extLst>
                      <a:ext uri="{0D108BD9-81ED-4DB2-BD59-A6C34878D82A}">
                        <a16:rowId xmlns:a16="http://schemas.microsoft.com/office/drawing/2014/main" val="1581509151"/>
                      </a:ext>
                    </a:extLst>
                  </a:tr>
                  <a:tr h="365760">
                    <a:tc vMerge="1">
                      <a:txBody>
                        <a:bodyPr/>
                        <a:lstStyle/>
                        <a:p>
                          <a:endParaRPr lang="zh-CN" altLang="en-US" dirty="0"/>
                        </a:p>
                      </a:txBody>
                      <a:tcPr/>
                    </a:tc>
                    <a:tc>
                      <a:txBody>
                        <a:bodyPr/>
                        <a:lstStyle/>
                        <a:p>
                          <a:endParaRPr lang="zh-CN"/>
                        </a:p>
                      </a:txBody>
                      <a:tcPr anchor="ctr">
                        <a:blipFill>
                          <a:blip r:embed="rId2"/>
                          <a:stretch>
                            <a:fillRect l="-35644" t="-108333" r="-137228" b="-890000"/>
                          </a:stretch>
                        </a:blipFill>
                      </a:tcPr>
                    </a:tc>
                    <a:tc vMerge="1">
                      <a:txBody>
                        <a:bodyPr/>
                        <a:lstStyle/>
                        <a:p>
                          <a:endParaRPr lang="zh-CN" altLang="en-US" dirty="0"/>
                        </a:p>
                      </a:txBody>
                      <a:tcPr/>
                    </a:tc>
                    <a:tc vMerge="1">
                      <a:txBody>
                        <a:bodyPr/>
                        <a:lstStyle/>
                        <a:p>
                          <a:endParaRPr lang="zh-CN" altLang="en-US" dirty="0"/>
                        </a:p>
                      </a:txBody>
                      <a:tcPr/>
                    </a:tc>
                    <a:extLst>
                      <a:ext uri="{0D108BD9-81ED-4DB2-BD59-A6C34878D82A}">
                        <a16:rowId xmlns:a16="http://schemas.microsoft.com/office/drawing/2014/main" val="2900543872"/>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0	0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463427975"/>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0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68491386"/>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2</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1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384755804"/>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3</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0	1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387487193"/>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4</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0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868539686"/>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5</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0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33054001"/>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6</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1	0</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99771332"/>
                      </a:ext>
                    </a:extLst>
                  </a:tr>
                  <a:tr h="396240">
                    <a:tc>
                      <a:txBody>
                        <a:bodyPr/>
                        <a:lstStyle/>
                        <a:p>
                          <a:pPr algn="ctr"/>
                          <a:r>
                            <a:rPr lang="en-US" altLang="zh-CN" sz="1800" dirty="0">
                              <a:solidFill>
                                <a:srgbClr val="002060"/>
                              </a:solidFill>
                              <a:latin typeface="微软雅黑" panose="020B0503020204020204" pitchFamily="34" charset="-122"/>
                              <a:ea typeface="微软雅黑" panose="020B0503020204020204" pitchFamily="34" charset="-122"/>
                            </a:rPr>
                            <a:t>7</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2060"/>
                              </a:solidFill>
                              <a:latin typeface="微软雅黑" panose="020B0503020204020204" pitchFamily="34" charset="-122"/>
                              <a:ea typeface="微软雅黑" panose="020B0503020204020204" pitchFamily="34" charset="-122"/>
                            </a:rPr>
                            <a:t>1	1	1</a:t>
                          </a:r>
                          <a:endParaRPr lang="zh-CN" altLang="en-US" sz="18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200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040029815"/>
                      </a:ext>
                    </a:extLst>
                  </a:tr>
                </a:tbl>
              </a:graphicData>
            </a:graphic>
          </p:graphicFrame>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0B4C642-4AC4-47EA-BA03-3EED36DF29D4}"/>
                  </a:ext>
                </a:extLst>
              </p:cNvPr>
              <p:cNvSpPr txBox="1"/>
              <p:nvPr/>
            </p:nvSpPr>
            <p:spPr>
              <a:xfrm>
                <a:off x="360000" y="5148000"/>
                <a:ext cx="9903945" cy="1427955"/>
              </a:xfrm>
              <a:prstGeom prst="rect">
                <a:avLst/>
              </a:prstGeom>
              <a:noFill/>
            </p:spPr>
            <p:txBody>
              <a:bodyPr wrap="square">
                <a:spAutoFit/>
              </a:bodyPr>
              <a:lstStyle/>
              <a:p>
                <a:pPr lvl="1">
                  <a:spcAft>
                    <a:spcPts val="600"/>
                  </a:spcAft>
                </a:pPr>
                <a14:m>
                  <m:oMath xmlns:m="http://schemas.openxmlformats.org/officeDocument/2006/math">
                    <m:sSub>
                      <m:sSubPr>
                        <m:ctrlPr>
                          <a:rPr kumimoji="1" lang="en-US" altLang="zh-CN" sz="2400" i="1" smtClean="0">
                            <a:solidFill>
                              <a:srgbClr val="0000FF"/>
                            </a:solidFill>
                            <a:latin typeface="Cambria Math" panose="02040503050406030204" pitchFamily="18" charset="0"/>
                            <a:ea typeface="宋体" charset="0"/>
                          </a:rPr>
                        </m:ctrlPr>
                      </m:sSubPr>
                      <m:e>
                        <m:r>
                          <a:rPr kumimoji="1" lang="en-US" altLang="zh-CN" sz="2400" i="1">
                            <a:solidFill>
                              <a:srgbClr val="0000FF"/>
                            </a:solidFill>
                            <a:latin typeface="Cambria Math" panose="02040503050406030204" pitchFamily="18" charset="0"/>
                            <a:ea typeface="宋体" charset="0"/>
                          </a:rPr>
                          <m:t>𝑀</m:t>
                        </m:r>
                      </m:e>
                      <m:sub>
                        <m:r>
                          <a:rPr kumimoji="1" lang="en-US" altLang="zh-CN" sz="2400" b="0" i="1" smtClean="0">
                            <a:solidFill>
                              <a:srgbClr val="0000FF"/>
                            </a:solidFill>
                            <a:latin typeface="Cambria Math" panose="02040503050406030204" pitchFamily="18" charset="0"/>
                            <a:ea typeface="宋体" charset="0"/>
                          </a:rPr>
                          <m:t>𝑖</m:t>
                        </m:r>
                      </m:sub>
                    </m:sSub>
                    <m:r>
                      <a:rPr kumimoji="1" lang="en-US" altLang="zh-CN" sz="2400" i="1" smtClean="0">
                        <a:solidFill>
                          <a:srgbClr val="0000FF"/>
                        </a:solidFill>
                        <a:latin typeface="Cambria Math" panose="02040503050406030204" pitchFamily="18" charset="0"/>
                        <a:ea typeface="宋体" charset="0"/>
                      </a:rPr>
                      <m:t>=</m:t>
                    </m:r>
                    <m:acc>
                      <m:accPr>
                        <m:chr m:val="̅"/>
                        <m:ctrlPr>
                          <a:rPr kumimoji="1" lang="en-US" altLang="zh-CN" sz="2400" i="1" smtClean="0">
                            <a:solidFill>
                              <a:srgbClr val="0000FF"/>
                            </a:solidFill>
                            <a:latin typeface="Cambria Math" panose="02040503050406030204" pitchFamily="18" charset="0"/>
                            <a:ea typeface="宋体" charset="0"/>
                          </a:rPr>
                        </m:ctrlPr>
                      </m:accPr>
                      <m:e>
                        <m:sSub>
                          <m:sSubPr>
                            <m:ctrlPr>
                              <a:rPr kumimoji="1" lang="en-US" altLang="zh-CN" sz="2400" i="1" smtClean="0">
                                <a:solidFill>
                                  <a:srgbClr val="0000FF"/>
                                </a:solidFill>
                                <a:latin typeface="Cambria Math" panose="02040503050406030204" pitchFamily="18" charset="0"/>
                                <a:ea typeface="宋体" charset="0"/>
                              </a:rPr>
                            </m:ctrlPr>
                          </m:sSubPr>
                          <m:e>
                            <m:r>
                              <a:rPr kumimoji="1" lang="en-US" altLang="zh-CN" sz="2400" b="0" i="1" smtClean="0">
                                <a:solidFill>
                                  <a:srgbClr val="0000FF"/>
                                </a:solidFill>
                                <a:latin typeface="Cambria Math" panose="02040503050406030204" pitchFamily="18" charset="0"/>
                                <a:ea typeface="宋体" charset="0"/>
                              </a:rPr>
                              <m:t>𝑚</m:t>
                            </m:r>
                          </m:e>
                          <m:sub>
                            <m:r>
                              <a:rPr kumimoji="1" lang="en-US" altLang="zh-CN" sz="2400" b="0" i="1" smtClean="0">
                                <a:solidFill>
                                  <a:srgbClr val="0000FF"/>
                                </a:solidFill>
                                <a:latin typeface="Cambria Math" panose="02040503050406030204" pitchFamily="18" charset="0"/>
                                <a:ea typeface="宋体" charset="0"/>
                              </a:rPr>
                              <m:t>𝑖</m:t>
                            </m:r>
                          </m:sub>
                        </m:sSub>
                      </m:e>
                    </m:acc>
                  </m:oMath>
                </a14:m>
                <a:r>
                  <a:rPr lang="zh-CN" altLang="en-US"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smtClean="0">
                            <a:solidFill>
                              <a:srgbClr val="0000FF"/>
                            </a:solidFill>
                            <a:latin typeface="Cambria Math" panose="02040503050406030204" pitchFamily="18" charset="0"/>
                            <a:ea typeface="宋体" charset="0"/>
                          </a:rPr>
                        </m:ctrlPr>
                      </m:sSubPr>
                      <m:e>
                        <m:r>
                          <a:rPr kumimoji="1" lang="en-US" altLang="zh-CN" sz="2400" b="0" i="1" smtClean="0">
                            <a:solidFill>
                              <a:srgbClr val="0000FF"/>
                            </a:solidFill>
                            <a:latin typeface="Cambria Math" panose="02040503050406030204" pitchFamily="18" charset="0"/>
                            <a:ea typeface="宋体" charset="0"/>
                          </a:rPr>
                          <m:t>𝑚</m:t>
                        </m:r>
                      </m:e>
                      <m:sub>
                        <m:r>
                          <a:rPr kumimoji="1" lang="en-US" altLang="zh-CN" sz="2400" i="1">
                            <a:solidFill>
                              <a:srgbClr val="0000FF"/>
                            </a:solidFill>
                            <a:latin typeface="Cambria Math" panose="02040503050406030204" pitchFamily="18" charset="0"/>
                            <a:ea typeface="宋体" charset="0"/>
                          </a:rPr>
                          <m:t>𝑖</m:t>
                        </m:r>
                      </m:sub>
                    </m:sSub>
                    <m:r>
                      <a:rPr kumimoji="1" lang="en-US" altLang="zh-CN" sz="2400" i="1">
                        <a:solidFill>
                          <a:srgbClr val="0000FF"/>
                        </a:solidFill>
                        <a:latin typeface="Cambria Math" panose="02040503050406030204" pitchFamily="18" charset="0"/>
                        <a:ea typeface="宋体" charset="0"/>
                      </a:rPr>
                      <m:t>=</m:t>
                    </m:r>
                    <m:acc>
                      <m:accPr>
                        <m:chr m:val="̅"/>
                        <m:ctrlPr>
                          <a:rPr kumimoji="1" lang="en-US" altLang="zh-CN" sz="2400" i="1">
                            <a:solidFill>
                              <a:srgbClr val="0000FF"/>
                            </a:solidFill>
                            <a:latin typeface="Cambria Math" panose="02040503050406030204" pitchFamily="18" charset="0"/>
                            <a:ea typeface="宋体" charset="0"/>
                          </a:rPr>
                        </m:ctrlPr>
                      </m:accPr>
                      <m:e>
                        <m:sSub>
                          <m:sSubPr>
                            <m:ctrlPr>
                              <a:rPr kumimoji="1" lang="en-US" altLang="zh-CN" sz="2400" i="1">
                                <a:solidFill>
                                  <a:srgbClr val="0000FF"/>
                                </a:solidFill>
                                <a:latin typeface="Cambria Math" panose="02040503050406030204" pitchFamily="18" charset="0"/>
                                <a:ea typeface="宋体" charset="0"/>
                              </a:rPr>
                            </m:ctrlPr>
                          </m:sSubPr>
                          <m:e>
                            <m:r>
                              <a:rPr kumimoji="1" lang="en-US" altLang="zh-CN" sz="2400" b="0" i="1" smtClean="0">
                                <a:solidFill>
                                  <a:srgbClr val="0000FF"/>
                                </a:solidFill>
                                <a:latin typeface="Cambria Math" panose="02040503050406030204" pitchFamily="18" charset="0"/>
                                <a:ea typeface="宋体" charset="0"/>
                              </a:rPr>
                              <m:t>𝑀</m:t>
                            </m:r>
                          </m:e>
                          <m:sub>
                            <m:r>
                              <a:rPr kumimoji="1" lang="en-US" altLang="zh-CN" sz="2400" i="1">
                                <a:solidFill>
                                  <a:srgbClr val="0000FF"/>
                                </a:solidFill>
                                <a:latin typeface="Cambria Math" panose="02040503050406030204" pitchFamily="18" charset="0"/>
                                <a:ea typeface="宋体" charset="0"/>
                              </a:rPr>
                              <m:t>𝑖</m:t>
                            </m:r>
                          </m:sub>
                        </m:sSub>
                      </m:e>
                    </m:acc>
                  </m:oMath>
                </a14:m>
                <a:r>
                  <a:rPr lang="zh-CN" altLang="en-US"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b="0" i="1" smtClean="0">
                        <a:solidFill>
                          <a:srgbClr val="002060"/>
                        </a:solidFill>
                        <a:latin typeface="Cambria Math" panose="02040503050406030204" pitchFamily="18" charset="0"/>
                        <a:ea typeface="宋体" charset="0"/>
                      </a:rPr>
                      <m:t>𝑖</m:t>
                    </m:r>
                    <m:r>
                      <a:rPr kumimoji="1" lang="en-US" altLang="zh-CN" sz="2400" b="0" i="1" smtClean="0">
                        <a:solidFill>
                          <a:srgbClr val="002060"/>
                        </a:solidFill>
                        <a:latin typeface="Cambria Math" panose="02040503050406030204" pitchFamily="18" charset="0"/>
                        <a:ea typeface="宋体" charset="0"/>
                      </a:rPr>
                      <m:t>=0,1,⋯,</m:t>
                    </m:r>
                    <m:sSup>
                      <m:sSupPr>
                        <m:ctrlPr>
                          <a:rPr kumimoji="1" lang="en-US" altLang="zh-CN" sz="2400" b="0" i="1" smtClean="0">
                            <a:solidFill>
                              <a:srgbClr val="002060"/>
                            </a:solidFill>
                            <a:latin typeface="Cambria Math" panose="02040503050406030204" pitchFamily="18" charset="0"/>
                            <a:ea typeface="宋体" charset="0"/>
                          </a:rPr>
                        </m:ctrlPr>
                      </m:sSupPr>
                      <m:e>
                        <m:r>
                          <a:rPr kumimoji="1" lang="en-US" altLang="zh-CN" sz="2400" i="1">
                            <a:solidFill>
                              <a:srgbClr val="002060"/>
                            </a:solidFill>
                            <a:latin typeface="Cambria Math" panose="02040503050406030204" pitchFamily="18" charset="0"/>
                            <a:ea typeface="宋体" charset="0"/>
                          </a:rPr>
                          <m:t>2</m:t>
                        </m:r>
                      </m:e>
                      <m:sup>
                        <m:r>
                          <a:rPr kumimoji="1" lang="en-US" altLang="zh-CN" sz="2400" b="0" i="1" smtClean="0">
                            <a:solidFill>
                              <a:srgbClr val="002060"/>
                            </a:solidFill>
                            <a:latin typeface="Cambria Math" panose="02040503050406030204" pitchFamily="18" charset="0"/>
                            <a:ea typeface="宋体" charset="0"/>
                          </a:rPr>
                          <m:t>𝑛</m:t>
                        </m:r>
                      </m:sup>
                    </m:sSup>
                    <m:r>
                      <a:rPr kumimoji="1" lang="en-US" altLang="zh-CN" sz="2400" b="0" i="1" smtClean="0">
                        <a:solidFill>
                          <a:srgbClr val="002060"/>
                        </a:solidFill>
                        <a:latin typeface="Cambria Math" panose="02040503050406030204" pitchFamily="18" charset="0"/>
                        <a:ea typeface="宋体" charset="0"/>
                      </a:rPr>
                      <m:t>−1</m:t>
                    </m:r>
                  </m:oMath>
                </a14:m>
                <a:r>
                  <a:rPr lang="zh-CN" altLang="en-US"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400" b="0" i="1" dirty="0" smtClean="0">
                        <a:solidFill>
                          <a:srgbClr val="002060"/>
                        </a:solidFill>
                        <a:latin typeface="Cambria Math" panose="02040503050406030204" pitchFamily="18" charset="0"/>
                        <a:ea typeface="微软雅黑" panose="020B0503020204020204" pitchFamily="34" charset="-122"/>
                      </a:rPr>
                      <m:t>𝑛</m:t>
                    </m:r>
                  </m:oMath>
                </a14:m>
                <a:r>
                  <a:rPr lang="en-US" altLang="zh-CN" sz="2400"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为变量的数目</a:t>
                </a:r>
                <a:endParaRPr lang="en-US" altLang="zh-CN" sz="2400" dirty="0">
                  <a:solidFill>
                    <a:srgbClr val="002060"/>
                  </a:solidFill>
                  <a:latin typeface="微软雅黑" panose="020B0503020204020204" pitchFamily="34" charset="-122"/>
                  <a:ea typeface="微软雅黑" panose="020B0503020204020204" pitchFamily="34" charset="-122"/>
                </a:endParaRPr>
              </a:p>
              <a:p>
                <a:pPr lvl="1">
                  <a:spcAft>
                    <a:spcPts val="600"/>
                  </a:spcAft>
                </a:pPr>
                <a14:m>
                  <m:oMath xmlns:m="http://schemas.openxmlformats.org/officeDocument/2006/math">
                    <m:r>
                      <m:rPr>
                        <m:sty m:val="p"/>
                      </m:rPr>
                      <a:rPr kumimoji="1" lang="en-US" altLang="zh-CN" sz="2400" b="0" i="0" smtClean="0">
                        <a:solidFill>
                          <a:srgbClr val="002060"/>
                        </a:solidFill>
                        <a:latin typeface="Cambria Math" panose="02040503050406030204" pitchFamily="18" charset="0"/>
                        <a:ea typeface="宋体" charset="0"/>
                      </a:rPr>
                      <m:t>Y</m:t>
                    </m:r>
                    <m:r>
                      <a:rPr kumimoji="1" lang="en-US" altLang="zh-CN" sz="2400" i="0">
                        <a:solidFill>
                          <a:srgbClr val="002060"/>
                        </a:solidFill>
                        <a:latin typeface="Cambria Math" panose="02040503050406030204" pitchFamily="18" charset="0"/>
                        <a:ea typeface="宋体" charset="0"/>
                      </a:rPr>
                      <m:t>=</m:t>
                    </m:r>
                    <m:nary>
                      <m:naryPr>
                        <m:chr m:val="∑"/>
                        <m:supHide m:val="on"/>
                        <m:ctrlPr>
                          <a:rPr kumimoji="1" lang="en-US" altLang="zh-CN" sz="2400" i="1" smtClean="0">
                            <a:solidFill>
                              <a:srgbClr val="002060"/>
                            </a:solidFill>
                            <a:latin typeface="Cambria Math" panose="02040503050406030204" pitchFamily="18" charset="0"/>
                            <a:ea typeface="宋体" charset="0"/>
                          </a:rPr>
                        </m:ctrlPr>
                      </m:naryPr>
                      <m:sub>
                        <m:r>
                          <m:rPr>
                            <m:brk m:alnAt="7"/>
                          </m:rPr>
                          <a:rPr kumimoji="1" lang="en-US" altLang="zh-CN" sz="2400" b="0" i="1" smtClean="0">
                            <a:solidFill>
                              <a:srgbClr val="002060"/>
                            </a:solidFill>
                            <a:latin typeface="Cambria Math" panose="02040503050406030204" pitchFamily="18" charset="0"/>
                            <a:ea typeface="宋体" charset="0"/>
                          </a:rPr>
                          <m:t>𝑖</m:t>
                        </m:r>
                        <m:r>
                          <a:rPr kumimoji="1" lang="en-US" altLang="zh-CN" sz="2400" b="0" i="1" smtClean="0">
                            <a:solidFill>
                              <a:srgbClr val="002060"/>
                            </a:solidFill>
                            <a:latin typeface="Cambria Math" panose="02040503050406030204" pitchFamily="18" charset="0"/>
                            <a:ea typeface="Cambria Math" panose="02040503050406030204" pitchFamily="18" charset="0"/>
                          </a:rPr>
                          <m:t>∈</m:t>
                        </m:r>
                        <m:r>
                          <a:rPr kumimoji="1" lang="en-US" altLang="zh-CN" sz="2400" b="0" i="1" smtClean="0">
                            <a:solidFill>
                              <a:srgbClr val="002060"/>
                            </a:solidFill>
                            <a:latin typeface="Cambria Math" panose="02040503050406030204" pitchFamily="18" charset="0"/>
                            <a:ea typeface="Cambria Math" panose="02040503050406030204" pitchFamily="18" charset="0"/>
                          </a:rPr>
                          <m:t>ℙ</m:t>
                        </m:r>
                      </m:sub>
                      <m:sup/>
                      <m:e>
                        <m:sSub>
                          <m:sSubPr>
                            <m:ctrlPr>
                              <a:rPr kumimoji="1" lang="en-US" altLang="zh-CN" sz="2400" i="1">
                                <a:solidFill>
                                  <a:srgbClr val="002060"/>
                                </a:solidFill>
                                <a:latin typeface="Cambria Math" panose="02040503050406030204" pitchFamily="18" charset="0"/>
                                <a:ea typeface="宋体" charset="0"/>
                              </a:rPr>
                            </m:ctrlPr>
                          </m:sSubPr>
                          <m:e>
                            <m:r>
                              <a:rPr kumimoji="1" lang="en-US" altLang="zh-CN" sz="2400" i="1">
                                <a:solidFill>
                                  <a:srgbClr val="002060"/>
                                </a:solidFill>
                                <a:latin typeface="Cambria Math" panose="02040503050406030204" pitchFamily="18" charset="0"/>
                                <a:ea typeface="宋体" charset="0"/>
                              </a:rPr>
                              <m:t>𝑚</m:t>
                            </m:r>
                          </m:e>
                          <m:sub>
                            <m:r>
                              <a:rPr kumimoji="1" lang="en-US" altLang="zh-CN" sz="2400" i="1">
                                <a:solidFill>
                                  <a:srgbClr val="002060"/>
                                </a:solidFill>
                                <a:latin typeface="Cambria Math" panose="02040503050406030204" pitchFamily="18" charset="0"/>
                                <a:ea typeface="宋体" charset="0"/>
                              </a:rPr>
                              <m:t>𝑖</m:t>
                            </m:r>
                          </m:sub>
                        </m:sSub>
                      </m:e>
                    </m:nary>
                    <m:r>
                      <a:rPr kumimoji="1" lang="en-US" altLang="zh-CN" sz="2400" b="0" i="1" smtClean="0">
                        <a:solidFill>
                          <a:srgbClr val="002060"/>
                        </a:solidFill>
                        <a:latin typeface="Cambria Math" panose="02040503050406030204" pitchFamily="18" charset="0"/>
                        <a:ea typeface="宋体" charset="0"/>
                      </a:rPr>
                      <m:t>=</m:t>
                    </m:r>
                    <m:nary>
                      <m:naryPr>
                        <m:chr m:val="∏"/>
                        <m:limLoc m:val="subSup"/>
                        <m:supHide m:val="on"/>
                        <m:ctrlPr>
                          <a:rPr kumimoji="1" lang="en-US" altLang="zh-CN" sz="2400" b="0" i="1" smtClean="0">
                            <a:solidFill>
                              <a:srgbClr val="002060"/>
                            </a:solidFill>
                            <a:latin typeface="Cambria Math" panose="02040503050406030204" pitchFamily="18" charset="0"/>
                            <a:ea typeface="宋体" charset="0"/>
                          </a:rPr>
                        </m:ctrlPr>
                      </m:naryPr>
                      <m:sub>
                        <m:r>
                          <m:rPr>
                            <m:brk m:alnAt="9"/>
                          </m:rPr>
                          <a:rPr kumimoji="1" lang="en-US" altLang="zh-CN" sz="2400" b="0" i="1" smtClean="0">
                            <a:solidFill>
                              <a:srgbClr val="002060"/>
                            </a:solidFill>
                            <a:latin typeface="Cambria Math" panose="02040503050406030204" pitchFamily="18" charset="0"/>
                            <a:ea typeface="宋体" charset="0"/>
                          </a:rPr>
                          <m:t>𝑗</m:t>
                        </m:r>
                        <m:r>
                          <m:rPr>
                            <m:brk m:alnAt="7"/>
                          </m:rPr>
                          <a:rPr kumimoji="1" lang="en-US" altLang="zh-CN" sz="2400" i="1">
                            <a:solidFill>
                              <a:srgbClr val="002060"/>
                            </a:solidFill>
                            <a:latin typeface="Cambria Math" panose="02040503050406030204" pitchFamily="18" charset="0"/>
                            <a:ea typeface="Cambria Math" panose="02040503050406030204" pitchFamily="18" charset="0"/>
                          </a:rPr>
                          <m:t>∈</m:t>
                        </m:r>
                        <m:r>
                          <a:rPr kumimoji="1" lang="en-US" altLang="zh-CN" sz="2400" i="1" smtClean="0">
                            <a:solidFill>
                              <a:srgbClr val="002060"/>
                            </a:solidFill>
                            <a:latin typeface="Cambria Math" panose="02040503050406030204" pitchFamily="18" charset="0"/>
                            <a:ea typeface="Cambria Math" panose="02040503050406030204" pitchFamily="18" charset="0"/>
                          </a:rPr>
                          <m:t>ℚ</m:t>
                        </m:r>
                      </m:sub>
                      <m:sup/>
                      <m:e>
                        <m:sSub>
                          <m:sSubPr>
                            <m:ctrlPr>
                              <a:rPr kumimoji="1" lang="en-US" altLang="zh-CN" sz="2400" i="1">
                                <a:solidFill>
                                  <a:srgbClr val="002060"/>
                                </a:solidFill>
                                <a:latin typeface="Cambria Math" panose="02040503050406030204" pitchFamily="18" charset="0"/>
                                <a:ea typeface="宋体" charset="0"/>
                              </a:rPr>
                            </m:ctrlPr>
                          </m:sSubPr>
                          <m:e>
                            <m:r>
                              <a:rPr kumimoji="1" lang="en-US" altLang="zh-CN" sz="2400" i="1">
                                <a:solidFill>
                                  <a:srgbClr val="002060"/>
                                </a:solidFill>
                                <a:latin typeface="Cambria Math" panose="02040503050406030204" pitchFamily="18" charset="0"/>
                                <a:ea typeface="宋体" charset="0"/>
                              </a:rPr>
                              <m:t>𝑀</m:t>
                            </m:r>
                          </m:e>
                          <m:sub>
                            <m:r>
                              <a:rPr kumimoji="1" lang="en-US" altLang="zh-CN" sz="2400" b="0" i="1" smtClean="0">
                                <a:solidFill>
                                  <a:srgbClr val="002060"/>
                                </a:solidFill>
                                <a:latin typeface="Cambria Math" panose="02040503050406030204" pitchFamily="18" charset="0"/>
                                <a:ea typeface="宋体" charset="0"/>
                              </a:rPr>
                              <m:t>𝑗</m:t>
                            </m:r>
                          </m:sub>
                        </m:sSub>
                      </m:e>
                    </m:nary>
                  </m:oMath>
                </a14:m>
                <a:r>
                  <a:rPr lang="zh-CN" altLang="en-US"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m:rPr>
                        <m:brk m:alnAt="7"/>
                      </m:rPr>
                      <a:rPr kumimoji="1" lang="en-US" altLang="zh-CN" sz="2400" i="1">
                        <a:solidFill>
                          <a:srgbClr val="002060"/>
                        </a:solidFill>
                        <a:latin typeface="Cambria Math" panose="02040503050406030204" pitchFamily="18" charset="0"/>
                        <a:ea typeface="Cambria Math" panose="02040503050406030204" pitchFamily="18" charset="0"/>
                      </a:rPr>
                      <m:t>ℙ</m:t>
                    </m:r>
                    <m:r>
                      <a:rPr kumimoji="1" lang="en-US" altLang="zh-CN" sz="2400" i="1" smtClean="0">
                        <a:solidFill>
                          <a:srgbClr val="002060"/>
                        </a:solidFill>
                        <a:latin typeface="Cambria Math" panose="02040503050406030204" pitchFamily="18" charset="0"/>
                        <a:ea typeface="Cambria Math" panose="02040503050406030204" pitchFamily="18" charset="0"/>
                      </a:rPr>
                      <m:t>⋂</m:t>
                    </m:r>
                    <m:r>
                      <a:rPr kumimoji="1" lang="en-US" altLang="zh-CN" sz="2400" i="1">
                        <a:solidFill>
                          <a:srgbClr val="002060"/>
                        </a:solidFill>
                        <a:latin typeface="Cambria Math" panose="02040503050406030204" pitchFamily="18" charset="0"/>
                        <a:ea typeface="Cambria Math" panose="02040503050406030204" pitchFamily="18" charset="0"/>
                      </a:rPr>
                      <m:t>ℚ</m:t>
                    </m:r>
                    <m:r>
                      <a:rPr kumimoji="1" lang="en-US" altLang="zh-CN" sz="2400" i="1" smtClean="0">
                        <a:solidFill>
                          <a:srgbClr val="002060"/>
                        </a:solidFill>
                        <a:latin typeface="Cambria Math" panose="02040503050406030204" pitchFamily="18" charset="0"/>
                        <a:ea typeface="Cambria Math" panose="02040503050406030204" pitchFamily="18" charset="0"/>
                      </a:rPr>
                      <m:t>=∅</m:t>
                    </m:r>
                  </m:oMath>
                </a14:m>
                <a:r>
                  <a:rPr lang="zh-CN" altLang="en-US"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m:rPr>
                        <m:brk m:alnAt="7"/>
                      </m:rPr>
                      <a:rPr kumimoji="1" lang="en-US" altLang="zh-CN" sz="2400" i="1">
                        <a:solidFill>
                          <a:srgbClr val="002060"/>
                        </a:solidFill>
                        <a:latin typeface="Cambria Math" panose="02040503050406030204" pitchFamily="18" charset="0"/>
                        <a:ea typeface="Cambria Math" panose="02040503050406030204" pitchFamily="18" charset="0"/>
                      </a:rPr>
                      <m:t>ℙ</m:t>
                    </m:r>
                    <m:r>
                      <a:rPr kumimoji="1" lang="en-US" altLang="zh-CN" sz="2400" i="1" smtClean="0">
                        <a:solidFill>
                          <a:srgbClr val="002060"/>
                        </a:solidFill>
                        <a:latin typeface="Cambria Math" panose="02040503050406030204" pitchFamily="18" charset="0"/>
                        <a:ea typeface="Cambria Math" panose="02040503050406030204" pitchFamily="18" charset="0"/>
                      </a:rPr>
                      <m:t>⋃</m:t>
                    </m:r>
                    <m:r>
                      <a:rPr kumimoji="1" lang="en-US" altLang="zh-CN" sz="2400" i="1">
                        <a:solidFill>
                          <a:srgbClr val="002060"/>
                        </a:solidFill>
                        <a:latin typeface="Cambria Math" panose="02040503050406030204" pitchFamily="18" charset="0"/>
                        <a:ea typeface="Cambria Math" panose="02040503050406030204" pitchFamily="18" charset="0"/>
                      </a:rPr>
                      <m:t>ℚ</m:t>
                    </m:r>
                    <m:r>
                      <a:rPr kumimoji="1" lang="en-US" altLang="zh-CN" sz="2400" b="0" i="1" smtClean="0">
                        <a:solidFill>
                          <a:srgbClr val="002060"/>
                        </a:solidFill>
                        <a:latin typeface="Cambria Math" panose="02040503050406030204" pitchFamily="18" charset="0"/>
                        <a:ea typeface="Cambria Math" panose="02040503050406030204" pitchFamily="18" charset="0"/>
                      </a:rPr>
                      <m:t>=</m:t>
                    </m:r>
                    <m:d>
                      <m:dPr>
                        <m:begChr m:val="{"/>
                        <m:endChr m:val="}"/>
                        <m:ctrlPr>
                          <a:rPr kumimoji="1" lang="en-US" altLang="zh-CN" sz="2400" b="0" i="1" smtClean="0">
                            <a:solidFill>
                              <a:srgbClr val="002060"/>
                            </a:solidFill>
                            <a:latin typeface="Cambria Math" panose="02040503050406030204" pitchFamily="18" charset="0"/>
                            <a:ea typeface="Cambria Math" panose="02040503050406030204" pitchFamily="18" charset="0"/>
                          </a:rPr>
                        </m:ctrlPr>
                      </m:dPr>
                      <m:e>
                        <m:r>
                          <a:rPr kumimoji="1" lang="en-US" altLang="zh-CN" sz="2400" b="0" i="1" smtClean="0">
                            <a:solidFill>
                              <a:srgbClr val="002060"/>
                            </a:solidFill>
                            <a:latin typeface="Cambria Math" panose="02040503050406030204" pitchFamily="18" charset="0"/>
                            <a:ea typeface="Cambria Math" panose="02040503050406030204" pitchFamily="18" charset="0"/>
                          </a:rPr>
                          <m:t> 0,1,</m:t>
                        </m:r>
                        <m:r>
                          <a:rPr kumimoji="1" lang="en-US" altLang="zh-CN" sz="2400" i="1">
                            <a:solidFill>
                              <a:srgbClr val="002060"/>
                            </a:solidFill>
                            <a:latin typeface="Cambria Math" panose="02040503050406030204" pitchFamily="18" charset="0"/>
                            <a:ea typeface="宋体" charset="0"/>
                          </a:rPr>
                          <m:t>⋯,</m:t>
                        </m:r>
                        <m:sSup>
                          <m:sSupPr>
                            <m:ctrlPr>
                              <a:rPr kumimoji="1" lang="en-US" altLang="zh-CN" sz="2400" i="1">
                                <a:solidFill>
                                  <a:srgbClr val="002060"/>
                                </a:solidFill>
                                <a:latin typeface="Cambria Math" panose="02040503050406030204" pitchFamily="18" charset="0"/>
                                <a:ea typeface="宋体" charset="0"/>
                              </a:rPr>
                            </m:ctrlPr>
                          </m:sSupPr>
                          <m:e>
                            <m:r>
                              <a:rPr kumimoji="1" lang="en-US" altLang="zh-CN" sz="2400" i="1">
                                <a:solidFill>
                                  <a:srgbClr val="002060"/>
                                </a:solidFill>
                                <a:latin typeface="Cambria Math" panose="02040503050406030204" pitchFamily="18" charset="0"/>
                                <a:ea typeface="宋体" charset="0"/>
                              </a:rPr>
                              <m:t>2</m:t>
                            </m:r>
                          </m:e>
                          <m:sup>
                            <m:r>
                              <a:rPr kumimoji="1" lang="en-US" altLang="zh-CN" sz="2400" i="1">
                                <a:solidFill>
                                  <a:srgbClr val="002060"/>
                                </a:solidFill>
                                <a:latin typeface="Cambria Math" panose="02040503050406030204" pitchFamily="18" charset="0"/>
                                <a:ea typeface="宋体" charset="0"/>
                              </a:rPr>
                              <m:t>𝑛</m:t>
                            </m:r>
                          </m:sup>
                        </m:sSup>
                        <m:r>
                          <a:rPr kumimoji="1" lang="en-US" altLang="zh-CN" sz="2400" i="1">
                            <a:solidFill>
                              <a:srgbClr val="002060"/>
                            </a:solidFill>
                            <a:latin typeface="Cambria Math" panose="02040503050406030204" pitchFamily="18" charset="0"/>
                            <a:ea typeface="宋体" charset="0"/>
                          </a:rPr>
                          <m:t>−1</m:t>
                        </m:r>
                        <m:r>
                          <m:rPr>
                            <m:nor/>
                          </m:rPr>
                          <a:rPr lang="en-US" altLang="zh-CN" sz="2400" dirty="0">
                            <a:solidFill>
                              <a:srgbClr val="002060"/>
                            </a:solidFill>
                            <a:latin typeface="微软雅黑" panose="020B0503020204020204" pitchFamily="34" charset="-122"/>
                            <a:ea typeface="微软雅黑" panose="020B0503020204020204" pitchFamily="34" charset="-122"/>
                          </a:rPr>
                          <m:t> </m:t>
                        </m:r>
                      </m:e>
                    </m:d>
                  </m:oMath>
                </a14:m>
                <a:endParaRPr lang="en-US" altLang="zh-CN" sz="2400" dirty="0">
                  <a:solidFill>
                    <a:srgbClr val="0000FF"/>
                  </a:solidFill>
                  <a:latin typeface="微软雅黑" panose="020B0503020204020204" pitchFamily="34" charset="-122"/>
                  <a:ea typeface="微软雅黑" panose="020B0503020204020204" pitchFamily="34" charset="-122"/>
                </a:endParaRPr>
              </a:p>
              <a:p>
                <a:pPr lvl="2">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a:t>
                </a:r>
                <a14:m>
                  <m:oMath xmlns:m="http://schemas.openxmlformats.org/officeDocument/2006/math">
                    <m:r>
                      <m:rPr>
                        <m:sty m:val="p"/>
                      </m:rPr>
                      <a:rPr kumimoji="1" lang="en-US" altLang="zh-CN" sz="2400" smtClean="0">
                        <a:solidFill>
                          <a:schemeClr val="accent5">
                            <a:lumMod val="75000"/>
                          </a:schemeClr>
                        </a:solidFill>
                        <a:latin typeface="Cambria Math" panose="02040503050406030204" pitchFamily="18" charset="0"/>
                        <a:ea typeface="宋体" charset="0"/>
                      </a:rPr>
                      <m:t>Y</m:t>
                    </m:r>
                    <m:d>
                      <m:dPr>
                        <m:ctrlPr>
                          <a:rPr kumimoji="1" lang="en-US" altLang="zh-CN" sz="2400" b="0" i="1" smtClean="0">
                            <a:solidFill>
                              <a:schemeClr val="accent5">
                                <a:lumMod val="75000"/>
                              </a:schemeClr>
                            </a:solidFill>
                            <a:latin typeface="Cambria Math" panose="02040503050406030204" pitchFamily="18" charset="0"/>
                            <a:ea typeface="宋体" charset="0"/>
                          </a:rPr>
                        </m:ctrlPr>
                      </m:dPr>
                      <m:e>
                        <m:r>
                          <m:rPr>
                            <m:sty m:val="p"/>
                          </m:rPr>
                          <a:rPr kumimoji="1" lang="en-US" altLang="zh-CN" sz="2400" b="0" i="0" smtClean="0">
                            <a:solidFill>
                              <a:schemeClr val="accent5">
                                <a:lumMod val="75000"/>
                              </a:schemeClr>
                            </a:solidFill>
                            <a:latin typeface="Cambria Math" panose="02040503050406030204" pitchFamily="18" charset="0"/>
                            <a:ea typeface="宋体" charset="0"/>
                          </a:rPr>
                          <m:t>A</m:t>
                        </m:r>
                        <m:r>
                          <a:rPr kumimoji="1" lang="en-US" altLang="zh-CN" sz="2400" b="0" i="0" smtClean="0">
                            <a:solidFill>
                              <a:schemeClr val="accent5">
                                <a:lumMod val="75000"/>
                              </a:schemeClr>
                            </a:solidFill>
                            <a:latin typeface="Cambria Math" panose="02040503050406030204" pitchFamily="18" charset="0"/>
                            <a:ea typeface="宋体" charset="0"/>
                          </a:rPr>
                          <m:t>,</m:t>
                        </m:r>
                        <m:r>
                          <m:rPr>
                            <m:sty m:val="p"/>
                          </m:rPr>
                          <a:rPr kumimoji="1" lang="en-US" altLang="zh-CN" sz="2400" b="0" i="0" smtClean="0">
                            <a:solidFill>
                              <a:schemeClr val="accent5">
                                <a:lumMod val="75000"/>
                              </a:schemeClr>
                            </a:solidFill>
                            <a:latin typeface="Cambria Math" panose="02040503050406030204" pitchFamily="18" charset="0"/>
                            <a:ea typeface="宋体" charset="0"/>
                          </a:rPr>
                          <m:t>B</m:t>
                        </m:r>
                        <m:r>
                          <a:rPr kumimoji="1" lang="en-US" altLang="zh-CN" sz="2400" b="0" i="0" smtClean="0">
                            <a:solidFill>
                              <a:schemeClr val="accent5">
                                <a:lumMod val="75000"/>
                              </a:schemeClr>
                            </a:solidFill>
                            <a:latin typeface="Cambria Math" panose="02040503050406030204" pitchFamily="18" charset="0"/>
                            <a:ea typeface="宋体" charset="0"/>
                          </a:rPr>
                          <m:t>,</m:t>
                        </m:r>
                        <m:r>
                          <m:rPr>
                            <m:sty m:val="p"/>
                          </m:rPr>
                          <a:rPr kumimoji="1" lang="en-US" altLang="zh-CN" sz="2400" b="0" i="0" smtClean="0">
                            <a:solidFill>
                              <a:schemeClr val="accent5">
                                <a:lumMod val="75000"/>
                              </a:schemeClr>
                            </a:solidFill>
                            <a:latin typeface="Cambria Math" panose="02040503050406030204" pitchFamily="18" charset="0"/>
                            <a:ea typeface="宋体" charset="0"/>
                          </a:rPr>
                          <m:t>C</m:t>
                        </m:r>
                      </m:e>
                    </m:d>
                    <m:r>
                      <a:rPr kumimoji="1" lang="en-US" altLang="zh-CN" sz="2400" b="0" i="0" smtClean="0">
                        <a:solidFill>
                          <a:schemeClr val="accent5">
                            <a:lumMod val="75000"/>
                          </a:schemeClr>
                        </a:solidFill>
                        <a:latin typeface="Cambria Math" panose="02040503050406030204" pitchFamily="18" charset="0"/>
                        <a:ea typeface="宋体"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𝑚</m:t>
                        </m:r>
                      </m:e>
                      <m:sub>
                        <m:r>
                          <a:rPr kumimoji="1" lang="en-US" altLang="zh-CN" sz="2400" b="0" i="1" smtClean="0">
                            <a:solidFill>
                              <a:schemeClr val="accent5">
                                <a:lumMod val="75000"/>
                              </a:schemeClr>
                            </a:solidFill>
                            <a:latin typeface="Cambria Math" panose="02040503050406030204" pitchFamily="18" charset="0"/>
                            <a:ea typeface="宋体" charset="0"/>
                          </a:rPr>
                          <m:t>1</m:t>
                        </m:r>
                      </m:sub>
                    </m:sSub>
                    <m:r>
                      <a:rPr kumimoji="1" lang="en-US" altLang="zh-CN" sz="2400" b="0" i="1" smtClean="0">
                        <a:solidFill>
                          <a:schemeClr val="accent5">
                            <a:lumMod val="75000"/>
                          </a:schemeClr>
                        </a:solidFill>
                        <a:latin typeface="Cambria Math" panose="02040503050406030204" pitchFamily="18" charset="0"/>
                        <a:ea typeface="宋体"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𝑚</m:t>
                        </m:r>
                      </m:e>
                      <m:sub>
                        <m:r>
                          <a:rPr kumimoji="1" lang="en-US" altLang="zh-CN" sz="2400" b="0" i="1" smtClean="0">
                            <a:solidFill>
                              <a:schemeClr val="accent5">
                                <a:lumMod val="75000"/>
                              </a:schemeClr>
                            </a:solidFill>
                            <a:latin typeface="Cambria Math" panose="02040503050406030204" pitchFamily="18" charset="0"/>
                            <a:ea typeface="宋体" charset="0"/>
                          </a:rPr>
                          <m:t>4</m:t>
                        </m:r>
                      </m:sub>
                    </m:sSub>
                    <m:r>
                      <a:rPr kumimoji="1" lang="en-US" altLang="zh-CN" sz="2400" b="0" i="1" smtClean="0">
                        <a:solidFill>
                          <a:schemeClr val="accent5">
                            <a:lumMod val="75000"/>
                          </a:schemeClr>
                        </a:solidFill>
                        <a:latin typeface="Cambria Math" panose="02040503050406030204" pitchFamily="18" charset="0"/>
                        <a:ea typeface="宋体"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𝑚</m:t>
                        </m:r>
                      </m:e>
                      <m:sub>
                        <m:r>
                          <a:rPr kumimoji="1" lang="en-US" altLang="zh-CN" sz="2400" b="0" i="1" smtClean="0">
                            <a:solidFill>
                              <a:schemeClr val="accent5">
                                <a:lumMod val="75000"/>
                              </a:schemeClr>
                            </a:solidFill>
                            <a:latin typeface="Cambria Math" panose="02040503050406030204" pitchFamily="18" charset="0"/>
                            <a:ea typeface="宋体" charset="0"/>
                          </a:rPr>
                          <m:t>6</m:t>
                        </m:r>
                      </m:sub>
                    </m:sSub>
                    <m:r>
                      <a:rPr kumimoji="1" lang="en-US" altLang="zh-CN" sz="2400" b="0" i="1" smtClean="0">
                        <a:solidFill>
                          <a:schemeClr val="accent5">
                            <a:lumMod val="75000"/>
                          </a:schemeClr>
                        </a:solidFill>
                        <a:latin typeface="Cambria Math" panose="02040503050406030204" pitchFamily="18" charset="0"/>
                        <a:ea typeface="宋体"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b="0" i="1" smtClean="0">
                            <a:solidFill>
                              <a:schemeClr val="accent5">
                                <a:lumMod val="75000"/>
                              </a:schemeClr>
                            </a:solidFill>
                            <a:latin typeface="Cambria Math" panose="02040503050406030204" pitchFamily="18" charset="0"/>
                            <a:ea typeface="宋体" charset="0"/>
                          </a:rPr>
                          <m:t>𝑀</m:t>
                        </m:r>
                      </m:e>
                      <m:sub>
                        <m:r>
                          <a:rPr kumimoji="1" lang="en-US" altLang="zh-CN" sz="2400" b="0" i="1" smtClean="0">
                            <a:solidFill>
                              <a:schemeClr val="accent5">
                                <a:lumMod val="75000"/>
                              </a:schemeClr>
                            </a:solidFill>
                            <a:latin typeface="Cambria Math" panose="02040503050406030204" pitchFamily="18" charset="0"/>
                            <a:ea typeface="宋体" charset="0"/>
                          </a:rPr>
                          <m:t>0</m:t>
                        </m:r>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𝑀</m:t>
                        </m:r>
                      </m:e>
                      <m:sub>
                        <m:r>
                          <a:rPr kumimoji="1" lang="en-US" altLang="zh-CN" sz="2400" b="0" i="1" smtClean="0">
                            <a:solidFill>
                              <a:schemeClr val="accent5">
                                <a:lumMod val="75000"/>
                              </a:schemeClr>
                            </a:solidFill>
                            <a:latin typeface="Cambria Math" panose="02040503050406030204" pitchFamily="18" charset="0"/>
                            <a:ea typeface="宋体" charset="0"/>
                          </a:rPr>
                          <m:t>2</m:t>
                        </m:r>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𝑀</m:t>
                        </m:r>
                      </m:e>
                      <m:sub>
                        <m:r>
                          <a:rPr kumimoji="1" lang="en-US" altLang="zh-CN" sz="2400" b="0" i="1" smtClean="0">
                            <a:solidFill>
                              <a:schemeClr val="accent5">
                                <a:lumMod val="75000"/>
                              </a:schemeClr>
                            </a:solidFill>
                            <a:latin typeface="Cambria Math" panose="02040503050406030204" pitchFamily="18" charset="0"/>
                            <a:ea typeface="宋体" charset="0"/>
                          </a:rPr>
                          <m:t>3</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𝑀</m:t>
                        </m:r>
                      </m:e>
                      <m:sub>
                        <m:r>
                          <a:rPr kumimoji="1" lang="en-US" altLang="zh-CN" sz="2400" b="0" i="1" smtClean="0">
                            <a:solidFill>
                              <a:schemeClr val="accent5">
                                <a:lumMod val="75000"/>
                              </a:schemeClr>
                            </a:solidFill>
                            <a:latin typeface="Cambria Math" panose="02040503050406030204" pitchFamily="18" charset="0"/>
                            <a:ea typeface="宋体" charset="0"/>
                          </a:rPr>
                          <m:t>5</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宋体" charset="0"/>
                          </a:rPr>
                        </m:ctrlPr>
                      </m:sSubPr>
                      <m:e>
                        <m:r>
                          <a:rPr kumimoji="1" lang="en-US" altLang="zh-CN" sz="2400" i="1">
                            <a:solidFill>
                              <a:schemeClr val="accent5">
                                <a:lumMod val="75000"/>
                              </a:schemeClr>
                            </a:solidFill>
                            <a:latin typeface="Cambria Math" panose="02040503050406030204" pitchFamily="18" charset="0"/>
                            <a:ea typeface="宋体" charset="0"/>
                          </a:rPr>
                          <m:t>𝑀</m:t>
                        </m:r>
                      </m:e>
                      <m:sub>
                        <m:r>
                          <a:rPr kumimoji="1" lang="en-US" altLang="zh-CN" sz="2400" b="0" i="1" smtClean="0">
                            <a:solidFill>
                              <a:schemeClr val="accent5">
                                <a:lumMod val="75000"/>
                              </a:schemeClr>
                            </a:solidFill>
                            <a:latin typeface="Cambria Math" panose="02040503050406030204" pitchFamily="18" charset="0"/>
                            <a:ea typeface="宋体" charset="0"/>
                          </a:rPr>
                          <m:t>7</m:t>
                        </m:r>
                      </m:sub>
                    </m:sSub>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11" name="文本框 10">
                <a:extLst>
                  <a:ext uri="{FF2B5EF4-FFF2-40B4-BE49-F238E27FC236}">
                    <a16:creationId xmlns:a16="http://schemas.microsoft.com/office/drawing/2014/main" id="{F0B4C642-4AC4-47EA-BA03-3EED36DF29D4}"/>
                  </a:ext>
                </a:extLst>
              </p:cNvPr>
              <p:cNvSpPr txBox="1">
                <a:spLocks noRot="1" noChangeAspect="1" noMove="1" noResize="1" noEditPoints="1" noAdjustHandles="1" noChangeArrowheads="1" noChangeShapeType="1" noTextEdit="1"/>
              </p:cNvSpPr>
              <p:nvPr/>
            </p:nvSpPr>
            <p:spPr>
              <a:xfrm>
                <a:off x="360000" y="5148000"/>
                <a:ext cx="9903945" cy="1427955"/>
              </a:xfrm>
              <a:prstGeom prst="rect">
                <a:avLst/>
              </a:prstGeom>
              <a:blipFill>
                <a:blip r:embed="rId3"/>
                <a:stretch>
                  <a:fillRect t="-11064" b="-2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5D5F4FA-1544-0CDE-9B5D-CA451B897C5F}"/>
                  </a:ext>
                </a:extLst>
              </p:cNvPr>
              <p:cNvSpPr txBox="1"/>
              <p:nvPr/>
            </p:nvSpPr>
            <p:spPr>
              <a:xfrm>
                <a:off x="6098960" y="1912113"/>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2060"/>
                              </a:solidFill>
                              <a:latin typeface="Cambria Math" panose="02040503050406030204" pitchFamily="18" charset="0"/>
                              <a:ea typeface="微软雅黑" panose="020B0503020204020204" pitchFamily="34" charset="-122"/>
                            </a:rPr>
                          </m:ctrlPr>
                        </m:sSubPr>
                        <m:e>
                          <m:r>
                            <a:rPr lang="en-US" altLang="zh-CN" sz="2000" b="0" i="1" smtClean="0">
                              <a:solidFill>
                                <a:srgbClr val="002060"/>
                              </a:solidFill>
                              <a:latin typeface="Cambria Math" panose="02040503050406030204" pitchFamily="18" charset="0"/>
                              <a:ea typeface="微软雅黑" panose="020B0503020204020204" pitchFamily="34" charset="-122"/>
                            </a:rPr>
                            <m:t>𝑚</m:t>
                          </m:r>
                        </m:e>
                        <m:sub>
                          <m:r>
                            <a:rPr lang="en-US" altLang="zh-CN" sz="2000" b="0" i="1" smtClean="0">
                              <a:solidFill>
                                <a:srgbClr val="002060"/>
                              </a:solidFill>
                              <a:latin typeface="Cambria Math" panose="02040503050406030204" pitchFamily="18" charset="0"/>
                              <a:ea typeface="微软雅黑" panose="020B0503020204020204" pitchFamily="34" charset="-122"/>
                            </a:rPr>
                            <m:t>0</m:t>
                          </m:r>
                        </m:sub>
                      </m:sSub>
                      <m:r>
                        <a:rPr lang="en-US" altLang="zh-CN" sz="2000" b="0" i="0" smtClean="0">
                          <a:solidFill>
                            <a:srgbClr val="002060"/>
                          </a:solidFill>
                          <a:latin typeface="Cambria Math" panose="02040503050406030204" pitchFamily="18" charset="0"/>
                          <a:ea typeface="微软雅黑" panose="020B0503020204020204" pitchFamily="34" charset="-122"/>
                        </a:rPr>
                        <m:t>=</m:t>
                      </m:r>
                      <m:acc>
                        <m:accPr>
                          <m:chr m:val="̅"/>
                          <m:ctrlPr>
                            <a:rPr lang="en-US" altLang="zh-CN" sz="2000" b="0" i="1" smtClean="0">
                              <a:solidFill>
                                <a:srgbClr val="002060"/>
                              </a:solidFill>
                              <a:latin typeface="Cambria Math" panose="02040503050406030204" pitchFamily="18" charset="0"/>
                              <a:ea typeface="微软雅黑" panose="020B0503020204020204" pitchFamily="34" charset="-122"/>
                            </a:rPr>
                          </m:ctrlPr>
                        </m:accPr>
                        <m:e>
                          <m:r>
                            <m:rPr>
                              <m:sty m:val="p"/>
                            </m:rPr>
                            <a:rPr lang="en-US" altLang="zh-CN" sz="2000" b="0" i="0" smtClean="0">
                              <a:solidFill>
                                <a:srgbClr val="002060"/>
                              </a:solidFill>
                              <a:latin typeface="Cambria Math" panose="02040503050406030204" pitchFamily="18" charset="0"/>
                              <a:ea typeface="微软雅黑" panose="020B0503020204020204" pitchFamily="34" charset="-122"/>
                            </a:rPr>
                            <m:t>A</m:t>
                          </m:r>
                        </m:e>
                      </m:acc>
                      <m:r>
                        <a:rPr lang="en-US" altLang="zh-CN" sz="2000" b="0" i="0"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000" b="0" i="1" smtClean="0">
                              <a:solidFill>
                                <a:srgbClr val="002060"/>
                              </a:solidFill>
                              <a:latin typeface="Cambria Math" panose="02040503050406030204" pitchFamily="18" charset="0"/>
                              <a:ea typeface="微软雅黑" panose="020B0503020204020204" pitchFamily="34" charset="-122"/>
                            </a:rPr>
                          </m:ctrlPr>
                        </m:accPr>
                        <m:e>
                          <m:r>
                            <m:rPr>
                              <m:sty m:val="p"/>
                            </m:rPr>
                            <a:rPr lang="en-US" altLang="zh-CN" sz="2000" b="0" i="0" smtClean="0">
                              <a:solidFill>
                                <a:srgbClr val="002060"/>
                              </a:solidFill>
                              <a:latin typeface="Cambria Math" panose="02040503050406030204" pitchFamily="18" charset="0"/>
                              <a:ea typeface="微软雅黑" panose="020B0503020204020204" pitchFamily="34" charset="-122"/>
                            </a:rPr>
                            <m:t>B</m:t>
                          </m:r>
                        </m:e>
                      </m:acc>
                      <m:r>
                        <a:rPr lang="en-US" altLang="zh-CN" sz="2000" b="0" i="0" smtClean="0">
                          <a:solidFill>
                            <a:srgbClr val="002060"/>
                          </a:solidFill>
                          <a:latin typeface="Cambria Math" panose="02040503050406030204" pitchFamily="18" charset="0"/>
                          <a:ea typeface="微软雅黑" panose="020B0503020204020204" pitchFamily="34" charset="-122"/>
                        </a:rPr>
                        <m:t> </m:t>
                      </m:r>
                      <m:acc>
                        <m:accPr>
                          <m:chr m:val="̅"/>
                          <m:ctrlPr>
                            <a:rPr lang="en-US" altLang="zh-CN" sz="2000" b="0" i="1" smtClean="0">
                              <a:solidFill>
                                <a:srgbClr val="002060"/>
                              </a:solidFill>
                              <a:latin typeface="Cambria Math" panose="02040503050406030204" pitchFamily="18" charset="0"/>
                              <a:ea typeface="微软雅黑" panose="020B0503020204020204" pitchFamily="34" charset="-122"/>
                            </a:rPr>
                          </m:ctrlPr>
                        </m:accPr>
                        <m:e>
                          <m:r>
                            <m:rPr>
                              <m:sty m:val="p"/>
                            </m:rPr>
                            <a:rPr lang="en-US" altLang="zh-CN" sz="2000" b="0" i="0" smtClean="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2" name="文本框 11">
                <a:extLst>
                  <a:ext uri="{FF2B5EF4-FFF2-40B4-BE49-F238E27FC236}">
                    <a16:creationId xmlns:a16="http://schemas.microsoft.com/office/drawing/2014/main" id="{C5D5F4FA-1544-0CDE-9B5D-CA451B897C5F}"/>
                  </a:ext>
                </a:extLst>
              </p:cNvPr>
              <p:cNvSpPr txBox="1">
                <a:spLocks noRot="1" noChangeAspect="1" noMove="1" noResize="1" noEditPoints="1" noAdjustHandles="1" noChangeArrowheads="1" noChangeShapeType="1" noTextEdit="1"/>
              </p:cNvSpPr>
              <p:nvPr/>
            </p:nvSpPr>
            <p:spPr>
              <a:xfrm>
                <a:off x="6098960" y="1912113"/>
                <a:ext cx="2105368" cy="4008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84E611B-504E-5736-7836-D6C15FFC3029}"/>
                  </a:ext>
                </a:extLst>
              </p:cNvPr>
              <p:cNvSpPr txBox="1"/>
              <p:nvPr/>
            </p:nvSpPr>
            <p:spPr>
              <a:xfrm>
                <a:off x="6098960" y="2308935"/>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1</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3" name="文本框 12">
                <a:extLst>
                  <a:ext uri="{FF2B5EF4-FFF2-40B4-BE49-F238E27FC236}">
                    <a16:creationId xmlns:a16="http://schemas.microsoft.com/office/drawing/2014/main" id="{B84E611B-504E-5736-7836-D6C15FFC3029}"/>
                  </a:ext>
                </a:extLst>
              </p:cNvPr>
              <p:cNvSpPr txBox="1">
                <a:spLocks noRot="1" noChangeAspect="1" noMove="1" noResize="1" noEditPoints="1" noAdjustHandles="1" noChangeArrowheads="1" noChangeShapeType="1" noTextEdit="1"/>
              </p:cNvSpPr>
              <p:nvPr/>
            </p:nvSpPr>
            <p:spPr>
              <a:xfrm>
                <a:off x="6098960" y="2308935"/>
                <a:ext cx="2105368" cy="40081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376588B-2055-3D26-F90D-A07569515D3E}"/>
                  </a:ext>
                </a:extLst>
              </p:cNvPr>
              <p:cNvSpPr txBox="1"/>
              <p:nvPr/>
            </p:nvSpPr>
            <p:spPr>
              <a:xfrm>
                <a:off x="6098960" y="2704248"/>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2</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4" name="文本框 13">
                <a:extLst>
                  <a:ext uri="{FF2B5EF4-FFF2-40B4-BE49-F238E27FC236}">
                    <a16:creationId xmlns:a16="http://schemas.microsoft.com/office/drawing/2014/main" id="{F376588B-2055-3D26-F90D-A07569515D3E}"/>
                  </a:ext>
                </a:extLst>
              </p:cNvPr>
              <p:cNvSpPr txBox="1">
                <a:spLocks noRot="1" noChangeAspect="1" noMove="1" noResize="1" noEditPoints="1" noAdjustHandles="1" noChangeArrowheads="1" noChangeShapeType="1" noTextEdit="1"/>
              </p:cNvSpPr>
              <p:nvPr/>
            </p:nvSpPr>
            <p:spPr>
              <a:xfrm>
                <a:off x="6098960" y="2704248"/>
                <a:ext cx="2105368" cy="40081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BD17863-BE5C-A738-6D7C-C1DECD0DB1B9}"/>
                  </a:ext>
                </a:extLst>
              </p:cNvPr>
              <p:cNvSpPr txBox="1"/>
              <p:nvPr/>
            </p:nvSpPr>
            <p:spPr>
              <a:xfrm>
                <a:off x="6098960" y="3100323"/>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3</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5" name="文本框 14">
                <a:extLst>
                  <a:ext uri="{FF2B5EF4-FFF2-40B4-BE49-F238E27FC236}">
                    <a16:creationId xmlns:a16="http://schemas.microsoft.com/office/drawing/2014/main" id="{6BD17863-BE5C-A738-6D7C-C1DECD0DB1B9}"/>
                  </a:ext>
                </a:extLst>
              </p:cNvPr>
              <p:cNvSpPr txBox="1">
                <a:spLocks noRot="1" noChangeAspect="1" noMove="1" noResize="1" noEditPoints="1" noAdjustHandles="1" noChangeArrowheads="1" noChangeShapeType="1" noTextEdit="1"/>
              </p:cNvSpPr>
              <p:nvPr/>
            </p:nvSpPr>
            <p:spPr>
              <a:xfrm>
                <a:off x="6098960" y="3100323"/>
                <a:ext cx="2105368" cy="40081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CF93668-87BA-AAE8-E653-D9F7DC250411}"/>
                  </a:ext>
                </a:extLst>
              </p:cNvPr>
              <p:cNvSpPr txBox="1"/>
              <p:nvPr/>
            </p:nvSpPr>
            <p:spPr>
              <a:xfrm>
                <a:off x="6097796" y="3498806"/>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4</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6" name="文本框 15">
                <a:extLst>
                  <a:ext uri="{FF2B5EF4-FFF2-40B4-BE49-F238E27FC236}">
                    <a16:creationId xmlns:a16="http://schemas.microsoft.com/office/drawing/2014/main" id="{9CF93668-87BA-AAE8-E653-D9F7DC250411}"/>
                  </a:ext>
                </a:extLst>
              </p:cNvPr>
              <p:cNvSpPr txBox="1">
                <a:spLocks noRot="1" noChangeAspect="1" noMove="1" noResize="1" noEditPoints="1" noAdjustHandles="1" noChangeArrowheads="1" noChangeShapeType="1" noTextEdit="1"/>
              </p:cNvSpPr>
              <p:nvPr/>
            </p:nvSpPr>
            <p:spPr>
              <a:xfrm>
                <a:off x="6097796" y="3498806"/>
                <a:ext cx="2105368" cy="40081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D40026D-DE3B-656D-29C2-7A8895F810EB}"/>
                  </a:ext>
                </a:extLst>
              </p:cNvPr>
              <p:cNvSpPr txBox="1"/>
              <p:nvPr/>
            </p:nvSpPr>
            <p:spPr>
              <a:xfrm>
                <a:off x="6099381" y="3894988"/>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5</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i="1">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7" name="文本框 16">
                <a:extLst>
                  <a:ext uri="{FF2B5EF4-FFF2-40B4-BE49-F238E27FC236}">
                    <a16:creationId xmlns:a16="http://schemas.microsoft.com/office/drawing/2014/main" id="{ED40026D-DE3B-656D-29C2-7A8895F810EB}"/>
                  </a:ext>
                </a:extLst>
              </p:cNvPr>
              <p:cNvSpPr txBox="1">
                <a:spLocks noRot="1" noChangeAspect="1" noMove="1" noResize="1" noEditPoints="1" noAdjustHandles="1" noChangeArrowheads="1" noChangeShapeType="1" noTextEdit="1"/>
              </p:cNvSpPr>
              <p:nvPr/>
            </p:nvSpPr>
            <p:spPr>
              <a:xfrm>
                <a:off x="6099381" y="3894988"/>
                <a:ext cx="2105368" cy="40081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E399351-308D-D56F-A914-63C4805D13E5}"/>
                  </a:ext>
                </a:extLst>
              </p:cNvPr>
              <p:cNvSpPr txBox="1"/>
              <p:nvPr/>
            </p:nvSpPr>
            <p:spPr>
              <a:xfrm>
                <a:off x="6097786" y="4291916"/>
                <a:ext cx="2105368"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6</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 </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BE399351-308D-D56F-A914-63C4805D13E5}"/>
                  </a:ext>
                </a:extLst>
              </p:cNvPr>
              <p:cNvSpPr txBox="1">
                <a:spLocks noRot="1" noChangeAspect="1" noMove="1" noResize="1" noEditPoints="1" noAdjustHandles="1" noChangeArrowheads="1" noChangeShapeType="1" noTextEdit="1"/>
              </p:cNvSpPr>
              <p:nvPr/>
            </p:nvSpPr>
            <p:spPr>
              <a:xfrm>
                <a:off x="6097786" y="4291916"/>
                <a:ext cx="2105368" cy="400815"/>
              </a:xfrm>
              <a:prstGeom prst="rect">
                <a:avLst/>
              </a:prstGeom>
              <a:blipFill>
                <a:blip r:embed="rId10"/>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5A6FAE2-7E1A-6AAE-EC2F-2F52C7AEDE87}"/>
                  </a:ext>
                </a:extLst>
              </p:cNvPr>
              <p:cNvSpPr txBox="1"/>
              <p:nvPr/>
            </p:nvSpPr>
            <p:spPr>
              <a:xfrm>
                <a:off x="6099141" y="4689212"/>
                <a:ext cx="210536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𝑚</m:t>
                          </m:r>
                        </m:e>
                        <m:sub>
                          <m:r>
                            <a:rPr lang="en-US" altLang="zh-CN" sz="2000" i="1">
                              <a:solidFill>
                                <a:srgbClr val="002060"/>
                              </a:solidFill>
                              <a:latin typeface="Cambria Math" panose="02040503050406030204" pitchFamily="18" charset="0"/>
                              <a:ea typeface="微软雅黑" panose="020B0503020204020204" pitchFamily="34" charset="-122"/>
                            </a:rPr>
                            <m:t>7</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 </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D5A6FAE2-7E1A-6AAE-EC2F-2F52C7AEDE87}"/>
                  </a:ext>
                </a:extLst>
              </p:cNvPr>
              <p:cNvSpPr txBox="1">
                <a:spLocks noRot="1" noChangeAspect="1" noMove="1" noResize="1" noEditPoints="1" noAdjustHandles="1" noChangeArrowheads="1" noChangeShapeType="1" noTextEdit="1"/>
              </p:cNvSpPr>
              <p:nvPr/>
            </p:nvSpPr>
            <p:spPr>
              <a:xfrm>
                <a:off x="6099141" y="4689212"/>
                <a:ext cx="2105368" cy="400110"/>
              </a:xfrm>
              <a:prstGeom prst="rect">
                <a:avLst/>
              </a:prstGeom>
              <a:blipFill>
                <a:blip r:embed="rId11"/>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C5DF6B9-1DE8-15D1-27EC-AD79F27C677C}"/>
                  </a:ext>
                </a:extLst>
              </p:cNvPr>
              <p:cNvSpPr txBox="1"/>
              <p:nvPr/>
            </p:nvSpPr>
            <p:spPr>
              <a:xfrm>
                <a:off x="8204328" y="1910090"/>
                <a:ext cx="2105368" cy="40081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0</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20" name="文本框 19">
                <a:extLst>
                  <a:ext uri="{FF2B5EF4-FFF2-40B4-BE49-F238E27FC236}">
                    <a16:creationId xmlns:a16="http://schemas.microsoft.com/office/drawing/2014/main" id="{CC5DF6B9-1DE8-15D1-27EC-AD79F27C677C}"/>
                  </a:ext>
                </a:extLst>
              </p:cNvPr>
              <p:cNvSpPr txBox="1">
                <a:spLocks noRot="1" noChangeAspect="1" noMove="1" noResize="1" noEditPoints="1" noAdjustHandles="1" noChangeArrowheads="1" noChangeShapeType="1" noTextEdit="1"/>
              </p:cNvSpPr>
              <p:nvPr/>
            </p:nvSpPr>
            <p:spPr>
              <a:xfrm>
                <a:off x="8204328" y="1910090"/>
                <a:ext cx="2105368" cy="400815"/>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0BFAE6C-253B-6577-F6AC-5CFB5D3677AB}"/>
                  </a:ext>
                </a:extLst>
              </p:cNvPr>
              <p:cNvSpPr txBox="1"/>
              <p:nvPr/>
            </p:nvSpPr>
            <p:spPr>
              <a:xfrm>
                <a:off x="8204328" y="2306912"/>
                <a:ext cx="2105368" cy="40081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1</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21" name="文本框 20">
                <a:extLst>
                  <a:ext uri="{FF2B5EF4-FFF2-40B4-BE49-F238E27FC236}">
                    <a16:creationId xmlns:a16="http://schemas.microsoft.com/office/drawing/2014/main" id="{00BFAE6C-253B-6577-F6AC-5CFB5D3677AB}"/>
                  </a:ext>
                </a:extLst>
              </p:cNvPr>
              <p:cNvSpPr txBox="1">
                <a:spLocks noRot="1" noChangeAspect="1" noMove="1" noResize="1" noEditPoints="1" noAdjustHandles="1" noChangeArrowheads="1" noChangeShapeType="1" noTextEdit="1"/>
              </p:cNvSpPr>
              <p:nvPr/>
            </p:nvSpPr>
            <p:spPr>
              <a:xfrm>
                <a:off x="8204328" y="2306912"/>
                <a:ext cx="2105368" cy="400815"/>
              </a:xfrm>
              <a:prstGeom prst="rect">
                <a:avLst/>
              </a:prstGeom>
              <a:blipFill>
                <a:blip r:embed="rId13"/>
                <a:stretch>
                  <a:fillRect r="-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F1CB204-1E6C-0729-C90A-088DB9E9C596}"/>
                  </a:ext>
                </a:extLst>
              </p:cNvPr>
              <p:cNvSpPr txBox="1"/>
              <p:nvPr/>
            </p:nvSpPr>
            <p:spPr>
              <a:xfrm>
                <a:off x="8204328" y="2702225"/>
                <a:ext cx="2105368" cy="40081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2</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22" name="文本框 21">
                <a:extLst>
                  <a:ext uri="{FF2B5EF4-FFF2-40B4-BE49-F238E27FC236}">
                    <a16:creationId xmlns:a16="http://schemas.microsoft.com/office/drawing/2014/main" id="{6F1CB204-1E6C-0729-C90A-088DB9E9C596}"/>
                  </a:ext>
                </a:extLst>
              </p:cNvPr>
              <p:cNvSpPr txBox="1">
                <a:spLocks noRot="1" noChangeAspect="1" noMove="1" noResize="1" noEditPoints="1" noAdjustHandles="1" noChangeArrowheads="1" noChangeShapeType="1" noTextEdit="1"/>
              </p:cNvSpPr>
              <p:nvPr/>
            </p:nvSpPr>
            <p:spPr>
              <a:xfrm>
                <a:off x="8204328" y="2702225"/>
                <a:ext cx="2105368" cy="40081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A48F12B-F237-BDA9-00E0-24F894D5DEDD}"/>
                  </a:ext>
                </a:extLst>
              </p:cNvPr>
              <p:cNvSpPr txBox="1"/>
              <p:nvPr/>
            </p:nvSpPr>
            <p:spPr>
              <a:xfrm>
                <a:off x="8204328" y="3098300"/>
                <a:ext cx="2105368" cy="40081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000" i="1" smtClean="0">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3</m:t>
                          </m:r>
                        </m:sub>
                      </m:sSub>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A</m:t>
                      </m:r>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3" name="文本框 22">
                <a:extLst>
                  <a:ext uri="{FF2B5EF4-FFF2-40B4-BE49-F238E27FC236}">
                    <a16:creationId xmlns:a16="http://schemas.microsoft.com/office/drawing/2014/main" id="{9A48F12B-F237-BDA9-00E0-24F894D5DEDD}"/>
                  </a:ext>
                </a:extLst>
              </p:cNvPr>
              <p:cNvSpPr txBox="1">
                <a:spLocks noRot="1" noChangeAspect="1" noMove="1" noResize="1" noEditPoints="1" noAdjustHandles="1" noChangeArrowheads="1" noChangeShapeType="1" noTextEdit="1"/>
              </p:cNvSpPr>
              <p:nvPr/>
            </p:nvSpPr>
            <p:spPr>
              <a:xfrm>
                <a:off x="8204328" y="3098300"/>
                <a:ext cx="2105368" cy="400815"/>
              </a:xfrm>
              <a:prstGeom prst="rect">
                <a:avLst/>
              </a:prstGeom>
              <a:blipFill>
                <a:blip r:embed="rId15"/>
                <a:stretch>
                  <a:fillRect r="-5217"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BC6D5BB-29AB-125E-1B99-B01B6C396C1E}"/>
                  </a:ext>
                </a:extLst>
              </p:cNvPr>
              <p:cNvSpPr txBox="1"/>
              <p:nvPr/>
            </p:nvSpPr>
            <p:spPr>
              <a:xfrm>
                <a:off x="8203164" y="3496783"/>
                <a:ext cx="2105368" cy="40081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4</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EBC6D5BB-29AB-125E-1B99-B01B6C396C1E}"/>
                  </a:ext>
                </a:extLst>
              </p:cNvPr>
              <p:cNvSpPr txBox="1">
                <a:spLocks noRot="1" noChangeAspect="1" noMove="1" noResize="1" noEditPoints="1" noAdjustHandles="1" noChangeArrowheads="1" noChangeShapeType="1" noTextEdit="1"/>
              </p:cNvSpPr>
              <p:nvPr/>
            </p:nvSpPr>
            <p:spPr>
              <a:xfrm>
                <a:off x="8203164" y="3496783"/>
                <a:ext cx="2105368" cy="400815"/>
              </a:xfrm>
              <a:prstGeom prst="rect">
                <a:avLst/>
              </a:prstGeom>
              <a:blipFill>
                <a:blip r:embed="rId16"/>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10795343-00C6-BEF1-F309-2840A6F7C95B}"/>
                  </a:ext>
                </a:extLst>
              </p:cNvPr>
              <p:cNvSpPr txBox="1"/>
              <p:nvPr/>
            </p:nvSpPr>
            <p:spPr>
              <a:xfrm>
                <a:off x="8204749" y="3892965"/>
                <a:ext cx="2105368" cy="40081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5</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B</m:t>
                      </m:r>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5" name="文本框 24">
                <a:extLst>
                  <a:ext uri="{FF2B5EF4-FFF2-40B4-BE49-F238E27FC236}">
                    <a16:creationId xmlns:a16="http://schemas.microsoft.com/office/drawing/2014/main" id="{10795343-00C6-BEF1-F309-2840A6F7C95B}"/>
                  </a:ext>
                </a:extLst>
              </p:cNvPr>
              <p:cNvSpPr txBox="1">
                <a:spLocks noRot="1" noChangeAspect="1" noMove="1" noResize="1" noEditPoints="1" noAdjustHandles="1" noChangeArrowheads="1" noChangeShapeType="1" noTextEdit="1"/>
              </p:cNvSpPr>
              <p:nvPr/>
            </p:nvSpPr>
            <p:spPr>
              <a:xfrm>
                <a:off x="8204749" y="3892965"/>
                <a:ext cx="2105368" cy="400815"/>
              </a:xfrm>
              <a:prstGeom prst="rect">
                <a:avLst/>
              </a:prstGeom>
              <a:blipFill>
                <a:blip r:embed="rId17"/>
                <a:stretch>
                  <a:fillRect r="-5217"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D8F74DA-5958-97FA-650C-E01AF2B077B4}"/>
                  </a:ext>
                </a:extLst>
              </p:cNvPr>
              <p:cNvSpPr txBox="1"/>
              <p:nvPr/>
            </p:nvSpPr>
            <p:spPr>
              <a:xfrm>
                <a:off x="8203154" y="4289893"/>
                <a:ext cx="2105368" cy="40081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6</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m:t>
                      </m:r>
                      <m:r>
                        <m:rPr>
                          <m:sty m:val="p"/>
                        </m:rPr>
                        <a:rPr lang="en-US" altLang="zh-CN" sz="2000">
                          <a:solidFill>
                            <a:srgbClr val="002060"/>
                          </a:solidFill>
                          <a:latin typeface="Cambria Math" panose="02040503050406030204" pitchFamily="18" charset="0"/>
                          <a:ea typeface="微软雅黑" panose="020B0503020204020204" pitchFamily="34" charset="-122"/>
                        </a:rPr>
                        <m:t>C</m:t>
                      </m:r>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1D8F74DA-5958-97FA-650C-E01AF2B077B4}"/>
                  </a:ext>
                </a:extLst>
              </p:cNvPr>
              <p:cNvSpPr txBox="1">
                <a:spLocks noRot="1" noChangeAspect="1" noMove="1" noResize="1" noEditPoints="1" noAdjustHandles="1" noChangeArrowheads="1" noChangeShapeType="1" noTextEdit="1"/>
              </p:cNvSpPr>
              <p:nvPr/>
            </p:nvSpPr>
            <p:spPr>
              <a:xfrm>
                <a:off x="8203154" y="4289893"/>
                <a:ext cx="2105368" cy="400815"/>
              </a:xfrm>
              <a:prstGeom prst="rect">
                <a:avLst/>
              </a:prstGeom>
              <a:blipFill>
                <a:blip r:embed="rId18"/>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53E2905-6867-FE2D-4F48-4F4601D68628}"/>
                  </a:ext>
                </a:extLst>
              </p:cNvPr>
              <p:cNvSpPr txBox="1"/>
              <p:nvPr/>
            </p:nvSpPr>
            <p:spPr>
              <a:xfrm>
                <a:off x="8204509" y="4687189"/>
                <a:ext cx="2105368"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a:solidFill>
                                <a:srgbClr val="002060"/>
                              </a:solidFill>
                              <a:latin typeface="Cambria Math" panose="02040503050406030204" pitchFamily="18" charset="0"/>
                              <a:ea typeface="微软雅黑" panose="020B0503020204020204" pitchFamily="34" charset="-122"/>
                            </a:rPr>
                          </m:ctrlPr>
                        </m:sSubPr>
                        <m:e>
                          <m:r>
                            <a:rPr lang="en-US" altLang="zh-CN" sz="2000" i="1">
                              <a:solidFill>
                                <a:srgbClr val="002060"/>
                              </a:solidFill>
                              <a:latin typeface="Cambria Math" panose="02040503050406030204" pitchFamily="18" charset="0"/>
                              <a:ea typeface="微软雅黑" panose="020B0503020204020204" pitchFamily="34" charset="-122"/>
                            </a:rPr>
                            <m:t>𝑀</m:t>
                          </m:r>
                        </m:e>
                        <m:sub>
                          <m:r>
                            <a:rPr lang="en-US" altLang="zh-CN" sz="2000" i="1">
                              <a:solidFill>
                                <a:srgbClr val="002060"/>
                              </a:solidFill>
                              <a:latin typeface="Cambria Math" panose="02040503050406030204" pitchFamily="18" charset="0"/>
                              <a:ea typeface="微软雅黑" panose="020B0503020204020204" pitchFamily="34" charset="-122"/>
                            </a:rPr>
                            <m:t>7</m:t>
                          </m:r>
                        </m:sub>
                      </m:sSub>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A</m:t>
                          </m:r>
                        </m:e>
                      </m:acc>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B</m:t>
                          </m:r>
                        </m:e>
                      </m:acc>
                      <m:r>
                        <a:rPr lang="en-US" altLang="zh-CN" sz="2000">
                          <a:solidFill>
                            <a:srgbClr val="002060"/>
                          </a:solidFill>
                          <a:latin typeface="Cambria Math" panose="02040503050406030204" pitchFamily="18" charset="0"/>
                          <a:ea typeface="微软雅黑" panose="020B0503020204020204" pitchFamily="34" charset="-122"/>
                        </a:rPr>
                        <m:t>+</m:t>
                      </m:r>
                      <m:acc>
                        <m:accPr>
                          <m:chr m:val="̅"/>
                          <m:ctrlPr>
                            <a:rPr lang="en-US" altLang="zh-CN" sz="2000" i="1">
                              <a:solidFill>
                                <a:srgbClr val="002060"/>
                              </a:solidFill>
                              <a:latin typeface="Cambria Math" panose="02040503050406030204" pitchFamily="18" charset="0"/>
                              <a:ea typeface="微软雅黑" panose="020B0503020204020204" pitchFamily="34" charset="-122"/>
                            </a:rPr>
                          </m:ctrlPr>
                        </m:accPr>
                        <m:e>
                          <m:r>
                            <m:rPr>
                              <m:sty m:val="p"/>
                            </m:rPr>
                            <a:rPr lang="en-US" altLang="zh-CN" sz="2000">
                              <a:solidFill>
                                <a:srgbClr val="002060"/>
                              </a:solidFill>
                              <a:latin typeface="Cambria Math" panose="02040503050406030204" pitchFamily="18" charset="0"/>
                              <a:ea typeface="微软雅黑" panose="020B0503020204020204" pitchFamily="34" charset="-122"/>
                            </a:rPr>
                            <m:t>C</m:t>
                          </m:r>
                        </m:e>
                      </m:acc>
                    </m:oMath>
                  </m:oMathPara>
                </a14:m>
                <a:endParaRPr lang="zh-CN" altLang="en-US"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353E2905-6867-FE2D-4F48-4F4601D68628}"/>
                  </a:ext>
                </a:extLst>
              </p:cNvPr>
              <p:cNvSpPr txBox="1">
                <a:spLocks noRot="1" noChangeAspect="1" noMove="1" noResize="1" noEditPoints="1" noAdjustHandles="1" noChangeArrowheads="1" noChangeShapeType="1" noTextEdit="1"/>
              </p:cNvSpPr>
              <p:nvPr/>
            </p:nvSpPr>
            <p:spPr>
              <a:xfrm>
                <a:off x="8204509" y="4687189"/>
                <a:ext cx="2105368" cy="400110"/>
              </a:xfrm>
              <a:prstGeom prst="rect">
                <a:avLst/>
              </a:prstGeom>
              <a:blipFill>
                <a:blip r:embed="rId19"/>
                <a:stretch>
                  <a:fillRect r="-52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370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373030-18CE-A9D1-18E6-19647547AC0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a:t>
            </a:r>
            <a:endParaRPr lang="en-US" altLang="zh-CN" sz="3000" dirty="0">
              <a:solidFill>
                <a:srgbClr val="FFFF00"/>
              </a:solidFill>
            </a:endParaRPr>
          </a:p>
        </p:txBody>
      </p:sp>
      <p:sp>
        <p:nvSpPr>
          <p:cNvPr id="3" name="文本框 2">
            <a:extLst>
              <a:ext uri="{FF2B5EF4-FFF2-40B4-BE49-F238E27FC236}">
                <a16:creationId xmlns:a16="http://schemas.microsoft.com/office/drawing/2014/main" id="{65A23E59-86E5-7F99-779A-7548414F48B7}"/>
              </a:ext>
            </a:extLst>
          </p:cNvPr>
          <p:cNvSpPr txBox="1"/>
          <p:nvPr/>
        </p:nvSpPr>
        <p:spPr>
          <a:xfrm>
            <a:off x="360000" y="1080000"/>
            <a:ext cx="5797265" cy="1569660"/>
          </a:xfrm>
          <a:prstGeom prst="rect">
            <a:avLst/>
          </a:prstGeom>
          <a:noFill/>
        </p:spPr>
        <p:txBody>
          <a:bodyPr wrap="square">
            <a:spAutoFit/>
          </a:bodyPr>
          <a:lstStyle/>
          <a:p>
            <a:pPr marL="457200" indent="-457200">
              <a:spcAft>
                <a:spcPts val="12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逻辑函数的最简与或式</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乘积项（与项）最少</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每个乘积项的因子也最少</a:t>
            </a:r>
          </a:p>
        </p:txBody>
      </p:sp>
      <p:sp>
        <p:nvSpPr>
          <p:cNvPr id="4" name="文本框 3">
            <a:extLst>
              <a:ext uri="{FF2B5EF4-FFF2-40B4-BE49-F238E27FC236}">
                <a16:creationId xmlns:a16="http://schemas.microsoft.com/office/drawing/2014/main" id="{A0303AB2-2B7F-8B35-717C-22626B9B4BBB}"/>
              </a:ext>
            </a:extLst>
          </p:cNvPr>
          <p:cNvSpPr txBox="1"/>
          <p:nvPr/>
        </p:nvSpPr>
        <p:spPr>
          <a:xfrm>
            <a:off x="360000" y="3600000"/>
            <a:ext cx="5797265" cy="1569660"/>
          </a:xfrm>
          <a:prstGeom prst="rect">
            <a:avLst/>
          </a:prstGeom>
          <a:noFill/>
        </p:spPr>
        <p:txBody>
          <a:bodyPr wrap="square">
            <a:spAutoFit/>
          </a:bodyPr>
          <a:lstStyle/>
          <a:p>
            <a:pPr marL="457200" indent="-457200">
              <a:spcAft>
                <a:spcPts val="12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逻辑函数化简的主要方法</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代数法（公式法）</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卡诺图法（图解法）</a:t>
            </a:r>
          </a:p>
        </p:txBody>
      </p:sp>
      <p:grpSp>
        <p:nvGrpSpPr>
          <p:cNvPr id="5" name="组合 4">
            <a:extLst>
              <a:ext uri="{FF2B5EF4-FFF2-40B4-BE49-F238E27FC236}">
                <a16:creationId xmlns:a16="http://schemas.microsoft.com/office/drawing/2014/main" id="{70A5EADF-F548-DABE-2FF4-93FDA7B1AAF3}"/>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72DD46A1-A1FD-9FCB-F251-B0F8C8AEF7C9}"/>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736A5ACF-3DAC-634F-8CFE-622718320A8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AEE75433-6F80-8DC9-7E1A-1DC9D2B58A5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B7CD2F3B-4720-85F5-726F-1B13AD28896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2827218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492D7-CAAE-5F35-582B-A8521A8BC3E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90A7F4F-021A-1BAF-563A-D0AEA2B0E7C7}"/>
              </a:ext>
            </a:extLst>
          </p:cNvPr>
          <p:cNvSpPr txBox="1"/>
          <p:nvPr/>
        </p:nvSpPr>
        <p:spPr>
          <a:xfrm>
            <a:off x="360000" y="828000"/>
            <a:ext cx="9898697" cy="1031051"/>
          </a:xfrm>
          <a:prstGeom prst="rect">
            <a:avLst/>
          </a:prstGeom>
          <a:noFill/>
        </p:spPr>
        <p:txBody>
          <a:bodyPr wrap="square">
            <a:spAutoFit/>
          </a:bodyPr>
          <a:lstStyle/>
          <a:p>
            <a:pPr>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反复应用逻辑代数基本定律，消去多余的因子和乘积项</a:t>
            </a:r>
            <a:endParaRPr lang="en-US" altLang="zh-CN" sz="2800" dirty="0">
              <a:solidFill>
                <a:srgbClr val="002060"/>
              </a:solidFill>
              <a:latin typeface="微软雅黑" panose="020B0503020204020204" pitchFamily="34" charset="-122"/>
              <a:ea typeface="微软雅黑" panose="020B0503020204020204" pitchFamily="34" charset="-122"/>
            </a:endParaRPr>
          </a:p>
          <a:p>
            <a:pPr>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一些常用公式如下：</a:t>
            </a:r>
            <a:endParaRPr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45664D57-1F06-5551-9933-E8A420F2468F}"/>
              </a:ext>
            </a:extLst>
          </p:cNvPr>
          <p:cNvGrpSpPr/>
          <p:nvPr/>
        </p:nvGrpSpPr>
        <p:grpSpPr>
          <a:xfrm>
            <a:off x="11449269" y="6198682"/>
            <a:ext cx="786273" cy="548639"/>
            <a:chOff x="11454918" y="5839511"/>
            <a:chExt cx="786273" cy="548639"/>
          </a:xfrm>
        </p:grpSpPr>
        <p:grpSp>
          <p:nvGrpSpPr>
            <p:cNvPr id="14" name="组合 13">
              <a:extLst>
                <a:ext uri="{FF2B5EF4-FFF2-40B4-BE49-F238E27FC236}">
                  <a16:creationId xmlns:a16="http://schemas.microsoft.com/office/drawing/2014/main" id="{77C370C3-8199-CFD0-4B2B-C01F0DB5F3B5}"/>
                </a:ext>
              </a:extLst>
            </p:cNvPr>
            <p:cNvGrpSpPr/>
            <p:nvPr/>
          </p:nvGrpSpPr>
          <p:grpSpPr>
            <a:xfrm>
              <a:off x="11454918" y="5867450"/>
              <a:ext cx="737081" cy="520700"/>
              <a:chOff x="11454918" y="5867450"/>
              <a:chExt cx="737081" cy="520700"/>
            </a:xfrm>
          </p:grpSpPr>
          <p:sp>
            <p:nvSpPr>
              <p:cNvPr id="16" name="箭头: 五边形 15">
                <a:extLst>
                  <a:ext uri="{FF2B5EF4-FFF2-40B4-BE49-F238E27FC236}">
                    <a16:creationId xmlns:a16="http://schemas.microsoft.com/office/drawing/2014/main" id="{973DB6B5-C25F-0B43-17A2-E96F0D7628D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V 形 16">
                <a:extLst>
                  <a:ext uri="{FF2B5EF4-FFF2-40B4-BE49-F238E27FC236}">
                    <a16:creationId xmlns:a16="http://schemas.microsoft.com/office/drawing/2014/main" id="{3FF87C0C-AC74-321B-E292-0336AEFB4BA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灯片编号占位符 3">
              <a:extLst>
                <a:ext uri="{FF2B5EF4-FFF2-40B4-BE49-F238E27FC236}">
                  <a16:creationId xmlns:a16="http://schemas.microsoft.com/office/drawing/2014/main" id="{8613136E-1BFD-4843-914A-F49EF764735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03471100-FD91-08A5-D0F9-0D3D4F1A1AE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代数法化简</a:t>
            </a:r>
            <a:endParaRPr lang="en-US" altLang="zh-CN" sz="3000" dirty="0">
              <a:solidFill>
                <a:srgbClr val="FFFF00"/>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7CD7817-4B2D-9CE9-0686-1A08956C74C8}"/>
                  </a:ext>
                </a:extLst>
              </p:cNvPr>
              <p:cNvSpPr txBox="1"/>
              <p:nvPr/>
            </p:nvSpPr>
            <p:spPr>
              <a:xfrm>
                <a:off x="360000" y="2016000"/>
                <a:ext cx="5893133" cy="4087401"/>
              </a:xfrm>
              <a:prstGeom prst="rect">
                <a:avLst/>
              </a:prstGeom>
              <a:noFill/>
            </p:spPr>
            <p:txBody>
              <a:bodyPr wrap="square">
                <a:spAutoFit/>
              </a:bodyPr>
              <a:lstStyle/>
              <a:p>
                <a:pPr lvl="2">
                  <a:spcAft>
                    <a:spcPts val="1800"/>
                  </a:spcAft>
                </a:pPr>
                <a14:m>
                  <m:oMath xmlns:m="http://schemas.openxmlformats.org/officeDocument/2006/math">
                    <m:r>
                      <m:rPr>
                        <m:sty m:val="p"/>
                      </m:rPr>
                      <a:rPr lang="en-US" altLang="zh-CN" sz="3200" b="0" i="0" smtClean="0">
                        <a:solidFill>
                          <a:srgbClr val="002060"/>
                        </a:solidFill>
                        <a:latin typeface="Cambria Math" panose="02040503050406030204" pitchFamily="18" charset="0"/>
                      </a:rPr>
                      <m:t>A</m:t>
                    </m:r>
                    <m:r>
                      <a:rPr lang="en-US" altLang="zh-CN" sz="3200" i="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i="0">
                            <a:solidFill>
                              <a:srgbClr val="002060"/>
                            </a:solidFill>
                            <a:latin typeface="Cambria Math" panose="02040503050406030204" pitchFamily="18" charset="0"/>
                          </a:rPr>
                          <m:t>A</m:t>
                        </m:r>
                      </m:e>
                    </m:acc>
                    <m:r>
                      <m:rPr>
                        <m:sty m:val="p"/>
                      </m:rPr>
                      <a:rPr lang="en-US" altLang="zh-CN" sz="3200" b="0" i="0" smtClean="0">
                        <a:solidFill>
                          <a:srgbClr val="002060"/>
                        </a:solidFill>
                        <a:latin typeface="Cambria Math" panose="02040503050406030204" pitchFamily="18" charset="0"/>
                      </a:rPr>
                      <m:t>B</m:t>
                    </m:r>
                    <m:r>
                      <a:rPr lang="en-US" altLang="zh-CN" sz="3200" i="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i="0">
                        <a:solidFill>
                          <a:srgbClr val="002060"/>
                        </a:solidFill>
                        <a:latin typeface="Cambria Math" panose="02040503050406030204" pitchFamily="18" charset="0"/>
                      </a:rPr>
                      <m:t>A</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acc>
                      <m:accPr>
                        <m:chr m:val="̅"/>
                        <m:ctrlPr>
                          <a:rPr lang="en-US" altLang="zh-CN" sz="3200" b="0" i="1" smtClean="0">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B</m:t>
                        </m:r>
                      </m:e>
                    </m:acc>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a:solidFill>
                          <a:srgbClr val="002060"/>
                        </a:solidFill>
                        <a:latin typeface="Cambria Math" panose="02040503050406030204" pitchFamily="18" charset="0"/>
                      </a:rPr>
                      <m:t>AB</m:t>
                    </m:r>
                    <m:r>
                      <a:rPr lang="en-US" altLang="zh-CN" sz="3200" b="0" i="0" smtClean="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m:rPr>
                        <m:sty m:val="p"/>
                      </m:rPr>
                      <a:rPr lang="en-US" altLang="zh-CN" sz="3200" b="0" i="0" smtClean="0">
                        <a:solidFill>
                          <a:srgbClr val="002060"/>
                        </a:solidFill>
                        <a:latin typeface="Cambria Math" panose="02040503050406030204" pitchFamily="18" charset="0"/>
                      </a:rPr>
                      <m:t>C</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BC</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AB</m:t>
                    </m:r>
                    <m:r>
                      <a:rPr lang="en-US" altLang="zh-CN" sz="3200" b="0" i="0" smtClean="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m:rPr>
                        <m:sty m:val="p"/>
                      </m:rPr>
                      <a:rPr lang="en-US" altLang="zh-CN" sz="3200">
                        <a:solidFill>
                          <a:srgbClr val="002060"/>
                        </a:solidFill>
                        <a:latin typeface="Cambria Math" panose="02040503050406030204" pitchFamily="18" charset="0"/>
                      </a:rPr>
                      <m:t>C</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a:solidFill>
                          <a:srgbClr val="002060"/>
                        </a:solidFill>
                        <a:latin typeface="Cambria Math" panose="02040503050406030204" pitchFamily="18" charset="0"/>
                      </a:rPr>
                      <m:t>AB</m:t>
                    </m:r>
                    <m:r>
                      <a:rPr lang="en-US" altLang="zh-CN" sz="320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m:rPr>
                        <m:sty m:val="p"/>
                      </m:rPr>
                      <a:rPr lang="en-US" altLang="zh-CN" sz="3200">
                        <a:solidFill>
                          <a:srgbClr val="002060"/>
                        </a:solidFill>
                        <a:latin typeface="Cambria Math" panose="02040503050406030204" pitchFamily="18" charset="0"/>
                      </a:rPr>
                      <m:t>C</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BCD</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AB</m:t>
                    </m:r>
                    <m:r>
                      <a:rPr lang="en-US" altLang="zh-CN" sz="320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m:rPr>
                        <m:sty m:val="p"/>
                      </m:rPr>
                      <a:rPr lang="en-US" altLang="zh-CN" sz="3200">
                        <a:solidFill>
                          <a:srgbClr val="002060"/>
                        </a:solidFill>
                        <a:latin typeface="Cambria Math" panose="02040503050406030204" pitchFamily="18" charset="0"/>
                      </a:rPr>
                      <m:t>C</m:t>
                    </m:r>
                  </m:oMath>
                </a14:m>
                <a:r>
                  <a:rPr lang="en-US" altLang="zh-CN" sz="320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d>
                      <m:dPr>
                        <m:begChr m:val="{"/>
                        <m:endChr m:val=""/>
                        <m:ctrlPr>
                          <a:rPr lang="en-US" altLang="zh-CN" sz="3200" i="1" smtClean="0">
                            <a:solidFill>
                              <a:srgbClr val="002060"/>
                            </a:solidFill>
                            <a:latin typeface="Cambria Math" panose="02040503050406030204" pitchFamily="18" charset="0"/>
                          </a:rPr>
                        </m:ctrlPr>
                      </m:dPr>
                      <m:e>
                        <m:eqArr>
                          <m:eqArrPr>
                            <m:ctrlPr>
                              <a:rPr lang="en-US" altLang="zh-CN" sz="3200" i="1">
                                <a:solidFill>
                                  <a:srgbClr val="002060"/>
                                </a:solidFill>
                                <a:latin typeface="Cambria Math" panose="02040503050406030204" pitchFamily="18" charset="0"/>
                              </a:rPr>
                            </m:ctrlPr>
                          </m:eqArrPr>
                          <m:e>
                            <m:r>
                              <m:rPr>
                                <m:sty m:val="p"/>
                              </m:rPr>
                              <a:rPr lang="en-US" altLang="zh-CN" sz="3200">
                                <a:solidFill>
                                  <a:srgbClr val="002060"/>
                                </a:solidFill>
                                <a:latin typeface="Cambria Math" panose="02040503050406030204" pitchFamily="18" charset="0"/>
                              </a:rPr>
                              <m:t>A</m:t>
                            </m:r>
                            <m:r>
                              <a:rPr lang="en-US" altLang="zh-CN" sz="3200" i="1">
                                <a:solidFill>
                                  <a:srgbClr val="002060"/>
                                </a:solidFill>
                                <a:latin typeface="Cambria Math" panose="02040503050406030204" pitchFamily="18" charset="0"/>
                                <a:ea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AB</m:t>
                                </m:r>
                              </m:e>
                            </m:acc>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A</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B</m:t>
                                </m:r>
                              </m:e>
                            </m:acc>
                          </m:e>
                          <m:e>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a:rPr lang="en-US" altLang="zh-CN" sz="3200" i="1">
                                <a:solidFill>
                                  <a:srgbClr val="002060"/>
                                </a:solidFill>
                                <a:latin typeface="Cambria Math" panose="02040503050406030204" pitchFamily="18" charset="0"/>
                                <a:ea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AB</m:t>
                                </m:r>
                              </m:e>
                            </m:acc>
                            <m:r>
                              <a:rPr lang="en-US" altLang="zh-CN" sz="3200" i="1">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a:rPr lang="en-US" altLang="zh-CN" sz="3200" b="0" i="1" smtClean="0">
                                <a:solidFill>
                                  <a:srgbClr val="002060"/>
                                </a:solidFill>
                                <a:latin typeface="Cambria Math" panose="02040503050406030204" pitchFamily="18" charset="0"/>
                              </a:rPr>
                              <m:t>   </m:t>
                            </m:r>
                          </m:e>
                        </m:eqArr>
                      </m:e>
                    </m:d>
                  </m:oMath>
                </a14:m>
                <a:r>
                  <a:rPr lang="en-US" altLang="zh-CN" sz="3200" dirty="0">
                    <a:solidFill>
                      <a:srgbClr val="002060"/>
                    </a:solidFill>
                    <a:latin typeface="微软雅黑" panose="020B0503020204020204" pitchFamily="34" charset="-122"/>
                    <a:ea typeface="微软雅黑" panose="020B0503020204020204" pitchFamily="34" charset="-122"/>
                  </a:rPr>
                  <a:t> </a:t>
                </a:r>
              </a:p>
            </p:txBody>
          </p:sp>
        </mc:Choice>
        <mc:Fallback xmlns="">
          <p:sp>
            <p:nvSpPr>
              <p:cNvPr id="2" name="文本框 1">
                <a:extLst>
                  <a:ext uri="{FF2B5EF4-FFF2-40B4-BE49-F238E27FC236}">
                    <a16:creationId xmlns:a16="http://schemas.microsoft.com/office/drawing/2014/main" id="{E7CD7817-4B2D-9CE9-0686-1A08956C74C8}"/>
                  </a:ext>
                </a:extLst>
              </p:cNvPr>
              <p:cNvSpPr txBox="1">
                <a:spLocks noRot="1" noChangeAspect="1" noMove="1" noResize="1" noEditPoints="1" noAdjustHandles="1" noChangeArrowheads="1" noChangeShapeType="1" noTextEdit="1"/>
              </p:cNvSpPr>
              <p:nvPr/>
            </p:nvSpPr>
            <p:spPr>
              <a:xfrm>
                <a:off x="360000" y="2016000"/>
                <a:ext cx="5893133" cy="408740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080FC25-714F-4E8D-C45A-99097DEE6AAC}"/>
                  </a:ext>
                </a:extLst>
              </p:cNvPr>
              <p:cNvSpPr txBox="1"/>
              <p:nvPr/>
            </p:nvSpPr>
            <p:spPr>
              <a:xfrm>
                <a:off x="4319999" y="1800000"/>
                <a:ext cx="7129269" cy="105157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400" b="0" i="1" smtClean="0">
                              <a:solidFill>
                                <a:schemeClr val="accent5">
                                  <a:lumMod val="75000"/>
                                </a:schemeClr>
                              </a:solidFill>
                              <a:latin typeface="Cambria Math" panose="02040503050406030204" pitchFamily="18" charset="0"/>
                            </a:rPr>
                          </m:ctrlPr>
                        </m:dPr>
                        <m:e>
                          <m:eqArr>
                            <m:eqArrPr>
                              <m:ctrlPr>
                                <a:rPr lang="en-US" altLang="zh-CN" sz="2400" i="1">
                                  <a:solidFill>
                                    <a:schemeClr val="accent5">
                                      <a:lumMod val="75000"/>
                                    </a:schemeClr>
                                  </a:solidFill>
                                  <a:latin typeface="Cambria Math" panose="02040503050406030204" pitchFamily="18" charset="0"/>
                                </a:rPr>
                              </m:ctrlPr>
                            </m:eqArrPr>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AB</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d>
                                <m:dPr>
                                  <m:ctrlPr>
                                    <a:rPr lang="en-US" altLang="zh-CN" sz="2400" i="1">
                                      <a:solidFill>
                                        <a:schemeClr val="accent5">
                                          <a:lumMod val="75000"/>
                                        </a:schemeClr>
                                      </a:solidFill>
                                      <a:latin typeface="Cambria Math" panose="02040503050406030204" pitchFamily="18" charset="0"/>
                                    </a:rPr>
                                  </m:ctrlPr>
                                </m:dPr>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e>
                              </m:d>
                              <m:r>
                                <m:rPr>
                                  <m:sty m:val="p"/>
                                </m:rPr>
                                <a:rPr lang="en-US" altLang="zh-CN" sz="2400">
                                  <a:solidFill>
                                    <a:schemeClr val="accent5">
                                      <a:lumMod val="75000"/>
                                    </a:schemeClr>
                                  </a:solidFill>
                                  <a:latin typeface="Cambria Math" panose="02040503050406030204" pitchFamily="18" charset="0"/>
                                </a:rPr>
                                <m:t>B</m:t>
                              </m:r>
                              <m:r>
                                <a:rPr lang="en-US" altLang="zh-CN" sz="2400" b="0" i="0" smtClean="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e>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d>
                                <m:dPr>
                                  <m:ctrlPr>
                                    <a:rPr lang="en-US" altLang="zh-CN" sz="2400" i="1">
                                      <a:solidFill>
                                        <a:schemeClr val="accent5">
                                          <a:lumMod val="75000"/>
                                        </a:schemeClr>
                                      </a:solidFill>
                                      <a:latin typeface="Cambria Math" panose="02040503050406030204" pitchFamily="18" charset="0"/>
                                    </a:rPr>
                                  </m:ctrlPr>
                                </m:dPr>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acc>
                                    <m:accPr>
                                      <m:chr m:val="̅"/>
                                      <m:ctrlPr>
                                        <a:rPr lang="en-US" altLang="zh-CN" sz="2400" i="1">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A</m:t>
                                      </m:r>
                                    </m:e>
                                  </m:acc>
                                </m:e>
                              </m:d>
                              <m:d>
                                <m:dPr>
                                  <m:ctrlPr>
                                    <a:rPr lang="en-US" altLang="zh-CN" sz="2400" i="1">
                                      <a:solidFill>
                                        <a:schemeClr val="accent5">
                                          <a:lumMod val="75000"/>
                                        </a:schemeClr>
                                      </a:solidFill>
                                      <a:latin typeface="Cambria Math" panose="02040503050406030204" pitchFamily="18" charset="0"/>
                                    </a:rPr>
                                  </m:ctrlPr>
                                </m:dPr>
                                <m:e>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e>
                              </m:d>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r>
                                <a:rPr lang="en-US" altLang="zh-CN" sz="2400" b="0" i="0" smtClean="0">
                                  <a:solidFill>
                                    <a:schemeClr val="accent5">
                                      <a:lumMod val="75000"/>
                                    </a:schemeClr>
                                  </a:solidFill>
                                  <a:latin typeface="Cambria Math" panose="02040503050406030204" pitchFamily="18" charset="0"/>
                                </a:rPr>
                                <m:t>                            </m:t>
                              </m:r>
                              <m:r>
                                <a:rPr lang="en-US" altLang="zh-CN" sz="2400" b="0" i="1" smtClean="0">
                                  <a:solidFill>
                                    <a:schemeClr val="accent5">
                                      <a:lumMod val="75000"/>
                                    </a:schemeClr>
                                  </a:solidFill>
                                  <a:latin typeface="Cambria Math" panose="02040503050406030204" pitchFamily="18" charset="0"/>
                                </a:rPr>
                                <m:t> </m:t>
                              </m:r>
                            </m:e>
                          </m:eqArr>
                        </m:e>
                      </m:d>
                    </m:oMath>
                  </m:oMathPara>
                </a14:m>
                <a:endParaRPr lang="en-US" altLang="zh-CN" sz="2400" b="0" dirty="0">
                  <a:solidFill>
                    <a:schemeClr val="accent5">
                      <a:lumMod val="75000"/>
                    </a:schemeClr>
                  </a:solidFill>
                  <a:latin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5080FC25-714F-4E8D-C45A-99097DEE6AAC}"/>
                  </a:ext>
                </a:extLst>
              </p:cNvPr>
              <p:cNvSpPr txBox="1">
                <a:spLocks noRot="1" noChangeAspect="1" noMove="1" noResize="1" noEditPoints="1" noAdjustHandles="1" noChangeArrowheads="1" noChangeShapeType="1" noTextEdit="1"/>
              </p:cNvSpPr>
              <p:nvPr/>
            </p:nvSpPr>
            <p:spPr>
              <a:xfrm>
                <a:off x="4319999" y="1800000"/>
                <a:ext cx="7129269" cy="105157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939DB05-6019-BBB7-2EE1-6AFB01EB187E}"/>
                  </a:ext>
                </a:extLst>
              </p:cNvPr>
              <p:cNvSpPr txBox="1"/>
              <p:nvPr/>
            </p:nvSpPr>
            <p:spPr>
              <a:xfrm>
                <a:off x="7056000" y="3240000"/>
                <a:ext cx="4783293" cy="3122330"/>
              </a:xfrm>
              <a:prstGeom prst="rect">
                <a:avLst/>
              </a:prstGeom>
              <a:noFill/>
            </p:spPr>
            <p:txBody>
              <a:bodyPr wrap="square">
                <a:spAutoFit/>
              </a:bodyPr>
              <a:lstStyle/>
              <a:p>
                <a:pPr>
                  <a:spcAft>
                    <a:spcPts val="600"/>
                  </a:spcAft>
                </a:pPr>
                <a14:m>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AB</m:t>
                    </m:r>
                    <m:r>
                      <a:rPr lang="en-US" altLang="zh-CN" sz="2800" i="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A</m:t>
                        </m:r>
                      </m:e>
                    </m:acc>
                    <m:r>
                      <m:rPr>
                        <m:sty m:val="p"/>
                      </m:rPr>
                      <a:rPr lang="en-US" altLang="zh-CN" sz="2800" b="0" i="0" smtClean="0">
                        <a:solidFill>
                          <a:schemeClr val="accent5">
                            <a:lumMod val="75000"/>
                          </a:schemeClr>
                        </a:solidFill>
                        <a:latin typeface="Cambria Math" panose="02040503050406030204" pitchFamily="18" charset="0"/>
                      </a:rPr>
                      <m:t>C</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BC</m:t>
                    </m:r>
                    <m:r>
                      <a:rPr lang="en-US" altLang="zh-CN" sz="2800" b="0" i="1" smtClean="0">
                        <a:solidFill>
                          <a:srgbClr val="C00000"/>
                        </a:solidFill>
                        <a:latin typeface="Cambria Math" panose="02040503050406030204" pitchFamily="18" charset="0"/>
                        <a:ea typeface="Cambria Math" panose="02040503050406030204" pitchFamily="18" charset="0"/>
                      </a:rPr>
                      <m:t>𝑋</m:t>
                    </m:r>
                  </m:oMath>
                </a14:m>
                <a:r>
                  <a:rPr lang="en-US" altLang="zh-CN" sz="2800" b="0" i="0" dirty="0">
                    <a:solidFill>
                      <a:schemeClr val="accent5">
                        <a:lumMod val="75000"/>
                      </a:schemeClr>
                    </a:solidFill>
                    <a:latin typeface="Cambria Math" panose="02040503050406030204" pitchFamily="18" charset="0"/>
                  </a:rPr>
                  <a:t> </a:t>
                </a:r>
              </a:p>
              <a:p>
                <a:pPr>
                  <a:spcAft>
                    <a:spcPts val="600"/>
                  </a:spcAft>
                </a:pPr>
                <a14:m>
                  <m:oMath xmlns:m="http://schemas.openxmlformats.org/officeDocument/2006/math">
                    <m:r>
                      <a:rPr lang="en-US" altLang="zh-CN" sz="2800" i="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AB</m:t>
                    </m:r>
                    <m:r>
                      <a:rPr lang="en-US" altLang="zh-CN" sz="2800" b="0" i="0"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C</m:t>
                    </m:r>
                    <m:r>
                      <a:rPr lang="en-US" altLang="zh-CN" sz="2800" b="0" i="0" smtClean="0">
                        <a:solidFill>
                          <a:schemeClr val="accent5">
                            <a:lumMod val="75000"/>
                          </a:schemeClr>
                        </a:solidFill>
                        <a:latin typeface="Cambria Math" panose="02040503050406030204" pitchFamily="18" charset="0"/>
                      </a:rPr>
                      <m:t>+</m:t>
                    </m:r>
                    <m:d>
                      <m:dPr>
                        <m:ctrlPr>
                          <a:rPr lang="en-US" altLang="zh-CN" sz="2800" b="0" i="1" smtClean="0">
                            <a:solidFill>
                              <a:schemeClr val="accent5">
                                <a:lumMod val="75000"/>
                              </a:schemeClr>
                            </a:solidFill>
                            <a:latin typeface="Cambria Math" panose="02040503050406030204" pitchFamily="18" charset="0"/>
                          </a:rPr>
                        </m:ctrlPr>
                      </m:dPr>
                      <m:e>
                        <m:r>
                          <m:rPr>
                            <m:sty m:val="p"/>
                          </m:rPr>
                          <a:rPr lang="en-US" altLang="zh-CN" sz="2800" b="0" i="0" smtClean="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e>
                    </m:d>
                    <m:r>
                      <m:rPr>
                        <m:sty m:val="p"/>
                      </m:rPr>
                      <a:rPr lang="en-US" altLang="zh-CN" sz="2800">
                        <a:solidFill>
                          <a:schemeClr val="accent5">
                            <a:lumMod val="75000"/>
                          </a:schemeClr>
                        </a:solidFill>
                        <a:latin typeface="Cambria Math" panose="02040503050406030204" pitchFamily="18" charset="0"/>
                      </a:rPr>
                      <m:t>B</m:t>
                    </m:r>
                    <m:r>
                      <m:rPr>
                        <m:sty m:val="p"/>
                      </m:rPr>
                      <a:rPr lang="en-US" altLang="zh-CN" sz="2800" b="0" i="0" smtClean="0">
                        <a:solidFill>
                          <a:schemeClr val="accent5">
                            <a:lumMod val="75000"/>
                          </a:schemeClr>
                        </a:solidFill>
                        <a:latin typeface="Cambria Math" panose="02040503050406030204" pitchFamily="18" charset="0"/>
                      </a:rPr>
                      <m:t>C</m:t>
                    </m:r>
                    <m:r>
                      <a:rPr lang="en-US" altLang="zh-CN" sz="2800" b="0" i="1" smtClean="0">
                        <a:solidFill>
                          <a:srgbClr val="C00000"/>
                        </a:solidFill>
                        <a:latin typeface="Cambria Math" panose="02040503050406030204" pitchFamily="18" charset="0"/>
                        <a:ea typeface="Cambria Math" panose="02040503050406030204" pitchFamily="18" charset="0"/>
                      </a:rPr>
                      <m:t>𝑋</m:t>
                    </m:r>
                  </m:oMath>
                </a14:m>
                <a:r>
                  <a:rPr lang="en-US" altLang="zh-CN" sz="2800" b="0" i="0" dirty="0">
                    <a:solidFill>
                      <a:schemeClr val="accent5">
                        <a:lumMod val="75000"/>
                      </a:schemeClr>
                    </a:solidFill>
                    <a:latin typeface="Cambria Math" panose="02040503050406030204" pitchFamily="18" charset="0"/>
                  </a:rPr>
                  <a:t> </a:t>
                </a:r>
              </a:p>
              <a:p>
                <a:pPr>
                  <a:spcAft>
                    <a:spcPts val="600"/>
                  </a:spcAft>
                </a:pPr>
                <a14:m>
                  <m:oMath xmlns:m="http://schemas.openxmlformats.org/officeDocument/2006/math">
                    <m:r>
                      <a:rPr lang="en-US" altLang="zh-CN" sz="2800" b="0" i="0" smtClean="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C</m:t>
                    </m:r>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ABC</m:t>
                    </m:r>
                    <m:r>
                      <a:rPr lang="en-US" altLang="zh-CN" sz="2800" b="0" i="1" smtClean="0">
                        <a:solidFill>
                          <a:srgbClr val="C00000"/>
                        </a:solidFill>
                        <a:latin typeface="Cambria Math" panose="02040503050406030204" pitchFamily="18" charset="0"/>
                        <a:ea typeface="Cambria Math" panose="02040503050406030204" pitchFamily="18" charset="0"/>
                      </a:rPr>
                      <m:t>𝑋</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BC</m:t>
                    </m:r>
                    <m:r>
                      <a:rPr lang="en-US" altLang="zh-CN" sz="2800" b="0" i="1" smtClean="0">
                        <a:solidFill>
                          <a:srgbClr val="C00000"/>
                        </a:solidFill>
                        <a:latin typeface="Cambria Math" panose="02040503050406030204" pitchFamily="18" charset="0"/>
                        <a:ea typeface="Cambria Math" panose="02040503050406030204" pitchFamily="18" charset="0"/>
                      </a:rPr>
                      <m:t>𝑋</m:t>
                    </m:r>
                  </m:oMath>
                </a14:m>
                <a:r>
                  <a:rPr lang="en-US" altLang="zh-CN" sz="2800" b="0" dirty="0">
                    <a:solidFill>
                      <a:schemeClr val="accent5">
                        <a:lumMod val="75000"/>
                      </a:schemeClr>
                    </a:solidFill>
                    <a:latin typeface="微软雅黑" panose="020B0503020204020204" pitchFamily="34" charset="-122"/>
                    <a:ea typeface="微软雅黑" panose="020B0503020204020204" pitchFamily="34" charset="-122"/>
                  </a:rPr>
                  <a:t> </a:t>
                </a:r>
              </a:p>
              <a:p>
                <a:pPr>
                  <a:spcAft>
                    <a:spcPts val="600"/>
                  </a:spcAft>
                </a:pPr>
                <a14:m>
                  <m:oMath xmlns:m="http://schemas.openxmlformats.org/officeDocument/2006/math">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m:t>
                    </m:r>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ABC</m:t>
                    </m:r>
                    <m:r>
                      <a:rPr lang="en-US" altLang="zh-CN" sz="2800" b="0" i="1" smtClean="0">
                        <a:solidFill>
                          <a:srgbClr val="C00000"/>
                        </a:solidFill>
                        <a:latin typeface="Cambria Math" panose="02040503050406030204" pitchFamily="18" charset="0"/>
                        <a:ea typeface="Cambria Math" panose="02040503050406030204" pitchFamily="18" charset="0"/>
                      </a:rPr>
                      <m:t>𝑋</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C</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BC</m:t>
                    </m:r>
                    <m:r>
                      <a:rPr lang="en-US" altLang="zh-CN" sz="2800" b="0" i="1" smtClean="0">
                        <a:solidFill>
                          <a:srgbClr val="C00000"/>
                        </a:solidFill>
                        <a:latin typeface="Cambria Math" panose="02040503050406030204" pitchFamily="18" charset="0"/>
                        <a:ea typeface="Cambria Math" panose="02040503050406030204" pitchFamily="18" charset="0"/>
                      </a:rPr>
                      <m:t>𝑋</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p>
              <a:p>
                <a:pPr>
                  <a:spcAft>
                    <a:spcPts val="600"/>
                  </a:spcAft>
                </a:pPr>
                <a14:m>
                  <m:oMath xmlns:m="http://schemas.openxmlformats.org/officeDocument/2006/math">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m:t>
                    </m:r>
                    <m:r>
                      <a:rPr lang="en-US" altLang="zh-CN" sz="2800" b="0" i="0" smtClean="0">
                        <a:solidFill>
                          <a:schemeClr val="accent5">
                            <a:lumMod val="75000"/>
                          </a:schemeClr>
                        </a:solidFill>
                        <a:latin typeface="Cambria Math" panose="02040503050406030204" pitchFamily="18" charset="0"/>
                      </a:rPr>
                      <m:t>(1</m:t>
                    </m:r>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C</m:t>
                    </m:r>
                    <m:r>
                      <a:rPr lang="en-US" altLang="zh-CN" sz="2800" b="0" i="1" smtClean="0">
                        <a:solidFill>
                          <a:srgbClr val="C00000"/>
                        </a:solidFill>
                        <a:latin typeface="Cambria Math" panose="02040503050406030204" pitchFamily="18" charset="0"/>
                        <a:ea typeface="Cambria Math" panose="02040503050406030204" pitchFamily="18" charset="0"/>
                      </a:rPr>
                      <m:t>𝑋</m:t>
                    </m:r>
                    <m:r>
                      <a:rPr lang="en-US" altLang="zh-CN" sz="2800" b="0" i="0" smtClean="0">
                        <a:solidFill>
                          <a:schemeClr val="accent5">
                            <a:lumMod val="75000"/>
                          </a:schemeClr>
                        </a:solidFill>
                        <a:latin typeface="Cambria Math" panose="02040503050406030204" pitchFamily="18" charset="0"/>
                        <a:ea typeface="Cambria Math" panose="02040503050406030204" pitchFamily="18" charset="0"/>
                      </a:rPr>
                      <m:t>)</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C</m:t>
                    </m:r>
                    <m:r>
                      <a:rPr lang="en-US" altLang="zh-CN" sz="2800" b="0" i="0" smtClean="0">
                        <a:solidFill>
                          <a:schemeClr val="accent5">
                            <a:lumMod val="75000"/>
                          </a:schemeClr>
                        </a:solidFill>
                        <a:latin typeface="Cambria Math" panose="02040503050406030204" pitchFamily="18" charset="0"/>
                      </a:rPr>
                      <m:t>(1</m:t>
                    </m:r>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B</m:t>
                    </m:r>
                    <m:r>
                      <a:rPr lang="en-US" altLang="zh-CN" sz="2800" i="1" smtClean="0">
                        <a:solidFill>
                          <a:srgbClr val="C00000"/>
                        </a:solidFill>
                        <a:latin typeface="Cambria Math" panose="02040503050406030204" pitchFamily="18" charset="0"/>
                        <a:ea typeface="Cambria Math" panose="02040503050406030204" pitchFamily="18" charset="0"/>
                      </a:rPr>
                      <m:t>𝑋</m:t>
                    </m:r>
                    <m:r>
                      <a:rPr lang="en-US" altLang="zh-CN" sz="2800" b="0" i="1" smtClean="0">
                        <a:solidFill>
                          <a:schemeClr val="accent5">
                            <a:lumMod val="75000"/>
                          </a:schemeClr>
                        </a:solidFill>
                        <a:latin typeface="Cambria Math" panose="02040503050406030204" pitchFamily="18" charset="0"/>
                        <a:ea typeface="Cambria Math" panose="02040503050406030204" pitchFamily="18" charset="0"/>
                      </a:rPr>
                      <m:t>)</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p>
              <a:p>
                <a:pPr>
                  <a:spcAft>
                    <a:spcPts val="600"/>
                  </a:spcAft>
                </a:pPr>
                <a14:m>
                  <m:oMath xmlns:m="http://schemas.openxmlformats.org/officeDocument/2006/math">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AB</m:t>
                    </m:r>
                    <m:r>
                      <a:rPr lang="en-US" altLang="zh-CN" sz="2800" b="0" i="1"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a:solidFill>
                              <a:schemeClr val="accent5">
                                <a:lumMod val="75000"/>
                              </a:schemeClr>
                            </a:solidFill>
                            <a:latin typeface="Cambria Math" panose="02040503050406030204" pitchFamily="18" charset="0"/>
                          </a:rPr>
                          <m:t>A</m:t>
                        </m:r>
                      </m:e>
                    </m:acc>
                    <m:r>
                      <m:rPr>
                        <m:sty m:val="p"/>
                      </m:rPr>
                      <a:rPr lang="en-US" altLang="zh-CN" sz="2800">
                        <a:solidFill>
                          <a:schemeClr val="accent5">
                            <a:lumMod val="75000"/>
                          </a:schemeClr>
                        </a:solidFill>
                        <a:latin typeface="Cambria Math" panose="02040503050406030204" pitchFamily="18" charset="0"/>
                      </a:rPr>
                      <m:t>C</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7" name="文本框 6">
                <a:extLst>
                  <a:ext uri="{FF2B5EF4-FFF2-40B4-BE49-F238E27FC236}">
                    <a16:creationId xmlns:a16="http://schemas.microsoft.com/office/drawing/2014/main" id="{F939DB05-6019-BBB7-2EE1-6AFB01EB187E}"/>
                  </a:ext>
                </a:extLst>
              </p:cNvPr>
              <p:cNvSpPr txBox="1">
                <a:spLocks noRot="1" noChangeAspect="1" noMove="1" noResize="1" noEditPoints="1" noAdjustHandles="1" noChangeArrowheads="1" noChangeShapeType="1" noTextEdit="1"/>
              </p:cNvSpPr>
              <p:nvPr/>
            </p:nvSpPr>
            <p:spPr>
              <a:xfrm>
                <a:off x="7056000" y="3240000"/>
                <a:ext cx="4783293" cy="3122330"/>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9218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BD48AA1-5F72-AF0F-CED1-97D6D287FA7B}"/>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42975BEB-8108-9493-B3E0-E8A048350A47}"/>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86E5259A-4833-937F-3099-0671B5A8CFF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D55D75F8-E869-7C3B-B001-AA8E53AD839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ABD0C49E-C7C6-9283-579B-69BC7232C7F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F2EFAF8-CC4C-A41E-D0AD-42436E7F69BE}"/>
                  </a:ext>
                </a:extLst>
              </p:cNvPr>
              <p:cNvSpPr txBox="1"/>
              <p:nvPr/>
            </p:nvSpPr>
            <p:spPr>
              <a:xfrm>
                <a:off x="360000" y="828000"/>
                <a:ext cx="6753915" cy="585930"/>
              </a:xfrm>
              <a:prstGeom prst="rect">
                <a:avLst/>
              </a:prstGeom>
              <a:noFill/>
            </p:spPr>
            <p:txBody>
              <a:bodyPr wrap="square">
                <a:spAutoFit/>
              </a:bodyPr>
              <a:lstStyle/>
              <a:p>
                <a14:m>
                  <m:oMath xmlns:m="http://schemas.openxmlformats.org/officeDocument/2006/math">
                    <m:r>
                      <m:rPr>
                        <m:sty m:val="p"/>
                      </m:rPr>
                      <a:rPr lang="en-US" altLang="zh-CN" sz="3200" i="0">
                        <a:solidFill>
                          <a:schemeClr val="accent5">
                            <a:lumMod val="75000"/>
                          </a:schemeClr>
                        </a:solidFill>
                        <a:latin typeface="Cambria Math" panose="02040503050406030204" pitchFamily="18" charset="0"/>
                        <a:ea typeface="宋体" charset="0"/>
                      </a:rPr>
                      <m:t>Y</m:t>
                    </m:r>
                    <m:r>
                      <a:rPr lang="en-US" altLang="zh-CN" sz="3200" i="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A</m:t>
                        </m:r>
                      </m:e>
                    </m:acc>
                    <m:r>
                      <m:rPr>
                        <m:sty m:val="p"/>
                      </m:rPr>
                      <a:rPr lang="en-US" altLang="zh-CN" sz="3200" i="0">
                        <a:solidFill>
                          <a:schemeClr val="accent5">
                            <a:lumMod val="75000"/>
                          </a:schemeClr>
                        </a:solidFill>
                        <a:latin typeface="Cambria Math" panose="02040503050406030204" pitchFamily="18" charset="0"/>
                        <a:ea typeface="宋体" charset="0"/>
                      </a:rPr>
                      <m:t>B</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C</m:t>
                        </m:r>
                      </m:e>
                    </m:acc>
                    <m:r>
                      <a:rPr lang="en-US" altLang="zh-CN" sz="3200" i="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A</m:t>
                        </m:r>
                      </m:e>
                    </m:acc>
                    <m:r>
                      <m:rPr>
                        <m:sty m:val="p"/>
                      </m:rPr>
                      <a:rPr lang="en-US" altLang="zh-CN" sz="3200" i="0">
                        <a:solidFill>
                          <a:schemeClr val="accent5">
                            <a:lumMod val="75000"/>
                          </a:schemeClr>
                        </a:solidFill>
                        <a:latin typeface="Cambria Math" panose="02040503050406030204" pitchFamily="18" charset="0"/>
                        <a:ea typeface="宋体" charset="0"/>
                      </a:rPr>
                      <m:t>BC</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B</m:t>
                        </m:r>
                      </m:e>
                    </m:acc>
                    <m:r>
                      <m:rPr>
                        <m:sty m:val="p"/>
                      </m:rPr>
                      <a:rPr lang="en-US" altLang="zh-CN" sz="3200" i="0">
                        <a:solidFill>
                          <a:schemeClr val="accent5">
                            <a:lumMod val="75000"/>
                          </a:schemeClr>
                        </a:solidFill>
                        <a:latin typeface="Cambria Math" panose="02040503050406030204" pitchFamily="18" charset="0"/>
                        <a:ea typeface="宋体" charset="0"/>
                      </a:rPr>
                      <m:t>C</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AB</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C</m:t>
                        </m:r>
                      </m:e>
                    </m:acc>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ABC</m:t>
                    </m:r>
                  </m:oMath>
                </a14:m>
                <a:r>
                  <a:rPr lang="en-US" altLang="zh-CN" sz="3200" dirty="0">
                    <a:solidFill>
                      <a:schemeClr val="accent5">
                        <a:lumMod val="75000"/>
                      </a:schemeClr>
                    </a:solidFill>
                    <a:ea typeface="宋体" charset="0"/>
                    <a:sym typeface="Wingdings" panose="05000000000000000000" pitchFamily="2" charset="2"/>
                  </a:rPr>
                  <a:t> </a:t>
                </a:r>
                <a:endParaRPr lang="zh-CN" altLang="en-US" sz="3200" dirty="0"/>
              </a:p>
            </p:txBody>
          </p:sp>
        </mc:Choice>
        <mc:Fallback xmlns="">
          <p:sp>
            <p:nvSpPr>
              <p:cNvPr id="10" name="文本框 9">
                <a:extLst>
                  <a:ext uri="{FF2B5EF4-FFF2-40B4-BE49-F238E27FC236}">
                    <a16:creationId xmlns:a16="http://schemas.microsoft.com/office/drawing/2014/main" id="{BF2EFAF8-CC4C-A41E-D0AD-42436E7F69BE}"/>
                  </a:ext>
                </a:extLst>
              </p:cNvPr>
              <p:cNvSpPr txBox="1">
                <a:spLocks noRot="1" noChangeAspect="1" noMove="1" noResize="1" noEditPoints="1" noAdjustHandles="1" noChangeArrowheads="1" noChangeShapeType="1" noTextEdit="1"/>
              </p:cNvSpPr>
              <p:nvPr/>
            </p:nvSpPr>
            <p:spPr>
              <a:xfrm>
                <a:off x="360000" y="828000"/>
                <a:ext cx="6753915" cy="58593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62AE676-CB47-3696-F633-02FBA996795A}"/>
                  </a:ext>
                </a:extLst>
              </p:cNvPr>
              <p:cNvSpPr txBox="1"/>
              <p:nvPr/>
            </p:nvSpPr>
            <p:spPr>
              <a:xfrm>
                <a:off x="703705" y="1425600"/>
                <a:ext cx="3345149" cy="1614416"/>
              </a:xfrm>
              <a:prstGeom prst="rect">
                <a:avLst/>
              </a:prstGeom>
              <a:noFill/>
            </p:spPr>
            <p:txBody>
              <a:bodyPr wrap="square">
                <a:spAutoFit/>
              </a:bodyPr>
              <a:lstStyle/>
              <a:p>
                <a14:m>
                  <m:oMath xmlns:m="http://schemas.openxmlformats.org/officeDocument/2006/math">
                    <m:r>
                      <a:rPr lang="en-US" altLang="zh-CN" sz="320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A</m:t>
                        </m:r>
                      </m:e>
                    </m:acc>
                    <m:r>
                      <m:rPr>
                        <m:sty m:val="p"/>
                      </m:rPr>
                      <a:rPr lang="en-US" altLang="zh-CN" sz="3200" i="0">
                        <a:solidFill>
                          <a:schemeClr val="accent5">
                            <a:lumMod val="75000"/>
                          </a:schemeClr>
                        </a:solidFill>
                        <a:latin typeface="Cambria Math" panose="02040503050406030204" pitchFamily="18" charset="0"/>
                        <a:ea typeface="宋体" charset="0"/>
                      </a:rPr>
                      <m:t>B</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i="0">
                            <a:solidFill>
                              <a:schemeClr val="accent5">
                                <a:lumMod val="75000"/>
                              </a:schemeClr>
                            </a:solidFill>
                            <a:latin typeface="Cambria Math" panose="02040503050406030204" pitchFamily="18" charset="0"/>
                            <a:ea typeface="宋体" charset="0"/>
                          </a:rPr>
                          <m:t>B</m:t>
                        </m:r>
                      </m:e>
                    </m:acc>
                    <m:r>
                      <m:rPr>
                        <m:sty m:val="p"/>
                      </m:rPr>
                      <a:rPr lang="en-US" altLang="zh-CN" sz="3200" i="0">
                        <a:solidFill>
                          <a:schemeClr val="accent5">
                            <a:lumMod val="75000"/>
                          </a:schemeClr>
                        </a:solidFill>
                        <a:latin typeface="Cambria Math" panose="02040503050406030204" pitchFamily="18" charset="0"/>
                        <a:ea typeface="宋体" charset="0"/>
                      </a:rPr>
                      <m:t>C</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AB</m:t>
                    </m:r>
                  </m:oMath>
                </a14:m>
                <a:r>
                  <a:rPr lang="zh-CN" altLang="en-US" sz="3200" dirty="0"/>
                  <a:t> </a:t>
                </a:r>
                <a:endParaRPr lang="en-US" altLang="zh-CN" sz="3200" dirty="0"/>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m:rPr>
                        <m:sty m:val="p"/>
                      </m:rPr>
                      <a:rPr lang="en-US" altLang="zh-CN" sz="3200">
                        <a:solidFill>
                          <a:schemeClr val="accent5">
                            <a:lumMod val="75000"/>
                          </a:schemeClr>
                        </a:solidFill>
                        <a:latin typeface="Cambria Math" panose="02040503050406030204" pitchFamily="18" charset="0"/>
                        <a:ea typeface="宋体" charset="0"/>
                      </a:rPr>
                      <m:t>C</m:t>
                    </m:r>
                  </m:oMath>
                </a14:m>
                <a:r>
                  <a:rPr lang="en-US" altLang="zh-CN" sz="3200" dirty="0"/>
                  <a:t> </a:t>
                </a:r>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AC</m:t>
                    </m:r>
                  </m:oMath>
                </a14:m>
                <a:r>
                  <a:rPr lang="en-US" altLang="zh-CN" sz="3200" dirty="0"/>
                  <a:t> </a:t>
                </a:r>
              </a:p>
            </p:txBody>
          </p:sp>
        </mc:Choice>
        <mc:Fallback xmlns="">
          <p:sp>
            <p:nvSpPr>
              <p:cNvPr id="11" name="文本框 10">
                <a:extLst>
                  <a:ext uri="{FF2B5EF4-FFF2-40B4-BE49-F238E27FC236}">
                    <a16:creationId xmlns:a16="http://schemas.microsoft.com/office/drawing/2014/main" id="{862AE676-CB47-3696-F633-02FBA996795A}"/>
                  </a:ext>
                </a:extLst>
              </p:cNvPr>
              <p:cNvSpPr txBox="1">
                <a:spLocks noRot="1" noChangeAspect="1" noMove="1" noResize="1" noEditPoints="1" noAdjustHandles="1" noChangeArrowheads="1" noChangeShapeType="1" noTextEdit="1"/>
              </p:cNvSpPr>
              <p:nvPr/>
            </p:nvSpPr>
            <p:spPr>
              <a:xfrm>
                <a:off x="703705" y="1425600"/>
                <a:ext cx="3345149" cy="161441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EA953F3-7E35-5A40-CE20-FD2490116669}"/>
                  </a:ext>
                </a:extLst>
              </p:cNvPr>
              <p:cNvSpPr txBox="1"/>
              <p:nvPr/>
            </p:nvSpPr>
            <p:spPr>
              <a:xfrm>
                <a:off x="8136000" y="649006"/>
                <a:ext cx="3909852" cy="2032864"/>
              </a:xfrm>
              <a:prstGeom prst="rect">
                <a:avLst/>
              </a:prstGeom>
              <a:noFill/>
            </p:spPr>
            <p:txBody>
              <a:bodyPr wrap="square">
                <a:spAutoFit/>
              </a:bodyPr>
              <a:lstStyle/>
              <a:p>
                <a:pPr>
                  <a:spcAft>
                    <a:spcPts val="1200"/>
                  </a:spcAft>
                </a:pPr>
                <a:r>
                  <a:rPr lang="en-US" altLang="zh-CN" sz="2400" dirty="0">
                    <a:solidFill>
                      <a:srgbClr val="C00000"/>
                    </a:solidFill>
                    <a:latin typeface="微软雅黑" panose="020B0503020204020204" pitchFamily="34" charset="-122"/>
                    <a:ea typeface="微软雅黑" panose="020B0503020204020204" pitchFamily="34" charset="-122"/>
                  </a:rPr>
                  <a:t>①</a:t>
                </a:r>
                <a:r>
                  <a:rPr lang="en-US" altLang="zh-CN" sz="2400" dirty="0">
                    <a:solidFill>
                      <a:srgbClr val="C00000"/>
                    </a:solidFill>
                    <a:ea typeface="宋体" charset="0"/>
                    <a:sym typeface="Wingdings" panose="05000000000000000000" pitchFamily="2" charset="2"/>
                  </a:rPr>
                  <a:t> </a:t>
                </a:r>
                <a14:m>
                  <m:oMath xmlns:m="http://schemas.openxmlformats.org/officeDocument/2006/math">
                    <m:r>
                      <m:rPr>
                        <m:sty m:val="p"/>
                      </m:rPr>
                      <a:rPr lang="en-US" altLang="zh-CN" sz="2400">
                        <a:solidFill>
                          <a:srgbClr val="C00000"/>
                        </a:solidFill>
                        <a:latin typeface="Cambria Math" panose="02040503050406030204" pitchFamily="18" charset="0"/>
                        <a:ea typeface="宋体" charset="0"/>
                      </a:rPr>
                      <m:t>AB</m:t>
                    </m:r>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A</m:t>
                    </m:r>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a:solidFill>
                              <a:srgbClr val="C00000"/>
                            </a:solidFill>
                            <a:latin typeface="Cambria Math" panose="02040503050406030204" pitchFamily="18" charset="0"/>
                            <a:ea typeface="宋体" charset="0"/>
                          </a:rPr>
                          <m:t>B</m:t>
                        </m:r>
                      </m:e>
                    </m:acc>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A</m:t>
                    </m:r>
                  </m:oMath>
                </a14:m>
                <a:r>
                  <a:rPr lang="en-US" altLang="zh-CN" sz="2400" dirty="0">
                    <a:solidFill>
                      <a:srgbClr val="C00000"/>
                    </a:solidFill>
                    <a:ea typeface="宋体" charset="0"/>
                    <a:sym typeface="Wingdings" panose="05000000000000000000" pitchFamily="2" charset="2"/>
                  </a:rPr>
                  <a:t>   </a:t>
                </a:r>
              </a:p>
              <a:p>
                <a:pPr>
                  <a:spcAft>
                    <a:spcPts val="1200"/>
                  </a:spcAft>
                </a:pPr>
                <a:r>
                  <a:rPr lang="en-US" altLang="zh-CN" sz="2400" dirty="0">
                    <a:solidFill>
                      <a:srgbClr val="C00000"/>
                    </a:solidFill>
                    <a:latin typeface="微软雅黑" panose="020B0503020204020204" pitchFamily="34" charset="-122"/>
                    <a:ea typeface="微软雅黑" panose="020B0503020204020204" pitchFamily="34" charset="-122"/>
                  </a:rPr>
                  <a:t>②</a:t>
                </a:r>
                <a:r>
                  <a:rPr lang="en-US" altLang="zh-CN" sz="2400" dirty="0">
                    <a:solidFill>
                      <a:srgbClr val="C00000"/>
                    </a:solidFill>
                    <a:ea typeface="宋体" charset="0"/>
                    <a:sym typeface="Wingdings" panose="05000000000000000000" pitchFamily="2" charset="2"/>
                  </a:rPr>
                  <a:t> </a:t>
                </a:r>
                <a14:m>
                  <m:oMath xmlns:m="http://schemas.openxmlformats.org/officeDocument/2006/math">
                    <m:r>
                      <m:rPr>
                        <m:sty m:val="p"/>
                      </m:rPr>
                      <a:rPr lang="en-US" altLang="zh-CN" sz="2400" b="0" i="0" smtClean="0">
                        <a:solidFill>
                          <a:srgbClr val="C00000"/>
                        </a:solidFill>
                        <a:latin typeface="Cambria Math" panose="02040503050406030204" pitchFamily="18" charset="0"/>
                        <a:ea typeface="宋体" charset="0"/>
                      </a:rPr>
                      <m:t>A</m:t>
                    </m:r>
                    <m:r>
                      <a:rPr lang="en-US" altLang="zh-CN" sz="2400" b="0" i="0" smtClean="0">
                        <a:solidFill>
                          <a:srgbClr val="C00000"/>
                        </a:solidFill>
                        <a:latin typeface="Cambria Math" panose="02040503050406030204" pitchFamily="18" charset="0"/>
                        <a:ea typeface="宋体" charset="0"/>
                      </a:rPr>
                      <m:t>+</m:t>
                    </m:r>
                    <m:r>
                      <m:rPr>
                        <m:sty m:val="p"/>
                      </m:rPr>
                      <a:rPr lang="en-US" altLang="zh-CN" sz="2400" i="0">
                        <a:solidFill>
                          <a:srgbClr val="C00000"/>
                        </a:solidFill>
                        <a:latin typeface="Cambria Math" panose="02040503050406030204" pitchFamily="18" charset="0"/>
                        <a:ea typeface="宋体" charset="0"/>
                      </a:rPr>
                      <m:t>AB</m:t>
                    </m:r>
                    <m:r>
                      <a:rPr lang="en-US" altLang="zh-CN" sz="2400" i="0">
                        <a:solidFill>
                          <a:srgbClr val="C00000"/>
                        </a:solidFill>
                        <a:latin typeface="Cambria Math" panose="02040503050406030204" pitchFamily="18" charset="0"/>
                        <a:ea typeface="宋体" charset="0"/>
                      </a:rPr>
                      <m:t>=</m:t>
                    </m:r>
                    <m:r>
                      <m:rPr>
                        <m:sty m:val="p"/>
                      </m:rPr>
                      <a:rPr lang="en-US" altLang="zh-CN" sz="2400" i="0">
                        <a:solidFill>
                          <a:srgbClr val="C00000"/>
                        </a:solidFill>
                        <a:latin typeface="Cambria Math" panose="02040503050406030204" pitchFamily="18" charset="0"/>
                        <a:ea typeface="宋体" charset="0"/>
                      </a:rPr>
                      <m:t>A</m:t>
                    </m:r>
                  </m:oMath>
                </a14:m>
                <a:r>
                  <a:rPr lang="en-US" altLang="zh-CN" sz="2400" dirty="0">
                    <a:solidFill>
                      <a:srgbClr val="C00000"/>
                    </a:solidFill>
                    <a:latin typeface="微软雅黑" panose="020B0503020204020204" pitchFamily="34" charset="-122"/>
                    <a:ea typeface="微软雅黑" panose="020B0503020204020204" pitchFamily="34" charset="-122"/>
                  </a:rPr>
                  <a:t>   </a:t>
                </a:r>
              </a:p>
              <a:p>
                <a:pPr>
                  <a:spcAft>
                    <a:spcPts val="1200"/>
                  </a:spcAft>
                </a:pPr>
                <a:r>
                  <a:rPr lang="en-US" altLang="zh-CN" sz="2400" dirty="0">
                    <a:solidFill>
                      <a:srgbClr val="C00000"/>
                    </a:solidFill>
                    <a:latin typeface="微软雅黑" panose="020B0503020204020204" pitchFamily="34" charset="-122"/>
                    <a:ea typeface="微软雅黑" panose="020B0503020204020204" pitchFamily="34" charset="-122"/>
                  </a:rPr>
                  <a:t>③</a:t>
                </a:r>
                <a:r>
                  <a:rPr lang="en-US" altLang="zh-CN" sz="2400" dirty="0">
                    <a:solidFill>
                      <a:srgbClr val="C00000"/>
                    </a:solidFill>
                    <a:ea typeface="宋体" charset="0"/>
                    <a:sym typeface="Wingdings" panose="05000000000000000000" pitchFamily="2" charset="2"/>
                  </a:rPr>
                  <a:t> </a:t>
                </a:r>
                <a14:m>
                  <m:oMath xmlns:m="http://schemas.openxmlformats.org/officeDocument/2006/math">
                    <m:r>
                      <m:rPr>
                        <m:sty m:val="p"/>
                      </m:rPr>
                      <a:rPr lang="en-US" altLang="zh-CN" sz="2400">
                        <a:solidFill>
                          <a:srgbClr val="C00000"/>
                        </a:solidFill>
                        <a:latin typeface="Cambria Math" panose="02040503050406030204" pitchFamily="18" charset="0"/>
                        <a:ea typeface="宋体" charset="0"/>
                      </a:rPr>
                      <m:t>A</m:t>
                    </m:r>
                    <m:r>
                      <a:rPr lang="en-US" altLang="zh-CN" sz="2400">
                        <a:solidFill>
                          <a:srgbClr val="C00000"/>
                        </a:solidFill>
                        <a:latin typeface="Cambria Math" panose="02040503050406030204" pitchFamily="18" charset="0"/>
                        <a:ea typeface="宋体" charset="0"/>
                      </a:rPr>
                      <m:t>+</m:t>
                    </m:r>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a:solidFill>
                              <a:srgbClr val="C00000"/>
                            </a:solidFill>
                            <a:latin typeface="Cambria Math" panose="02040503050406030204" pitchFamily="18" charset="0"/>
                            <a:ea typeface="宋体" charset="0"/>
                          </a:rPr>
                          <m:t>A</m:t>
                        </m:r>
                      </m:e>
                    </m:acc>
                    <m:r>
                      <m:rPr>
                        <m:sty m:val="p"/>
                      </m:rPr>
                      <a:rPr lang="en-US" altLang="zh-CN" sz="2400">
                        <a:solidFill>
                          <a:srgbClr val="C00000"/>
                        </a:solidFill>
                        <a:latin typeface="Cambria Math" panose="02040503050406030204" pitchFamily="18" charset="0"/>
                        <a:ea typeface="宋体" charset="0"/>
                      </a:rPr>
                      <m:t>B</m:t>
                    </m:r>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A</m:t>
                    </m:r>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B</m:t>
                    </m:r>
                  </m:oMath>
                </a14:m>
                <a:r>
                  <a:rPr lang="en-US" altLang="zh-CN" sz="2400" dirty="0">
                    <a:solidFill>
                      <a:srgbClr val="C00000"/>
                    </a:solidFill>
                    <a:latin typeface="微软雅黑" panose="020B0503020204020204" pitchFamily="34" charset="-122"/>
                    <a:ea typeface="微软雅黑" panose="020B0503020204020204" pitchFamily="34" charset="-122"/>
                  </a:rPr>
                  <a:t> </a:t>
                </a:r>
              </a:p>
              <a:p>
                <a:pPr>
                  <a:spcAft>
                    <a:spcPts val="1200"/>
                  </a:spcAft>
                </a:pPr>
                <a:r>
                  <a:rPr lang="en-US" altLang="zh-CN" sz="2400" dirty="0">
                    <a:solidFill>
                      <a:srgbClr val="C00000"/>
                    </a:solidFill>
                    <a:latin typeface="微软雅黑" panose="020B0503020204020204" pitchFamily="34" charset="-122"/>
                    <a:ea typeface="微软雅黑" panose="020B0503020204020204" pitchFamily="34" charset="-122"/>
                  </a:rPr>
                  <a:t>④</a:t>
                </a:r>
                <a:r>
                  <a:rPr lang="en-US" altLang="zh-CN" sz="2400" dirty="0">
                    <a:solidFill>
                      <a:srgbClr val="C00000"/>
                    </a:solidFill>
                    <a:ea typeface="宋体" charset="0"/>
                  </a:rPr>
                  <a:t> </a:t>
                </a:r>
                <a14:m>
                  <m:oMath xmlns:m="http://schemas.openxmlformats.org/officeDocument/2006/math">
                    <m:r>
                      <m:rPr>
                        <m:sty m:val="p"/>
                      </m:rPr>
                      <a:rPr lang="en-US" altLang="zh-CN" sz="2400">
                        <a:solidFill>
                          <a:srgbClr val="C00000"/>
                        </a:solidFill>
                        <a:latin typeface="Cambria Math" panose="02040503050406030204" pitchFamily="18" charset="0"/>
                        <a:ea typeface="宋体" charset="0"/>
                      </a:rPr>
                      <m:t>AB</m:t>
                    </m:r>
                    <m:r>
                      <a:rPr lang="en-US" altLang="zh-CN" sz="2400">
                        <a:solidFill>
                          <a:srgbClr val="C00000"/>
                        </a:solidFill>
                        <a:latin typeface="Cambria Math" panose="02040503050406030204" pitchFamily="18" charset="0"/>
                        <a:ea typeface="宋体" charset="0"/>
                      </a:rPr>
                      <m:t>+</m:t>
                    </m:r>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a:solidFill>
                              <a:srgbClr val="C00000"/>
                            </a:solidFill>
                            <a:latin typeface="Cambria Math" panose="02040503050406030204" pitchFamily="18" charset="0"/>
                            <a:ea typeface="宋体" charset="0"/>
                          </a:rPr>
                          <m:t>A</m:t>
                        </m:r>
                      </m:e>
                    </m:acc>
                    <m:r>
                      <m:rPr>
                        <m:sty m:val="p"/>
                      </m:rPr>
                      <a:rPr lang="en-US" altLang="zh-CN" sz="2400">
                        <a:solidFill>
                          <a:srgbClr val="C00000"/>
                        </a:solidFill>
                        <a:latin typeface="Cambria Math" panose="02040503050406030204" pitchFamily="18" charset="0"/>
                        <a:ea typeface="宋体" charset="0"/>
                      </a:rPr>
                      <m:t>C</m:t>
                    </m:r>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BC</m:t>
                    </m:r>
                    <m:r>
                      <a:rPr lang="en-US" altLang="zh-CN" sz="2400">
                        <a:solidFill>
                          <a:srgbClr val="C00000"/>
                        </a:solidFill>
                        <a:latin typeface="Cambria Math" panose="02040503050406030204" pitchFamily="18" charset="0"/>
                        <a:ea typeface="宋体" charset="0"/>
                      </a:rPr>
                      <m:t>=</m:t>
                    </m:r>
                    <m:r>
                      <m:rPr>
                        <m:sty m:val="p"/>
                      </m:rPr>
                      <a:rPr lang="en-US" altLang="zh-CN" sz="2400">
                        <a:solidFill>
                          <a:srgbClr val="C00000"/>
                        </a:solidFill>
                        <a:latin typeface="Cambria Math" panose="02040503050406030204" pitchFamily="18" charset="0"/>
                        <a:ea typeface="宋体" charset="0"/>
                      </a:rPr>
                      <m:t>AB</m:t>
                    </m:r>
                    <m:r>
                      <a:rPr lang="en-US" altLang="zh-CN" sz="2400">
                        <a:solidFill>
                          <a:srgbClr val="C00000"/>
                        </a:solidFill>
                        <a:latin typeface="Cambria Math" panose="02040503050406030204" pitchFamily="18" charset="0"/>
                        <a:ea typeface="宋体" charset="0"/>
                      </a:rPr>
                      <m:t>+</m:t>
                    </m:r>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a:solidFill>
                              <a:srgbClr val="C00000"/>
                            </a:solidFill>
                            <a:latin typeface="Cambria Math" panose="02040503050406030204" pitchFamily="18" charset="0"/>
                            <a:ea typeface="宋体" charset="0"/>
                          </a:rPr>
                          <m:t>A</m:t>
                        </m:r>
                      </m:e>
                    </m:acc>
                    <m:r>
                      <m:rPr>
                        <m:sty m:val="p"/>
                      </m:rPr>
                      <a:rPr lang="en-US" altLang="zh-CN" sz="2400">
                        <a:solidFill>
                          <a:srgbClr val="C00000"/>
                        </a:solidFill>
                        <a:latin typeface="Cambria Math" panose="02040503050406030204" pitchFamily="18" charset="0"/>
                        <a:ea typeface="宋体" charset="0"/>
                      </a:rPr>
                      <m:t>C</m:t>
                    </m:r>
                  </m:oMath>
                </a14:m>
                <a:r>
                  <a:rPr lang="en-US" altLang="zh-CN" sz="2400" dirty="0">
                    <a:solidFill>
                      <a:srgbClr val="C00000"/>
                    </a:solidFill>
                    <a:latin typeface="微软雅黑" panose="020B0503020204020204" pitchFamily="34" charset="-122"/>
                    <a:ea typeface="微软雅黑" panose="020B0503020204020204" pitchFamily="34" charset="-122"/>
                  </a:rPr>
                  <a:t> </a:t>
                </a:r>
              </a:p>
            </p:txBody>
          </p:sp>
        </mc:Choice>
        <mc:Fallback xmlns="">
          <p:sp>
            <p:nvSpPr>
              <p:cNvPr id="12" name="文本框 11">
                <a:extLst>
                  <a:ext uri="{FF2B5EF4-FFF2-40B4-BE49-F238E27FC236}">
                    <a16:creationId xmlns:a16="http://schemas.microsoft.com/office/drawing/2014/main" id="{FEA953F3-7E35-5A40-CE20-FD2490116669}"/>
                  </a:ext>
                </a:extLst>
              </p:cNvPr>
              <p:cNvSpPr txBox="1">
                <a:spLocks noRot="1" noChangeAspect="1" noMove="1" noResize="1" noEditPoints="1" noAdjustHandles="1" noChangeArrowheads="1" noChangeShapeType="1" noTextEdit="1"/>
              </p:cNvSpPr>
              <p:nvPr/>
            </p:nvSpPr>
            <p:spPr>
              <a:xfrm>
                <a:off x="8136000" y="649006"/>
                <a:ext cx="3909852" cy="2032864"/>
              </a:xfrm>
              <a:prstGeom prst="rect">
                <a:avLst/>
              </a:prstGeom>
              <a:blipFill>
                <a:blip r:embed="rId4"/>
                <a:stretch>
                  <a:fillRect l="-2496" t="-2695" r="-7176" b="-5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8B1FE7A-3B66-7A17-C604-B268643AF8FE}"/>
                  </a:ext>
                </a:extLst>
              </p:cNvPr>
              <p:cNvSpPr txBox="1"/>
              <p:nvPr/>
            </p:nvSpPr>
            <p:spPr>
              <a:xfrm>
                <a:off x="360000" y="3240000"/>
                <a:ext cx="3511557" cy="585930"/>
              </a:xfrm>
              <a:prstGeom prst="rect">
                <a:avLst/>
              </a:prstGeom>
              <a:noFill/>
            </p:spPr>
            <p:txBody>
              <a:bodyPr wrap="square">
                <a:spAutoFit/>
              </a:bodyPr>
              <a:lstStyle/>
              <a:p>
                <a14:m>
                  <m:oMath xmlns:m="http://schemas.openxmlformats.org/officeDocument/2006/math">
                    <m:r>
                      <m:rPr>
                        <m:sty m:val="p"/>
                      </m:rPr>
                      <a:rPr lang="en-US" altLang="zh-CN" sz="3200" i="0" smtClean="0">
                        <a:solidFill>
                          <a:schemeClr val="accent5">
                            <a:lumMod val="75000"/>
                          </a:schemeClr>
                        </a:solidFill>
                        <a:latin typeface="Cambria Math" panose="02040503050406030204" pitchFamily="18" charset="0"/>
                        <a:ea typeface="宋体" charset="0"/>
                      </a:rPr>
                      <m:t>Y</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AB</m:t>
                    </m:r>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A</m:t>
                        </m:r>
                      </m:e>
                    </m:acc>
                    <m:r>
                      <m:rPr>
                        <m:sty m:val="p"/>
                      </m:rPr>
                      <a:rPr lang="en-US" altLang="zh-CN" sz="3200" i="0">
                        <a:solidFill>
                          <a:schemeClr val="accent5">
                            <a:lumMod val="75000"/>
                          </a:schemeClr>
                        </a:solidFill>
                        <a:latin typeface="Cambria Math" panose="02040503050406030204" pitchFamily="18" charset="0"/>
                        <a:ea typeface="宋体" charset="0"/>
                      </a:rPr>
                      <m:t>C</m:t>
                    </m:r>
                    <m:r>
                      <a:rPr lang="en-US" altLang="zh-CN" sz="3200" i="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e>
                    </m:acc>
                    <m:r>
                      <m:rPr>
                        <m:sty m:val="p"/>
                      </m:rPr>
                      <a:rPr lang="en-US" altLang="zh-CN" sz="3200" b="0" i="0" smtClean="0">
                        <a:solidFill>
                          <a:schemeClr val="accent5">
                            <a:lumMod val="75000"/>
                          </a:schemeClr>
                        </a:solidFill>
                        <a:latin typeface="Cambria Math" panose="02040503050406030204" pitchFamily="18" charset="0"/>
                        <a:ea typeface="宋体" charset="0"/>
                      </a:rPr>
                      <m:t>C</m:t>
                    </m:r>
                  </m:oMath>
                </a14:m>
                <a:r>
                  <a:rPr lang="zh-CN" altLang="en-US" sz="3200" dirty="0"/>
                  <a:t>   </a:t>
                </a:r>
              </a:p>
            </p:txBody>
          </p:sp>
        </mc:Choice>
        <mc:Fallback xmlns="">
          <p:sp>
            <p:nvSpPr>
              <p:cNvPr id="13" name="文本框 12">
                <a:extLst>
                  <a:ext uri="{FF2B5EF4-FFF2-40B4-BE49-F238E27FC236}">
                    <a16:creationId xmlns:a16="http://schemas.microsoft.com/office/drawing/2014/main" id="{98B1FE7A-3B66-7A17-C604-B268643AF8FE}"/>
                  </a:ext>
                </a:extLst>
              </p:cNvPr>
              <p:cNvSpPr txBox="1">
                <a:spLocks noRot="1" noChangeAspect="1" noMove="1" noResize="1" noEditPoints="1" noAdjustHandles="1" noChangeArrowheads="1" noChangeShapeType="1" noTextEdit="1"/>
              </p:cNvSpPr>
              <p:nvPr/>
            </p:nvSpPr>
            <p:spPr>
              <a:xfrm>
                <a:off x="360000" y="3240000"/>
                <a:ext cx="3511557" cy="58593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B7B956B-DF3E-7AC5-E251-34C056BE09EE}"/>
                  </a:ext>
                </a:extLst>
              </p:cNvPr>
              <p:cNvSpPr txBox="1"/>
              <p:nvPr/>
            </p:nvSpPr>
            <p:spPr>
              <a:xfrm>
                <a:off x="705600" y="3837600"/>
                <a:ext cx="3169032" cy="1569660"/>
              </a:xfrm>
              <a:prstGeom prst="rect">
                <a:avLst/>
              </a:prstGeom>
              <a:noFill/>
            </p:spPr>
            <p:txBody>
              <a:bodyPr wrap="square">
                <a:spAutoFit/>
              </a:bodyPr>
              <a:lstStyle/>
              <a:p>
                <a14:m>
                  <m:oMath xmlns:m="http://schemas.openxmlformats.org/officeDocument/2006/math">
                    <m:r>
                      <a:rPr lang="en-US" altLang="zh-CN" sz="3200" i="0" smtClean="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AB</m:t>
                    </m:r>
                    <m:r>
                      <a:rPr lang="en-US" altLang="zh-CN" sz="3200" i="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C</m:t>
                    </m:r>
                  </m:oMath>
                </a14:m>
                <a:r>
                  <a:rPr lang="zh-CN" altLang="en-US" sz="3200" dirty="0"/>
                  <a:t> </a:t>
                </a:r>
                <a:endParaRPr lang="en-US" altLang="zh-CN" sz="3200" dirty="0"/>
              </a:p>
              <a:p>
                <a14:m>
                  <m:oMath xmlns:m="http://schemas.openxmlformats.org/officeDocument/2006/math">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r>
                      <m:rPr>
                        <m:sty m:val="p"/>
                      </m:rPr>
                      <a:rPr lang="en-US" altLang="zh-CN" sz="3200" i="0">
                        <a:solidFill>
                          <a:schemeClr val="accent5">
                            <a:lumMod val="75000"/>
                          </a:schemeClr>
                        </a:solidFill>
                        <a:latin typeface="Cambria Math" panose="02040503050406030204" pitchFamily="18" charset="0"/>
                        <a:ea typeface="宋体" charset="0"/>
                      </a:rPr>
                      <m:t>B</m:t>
                    </m:r>
                    <m:r>
                      <a:rPr lang="en-US" altLang="zh-CN" sz="3200" i="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A</m:t>
                        </m:r>
                        <m:r>
                          <m:rPr>
                            <m:sty m:val="p"/>
                          </m:rPr>
                          <a:rPr lang="en-US" altLang="zh-CN" sz="3200" i="0">
                            <a:solidFill>
                              <a:schemeClr val="accent5">
                                <a:lumMod val="75000"/>
                              </a:schemeClr>
                            </a:solidFill>
                            <a:latin typeface="Cambria Math" panose="02040503050406030204" pitchFamily="18" charset="0"/>
                            <a:ea typeface="宋体" charset="0"/>
                          </a:rPr>
                          <m:t>B</m:t>
                        </m:r>
                      </m:e>
                    </m:acc>
                    <m:r>
                      <m:rPr>
                        <m:sty m:val="p"/>
                      </m:rPr>
                      <a:rPr lang="en-US" altLang="zh-CN" sz="3200" i="0">
                        <a:solidFill>
                          <a:schemeClr val="accent5">
                            <a:lumMod val="75000"/>
                          </a:schemeClr>
                        </a:solidFill>
                        <a:latin typeface="Cambria Math" panose="02040503050406030204" pitchFamily="18" charset="0"/>
                        <a:ea typeface="宋体" charset="0"/>
                      </a:rPr>
                      <m:t>C</m:t>
                    </m:r>
                  </m:oMath>
                </a14:m>
                <a:r>
                  <a:rPr lang="en-US" altLang="zh-CN" sz="3200" dirty="0"/>
                  <a:t> </a:t>
                </a:r>
              </a:p>
              <a:p>
                <a14:m>
                  <m:oMath xmlns:m="http://schemas.openxmlformats.org/officeDocument/2006/math">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r>
                      <m:rPr>
                        <m:sty m:val="p"/>
                      </m:rPr>
                      <a:rPr lang="en-US" altLang="zh-CN" sz="3200" i="0">
                        <a:solidFill>
                          <a:schemeClr val="accent5">
                            <a:lumMod val="75000"/>
                          </a:schemeClr>
                        </a:solidFill>
                        <a:latin typeface="Cambria Math" panose="02040503050406030204" pitchFamily="18" charset="0"/>
                        <a:ea typeface="宋体" charset="0"/>
                      </a:rPr>
                      <m:t>B</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C</m:t>
                    </m:r>
                  </m:oMath>
                </a14:m>
                <a:r>
                  <a:rPr lang="en-US" altLang="zh-CN" sz="3200" dirty="0"/>
                  <a:t> </a:t>
                </a:r>
              </a:p>
            </p:txBody>
          </p:sp>
        </mc:Choice>
        <mc:Fallback xmlns="">
          <p:sp>
            <p:nvSpPr>
              <p:cNvPr id="14" name="文本框 13">
                <a:extLst>
                  <a:ext uri="{FF2B5EF4-FFF2-40B4-BE49-F238E27FC236}">
                    <a16:creationId xmlns:a16="http://schemas.microsoft.com/office/drawing/2014/main" id="{2B7B956B-DF3E-7AC5-E251-34C056BE09EE}"/>
                  </a:ext>
                </a:extLst>
              </p:cNvPr>
              <p:cNvSpPr txBox="1">
                <a:spLocks noRot="1" noChangeAspect="1" noMove="1" noResize="1" noEditPoints="1" noAdjustHandles="1" noChangeArrowheads="1" noChangeShapeType="1" noTextEdit="1"/>
              </p:cNvSpPr>
              <p:nvPr/>
            </p:nvSpPr>
            <p:spPr>
              <a:xfrm>
                <a:off x="705600" y="3837600"/>
                <a:ext cx="3169032" cy="1569660"/>
              </a:xfrm>
              <a:prstGeom prst="rect">
                <a:avLst/>
              </a:prstGeom>
              <a:blipFill>
                <a:blip r:embed="rId6"/>
                <a:stretch>
                  <a:fillRect/>
                </a:stretch>
              </a:blipFill>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07F584F2-A2B8-4A9E-0213-0B7AFC266CAC}"/>
              </a:ext>
            </a:extLst>
          </p:cNvPr>
          <p:cNvCxnSpPr>
            <a:cxnSpLocks/>
          </p:cNvCxnSpPr>
          <p:nvPr/>
        </p:nvCxnSpPr>
        <p:spPr>
          <a:xfrm>
            <a:off x="1228479" y="1319224"/>
            <a:ext cx="47533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324CB13-25F6-59AB-0143-C68ED9E83C72}"/>
              </a:ext>
            </a:extLst>
          </p:cNvPr>
          <p:cNvCxnSpPr>
            <a:cxnSpLocks/>
          </p:cNvCxnSpPr>
          <p:nvPr/>
        </p:nvCxnSpPr>
        <p:spPr>
          <a:xfrm>
            <a:off x="2447679" y="1320925"/>
            <a:ext cx="45576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39BDFD3-7F30-EE03-AA34-754372719664}"/>
              </a:ext>
            </a:extLst>
          </p:cNvPr>
          <p:cNvCxnSpPr>
            <a:cxnSpLocks/>
          </p:cNvCxnSpPr>
          <p:nvPr/>
        </p:nvCxnSpPr>
        <p:spPr>
          <a:xfrm>
            <a:off x="4874494" y="1319224"/>
            <a:ext cx="50218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C276526-10CD-44DE-4861-FB90D10BDA7F}"/>
              </a:ext>
            </a:extLst>
          </p:cNvPr>
          <p:cNvCxnSpPr>
            <a:cxnSpLocks/>
          </p:cNvCxnSpPr>
          <p:nvPr/>
        </p:nvCxnSpPr>
        <p:spPr>
          <a:xfrm>
            <a:off x="1466736" y="1916124"/>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4F0820A-2BE1-F12C-AC75-003C66740184}"/>
              </a:ext>
            </a:extLst>
          </p:cNvPr>
          <p:cNvCxnSpPr>
            <a:cxnSpLocks/>
          </p:cNvCxnSpPr>
          <p:nvPr/>
        </p:nvCxnSpPr>
        <p:spPr>
          <a:xfrm>
            <a:off x="3685568" y="1916124"/>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C0F67ED-67C8-6045-EC33-EB6B63E0F174}"/>
              </a:ext>
            </a:extLst>
          </p:cNvPr>
          <p:cNvCxnSpPr>
            <a:cxnSpLocks/>
          </p:cNvCxnSpPr>
          <p:nvPr/>
        </p:nvCxnSpPr>
        <p:spPr>
          <a:xfrm>
            <a:off x="6089738" y="1319224"/>
            <a:ext cx="50218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C5600573-F8F0-C8A3-F3C0-B7D5A3537BA2}"/>
              </a:ext>
            </a:extLst>
          </p:cNvPr>
          <p:cNvSpPr txBox="1"/>
          <p:nvPr/>
        </p:nvSpPr>
        <p:spPr>
          <a:xfrm>
            <a:off x="6866587" y="857559"/>
            <a:ext cx="551350" cy="461665"/>
          </a:xfrm>
          <a:prstGeom prst="rect">
            <a:avLst/>
          </a:prstGeom>
          <a:noFill/>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①</a:t>
            </a:r>
            <a:endParaRPr lang="zh-CN" altLang="en-US" sz="2400" dirty="0"/>
          </a:p>
        </p:txBody>
      </p:sp>
      <p:sp>
        <p:nvSpPr>
          <p:cNvPr id="35" name="文本框 34">
            <a:extLst>
              <a:ext uri="{FF2B5EF4-FFF2-40B4-BE49-F238E27FC236}">
                <a16:creationId xmlns:a16="http://schemas.microsoft.com/office/drawing/2014/main" id="{2575498B-3959-94FC-C707-9D52D8E5654E}"/>
              </a:ext>
            </a:extLst>
          </p:cNvPr>
          <p:cNvSpPr txBox="1"/>
          <p:nvPr/>
        </p:nvSpPr>
        <p:spPr>
          <a:xfrm>
            <a:off x="4048854" y="1465096"/>
            <a:ext cx="551350" cy="461665"/>
          </a:xfrm>
          <a:prstGeom prst="rect">
            <a:avLst/>
          </a:prstGeom>
          <a:noFill/>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①</a:t>
            </a:r>
            <a:endParaRPr lang="zh-CN" altLang="en-US" sz="2400" dirty="0"/>
          </a:p>
        </p:txBody>
      </p:sp>
      <p:sp>
        <p:nvSpPr>
          <p:cNvPr id="36" name="文本框 35">
            <a:extLst>
              <a:ext uri="{FF2B5EF4-FFF2-40B4-BE49-F238E27FC236}">
                <a16:creationId xmlns:a16="http://schemas.microsoft.com/office/drawing/2014/main" id="{B94DB3A8-3B2F-A4A6-BEED-63AD30AC56BB}"/>
              </a:ext>
            </a:extLst>
          </p:cNvPr>
          <p:cNvSpPr txBox="1"/>
          <p:nvPr/>
        </p:nvSpPr>
        <p:spPr>
          <a:xfrm>
            <a:off x="2759788" y="1967927"/>
            <a:ext cx="551350" cy="461665"/>
          </a:xfrm>
          <a:prstGeom prst="rect">
            <a:avLst/>
          </a:prstGeom>
          <a:noFill/>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③</a:t>
            </a:r>
            <a:endParaRPr lang="zh-CN" altLang="en-US" sz="2400" dirty="0"/>
          </a:p>
        </p:txBody>
      </p:sp>
      <p:cxnSp>
        <p:nvCxnSpPr>
          <p:cNvPr id="37" name="直接连接符 36">
            <a:extLst>
              <a:ext uri="{FF2B5EF4-FFF2-40B4-BE49-F238E27FC236}">
                <a16:creationId xmlns:a16="http://schemas.microsoft.com/office/drawing/2014/main" id="{0E3C04AE-BB9A-1DE5-238B-0B213BFFA9FF}"/>
              </a:ext>
            </a:extLst>
          </p:cNvPr>
          <p:cNvCxnSpPr>
            <a:cxnSpLocks/>
          </p:cNvCxnSpPr>
          <p:nvPr/>
        </p:nvCxnSpPr>
        <p:spPr>
          <a:xfrm>
            <a:off x="1229067" y="2404961"/>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4746584-A2F6-B7BB-D156-F3C62D07AA4B}"/>
              </a:ext>
            </a:extLst>
          </p:cNvPr>
          <p:cNvCxnSpPr>
            <a:cxnSpLocks/>
          </p:cNvCxnSpPr>
          <p:nvPr/>
        </p:nvCxnSpPr>
        <p:spPr>
          <a:xfrm>
            <a:off x="2216278" y="2404961"/>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904A8A7E-E2AE-1799-AFB6-41CEB573627E}"/>
              </a:ext>
            </a:extLst>
          </p:cNvPr>
          <p:cNvCxnSpPr>
            <a:cxnSpLocks/>
          </p:cNvCxnSpPr>
          <p:nvPr/>
        </p:nvCxnSpPr>
        <p:spPr>
          <a:xfrm>
            <a:off x="2156640" y="4840368"/>
            <a:ext cx="56902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9BBFFD2-A3C7-7E93-03EC-B353A998EFD1}"/>
              </a:ext>
            </a:extLst>
          </p:cNvPr>
          <p:cNvCxnSpPr>
            <a:cxnSpLocks/>
          </p:cNvCxnSpPr>
          <p:nvPr/>
        </p:nvCxnSpPr>
        <p:spPr>
          <a:xfrm>
            <a:off x="1175497" y="4840368"/>
            <a:ext cx="56902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D127BF9-EE2A-2953-B572-9145C8321FBF}"/>
              </a:ext>
            </a:extLst>
          </p:cNvPr>
          <p:cNvCxnSpPr>
            <a:cxnSpLocks/>
          </p:cNvCxnSpPr>
          <p:nvPr/>
        </p:nvCxnSpPr>
        <p:spPr>
          <a:xfrm>
            <a:off x="2463633" y="3779364"/>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41594E06-D613-F815-3FF0-F556EBB8ED87}"/>
              </a:ext>
            </a:extLst>
          </p:cNvPr>
          <p:cNvCxnSpPr>
            <a:cxnSpLocks/>
          </p:cNvCxnSpPr>
          <p:nvPr/>
        </p:nvCxnSpPr>
        <p:spPr>
          <a:xfrm>
            <a:off x="3416254" y="3779364"/>
            <a:ext cx="22650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1A92F83E-4C2C-93E3-78DC-DB666A634EA7}"/>
              </a:ext>
            </a:extLst>
          </p:cNvPr>
          <p:cNvSpPr txBox="1"/>
          <p:nvPr/>
        </p:nvSpPr>
        <p:spPr>
          <a:xfrm>
            <a:off x="2996690" y="4378703"/>
            <a:ext cx="551350" cy="461665"/>
          </a:xfrm>
          <a:prstGeom prst="rect">
            <a:avLst/>
          </a:prstGeom>
          <a:noFill/>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③</a:t>
            </a:r>
            <a:endParaRPr lang="zh-CN" altLang="en-US" sz="2400" dirty="0"/>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23F7D023-E52F-9085-1984-7DF4DF00E1D3}"/>
                  </a:ext>
                </a:extLst>
              </p:cNvPr>
              <p:cNvSpPr txBox="1"/>
              <p:nvPr/>
            </p:nvSpPr>
            <p:spPr>
              <a:xfrm>
                <a:off x="3741562" y="3846605"/>
                <a:ext cx="2158940" cy="5606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rgbClr val="C00000"/>
                              </a:solidFill>
                              <a:latin typeface="Cambria Math" panose="02040503050406030204" pitchFamily="18" charset="0"/>
                              <a:ea typeface="宋体" charset="0"/>
                            </a:rPr>
                          </m:ctrlPr>
                        </m:accPr>
                        <m:e>
                          <m:acc>
                            <m:accPr>
                              <m:chr m:val="̅"/>
                              <m:ctrlPr>
                                <a:rPr lang="en-US" altLang="zh-CN" sz="2400" i="1">
                                  <a:solidFill>
                                    <a:srgbClr val="C00000"/>
                                  </a:solidFill>
                                  <a:latin typeface="Cambria Math" panose="02040503050406030204" pitchFamily="18" charset="0"/>
                                  <a:ea typeface="宋体" charset="0"/>
                                </a:rPr>
                              </m:ctrlPr>
                            </m:accPr>
                            <m:e>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i="0">
                                      <a:solidFill>
                                        <a:srgbClr val="C00000"/>
                                      </a:solidFill>
                                      <a:latin typeface="Cambria Math" panose="02040503050406030204" pitchFamily="18" charset="0"/>
                                      <a:ea typeface="宋体" charset="0"/>
                                    </a:rPr>
                                    <m:t>A</m:t>
                                  </m:r>
                                </m:e>
                              </m:acc>
                              <m:r>
                                <a:rPr lang="en-US" altLang="zh-CN" sz="2400" i="0">
                                  <a:solidFill>
                                    <a:srgbClr val="C00000"/>
                                  </a:solidFill>
                                  <a:latin typeface="Cambria Math" panose="02040503050406030204" pitchFamily="18" charset="0"/>
                                  <a:ea typeface="宋体" charset="0"/>
                                </a:rPr>
                                <m:t>+</m:t>
                              </m:r>
                              <m:acc>
                                <m:accPr>
                                  <m:chr m:val="̅"/>
                                  <m:ctrlPr>
                                    <a:rPr lang="en-US" altLang="zh-CN" sz="2400" i="1">
                                      <a:solidFill>
                                        <a:srgbClr val="C00000"/>
                                      </a:solidFill>
                                      <a:latin typeface="Cambria Math" panose="02040503050406030204" pitchFamily="18" charset="0"/>
                                      <a:ea typeface="宋体" charset="0"/>
                                    </a:rPr>
                                  </m:ctrlPr>
                                </m:accPr>
                                <m:e>
                                  <m:r>
                                    <m:rPr>
                                      <m:sty m:val="p"/>
                                    </m:rPr>
                                    <a:rPr lang="en-US" altLang="zh-CN" sz="2400" i="0">
                                      <a:solidFill>
                                        <a:srgbClr val="C00000"/>
                                      </a:solidFill>
                                      <a:latin typeface="Cambria Math" panose="02040503050406030204" pitchFamily="18" charset="0"/>
                                      <a:ea typeface="宋体" charset="0"/>
                                    </a:rPr>
                                    <m:t>B</m:t>
                                  </m:r>
                                </m:e>
                              </m:acc>
                            </m:e>
                          </m:acc>
                        </m:e>
                      </m:acc>
                      <m:r>
                        <a:rPr lang="en-US" altLang="zh-CN" sz="2400" b="0" i="0" smtClean="0">
                          <a:solidFill>
                            <a:srgbClr val="C00000"/>
                          </a:solidFill>
                          <a:latin typeface="Cambria Math" panose="02040503050406030204" pitchFamily="18" charset="0"/>
                          <a:ea typeface="宋体" charset="0"/>
                        </a:rPr>
                        <m:t>=</m:t>
                      </m:r>
                      <m:acc>
                        <m:accPr>
                          <m:chr m:val="̅"/>
                          <m:ctrlPr>
                            <a:rPr lang="en-US" altLang="zh-CN" sz="2400" b="0" i="1" smtClean="0">
                              <a:solidFill>
                                <a:srgbClr val="C00000"/>
                              </a:solidFill>
                              <a:latin typeface="Cambria Math" panose="02040503050406030204" pitchFamily="18" charset="0"/>
                              <a:ea typeface="宋体" charset="0"/>
                            </a:rPr>
                          </m:ctrlPr>
                        </m:accPr>
                        <m:e>
                          <m:r>
                            <m:rPr>
                              <m:sty m:val="p"/>
                            </m:rPr>
                            <a:rPr lang="en-US" altLang="zh-CN" sz="2400" b="0" i="0" smtClean="0">
                              <a:solidFill>
                                <a:srgbClr val="C00000"/>
                              </a:solidFill>
                              <a:latin typeface="Cambria Math" panose="02040503050406030204" pitchFamily="18" charset="0"/>
                              <a:ea typeface="宋体" charset="0"/>
                            </a:rPr>
                            <m:t>AB</m:t>
                          </m:r>
                        </m:e>
                      </m:acc>
                    </m:oMath>
                  </m:oMathPara>
                </a14:m>
                <a:endParaRPr lang="zh-CN" altLang="en-US" sz="2400" dirty="0"/>
              </a:p>
            </p:txBody>
          </p:sp>
        </mc:Choice>
        <mc:Fallback xmlns="">
          <p:sp>
            <p:nvSpPr>
              <p:cNvPr id="48" name="文本框 47">
                <a:extLst>
                  <a:ext uri="{FF2B5EF4-FFF2-40B4-BE49-F238E27FC236}">
                    <a16:creationId xmlns:a16="http://schemas.microsoft.com/office/drawing/2014/main" id="{23F7D023-E52F-9085-1984-7DF4DF00E1D3}"/>
                  </a:ext>
                </a:extLst>
              </p:cNvPr>
              <p:cNvSpPr txBox="1">
                <a:spLocks noRot="1" noChangeAspect="1" noMove="1" noResize="1" noEditPoints="1" noAdjustHandles="1" noChangeArrowheads="1" noChangeShapeType="1" noTextEdit="1"/>
              </p:cNvSpPr>
              <p:nvPr/>
            </p:nvSpPr>
            <p:spPr>
              <a:xfrm>
                <a:off x="3741562" y="3846605"/>
                <a:ext cx="2158940" cy="56066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928CA29C-33CB-103F-E04E-8564E0DCAD25}"/>
                  </a:ext>
                </a:extLst>
              </p:cNvPr>
              <p:cNvSpPr txBox="1"/>
              <p:nvPr/>
            </p:nvSpPr>
            <p:spPr>
              <a:xfrm>
                <a:off x="5997600" y="3240000"/>
                <a:ext cx="4030584" cy="585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3200" i="0" smtClean="0">
                          <a:solidFill>
                            <a:schemeClr val="accent5">
                              <a:lumMod val="75000"/>
                            </a:schemeClr>
                          </a:solidFill>
                          <a:latin typeface="Cambria Math" panose="02040503050406030204" pitchFamily="18" charset="0"/>
                          <a:ea typeface="宋体" charset="0"/>
                        </a:rPr>
                        <m:t>Y</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r>
                        <m:rPr>
                          <m:sty m:val="p"/>
                        </m:rPr>
                        <a:rPr lang="en-US" altLang="zh-CN" sz="3200" b="0" i="0" smtClean="0">
                          <a:solidFill>
                            <a:schemeClr val="accent5">
                              <a:lumMod val="75000"/>
                            </a:schemeClr>
                          </a:solidFill>
                          <a:latin typeface="Cambria Math" panose="02040503050406030204" pitchFamily="18" charset="0"/>
                          <a:ea typeface="宋体" charset="0"/>
                        </a:rPr>
                        <m:t>C</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e>
                      </m:acc>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C</m:t>
                          </m:r>
                        </m:e>
                      </m:acc>
                    </m:oMath>
                  </m:oMathPara>
                </a14:m>
                <a:endParaRPr lang="zh-CN" altLang="en-US" sz="3200" dirty="0"/>
              </a:p>
            </p:txBody>
          </p:sp>
        </mc:Choice>
        <mc:Fallback xmlns="">
          <p:sp>
            <p:nvSpPr>
              <p:cNvPr id="49" name="文本框 48">
                <a:extLst>
                  <a:ext uri="{FF2B5EF4-FFF2-40B4-BE49-F238E27FC236}">
                    <a16:creationId xmlns:a16="http://schemas.microsoft.com/office/drawing/2014/main" id="{928CA29C-33CB-103F-E04E-8564E0DCAD25}"/>
                  </a:ext>
                </a:extLst>
              </p:cNvPr>
              <p:cNvSpPr txBox="1">
                <a:spLocks noRot="1" noChangeAspect="1" noMove="1" noResize="1" noEditPoints="1" noAdjustHandles="1" noChangeArrowheads="1" noChangeShapeType="1" noTextEdit="1"/>
              </p:cNvSpPr>
              <p:nvPr/>
            </p:nvSpPr>
            <p:spPr>
              <a:xfrm>
                <a:off x="5997600" y="3240000"/>
                <a:ext cx="4030584" cy="58593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DB591941-DAA0-AF38-924D-35824B7A979F}"/>
                  </a:ext>
                </a:extLst>
              </p:cNvPr>
              <p:cNvSpPr txBox="1"/>
              <p:nvPr/>
            </p:nvSpPr>
            <p:spPr>
              <a:xfrm>
                <a:off x="6427339" y="3837600"/>
                <a:ext cx="4696446" cy="2559162"/>
              </a:xfrm>
              <a:prstGeom prst="rect">
                <a:avLst/>
              </a:prstGeom>
              <a:noFill/>
            </p:spPr>
            <p:txBody>
              <a:bodyPr wrap="square">
                <a:spAutoFit/>
              </a:bodyPr>
              <a:lstStyle/>
              <a:p>
                <a14:m>
                  <m:oMath xmlns:m="http://schemas.openxmlformats.org/officeDocument/2006/math">
                    <m:r>
                      <a:rPr lang="en-US" altLang="zh-CN" sz="3200" i="0" smtClean="0">
                        <a:solidFill>
                          <a:schemeClr val="accent5">
                            <a:lumMod val="75000"/>
                          </a:schemeClr>
                        </a:solidFill>
                        <a:latin typeface="Cambria Math" panose="02040503050406030204" pitchFamily="18" charset="0"/>
                        <a:ea typeface="宋体" charset="0"/>
                      </a:rPr>
                      <m:t>=</m:t>
                    </m:r>
                    <m:r>
                      <m:rPr>
                        <m:sty m:val="p"/>
                      </m:rPr>
                      <a:rPr lang="en-US" altLang="zh-CN" sz="3200" i="0">
                        <a:solidFill>
                          <a:schemeClr val="accent5">
                            <a:lumMod val="75000"/>
                          </a:schemeClr>
                        </a:solidFill>
                        <a:latin typeface="Cambria Math" panose="02040503050406030204" pitchFamily="18" charset="0"/>
                        <a:ea typeface="宋体" charset="0"/>
                      </a:rPr>
                      <m:t>A</m:t>
                    </m:r>
                    <m:r>
                      <m:rPr>
                        <m:sty m:val="p"/>
                      </m:rPr>
                      <a:rPr lang="en-US" altLang="zh-CN" sz="3200" b="0" i="0" smtClean="0">
                        <a:solidFill>
                          <a:schemeClr val="accent5">
                            <a:lumMod val="75000"/>
                          </a:schemeClr>
                        </a:solidFill>
                        <a:latin typeface="Cambria Math" panose="02040503050406030204" pitchFamily="18" charset="0"/>
                        <a:ea typeface="宋体" charset="0"/>
                      </a:rPr>
                      <m:t>C</m:t>
                    </m:r>
                    <m:r>
                      <a:rPr lang="en-US" altLang="zh-CN" sz="3200" i="1"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C</m:t>
                        </m:r>
                      </m:e>
                    </m:acc>
                  </m:oMath>
                </a14:m>
                <a:r>
                  <a:rPr lang="en-US" altLang="zh-CN" sz="3200" dirty="0"/>
                  <a:t> </a:t>
                </a:r>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AC</m:t>
                    </m:r>
                    <m:r>
                      <a:rPr lang="en-US" altLang="zh-CN" sz="3200" i="1">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b="0" i="1"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C</m:t>
                    </m:r>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r>
                      <a:rPr lang="en-US" altLang="zh-CN" sz="3200" b="0" i="1" smtClean="0">
                        <a:solidFill>
                          <a:schemeClr val="accent5">
                            <a:lumMod val="75000"/>
                          </a:schemeClr>
                        </a:solidFill>
                        <a:latin typeface="Cambria Math" panose="02040503050406030204" pitchFamily="18" charset="0"/>
                        <a:ea typeface="宋体" charset="0"/>
                      </a:rPr>
                      <m:t>)</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r>
                  <a:rPr lang="en-US" altLang="zh-CN" sz="3200" dirty="0"/>
                  <a:t>  </a:t>
                </a:r>
              </a:p>
              <a:p>
                <a14:m>
                  <m:oMath xmlns:m="http://schemas.openxmlformats.org/officeDocument/2006/math">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AC</m:t>
                    </m:r>
                    <m:r>
                      <a:rPr lang="en-US" altLang="zh-CN" sz="3200" i="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m:rPr>
                        <m:sty m:val="p"/>
                      </m:rPr>
                      <a:rPr lang="en-US" altLang="zh-CN" sz="3200">
                        <a:solidFill>
                          <a:schemeClr val="accent5">
                            <a:lumMod val="75000"/>
                          </a:schemeClr>
                        </a:solidFill>
                        <a:latin typeface="Cambria Math" panose="02040503050406030204" pitchFamily="18" charset="0"/>
                        <a:ea typeface="宋体" charset="0"/>
                      </a:rPr>
                      <m:t>C</m:t>
                    </m:r>
                    <m:r>
                      <a:rPr lang="en-US" altLang="zh-CN" sz="3200" b="0" i="1"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r>
                  <a:rPr lang="en-US" altLang="zh-CN" sz="3200" dirty="0"/>
                  <a:t> </a:t>
                </a:r>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AC</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b="0" i="1"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r>
                  <a:rPr lang="en-US" altLang="zh-CN" sz="3200" dirty="0"/>
                  <a:t> </a:t>
                </a:r>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AC</m:t>
                    </m:r>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C</m:t>
                        </m:r>
                      </m:e>
                    </m:acc>
                  </m:oMath>
                </a14:m>
                <a:r>
                  <a:rPr lang="en-US" altLang="zh-CN" sz="3200" dirty="0"/>
                  <a:t>  </a:t>
                </a:r>
              </a:p>
            </p:txBody>
          </p:sp>
        </mc:Choice>
        <mc:Fallback xmlns="">
          <p:sp>
            <p:nvSpPr>
              <p:cNvPr id="50" name="文本框 49">
                <a:extLst>
                  <a:ext uri="{FF2B5EF4-FFF2-40B4-BE49-F238E27FC236}">
                    <a16:creationId xmlns:a16="http://schemas.microsoft.com/office/drawing/2014/main" id="{DB591941-DAA0-AF38-924D-35824B7A979F}"/>
                  </a:ext>
                </a:extLst>
              </p:cNvPr>
              <p:cNvSpPr txBox="1">
                <a:spLocks noRot="1" noChangeAspect="1" noMove="1" noResize="1" noEditPoints="1" noAdjustHandles="1" noChangeArrowheads="1" noChangeShapeType="1" noTextEdit="1"/>
              </p:cNvSpPr>
              <p:nvPr/>
            </p:nvSpPr>
            <p:spPr>
              <a:xfrm>
                <a:off x="6427339" y="3837600"/>
                <a:ext cx="4696446" cy="2559162"/>
              </a:xfrm>
              <a:prstGeom prst="rect">
                <a:avLst/>
              </a:prstGeom>
              <a:blipFill>
                <a:blip r:embed="rId9"/>
                <a:stretch>
                  <a:fillRect/>
                </a:stretch>
              </a:blipFill>
            </p:spPr>
            <p:txBody>
              <a:bodyPr/>
              <a:lstStyle/>
              <a:p>
                <a:r>
                  <a:rPr lang="zh-CN" altLang="en-US">
                    <a:noFill/>
                  </a:rPr>
                  <a:t> </a:t>
                </a:r>
              </a:p>
            </p:txBody>
          </p:sp>
        </mc:Fallback>
      </mc:AlternateContent>
      <p:sp>
        <p:nvSpPr>
          <p:cNvPr id="52" name="文本框 51">
            <a:extLst>
              <a:ext uri="{FF2B5EF4-FFF2-40B4-BE49-F238E27FC236}">
                <a16:creationId xmlns:a16="http://schemas.microsoft.com/office/drawing/2014/main" id="{63E9A3A5-3A7B-5201-6AD1-C5ECD45431B4}"/>
              </a:ext>
            </a:extLst>
          </p:cNvPr>
          <p:cNvSpPr txBox="1"/>
          <p:nvPr/>
        </p:nvSpPr>
        <p:spPr>
          <a:xfrm>
            <a:off x="9468000" y="5364000"/>
            <a:ext cx="551350" cy="461665"/>
          </a:xfrm>
          <a:prstGeom prst="rect">
            <a:avLst/>
          </a:prstGeom>
          <a:noFill/>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rPr>
              <a:t>④</a:t>
            </a:r>
            <a:endParaRPr lang="zh-CN" altLang="en-US" sz="2400" dirty="0"/>
          </a:p>
        </p:txBody>
      </p:sp>
      <p:sp>
        <p:nvSpPr>
          <p:cNvPr id="8" name="标题 1">
            <a:extLst>
              <a:ext uri="{FF2B5EF4-FFF2-40B4-BE49-F238E27FC236}">
                <a16:creationId xmlns:a16="http://schemas.microsoft.com/office/drawing/2014/main" id="{6B4956F8-C39D-5BE6-C330-DD7CB6BDA02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代数法化简示例</a:t>
            </a:r>
            <a:endParaRPr lang="en-US" altLang="zh-CN" sz="3000" dirty="0">
              <a:solidFill>
                <a:srgbClr val="FFFF00"/>
              </a:solidFill>
            </a:endParaRPr>
          </a:p>
        </p:txBody>
      </p:sp>
    </p:spTree>
    <p:extLst>
      <p:ext uri="{BB962C8B-B14F-4D97-AF65-F5344CB8AC3E}">
        <p14:creationId xmlns:p14="http://schemas.microsoft.com/office/powerpoint/2010/main" val="361696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14"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randombar(horizontal)">
                                      <p:cBhvr>
                                        <p:cTn id="10" dur="500"/>
                                        <p:tgtEl>
                                          <p:spTgt spid="16"/>
                                        </p:tgtEl>
                                      </p:cBhvr>
                                    </p:animEffect>
                                  </p:childTnLst>
                                </p:cTn>
                              </p:par>
                              <p:par>
                                <p:cTn id="11" presetID="14" presetClass="entr" presetSubtype="1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randombar(horizontal)">
                                      <p:cBhvr>
                                        <p:cTn id="13" dur="500"/>
                                        <p:tgtEl>
                                          <p:spTgt spid="18"/>
                                        </p:tgtEl>
                                      </p:cBhvr>
                                    </p:animEffect>
                                  </p:childTnLst>
                                </p:cTn>
                              </p:par>
                              <p:par>
                                <p:cTn id="14" presetID="14" presetClass="entr" presetSubtype="1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randombar(horizontal)">
                                      <p:cBhvr>
                                        <p:cTn id="16" dur="500"/>
                                        <p:tgtEl>
                                          <p:spTgt spid="19"/>
                                        </p:tgtEl>
                                      </p:cBhvr>
                                    </p:animEffect>
                                  </p:childTnLst>
                                </p:cTn>
                              </p:par>
                              <p:par>
                                <p:cTn id="17" presetID="14" presetClass="entr" presetSubtype="1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randombar(horizontal)">
                                      <p:cBhvr>
                                        <p:cTn id="19" dur="500"/>
                                        <p:tgtEl>
                                          <p:spTgt spid="25"/>
                                        </p:tgtEl>
                                      </p:cBhvr>
                                    </p:animEffect>
                                  </p:childTnLst>
                                </p:cTn>
                              </p:par>
                              <p:par>
                                <p:cTn id="20" presetID="14" presetClass="entr" presetSubtype="1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randombar(horizontal)">
                                      <p:cBhvr>
                                        <p:cTn id="22" dur="500"/>
                                        <p:tgtEl>
                                          <p:spTgt spid="27"/>
                                        </p:tgtEl>
                                      </p:cBhvr>
                                    </p:animEffect>
                                  </p:childTnLst>
                                </p:cTn>
                              </p:par>
                              <p:par>
                                <p:cTn id="23" presetID="14" presetClass="entr" presetSubtype="1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randombar(horizontal)">
                                      <p:cBhvr>
                                        <p:cTn id="25" dur="500"/>
                                        <p:tgtEl>
                                          <p:spTgt spid="32"/>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randombar(horizontal)">
                                      <p:cBhvr>
                                        <p:cTn id="28" dur="500"/>
                                        <p:tgtEl>
                                          <p:spTgt spid="35"/>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randombar(horizontal)">
                                      <p:cBhvr>
                                        <p:cTn id="31" dur="500"/>
                                        <p:tgtEl>
                                          <p:spTgt spid="36"/>
                                        </p:tgtEl>
                                      </p:cBhvr>
                                    </p:animEffect>
                                  </p:childTnLst>
                                </p:cTn>
                              </p:par>
                              <p:par>
                                <p:cTn id="32" presetID="14" presetClass="entr" presetSubtype="1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randombar(horizontal)">
                                      <p:cBhvr>
                                        <p:cTn id="34" dur="500"/>
                                        <p:tgtEl>
                                          <p:spTgt spid="37"/>
                                        </p:tgtEl>
                                      </p:cBhvr>
                                    </p:animEffect>
                                  </p:childTnLst>
                                </p:cTn>
                              </p:par>
                              <p:par>
                                <p:cTn id="35" presetID="14" presetClass="entr" presetSubtype="1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randombar(horizontal)">
                                      <p:cBhvr>
                                        <p:cTn id="37" dur="500"/>
                                        <p:tgtEl>
                                          <p:spTgt spid="38"/>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randombar(horizontal)">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randombar(horizontal)">
                                      <p:cBhvr>
                                        <p:cTn id="45" dur="500"/>
                                        <p:tgtEl>
                                          <p:spTgt spid="14"/>
                                        </p:tgtEl>
                                      </p:cBhvr>
                                    </p:animEffect>
                                  </p:childTnLst>
                                </p:cTn>
                              </p:par>
                              <p:par>
                                <p:cTn id="46" presetID="14" presetClass="entr" presetSubtype="10"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randombar(horizontal)">
                                      <p:cBhvr>
                                        <p:cTn id="48" dur="500"/>
                                        <p:tgtEl>
                                          <p:spTgt spid="39"/>
                                        </p:tgtEl>
                                      </p:cBhvr>
                                    </p:animEffect>
                                  </p:childTnLst>
                                </p:cTn>
                              </p:par>
                              <p:par>
                                <p:cTn id="49" presetID="14" presetClass="entr" presetSubtype="1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randombar(horizontal)">
                                      <p:cBhvr>
                                        <p:cTn id="51" dur="500"/>
                                        <p:tgtEl>
                                          <p:spTgt spid="41"/>
                                        </p:tgtEl>
                                      </p:cBhvr>
                                    </p:animEffect>
                                  </p:childTnLst>
                                </p:cTn>
                              </p:par>
                              <p:par>
                                <p:cTn id="52" presetID="14" presetClass="entr" presetSubtype="1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randombar(horizontal)">
                                      <p:cBhvr>
                                        <p:cTn id="54" dur="500"/>
                                        <p:tgtEl>
                                          <p:spTgt spid="43"/>
                                        </p:tgtEl>
                                      </p:cBhvr>
                                    </p:animEffect>
                                  </p:childTnLst>
                                </p:cTn>
                              </p:par>
                              <p:par>
                                <p:cTn id="55" presetID="14" presetClass="entr" presetSubtype="1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randombar(horizontal)">
                                      <p:cBhvr>
                                        <p:cTn id="57" dur="500"/>
                                        <p:tgtEl>
                                          <p:spTgt spid="44"/>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randombar(horizontal)">
                                      <p:cBhvr>
                                        <p:cTn id="60" dur="500"/>
                                        <p:tgtEl>
                                          <p:spTgt spid="46"/>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randombar(horizontal)">
                                      <p:cBhvr>
                                        <p:cTn id="63" dur="500"/>
                                        <p:tgtEl>
                                          <p:spTgt spid="48"/>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randombar(horizontal)">
                                      <p:cBhvr>
                                        <p:cTn id="68" dur="500"/>
                                        <p:tgtEl>
                                          <p:spTgt spid="50"/>
                                        </p:tgtEl>
                                      </p:cBhvr>
                                    </p:animEffect>
                                  </p:childTnLst>
                                </p:cTn>
                              </p:par>
                              <p:par>
                                <p:cTn id="69" presetID="14" presetClass="entr" presetSubtype="10"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randombar(horizontal)">
                                      <p:cBhvr>
                                        <p:cTn id="7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34" grpId="0"/>
      <p:bldP spid="35" grpId="0"/>
      <p:bldP spid="36" grpId="0"/>
      <p:bldP spid="46" grpId="0"/>
      <p:bldP spid="48" grpId="0"/>
      <p:bldP spid="50" grpId="0"/>
      <p:bldP spid="5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B6BD3E9-D422-8D95-E985-B959784866FB}"/>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08692489-DE26-43C9-6389-9DE1623BFD68}"/>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419965B6-FECE-9AC2-7335-74D8808C883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810800D2-FEA4-AB80-D472-07E5AA4786A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B2F93528-2F73-4184-478F-22901ECEB8C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16</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885D4DA-9473-89D3-BAE6-C34D9951F051}"/>
                  </a:ext>
                </a:extLst>
              </p:cNvPr>
              <p:cNvSpPr txBox="1"/>
              <p:nvPr/>
            </p:nvSpPr>
            <p:spPr>
              <a:xfrm>
                <a:off x="360000" y="828000"/>
                <a:ext cx="7352786" cy="585930"/>
              </a:xfrm>
              <a:prstGeom prst="rect">
                <a:avLst/>
              </a:prstGeom>
              <a:noFill/>
            </p:spPr>
            <p:txBody>
              <a:bodyPr wrap="square">
                <a:spAutoFit/>
              </a:bodyPr>
              <a:lstStyle/>
              <a:p>
                <a14:m>
                  <m:oMath xmlns:m="http://schemas.openxmlformats.org/officeDocument/2006/math">
                    <m:r>
                      <m:rPr>
                        <m:sty m:val="p"/>
                      </m:rPr>
                      <a:rPr lang="en-US" altLang="zh-CN" sz="3200" i="0" smtClean="0">
                        <a:solidFill>
                          <a:schemeClr val="accent5">
                            <a:lumMod val="75000"/>
                          </a:schemeClr>
                        </a:solidFill>
                        <a:latin typeface="Cambria Math" panose="02040503050406030204" pitchFamily="18" charset="0"/>
                        <a:ea typeface="宋体" charset="0"/>
                      </a:rPr>
                      <m:t>Y</m:t>
                    </m:r>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b="0" i="0" smtClean="0">
                        <a:solidFill>
                          <a:schemeClr val="accent5">
                            <a:lumMod val="75000"/>
                          </a:schemeClr>
                        </a:solidFill>
                        <a:latin typeface="Cambria Math" panose="02040503050406030204" pitchFamily="18" charset="0"/>
                        <a:ea typeface="宋体" charset="0"/>
                      </a:rPr>
                      <m:t>B</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D</m:t>
                        </m:r>
                      </m:e>
                    </m:acc>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D</m:t>
                        </m:r>
                      </m:e>
                    </m:acc>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b="0" i="0" smtClean="0">
                        <a:solidFill>
                          <a:schemeClr val="accent5">
                            <a:lumMod val="75000"/>
                          </a:schemeClr>
                        </a:solidFill>
                        <a:latin typeface="Cambria Math" panose="02040503050406030204" pitchFamily="18" charset="0"/>
                        <a:ea typeface="宋体" charset="0"/>
                      </a:rPr>
                      <m:t>BD</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C</m:t>
                        </m:r>
                      </m:e>
                    </m:acc>
                    <m:r>
                      <m:rPr>
                        <m:sty m:val="p"/>
                      </m:rPr>
                      <a:rPr lang="en-US" altLang="zh-CN" sz="3200" b="0" i="0" smtClean="0">
                        <a:solidFill>
                          <a:schemeClr val="accent5">
                            <a:lumMod val="75000"/>
                          </a:schemeClr>
                        </a:solidFill>
                        <a:latin typeface="Cambria Math" panose="02040503050406030204" pitchFamily="18" charset="0"/>
                        <a:ea typeface="宋体" charset="0"/>
                      </a:rPr>
                      <m:t>D</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m:rPr>
                        <m:sty m:val="p"/>
                      </m:rPr>
                      <a:rPr lang="en-US" altLang="zh-CN" sz="3200" b="0" i="0" smtClean="0">
                        <a:solidFill>
                          <a:schemeClr val="accent5">
                            <a:lumMod val="75000"/>
                          </a:schemeClr>
                        </a:solidFill>
                        <a:latin typeface="Cambria Math" panose="02040503050406030204" pitchFamily="18" charset="0"/>
                        <a:ea typeface="宋体" charset="0"/>
                      </a:rPr>
                      <m:t>CD</m:t>
                    </m:r>
                  </m:oMath>
                </a14:m>
                <a:r>
                  <a:rPr lang="zh-CN" altLang="en-US" sz="3200" dirty="0"/>
                  <a:t> </a:t>
                </a:r>
              </a:p>
            </p:txBody>
          </p:sp>
        </mc:Choice>
        <mc:Fallback xmlns="">
          <p:sp>
            <p:nvSpPr>
              <p:cNvPr id="8" name="文本框 7">
                <a:extLst>
                  <a:ext uri="{FF2B5EF4-FFF2-40B4-BE49-F238E27FC236}">
                    <a16:creationId xmlns:a16="http://schemas.microsoft.com/office/drawing/2014/main" id="{1885D4DA-9473-89D3-BAE6-C34D9951F051}"/>
                  </a:ext>
                </a:extLst>
              </p:cNvPr>
              <p:cNvSpPr txBox="1">
                <a:spLocks noRot="1" noChangeAspect="1" noMove="1" noResize="1" noEditPoints="1" noAdjustHandles="1" noChangeArrowheads="1" noChangeShapeType="1" noTextEdit="1"/>
              </p:cNvSpPr>
              <p:nvPr/>
            </p:nvSpPr>
            <p:spPr>
              <a:xfrm>
                <a:off x="360000" y="828000"/>
                <a:ext cx="7352786" cy="58593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5BCA472-A04A-4AB8-1FF8-1DE2240FED9F}"/>
                  </a:ext>
                </a:extLst>
              </p:cNvPr>
              <p:cNvSpPr txBox="1"/>
              <p:nvPr/>
            </p:nvSpPr>
            <p:spPr>
              <a:xfrm>
                <a:off x="705600" y="1425600"/>
                <a:ext cx="3844828" cy="1079526"/>
              </a:xfrm>
              <a:prstGeom prst="rect">
                <a:avLst/>
              </a:prstGeom>
              <a:noFill/>
            </p:spPr>
            <p:txBody>
              <a:bodyPr wrap="square">
                <a:spAutoFit/>
              </a:bodyPr>
              <a:lstStyle/>
              <a:p>
                <a14:m>
                  <m:oMath xmlns:m="http://schemas.openxmlformats.org/officeDocument/2006/math">
                    <m:r>
                      <a:rPr lang="en-US" altLang="zh-CN" sz="3200" b="0" i="0" smtClean="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b="0" i="0" smtClean="0">
                        <a:solidFill>
                          <a:schemeClr val="accent5">
                            <a:lumMod val="75000"/>
                          </a:schemeClr>
                        </a:solidFill>
                        <a:latin typeface="Cambria Math" panose="02040503050406030204" pitchFamily="18" charset="0"/>
                        <a:ea typeface="宋体" charset="0"/>
                      </a:rPr>
                      <m:t>B</m:t>
                    </m:r>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b="0" i="0" smtClean="0">
                            <a:solidFill>
                              <a:schemeClr val="accent5">
                                <a:lumMod val="75000"/>
                              </a:schemeClr>
                            </a:solidFill>
                            <a:latin typeface="Cambria Math" panose="02040503050406030204" pitchFamily="18" charset="0"/>
                            <a:ea typeface="宋体" charset="0"/>
                          </a:rPr>
                          <m:t>B</m:t>
                        </m:r>
                      </m:e>
                    </m:acc>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D</m:t>
                        </m:r>
                      </m:e>
                    </m:acc>
                    <m:r>
                      <a:rPr lang="en-US" altLang="zh-CN" sz="3200" b="0" i="0" smtClean="0">
                        <a:solidFill>
                          <a:schemeClr val="accent5">
                            <a:lumMod val="75000"/>
                          </a:schemeClr>
                        </a:solidFill>
                        <a:latin typeface="Cambria Math" panose="02040503050406030204" pitchFamily="18" charset="0"/>
                        <a:ea typeface="宋体" charset="0"/>
                      </a:rPr>
                      <m:t>+</m:t>
                    </m:r>
                    <m:r>
                      <m:rPr>
                        <m:sty m:val="p"/>
                      </m:rPr>
                      <a:rPr lang="en-US" altLang="zh-CN" sz="3200" b="0" i="0" smtClean="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r>
                      <m:rPr>
                        <m:sty m:val="p"/>
                      </m:rPr>
                      <a:rPr lang="en-US" altLang="zh-CN" sz="3200" b="0" i="0" smtClean="0">
                        <a:solidFill>
                          <a:schemeClr val="accent5">
                            <a:lumMod val="75000"/>
                          </a:schemeClr>
                        </a:solidFill>
                        <a:latin typeface="Cambria Math" panose="02040503050406030204" pitchFamily="18" charset="0"/>
                        <a:ea typeface="宋体" charset="0"/>
                      </a:rPr>
                      <m:t>D</m:t>
                    </m:r>
                  </m:oMath>
                </a14:m>
                <a:r>
                  <a:rPr lang="zh-CN" altLang="en-US" sz="3200" dirty="0"/>
                  <a:t> </a:t>
                </a:r>
                <a:endParaRPr lang="en-US" altLang="zh-CN" sz="3200" dirty="0"/>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oMath>
                </a14:m>
                <a:r>
                  <a:rPr lang="en-US" altLang="zh-CN" sz="3200" dirty="0"/>
                  <a:t> </a:t>
                </a:r>
              </a:p>
            </p:txBody>
          </p:sp>
        </mc:Choice>
        <mc:Fallback xmlns="">
          <p:sp>
            <p:nvSpPr>
              <p:cNvPr id="10" name="文本框 9">
                <a:extLst>
                  <a:ext uri="{FF2B5EF4-FFF2-40B4-BE49-F238E27FC236}">
                    <a16:creationId xmlns:a16="http://schemas.microsoft.com/office/drawing/2014/main" id="{F5BCA472-A04A-4AB8-1FF8-1DE2240FED9F}"/>
                  </a:ext>
                </a:extLst>
              </p:cNvPr>
              <p:cNvSpPr txBox="1">
                <a:spLocks noRot="1" noChangeAspect="1" noMove="1" noResize="1" noEditPoints="1" noAdjustHandles="1" noChangeArrowheads="1" noChangeShapeType="1" noTextEdit="1"/>
              </p:cNvSpPr>
              <p:nvPr/>
            </p:nvSpPr>
            <p:spPr>
              <a:xfrm>
                <a:off x="705600" y="1425600"/>
                <a:ext cx="3844828" cy="1079526"/>
              </a:xfrm>
              <a:prstGeom prst="rect">
                <a:avLst/>
              </a:prstGeom>
              <a:blipFill>
                <a:blip r:embed="rId4"/>
                <a:stretch>
                  <a:fillRect/>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36ED3F0B-A0F1-6E68-0085-679E1C95190C}"/>
              </a:ext>
            </a:extLst>
          </p:cNvPr>
          <p:cNvCxnSpPr>
            <a:cxnSpLocks/>
          </p:cNvCxnSpPr>
          <p:nvPr/>
        </p:nvCxnSpPr>
        <p:spPr>
          <a:xfrm>
            <a:off x="1731843" y="1325441"/>
            <a:ext cx="22389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9589BD1-9023-5430-A00D-5AD3D061C91E}"/>
              </a:ext>
            </a:extLst>
          </p:cNvPr>
          <p:cNvCxnSpPr>
            <a:cxnSpLocks/>
          </p:cNvCxnSpPr>
          <p:nvPr/>
        </p:nvCxnSpPr>
        <p:spPr>
          <a:xfrm>
            <a:off x="4245298" y="1325441"/>
            <a:ext cx="2292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EEFDF1D8-7AAB-7D0A-3FE3-FAF7BE9A9BBB}"/>
              </a:ext>
            </a:extLst>
          </p:cNvPr>
          <p:cNvCxnSpPr>
            <a:cxnSpLocks/>
          </p:cNvCxnSpPr>
          <p:nvPr/>
        </p:nvCxnSpPr>
        <p:spPr>
          <a:xfrm>
            <a:off x="5488140" y="1322956"/>
            <a:ext cx="2292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42C7CC7-DBD2-55E7-224E-ABDEFC17B2AB}"/>
              </a:ext>
            </a:extLst>
          </p:cNvPr>
          <p:cNvCxnSpPr>
            <a:cxnSpLocks/>
          </p:cNvCxnSpPr>
          <p:nvPr/>
        </p:nvCxnSpPr>
        <p:spPr>
          <a:xfrm>
            <a:off x="6979416" y="1322956"/>
            <a:ext cx="2292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61C5EF3-081C-BD8F-2D31-2FED0B76C652}"/>
              </a:ext>
            </a:extLst>
          </p:cNvPr>
          <p:cNvCxnSpPr>
            <a:cxnSpLocks/>
          </p:cNvCxnSpPr>
          <p:nvPr/>
        </p:nvCxnSpPr>
        <p:spPr>
          <a:xfrm>
            <a:off x="2712314" y="1917001"/>
            <a:ext cx="2292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3C0C682-F0BA-C981-98DA-13FAB9DFF871}"/>
              </a:ext>
            </a:extLst>
          </p:cNvPr>
          <p:cNvCxnSpPr>
            <a:cxnSpLocks/>
          </p:cNvCxnSpPr>
          <p:nvPr/>
        </p:nvCxnSpPr>
        <p:spPr>
          <a:xfrm>
            <a:off x="3968963" y="1921107"/>
            <a:ext cx="2292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D20DB5E-9BFB-6358-777A-3BD703AC1EF4}"/>
              </a:ext>
            </a:extLst>
          </p:cNvPr>
          <p:cNvSpPr txBox="1"/>
          <p:nvPr/>
        </p:nvSpPr>
        <p:spPr>
          <a:xfrm>
            <a:off x="360000" y="2736000"/>
            <a:ext cx="4410425" cy="523220"/>
          </a:xfrm>
          <a:prstGeom prst="rect">
            <a:avLst/>
          </a:prstGeom>
          <a:noFill/>
        </p:spPr>
        <p:txBody>
          <a:bodyPr wrap="square">
            <a:spAutoFit/>
          </a:bodyPr>
          <a:lstStyle/>
          <a:p>
            <a:pPr>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用</a:t>
            </a:r>
            <a:r>
              <a:rPr lang="zh-CN" altLang="en-US" sz="2800" dirty="0">
                <a:solidFill>
                  <a:srgbClr val="C00000"/>
                </a:solidFill>
                <a:latin typeface="微软雅黑" panose="020B0503020204020204" pitchFamily="34" charset="-122"/>
                <a:ea typeface="微软雅黑" panose="020B0503020204020204" pitchFamily="34" charset="-122"/>
              </a:rPr>
              <a:t>与非门</a:t>
            </a:r>
            <a:r>
              <a:rPr lang="zh-CN" altLang="en-US" sz="2800" dirty="0">
                <a:solidFill>
                  <a:srgbClr val="002060"/>
                </a:solidFill>
                <a:latin typeface="微软雅黑" panose="020B0503020204020204" pitchFamily="34" charset="-122"/>
                <a:ea typeface="微软雅黑" panose="020B0503020204020204" pitchFamily="34" charset="-122"/>
              </a:rPr>
              <a:t>实现以上表达式：</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B09709C5-A0C8-35D2-279A-EF3EC5E1EECB}"/>
                  </a:ext>
                </a:extLst>
              </p:cNvPr>
              <p:cNvSpPr txBox="1"/>
              <p:nvPr/>
            </p:nvSpPr>
            <p:spPr>
              <a:xfrm>
                <a:off x="705600" y="3348000"/>
                <a:ext cx="2572289" cy="1834092"/>
              </a:xfrm>
              <a:prstGeom prst="rect">
                <a:avLst/>
              </a:prstGeom>
              <a:noFill/>
            </p:spPr>
            <p:txBody>
              <a:bodyPr wrap="square">
                <a:spAutoFit/>
              </a:bodyPr>
              <a:lstStyle/>
              <a:p>
                <a14:m>
                  <m:oMath xmlns:m="http://schemas.openxmlformats.org/officeDocument/2006/math">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oMath>
                </a14:m>
                <a:r>
                  <a:rPr lang="en-US" altLang="zh-CN" sz="3200" dirty="0">
                    <a:solidFill>
                      <a:schemeClr val="accent5">
                        <a:lumMod val="75000"/>
                      </a:schemeClr>
                    </a:solidFill>
                    <a:latin typeface="Cambria Math" panose="02040503050406030204" pitchFamily="18" charset="0"/>
                    <a:ea typeface="宋体" charset="0"/>
                  </a:rPr>
                  <a:t> </a:t>
                </a:r>
              </a:p>
              <a:p>
                <a14:m>
                  <m:oMath xmlns:m="http://schemas.openxmlformats.org/officeDocument/2006/math">
                    <m:r>
                      <a:rPr lang="en-US" altLang="zh-CN" sz="3200" smtClean="0">
                        <a:solidFill>
                          <a:schemeClr val="accent5">
                            <a:lumMod val="75000"/>
                          </a:schemeClr>
                        </a:solidFill>
                        <a:latin typeface="Cambria Math" panose="02040503050406030204" pitchFamily="18" charset="0"/>
                        <a:ea typeface="宋体" charset="0"/>
                      </a:rPr>
                      <m:t>=</m:t>
                    </m:r>
                    <m:acc>
                      <m:accPr>
                        <m:chr m:val="̅"/>
                        <m:ctrlPr>
                          <a:rPr lang="en-US" altLang="zh-CN" sz="3200" i="1" smtClean="0">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r>
                              <a:rPr lang="en-US" altLang="zh-CN" sz="3200">
                                <a:solidFill>
                                  <a:schemeClr val="accent5">
                                    <a:lumMod val="75000"/>
                                  </a:schemeClr>
                                </a:solidFill>
                                <a:latin typeface="Cambria Math" panose="02040503050406030204" pitchFamily="18" charset="0"/>
                                <a:ea typeface="宋体" charset="0"/>
                              </a:rPr>
                              <m:t>+</m:t>
                            </m:r>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e>
                        </m:acc>
                      </m:e>
                    </m:acc>
                  </m:oMath>
                </a14:m>
                <a:r>
                  <a:rPr lang="en-US" altLang="zh-CN" sz="3200" dirty="0"/>
                  <a:t> </a:t>
                </a:r>
              </a:p>
              <a:p>
                <a14:m>
                  <m:oMath xmlns:m="http://schemas.openxmlformats.org/officeDocument/2006/math">
                    <m:r>
                      <a:rPr lang="en-US" altLang="zh-CN" sz="3200">
                        <a:solidFill>
                          <a:schemeClr val="accent5">
                            <a:lumMod val="75000"/>
                          </a:schemeClr>
                        </a:solidFill>
                        <a:latin typeface="Cambria Math" panose="02040503050406030204" pitchFamily="18" charset="0"/>
                        <a:ea typeface="宋体" charset="0"/>
                      </a:rPr>
                      <m:t>=</m:t>
                    </m:r>
                    <m:acc>
                      <m:accPr>
                        <m:chr m:val="̅"/>
                        <m:ctrlPr>
                          <a:rPr lang="en-US" altLang="zh-CN" sz="3200" i="1" smtClean="0">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e>
                            </m:acc>
                            <m:r>
                              <m:rPr>
                                <m:sty m:val="p"/>
                              </m:rPr>
                              <a:rPr lang="en-US" altLang="zh-CN" sz="3200">
                                <a:solidFill>
                                  <a:schemeClr val="accent5">
                                    <a:lumMod val="75000"/>
                                  </a:schemeClr>
                                </a:solidFill>
                                <a:latin typeface="Cambria Math" panose="02040503050406030204" pitchFamily="18" charset="0"/>
                                <a:ea typeface="宋体" charset="0"/>
                              </a:rPr>
                              <m:t>B</m:t>
                            </m:r>
                          </m:e>
                        </m:acc>
                        <m:r>
                          <a:rPr lang="en-US" altLang="zh-CN" sz="3200" i="1">
                            <a:solidFill>
                              <a:schemeClr val="accent5">
                                <a:lumMod val="75000"/>
                              </a:schemeClr>
                            </a:solidFill>
                            <a:latin typeface="Cambria Math" panose="02040503050406030204" pitchFamily="18" charset="0"/>
                            <a:ea typeface="宋体" charset="0"/>
                          </a:rPr>
                          <m:t> </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A</m:t>
                            </m:r>
                            <m:acc>
                              <m:accPr>
                                <m:chr m:val="̅"/>
                                <m:ctrlPr>
                                  <a:rPr lang="en-US" altLang="zh-CN" sz="3200" i="1">
                                    <a:solidFill>
                                      <a:schemeClr val="accent5">
                                        <a:lumMod val="75000"/>
                                      </a:schemeClr>
                                    </a:solidFill>
                                    <a:latin typeface="Cambria Math" panose="02040503050406030204" pitchFamily="18" charset="0"/>
                                    <a:ea typeface="宋体" charset="0"/>
                                  </a:rPr>
                                </m:ctrlPr>
                              </m:accPr>
                              <m:e>
                                <m:r>
                                  <m:rPr>
                                    <m:sty m:val="p"/>
                                  </m:rPr>
                                  <a:rPr lang="en-US" altLang="zh-CN" sz="3200">
                                    <a:solidFill>
                                      <a:schemeClr val="accent5">
                                        <a:lumMod val="75000"/>
                                      </a:schemeClr>
                                    </a:solidFill>
                                    <a:latin typeface="Cambria Math" panose="02040503050406030204" pitchFamily="18" charset="0"/>
                                    <a:ea typeface="宋体" charset="0"/>
                                  </a:rPr>
                                  <m:t>B</m:t>
                                </m:r>
                              </m:e>
                            </m:acc>
                          </m:e>
                        </m:acc>
                      </m:e>
                    </m:acc>
                  </m:oMath>
                </a14:m>
                <a:r>
                  <a:rPr lang="en-US" altLang="zh-CN" sz="3200" dirty="0"/>
                  <a:t> </a:t>
                </a:r>
              </a:p>
            </p:txBody>
          </p:sp>
        </mc:Choice>
        <mc:Fallback xmlns="">
          <p:sp>
            <p:nvSpPr>
              <p:cNvPr id="25" name="文本框 24">
                <a:extLst>
                  <a:ext uri="{FF2B5EF4-FFF2-40B4-BE49-F238E27FC236}">
                    <a16:creationId xmlns:a16="http://schemas.microsoft.com/office/drawing/2014/main" id="{B09709C5-A0C8-35D2-279A-EF3EC5E1EECB}"/>
                  </a:ext>
                </a:extLst>
              </p:cNvPr>
              <p:cNvSpPr txBox="1">
                <a:spLocks noRot="1" noChangeAspect="1" noMove="1" noResize="1" noEditPoints="1" noAdjustHandles="1" noChangeArrowheads="1" noChangeShapeType="1" noTextEdit="1"/>
              </p:cNvSpPr>
              <p:nvPr/>
            </p:nvSpPr>
            <p:spPr>
              <a:xfrm>
                <a:off x="705600" y="3348000"/>
                <a:ext cx="2572289" cy="1834092"/>
              </a:xfrm>
              <a:prstGeom prst="rect">
                <a:avLst/>
              </a:prstGeom>
              <a:blipFill>
                <a:blip r:embed="rId5"/>
                <a:stretch>
                  <a:fillRect/>
                </a:stretch>
              </a:blipFill>
            </p:spPr>
            <p:txBody>
              <a:bodyPr/>
              <a:lstStyle/>
              <a:p>
                <a:r>
                  <a:rPr lang="zh-CN" altLang="en-US">
                    <a:noFill/>
                  </a:rPr>
                  <a:t> </a:t>
                </a:r>
              </a:p>
            </p:txBody>
          </p:sp>
        </mc:Fallback>
      </mc:AlternateContent>
      <p:grpSp>
        <p:nvGrpSpPr>
          <p:cNvPr id="74" name="组合 73">
            <a:extLst>
              <a:ext uri="{FF2B5EF4-FFF2-40B4-BE49-F238E27FC236}">
                <a16:creationId xmlns:a16="http://schemas.microsoft.com/office/drawing/2014/main" id="{EC86717E-902A-3C5A-368C-848B620574A0}"/>
              </a:ext>
            </a:extLst>
          </p:cNvPr>
          <p:cNvGrpSpPr/>
          <p:nvPr/>
        </p:nvGrpSpPr>
        <p:grpSpPr>
          <a:xfrm>
            <a:off x="5787131" y="2893839"/>
            <a:ext cx="5936499" cy="2593976"/>
            <a:chOff x="5250623" y="3078861"/>
            <a:chExt cx="5936499" cy="2593976"/>
          </a:xfrm>
        </p:grpSpPr>
        <p:sp>
          <p:nvSpPr>
            <p:cNvPr id="28" name="Text Box 5">
              <a:extLst>
                <a:ext uri="{FF2B5EF4-FFF2-40B4-BE49-F238E27FC236}">
                  <a16:creationId xmlns:a16="http://schemas.microsoft.com/office/drawing/2014/main" id="{A16D1542-031F-646F-74D7-2ED23C2BC315}"/>
                </a:ext>
              </a:extLst>
            </p:cNvPr>
            <p:cNvSpPr txBox="1">
              <a:spLocks noChangeArrowheads="1"/>
            </p:cNvSpPr>
            <p:nvPr/>
          </p:nvSpPr>
          <p:spPr bwMode="auto">
            <a:xfrm>
              <a:off x="5250623" y="3078861"/>
              <a:ext cx="32385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29" name="Text Box 6">
              <a:extLst>
                <a:ext uri="{FF2B5EF4-FFF2-40B4-BE49-F238E27FC236}">
                  <a16:creationId xmlns:a16="http://schemas.microsoft.com/office/drawing/2014/main" id="{2611F75C-985D-F989-72CB-E99E88B2D484}"/>
                </a:ext>
              </a:extLst>
            </p:cNvPr>
            <p:cNvSpPr txBox="1">
              <a:spLocks noChangeArrowheads="1"/>
            </p:cNvSpPr>
            <p:nvPr/>
          </p:nvSpPr>
          <p:spPr bwMode="auto">
            <a:xfrm>
              <a:off x="5250623" y="5341049"/>
              <a:ext cx="32385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32" name="Text Box 10">
              <a:extLst>
                <a:ext uri="{FF2B5EF4-FFF2-40B4-BE49-F238E27FC236}">
                  <a16:creationId xmlns:a16="http://schemas.microsoft.com/office/drawing/2014/main" id="{D12B1906-A32E-BF46-F5DE-2F2E0DC4B1F4}"/>
                </a:ext>
              </a:extLst>
            </p:cNvPr>
            <p:cNvSpPr txBox="1">
              <a:spLocks noChangeArrowheads="1"/>
            </p:cNvSpPr>
            <p:nvPr/>
          </p:nvSpPr>
          <p:spPr bwMode="auto">
            <a:xfrm>
              <a:off x="10863272" y="4229881"/>
              <a:ext cx="32385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grpSp>
          <p:nvGrpSpPr>
            <p:cNvPr id="35" name="组合 34">
              <a:extLst>
                <a:ext uri="{FF2B5EF4-FFF2-40B4-BE49-F238E27FC236}">
                  <a16:creationId xmlns:a16="http://schemas.microsoft.com/office/drawing/2014/main" id="{53220731-12FB-3284-2B9B-B64BF203E3CC}"/>
                </a:ext>
              </a:extLst>
            </p:cNvPr>
            <p:cNvGrpSpPr/>
            <p:nvPr/>
          </p:nvGrpSpPr>
          <p:grpSpPr>
            <a:xfrm>
              <a:off x="5649085" y="3078861"/>
              <a:ext cx="3633078" cy="617538"/>
              <a:chOff x="4765116" y="3103128"/>
              <a:chExt cx="3633078" cy="617538"/>
            </a:xfrm>
          </p:grpSpPr>
          <p:sp>
            <p:nvSpPr>
              <p:cNvPr id="27" name="Oval 163">
                <a:extLst>
                  <a:ext uri="{FF2B5EF4-FFF2-40B4-BE49-F238E27FC236}">
                    <a16:creationId xmlns:a16="http://schemas.microsoft.com/office/drawing/2014/main" id="{E9FE7B6F-8249-EA3E-35D8-C61978E8BE17}"/>
                  </a:ext>
                </a:extLst>
              </p:cNvPr>
              <p:cNvSpPr>
                <a:spLocks noChangeArrowheads="1"/>
              </p:cNvSpPr>
              <p:nvPr/>
            </p:nvSpPr>
            <p:spPr bwMode="auto">
              <a:xfrm>
                <a:off x="7936229" y="3347603"/>
                <a:ext cx="128588" cy="128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0" name="Line 7">
                <a:extLst>
                  <a:ext uri="{FF2B5EF4-FFF2-40B4-BE49-F238E27FC236}">
                    <a16:creationId xmlns:a16="http://schemas.microsoft.com/office/drawing/2014/main" id="{A26FC7FB-DA22-8459-3F35-9F50384C07BB}"/>
                  </a:ext>
                </a:extLst>
              </p:cNvPr>
              <p:cNvSpPr>
                <a:spLocks noChangeShapeType="1"/>
              </p:cNvSpPr>
              <p:nvPr/>
            </p:nvSpPr>
            <p:spPr bwMode="auto">
              <a:xfrm>
                <a:off x="4765116" y="3247590"/>
                <a:ext cx="25916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1" name="Line 8">
                <a:extLst>
                  <a:ext uri="{FF2B5EF4-FFF2-40B4-BE49-F238E27FC236}">
                    <a16:creationId xmlns:a16="http://schemas.microsoft.com/office/drawing/2014/main" id="{C6C7A05F-BDB9-8C12-7BC7-0DD1E7155AA2}"/>
                  </a:ext>
                </a:extLst>
              </p:cNvPr>
              <p:cNvSpPr>
                <a:spLocks noChangeShapeType="1"/>
              </p:cNvSpPr>
              <p:nvPr/>
            </p:nvSpPr>
            <p:spPr bwMode="auto">
              <a:xfrm>
                <a:off x="6883718" y="357144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3" name="AutoShape 11">
                <a:extLst>
                  <a:ext uri="{FF2B5EF4-FFF2-40B4-BE49-F238E27FC236}">
                    <a16:creationId xmlns:a16="http://schemas.microsoft.com/office/drawing/2014/main" id="{A01E62A7-1FDF-45CC-9EF5-735AECC2197D}"/>
                  </a:ext>
                </a:extLst>
              </p:cNvPr>
              <p:cNvSpPr>
                <a:spLocks noChangeArrowheads="1"/>
              </p:cNvSpPr>
              <p:nvPr/>
            </p:nvSpPr>
            <p:spPr bwMode="auto">
              <a:xfrm>
                <a:off x="7356793" y="3103128"/>
                <a:ext cx="561975" cy="617538"/>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34" name="Line 9">
                <a:extLst>
                  <a:ext uri="{FF2B5EF4-FFF2-40B4-BE49-F238E27FC236}">
                    <a16:creationId xmlns:a16="http://schemas.microsoft.com/office/drawing/2014/main" id="{05A2DF8B-2706-760C-9221-600B2E2A44FF}"/>
                  </a:ext>
                </a:extLst>
              </p:cNvPr>
              <p:cNvSpPr>
                <a:spLocks noChangeShapeType="1"/>
              </p:cNvSpPr>
              <p:nvPr/>
            </p:nvSpPr>
            <p:spPr bwMode="auto">
              <a:xfrm>
                <a:off x="8064817" y="3411897"/>
                <a:ext cx="3333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CB4FF1B8-18C6-5665-5A00-A25D00C956FA}"/>
                </a:ext>
              </a:extLst>
            </p:cNvPr>
            <p:cNvGrpSpPr/>
            <p:nvPr/>
          </p:nvGrpSpPr>
          <p:grpSpPr>
            <a:xfrm>
              <a:off x="5649085" y="5055299"/>
              <a:ext cx="3655649" cy="617538"/>
              <a:chOff x="4768292" y="3103128"/>
              <a:chExt cx="3655649" cy="617538"/>
            </a:xfrm>
          </p:grpSpPr>
          <p:sp>
            <p:nvSpPr>
              <p:cNvPr id="37" name="Oval 163">
                <a:extLst>
                  <a:ext uri="{FF2B5EF4-FFF2-40B4-BE49-F238E27FC236}">
                    <a16:creationId xmlns:a16="http://schemas.microsoft.com/office/drawing/2014/main" id="{D4FD0486-BA2D-7056-4DAC-DEDFE2E0DC18}"/>
                  </a:ext>
                </a:extLst>
              </p:cNvPr>
              <p:cNvSpPr>
                <a:spLocks noChangeArrowheads="1"/>
              </p:cNvSpPr>
              <p:nvPr/>
            </p:nvSpPr>
            <p:spPr bwMode="auto">
              <a:xfrm>
                <a:off x="7936229" y="3347603"/>
                <a:ext cx="128588" cy="128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8" name="Line 7">
                <a:extLst>
                  <a:ext uri="{FF2B5EF4-FFF2-40B4-BE49-F238E27FC236}">
                    <a16:creationId xmlns:a16="http://schemas.microsoft.com/office/drawing/2014/main" id="{EA745141-E5A8-965B-BEBD-DD6F852400CA}"/>
                  </a:ext>
                </a:extLst>
              </p:cNvPr>
              <p:cNvSpPr>
                <a:spLocks noChangeShapeType="1"/>
              </p:cNvSpPr>
              <p:nvPr/>
            </p:nvSpPr>
            <p:spPr bwMode="auto">
              <a:xfrm>
                <a:off x="6883718" y="324759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9" name="Line 8">
                <a:extLst>
                  <a:ext uri="{FF2B5EF4-FFF2-40B4-BE49-F238E27FC236}">
                    <a16:creationId xmlns:a16="http://schemas.microsoft.com/office/drawing/2014/main" id="{A08A6D4E-9BBD-A3E8-A27C-0D2B4F736478}"/>
                  </a:ext>
                </a:extLst>
              </p:cNvPr>
              <p:cNvSpPr>
                <a:spLocks noChangeShapeType="1"/>
              </p:cNvSpPr>
              <p:nvPr/>
            </p:nvSpPr>
            <p:spPr bwMode="auto">
              <a:xfrm>
                <a:off x="4768292" y="3571440"/>
                <a:ext cx="258850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0" name="AutoShape 11">
                <a:extLst>
                  <a:ext uri="{FF2B5EF4-FFF2-40B4-BE49-F238E27FC236}">
                    <a16:creationId xmlns:a16="http://schemas.microsoft.com/office/drawing/2014/main" id="{FA8C85E0-39F0-EF68-1B56-D2151B0B44FE}"/>
                  </a:ext>
                </a:extLst>
              </p:cNvPr>
              <p:cNvSpPr>
                <a:spLocks noChangeArrowheads="1"/>
              </p:cNvSpPr>
              <p:nvPr/>
            </p:nvSpPr>
            <p:spPr bwMode="auto">
              <a:xfrm>
                <a:off x="7356793" y="3103128"/>
                <a:ext cx="561975" cy="617538"/>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41" name="Line 9">
                <a:extLst>
                  <a:ext uri="{FF2B5EF4-FFF2-40B4-BE49-F238E27FC236}">
                    <a16:creationId xmlns:a16="http://schemas.microsoft.com/office/drawing/2014/main" id="{6AA10DBB-159E-457B-F47A-1299BD72EDE1}"/>
                  </a:ext>
                </a:extLst>
              </p:cNvPr>
              <p:cNvSpPr>
                <a:spLocks noChangeShapeType="1"/>
              </p:cNvSpPr>
              <p:nvPr/>
            </p:nvSpPr>
            <p:spPr bwMode="auto">
              <a:xfrm>
                <a:off x="8064817" y="3411897"/>
                <a:ext cx="3591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42" name="组合 41">
              <a:extLst>
                <a:ext uri="{FF2B5EF4-FFF2-40B4-BE49-F238E27FC236}">
                  <a16:creationId xmlns:a16="http://schemas.microsoft.com/office/drawing/2014/main" id="{50C8B426-2C33-F5F8-C1C6-5F3F1A2F13E7}"/>
                </a:ext>
              </a:extLst>
            </p:cNvPr>
            <p:cNvGrpSpPr/>
            <p:nvPr/>
          </p:nvGrpSpPr>
          <p:grpSpPr>
            <a:xfrm>
              <a:off x="6250035" y="3697307"/>
              <a:ext cx="1514476" cy="617538"/>
              <a:chOff x="6883718" y="3103128"/>
              <a:chExt cx="1514476" cy="617538"/>
            </a:xfrm>
          </p:grpSpPr>
          <p:sp>
            <p:nvSpPr>
              <p:cNvPr id="43" name="Oval 163">
                <a:extLst>
                  <a:ext uri="{FF2B5EF4-FFF2-40B4-BE49-F238E27FC236}">
                    <a16:creationId xmlns:a16="http://schemas.microsoft.com/office/drawing/2014/main" id="{508DF96E-276D-2C4B-DA47-CE05D71CEE96}"/>
                  </a:ext>
                </a:extLst>
              </p:cNvPr>
              <p:cNvSpPr>
                <a:spLocks noChangeArrowheads="1"/>
              </p:cNvSpPr>
              <p:nvPr/>
            </p:nvSpPr>
            <p:spPr bwMode="auto">
              <a:xfrm>
                <a:off x="7936229" y="3347603"/>
                <a:ext cx="128588" cy="128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44" name="Line 7">
                <a:extLst>
                  <a:ext uri="{FF2B5EF4-FFF2-40B4-BE49-F238E27FC236}">
                    <a16:creationId xmlns:a16="http://schemas.microsoft.com/office/drawing/2014/main" id="{D54D2798-514F-08D0-C4C5-7B97F6A1BBDD}"/>
                  </a:ext>
                </a:extLst>
              </p:cNvPr>
              <p:cNvSpPr>
                <a:spLocks noChangeShapeType="1"/>
              </p:cNvSpPr>
              <p:nvPr/>
            </p:nvSpPr>
            <p:spPr bwMode="auto">
              <a:xfrm>
                <a:off x="6883718" y="324759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5" name="Line 8">
                <a:extLst>
                  <a:ext uri="{FF2B5EF4-FFF2-40B4-BE49-F238E27FC236}">
                    <a16:creationId xmlns:a16="http://schemas.microsoft.com/office/drawing/2014/main" id="{67D32861-CAC1-081E-25DD-4DE149F84A6E}"/>
                  </a:ext>
                </a:extLst>
              </p:cNvPr>
              <p:cNvSpPr>
                <a:spLocks noChangeShapeType="1"/>
              </p:cNvSpPr>
              <p:nvPr/>
            </p:nvSpPr>
            <p:spPr bwMode="auto">
              <a:xfrm>
                <a:off x="6883718" y="357144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6" name="AutoShape 11">
                <a:extLst>
                  <a:ext uri="{FF2B5EF4-FFF2-40B4-BE49-F238E27FC236}">
                    <a16:creationId xmlns:a16="http://schemas.microsoft.com/office/drawing/2014/main" id="{2AD5746C-44E9-26D9-3981-4C92AFF60406}"/>
                  </a:ext>
                </a:extLst>
              </p:cNvPr>
              <p:cNvSpPr>
                <a:spLocks noChangeArrowheads="1"/>
              </p:cNvSpPr>
              <p:nvPr/>
            </p:nvSpPr>
            <p:spPr bwMode="auto">
              <a:xfrm>
                <a:off x="7356793" y="3103128"/>
                <a:ext cx="561975" cy="617538"/>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47" name="Line 9">
                <a:extLst>
                  <a:ext uri="{FF2B5EF4-FFF2-40B4-BE49-F238E27FC236}">
                    <a16:creationId xmlns:a16="http://schemas.microsoft.com/office/drawing/2014/main" id="{A4882F1B-C1D5-D411-07C4-1DB2E8F1171E}"/>
                  </a:ext>
                </a:extLst>
              </p:cNvPr>
              <p:cNvSpPr>
                <a:spLocks noChangeShapeType="1"/>
              </p:cNvSpPr>
              <p:nvPr/>
            </p:nvSpPr>
            <p:spPr bwMode="auto">
              <a:xfrm>
                <a:off x="8064817" y="3411897"/>
                <a:ext cx="3333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48" name="组合 47">
              <a:extLst>
                <a:ext uri="{FF2B5EF4-FFF2-40B4-BE49-F238E27FC236}">
                  <a16:creationId xmlns:a16="http://schemas.microsoft.com/office/drawing/2014/main" id="{B234E496-B22D-2088-123B-1B763729A27A}"/>
                </a:ext>
              </a:extLst>
            </p:cNvPr>
            <p:cNvGrpSpPr/>
            <p:nvPr/>
          </p:nvGrpSpPr>
          <p:grpSpPr>
            <a:xfrm>
              <a:off x="6250035" y="4444556"/>
              <a:ext cx="1514476" cy="617538"/>
              <a:chOff x="6883718" y="3103128"/>
              <a:chExt cx="1514476" cy="617538"/>
            </a:xfrm>
          </p:grpSpPr>
          <p:sp>
            <p:nvSpPr>
              <p:cNvPr id="49" name="Oval 163">
                <a:extLst>
                  <a:ext uri="{FF2B5EF4-FFF2-40B4-BE49-F238E27FC236}">
                    <a16:creationId xmlns:a16="http://schemas.microsoft.com/office/drawing/2014/main" id="{2487680F-B57A-ECBE-5A37-6574BFA1F601}"/>
                  </a:ext>
                </a:extLst>
              </p:cNvPr>
              <p:cNvSpPr>
                <a:spLocks noChangeArrowheads="1"/>
              </p:cNvSpPr>
              <p:nvPr/>
            </p:nvSpPr>
            <p:spPr bwMode="auto">
              <a:xfrm>
                <a:off x="7936229" y="3347603"/>
                <a:ext cx="128588" cy="128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50" name="Line 7">
                <a:extLst>
                  <a:ext uri="{FF2B5EF4-FFF2-40B4-BE49-F238E27FC236}">
                    <a16:creationId xmlns:a16="http://schemas.microsoft.com/office/drawing/2014/main" id="{FCEC5CD7-60DF-0D3F-107B-C39308B36FC1}"/>
                  </a:ext>
                </a:extLst>
              </p:cNvPr>
              <p:cNvSpPr>
                <a:spLocks noChangeShapeType="1"/>
              </p:cNvSpPr>
              <p:nvPr/>
            </p:nvSpPr>
            <p:spPr bwMode="auto">
              <a:xfrm>
                <a:off x="6883718" y="324759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1" name="Line 8">
                <a:extLst>
                  <a:ext uri="{FF2B5EF4-FFF2-40B4-BE49-F238E27FC236}">
                    <a16:creationId xmlns:a16="http://schemas.microsoft.com/office/drawing/2014/main" id="{A932DAB5-6EC6-F39E-AB41-BCECF207BA1C}"/>
                  </a:ext>
                </a:extLst>
              </p:cNvPr>
              <p:cNvSpPr>
                <a:spLocks noChangeShapeType="1"/>
              </p:cNvSpPr>
              <p:nvPr/>
            </p:nvSpPr>
            <p:spPr bwMode="auto">
              <a:xfrm>
                <a:off x="6883718" y="357144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2" name="AutoShape 11">
                <a:extLst>
                  <a:ext uri="{FF2B5EF4-FFF2-40B4-BE49-F238E27FC236}">
                    <a16:creationId xmlns:a16="http://schemas.microsoft.com/office/drawing/2014/main" id="{F4083C54-758E-DFCF-B3E5-E6633D320197}"/>
                  </a:ext>
                </a:extLst>
              </p:cNvPr>
              <p:cNvSpPr>
                <a:spLocks noChangeArrowheads="1"/>
              </p:cNvSpPr>
              <p:nvPr/>
            </p:nvSpPr>
            <p:spPr bwMode="auto">
              <a:xfrm>
                <a:off x="7356793" y="3103128"/>
                <a:ext cx="561975" cy="617538"/>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53" name="Line 9">
                <a:extLst>
                  <a:ext uri="{FF2B5EF4-FFF2-40B4-BE49-F238E27FC236}">
                    <a16:creationId xmlns:a16="http://schemas.microsoft.com/office/drawing/2014/main" id="{736B36AE-7F46-E1B4-F8BD-9C76CF73A65F}"/>
                  </a:ext>
                </a:extLst>
              </p:cNvPr>
              <p:cNvSpPr>
                <a:spLocks noChangeShapeType="1"/>
              </p:cNvSpPr>
              <p:nvPr/>
            </p:nvSpPr>
            <p:spPr bwMode="auto">
              <a:xfrm>
                <a:off x="8064817" y="3411897"/>
                <a:ext cx="3333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54" name="组合 53">
              <a:extLst>
                <a:ext uri="{FF2B5EF4-FFF2-40B4-BE49-F238E27FC236}">
                  <a16:creationId xmlns:a16="http://schemas.microsoft.com/office/drawing/2014/main" id="{6885B2F8-51B9-76A0-B172-5994984EDD4E}"/>
                </a:ext>
              </a:extLst>
            </p:cNvPr>
            <p:cNvGrpSpPr/>
            <p:nvPr/>
          </p:nvGrpSpPr>
          <p:grpSpPr>
            <a:xfrm>
              <a:off x="9278987" y="4071493"/>
              <a:ext cx="1514476" cy="617538"/>
              <a:chOff x="6883718" y="3103128"/>
              <a:chExt cx="1514476" cy="617538"/>
            </a:xfrm>
          </p:grpSpPr>
          <p:sp>
            <p:nvSpPr>
              <p:cNvPr id="55" name="Oval 163">
                <a:extLst>
                  <a:ext uri="{FF2B5EF4-FFF2-40B4-BE49-F238E27FC236}">
                    <a16:creationId xmlns:a16="http://schemas.microsoft.com/office/drawing/2014/main" id="{F2DF31A5-9F18-3826-D0BA-8E6A929D3DC9}"/>
                  </a:ext>
                </a:extLst>
              </p:cNvPr>
              <p:cNvSpPr>
                <a:spLocks noChangeArrowheads="1"/>
              </p:cNvSpPr>
              <p:nvPr/>
            </p:nvSpPr>
            <p:spPr bwMode="auto">
              <a:xfrm>
                <a:off x="7936229" y="3347603"/>
                <a:ext cx="128588" cy="128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56" name="Line 7">
                <a:extLst>
                  <a:ext uri="{FF2B5EF4-FFF2-40B4-BE49-F238E27FC236}">
                    <a16:creationId xmlns:a16="http://schemas.microsoft.com/office/drawing/2014/main" id="{BC0990A3-1942-BBF2-B56E-1ACDFA89A661}"/>
                  </a:ext>
                </a:extLst>
              </p:cNvPr>
              <p:cNvSpPr>
                <a:spLocks noChangeShapeType="1"/>
              </p:cNvSpPr>
              <p:nvPr/>
            </p:nvSpPr>
            <p:spPr bwMode="auto">
              <a:xfrm>
                <a:off x="6883718" y="324759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7" name="Line 8">
                <a:extLst>
                  <a:ext uri="{FF2B5EF4-FFF2-40B4-BE49-F238E27FC236}">
                    <a16:creationId xmlns:a16="http://schemas.microsoft.com/office/drawing/2014/main" id="{DD308312-0610-B420-81E4-2CAA4B8227B9}"/>
                  </a:ext>
                </a:extLst>
              </p:cNvPr>
              <p:cNvSpPr>
                <a:spLocks noChangeShapeType="1"/>
              </p:cNvSpPr>
              <p:nvPr/>
            </p:nvSpPr>
            <p:spPr bwMode="auto">
              <a:xfrm>
                <a:off x="6883718" y="3571440"/>
                <a:ext cx="473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8" name="AutoShape 11">
                <a:extLst>
                  <a:ext uri="{FF2B5EF4-FFF2-40B4-BE49-F238E27FC236}">
                    <a16:creationId xmlns:a16="http://schemas.microsoft.com/office/drawing/2014/main" id="{F820D13E-8570-CE05-9AAC-443F40C7CF86}"/>
                  </a:ext>
                </a:extLst>
              </p:cNvPr>
              <p:cNvSpPr>
                <a:spLocks noChangeArrowheads="1"/>
              </p:cNvSpPr>
              <p:nvPr/>
            </p:nvSpPr>
            <p:spPr bwMode="auto">
              <a:xfrm>
                <a:off x="7356793" y="3103128"/>
                <a:ext cx="561975" cy="617538"/>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59" name="Line 9">
                <a:extLst>
                  <a:ext uri="{FF2B5EF4-FFF2-40B4-BE49-F238E27FC236}">
                    <a16:creationId xmlns:a16="http://schemas.microsoft.com/office/drawing/2014/main" id="{0782C669-6839-5691-1F6C-983374A450DF}"/>
                  </a:ext>
                </a:extLst>
              </p:cNvPr>
              <p:cNvSpPr>
                <a:spLocks noChangeShapeType="1"/>
              </p:cNvSpPr>
              <p:nvPr/>
            </p:nvSpPr>
            <p:spPr bwMode="auto">
              <a:xfrm>
                <a:off x="8064817" y="3411897"/>
                <a:ext cx="3333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60" name="Line 7">
              <a:extLst>
                <a:ext uri="{FF2B5EF4-FFF2-40B4-BE49-F238E27FC236}">
                  <a16:creationId xmlns:a16="http://schemas.microsoft.com/office/drawing/2014/main" id="{F9F2B2FD-36EC-322F-E437-C22B5CDED27B}"/>
                </a:ext>
              </a:extLst>
            </p:cNvPr>
            <p:cNvSpPr>
              <a:spLocks noChangeShapeType="1"/>
            </p:cNvSpPr>
            <p:nvPr/>
          </p:nvSpPr>
          <p:spPr bwMode="auto">
            <a:xfrm rot="5400000">
              <a:off x="5328887" y="3999718"/>
              <a:ext cx="153422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1" name="椭圆 60">
              <a:extLst>
                <a:ext uri="{FF2B5EF4-FFF2-40B4-BE49-F238E27FC236}">
                  <a16:creationId xmlns:a16="http://schemas.microsoft.com/office/drawing/2014/main" id="{19DDDD50-E4E0-C8B2-38DE-268A28C63D8D}"/>
                </a:ext>
              </a:extLst>
            </p:cNvPr>
            <p:cNvSpPr/>
            <p:nvPr/>
          </p:nvSpPr>
          <p:spPr>
            <a:xfrm>
              <a:off x="6043875" y="316947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7">
              <a:extLst>
                <a:ext uri="{FF2B5EF4-FFF2-40B4-BE49-F238E27FC236}">
                  <a16:creationId xmlns:a16="http://schemas.microsoft.com/office/drawing/2014/main" id="{4BCBA551-F286-CE47-C552-3D6FE4877795}"/>
                </a:ext>
              </a:extLst>
            </p:cNvPr>
            <p:cNvSpPr>
              <a:spLocks noChangeShapeType="1"/>
            </p:cNvSpPr>
            <p:nvPr/>
          </p:nvSpPr>
          <p:spPr bwMode="auto">
            <a:xfrm rot="5400000">
              <a:off x="5071296" y="4753965"/>
              <a:ext cx="15489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3" name="Line 7">
              <a:extLst>
                <a:ext uri="{FF2B5EF4-FFF2-40B4-BE49-F238E27FC236}">
                  <a16:creationId xmlns:a16="http://schemas.microsoft.com/office/drawing/2014/main" id="{503E950C-7A8E-2AE6-5EAA-73A4F134DC6C}"/>
                </a:ext>
              </a:extLst>
            </p:cNvPr>
            <p:cNvSpPr>
              <a:spLocks noChangeShapeType="1"/>
            </p:cNvSpPr>
            <p:nvPr/>
          </p:nvSpPr>
          <p:spPr bwMode="auto">
            <a:xfrm rot="5400000">
              <a:off x="6061531" y="4003748"/>
              <a:ext cx="3519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4" name="Line 7">
              <a:extLst>
                <a:ext uri="{FF2B5EF4-FFF2-40B4-BE49-F238E27FC236}">
                  <a16:creationId xmlns:a16="http://schemas.microsoft.com/office/drawing/2014/main" id="{840E5BA9-5620-6ACB-AA82-EAD7B2CD1C4E}"/>
                </a:ext>
              </a:extLst>
            </p:cNvPr>
            <p:cNvSpPr>
              <a:spLocks noChangeShapeType="1"/>
            </p:cNvSpPr>
            <p:nvPr/>
          </p:nvSpPr>
          <p:spPr bwMode="auto">
            <a:xfrm rot="5400000">
              <a:off x="6061531" y="4750727"/>
              <a:ext cx="3519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5" name="Line 7">
              <a:extLst>
                <a:ext uri="{FF2B5EF4-FFF2-40B4-BE49-F238E27FC236}">
                  <a16:creationId xmlns:a16="http://schemas.microsoft.com/office/drawing/2014/main" id="{3BB0857B-86F4-02A7-EB3E-270F03CC1C54}"/>
                </a:ext>
              </a:extLst>
            </p:cNvPr>
            <p:cNvSpPr>
              <a:spLocks noChangeShapeType="1"/>
            </p:cNvSpPr>
            <p:nvPr/>
          </p:nvSpPr>
          <p:spPr bwMode="auto">
            <a:xfrm>
              <a:off x="6107257" y="4752076"/>
              <a:ext cx="12012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6" name="椭圆 65">
              <a:extLst>
                <a:ext uri="{FF2B5EF4-FFF2-40B4-BE49-F238E27FC236}">
                  <a16:creationId xmlns:a16="http://schemas.microsoft.com/office/drawing/2014/main" id="{FCFB3F83-C94B-C6C6-147C-924AF8217774}"/>
                </a:ext>
              </a:extLst>
            </p:cNvPr>
            <p:cNvSpPr/>
            <p:nvPr/>
          </p:nvSpPr>
          <p:spPr>
            <a:xfrm>
              <a:off x="6182483" y="4698014"/>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21F3D3C4-3826-FCAF-E717-D10CDDC92C28}"/>
                </a:ext>
              </a:extLst>
            </p:cNvPr>
            <p:cNvSpPr/>
            <p:nvPr/>
          </p:nvSpPr>
          <p:spPr>
            <a:xfrm>
              <a:off x="6182483" y="3939756"/>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Line 7">
              <a:extLst>
                <a:ext uri="{FF2B5EF4-FFF2-40B4-BE49-F238E27FC236}">
                  <a16:creationId xmlns:a16="http://schemas.microsoft.com/office/drawing/2014/main" id="{FEF72FC3-BD35-0434-E22E-2AEDC48CE8F8}"/>
                </a:ext>
              </a:extLst>
            </p:cNvPr>
            <p:cNvSpPr>
              <a:spLocks noChangeShapeType="1"/>
            </p:cNvSpPr>
            <p:nvPr/>
          </p:nvSpPr>
          <p:spPr bwMode="auto">
            <a:xfrm>
              <a:off x="5845790" y="3993609"/>
              <a:ext cx="3917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9" name="椭圆 68">
              <a:extLst>
                <a:ext uri="{FF2B5EF4-FFF2-40B4-BE49-F238E27FC236}">
                  <a16:creationId xmlns:a16="http://schemas.microsoft.com/office/drawing/2014/main" id="{D41E31C3-3775-EA65-5911-3923A6F67BD9}"/>
                </a:ext>
              </a:extLst>
            </p:cNvPr>
            <p:cNvSpPr/>
            <p:nvPr/>
          </p:nvSpPr>
          <p:spPr>
            <a:xfrm>
              <a:off x="5790746" y="5468987"/>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Line 7">
              <a:extLst>
                <a:ext uri="{FF2B5EF4-FFF2-40B4-BE49-F238E27FC236}">
                  <a16:creationId xmlns:a16="http://schemas.microsoft.com/office/drawing/2014/main" id="{C1B46F07-AEA7-F81E-8ABC-91958BB48B45}"/>
                </a:ext>
              </a:extLst>
            </p:cNvPr>
            <p:cNvSpPr>
              <a:spLocks noChangeShapeType="1"/>
            </p:cNvSpPr>
            <p:nvPr/>
          </p:nvSpPr>
          <p:spPr bwMode="auto">
            <a:xfrm rot="5400000">
              <a:off x="7514718" y="3776108"/>
              <a:ext cx="4868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1" name="Line 7">
              <a:extLst>
                <a:ext uri="{FF2B5EF4-FFF2-40B4-BE49-F238E27FC236}">
                  <a16:creationId xmlns:a16="http://schemas.microsoft.com/office/drawing/2014/main" id="{B32E2221-B193-CF01-A504-80DF9267059C}"/>
                </a:ext>
              </a:extLst>
            </p:cNvPr>
            <p:cNvSpPr>
              <a:spLocks noChangeShapeType="1"/>
            </p:cNvSpPr>
            <p:nvPr/>
          </p:nvSpPr>
          <p:spPr bwMode="auto">
            <a:xfrm rot="5400000">
              <a:off x="7521034" y="4976161"/>
              <a:ext cx="4749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2" name="Line 7">
              <a:extLst>
                <a:ext uri="{FF2B5EF4-FFF2-40B4-BE49-F238E27FC236}">
                  <a16:creationId xmlns:a16="http://schemas.microsoft.com/office/drawing/2014/main" id="{0EDA6EB9-D5E4-3F6D-E6C4-BA64C55A3093}"/>
                </a:ext>
              </a:extLst>
            </p:cNvPr>
            <p:cNvSpPr>
              <a:spLocks noChangeShapeType="1"/>
            </p:cNvSpPr>
            <p:nvPr/>
          </p:nvSpPr>
          <p:spPr bwMode="auto">
            <a:xfrm rot="5400000">
              <a:off x="8864689" y="3800867"/>
              <a:ext cx="85647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3" name="Line 7">
              <a:extLst>
                <a:ext uri="{FF2B5EF4-FFF2-40B4-BE49-F238E27FC236}">
                  <a16:creationId xmlns:a16="http://schemas.microsoft.com/office/drawing/2014/main" id="{AF33ACA9-8CA5-9238-7544-B2E12982FB5C}"/>
                </a:ext>
              </a:extLst>
            </p:cNvPr>
            <p:cNvSpPr>
              <a:spLocks noChangeShapeType="1"/>
            </p:cNvSpPr>
            <p:nvPr/>
          </p:nvSpPr>
          <p:spPr bwMode="auto">
            <a:xfrm rot="5400000">
              <a:off x="8867876" y="4950880"/>
              <a:ext cx="8495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75" name="文本框 74">
            <a:extLst>
              <a:ext uri="{FF2B5EF4-FFF2-40B4-BE49-F238E27FC236}">
                <a16:creationId xmlns:a16="http://schemas.microsoft.com/office/drawing/2014/main" id="{0F29508C-9814-BDB3-9633-0D5CC88C5E1B}"/>
              </a:ext>
            </a:extLst>
          </p:cNvPr>
          <p:cNvSpPr txBox="1"/>
          <p:nvPr/>
        </p:nvSpPr>
        <p:spPr>
          <a:xfrm>
            <a:off x="6471199" y="6004198"/>
            <a:ext cx="4122217" cy="461665"/>
          </a:xfrm>
          <a:prstGeom prst="rect">
            <a:avLst/>
          </a:prstGeom>
          <a:noFill/>
        </p:spPr>
        <p:txBody>
          <a:bodyPr wrap="square">
            <a:spAutoFit/>
          </a:bodyPr>
          <a:lstStyle/>
          <a:p>
            <a:pPr>
              <a:spcAft>
                <a:spcPts val="600"/>
              </a:spcAft>
            </a:pPr>
            <a:r>
              <a:rPr lang="zh-CN" altLang="en-US" sz="2400" dirty="0">
                <a:solidFill>
                  <a:srgbClr val="002060"/>
                </a:solidFill>
                <a:latin typeface="微软雅黑" panose="020B0503020204020204" pitchFamily="34" charset="-122"/>
                <a:ea typeface="微软雅黑" panose="020B0503020204020204" pitchFamily="34" charset="-122"/>
              </a:rPr>
              <a:t>用两输入</a:t>
            </a:r>
            <a:r>
              <a:rPr lang="zh-CN" altLang="en-US" sz="2400" dirty="0">
                <a:solidFill>
                  <a:srgbClr val="C00000"/>
                </a:solidFill>
                <a:latin typeface="微软雅黑" panose="020B0503020204020204" pitchFamily="34" charset="-122"/>
                <a:ea typeface="微软雅黑" panose="020B0503020204020204" pitchFamily="34" charset="-122"/>
              </a:rPr>
              <a:t>与非门</a:t>
            </a:r>
            <a:r>
              <a:rPr lang="zh-CN" altLang="en-US" sz="2400" dirty="0">
                <a:solidFill>
                  <a:srgbClr val="002060"/>
                </a:solidFill>
                <a:latin typeface="微软雅黑" panose="020B0503020204020204" pitchFamily="34" charset="-122"/>
                <a:ea typeface="微软雅黑" panose="020B0503020204020204" pitchFamily="34" charset="-122"/>
              </a:rPr>
              <a:t>实现</a:t>
            </a:r>
            <a:r>
              <a:rPr lang="zh-CN" altLang="en-US" sz="2400" dirty="0">
                <a:solidFill>
                  <a:srgbClr val="C00000"/>
                </a:solidFill>
                <a:latin typeface="微软雅黑" panose="020B0503020204020204" pitchFamily="34" charset="-122"/>
                <a:ea typeface="微软雅黑" panose="020B0503020204020204" pitchFamily="34" charset="-122"/>
              </a:rPr>
              <a:t>非门</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ED55322E-127B-0238-B9AF-8695A679193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代数法化简示例</a:t>
            </a:r>
            <a:endParaRPr lang="en-US" altLang="zh-CN" sz="3000" dirty="0">
              <a:solidFill>
                <a:srgbClr val="FFFF00"/>
              </a:solidFill>
            </a:endParaRPr>
          </a:p>
        </p:txBody>
      </p:sp>
    </p:spTree>
    <p:extLst>
      <p:ext uri="{BB962C8B-B14F-4D97-AF65-F5344CB8AC3E}">
        <p14:creationId xmlns:p14="http://schemas.microsoft.com/office/powerpoint/2010/main" val="240618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500"/>
                                        <p:tgtEl>
                                          <p:spTgt spid="14"/>
                                        </p:tgtEl>
                                      </p:cBhvr>
                                    </p:animEffect>
                                  </p:childTnLst>
                                </p:cTn>
                              </p:par>
                              <p:par>
                                <p:cTn id="11" presetID="14" presetClass="entr" presetSubtype="1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randombar(horizontal)">
                                      <p:cBhvr>
                                        <p:cTn id="13" dur="500"/>
                                        <p:tgtEl>
                                          <p:spTgt spid="19"/>
                                        </p:tgtEl>
                                      </p:cBhvr>
                                    </p:animEffect>
                                  </p:childTnLst>
                                </p:cTn>
                              </p:par>
                              <p:par>
                                <p:cTn id="14" presetID="14" presetClass="entr" presetSubtype="1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randombar(horizontal)">
                                      <p:cBhvr>
                                        <p:cTn id="16" dur="500"/>
                                        <p:tgtEl>
                                          <p:spTgt spid="20"/>
                                        </p:tgtEl>
                                      </p:cBhvr>
                                    </p:animEffect>
                                  </p:childTnLst>
                                </p:cTn>
                              </p:par>
                              <p:par>
                                <p:cTn id="17" presetID="14" presetClass="entr" presetSubtype="1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randombar(horizontal)">
                                      <p:cBhvr>
                                        <p:cTn id="19" dur="500"/>
                                        <p:tgtEl>
                                          <p:spTgt spid="21"/>
                                        </p:tgtEl>
                                      </p:cBhvr>
                                    </p:animEffect>
                                  </p:childTnLst>
                                </p:cTn>
                              </p:par>
                              <p:par>
                                <p:cTn id="20" presetID="14" presetClass="entr" presetSubtype="1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randombar(horizontal)">
                                      <p:cBhvr>
                                        <p:cTn id="22" dur="500"/>
                                        <p:tgtEl>
                                          <p:spTgt spid="22"/>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randombar(horizontal)">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randombar(horizontal)">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randombar(horizontal)">
                                      <p:cBhvr>
                                        <p:cTn id="40" dur="500"/>
                                        <p:tgtEl>
                                          <p:spTgt spid="74"/>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randombar(horizontal)">
                                      <p:cBhvr>
                                        <p:cTn id="4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4" grpId="0"/>
      <p:bldP spid="25" grpId="0"/>
      <p:bldP spid="7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A47C5EE-073B-DE2C-41A3-BEB84131C4DD}"/>
                  </a:ext>
                </a:extLst>
              </p:cNvPr>
              <p:cNvSpPr txBox="1"/>
              <p:nvPr/>
            </p:nvSpPr>
            <p:spPr>
              <a:xfrm>
                <a:off x="360000" y="828000"/>
                <a:ext cx="11304363" cy="2277547"/>
              </a:xfrm>
              <a:prstGeom prst="rect">
                <a:avLst/>
              </a:prstGeom>
              <a:noFill/>
            </p:spPr>
            <p:txBody>
              <a:bodyPr wrap="square">
                <a:spAutoFit/>
              </a:bodyPr>
              <a:lstStyle/>
              <a:p>
                <a:pPr>
                  <a:spcAft>
                    <a:spcPts val="600"/>
                  </a:spcAft>
                </a:pPr>
                <a:r>
                  <a:rPr lang="zh-CN" altLang="en-US" sz="2800" b="1" dirty="0">
                    <a:solidFill>
                      <a:srgbClr val="002060"/>
                    </a:solidFill>
                    <a:latin typeface="微软雅黑" panose="020B0503020204020204" pitchFamily="34" charset="-122"/>
                    <a:ea typeface="微软雅黑" panose="020B0503020204020204" pitchFamily="34" charset="-122"/>
                  </a:rPr>
                  <a:t>卡诺图</a:t>
                </a:r>
                <a:r>
                  <a:rPr lang="zh-CN" altLang="en-US" sz="2800" dirty="0">
                    <a:solidFill>
                      <a:srgbClr val="002060"/>
                    </a:solidFill>
                    <a:latin typeface="微软雅黑" panose="020B0503020204020204" pitchFamily="34" charset="-122"/>
                    <a:ea typeface="微软雅黑" panose="020B0503020204020204" pitchFamily="34" charset="-122"/>
                  </a:rPr>
                  <a:t>：对于 </a:t>
                </a:r>
                <a14:m>
                  <m:oMath xmlns:m="http://schemas.openxmlformats.org/officeDocument/2006/math">
                    <m:r>
                      <a:rPr lang="en-US" altLang="zh-CN" sz="2800" b="0" i="1" smtClean="0">
                        <a:solidFill>
                          <a:srgbClr val="002060"/>
                        </a:solidFill>
                        <a:latin typeface="Cambria Math" panose="02040503050406030204" pitchFamily="18" charset="0"/>
                        <a:ea typeface="宋体" charset="0"/>
                      </a:rPr>
                      <m:t>𝑛</m:t>
                    </m:r>
                  </m:oMath>
                </a14:m>
                <a:r>
                  <a:rPr lang="zh-CN" altLang="en-US" sz="2800" dirty="0">
                    <a:solidFill>
                      <a:srgbClr val="002060"/>
                    </a:solidFill>
                    <a:latin typeface="微软雅黑" panose="020B0503020204020204" pitchFamily="34" charset="-122"/>
                    <a:ea typeface="微软雅黑" panose="020B0503020204020204" pitchFamily="34" charset="-122"/>
                  </a:rPr>
                  <a:t> 变量逻辑函数，将每个最小项用一个小方块表示，全部的 </a:t>
                </a:r>
                <a14:m>
                  <m:oMath xmlns:m="http://schemas.openxmlformats.org/officeDocument/2006/math">
                    <m:sSup>
                      <m:sSupPr>
                        <m:ctrlPr>
                          <a:rPr lang="en-US" altLang="zh-CN" sz="2800" b="0" i="1" smtClean="0">
                            <a:solidFill>
                              <a:srgbClr val="002060"/>
                            </a:solidFill>
                            <a:latin typeface="Cambria Math" panose="02040503050406030204" pitchFamily="18" charset="0"/>
                            <a:ea typeface="宋体" charset="0"/>
                          </a:rPr>
                        </m:ctrlPr>
                      </m:sSupPr>
                      <m:e>
                        <m:r>
                          <a:rPr lang="en-US" altLang="zh-CN" sz="2800">
                            <a:solidFill>
                              <a:srgbClr val="002060"/>
                            </a:solidFill>
                            <a:latin typeface="Cambria Math" panose="02040503050406030204" pitchFamily="18" charset="0"/>
                            <a:ea typeface="宋体" charset="0"/>
                          </a:rPr>
                          <m:t>2</m:t>
                        </m:r>
                      </m:e>
                      <m:sup>
                        <m:r>
                          <a:rPr lang="en-US" altLang="zh-CN" sz="2800" i="1">
                            <a:solidFill>
                              <a:srgbClr val="002060"/>
                            </a:solidFill>
                            <a:latin typeface="Cambria Math" panose="02040503050406030204" pitchFamily="18" charset="0"/>
                            <a:ea typeface="宋体" charset="0"/>
                          </a:rPr>
                          <m:t>𝑛</m:t>
                        </m:r>
                      </m:sup>
                    </m:sSup>
                  </m:oMath>
                </a14:m>
                <a:r>
                  <a:rPr lang="zh-CN" altLang="en-US" sz="2800" dirty="0">
                    <a:solidFill>
                      <a:srgbClr val="002060"/>
                    </a:solidFill>
                    <a:latin typeface="微软雅黑" panose="020B0503020204020204" pitchFamily="34" charset="-122"/>
                    <a:ea typeface="微软雅黑" panose="020B0503020204020204" pitchFamily="34" charset="-122"/>
                  </a:rPr>
                  <a:t> 个最小项按逻辑相邻（只有一个变量不同）在几何位置上也相邻的方式排列起来，所构成的阵列图</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一般用于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5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变量以内逻辑函数的图解法化简</a:t>
                </a: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每个最小项都有 </a:t>
                </a:r>
                <a14:m>
                  <m:oMath xmlns:m="http://schemas.openxmlformats.org/officeDocument/2006/math">
                    <m:r>
                      <a:rPr lang="en-US" altLang="zh-CN" sz="2400">
                        <a:solidFill>
                          <a:schemeClr val="accent5">
                            <a:lumMod val="75000"/>
                          </a:schemeClr>
                        </a:solidFill>
                        <a:latin typeface="Cambria Math" panose="02040503050406030204" pitchFamily="18" charset="0"/>
                      </a:rPr>
                      <m:t>𝑛</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400" dirty="0" err="1">
                    <a:solidFill>
                      <a:schemeClr val="accent5">
                        <a:lumMod val="75000"/>
                      </a:schemeClr>
                    </a:solidFill>
                    <a:latin typeface="微软雅黑" panose="020B0503020204020204" pitchFamily="34" charset="-122"/>
                    <a:ea typeface="微软雅黑" panose="020B0503020204020204" pitchFamily="34" charset="-122"/>
                  </a:rPr>
                  <a:t>个</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与其逻辑相邻的</a:t>
                </a:r>
                <a:r>
                  <a:rPr lang="en-US" altLang="en-US" sz="2400" dirty="0" err="1">
                    <a:solidFill>
                      <a:schemeClr val="accent5">
                        <a:lumMod val="75000"/>
                      </a:schemeClr>
                    </a:solidFill>
                    <a:latin typeface="微软雅黑" panose="020B0503020204020204" pitchFamily="34" charset="-122"/>
                    <a:ea typeface="微软雅黑" panose="020B0503020204020204" pitchFamily="34" charset="-122"/>
                  </a:rPr>
                  <a:t>最小</a:t>
                </a:r>
                <a:r>
                  <a:rPr lang="en-US" altLang="zh-CN" sz="2400" dirty="0" err="1">
                    <a:solidFill>
                      <a:schemeClr val="accent5">
                        <a:lumMod val="75000"/>
                      </a:schemeClr>
                    </a:solidFill>
                    <a:latin typeface="微软雅黑" panose="020B0503020204020204" pitchFamily="34" charset="-122"/>
                    <a:ea typeface="微软雅黑" panose="020B0503020204020204" pitchFamily="34" charset="-122"/>
                  </a:rPr>
                  <a:t>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3A47C5EE-073B-DE2C-41A3-BEB84131C4DD}"/>
                  </a:ext>
                </a:extLst>
              </p:cNvPr>
              <p:cNvSpPr txBox="1">
                <a:spLocks noRot="1" noChangeAspect="1" noMove="1" noResize="1" noEditPoints="1" noAdjustHandles="1" noChangeArrowheads="1" noChangeShapeType="1" noTextEdit="1"/>
              </p:cNvSpPr>
              <p:nvPr/>
            </p:nvSpPr>
            <p:spPr>
              <a:xfrm>
                <a:off x="360000" y="828000"/>
                <a:ext cx="11304363" cy="2277547"/>
              </a:xfrm>
              <a:prstGeom prst="rect">
                <a:avLst/>
              </a:prstGeom>
              <a:blipFill>
                <a:blip r:embed="rId3"/>
                <a:stretch>
                  <a:fillRect l="-1079" t="-2949" r="-593" b="-5362"/>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785AF27A-ED15-E2F2-6AC8-084BE9B3754B}"/>
              </a:ext>
            </a:extLst>
          </p:cNvPr>
          <p:cNvSpPr txBox="1"/>
          <p:nvPr/>
        </p:nvSpPr>
        <p:spPr>
          <a:xfrm>
            <a:off x="360001" y="3168000"/>
            <a:ext cx="1922554" cy="954107"/>
          </a:xfrm>
          <a:prstGeom prst="rect">
            <a:avLst/>
          </a:prstGeom>
          <a:noFill/>
        </p:spPr>
        <p:txBody>
          <a:bodyPr wrap="square">
            <a:spAutoFit/>
          </a:bodyPr>
          <a:lstStyle/>
          <a:p>
            <a:pPr marL="457200" indent="-457200">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一变量卡诺图：</a:t>
            </a:r>
            <a:endParaRPr lang="zh-CN" altLang="en-US" sz="2800" dirty="0"/>
          </a:p>
        </p:txBody>
      </p:sp>
      <p:sp>
        <p:nvSpPr>
          <p:cNvPr id="36" name="文本框 35">
            <a:extLst>
              <a:ext uri="{FF2B5EF4-FFF2-40B4-BE49-F238E27FC236}">
                <a16:creationId xmlns:a16="http://schemas.microsoft.com/office/drawing/2014/main" id="{62BFFE5D-BD71-EEFA-276C-CEE88773CE7C}"/>
              </a:ext>
            </a:extLst>
          </p:cNvPr>
          <p:cNvSpPr txBox="1"/>
          <p:nvPr/>
        </p:nvSpPr>
        <p:spPr>
          <a:xfrm>
            <a:off x="360000" y="4608000"/>
            <a:ext cx="1922554" cy="954107"/>
          </a:xfrm>
          <a:prstGeom prst="rect">
            <a:avLst/>
          </a:prstGeom>
          <a:noFill/>
        </p:spPr>
        <p:txBody>
          <a:bodyPr wrap="square">
            <a:spAutoFit/>
          </a:bodyPr>
          <a:lstStyle/>
          <a:p>
            <a:pPr marL="457200" indent="-457200">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两变量卡诺图：</a:t>
            </a:r>
            <a:endParaRPr lang="zh-CN" altLang="en-US" sz="2800" dirty="0"/>
          </a:p>
        </p:txBody>
      </p:sp>
      <p:grpSp>
        <p:nvGrpSpPr>
          <p:cNvPr id="157" name="组合 156">
            <a:extLst>
              <a:ext uri="{FF2B5EF4-FFF2-40B4-BE49-F238E27FC236}">
                <a16:creationId xmlns:a16="http://schemas.microsoft.com/office/drawing/2014/main" id="{A219CAEF-2B65-397F-FF24-CEF60CFE17AC}"/>
              </a:ext>
            </a:extLst>
          </p:cNvPr>
          <p:cNvGrpSpPr/>
          <p:nvPr/>
        </p:nvGrpSpPr>
        <p:grpSpPr>
          <a:xfrm>
            <a:off x="11449269" y="6198682"/>
            <a:ext cx="786273" cy="548639"/>
            <a:chOff x="11454918" y="5839511"/>
            <a:chExt cx="786273" cy="548639"/>
          </a:xfrm>
        </p:grpSpPr>
        <p:grpSp>
          <p:nvGrpSpPr>
            <p:cNvPr id="158" name="组合 157">
              <a:extLst>
                <a:ext uri="{FF2B5EF4-FFF2-40B4-BE49-F238E27FC236}">
                  <a16:creationId xmlns:a16="http://schemas.microsoft.com/office/drawing/2014/main" id="{C44808F3-B252-0867-137D-EAF67E6276D5}"/>
                </a:ext>
              </a:extLst>
            </p:cNvPr>
            <p:cNvGrpSpPr/>
            <p:nvPr/>
          </p:nvGrpSpPr>
          <p:grpSpPr>
            <a:xfrm>
              <a:off x="11454918" y="5867450"/>
              <a:ext cx="737081" cy="520700"/>
              <a:chOff x="11454918" y="5867450"/>
              <a:chExt cx="737081" cy="520700"/>
            </a:xfrm>
          </p:grpSpPr>
          <p:sp>
            <p:nvSpPr>
              <p:cNvPr id="160" name="箭头: 五边形 159">
                <a:extLst>
                  <a:ext uri="{FF2B5EF4-FFF2-40B4-BE49-F238E27FC236}">
                    <a16:creationId xmlns:a16="http://schemas.microsoft.com/office/drawing/2014/main" id="{8B9D1017-5017-C7FE-AD0B-E1EA64DC694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箭头: V 形 160">
                <a:extLst>
                  <a:ext uri="{FF2B5EF4-FFF2-40B4-BE49-F238E27FC236}">
                    <a16:creationId xmlns:a16="http://schemas.microsoft.com/office/drawing/2014/main" id="{CF019A75-8BE8-79EE-87BF-D018C94AC33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9" name="灯片编号占位符 3">
              <a:extLst>
                <a:ext uri="{FF2B5EF4-FFF2-40B4-BE49-F238E27FC236}">
                  <a16:creationId xmlns:a16="http://schemas.microsoft.com/office/drawing/2014/main" id="{19C5D8C7-1932-7F73-D6C2-E4AAFF3706B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17</a:t>
              </a:fld>
              <a:endParaRPr lang="zh-CN" altLang="en-US" sz="3200" dirty="0">
                <a:solidFill>
                  <a:schemeClr val="bg1"/>
                </a:solidFill>
                <a:latin typeface="Candara"/>
                <a:ea typeface="微软雅黑"/>
              </a:endParaRPr>
            </a:p>
          </p:txBody>
        </p:sp>
      </p:grpSp>
      <p:grpSp>
        <p:nvGrpSpPr>
          <p:cNvPr id="174" name="组合 173">
            <a:extLst>
              <a:ext uri="{FF2B5EF4-FFF2-40B4-BE49-F238E27FC236}">
                <a16:creationId xmlns:a16="http://schemas.microsoft.com/office/drawing/2014/main" id="{86957A38-ED73-4114-A117-7CB73A025706}"/>
              </a:ext>
            </a:extLst>
          </p:cNvPr>
          <p:cNvGrpSpPr/>
          <p:nvPr/>
        </p:nvGrpSpPr>
        <p:grpSpPr>
          <a:xfrm>
            <a:off x="2700000" y="3096000"/>
            <a:ext cx="2038324" cy="1201567"/>
            <a:chOff x="2663264" y="2839164"/>
            <a:chExt cx="2038324" cy="1201567"/>
          </a:xfrm>
        </p:grpSpPr>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C1A3E36C-4EB8-B986-2245-EF80ADE23F89}"/>
                    </a:ext>
                  </a:extLst>
                </p:cNvPr>
                <p:cNvSpPr txBox="1"/>
                <p:nvPr/>
              </p:nvSpPr>
              <p:spPr>
                <a:xfrm>
                  <a:off x="3055887" y="3516613"/>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A</m:t>
                            </m:r>
                          </m:e>
                        </m:acc>
                      </m:oMath>
                    </m:oMathPara>
                  </a14:m>
                  <a:endParaRPr lang="zh-CN" altLang="en-US" sz="2800" dirty="0">
                    <a:solidFill>
                      <a:schemeClr val="tx1"/>
                    </a:solidFill>
                  </a:endParaRPr>
                </a:p>
              </p:txBody>
            </p:sp>
          </mc:Choice>
          <mc:Fallback xmlns="">
            <p:sp>
              <p:nvSpPr>
                <p:cNvPr id="175" name="文本框 174">
                  <a:extLst>
                    <a:ext uri="{FF2B5EF4-FFF2-40B4-BE49-F238E27FC236}">
                      <a16:creationId xmlns:a16="http://schemas.microsoft.com/office/drawing/2014/main" id="{C1A3E36C-4EB8-B986-2245-EF80ADE23F89}"/>
                    </a:ext>
                  </a:extLst>
                </p:cNvPr>
                <p:cNvSpPr txBox="1">
                  <a:spLocks noRot="1" noChangeAspect="1" noMove="1" noResize="1" noEditPoints="1" noAdjustHandles="1" noChangeArrowheads="1" noChangeShapeType="1" noTextEdit="1"/>
                </p:cNvSpPr>
                <p:nvPr/>
              </p:nvSpPr>
              <p:spPr>
                <a:xfrm>
                  <a:off x="3055887" y="3516613"/>
                  <a:ext cx="818698" cy="52411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224B4C32-DB84-0C36-C43F-7E766E9DF081}"/>
                    </a:ext>
                  </a:extLst>
                </p:cNvPr>
                <p:cNvSpPr txBox="1"/>
                <p:nvPr/>
              </p:nvSpPr>
              <p:spPr>
                <a:xfrm>
                  <a:off x="3877522" y="3516613"/>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b="0" i="0" smtClean="0">
                            <a:latin typeface="Cambria Math" panose="02040503050406030204" pitchFamily="18" charset="0"/>
                          </a:rPr>
                          <m:t>A</m:t>
                        </m:r>
                      </m:oMath>
                    </m:oMathPara>
                  </a14:m>
                  <a:endParaRPr lang="zh-CN" altLang="en-US" sz="2800" dirty="0">
                    <a:solidFill>
                      <a:schemeClr val="tx1"/>
                    </a:solidFill>
                  </a:endParaRPr>
                </a:p>
              </p:txBody>
            </p:sp>
          </mc:Choice>
          <mc:Fallback xmlns="">
            <p:sp>
              <p:nvSpPr>
                <p:cNvPr id="176" name="文本框 175">
                  <a:extLst>
                    <a:ext uri="{FF2B5EF4-FFF2-40B4-BE49-F238E27FC236}">
                      <a16:creationId xmlns:a16="http://schemas.microsoft.com/office/drawing/2014/main" id="{224B4C32-DB84-0C36-C43F-7E766E9DF081}"/>
                    </a:ext>
                  </a:extLst>
                </p:cNvPr>
                <p:cNvSpPr txBox="1">
                  <a:spLocks noRot="1" noChangeAspect="1" noMove="1" noResize="1" noEditPoints="1" noAdjustHandles="1" noChangeArrowheads="1" noChangeShapeType="1" noTextEdit="1"/>
                </p:cNvSpPr>
                <p:nvPr/>
              </p:nvSpPr>
              <p:spPr>
                <a:xfrm>
                  <a:off x="3877522" y="3516613"/>
                  <a:ext cx="818698" cy="524118"/>
                </a:xfrm>
                <a:prstGeom prst="rect">
                  <a:avLst/>
                </a:prstGeom>
                <a:blipFill>
                  <a:blip r:embed="rId5"/>
                  <a:stretch>
                    <a:fillRect/>
                  </a:stretch>
                </a:blipFill>
              </p:spPr>
              <p:txBody>
                <a:bodyPr/>
                <a:lstStyle/>
                <a:p>
                  <a:r>
                    <a:rPr lang="zh-CN" altLang="en-US">
                      <a:noFill/>
                    </a:rPr>
                    <a:t> </a:t>
                  </a:r>
                </a:p>
              </p:txBody>
            </p:sp>
          </mc:Fallback>
        </mc:AlternateContent>
        <p:sp>
          <p:nvSpPr>
            <p:cNvPr id="177" name="矩形 176">
              <a:extLst>
                <a:ext uri="{FF2B5EF4-FFF2-40B4-BE49-F238E27FC236}">
                  <a16:creationId xmlns:a16="http://schemas.microsoft.com/office/drawing/2014/main" id="{FA7A9B73-17B5-ACA4-551A-A11E6BF1234E}"/>
                </a:ext>
              </a:extLst>
            </p:cNvPr>
            <p:cNvSpPr/>
            <p:nvPr/>
          </p:nvSpPr>
          <p:spPr>
            <a:xfrm>
              <a:off x="3055887" y="3516613"/>
              <a:ext cx="1645701" cy="522369"/>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178" name="直接连接符 177">
              <a:extLst>
                <a:ext uri="{FF2B5EF4-FFF2-40B4-BE49-F238E27FC236}">
                  <a16:creationId xmlns:a16="http://schemas.microsoft.com/office/drawing/2014/main" id="{C6530D9A-251F-283F-3C08-0AE1CC6EFB3E}"/>
                </a:ext>
              </a:extLst>
            </p:cNvPr>
            <p:cNvCxnSpPr>
              <a:cxnSpLocks/>
              <a:stCxn id="177" idx="0"/>
              <a:endCxn id="177" idx="2"/>
            </p:cNvCxnSpPr>
            <p:nvPr/>
          </p:nvCxnSpPr>
          <p:spPr>
            <a:xfrm>
              <a:off x="3878738" y="3516613"/>
              <a:ext cx="0" cy="522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749AC361-1901-D0D6-C190-C0F113D916F9}"/>
                </a:ext>
              </a:extLst>
            </p:cNvPr>
            <p:cNvCxnSpPr>
              <a:cxnSpLocks/>
            </p:cNvCxnSpPr>
            <p:nvPr/>
          </p:nvCxnSpPr>
          <p:spPr>
            <a:xfrm>
              <a:off x="2663264" y="3122366"/>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28911443-5EF0-E00A-5E36-AABF9ABE0D69}"/>
                    </a:ext>
                  </a:extLst>
                </p:cNvPr>
                <p:cNvSpPr txBox="1"/>
                <p:nvPr/>
              </p:nvSpPr>
              <p:spPr>
                <a:xfrm>
                  <a:off x="3225861" y="30947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180" name="文本框 179">
                  <a:extLst>
                    <a:ext uri="{FF2B5EF4-FFF2-40B4-BE49-F238E27FC236}">
                      <a16:creationId xmlns:a16="http://schemas.microsoft.com/office/drawing/2014/main" id="{28911443-5EF0-E00A-5E36-AABF9ABE0D69}"/>
                    </a:ext>
                  </a:extLst>
                </p:cNvPr>
                <p:cNvSpPr txBox="1">
                  <a:spLocks noRot="1" noChangeAspect="1" noMove="1" noResize="1" noEditPoints="1" noAdjustHandles="1" noChangeArrowheads="1" noChangeShapeType="1" noTextEdit="1"/>
                </p:cNvSpPr>
                <p:nvPr/>
              </p:nvSpPr>
              <p:spPr>
                <a:xfrm>
                  <a:off x="3225861" y="3094702"/>
                  <a:ext cx="473382"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A6A978E5-FECF-CCC3-1AD9-FF70E081DB23}"/>
                    </a:ext>
                  </a:extLst>
                </p:cNvPr>
                <p:cNvSpPr txBox="1"/>
                <p:nvPr/>
              </p:nvSpPr>
              <p:spPr>
                <a:xfrm>
                  <a:off x="4047243" y="30947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81" name="文本框 180">
                  <a:extLst>
                    <a:ext uri="{FF2B5EF4-FFF2-40B4-BE49-F238E27FC236}">
                      <a16:creationId xmlns:a16="http://schemas.microsoft.com/office/drawing/2014/main" id="{A6A978E5-FECF-CCC3-1AD9-FF70E081DB23}"/>
                    </a:ext>
                  </a:extLst>
                </p:cNvPr>
                <p:cNvSpPr txBox="1">
                  <a:spLocks noRot="1" noChangeAspect="1" noMove="1" noResize="1" noEditPoints="1" noAdjustHandles="1" noChangeArrowheads="1" noChangeShapeType="1" noTextEdit="1"/>
                </p:cNvSpPr>
                <p:nvPr/>
              </p:nvSpPr>
              <p:spPr>
                <a:xfrm>
                  <a:off x="4047243" y="3094702"/>
                  <a:ext cx="473382"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C40080A2-EBA8-F84A-C5D6-42974DA11184}"/>
                    </a:ext>
                  </a:extLst>
                </p:cNvPr>
                <p:cNvSpPr txBox="1"/>
                <p:nvPr/>
              </p:nvSpPr>
              <p:spPr>
                <a:xfrm>
                  <a:off x="2697539" y="2839164"/>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a:latin typeface="Cambria Math" panose="02040503050406030204" pitchFamily="18" charset="0"/>
                          </a:rPr>
                          <m:t>A</m:t>
                        </m:r>
                      </m:oMath>
                    </m:oMathPara>
                  </a14:m>
                  <a:endParaRPr lang="zh-CN" altLang="en-US" sz="2800" dirty="0">
                    <a:solidFill>
                      <a:schemeClr val="tx1"/>
                    </a:solidFill>
                  </a:endParaRPr>
                </a:p>
              </p:txBody>
            </p:sp>
          </mc:Choice>
          <mc:Fallback xmlns="">
            <p:sp>
              <p:nvSpPr>
                <p:cNvPr id="182" name="文本框 181">
                  <a:extLst>
                    <a:ext uri="{FF2B5EF4-FFF2-40B4-BE49-F238E27FC236}">
                      <a16:creationId xmlns:a16="http://schemas.microsoft.com/office/drawing/2014/main" id="{C40080A2-EBA8-F84A-C5D6-42974DA11184}"/>
                    </a:ext>
                  </a:extLst>
                </p:cNvPr>
                <p:cNvSpPr txBox="1">
                  <a:spLocks noRot="1" noChangeAspect="1" noMove="1" noResize="1" noEditPoints="1" noAdjustHandles="1" noChangeArrowheads="1" noChangeShapeType="1" noTextEdit="1"/>
                </p:cNvSpPr>
                <p:nvPr/>
              </p:nvSpPr>
              <p:spPr>
                <a:xfrm>
                  <a:off x="2697539" y="2839164"/>
                  <a:ext cx="450705" cy="523220"/>
                </a:xfrm>
                <a:prstGeom prst="rect">
                  <a:avLst/>
                </a:prstGeom>
                <a:blipFill>
                  <a:blip r:embed="rId8"/>
                  <a:stretch>
                    <a:fillRect/>
                  </a:stretch>
                </a:blipFill>
              </p:spPr>
              <p:txBody>
                <a:bodyPr/>
                <a:lstStyle/>
                <a:p>
                  <a:r>
                    <a:rPr lang="zh-CN" altLang="en-US">
                      <a:noFill/>
                    </a:rPr>
                    <a:t> </a:t>
                  </a:r>
                </a:p>
              </p:txBody>
            </p:sp>
          </mc:Fallback>
        </mc:AlternateContent>
      </p:grpSp>
      <p:grpSp>
        <p:nvGrpSpPr>
          <p:cNvPr id="192" name="组合 191">
            <a:extLst>
              <a:ext uri="{FF2B5EF4-FFF2-40B4-BE49-F238E27FC236}">
                <a16:creationId xmlns:a16="http://schemas.microsoft.com/office/drawing/2014/main" id="{F2429FE6-8869-55F7-7A67-398E69F9AC41}"/>
              </a:ext>
            </a:extLst>
          </p:cNvPr>
          <p:cNvGrpSpPr/>
          <p:nvPr/>
        </p:nvGrpSpPr>
        <p:grpSpPr>
          <a:xfrm>
            <a:off x="2485368" y="4536000"/>
            <a:ext cx="2246797" cy="1735539"/>
            <a:chOff x="5080377" y="2961470"/>
            <a:chExt cx="2246797" cy="1735539"/>
          </a:xfrm>
        </p:grpSpPr>
        <mc:AlternateContent xmlns:mc="http://schemas.openxmlformats.org/markup-compatibility/2006" xmlns:a14="http://schemas.microsoft.com/office/drawing/2010/main">
          <mc:Choice Requires="a14">
            <p:sp>
              <p:nvSpPr>
                <p:cNvPr id="193" name="文本框 192">
                  <a:extLst>
                    <a:ext uri="{FF2B5EF4-FFF2-40B4-BE49-F238E27FC236}">
                      <a16:creationId xmlns:a16="http://schemas.microsoft.com/office/drawing/2014/main" id="{D32726E1-062A-B3C6-2D1E-6526178FE854}"/>
                    </a:ext>
                  </a:extLst>
                </p:cNvPr>
                <p:cNvSpPr txBox="1"/>
                <p:nvPr/>
              </p:nvSpPr>
              <p:spPr>
                <a:xfrm>
                  <a:off x="5677971" y="364497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i="0">
                                <a:latin typeface="Cambria Math" panose="02040503050406030204" pitchFamily="18" charset="0"/>
                              </a:rPr>
                              <m:t>A</m:t>
                            </m:r>
                          </m:e>
                        </m:acc>
                        <m:r>
                          <a:rPr lang="en-US" altLang="zh-CN" sz="2800" b="0" i="0" smtClean="0">
                            <a:latin typeface="Cambria Math" panose="02040503050406030204" pitchFamily="18" charset="0"/>
                          </a:rPr>
                          <m:t> </m:t>
                        </m:r>
                        <m:acc>
                          <m:accPr>
                            <m:chr m:val="̅"/>
                            <m:ctrlPr>
                              <a:rPr lang="en-US" altLang="zh-CN" sz="2800" i="1" smtClean="0">
                                <a:latin typeface="Cambria Math" panose="02040503050406030204" pitchFamily="18" charset="0"/>
                              </a:rPr>
                            </m:ctrlPr>
                          </m:accPr>
                          <m:e>
                            <m:r>
                              <m:rPr>
                                <m:sty m:val="p"/>
                              </m:rPr>
                              <a:rPr lang="en-US" altLang="zh-CN" sz="2800" b="0" i="0" smtClean="0">
                                <a:latin typeface="Cambria Math" panose="02040503050406030204" pitchFamily="18" charset="0"/>
                              </a:rPr>
                              <m:t>B</m:t>
                            </m:r>
                          </m:e>
                        </m:acc>
                      </m:oMath>
                    </m:oMathPara>
                  </a14:m>
                  <a:endParaRPr lang="zh-CN" altLang="en-US" sz="2800" dirty="0">
                    <a:solidFill>
                      <a:schemeClr val="tx1"/>
                    </a:solidFill>
                  </a:endParaRPr>
                </a:p>
              </p:txBody>
            </p:sp>
          </mc:Choice>
          <mc:Fallback xmlns="">
            <p:sp>
              <p:nvSpPr>
                <p:cNvPr id="193" name="文本框 192">
                  <a:extLst>
                    <a:ext uri="{FF2B5EF4-FFF2-40B4-BE49-F238E27FC236}">
                      <a16:creationId xmlns:a16="http://schemas.microsoft.com/office/drawing/2014/main" id="{D32726E1-062A-B3C6-2D1E-6526178FE854}"/>
                    </a:ext>
                  </a:extLst>
                </p:cNvPr>
                <p:cNvSpPr txBox="1">
                  <a:spLocks noRot="1" noChangeAspect="1" noMove="1" noResize="1" noEditPoints="1" noAdjustHandles="1" noChangeArrowheads="1" noChangeShapeType="1" noTextEdit="1"/>
                </p:cNvSpPr>
                <p:nvPr/>
              </p:nvSpPr>
              <p:spPr>
                <a:xfrm>
                  <a:off x="5677971" y="3644975"/>
                  <a:ext cx="818698" cy="52411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4" name="文本框 193">
                  <a:extLst>
                    <a:ext uri="{FF2B5EF4-FFF2-40B4-BE49-F238E27FC236}">
                      <a16:creationId xmlns:a16="http://schemas.microsoft.com/office/drawing/2014/main" id="{3F170958-45BA-FB17-9004-4751041061FF}"/>
                    </a:ext>
                  </a:extLst>
                </p:cNvPr>
                <p:cNvSpPr txBox="1"/>
                <p:nvPr/>
              </p:nvSpPr>
              <p:spPr>
                <a:xfrm>
                  <a:off x="6501422" y="364497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a:latin typeface="Cambria Math" panose="02040503050406030204" pitchFamily="18" charset="0"/>
                              </a:rPr>
                              <m:t>A</m:t>
                            </m:r>
                          </m:e>
                        </m:acc>
                        <m:r>
                          <a:rPr lang="en-US" altLang="zh-CN" sz="2800">
                            <a:latin typeface="Cambria Math" panose="02040503050406030204" pitchFamily="18" charset="0"/>
                          </a:rPr>
                          <m:t> </m:t>
                        </m:r>
                        <m:r>
                          <m:rPr>
                            <m:sty m:val="p"/>
                          </m:rPr>
                          <a:rPr lang="en-US" altLang="zh-CN" sz="2800" b="0" i="0" smtClean="0">
                            <a:latin typeface="Cambria Math" panose="02040503050406030204" pitchFamily="18" charset="0"/>
                          </a:rPr>
                          <m:t>B</m:t>
                        </m:r>
                      </m:oMath>
                    </m:oMathPara>
                  </a14:m>
                  <a:endParaRPr lang="zh-CN" altLang="en-US" sz="2800" dirty="0">
                    <a:solidFill>
                      <a:schemeClr val="tx1"/>
                    </a:solidFill>
                  </a:endParaRPr>
                </a:p>
              </p:txBody>
            </p:sp>
          </mc:Choice>
          <mc:Fallback xmlns="">
            <p:sp>
              <p:nvSpPr>
                <p:cNvPr id="194" name="文本框 193">
                  <a:extLst>
                    <a:ext uri="{FF2B5EF4-FFF2-40B4-BE49-F238E27FC236}">
                      <a16:creationId xmlns:a16="http://schemas.microsoft.com/office/drawing/2014/main" id="{3F170958-45BA-FB17-9004-4751041061FF}"/>
                    </a:ext>
                  </a:extLst>
                </p:cNvPr>
                <p:cNvSpPr txBox="1">
                  <a:spLocks noRot="1" noChangeAspect="1" noMove="1" noResize="1" noEditPoints="1" noAdjustHandles="1" noChangeArrowheads="1" noChangeShapeType="1" noTextEdit="1"/>
                </p:cNvSpPr>
                <p:nvPr/>
              </p:nvSpPr>
              <p:spPr>
                <a:xfrm>
                  <a:off x="6501422" y="3644975"/>
                  <a:ext cx="818698" cy="524118"/>
                </a:xfrm>
                <a:prstGeom prst="rect">
                  <a:avLst/>
                </a:prstGeom>
                <a:blipFill>
                  <a:blip r:embed="rId13"/>
                  <a:stretch>
                    <a:fillRect/>
                  </a:stretch>
                </a:blipFill>
              </p:spPr>
              <p:txBody>
                <a:bodyPr/>
                <a:lstStyle/>
                <a:p>
                  <a:r>
                    <a:rPr lang="zh-CN" altLang="en-US">
                      <a:noFill/>
                    </a:rPr>
                    <a:t> </a:t>
                  </a:r>
                </a:p>
              </p:txBody>
            </p:sp>
          </mc:Fallback>
        </mc:AlternateContent>
        <p:sp>
          <p:nvSpPr>
            <p:cNvPr id="195" name="矩形 194">
              <a:extLst>
                <a:ext uri="{FF2B5EF4-FFF2-40B4-BE49-F238E27FC236}">
                  <a16:creationId xmlns:a16="http://schemas.microsoft.com/office/drawing/2014/main" id="{CB6DDBCC-DE45-8500-DCA8-409F7727A603}"/>
                </a:ext>
              </a:extLst>
            </p:cNvPr>
            <p:cNvSpPr/>
            <p:nvPr/>
          </p:nvSpPr>
          <p:spPr>
            <a:xfrm>
              <a:off x="5675643" y="3644975"/>
              <a:ext cx="1651531" cy="1051136"/>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196" name="直接连接符 195">
              <a:extLst>
                <a:ext uri="{FF2B5EF4-FFF2-40B4-BE49-F238E27FC236}">
                  <a16:creationId xmlns:a16="http://schemas.microsoft.com/office/drawing/2014/main" id="{1F523F1C-D852-143C-CE3C-B349728A2368}"/>
                </a:ext>
              </a:extLst>
            </p:cNvPr>
            <p:cNvCxnSpPr>
              <a:cxnSpLocks/>
              <a:stCxn id="195" idx="0"/>
              <a:endCxn id="195" idx="2"/>
            </p:cNvCxnSpPr>
            <p:nvPr/>
          </p:nvCxnSpPr>
          <p:spPr>
            <a:xfrm>
              <a:off x="6501409" y="3644975"/>
              <a:ext cx="0" cy="10511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12DD3DC0-AC17-8B08-F9A7-AE19E3AB3F38}"/>
                </a:ext>
              </a:extLst>
            </p:cNvPr>
            <p:cNvCxnSpPr>
              <a:cxnSpLocks/>
            </p:cNvCxnSpPr>
            <p:nvPr/>
          </p:nvCxnSpPr>
          <p:spPr>
            <a:xfrm>
              <a:off x="5285348" y="3250728"/>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8" name="文本框 197">
                  <a:extLst>
                    <a:ext uri="{FF2B5EF4-FFF2-40B4-BE49-F238E27FC236}">
                      <a16:creationId xmlns:a16="http://schemas.microsoft.com/office/drawing/2014/main" id="{9A14A01A-A67A-9CB4-A5A9-46FB6D47E007}"/>
                    </a:ext>
                  </a:extLst>
                </p:cNvPr>
                <p:cNvSpPr txBox="1"/>
                <p:nvPr/>
              </p:nvSpPr>
              <p:spPr>
                <a:xfrm>
                  <a:off x="5847945" y="3223064"/>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198" name="文本框 197">
                  <a:extLst>
                    <a:ext uri="{FF2B5EF4-FFF2-40B4-BE49-F238E27FC236}">
                      <a16:creationId xmlns:a16="http://schemas.microsoft.com/office/drawing/2014/main" id="{9A14A01A-A67A-9CB4-A5A9-46FB6D47E007}"/>
                    </a:ext>
                  </a:extLst>
                </p:cNvPr>
                <p:cNvSpPr txBox="1">
                  <a:spLocks noRot="1" noChangeAspect="1" noMove="1" noResize="1" noEditPoints="1" noAdjustHandles="1" noChangeArrowheads="1" noChangeShapeType="1" noTextEdit="1"/>
                </p:cNvSpPr>
                <p:nvPr/>
              </p:nvSpPr>
              <p:spPr>
                <a:xfrm>
                  <a:off x="5847945" y="3223064"/>
                  <a:ext cx="473382" cy="46166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文本框 198">
                  <a:extLst>
                    <a:ext uri="{FF2B5EF4-FFF2-40B4-BE49-F238E27FC236}">
                      <a16:creationId xmlns:a16="http://schemas.microsoft.com/office/drawing/2014/main" id="{BC3DD40E-F9A7-29EA-2A08-2AF0FA16C618}"/>
                    </a:ext>
                  </a:extLst>
                </p:cNvPr>
                <p:cNvSpPr txBox="1"/>
                <p:nvPr/>
              </p:nvSpPr>
              <p:spPr>
                <a:xfrm>
                  <a:off x="6669327" y="3223064"/>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99" name="文本框 198">
                  <a:extLst>
                    <a:ext uri="{FF2B5EF4-FFF2-40B4-BE49-F238E27FC236}">
                      <a16:creationId xmlns:a16="http://schemas.microsoft.com/office/drawing/2014/main" id="{BC3DD40E-F9A7-29EA-2A08-2AF0FA16C618}"/>
                    </a:ext>
                  </a:extLst>
                </p:cNvPr>
                <p:cNvSpPr txBox="1">
                  <a:spLocks noRot="1" noChangeAspect="1" noMove="1" noResize="1" noEditPoints="1" noAdjustHandles="1" noChangeArrowheads="1" noChangeShapeType="1" noTextEdit="1"/>
                </p:cNvSpPr>
                <p:nvPr/>
              </p:nvSpPr>
              <p:spPr>
                <a:xfrm>
                  <a:off x="6669327" y="3223064"/>
                  <a:ext cx="473382" cy="461665"/>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25A72BEA-E97F-8A14-1667-95F7820E14FB}"/>
                    </a:ext>
                  </a:extLst>
                </p:cNvPr>
                <p:cNvSpPr txBox="1"/>
                <p:nvPr/>
              </p:nvSpPr>
              <p:spPr>
                <a:xfrm>
                  <a:off x="5319623" y="2961470"/>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B</m:t>
                        </m:r>
                      </m:oMath>
                    </m:oMathPara>
                  </a14:m>
                  <a:endParaRPr lang="zh-CN" altLang="en-US" sz="2800" dirty="0">
                    <a:solidFill>
                      <a:schemeClr val="tx1"/>
                    </a:solidFill>
                  </a:endParaRPr>
                </a:p>
              </p:txBody>
            </p:sp>
          </mc:Choice>
          <mc:Fallback xmlns="">
            <p:sp>
              <p:nvSpPr>
                <p:cNvPr id="200" name="文本框 199">
                  <a:extLst>
                    <a:ext uri="{FF2B5EF4-FFF2-40B4-BE49-F238E27FC236}">
                      <a16:creationId xmlns:a16="http://schemas.microsoft.com/office/drawing/2014/main" id="{25A72BEA-E97F-8A14-1667-95F7820E14FB}"/>
                    </a:ext>
                  </a:extLst>
                </p:cNvPr>
                <p:cNvSpPr txBox="1">
                  <a:spLocks noRot="1" noChangeAspect="1" noMove="1" noResize="1" noEditPoints="1" noAdjustHandles="1" noChangeArrowheads="1" noChangeShapeType="1" noTextEdit="1"/>
                </p:cNvSpPr>
                <p:nvPr/>
              </p:nvSpPr>
              <p:spPr>
                <a:xfrm>
                  <a:off x="5319623" y="2961470"/>
                  <a:ext cx="450705" cy="523220"/>
                </a:xfrm>
                <a:prstGeom prst="rect">
                  <a:avLst/>
                </a:prstGeom>
                <a:blipFill>
                  <a:blip r:embed="rId16"/>
                  <a:stretch>
                    <a:fillRect/>
                  </a:stretch>
                </a:blipFill>
              </p:spPr>
              <p:txBody>
                <a:bodyPr/>
                <a:lstStyle/>
                <a:p>
                  <a:r>
                    <a:rPr lang="zh-CN" altLang="en-US">
                      <a:noFill/>
                    </a:rPr>
                    <a:t> </a:t>
                  </a:r>
                </a:p>
              </p:txBody>
            </p:sp>
          </mc:Fallback>
        </mc:AlternateContent>
        <p:cxnSp>
          <p:nvCxnSpPr>
            <p:cNvPr id="201" name="直接连接符 200">
              <a:extLst>
                <a:ext uri="{FF2B5EF4-FFF2-40B4-BE49-F238E27FC236}">
                  <a16:creationId xmlns:a16="http://schemas.microsoft.com/office/drawing/2014/main" id="{8F7FDD48-B2CA-EF85-BAFF-0EE419172A2A}"/>
                </a:ext>
              </a:extLst>
            </p:cNvPr>
            <p:cNvCxnSpPr>
              <a:cxnSpLocks/>
              <a:stCxn id="195" idx="1"/>
              <a:endCxn id="195" idx="3"/>
            </p:cNvCxnSpPr>
            <p:nvPr/>
          </p:nvCxnSpPr>
          <p:spPr>
            <a:xfrm>
              <a:off x="5675643" y="4170543"/>
              <a:ext cx="165153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2" name="文本框 201">
                  <a:extLst>
                    <a:ext uri="{FF2B5EF4-FFF2-40B4-BE49-F238E27FC236}">
                      <a16:creationId xmlns:a16="http://schemas.microsoft.com/office/drawing/2014/main" id="{B0B47002-BC7C-307B-41D1-2FD11E9F1903}"/>
                    </a:ext>
                  </a:extLst>
                </p:cNvPr>
                <p:cNvSpPr txBox="1"/>
                <p:nvPr/>
              </p:nvSpPr>
              <p:spPr>
                <a:xfrm>
                  <a:off x="5675661" y="4172891"/>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b="0" i="0" smtClean="0">
                            <a:latin typeface="Cambria Math" panose="02040503050406030204" pitchFamily="18" charset="0"/>
                          </a:rPr>
                          <m:t>A</m:t>
                        </m:r>
                        <m:r>
                          <a:rPr lang="en-US" altLang="zh-CN" sz="2800" b="0" i="0" smtClean="0">
                            <a:latin typeface="Cambria Math" panose="02040503050406030204" pitchFamily="18" charset="0"/>
                          </a:rPr>
                          <m:t> </m:t>
                        </m:r>
                        <m:acc>
                          <m:accPr>
                            <m:chr m:val="̅"/>
                            <m:ctrlPr>
                              <a:rPr lang="en-US" altLang="zh-CN" sz="2800" i="1" smtClean="0">
                                <a:latin typeface="Cambria Math" panose="02040503050406030204" pitchFamily="18" charset="0"/>
                              </a:rPr>
                            </m:ctrlPr>
                          </m:accPr>
                          <m:e>
                            <m:r>
                              <m:rPr>
                                <m:sty m:val="p"/>
                              </m:rPr>
                              <a:rPr lang="en-US" altLang="zh-CN" sz="2800" b="0" i="0" smtClean="0">
                                <a:latin typeface="Cambria Math" panose="02040503050406030204" pitchFamily="18" charset="0"/>
                              </a:rPr>
                              <m:t>B</m:t>
                            </m:r>
                          </m:e>
                        </m:acc>
                      </m:oMath>
                    </m:oMathPara>
                  </a14:m>
                  <a:endParaRPr lang="zh-CN" altLang="en-US" sz="2800" dirty="0">
                    <a:solidFill>
                      <a:schemeClr val="tx1"/>
                    </a:solidFill>
                  </a:endParaRPr>
                </a:p>
              </p:txBody>
            </p:sp>
          </mc:Choice>
          <mc:Fallback xmlns="">
            <p:sp>
              <p:nvSpPr>
                <p:cNvPr id="202" name="文本框 201">
                  <a:extLst>
                    <a:ext uri="{FF2B5EF4-FFF2-40B4-BE49-F238E27FC236}">
                      <a16:creationId xmlns:a16="http://schemas.microsoft.com/office/drawing/2014/main" id="{B0B47002-BC7C-307B-41D1-2FD11E9F1903}"/>
                    </a:ext>
                  </a:extLst>
                </p:cNvPr>
                <p:cNvSpPr txBox="1">
                  <a:spLocks noRot="1" noChangeAspect="1" noMove="1" noResize="1" noEditPoints="1" noAdjustHandles="1" noChangeArrowheads="1" noChangeShapeType="1" noTextEdit="1"/>
                </p:cNvSpPr>
                <p:nvPr/>
              </p:nvSpPr>
              <p:spPr>
                <a:xfrm>
                  <a:off x="5675661" y="4172891"/>
                  <a:ext cx="818698" cy="52322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713BDCA6-EAAC-9C74-B54A-917CD0A98A8F}"/>
                    </a:ext>
                  </a:extLst>
                </p:cNvPr>
                <p:cNvSpPr txBox="1"/>
                <p:nvPr/>
              </p:nvSpPr>
              <p:spPr>
                <a:xfrm>
                  <a:off x="6500634" y="4172891"/>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i="0" smtClean="0">
                            <a:latin typeface="Cambria Math" panose="02040503050406030204" pitchFamily="18" charset="0"/>
                          </a:rPr>
                          <m:t>A</m:t>
                        </m:r>
                        <m:r>
                          <a:rPr lang="en-US" altLang="zh-CN" sz="2800" b="0" i="0" smtClean="0">
                            <a:latin typeface="Cambria Math" panose="02040503050406030204" pitchFamily="18" charset="0"/>
                          </a:rPr>
                          <m:t> </m:t>
                        </m:r>
                        <m:r>
                          <m:rPr>
                            <m:sty m:val="p"/>
                          </m:rPr>
                          <a:rPr lang="en-US" altLang="zh-CN" sz="2800" b="0" i="0" smtClean="0">
                            <a:latin typeface="Cambria Math" panose="02040503050406030204" pitchFamily="18" charset="0"/>
                          </a:rPr>
                          <m:t>B</m:t>
                        </m:r>
                      </m:oMath>
                    </m:oMathPara>
                  </a14:m>
                  <a:endParaRPr lang="zh-CN" altLang="en-US" sz="2800" dirty="0">
                    <a:solidFill>
                      <a:schemeClr val="tx1"/>
                    </a:solidFill>
                  </a:endParaRPr>
                </a:p>
              </p:txBody>
            </p:sp>
          </mc:Choice>
          <mc:Fallback xmlns="">
            <p:sp>
              <p:nvSpPr>
                <p:cNvPr id="203" name="文本框 202">
                  <a:extLst>
                    <a:ext uri="{FF2B5EF4-FFF2-40B4-BE49-F238E27FC236}">
                      <a16:creationId xmlns:a16="http://schemas.microsoft.com/office/drawing/2014/main" id="{713BDCA6-EAAC-9C74-B54A-917CD0A98A8F}"/>
                    </a:ext>
                  </a:extLst>
                </p:cNvPr>
                <p:cNvSpPr txBox="1">
                  <a:spLocks noRot="1" noChangeAspect="1" noMove="1" noResize="1" noEditPoints="1" noAdjustHandles="1" noChangeArrowheads="1" noChangeShapeType="1" noTextEdit="1"/>
                </p:cNvSpPr>
                <p:nvPr/>
              </p:nvSpPr>
              <p:spPr>
                <a:xfrm>
                  <a:off x="6500634" y="4172891"/>
                  <a:ext cx="818698" cy="524118"/>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4" name="文本框 203">
                  <a:extLst>
                    <a:ext uri="{FF2B5EF4-FFF2-40B4-BE49-F238E27FC236}">
                      <a16:creationId xmlns:a16="http://schemas.microsoft.com/office/drawing/2014/main" id="{9655B4EA-AA7C-681C-F8CD-FC3A39877163}"/>
                    </a:ext>
                  </a:extLst>
                </p:cNvPr>
                <p:cNvSpPr txBox="1"/>
                <p:nvPr/>
              </p:nvSpPr>
              <p:spPr>
                <a:xfrm>
                  <a:off x="5080377" y="3170272"/>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m:t>
                        </m:r>
                      </m:oMath>
                    </m:oMathPara>
                  </a14:m>
                  <a:endParaRPr lang="zh-CN" altLang="en-US" sz="2800" dirty="0">
                    <a:solidFill>
                      <a:schemeClr val="tx1"/>
                    </a:solidFill>
                  </a:endParaRPr>
                </a:p>
              </p:txBody>
            </p:sp>
          </mc:Choice>
          <mc:Fallback xmlns="">
            <p:sp>
              <p:nvSpPr>
                <p:cNvPr id="204" name="文本框 203">
                  <a:extLst>
                    <a:ext uri="{FF2B5EF4-FFF2-40B4-BE49-F238E27FC236}">
                      <a16:creationId xmlns:a16="http://schemas.microsoft.com/office/drawing/2014/main" id="{9655B4EA-AA7C-681C-F8CD-FC3A39877163}"/>
                    </a:ext>
                  </a:extLst>
                </p:cNvPr>
                <p:cNvSpPr txBox="1">
                  <a:spLocks noRot="1" noChangeAspect="1" noMove="1" noResize="1" noEditPoints="1" noAdjustHandles="1" noChangeArrowheads="1" noChangeShapeType="1" noTextEdit="1"/>
                </p:cNvSpPr>
                <p:nvPr/>
              </p:nvSpPr>
              <p:spPr>
                <a:xfrm>
                  <a:off x="5080377" y="3170272"/>
                  <a:ext cx="450705" cy="52322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E8E7D2EE-B07F-7CD0-AD8E-01EE95D07846}"/>
                    </a:ext>
                  </a:extLst>
                </p:cNvPr>
                <p:cNvSpPr txBox="1"/>
                <p:nvPr/>
              </p:nvSpPr>
              <p:spPr>
                <a:xfrm>
                  <a:off x="5319623" y="4195102"/>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m:t>
                        </m:r>
                      </m:oMath>
                    </m:oMathPara>
                  </a14:m>
                  <a:endParaRPr lang="zh-CN" altLang="en-US" sz="2400" dirty="0"/>
                </a:p>
              </p:txBody>
            </p:sp>
          </mc:Choice>
          <mc:Fallback xmlns="">
            <p:sp>
              <p:nvSpPr>
                <p:cNvPr id="205" name="文本框 204">
                  <a:extLst>
                    <a:ext uri="{FF2B5EF4-FFF2-40B4-BE49-F238E27FC236}">
                      <a16:creationId xmlns:a16="http://schemas.microsoft.com/office/drawing/2014/main" id="{E8E7D2EE-B07F-7CD0-AD8E-01EE95D07846}"/>
                    </a:ext>
                  </a:extLst>
                </p:cNvPr>
                <p:cNvSpPr txBox="1">
                  <a:spLocks noRot="1" noChangeAspect="1" noMove="1" noResize="1" noEditPoints="1" noAdjustHandles="1" noChangeArrowheads="1" noChangeShapeType="1" noTextEdit="1"/>
                </p:cNvSpPr>
                <p:nvPr/>
              </p:nvSpPr>
              <p:spPr>
                <a:xfrm>
                  <a:off x="5319623" y="4195102"/>
                  <a:ext cx="333907" cy="461665"/>
                </a:xfrm>
                <a:prstGeom prst="rect">
                  <a:avLst/>
                </a:prstGeom>
                <a:blipFill>
                  <a:blip r:embed="rId20"/>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6" name="文本框 205">
                  <a:extLst>
                    <a:ext uri="{FF2B5EF4-FFF2-40B4-BE49-F238E27FC236}">
                      <a16:creationId xmlns:a16="http://schemas.microsoft.com/office/drawing/2014/main" id="{4B289999-569D-E874-8A59-37647DD17CFE}"/>
                    </a:ext>
                  </a:extLst>
                </p:cNvPr>
                <p:cNvSpPr txBox="1"/>
                <p:nvPr/>
              </p:nvSpPr>
              <p:spPr>
                <a:xfrm>
                  <a:off x="5319623" y="3676201"/>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p>
              </p:txBody>
            </p:sp>
          </mc:Choice>
          <mc:Fallback xmlns="">
            <p:sp>
              <p:nvSpPr>
                <p:cNvPr id="206" name="文本框 205">
                  <a:extLst>
                    <a:ext uri="{FF2B5EF4-FFF2-40B4-BE49-F238E27FC236}">
                      <a16:creationId xmlns:a16="http://schemas.microsoft.com/office/drawing/2014/main" id="{4B289999-569D-E874-8A59-37647DD17CFE}"/>
                    </a:ext>
                  </a:extLst>
                </p:cNvPr>
                <p:cNvSpPr txBox="1">
                  <a:spLocks noRot="1" noChangeAspect="1" noMove="1" noResize="1" noEditPoints="1" noAdjustHandles="1" noChangeArrowheads="1" noChangeShapeType="1" noTextEdit="1"/>
                </p:cNvSpPr>
                <p:nvPr/>
              </p:nvSpPr>
              <p:spPr>
                <a:xfrm>
                  <a:off x="5319623" y="3676201"/>
                  <a:ext cx="333907" cy="461665"/>
                </a:xfrm>
                <a:prstGeom prst="rect">
                  <a:avLst/>
                </a:prstGeom>
                <a:blipFill>
                  <a:blip r:embed="rId21"/>
                  <a:stretch>
                    <a:fillRect l="-3636" r="-10909"/>
                  </a:stretch>
                </a:blipFill>
              </p:spPr>
              <p:txBody>
                <a:bodyPr/>
                <a:lstStyle/>
                <a:p>
                  <a:r>
                    <a:rPr lang="zh-CN" altLang="en-US">
                      <a:noFill/>
                    </a:rPr>
                    <a:t> </a:t>
                  </a:r>
                </a:p>
              </p:txBody>
            </p:sp>
          </mc:Fallback>
        </mc:AlternateContent>
      </p:grpSp>
      <p:grpSp>
        <p:nvGrpSpPr>
          <p:cNvPr id="282" name="组合 281">
            <a:extLst>
              <a:ext uri="{FF2B5EF4-FFF2-40B4-BE49-F238E27FC236}">
                <a16:creationId xmlns:a16="http://schemas.microsoft.com/office/drawing/2014/main" id="{E003BEA2-DA1F-56D6-3190-393FDBF4AD65}"/>
              </a:ext>
            </a:extLst>
          </p:cNvPr>
          <p:cNvGrpSpPr/>
          <p:nvPr/>
        </p:nvGrpSpPr>
        <p:grpSpPr>
          <a:xfrm>
            <a:off x="7668000" y="4247910"/>
            <a:ext cx="3686455" cy="1154695"/>
            <a:chOff x="7748722" y="4229978"/>
            <a:chExt cx="3686455" cy="1154695"/>
          </a:xfrm>
        </p:grpSpPr>
        <mc:AlternateContent xmlns:mc="http://schemas.openxmlformats.org/markup-compatibility/2006" xmlns:a14="http://schemas.microsoft.com/office/drawing/2010/main">
          <mc:Choice Requires="a14">
            <p:sp>
              <p:nvSpPr>
                <p:cNvPr id="251" name="文本框 250">
                  <a:extLst>
                    <a:ext uri="{FF2B5EF4-FFF2-40B4-BE49-F238E27FC236}">
                      <a16:creationId xmlns:a16="http://schemas.microsoft.com/office/drawing/2014/main" id="{E502AD04-A5B4-50DE-5C41-405FE74E0CDE}"/>
                    </a:ext>
                  </a:extLst>
                </p:cNvPr>
                <p:cNvSpPr txBox="1"/>
                <p:nvPr/>
              </p:nvSpPr>
              <p:spPr>
                <a:xfrm>
                  <a:off x="8141345"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A</m:t>
                            </m:r>
                          </m:e>
                        </m:acc>
                        <m:r>
                          <a:rPr lang="en-US" altLang="zh-CN" sz="2800">
                            <a:latin typeface="Cambria Math" panose="02040503050406030204" pitchFamily="18" charset="0"/>
                          </a:rPr>
                          <m:t> </m:t>
                        </m:r>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B</m:t>
                            </m:r>
                          </m:e>
                        </m:acc>
                      </m:oMath>
                    </m:oMathPara>
                  </a14:m>
                  <a:endParaRPr lang="zh-CN" altLang="en-US" sz="2800" dirty="0">
                    <a:solidFill>
                      <a:schemeClr val="tx1"/>
                    </a:solidFill>
                  </a:endParaRPr>
                </a:p>
              </p:txBody>
            </p:sp>
          </mc:Choice>
          <mc:Fallback xmlns="">
            <p:sp>
              <p:nvSpPr>
                <p:cNvPr id="251" name="文本框 250">
                  <a:extLst>
                    <a:ext uri="{FF2B5EF4-FFF2-40B4-BE49-F238E27FC236}">
                      <a16:creationId xmlns:a16="http://schemas.microsoft.com/office/drawing/2014/main" id="{E502AD04-A5B4-50DE-5C41-405FE74E0CDE}"/>
                    </a:ext>
                  </a:extLst>
                </p:cNvPr>
                <p:cNvSpPr txBox="1">
                  <a:spLocks noRot="1" noChangeAspect="1" noMove="1" noResize="1" noEditPoints="1" noAdjustHandles="1" noChangeArrowheads="1" noChangeShapeType="1" noTextEdit="1"/>
                </p:cNvSpPr>
                <p:nvPr/>
              </p:nvSpPr>
              <p:spPr>
                <a:xfrm>
                  <a:off x="8141345" y="4860555"/>
                  <a:ext cx="818698" cy="523220"/>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文本框 251">
                  <a:extLst>
                    <a:ext uri="{FF2B5EF4-FFF2-40B4-BE49-F238E27FC236}">
                      <a16:creationId xmlns:a16="http://schemas.microsoft.com/office/drawing/2014/main" id="{2D4C6838-31FE-5D71-63C1-40E251104B49}"/>
                    </a:ext>
                  </a:extLst>
                </p:cNvPr>
                <p:cNvSpPr txBox="1"/>
                <p:nvPr/>
              </p:nvSpPr>
              <p:spPr>
                <a:xfrm>
                  <a:off x="8962980" y="486055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A</m:t>
                            </m:r>
                          </m:e>
                        </m:acc>
                        <m:r>
                          <a:rPr lang="en-US" altLang="zh-CN" sz="2800">
                            <a:latin typeface="Cambria Math" panose="02040503050406030204" pitchFamily="18" charset="0"/>
                          </a:rPr>
                          <m:t> </m:t>
                        </m:r>
                        <m:r>
                          <m:rPr>
                            <m:sty m:val="p"/>
                          </m:rPr>
                          <a:rPr lang="en-US" altLang="zh-CN" sz="2800">
                            <a:latin typeface="Cambria Math" panose="02040503050406030204" pitchFamily="18" charset="0"/>
                          </a:rPr>
                          <m:t>B</m:t>
                        </m:r>
                      </m:oMath>
                    </m:oMathPara>
                  </a14:m>
                  <a:endParaRPr lang="zh-CN" altLang="en-US" sz="2800" dirty="0">
                    <a:solidFill>
                      <a:schemeClr val="tx1"/>
                    </a:solidFill>
                  </a:endParaRPr>
                </a:p>
              </p:txBody>
            </p:sp>
          </mc:Choice>
          <mc:Fallback xmlns="">
            <p:sp>
              <p:nvSpPr>
                <p:cNvPr id="252" name="文本框 251">
                  <a:extLst>
                    <a:ext uri="{FF2B5EF4-FFF2-40B4-BE49-F238E27FC236}">
                      <a16:creationId xmlns:a16="http://schemas.microsoft.com/office/drawing/2014/main" id="{2D4C6838-31FE-5D71-63C1-40E251104B49}"/>
                    </a:ext>
                  </a:extLst>
                </p:cNvPr>
                <p:cNvSpPr txBox="1">
                  <a:spLocks noRot="1" noChangeAspect="1" noMove="1" noResize="1" noEditPoints="1" noAdjustHandles="1" noChangeArrowheads="1" noChangeShapeType="1" noTextEdit="1"/>
                </p:cNvSpPr>
                <p:nvPr/>
              </p:nvSpPr>
              <p:spPr>
                <a:xfrm>
                  <a:off x="8962980" y="4860555"/>
                  <a:ext cx="818698" cy="524118"/>
                </a:xfrm>
                <a:prstGeom prst="rect">
                  <a:avLst/>
                </a:prstGeom>
                <a:blipFill>
                  <a:blip r:embed="rId29"/>
                  <a:stretch>
                    <a:fillRect/>
                  </a:stretch>
                </a:blipFill>
              </p:spPr>
              <p:txBody>
                <a:bodyPr/>
                <a:lstStyle/>
                <a:p>
                  <a:r>
                    <a:rPr lang="zh-CN" altLang="en-US">
                      <a:noFill/>
                    </a:rPr>
                    <a:t> </a:t>
                  </a:r>
                </a:p>
              </p:txBody>
            </p:sp>
          </mc:Fallback>
        </mc:AlternateContent>
        <p:sp>
          <p:nvSpPr>
            <p:cNvPr id="253" name="矩形 252">
              <a:extLst>
                <a:ext uri="{FF2B5EF4-FFF2-40B4-BE49-F238E27FC236}">
                  <a16:creationId xmlns:a16="http://schemas.microsoft.com/office/drawing/2014/main" id="{5D1AD1BC-EA45-CABC-D727-75941BDCCF1D}"/>
                </a:ext>
              </a:extLst>
            </p:cNvPr>
            <p:cNvSpPr/>
            <p:nvPr/>
          </p:nvSpPr>
          <p:spPr>
            <a:xfrm>
              <a:off x="8141345" y="4860555"/>
              <a:ext cx="3293832" cy="522369"/>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254" name="直接连接符 253">
              <a:extLst>
                <a:ext uri="{FF2B5EF4-FFF2-40B4-BE49-F238E27FC236}">
                  <a16:creationId xmlns:a16="http://schemas.microsoft.com/office/drawing/2014/main" id="{094ADA4C-1EDA-7440-D5E2-2BE418C54E6A}"/>
                </a:ext>
              </a:extLst>
            </p:cNvPr>
            <p:cNvCxnSpPr>
              <a:cxnSpLocks/>
              <a:stCxn id="253" idx="0"/>
              <a:endCxn id="253" idx="2"/>
            </p:cNvCxnSpPr>
            <p:nvPr/>
          </p:nvCxnSpPr>
          <p:spPr>
            <a:xfrm>
              <a:off x="9788261" y="4860555"/>
              <a:ext cx="0" cy="522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AC8CAF96-F6AD-8373-DA55-CF7190902D18}"/>
                </a:ext>
              </a:extLst>
            </p:cNvPr>
            <p:cNvCxnSpPr>
              <a:cxnSpLocks/>
            </p:cNvCxnSpPr>
            <p:nvPr/>
          </p:nvCxnSpPr>
          <p:spPr>
            <a:xfrm>
              <a:off x="7748722" y="4466308"/>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99E56D9B-9ADF-DBCB-BB20-736AB968F310}"/>
                    </a:ext>
                  </a:extLst>
                </p:cNvPr>
                <p:cNvSpPr txBox="1"/>
                <p:nvPr/>
              </p:nvSpPr>
              <p:spPr>
                <a:xfrm>
                  <a:off x="8311319"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256" name="文本框 255">
                  <a:extLst>
                    <a:ext uri="{FF2B5EF4-FFF2-40B4-BE49-F238E27FC236}">
                      <a16:creationId xmlns:a16="http://schemas.microsoft.com/office/drawing/2014/main" id="{99E56D9B-9ADF-DBCB-BB20-736AB968F310}"/>
                    </a:ext>
                  </a:extLst>
                </p:cNvPr>
                <p:cNvSpPr txBox="1">
                  <a:spLocks noRot="1" noChangeAspect="1" noMove="1" noResize="1" noEditPoints="1" noAdjustHandles="1" noChangeArrowheads="1" noChangeShapeType="1" noTextEdit="1"/>
                </p:cNvSpPr>
                <p:nvPr/>
              </p:nvSpPr>
              <p:spPr>
                <a:xfrm>
                  <a:off x="8311319" y="4444786"/>
                  <a:ext cx="473382" cy="461665"/>
                </a:xfrm>
                <a:prstGeom prst="rect">
                  <a:avLst/>
                </a:prstGeom>
                <a:blipFill>
                  <a:blip r:embed="rId30"/>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7" name="文本框 256">
                  <a:extLst>
                    <a:ext uri="{FF2B5EF4-FFF2-40B4-BE49-F238E27FC236}">
                      <a16:creationId xmlns:a16="http://schemas.microsoft.com/office/drawing/2014/main" id="{141A6526-4EEC-BFDF-5464-10EBBC33DEF2}"/>
                    </a:ext>
                  </a:extLst>
                </p:cNvPr>
                <p:cNvSpPr txBox="1"/>
                <p:nvPr/>
              </p:nvSpPr>
              <p:spPr>
                <a:xfrm>
                  <a:off x="9132701"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257" name="文本框 256">
                  <a:extLst>
                    <a:ext uri="{FF2B5EF4-FFF2-40B4-BE49-F238E27FC236}">
                      <a16:creationId xmlns:a16="http://schemas.microsoft.com/office/drawing/2014/main" id="{141A6526-4EEC-BFDF-5464-10EBBC33DEF2}"/>
                    </a:ext>
                  </a:extLst>
                </p:cNvPr>
                <p:cNvSpPr txBox="1">
                  <a:spLocks noRot="1" noChangeAspect="1" noMove="1" noResize="1" noEditPoints="1" noAdjustHandles="1" noChangeArrowheads="1" noChangeShapeType="1" noTextEdit="1"/>
                </p:cNvSpPr>
                <p:nvPr/>
              </p:nvSpPr>
              <p:spPr>
                <a:xfrm>
                  <a:off x="9132701" y="4444786"/>
                  <a:ext cx="473382" cy="461665"/>
                </a:xfrm>
                <a:prstGeom prst="rect">
                  <a:avLst/>
                </a:prstGeom>
                <a:blipFill>
                  <a:blip r:embed="rId31"/>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4B9B5376-592B-8C6C-2C7E-664E9239B0E5}"/>
                    </a:ext>
                  </a:extLst>
                </p:cNvPr>
                <p:cNvSpPr txBox="1"/>
                <p:nvPr/>
              </p:nvSpPr>
              <p:spPr>
                <a:xfrm>
                  <a:off x="7824837" y="4229978"/>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smtClean="0">
                            <a:latin typeface="Cambria Math" panose="02040503050406030204" pitchFamily="18" charset="0"/>
                          </a:rPr>
                          <m:t>A</m:t>
                        </m:r>
                        <m:r>
                          <m:rPr>
                            <m:sty m:val="p"/>
                          </m:rPr>
                          <a:rPr lang="en-US" altLang="zh-CN" sz="2800" b="0" i="0" smtClean="0">
                            <a:latin typeface="Cambria Math" panose="02040503050406030204" pitchFamily="18" charset="0"/>
                          </a:rPr>
                          <m:t>B</m:t>
                        </m:r>
                      </m:oMath>
                    </m:oMathPara>
                  </a14:m>
                  <a:endParaRPr lang="zh-CN" altLang="en-US" sz="2800" dirty="0">
                    <a:solidFill>
                      <a:schemeClr val="tx1"/>
                    </a:solidFill>
                  </a:endParaRPr>
                </a:p>
              </p:txBody>
            </p:sp>
          </mc:Choice>
          <mc:Fallback xmlns="">
            <p:sp>
              <p:nvSpPr>
                <p:cNvPr id="258" name="文本框 257">
                  <a:extLst>
                    <a:ext uri="{FF2B5EF4-FFF2-40B4-BE49-F238E27FC236}">
                      <a16:creationId xmlns:a16="http://schemas.microsoft.com/office/drawing/2014/main" id="{4B9B5376-592B-8C6C-2C7E-664E9239B0E5}"/>
                    </a:ext>
                  </a:extLst>
                </p:cNvPr>
                <p:cNvSpPr txBox="1">
                  <a:spLocks noRot="1" noChangeAspect="1" noMove="1" noResize="1" noEditPoints="1" noAdjustHandles="1" noChangeArrowheads="1" noChangeShapeType="1" noTextEdit="1"/>
                </p:cNvSpPr>
                <p:nvPr/>
              </p:nvSpPr>
              <p:spPr>
                <a:xfrm>
                  <a:off x="7824837" y="4229978"/>
                  <a:ext cx="608605" cy="523220"/>
                </a:xfrm>
                <a:prstGeom prst="rect">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0" name="文本框 259">
                  <a:extLst>
                    <a:ext uri="{FF2B5EF4-FFF2-40B4-BE49-F238E27FC236}">
                      <a16:creationId xmlns:a16="http://schemas.microsoft.com/office/drawing/2014/main" id="{40306CF8-C83E-3545-A497-879F4F7F3B59}"/>
                    </a:ext>
                  </a:extLst>
                </p:cNvPr>
                <p:cNvSpPr txBox="1"/>
                <p:nvPr/>
              </p:nvSpPr>
              <p:spPr>
                <a:xfrm>
                  <a:off x="9788262"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smtClean="0">
                            <a:latin typeface="Cambria Math" panose="02040503050406030204" pitchFamily="18" charset="0"/>
                          </a:rPr>
                          <m:t>A</m:t>
                        </m:r>
                        <m:r>
                          <a:rPr lang="en-US" altLang="zh-CN" sz="2800" b="0" i="0" smtClean="0">
                            <a:latin typeface="Cambria Math" panose="02040503050406030204" pitchFamily="18" charset="0"/>
                          </a:rPr>
                          <m:t> </m:t>
                        </m:r>
                        <m:r>
                          <m:rPr>
                            <m:sty m:val="p"/>
                          </m:rPr>
                          <a:rPr lang="en-US" altLang="zh-CN" sz="2800" b="0" i="0" smtClean="0">
                            <a:latin typeface="Cambria Math" panose="02040503050406030204" pitchFamily="18" charset="0"/>
                          </a:rPr>
                          <m:t>B</m:t>
                        </m:r>
                      </m:oMath>
                    </m:oMathPara>
                  </a14:m>
                  <a:endParaRPr lang="zh-CN" altLang="en-US" sz="2800" dirty="0"/>
                </a:p>
              </p:txBody>
            </p:sp>
          </mc:Choice>
          <mc:Fallback xmlns="">
            <p:sp>
              <p:nvSpPr>
                <p:cNvPr id="260" name="文本框 259">
                  <a:extLst>
                    <a:ext uri="{FF2B5EF4-FFF2-40B4-BE49-F238E27FC236}">
                      <a16:creationId xmlns:a16="http://schemas.microsoft.com/office/drawing/2014/main" id="{40306CF8-C83E-3545-A497-879F4F7F3B59}"/>
                    </a:ext>
                  </a:extLst>
                </p:cNvPr>
                <p:cNvSpPr txBox="1">
                  <a:spLocks noRot="1" noChangeAspect="1" noMove="1" noResize="1" noEditPoints="1" noAdjustHandles="1" noChangeArrowheads="1" noChangeShapeType="1" noTextEdit="1"/>
                </p:cNvSpPr>
                <p:nvPr/>
              </p:nvSpPr>
              <p:spPr>
                <a:xfrm>
                  <a:off x="9788262" y="4860555"/>
                  <a:ext cx="818698" cy="523220"/>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1" name="文本框 260">
                  <a:extLst>
                    <a:ext uri="{FF2B5EF4-FFF2-40B4-BE49-F238E27FC236}">
                      <a16:creationId xmlns:a16="http://schemas.microsoft.com/office/drawing/2014/main" id="{B8608F19-1C8D-96AD-7B4B-7E682CA8BB88}"/>
                    </a:ext>
                  </a:extLst>
                </p:cNvPr>
                <p:cNvSpPr txBox="1"/>
                <p:nvPr/>
              </p:nvSpPr>
              <p:spPr>
                <a:xfrm>
                  <a:off x="10609897"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a:latin typeface="Cambria Math" panose="02040503050406030204" pitchFamily="18" charset="0"/>
                          </a:rPr>
                          <m:t>A</m:t>
                        </m:r>
                        <m:r>
                          <a:rPr lang="en-US" altLang="zh-CN" sz="2800">
                            <a:latin typeface="Cambria Math" panose="02040503050406030204" pitchFamily="18" charset="0"/>
                          </a:rPr>
                          <m:t> </m:t>
                        </m:r>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B</m:t>
                            </m:r>
                          </m:e>
                        </m:acc>
                      </m:oMath>
                    </m:oMathPara>
                  </a14:m>
                  <a:endParaRPr lang="zh-CN" altLang="en-US" sz="2800" dirty="0"/>
                </a:p>
              </p:txBody>
            </p:sp>
          </mc:Choice>
          <mc:Fallback xmlns="">
            <p:sp>
              <p:nvSpPr>
                <p:cNvPr id="261" name="文本框 260">
                  <a:extLst>
                    <a:ext uri="{FF2B5EF4-FFF2-40B4-BE49-F238E27FC236}">
                      <a16:creationId xmlns:a16="http://schemas.microsoft.com/office/drawing/2014/main" id="{B8608F19-1C8D-96AD-7B4B-7E682CA8BB88}"/>
                    </a:ext>
                  </a:extLst>
                </p:cNvPr>
                <p:cNvSpPr txBox="1">
                  <a:spLocks noRot="1" noChangeAspect="1" noMove="1" noResize="1" noEditPoints="1" noAdjustHandles="1" noChangeArrowheads="1" noChangeShapeType="1" noTextEdit="1"/>
                </p:cNvSpPr>
                <p:nvPr/>
              </p:nvSpPr>
              <p:spPr>
                <a:xfrm>
                  <a:off x="10609897" y="4860555"/>
                  <a:ext cx="818698" cy="523220"/>
                </a:xfrm>
                <a:prstGeom prst="rect">
                  <a:avLst/>
                </a:prstGeom>
                <a:blipFill>
                  <a:blip r:embed="rId34"/>
                  <a:stretch>
                    <a:fillRect/>
                  </a:stretch>
                </a:blipFill>
              </p:spPr>
              <p:txBody>
                <a:bodyPr/>
                <a:lstStyle/>
                <a:p>
                  <a:r>
                    <a:rPr lang="zh-CN" altLang="en-US">
                      <a:noFill/>
                    </a:rPr>
                    <a:t> </a:t>
                  </a:r>
                </a:p>
              </p:txBody>
            </p:sp>
          </mc:Fallback>
        </mc:AlternateContent>
        <p:cxnSp>
          <p:nvCxnSpPr>
            <p:cNvPr id="263" name="直接连接符 262">
              <a:extLst>
                <a:ext uri="{FF2B5EF4-FFF2-40B4-BE49-F238E27FC236}">
                  <a16:creationId xmlns:a16="http://schemas.microsoft.com/office/drawing/2014/main" id="{E8EA733E-608E-A5C4-73B1-FD68B885E559}"/>
                </a:ext>
              </a:extLst>
            </p:cNvPr>
            <p:cNvCxnSpPr>
              <a:cxnSpLocks/>
            </p:cNvCxnSpPr>
            <p:nvPr/>
          </p:nvCxnSpPr>
          <p:spPr>
            <a:xfrm>
              <a:off x="10611113" y="4860555"/>
              <a:ext cx="0" cy="522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id="{31748FD7-A15C-4DF0-FE92-16FAA90EEED7}"/>
                </a:ext>
              </a:extLst>
            </p:cNvPr>
            <p:cNvCxnSpPr>
              <a:cxnSpLocks/>
            </p:cNvCxnSpPr>
            <p:nvPr/>
          </p:nvCxnSpPr>
          <p:spPr>
            <a:xfrm>
              <a:off x="8964196" y="4860555"/>
              <a:ext cx="0" cy="5223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6" name="文本框 265">
                  <a:extLst>
                    <a:ext uri="{FF2B5EF4-FFF2-40B4-BE49-F238E27FC236}">
                      <a16:creationId xmlns:a16="http://schemas.microsoft.com/office/drawing/2014/main" id="{2FB35DF5-B79E-6428-EEF1-DBD3CA46834F}"/>
                    </a:ext>
                  </a:extLst>
                </p:cNvPr>
                <p:cNvSpPr txBox="1"/>
                <p:nvPr/>
              </p:nvSpPr>
              <p:spPr>
                <a:xfrm>
                  <a:off x="9969704"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266" name="文本框 265">
                  <a:extLst>
                    <a:ext uri="{FF2B5EF4-FFF2-40B4-BE49-F238E27FC236}">
                      <a16:creationId xmlns:a16="http://schemas.microsoft.com/office/drawing/2014/main" id="{2FB35DF5-B79E-6428-EEF1-DBD3CA46834F}"/>
                    </a:ext>
                  </a:extLst>
                </p:cNvPr>
                <p:cNvSpPr txBox="1">
                  <a:spLocks noRot="1" noChangeAspect="1" noMove="1" noResize="1" noEditPoints="1" noAdjustHandles="1" noChangeArrowheads="1" noChangeShapeType="1" noTextEdit="1"/>
                </p:cNvSpPr>
                <p:nvPr/>
              </p:nvSpPr>
              <p:spPr>
                <a:xfrm>
                  <a:off x="9969704" y="4444786"/>
                  <a:ext cx="473382" cy="461665"/>
                </a:xfrm>
                <a:prstGeom prst="rect">
                  <a:avLst/>
                </a:prstGeom>
                <a:blipFill>
                  <a:blip r:embed="rId35"/>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7" name="文本框 266">
                  <a:extLst>
                    <a:ext uri="{FF2B5EF4-FFF2-40B4-BE49-F238E27FC236}">
                      <a16:creationId xmlns:a16="http://schemas.microsoft.com/office/drawing/2014/main" id="{E70D65EA-46C2-C4B1-5560-C9615CC52AC7}"/>
                    </a:ext>
                  </a:extLst>
                </p:cNvPr>
                <p:cNvSpPr txBox="1"/>
                <p:nvPr/>
              </p:nvSpPr>
              <p:spPr>
                <a:xfrm>
                  <a:off x="10791086"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267" name="文本框 266">
                  <a:extLst>
                    <a:ext uri="{FF2B5EF4-FFF2-40B4-BE49-F238E27FC236}">
                      <a16:creationId xmlns:a16="http://schemas.microsoft.com/office/drawing/2014/main" id="{E70D65EA-46C2-C4B1-5560-C9615CC52AC7}"/>
                    </a:ext>
                  </a:extLst>
                </p:cNvPr>
                <p:cNvSpPr txBox="1">
                  <a:spLocks noRot="1" noChangeAspect="1" noMove="1" noResize="1" noEditPoints="1" noAdjustHandles="1" noChangeArrowheads="1" noChangeShapeType="1" noTextEdit="1"/>
                </p:cNvSpPr>
                <p:nvPr/>
              </p:nvSpPr>
              <p:spPr>
                <a:xfrm>
                  <a:off x="10791086" y="4444786"/>
                  <a:ext cx="473382" cy="461665"/>
                </a:xfrm>
                <a:prstGeom prst="rect">
                  <a:avLst/>
                </a:prstGeom>
                <a:blipFill>
                  <a:blip r:embed="rId36"/>
                  <a:stretch>
                    <a:fillRect l="-3896" r="-14286"/>
                  </a:stretch>
                </a:blipFill>
              </p:spPr>
              <p:txBody>
                <a:bodyPr/>
                <a:lstStyle/>
                <a:p>
                  <a:r>
                    <a:rPr lang="zh-CN" altLang="en-US">
                      <a:noFill/>
                    </a:rPr>
                    <a:t> </a:t>
                  </a:r>
                </a:p>
              </p:txBody>
            </p:sp>
          </mc:Fallback>
        </mc:AlternateContent>
      </p:grpSp>
      <p:sp>
        <p:nvSpPr>
          <p:cNvPr id="4" name="标题 1">
            <a:extLst>
              <a:ext uri="{FF2B5EF4-FFF2-40B4-BE49-F238E27FC236}">
                <a16:creationId xmlns:a16="http://schemas.microsoft.com/office/drawing/2014/main" id="{97A9AA9F-0A3C-A2CE-F20C-3F6A475A831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卡诺图</a:t>
            </a:r>
            <a:endParaRPr lang="en-US" altLang="zh-CN" sz="3000" dirty="0">
              <a:solidFill>
                <a:srgbClr val="FFFF00"/>
              </a:solidFill>
            </a:endParaRPr>
          </a:p>
        </p:txBody>
      </p:sp>
      <p:grpSp>
        <p:nvGrpSpPr>
          <p:cNvPr id="2" name="组合 1">
            <a:extLst>
              <a:ext uri="{FF2B5EF4-FFF2-40B4-BE49-F238E27FC236}">
                <a16:creationId xmlns:a16="http://schemas.microsoft.com/office/drawing/2014/main" id="{3118CA51-3338-D5CB-D372-AC6A84C861EE}"/>
              </a:ext>
            </a:extLst>
          </p:cNvPr>
          <p:cNvGrpSpPr/>
          <p:nvPr/>
        </p:nvGrpSpPr>
        <p:grpSpPr>
          <a:xfrm>
            <a:off x="4909355" y="4536000"/>
            <a:ext cx="2246797" cy="1735539"/>
            <a:chOff x="5080377" y="2961470"/>
            <a:chExt cx="2246797" cy="1735539"/>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D4E6CD2-6E08-32CE-A576-728BAFC34522}"/>
                    </a:ext>
                  </a:extLst>
                </p:cNvPr>
                <p:cNvSpPr txBox="1"/>
                <p:nvPr/>
              </p:nvSpPr>
              <p:spPr>
                <a:xfrm>
                  <a:off x="5677971" y="364497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0</m:t>
                            </m:r>
                          </m:sub>
                        </m:sSub>
                      </m:oMath>
                    </m:oMathPara>
                  </a14:m>
                  <a:endParaRPr lang="zh-CN" altLang="en-US" sz="2800" dirty="0">
                    <a:solidFill>
                      <a:schemeClr val="accent5">
                        <a:lumMod val="75000"/>
                      </a:schemeClr>
                    </a:solidFill>
                  </a:endParaRPr>
                </a:p>
              </p:txBody>
            </p:sp>
          </mc:Choice>
          <mc:Fallback xmlns="">
            <p:sp>
              <p:nvSpPr>
                <p:cNvPr id="6" name="文本框 5">
                  <a:extLst>
                    <a:ext uri="{FF2B5EF4-FFF2-40B4-BE49-F238E27FC236}">
                      <a16:creationId xmlns:a16="http://schemas.microsoft.com/office/drawing/2014/main" id="{0D4E6CD2-6E08-32CE-A576-728BAFC34522}"/>
                    </a:ext>
                  </a:extLst>
                </p:cNvPr>
                <p:cNvSpPr txBox="1">
                  <a:spLocks noRot="1" noChangeAspect="1" noMove="1" noResize="1" noEditPoints="1" noAdjustHandles="1" noChangeArrowheads="1" noChangeShapeType="1" noTextEdit="1"/>
                </p:cNvSpPr>
                <p:nvPr/>
              </p:nvSpPr>
              <p:spPr>
                <a:xfrm>
                  <a:off x="5677971" y="3644975"/>
                  <a:ext cx="818698" cy="524118"/>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18400B3-5269-83C3-C230-C796EDE2779F}"/>
                    </a:ext>
                  </a:extLst>
                </p:cNvPr>
                <p:cNvSpPr txBox="1"/>
                <p:nvPr/>
              </p:nvSpPr>
              <p:spPr>
                <a:xfrm>
                  <a:off x="6501422" y="364497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1</m:t>
                            </m:r>
                          </m:sub>
                        </m:sSub>
                      </m:oMath>
                    </m:oMathPara>
                  </a14:m>
                  <a:endParaRPr lang="zh-CN" altLang="en-US" sz="2800" dirty="0">
                    <a:solidFill>
                      <a:schemeClr val="accent5">
                        <a:lumMod val="75000"/>
                      </a:schemeClr>
                    </a:solidFill>
                  </a:endParaRPr>
                </a:p>
              </p:txBody>
            </p:sp>
          </mc:Choice>
          <mc:Fallback xmlns="">
            <p:sp>
              <p:nvSpPr>
                <p:cNvPr id="7" name="文本框 6">
                  <a:extLst>
                    <a:ext uri="{FF2B5EF4-FFF2-40B4-BE49-F238E27FC236}">
                      <a16:creationId xmlns:a16="http://schemas.microsoft.com/office/drawing/2014/main" id="{018400B3-5269-83C3-C230-C796EDE2779F}"/>
                    </a:ext>
                  </a:extLst>
                </p:cNvPr>
                <p:cNvSpPr txBox="1">
                  <a:spLocks noRot="1" noChangeAspect="1" noMove="1" noResize="1" noEditPoints="1" noAdjustHandles="1" noChangeArrowheads="1" noChangeShapeType="1" noTextEdit="1"/>
                </p:cNvSpPr>
                <p:nvPr/>
              </p:nvSpPr>
              <p:spPr>
                <a:xfrm>
                  <a:off x="6501422" y="3644975"/>
                  <a:ext cx="818698" cy="524118"/>
                </a:xfrm>
                <a:prstGeom prst="rect">
                  <a:avLst/>
                </a:prstGeom>
                <a:blipFill>
                  <a:blip r:embed="rId38"/>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8EA9DCC-BA13-1E9D-F80C-1FAFFD75E725}"/>
                </a:ext>
              </a:extLst>
            </p:cNvPr>
            <p:cNvSpPr/>
            <p:nvPr/>
          </p:nvSpPr>
          <p:spPr>
            <a:xfrm>
              <a:off x="5675643" y="3644975"/>
              <a:ext cx="1651531" cy="1051136"/>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cxnSp>
          <p:nvCxnSpPr>
            <p:cNvPr id="9" name="直接连接符 8">
              <a:extLst>
                <a:ext uri="{FF2B5EF4-FFF2-40B4-BE49-F238E27FC236}">
                  <a16:creationId xmlns:a16="http://schemas.microsoft.com/office/drawing/2014/main" id="{5DA8DC40-86D5-ABF7-E0A8-FC4819FDE928}"/>
                </a:ext>
              </a:extLst>
            </p:cNvPr>
            <p:cNvCxnSpPr>
              <a:cxnSpLocks/>
              <a:stCxn id="8" idx="0"/>
              <a:endCxn id="8" idx="2"/>
            </p:cNvCxnSpPr>
            <p:nvPr/>
          </p:nvCxnSpPr>
          <p:spPr>
            <a:xfrm>
              <a:off x="6501409" y="3644975"/>
              <a:ext cx="0" cy="105113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5AB6318-838A-28C3-0687-3B4152EDE952}"/>
                </a:ext>
              </a:extLst>
            </p:cNvPr>
            <p:cNvCxnSpPr>
              <a:cxnSpLocks/>
            </p:cNvCxnSpPr>
            <p:nvPr/>
          </p:nvCxnSpPr>
          <p:spPr>
            <a:xfrm>
              <a:off x="5285348" y="3250728"/>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1C04606-DEC6-82D6-2EE0-AEA456511FBE}"/>
                    </a:ext>
                  </a:extLst>
                </p:cNvPr>
                <p:cNvSpPr txBox="1"/>
                <p:nvPr/>
              </p:nvSpPr>
              <p:spPr>
                <a:xfrm>
                  <a:off x="5847945" y="3223064"/>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0</m:t>
                        </m:r>
                      </m:oMath>
                    </m:oMathPara>
                  </a14:m>
                  <a:endParaRPr lang="zh-CN" altLang="en-US" sz="2400" dirty="0">
                    <a:solidFill>
                      <a:schemeClr val="accent5">
                        <a:lumMod val="75000"/>
                      </a:schemeClr>
                    </a:solidFill>
                  </a:endParaRPr>
                </a:p>
              </p:txBody>
            </p:sp>
          </mc:Choice>
          <mc:Fallback xmlns="">
            <p:sp>
              <p:nvSpPr>
                <p:cNvPr id="198" name="文本框 197">
                  <a:extLst>
                    <a:ext uri="{FF2B5EF4-FFF2-40B4-BE49-F238E27FC236}">
                      <a16:creationId xmlns:a16="http://schemas.microsoft.com/office/drawing/2014/main" id="{9A14A01A-A67A-9CB4-A5A9-46FB6D47E007}"/>
                    </a:ext>
                  </a:extLst>
                </p:cNvPr>
                <p:cNvSpPr txBox="1">
                  <a:spLocks noRot="1" noChangeAspect="1" noMove="1" noResize="1" noEditPoints="1" noAdjustHandles="1" noChangeArrowheads="1" noChangeShapeType="1" noTextEdit="1"/>
                </p:cNvSpPr>
                <p:nvPr/>
              </p:nvSpPr>
              <p:spPr>
                <a:xfrm>
                  <a:off x="5847945" y="3223064"/>
                  <a:ext cx="473382" cy="46166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6A39303-6943-8274-AC88-49393A56F671}"/>
                    </a:ext>
                  </a:extLst>
                </p:cNvPr>
                <p:cNvSpPr txBox="1"/>
                <p:nvPr/>
              </p:nvSpPr>
              <p:spPr>
                <a:xfrm>
                  <a:off x="6669327" y="3223064"/>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99" name="文本框 198">
                  <a:extLst>
                    <a:ext uri="{FF2B5EF4-FFF2-40B4-BE49-F238E27FC236}">
                      <a16:creationId xmlns:a16="http://schemas.microsoft.com/office/drawing/2014/main" id="{BC3DD40E-F9A7-29EA-2A08-2AF0FA16C618}"/>
                    </a:ext>
                  </a:extLst>
                </p:cNvPr>
                <p:cNvSpPr txBox="1">
                  <a:spLocks noRot="1" noChangeAspect="1" noMove="1" noResize="1" noEditPoints="1" noAdjustHandles="1" noChangeArrowheads="1" noChangeShapeType="1" noTextEdit="1"/>
                </p:cNvSpPr>
                <p:nvPr/>
              </p:nvSpPr>
              <p:spPr>
                <a:xfrm>
                  <a:off x="6669327" y="3223064"/>
                  <a:ext cx="473382" cy="461665"/>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693269D-2CD0-7F48-534D-3B6122B13D89}"/>
                    </a:ext>
                  </a:extLst>
                </p:cNvPr>
                <p:cNvSpPr txBox="1"/>
                <p:nvPr/>
              </p:nvSpPr>
              <p:spPr>
                <a:xfrm>
                  <a:off x="5319623" y="2961470"/>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B</m:t>
                        </m:r>
                      </m:oMath>
                    </m:oMathPara>
                  </a14:m>
                  <a:endParaRPr lang="zh-CN" altLang="en-US" sz="2800" dirty="0">
                    <a:solidFill>
                      <a:schemeClr val="accent5">
                        <a:lumMod val="75000"/>
                      </a:schemeClr>
                    </a:solidFill>
                  </a:endParaRPr>
                </a:p>
              </p:txBody>
            </p:sp>
          </mc:Choice>
          <mc:Fallback xmlns="">
            <p:sp>
              <p:nvSpPr>
                <p:cNvPr id="200" name="文本框 199">
                  <a:extLst>
                    <a:ext uri="{FF2B5EF4-FFF2-40B4-BE49-F238E27FC236}">
                      <a16:creationId xmlns:a16="http://schemas.microsoft.com/office/drawing/2014/main" id="{25A72BEA-E97F-8A14-1667-95F7820E14FB}"/>
                    </a:ext>
                  </a:extLst>
                </p:cNvPr>
                <p:cNvSpPr txBox="1">
                  <a:spLocks noRot="1" noChangeAspect="1" noMove="1" noResize="1" noEditPoints="1" noAdjustHandles="1" noChangeArrowheads="1" noChangeShapeType="1" noTextEdit="1"/>
                </p:cNvSpPr>
                <p:nvPr/>
              </p:nvSpPr>
              <p:spPr>
                <a:xfrm>
                  <a:off x="5319623" y="2961470"/>
                  <a:ext cx="450705" cy="523220"/>
                </a:xfrm>
                <a:prstGeom prst="rect">
                  <a:avLst/>
                </a:prstGeom>
                <a:blipFill>
                  <a:blip r:embed="rId16"/>
                  <a:stretch>
                    <a:fillRect/>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21821BE6-F5AE-567B-3EFB-63A3E2C791AA}"/>
                </a:ext>
              </a:extLst>
            </p:cNvPr>
            <p:cNvCxnSpPr>
              <a:cxnSpLocks/>
              <a:stCxn id="8" idx="1"/>
              <a:endCxn id="8" idx="3"/>
            </p:cNvCxnSpPr>
            <p:nvPr/>
          </p:nvCxnSpPr>
          <p:spPr>
            <a:xfrm>
              <a:off x="5675643" y="4170543"/>
              <a:ext cx="1651531"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56FDDEF-CFB0-888D-94C3-751F8879F42A}"/>
                    </a:ext>
                  </a:extLst>
                </p:cNvPr>
                <p:cNvSpPr txBox="1"/>
                <p:nvPr/>
              </p:nvSpPr>
              <p:spPr>
                <a:xfrm>
                  <a:off x="5675661" y="4172891"/>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2</m:t>
                            </m:r>
                          </m:sub>
                        </m:sSub>
                      </m:oMath>
                    </m:oMathPara>
                  </a14:m>
                  <a:endParaRPr lang="zh-CN" altLang="en-US" sz="2800" dirty="0">
                    <a:solidFill>
                      <a:schemeClr val="accent5">
                        <a:lumMod val="75000"/>
                      </a:schemeClr>
                    </a:solidFill>
                  </a:endParaRPr>
                </a:p>
              </p:txBody>
            </p:sp>
          </mc:Choice>
          <mc:Fallback xmlns="">
            <p:sp>
              <p:nvSpPr>
                <p:cNvPr id="15" name="文本框 14">
                  <a:extLst>
                    <a:ext uri="{FF2B5EF4-FFF2-40B4-BE49-F238E27FC236}">
                      <a16:creationId xmlns:a16="http://schemas.microsoft.com/office/drawing/2014/main" id="{856FDDEF-CFB0-888D-94C3-751F8879F42A}"/>
                    </a:ext>
                  </a:extLst>
                </p:cNvPr>
                <p:cNvSpPr txBox="1">
                  <a:spLocks noRot="1" noChangeAspect="1" noMove="1" noResize="1" noEditPoints="1" noAdjustHandles="1" noChangeArrowheads="1" noChangeShapeType="1" noTextEdit="1"/>
                </p:cNvSpPr>
                <p:nvPr/>
              </p:nvSpPr>
              <p:spPr>
                <a:xfrm>
                  <a:off x="5675661" y="4172891"/>
                  <a:ext cx="818698" cy="523220"/>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B830001-93E5-037F-9368-637A8940BD41}"/>
                    </a:ext>
                  </a:extLst>
                </p:cNvPr>
                <p:cNvSpPr txBox="1"/>
                <p:nvPr/>
              </p:nvSpPr>
              <p:spPr>
                <a:xfrm>
                  <a:off x="6500634" y="4172891"/>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3</m:t>
                            </m:r>
                          </m:sub>
                        </m:sSub>
                      </m:oMath>
                    </m:oMathPara>
                  </a14:m>
                  <a:endParaRPr lang="zh-CN" altLang="en-US" sz="2800" dirty="0">
                    <a:solidFill>
                      <a:schemeClr val="accent5">
                        <a:lumMod val="75000"/>
                      </a:schemeClr>
                    </a:solidFill>
                  </a:endParaRPr>
                </a:p>
              </p:txBody>
            </p:sp>
          </mc:Choice>
          <mc:Fallback xmlns="">
            <p:sp>
              <p:nvSpPr>
                <p:cNvPr id="16" name="文本框 15">
                  <a:extLst>
                    <a:ext uri="{FF2B5EF4-FFF2-40B4-BE49-F238E27FC236}">
                      <a16:creationId xmlns:a16="http://schemas.microsoft.com/office/drawing/2014/main" id="{AB830001-93E5-037F-9368-637A8940BD41}"/>
                    </a:ext>
                  </a:extLst>
                </p:cNvPr>
                <p:cNvSpPr txBox="1">
                  <a:spLocks noRot="1" noChangeAspect="1" noMove="1" noResize="1" noEditPoints="1" noAdjustHandles="1" noChangeArrowheads="1" noChangeShapeType="1" noTextEdit="1"/>
                </p:cNvSpPr>
                <p:nvPr/>
              </p:nvSpPr>
              <p:spPr>
                <a:xfrm>
                  <a:off x="6500634" y="4172891"/>
                  <a:ext cx="818698" cy="524118"/>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A4F709B-5822-5809-451D-C7A5F5B9F53D}"/>
                    </a:ext>
                  </a:extLst>
                </p:cNvPr>
                <p:cNvSpPr txBox="1"/>
                <p:nvPr/>
              </p:nvSpPr>
              <p:spPr>
                <a:xfrm>
                  <a:off x="5080377" y="3170272"/>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A</m:t>
                        </m:r>
                      </m:oMath>
                    </m:oMathPara>
                  </a14:m>
                  <a:endParaRPr lang="zh-CN" altLang="en-US" sz="2800" dirty="0">
                    <a:solidFill>
                      <a:schemeClr val="accent5">
                        <a:lumMod val="75000"/>
                      </a:schemeClr>
                    </a:solidFill>
                  </a:endParaRPr>
                </a:p>
              </p:txBody>
            </p:sp>
          </mc:Choice>
          <mc:Fallback xmlns="">
            <p:sp>
              <p:nvSpPr>
                <p:cNvPr id="204" name="文本框 203">
                  <a:extLst>
                    <a:ext uri="{FF2B5EF4-FFF2-40B4-BE49-F238E27FC236}">
                      <a16:creationId xmlns:a16="http://schemas.microsoft.com/office/drawing/2014/main" id="{9655B4EA-AA7C-681C-F8CD-FC3A39877163}"/>
                    </a:ext>
                  </a:extLst>
                </p:cNvPr>
                <p:cNvSpPr txBox="1">
                  <a:spLocks noRot="1" noChangeAspect="1" noMove="1" noResize="1" noEditPoints="1" noAdjustHandles="1" noChangeArrowheads="1" noChangeShapeType="1" noTextEdit="1"/>
                </p:cNvSpPr>
                <p:nvPr/>
              </p:nvSpPr>
              <p:spPr>
                <a:xfrm>
                  <a:off x="5080377" y="3170272"/>
                  <a:ext cx="450705" cy="52322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F8C4F64-8EA9-6CFA-6C14-6164151A21FB}"/>
                    </a:ext>
                  </a:extLst>
                </p:cNvPr>
                <p:cNvSpPr txBox="1"/>
                <p:nvPr/>
              </p:nvSpPr>
              <p:spPr>
                <a:xfrm>
                  <a:off x="5319623" y="4195102"/>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205" name="文本框 204">
                  <a:extLst>
                    <a:ext uri="{FF2B5EF4-FFF2-40B4-BE49-F238E27FC236}">
                      <a16:creationId xmlns:a16="http://schemas.microsoft.com/office/drawing/2014/main" id="{E8E7D2EE-B07F-7CD0-AD8E-01EE95D07846}"/>
                    </a:ext>
                  </a:extLst>
                </p:cNvPr>
                <p:cNvSpPr txBox="1">
                  <a:spLocks noRot="1" noChangeAspect="1" noMove="1" noResize="1" noEditPoints="1" noAdjustHandles="1" noChangeArrowheads="1" noChangeShapeType="1" noTextEdit="1"/>
                </p:cNvSpPr>
                <p:nvPr/>
              </p:nvSpPr>
              <p:spPr>
                <a:xfrm>
                  <a:off x="5319623" y="4195102"/>
                  <a:ext cx="333907" cy="461665"/>
                </a:xfrm>
                <a:prstGeom prst="rect">
                  <a:avLst/>
                </a:prstGeom>
                <a:blipFill>
                  <a:blip r:embed="rId20"/>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A24E43E-2421-8AA0-326C-229E79638C4A}"/>
                    </a:ext>
                  </a:extLst>
                </p:cNvPr>
                <p:cNvSpPr txBox="1"/>
                <p:nvPr/>
              </p:nvSpPr>
              <p:spPr>
                <a:xfrm>
                  <a:off x="5319623" y="3676201"/>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m:t>
                        </m:r>
                      </m:oMath>
                    </m:oMathPara>
                  </a14:m>
                  <a:endParaRPr lang="zh-CN" altLang="en-US" sz="2400" dirty="0">
                    <a:solidFill>
                      <a:schemeClr val="accent5">
                        <a:lumMod val="75000"/>
                      </a:schemeClr>
                    </a:solidFill>
                  </a:endParaRPr>
                </a:p>
              </p:txBody>
            </p:sp>
          </mc:Choice>
          <mc:Fallback xmlns="">
            <p:sp>
              <p:nvSpPr>
                <p:cNvPr id="206" name="文本框 205">
                  <a:extLst>
                    <a:ext uri="{FF2B5EF4-FFF2-40B4-BE49-F238E27FC236}">
                      <a16:creationId xmlns:a16="http://schemas.microsoft.com/office/drawing/2014/main" id="{4B289999-569D-E874-8A59-37647DD17CFE}"/>
                    </a:ext>
                  </a:extLst>
                </p:cNvPr>
                <p:cNvSpPr txBox="1">
                  <a:spLocks noRot="1" noChangeAspect="1" noMove="1" noResize="1" noEditPoints="1" noAdjustHandles="1" noChangeArrowheads="1" noChangeShapeType="1" noTextEdit="1"/>
                </p:cNvSpPr>
                <p:nvPr/>
              </p:nvSpPr>
              <p:spPr>
                <a:xfrm>
                  <a:off x="5319623" y="3676201"/>
                  <a:ext cx="333907" cy="461665"/>
                </a:xfrm>
                <a:prstGeom prst="rect">
                  <a:avLst/>
                </a:prstGeom>
                <a:blipFill>
                  <a:blip r:embed="rId21"/>
                  <a:stretch>
                    <a:fillRect l="-3636" r="-10909"/>
                  </a:stretch>
                </a:blipFill>
              </p:spPr>
              <p:txBody>
                <a:bodyPr/>
                <a:lstStyle/>
                <a:p>
                  <a:r>
                    <a:rPr lang="zh-CN" altLang="en-US">
                      <a:noFill/>
                    </a:rPr>
                    <a:t> </a:t>
                  </a:r>
                </a:p>
              </p:txBody>
            </p:sp>
          </mc:Fallback>
        </mc:AlternateContent>
      </p:grpSp>
      <p:grpSp>
        <p:nvGrpSpPr>
          <p:cNvPr id="20" name="组合 19">
            <a:extLst>
              <a:ext uri="{FF2B5EF4-FFF2-40B4-BE49-F238E27FC236}">
                <a16:creationId xmlns:a16="http://schemas.microsoft.com/office/drawing/2014/main" id="{34A36DF3-36CD-5D31-1D38-8EAA0BDB9365}"/>
              </a:ext>
            </a:extLst>
          </p:cNvPr>
          <p:cNvGrpSpPr/>
          <p:nvPr/>
        </p:nvGrpSpPr>
        <p:grpSpPr>
          <a:xfrm>
            <a:off x="5112000" y="3096000"/>
            <a:ext cx="2038324" cy="1201567"/>
            <a:chOff x="2663264" y="2839164"/>
            <a:chExt cx="2038324" cy="1201567"/>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E4FCBE7-4345-EA81-26E6-F988923F90D5}"/>
                    </a:ext>
                  </a:extLst>
                </p:cNvPr>
                <p:cNvSpPr txBox="1"/>
                <p:nvPr/>
              </p:nvSpPr>
              <p:spPr>
                <a:xfrm>
                  <a:off x="3055887" y="3516613"/>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0</m:t>
                            </m:r>
                          </m:sub>
                        </m:sSub>
                      </m:oMath>
                    </m:oMathPara>
                  </a14:m>
                  <a:endParaRPr lang="zh-CN" altLang="en-US" sz="2800" dirty="0">
                    <a:solidFill>
                      <a:schemeClr val="accent5">
                        <a:lumMod val="75000"/>
                      </a:schemeClr>
                    </a:solidFill>
                  </a:endParaRPr>
                </a:p>
              </p:txBody>
            </p:sp>
          </mc:Choice>
          <mc:Fallback xmlns="">
            <p:sp>
              <p:nvSpPr>
                <p:cNvPr id="21" name="文本框 20">
                  <a:extLst>
                    <a:ext uri="{FF2B5EF4-FFF2-40B4-BE49-F238E27FC236}">
                      <a16:creationId xmlns:a16="http://schemas.microsoft.com/office/drawing/2014/main" id="{4E4FCBE7-4345-EA81-26E6-F988923F90D5}"/>
                    </a:ext>
                  </a:extLst>
                </p:cNvPr>
                <p:cNvSpPr txBox="1">
                  <a:spLocks noRot="1" noChangeAspect="1" noMove="1" noResize="1" noEditPoints="1" noAdjustHandles="1" noChangeArrowheads="1" noChangeShapeType="1" noTextEdit="1"/>
                </p:cNvSpPr>
                <p:nvPr/>
              </p:nvSpPr>
              <p:spPr>
                <a:xfrm>
                  <a:off x="3055887" y="3516613"/>
                  <a:ext cx="818698" cy="524118"/>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0960AF9-29C1-D332-9335-B9A0FF3484AD}"/>
                    </a:ext>
                  </a:extLst>
                </p:cNvPr>
                <p:cNvSpPr txBox="1"/>
                <p:nvPr/>
              </p:nvSpPr>
              <p:spPr>
                <a:xfrm>
                  <a:off x="3877522" y="3516613"/>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1</m:t>
                            </m:r>
                          </m:sub>
                        </m:sSub>
                      </m:oMath>
                    </m:oMathPara>
                  </a14:m>
                  <a:endParaRPr lang="zh-CN" altLang="en-US" sz="2800" dirty="0">
                    <a:solidFill>
                      <a:schemeClr val="accent5">
                        <a:lumMod val="75000"/>
                      </a:schemeClr>
                    </a:solidFill>
                  </a:endParaRPr>
                </a:p>
              </p:txBody>
            </p:sp>
          </mc:Choice>
          <mc:Fallback xmlns="">
            <p:sp>
              <p:nvSpPr>
                <p:cNvPr id="22" name="文本框 21">
                  <a:extLst>
                    <a:ext uri="{FF2B5EF4-FFF2-40B4-BE49-F238E27FC236}">
                      <a16:creationId xmlns:a16="http://schemas.microsoft.com/office/drawing/2014/main" id="{70960AF9-29C1-D332-9335-B9A0FF3484AD}"/>
                    </a:ext>
                  </a:extLst>
                </p:cNvPr>
                <p:cNvSpPr txBox="1">
                  <a:spLocks noRot="1" noChangeAspect="1" noMove="1" noResize="1" noEditPoints="1" noAdjustHandles="1" noChangeArrowheads="1" noChangeShapeType="1" noTextEdit="1"/>
                </p:cNvSpPr>
                <p:nvPr/>
              </p:nvSpPr>
              <p:spPr>
                <a:xfrm>
                  <a:off x="3877522" y="3516613"/>
                  <a:ext cx="818698" cy="524118"/>
                </a:xfrm>
                <a:prstGeom prst="rect">
                  <a:avLst/>
                </a:prstGeom>
                <a:blipFill>
                  <a:blip r:embed="rId42"/>
                  <a:stretch>
                    <a:fillRect/>
                  </a:stretch>
                </a:blipFill>
              </p:spPr>
              <p:txBody>
                <a:bodyPr/>
                <a:lstStyle/>
                <a:p>
                  <a:r>
                    <a:rPr lang="zh-CN" altLang="en-US">
                      <a:noFill/>
                    </a:rPr>
                    <a:t> </a:t>
                  </a:r>
                </a:p>
              </p:txBody>
            </p:sp>
          </mc:Fallback>
        </mc:AlternateContent>
        <p:sp>
          <p:nvSpPr>
            <p:cNvPr id="23" name="矩形 22">
              <a:extLst>
                <a:ext uri="{FF2B5EF4-FFF2-40B4-BE49-F238E27FC236}">
                  <a16:creationId xmlns:a16="http://schemas.microsoft.com/office/drawing/2014/main" id="{C2967A0D-1230-2F43-1C9A-EB91A2613641}"/>
                </a:ext>
              </a:extLst>
            </p:cNvPr>
            <p:cNvSpPr/>
            <p:nvPr/>
          </p:nvSpPr>
          <p:spPr>
            <a:xfrm>
              <a:off x="3055887" y="3516613"/>
              <a:ext cx="1645701" cy="522369"/>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cxnSp>
          <p:nvCxnSpPr>
            <p:cNvPr id="24" name="直接连接符 23">
              <a:extLst>
                <a:ext uri="{FF2B5EF4-FFF2-40B4-BE49-F238E27FC236}">
                  <a16:creationId xmlns:a16="http://schemas.microsoft.com/office/drawing/2014/main" id="{97DE061A-1750-126E-5EA2-B0F37B5421A6}"/>
                </a:ext>
              </a:extLst>
            </p:cNvPr>
            <p:cNvCxnSpPr>
              <a:cxnSpLocks/>
              <a:stCxn id="23" idx="0"/>
              <a:endCxn id="23" idx="2"/>
            </p:cNvCxnSpPr>
            <p:nvPr/>
          </p:nvCxnSpPr>
          <p:spPr>
            <a:xfrm>
              <a:off x="3878738" y="3516613"/>
              <a:ext cx="0" cy="522369"/>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A71378E-B437-BE06-3AEA-911F109708BE}"/>
                </a:ext>
              </a:extLst>
            </p:cNvPr>
            <p:cNvCxnSpPr>
              <a:cxnSpLocks/>
            </p:cNvCxnSpPr>
            <p:nvPr/>
          </p:nvCxnSpPr>
          <p:spPr>
            <a:xfrm>
              <a:off x="2663264" y="3122366"/>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22A1766-26E4-06C8-0CA2-C3CD7B043B7D}"/>
                    </a:ext>
                  </a:extLst>
                </p:cNvPr>
                <p:cNvSpPr txBox="1"/>
                <p:nvPr/>
              </p:nvSpPr>
              <p:spPr>
                <a:xfrm>
                  <a:off x="3225861" y="30947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0</m:t>
                        </m:r>
                      </m:oMath>
                    </m:oMathPara>
                  </a14:m>
                  <a:endParaRPr lang="zh-CN" altLang="en-US" sz="2400" dirty="0">
                    <a:solidFill>
                      <a:schemeClr val="accent5">
                        <a:lumMod val="75000"/>
                      </a:schemeClr>
                    </a:solidFill>
                  </a:endParaRPr>
                </a:p>
              </p:txBody>
            </p:sp>
          </mc:Choice>
          <mc:Fallback xmlns="">
            <p:sp>
              <p:nvSpPr>
                <p:cNvPr id="180" name="文本框 179">
                  <a:extLst>
                    <a:ext uri="{FF2B5EF4-FFF2-40B4-BE49-F238E27FC236}">
                      <a16:creationId xmlns:a16="http://schemas.microsoft.com/office/drawing/2014/main" id="{28911443-5EF0-E00A-5E36-AABF9ABE0D69}"/>
                    </a:ext>
                  </a:extLst>
                </p:cNvPr>
                <p:cNvSpPr txBox="1">
                  <a:spLocks noRot="1" noChangeAspect="1" noMove="1" noResize="1" noEditPoints="1" noAdjustHandles="1" noChangeArrowheads="1" noChangeShapeType="1" noTextEdit="1"/>
                </p:cNvSpPr>
                <p:nvPr/>
              </p:nvSpPr>
              <p:spPr>
                <a:xfrm>
                  <a:off x="3225861" y="3094702"/>
                  <a:ext cx="473382"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EF35355-5D42-E8CA-A245-A6B8A8AD5B43}"/>
                    </a:ext>
                  </a:extLst>
                </p:cNvPr>
                <p:cNvSpPr txBox="1"/>
                <p:nvPr/>
              </p:nvSpPr>
              <p:spPr>
                <a:xfrm>
                  <a:off x="4047243" y="30947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81" name="文本框 180">
                  <a:extLst>
                    <a:ext uri="{FF2B5EF4-FFF2-40B4-BE49-F238E27FC236}">
                      <a16:creationId xmlns:a16="http://schemas.microsoft.com/office/drawing/2014/main" id="{A6A978E5-FECF-CCC3-1AD9-FF70E081DB23}"/>
                    </a:ext>
                  </a:extLst>
                </p:cNvPr>
                <p:cNvSpPr txBox="1">
                  <a:spLocks noRot="1" noChangeAspect="1" noMove="1" noResize="1" noEditPoints="1" noAdjustHandles="1" noChangeArrowheads="1" noChangeShapeType="1" noTextEdit="1"/>
                </p:cNvSpPr>
                <p:nvPr/>
              </p:nvSpPr>
              <p:spPr>
                <a:xfrm>
                  <a:off x="4047243" y="3094702"/>
                  <a:ext cx="473382"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E0D14B5-F918-E9D9-B446-BCDCE46B0090}"/>
                    </a:ext>
                  </a:extLst>
                </p:cNvPr>
                <p:cNvSpPr txBox="1"/>
                <p:nvPr/>
              </p:nvSpPr>
              <p:spPr>
                <a:xfrm>
                  <a:off x="2697539" y="2839164"/>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smtClean="0">
                            <a:solidFill>
                              <a:schemeClr val="accent5">
                                <a:lumMod val="75000"/>
                              </a:schemeClr>
                            </a:solidFill>
                            <a:latin typeface="Cambria Math" panose="02040503050406030204" pitchFamily="18" charset="0"/>
                          </a:rPr>
                          <m:t>A</m:t>
                        </m:r>
                      </m:oMath>
                    </m:oMathPara>
                  </a14:m>
                  <a:endParaRPr lang="zh-CN" altLang="en-US" sz="2800" dirty="0">
                    <a:solidFill>
                      <a:schemeClr val="accent5">
                        <a:lumMod val="75000"/>
                      </a:schemeClr>
                    </a:solidFill>
                  </a:endParaRPr>
                </a:p>
              </p:txBody>
            </p:sp>
          </mc:Choice>
          <mc:Fallback xmlns="">
            <p:sp>
              <p:nvSpPr>
                <p:cNvPr id="182" name="文本框 181">
                  <a:extLst>
                    <a:ext uri="{FF2B5EF4-FFF2-40B4-BE49-F238E27FC236}">
                      <a16:creationId xmlns:a16="http://schemas.microsoft.com/office/drawing/2014/main" id="{C40080A2-EBA8-F84A-C5D6-42974DA11184}"/>
                    </a:ext>
                  </a:extLst>
                </p:cNvPr>
                <p:cNvSpPr txBox="1">
                  <a:spLocks noRot="1" noChangeAspect="1" noMove="1" noResize="1" noEditPoints="1" noAdjustHandles="1" noChangeArrowheads="1" noChangeShapeType="1" noTextEdit="1"/>
                </p:cNvSpPr>
                <p:nvPr/>
              </p:nvSpPr>
              <p:spPr>
                <a:xfrm>
                  <a:off x="2697539" y="2839164"/>
                  <a:ext cx="450705" cy="523220"/>
                </a:xfrm>
                <a:prstGeom prst="rect">
                  <a:avLst/>
                </a:prstGeom>
                <a:blipFill>
                  <a:blip r:embed="rId8"/>
                  <a:stretch>
                    <a:fillRect/>
                  </a:stretch>
                </a:blipFill>
              </p:spPr>
              <p:txBody>
                <a:bodyPr/>
                <a:lstStyle/>
                <a:p>
                  <a:r>
                    <a:rPr lang="zh-CN" altLang="en-US">
                      <a:noFill/>
                    </a:rPr>
                    <a:t> </a:t>
                  </a:r>
                </a:p>
              </p:txBody>
            </p:sp>
          </mc:Fallback>
        </mc:AlternateContent>
      </p:grpSp>
      <p:grpSp>
        <p:nvGrpSpPr>
          <p:cNvPr id="29" name="组合 28">
            <a:extLst>
              <a:ext uri="{FF2B5EF4-FFF2-40B4-BE49-F238E27FC236}">
                <a16:creationId xmlns:a16="http://schemas.microsoft.com/office/drawing/2014/main" id="{99DDD8F3-1FF6-5CC2-31CA-9A000D9DB2C9}"/>
              </a:ext>
            </a:extLst>
          </p:cNvPr>
          <p:cNvGrpSpPr/>
          <p:nvPr/>
        </p:nvGrpSpPr>
        <p:grpSpPr>
          <a:xfrm>
            <a:off x="7668000" y="5400856"/>
            <a:ext cx="3686455" cy="1154695"/>
            <a:chOff x="7748722" y="4229978"/>
            <a:chExt cx="3686455" cy="1154695"/>
          </a:xfrm>
        </p:grpSpPr>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B7E0FA73-A873-B143-E4DA-F84441CBE88F}"/>
                    </a:ext>
                  </a:extLst>
                </p:cNvPr>
                <p:cNvSpPr txBox="1"/>
                <p:nvPr/>
              </p:nvSpPr>
              <p:spPr>
                <a:xfrm>
                  <a:off x="8141345"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0</m:t>
                            </m:r>
                          </m:sub>
                        </m:sSub>
                      </m:oMath>
                    </m:oMathPara>
                  </a14:m>
                  <a:endParaRPr lang="zh-CN" altLang="en-US" sz="2800" dirty="0">
                    <a:solidFill>
                      <a:schemeClr val="accent5">
                        <a:lumMod val="75000"/>
                      </a:schemeClr>
                    </a:solidFill>
                  </a:endParaRPr>
                </a:p>
              </p:txBody>
            </p:sp>
          </mc:Choice>
          <mc:Fallback xmlns="">
            <p:sp>
              <p:nvSpPr>
                <p:cNvPr id="30" name="文本框 29">
                  <a:extLst>
                    <a:ext uri="{FF2B5EF4-FFF2-40B4-BE49-F238E27FC236}">
                      <a16:creationId xmlns:a16="http://schemas.microsoft.com/office/drawing/2014/main" id="{B7E0FA73-A873-B143-E4DA-F84441CBE88F}"/>
                    </a:ext>
                  </a:extLst>
                </p:cNvPr>
                <p:cNvSpPr txBox="1">
                  <a:spLocks noRot="1" noChangeAspect="1" noMove="1" noResize="1" noEditPoints="1" noAdjustHandles="1" noChangeArrowheads="1" noChangeShapeType="1" noTextEdit="1"/>
                </p:cNvSpPr>
                <p:nvPr/>
              </p:nvSpPr>
              <p:spPr>
                <a:xfrm>
                  <a:off x="8141345" y="4860555"/>
                  <a:ext cx="818698" cy="523220"/>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36294AF-AD02-D125-9371-A67F4ACAD1DF}"/>
                    </a:ext>
                  </a:extLst>
                </p:cNvPr>
                <p:cNvSpPr txBox="1"/>
                <p:nvPr/>
              </p:nvSpPr>
              <p:spPr>
                <a:xfrm>
                  <a:off x="8962980" y="4860555"/>
                  <a:ext cx="818698" cy="52411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1</m:t>
                            </m:r>
                          </m:sub>
                        </m:sSub>
                      </m:oMath>
                    </m:oMathPara>
                  </a14:m>
                  <a:endParaRPr lang="zh-CN" altLang="en-US" sz="2800" dirty="0">
                    <a:solidFill>
                      <a:schemeClr val="accent5">
                        <a:lumMod val="75000"/>
                      </a:schemeClr>
                    </a:solidFill>
                  </a:endParaRPr>
                </a:p>
              </p:txBody>
            </p:sp>
          </mc:Choice>
          <mc:Fallback xmlns="">
            <p:sp>
              <p:nvSpPr>
                <p:cNvPr id="31" name="文本框 30">
                  <a:extLst>
                    <a:ext uri="{FF2B5EF4-FFF2-40B4-BE49-F238E27FC236}">
                      <a16:creationId xmlns:a16="http://schemas.microsoft.com/office/drawing/2014/main" id="{036294AF-AD02-D125-9371-A67F4ACAD1DF}"/>
                    </a:ext>
                  </a:extLst>
                </p:cNvPr>
                <p:cNvSpPr txBox="1">
                  <a:spLocks noRot="1" noChangeAspect="1" noMove="1" noResize="1" noEditPoints="1" noAdjustHandles="1" noChangeArrowheads="1" noChangeShapeType="1" noTextEdit="1"/>
                </p:cNvSpPr>
                <p:nvPr/>
              </p:nvSpPr>
              <p:spPr>
                <a:xfrm>
                  <a:off x="8962980" y="4860555"/>
                  <a:ext cx="818698" cy="524118"/>
                </a:xfrm>
                <a:prstGeom prst="rect">
                  <a:avLst/>
                </a:prstGeom>
                <a:blipFill>
                  <a:blip r:embed="rId44"/>
                  <a:stretch>
                    <a:fillRect/>
                  </a:stretch>
                </a:blipFill>
              </p:spPr>
              <p:txBody>
                <a:bodyPr/>
                <a:lstStyle/>
                <a:p>
                  <a:r>
                    <a:rPr lang="zh-CN" altLang="en-US">
                      <a:noFill/>
                    </a:rPr>
                    <a:t> </a:t>
                  </a:r>
                </a:p>
              </p:txBody>
            </p:sp>
          </mc:Fallback>
        </mc:AlternateContent>
        <p:sp>
          <p:nvSpPr>
            <p:cNvPr id="32" name="矩形 31">
              <a:extLst>
                <a:ext uri="{FF2B5EF4-FFF2-40B4-BE49-F238E27FC236}">
                  <a16:creationId xmlns:a16="http://schemas.microsoft.com/office/drawing/2014/main" id="{07D335B2-1A29-7FEF-FBEA-16C81B5AABC8}"/>
                </a:ext>
              </a:extLst>
            </p:cNvPr>
            <p:cNvSpPr/>
            <p:nvPr/>
          </p:nvSpPr>
          <p:spPr>
            <a:xfrm>
              <a:off x="8141345" y="4860555"/>
              <a:ext cx="3293832" cy="522369"/>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cxnSp>
          <p:nvCxnSpPr>
            <p:cNvPr id="33" name="直接连接符 32">
              <a:extLst>
                <a:ext uri="{FF2B5EF4-FFF2-40B4-BE49-F238E27FC236}">
                  <a16:creationId xmlns:a16="http://schemas.microsoft.com/office/drawing/2014/main" id="{12404854-B681-CBBF-B8A7-9609FB7F3B3E}"/>
                </a:ext>
              </a:extLst>
            </p:cNvPr>
            <p:cNvCxnSpPr>
              <a:cxnSpLocks/>
              <a:stCxn id="32" idx="0"/>
              <a:endCxn id="32" idx="2"/>
            </p:cNvCxnSpPr>
            <p:nvPr/>
          </p:nvCxnSpPr>
          <p:spPr>
            <a:xfrm>
              <a:off x="9788261" y="4860555"/>
              <a:ext cx="0" cy="522369"/>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B3169EF-6F26-247B-2272-6711EA7C896F}"/>
                </a:ext>
              </a:extLst>
            </p:cNvPr>
            <p:cNvCxnSpPr>
              <a:cxnSpLocks/>
            </p:cNvCxnSpPr>
            <p:nvPr/>
          </p:nvCxnSpPr>
          <p:spPr>
            <a:xfrm>
              <a:off x="7748722" y="4466308"/>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F409A9A5-8D17-354A-6857-0ECEBB1DF391}"/>
                    </a:ext>
                  </a:extLst>
                </p:cNvPr>
                <p:cNvSpPr txBox="1"/>
                <p:nvPr/>
              </p:nvSpPr>
              <p:spPr>
                <a:xfrm>
                  <a:off x="8311319"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00</m:t>
                        </m:r>
                      </m:oMath>
                    </m:oMathPara>
                  </a14:m>
                  <a:endParaRPr lang="zh-CN" altLang="en-US" sz="2400" dirty="0">
                    <a:solidFill>
                      <a:schemeClr val="accent5">
                        <a:lumMod val="75000"/>
                      </a:schemeClr>
                    </a:solidFill>
                  </a:endParaRPr>
                </a:p>
              </p:txBody>
            </p:sp>
          </mc:Choice>
          <mc:Fallback xmlns="">
            <p:sp>
              <p:nvSpPr>
                <p:cNvPr id="256" name="文本框 255">
                  <a:extLst>
                    <a:ext uri="{FF2B5EF4-FFF2-40B4-BE49-F238E27FC236}">
                      <a16:creationId xmlns:a16="http://schemas.microsoft.com/office/drawing/2014/main" id="{99E56D9B-9ADF-DBCB-BB20-736AB968F310}"/>
                    </a:ext>
                  </a:extLst>
                </p:cNvPr>
                <p:cNvSpPr txBox="1">
                  <a:spLocks noRot="1" noChangeAspect="1" noMove="1" noResize="1" noEditPoints="1" noAdjustHandles="1" noChangeArrowheads="1" noChangeShapeType="1" noTextEdit="1"/>
                </p:cNvSpPr>
                <p:nvPr/>
              </p:nvSpPr>
              <p:spPr>
                <a:xfrm>
                  <a:off x="8311319" y="4444786"/>
                  <a:ext cx="473382" cy="461665"/>
                </a:xfrm>
                <a:prstGeom prst="rect">
                  <a:avLst/>
                </a:prstGeom>
                <a:blipFill>
                  <a:blip r:embed="rId30"/>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2D005F7-8EE3-0D8D-CA3C-B4E9421B4153}"/>
                    </a:ext>
                  </a:extLst>
                </p:cNvPr>
                <p:cNvSpPr txBox="1"/>
                <p:nvPr/>
              </p:nvSpPr>
              <p:spPr>
                <a:xfrm>
                  <a:off x="9132701"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01</m:t>
                        </m:r>
                      </m:oMath>
                    </m:oMathPara>
                  </a14:m>
                  <a:endParaRPr lang="zh-CN" altLang="en-US" sz="2400" dirty="0">
                    <a:solidFill>
                      <a:schemeClr val="accent5">
                        <a:lumMod val="75000"/>
                      </a:schemeClr>
                    </a:solidFill>
                  </a:endParaRPr>
                </a:p>
              </p:txBody>
            </p:sp>
          </mc:Choice>
          <mc:Fallback xmlns="">
            <p:sp>
              <p:nvSpPr>
                <p:cNvPr id="257" name="文本框 256">
                  <a:extLst>
                    <a:ext uri="{FF2B5EF4-FFF2-40B4-BE49-F238E27FC236}">
                      <a16:creationId xmlns:a16="http://schemas.microsoft.com/office/drawing/2014/main" id="{141A6526-4EEC-BFDF-5464-10EBBC33DEF2}"/>
                    </a:ext>
                  </a:extLst>
                </p:cNvPr>
                <p:cNvSpPr txBox="1">
                  <a:spLocks noRot="1" noChangeAspect="1" noMove="1" noResize="1" noEditPoints="1" noAdjustHandles="1" noChangeArrowheads="1" noChangeShapeType="1" noTextEdit="1"/>
                </p:cNvSpPr>
                <p:nvPr/>
              </p:nvSpPr>
              <p:spPr>
                <a:xfrm>
                  <a:off x="9132701" y="4444786"/>
                  <a:ext cx="473382" cy="461665"/>
                </a:xfrm>
                <a:prstGeom prst="rect">
                  <a:avLst/>
                </a:prstGeom>
                <a:blipFill>
                  <a:blip r:embed="rId31"/>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AA49A13-39A0-3C52-E784-C8DB3EEACE84}"/>
                    </a:ext>
                  </a:extLst>
                </p:cNvPr>
                <p:cNvSpPr txBox="1"/>
                <p:nvPr/>
              </p:nvSpPr>
              <p:spPr>
                <a:xfrm>
                  <a:off x="7824837" y="4229978"/>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smtClean="0">
                            <a:solidFill>
                              <a:schemeClr val="accent5">
                                <a:lumMod val="75000"/>
                              </a:schemeClr>
                            </a:solidFill>
                            <a:latin typeface="Cambria Math" panose="02040503050406030204" pitchFamily="18" charset="0"/>
                          </a:rPr>
                          <m:t>A</m:t>
                        </m:r>
                        <m:r>
                          <m:rPr>
                            <m:sty m:val="p"/>
                          </m:rPr>
                          <a:rPr lang="en-US" altLang="zh-CN" sz="2800" b="0" i="0" smtClean="0">
                            <a:solidFill>
                              <a:schemeClr val="accent5">
                                <a:lumMod val="75000"/>
                              </a:schemeClr>
                            </a:solidFill>
                            <a:latin typeface="Cambria Math" panose="02040503050406030204" pitchFamily="18" charset="0"/>
                          </a:rPr>
                          <m:t>B</m:t>
                        </m:r>
                      </m:oMath>
                    </m:oMathPara>
                  </a14:m>
                  <a:endParaRPr lang="zh-CN" altLang="en-US" sz="2800" dirty="0">
                    <a:solidFill>
                      <a:schemeClr val="accent5">
                        <a:lumMod val="75000"/>
                      </a:schemeClr>
                    </a:solidFill>
                  </a:endParaRPr>
                </a:p>
              </p:txBody>
            </p:sp>
          </mc:Choice>
          <mc:Fallback xmlns="">
            <p:sp>
              <p:nvSpPr>
                <p:cNvPr id="38" name="文本框 37">
                  <a:extLst>
                    <a:ext uri="{FF2B5EF4-FFF2-40B4-BE49-F238E27FC236}">
                      <a16:creationId xmlns:a16="http://schemas.microsoft.com/office/drawing/2014/main" id="{3AA49A13-39A0-3C52-E784-C8DB3EEACE84}"/>
                    </a:ext>
                  </a:extLst>
                </p:cNvPr>
                <p:cNvSpPr txBox="1">
                  <a:spLocks noRot="1" noChangeAspect="1" noMove="1" noResize="1" noEditPoints="1" noAdjustHandles="1" noChangeArrowheads="1" noChangeShapeType="1" noTextEdit="1"/>
                </p:cNvSpPr>
                <p:nvPr/>
              </p:nvSpPr>
              <p:spPr>
                <a:xfrm>
                  <a:off x="7824837" y="4229978"/>
                  <a:ext cx="608605" cy="523220"/>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FC0A9179-CE06-B184-9DC4-42B767346F20}"/>
                    </a:ext>
                  </a:extLst>
                </p:cNvPr>
                <p:cNvSpPr txBox="1"/>
                <p:nvPr/>
              </p:nvSpPr>
              <p:spPr>
                <a:xfrm>
                  <a:off x="9788262"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3</m:t>
                            </m:r>
                          </m:sub>
                        </m:sSub>
                      </m:oMath>
                    </m:oMathPara>
                  </a14:m>
                  <a:endParaRPr lang="zh-CN" altLang="en-US" sz="2800" dirty="0">
                    <a:solidFill>
                      <a:schemeClr val="accent5">
                        <a:lumMod val="75000"/>
                      </a:schemeClr>
                    </a:solidFill>
                  </a:endParaRPr>
                </a:p>
              </p:txBody>
            </p:sp>
          </mc:Choice>
          <mc:Fallback xmlns="">
            <p:sp>
              <p:nvSpPr>
                <p:cNvPr id="39" name="文本框 38">
                  <a:extLst>
                    <a:ext uri="{FF2B5EF4-FFF2-40B4-BE49-F238E27FC236}">
                      <a16:creationId xmlns:a16="http://schemas.microsoft.com/office/drawing/2014/main" id="{FC0A9179-CE06-B184-9DC4-42B767346F20}"/>
                    </a:ext>
                  </a:extLst>
                </p:cNvPr>
                <p:cNvSpPr txBox="1">
                  <a:spLocks noRot="1" noChangeAspect="1" noMove="1" noResize="1" noEditPoints="1" noAdjustHandles="1" noChangeArrowheads="1" noChangeShapeType="1" noTextEdit="1"/>
                </p:cNvSpPr>
                <p:nvPr/>
              </p:nvSpPr>
              <p:spPr>
                <a:xfrm>
                  <a:off x="9788262" y="4860555"/>
                  <a:ext cx="818698" cy="523220"/>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3DE4B465-FBD5-E4BF-DBB3-9DC36CA8A4F5}"/>
                    </a:ext>
                  </a:extLst>
                </p:cNvPr>
                <p:cNvSpPr txBox="1"/>
                <p:nvPr/>
              </p:nvSpPr>
              <p:spPr>
                <a:xfrm>
                  <a:off x="10609897" y="4860555"/>
                  <a:ext cx="818698"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i="1">
                                <a:solidFill>
                                  <a:schemeClr val="accent5">
                                    <a:lumMod val="75000"/>
                                  </a:schemeClr>
                                </a:solidFill>
                                <a:latin typeface="Cambria Math" panose="02040503050406030204" pitchFamily="18" charset="0"/>
                              </a:rPr>
                              <m:t>𝑚</m:t>
                            </m:r>
                          </m:e>
                          <m:sub>
                            <m:r>
                              <a:rPr lang="en-US" altLang="zh-CN" sz="2800" i="1">
                                <a:solidFill>
                                  <a:schemeClr val="accent5">
                                    <a:lumMod val="75000"/>
                                  </a:schemeClr>
                                </a:solidFill>
                                <a:latin typeface="Cambria Math" panose="02040503050406030204" pitchFamily="18" charset="0"/>
                              </a:rPr>
                              <m:t>2</m:t>
                            </m:r>
                          </m:sub>
                        </m:sSub>
                      </m:oMath>
                    </m:oMathPara>
                  </a14:m>
                  <a:endParaRPr lang="zh-CN" altLang="en-US" sz="2800" dirty="0">
                    <a:solidFill>
                      <a:schemeClr val="accent5">
                        <a:lumMod val="75000"/>
                      </a:schemeClr>
                    </a:solidFill>
                  </a:endParaRPr>
                </a:p>
              </p:txBody>
            </p:sp>
          </mc:Choice>
          <mc:Fallback xmlns="">
            <p:sp>
              <p:nvSpPr>
                <p:cNvPr id="40" name="文本框 39">
                  <a:extLst>
                    <a:ext uri="{FF2B5EF4-FFF2-40B4-BE49-F238E27FC236}">
                      <a16:creationId xmlns:a16="http://schemas.microsoft.com/office/drawing/2014/main" id="{3DE4B465-FBD5-E4BF-DBB3-9DC36CA8A4F5}"/>
                    </a:ext>
                  </a:extLst>
                </p:cNvPr>
                <p:cNvSpPr txBox="1">
                  <a:spLocks noRot="1" noChangeAspect="1" noMove="1" noResize="1" noEditPoints="1" noAdjustHandles="1" noChangeArrowheads="1" noChangeShapeType="1" noTextEdit="1"/>
                </p:cNvSpPr>
                <p:nvPr/>
              </p:nvSpPr>
              <p:spPr>
                <a:xfrm>
                  <a:off x="10609897" y="4860555"/>
                  <a:ext cx="818698" cy="523220"/>
                </a:xfrm>
                <a:prstGeom prst="rect">
                  <a:avLst/>
                </a:prstGeom>
                <a:blipFill>
                  <a:blip r:embed="rId47"/>
                  <a:stretch>
                    <a:fillRect/>
                  </a:stretch>
                </a:blipFill>
              </p:spPr>
              <p:txBody>
                <a:bodyPr/>
                <a:lstStyle/>
                <a:p>
                  <a:r>
                    <a:rPr lang="zh-CN" altLang="en-US">
                      <a:noFill/>
                    </a:rPr>
                    <a:t> </a:t>
                  </a:r>
                </a:p>
              </p:txBody>
            </p:sp>
          </mc:Fallback>
        </mc:AlternateContent>
        <p:cxnSp>
          <p:nvCxnSpPr>
            <p:cNvPr id="41" name="直接连接符 40">
              <a:extLst>
                <a:ext uri="{FF2B5EF4-FFF2-40B4-BE49-F238E27FC236}">
                  <a16:creationId xmlns:a16="http://schemas.microsoft.com/office/drawing/2014/main" id="{33EFC9EB-8D5F-44F8-7DE3-BB0277017A7C}"/>
                </a:ext>
              </a:extLst>
            </p:cNvPr>
            <p:cNvCxnSpPr>
              <a:cxnSpLocks/>
            </p:cNvCxnSpPr>
            <p:nvPr/>
          </p:nvCxnSpPr>
          <p:spPr>
            <a:xfrm>
              <a:off x="10611113" y="4860555"/>
              <a:ext cx="0" cy="522369"/>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CD6D8829-AEBE-5FB0-E30B-76E213E81E17}"/>
                </a:ext>
              </a:extLst>
            </p:cNvPr>
            <p:cNvCxnSpPr>
              <a:cxnSpLocks/>
            </p:cNvCxnSpPr>
            <p:nvPr/>
          </p:nvCxnSpPr>
          <p:spPr>
            <a:xfrm>
              <a:off x="8964196" y="4860555"/>
              <a:ext cx="0" cy="522369"/>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E6AF1FBE-8122-B2FC-A4A1-98D9EDD94C4E}"/>
                    </a:ext>
                  </a:extLst>
                </p:cNvPr>
                <p:cNvSpPr txBox="1"/>
                <p:nvPr/>
              </p:nvSpPr>
              <p:spPr>
                <a:xfrm>
                  <a:off x="9969704"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11</m:t>
                        </m:r>
                      </m:oMath>
                    </m:oMathPara>
                  </a14:m>
                  <a:endParaRPr lang="zh-CN" altLang="en-US" sz="2400" dirty="0">
                    <a:solidFill>
                      <a:schemeClr val="accent5">
                        <a:lumMod val="75000"/>
                      </a:schemeClr>
                    </a:solidFill>
                  </a:endParaRPr>
                </a:p>
              </p:txBody>
            </p:sp>
          </mc:Choice>
          <mc:Fallback xmlns="">
            <p:sp>
              <p:nvSpPr>
                <p:cNvPr id="266" name="文本框 265">
                  <a:extLst>
                    <a:ext uri="{FF2B5EF4-FFF2-40B4-BE49-F238E27FC236}">
                      <a16:creationId xmlns:a16="http://schemas.microsoft.com/office/drawing/2014/main" id="{2FB35DF5-B79E-6428-EEF1-DBD3CA46834F}"/>
                    </a:ext>
                  </a:extLst>
                </p:cNvPr>
                <p:cNvSpPr txBox="1">
                  <a:spLocks noRot="1" noChangeAspect="1" noMove="1" noResize="1" noEditPoints="1" noAdjustHandles="1" noChangeArrowheads="1" noChangeShapeType="1" noTextEdit="1"/>
                </p:cNvSpPr>
                <p:nvPr/>
              </p:nvSpPr>
              <p:spPr>
                <a:xfrm>
                  <a:off x="9969704" y="4444786"/>
                  <a:ext cx="473382" cy="461665"/>
                </a:xfrm>
                <a:prstGeom prst="rect">
                  <a:avLst/>
                </a:prstGeom>
                <a:blipFill>
                  <a:blip r:embed="rId35"/>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34166B64-9FF8-F6BA-55F4-134C546B493B}"/>
                    </a:ext>
                  </a:extLst>
                </p:cNvPr>
                <p:cNvSpPr txBox="1"/>
                <p:nvPr/>
              </p:nvSpPr>
              <p:spPr>
                <a:xfrm>
                  <a:off x="10791086" y="4444786"/>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10</m:t>
                        </m:r>
                      </m:oMath>
                    </m:oMathPara>
                  </a14:m>
                  <a:endParaRPr lang="zh-CN" altLang="en-US" sz="2400" dirty="0">
                    <a:solidFill>
                      <a:schemeClr val="accent5">
                        <a:lumMod val="75000"/>
                      </a:schemeClr>
                    </a:solidFill>
                  </a:endParaRPr>
                </a:p>
              </p:txBody>
            </p:sp>
          </mc:Choice>
          <mc:Fallback xmlns="">
            <p:sp>
              <p:nvSpPr>
                <p:cNvPr id="267" name="文本框 266">
                  <a:extLst>
                    <a:ext uri="{FF2B5EF4-FFF2-40B4-BE49-F238E27FC236}">
                      <a16:creationId xmlns:a16="http://schemas.microsoft.com/office/drawing/2014/main" id="{E70D65EA-46C2-C4B1-5560-C9615CC52AC7}"/>
                    </a:ext>
                  </a:extLst>
                </p:cNvPr>
                <p:cNvSpPr txBox="1">
                  <a:spLocks noRot="1" noChangeAspect="1" noMove="1" noResize="1" noEditPoints="1" noAdjustHandles="1" noChangeArrowheads="1" noChangeShapeType="1" noTextEdit="1"/>
                </p:cNvSpPr>
                <p:nvPr/>
              </p:nvSpPr>
              <p:spPr>
                <a:xfrm>
                  <a:off x="10791086" y="4444786"/>
                  <a:ext cx="473382" cy="461665"/>
                </a:xfrm>
                <a:prstGeom prst="rect">
                  <a:avLst/>
                </a:prstGeom>
                <a:blipFill>
                  <a:blip r:embed="rId36"/>
                  <a:stretch>
                    <a:fillRect l="-3896" r="-14286"/>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469743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3651E51-4265-0A78-AB99-271672A99F04}"/>
              </a:ext>
            </a:extLst>
          </p:cNvPr>
          <p:cNvSpPr txBox="1"/>
          <p:nvPr/>
        </p:nvSpPr>
        <p:spPr>
          <a:xfrm>
            <a:off x="360000" y="612000"/>
            <a:ext cx="3329498" cy="523220"/>
          </a:xfrm>
          <a:prstGeom prst="rect">
            <a:avLst/>
          </a:prstGeom>
          <a:noFill/>
        </p:spPr>
        <p:txBody>
          <a:bodyPr wrap="square">
            <a:spAutoFit/>
          </a:bodyPr>
          <a:lstStyle/>
          <a:p>
            <a:pPr marL="457200" indent="-457200">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三变量卡诺图：</a:t>
            </a:r>
            <a:endParaRPr lang="zh-CN" altLang="en-US" sz="2800" dirty="0"/>
          </a:p>
        </p:txBody>
      </p:sp>
      <p:sp>
        <p:nvSpPr>
          <p:cNvPr id="4" name="文本框 3">
            <a:extLst>
              <a:ext uri="{FF2B5EF4-FFF2-40B4-BE49-F238E27FC236}">
                <a16:creationId xmlns:a16="http://schemas.microsoft.com/office/drawing/2014/main" id="{CC60F52F-05D7-A236-6663-90F724E39370}"/>
              </a:ext>
            </a:extLst>
          </p:cNvPr>
          <p:cNvSpPr txBox="1"/>
          <p:nvPr/>
        </p:nvSpPr>
        <p:spPr>
          <a:xfrm>
            <a:off x="6479999" y="612000"/>
            <a:ext cx="3705991" cy="523220"/>
          </a:xfrm>
          <a:prstGeom prst="rect">
            <a:avLst/>
          </a:prstGeom>
          <a:noFill/>
        </p:spPr>
        <p:txBody>
          <a:bodyPr wrap="square">
            <a:spAutoFit/>
          </a:bodyPr>
          <a:lstStyle/>
          <a:p>
            <a:pPr marL="457200" indent="-457200">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四变量卡诺图：</a:t>
            </a:r>
            <a:endParaRPr lang="zh-CN" altLang="en-US" sz="2800" dirty="0"/>
          </a:p>
        </p:txBody>
      </p:sp>
      <p:grpSp>
        <p:nvGrpSpPr>
          <p:cNvPr id="231" name="组合 230">
            <a:extLst>
              <a:ext uri="{FF2B5EF4-FFF2-40B4-BE49-F238E27FC236}">
                <a16:creationId xmlns:a16="http://schemas.microsoft.com/office/drawing/2014/main" id="{7626CA4E-1024-9329-0B95-755AAE6D920C}"/>
              </a:ext>
            </a:extLst>
          </p:cNvPr>
          <p:cNvGrpSpPr/>
          <p:nvPr/>
        </p:nvGrpSpPr>
        <p:grpSpPr>
          <a:xfrm>
            <a:off x="360000" y="1080000"/>
            <a:ext cx="3879293" cy="1608740"/>
            <a:chOff x="151939" y="1524862"/>
            <a:chExt cx="3879293" cy="1608740"/>
          </a:xfrm>
        </p:grpSpPr>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59E10154-AB5C-991F-52B6-A9F171EE5FCB}"/>
                    </a:ext>
                  </a:extLst>
                </p:cNvPr>
                <p:cNvSpPr txBox="1"/>
                <p:nvPr/>
              </p:nvSpPr>
              <p:spPr>
                <a:xfrm>
                  <a:off x="737400"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97" name="文本框 96">
                  <a:extLst>
                    <a:ext uri="{FF2B5EF4-FFF2-40B4-BE49-F238E27FC236}">
                      <a16:creationId xmlns:a16="http://schemas.microsoft.com/office/drawing/2014/main" id="{59E10154-AB5C-991F-52B6-A9F171EE5FCB}"/>
                    </a:ext>
                  </a:extLst>
                </p:cNvPr>
                <p:cNvSpPr txBox="1">
                  <a:spLocks noRot="1" noChangeAspect="1" noMove="1" noResize="1" noEditPoints="1" noAdjustHandles="1" noChangeArrowheads="1" noChangeShapeType="1" noTextEdit="1"/>
                </p:cNvSpPr>
                <p:nvPr/>
              </p:nvSpPr>
              <p:spPr>
                <a:xfrm>
                  <a:off x="737400" y="2208367"/>
                  <a:ext cx="818698" cy="462434"/>
                </a:xfrm>
                <a:prstGeom prst="rect">
                  <a:avLst/>
                </a:prstGeom>
                <a:blipFill>
                  <a:blip r:embed="rId3"/>
                  <a:stretch>
                    <a:fillRect l="-2239" r="-462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0B16244E-DAD2-E3C3-0B40-3D7EF06D4320}"/>
                    </a:ext>
                  </a:extLst>
                </p:cNvPr>
                <p:cNvSpPr txBox="1"/>
                <p:nvPr/>
              </p:nvSpPr>
              <p:spPr>
                <a:xfrm>
                  <a:off x="1559035"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98" name="文本框 97">
                  <a:extLst>
                    <a:ext uri="{FF2B5EF4-FFF2-40B4-BE49-F238E27FC236}">
                      <a16:creationId xmlns:a16="http://schemas.microsoft.com/office/drawing/2014/main" id="{0B16244E-DAD2-E3C3-0B40-3D7EF06D4320}"/>
                    </a:ext>
                  </a:extLst>
                </p:cNvPr>
                <p:cNvSpPr txBox="1">
                  <a:spLocks noRot="1" noChangeAspect="1" noMove="1" noResize="1" noEditPoints="1" noAdjustHandles="1" noChangeArrowheads="1" noChangeShapeType="1" noTextEdit="1"/>
                </p:cNvSpPr>
                <p:nvPr/>
              </p:nvSpPr>
              <p:spPr>
                <a:xfrm>
                  <a:off x="1559035" y="2208367"/>
                  <a:ext cx="818698" cy="462434"/>
                </a:xfrm>
                <a:prstGeom prst="rect">
                  <a:avLst/>
                </a:prstGeom>
                <a:blipFill>
                  <a:blip r:embed="rId4"/>
                  <a:stretch>
                    <a:fillRect l="-2239" r="-25373"/>
                  </a:stretch>
                </a:blipFill>
              </p:spPr>
              <p:txBody>
                <a:bodyPr/>
                <a:lstStyle/>
                <a:p>
                  <a:r>
                    <a:rPr lang="zh-CN" altLang="en-US">
                      <a:noFill/>
                    </a:rPr>
                    <a:t> </a:t>
                  </a:r>
                </a:p>
              </p:txBody>
            </p:sp>
          </mc:Fallback>
        </mc:AlternateContent>
        <p:sp>
          <p:nvSpPr>
            <p:cNvPr id="99" name="矩形 98">
              <a:extLst>
                <a:ext uri="{FF2B5EF4-FFF2-40B4-BE49-F238E27FC236}">
                  <a16:creationId xmlns:a16="http://schemas.microsoft.com/office/drawing/2014/main" id="{FC2DA08D-026D-F44E-8B43-62C88C995024}"/>
                </a:ext>
              </a:extLst>
            </p:cNvPr>
            <p:cNvSpPr/>
            <p:nvPr/>
          </p:nvSpPr>
          <p:spPr>
            <a:xfrm>
              <a:off x="737400" y="2208367"/>
              <a:ext cx="3293832" cy="924466"/>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01" name="直接连接符 100">
              <a:extLst>
                <a:ext uri="{FF2B5EF4-FFF2-40B4-BE49-F238E27FC236}">
                  <a16:creationId xmlns:a16="http://schemas.microsoft.com/office/drawing/2014/main" id="{F77630AA-8CDA-26C2-D104-9A1D125623E9}"/>
                </a:ext>
              </a:extLst>
            </p:cNvPr>
            <p:cNvCxnSpPr>
              <a:cxnSpLocks/>
            </p:cNvCxnSpPr>
            <p:nvPr/>
          </p:nvCxnSpPr>
          <p:spPr>
            <a:xfrm>
              <a:off x="344777" y="181412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148D2650-7B38-4533-2C53-2C919B5E4DAC}"/>
                    </a:ext>
                  </a:extLst>
                </p:cNvPr>
                <p:cNvSpPr txBox="1"/>
                <p:nvPr/>
              </p:nvSpPr>
              <p:spPr>
                <a:xfrm>
                  <a:off x="907374"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148D2650-7B38-4533-2C53-2C919B5E4DAC}"/>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5"/>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ED12BB56-B88D-7859-167A-77AF6B8E373F}"/>
                    </a:ext>
                  </a:extLst>
                </p:cNvPr>
                <p:cNvSpPr txBox="1"/>
                <p:nvPr/>
              </p:nvSpPr>
              <p:spPr>
                <a:xfrm>
                  <a:off x="1728756"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103" name="文本框 102">
                  <a:extLst>
                    <a:ext uri="{FF2B5EF4-FFF2-40B4-BE49-F238E27FC236}">
                      <a16:creationId xmlns:a16="http://schemas.microsoft.com/office/drawing/2014/main" id="{ED12BB56-B88D-7859-167A-77AF6B8E373F}"/>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6"/>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305042E3-B7CB-23A2-DD0A-F22E30E91087}"/>
                    </a:ext>
                  </a:extLst>
                </p:cNvPr>
                <p:cNvSpPr txBox="1"/>
                <p:nvPr/>
              </p:nvSpPr>
              <p:spPr>
                <a:xfrm>
                  <a:off x="379052" y="152486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BC</m:t>
                        </m:r>
                      </m:oMath>
                    </m:oMathPara>
                  </a14:m>
                  <a:endParaRPr lang="zh-CN" altLang="en-US" sz="2800" dirty="0">
                    <a:solidFill>
                      <a:schemeClr val="tx1"/>
                    </a:solidFill>
                  </a:endParaRPr>
                </a:p>
              </p:txBody>
            </p:sp>
          </mc:Choice>
          <mc:Fallback xmlns="">
            <p:sp>
              <p:nvSpPr>
                <p:cNvPr id="104" name="文本框 103">
                  <a:extLst>
                    <a:ext uri="{FF2B5EF4-FFF2-40B4-BE49-F238E27FC236}">
                      <a16:creationId xmlns:a16="http://schemas.microsoft.com/office/drawing/2014/main" id="{305042E3-B7CB-23A2-DD0A-F22E30E91087}"/>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DCA61CE0-054B-6797-C840-31D980D2A73D}"/>
                    </a:ext>
                  </a:extLst>
                </p:cNvPr>
                <p:cNvSpPr txBox="1"/>
                <p:nvPr/>
              </p:nvSpPr>
              <p:spPr>
                <a:xfrm>
                  <a:off x="2384317" y="2208367"/>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a:latin typeface="Cambria Math" panose="02040503050406030204" pitchFamily="18" charset="0"/>
                          </a:rPr>
                          <m:t> </m:t>
                        </m:r>
                        <m:r>
                          <m:rPr>
                            <m:sty m:val="p"/>
                          </m:rPr>
                          <a:rPr lang="en-US" altLang="zh-CN" sz="2400">
                            <a:latin typeface="Cambria Math" panose="02040503050406030204" pitchFamily="18" charset="0"/>
                          </a:rPr>
                          <m:t>C</m:t>
                        </m:r>
                      </m:oMath>
                    </m:oMathPara>
                  </a14:m>
                  <a:endParaRPr lang="zh-CN" altLang="en-US" sz="2400" dirty="0"/>
                </a:p>
              </p:txBody>
            </p:sp>
          </mc:Choice>
          <mc:Fallback xmlns="">
            <p:sp>
              <p:nvSpPr>
                <p:cNvPr id="105" name="文本框 104">
                  <a:extLst>
                    <a:ext uri="{FF2B5EF4-FFF2-40B4-BE49-F238E27FC236}">
                      <a16:creationId xmlns:a16="http://schemas.microsoft.com/office/drawing/2014/main" id="{DCA61CE0-054B-6797-C840-31D980D2A73D}"/>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8"/>
                  <a:stretch>
                    <a:fillRect l="-1493" r="-82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C9D0D6B9-79F3-2974-9BFE-9E0F2767CF72}"/>
                    </a:ext>
                  </a:extLst>
                </p:cNvPr>
                <p:cNvSpPr txBox="1"/>
                <p:nvPr/>
              </p:nvSpPr>
              <p:spPr>
                <a:xfrm>
                  <a:off x="3205952"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p>
              </p:txBody>
            </p:sp>
          </mc:Choice>
          <mc:Fallback xmlns="">
            <p:sp>
              <p:nvSpPr>
                <p:cNvPr id="106" name="文本框 105">
                  <a:extLst>
                    <a:ext uri="{FF2B5EF4-FFF2-40B4-BE49-F238E27FC236}">
                      <a16:creationId xmlns:a16="http://schemas.microsoft.com/office/drawing/2014/main" id="{C9D0D6B9-79F3-2974-9BFE-9E0F2767CF72}"/>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9"/>
                  <a:stretch>
                    <a:fillRect l="-2239" r="-46269"/>
                  </a:stretch>
                </a:blipFill>
              </p:spPr>
              <p:txBody>
                <a:bodyPr/>
                <a:lstStyle/>
                <a:p>
                  <a:r>
                    <a:rPr lang="zh-CN" altLang="en-US">
                      <a:noFill/>
                    </a:rPr>
                    <a:t> </a:t>
                  </a:r>
                </a:p>
              </p:txBody>
            </p:sp>
          </mc:Fallback>
        </mc:AlternateContent>
        <p:cxnSp>
          <p:nvCxnSpPr>
            <p:cNvPr id="107" name="直接连接符 106">
              <a:extLst>
                <a:ext uri="{FF2B5EF4-FFF2-40B4-BE49-F238E27FC236}">
                  <a16:creationId xmlns:a16="http://schemas.microsoft.com/office/drawing/2014/main" id="{69575F40-09EC-C5D1-7254-35A57B6E4FA0}"/>
                </a:ext>
              </a:extLst>
            </p:cNvPr>
            <p:cNvCxnSpPr>
              <a:cxnSpLocks/>
            </p:cNvCxnSpPr>
            <p:nvPr/>
          </p:nvCxnSpPr>
          <p:spPr>
            <a:xfrm>
              <a:off x="3207168"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3944968A-8DBF-0993-0E74-22B39D2454E0}"/>
                </a:ext>
              </a:extLst>
            </p:cNvPr>
            <p:cNvCxnSpPr>
              <a:cxnSpLocks/>
            </p:cNvCxnSpPr>
            <p:nvPr/>
          </p:nvCxnSpPr>
          <p:spPr>
            <a:xfrm>
              <a:off x="1560251"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FE2C4183-A487-D8FB-1B94-7499D1C21E0C}"/>
                    </a:ext>
                  </a:extLst>
                </p:cNvPr>
                <p:cNvSpPr txBox="1"/>
                <p:nvPr/>
              </p:nvSpPr>
              <p:spPr>
                <a:xfrm>
                  <a:off x="2565759"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109" name="文本框 108">
                  <a:extLst>
                    <a:ext uri="{FF2B5EF4-FFF2-40B4-BE49-F238E27FC236}">
                      <a16:creationId xmlns:a16="http://schemas.microsoft.com/office/drawing/2014/main" id="{FE2C4183-A487-D8FB-1B94-7499D1C21E0C}"/>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10"/>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86411028-4854-E4C0-16F2-E026A4DB253C}"/>
                    </a:ext>
                  </a:extLst>
                </p:cNvPr>
                <p:cNvSpPr txBox="1"/>
                <p:nvPr/>
              </p:nvSpPr>
              <p:spPr>
                <a:xfrm>
                  <a:off x="3387141"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110" name="文本框 109">
                  <a:extLst>
                    <a:ext uri="{FF2B5EF4-FFF2-40B4-BE49-F238E27FC236}">
                      <a16:creationId xmlns:a16="http://schemas.microsoft.com/office/drawing/2014/main" id="{86411028-4854-E4C0-16F2-E026A4DB253C}"/>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11"/>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6BF13345-35B4-ED08-F98B-4B581CE96572}"/>
                    </a:ext>
                  </a:extLst>
                </p:cNvPr>
                <p:cNvSpPr txBox="1"/>
                <p:nvPr/>
              </p:nvSpPr>
              <p:spPr>
                <a:xfrm>
                  <a:off x="151939" y="1741478"/>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m:t>
                        </m:r>
                      </m:oMath>
                    </m:oMathPara>
                  </a14:m>
                  <a:endParaRPr lang="zh-CN" altLang="en-US" sz="2800" dirty="0">
                    <a:solidFill>
                      <a:schemeClr val="tx1"/>
                    </a:solidFill>
                  </a:endParaRPr>
                </a:p>
              </p:txBody>
            </p:sp>
          </mc:Choice>
          <mc:Fallback xmlns="">
            <p:sp>
              <p:nvSpPr>
                <p:cNvPr id="112" name="文本框 111">
                  <a:extLst>
                    <a:ext uri="{FF2B5EF4-FFF2-40B4-BE49-F238E27FC236}">
                      <a16:creationId xmlns:a16="http://schemas.microsoft.com/office/drawing/2014/main" id="{6BF13345-35B4-ED08-F98B-4B581CE96572}"/>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134FA3DE-F59D-14F5-4569-C2DE79745CBE}"/>
                    </a:ext>
                  </a:extLst>
                </p:cNvPr>
                <p:cNvSpPr txBox="1"/>
                <p:nvPr/>
              </p:nvSpPr>
              <p:spPr>
                <a:xfrm>
                  <a:off x="404709" y="2207598"/>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p>
              </p:txBody>
            </p:sp>
          </mc:Choice>
          <mc:Fallback xmlns="">
            <p:sp>
              <p:nvSpPr>
                <p:cNvPr id="119" name="文本框 118">
                  <a:extLst>
                    <a:ext uri="{FF2B5EF4-FFF2-40B4-BE49-F238E27FC236}">
                      <a16:creationId xmlns:a16="http://schemas.microsoft.com/office/drawing/2014/main" id="{134FA3DE-F59D-14F5-4569-C2DE79745CBE}"/>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13"/>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E8676CD3-46CF-0684-955C-086D2CE0CBAB}"/>
                    </a:ext>
                  </a:extLst>
                </p:cNvPr>
                <p:cNvSpPr txBox="1"/>
                <p:nvPr/>
              </p:nvSpPr>
              <p:spPr>
                <a:xfrm>
                  <a:off x="737400"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b="0" i="0" smtClean="0">
                            <a:latin typeface="Cambria Math" panose="02040503050406030204" pitchFamily="18" charset="0"/>
                          </a:rPr>
                          <m:t>A</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121" name="文本框 120">
                  <a:extLst>
                    <a:ext uri="{FF2B5EF4-FFF2-40B4-BE49-F238E27FC236}">
                      <a16:creationId xmlns:a16="http://schemas.microsoft.com/office/drawing/2014/main" id="{E8676CD3-46CF-0684-955C-086D2CE0CBAB}"/>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14"/>
                  <a:stretch>
                    <a:fillRect l="-2239" r="-462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0119BC2B-B3C7-DA32-FE03-244F2910E9DE}"/>
                    </a:ext>
                  </a:extLst>
                </p:cNvPr>
                <p:cNvSpPr txBox="1"/>
                <p:nvPr/>
              </p:nvSpPr>
              <p:spPr>
                <a:xfrm>
                  <a:off x="1559035"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a:latin typeface="Cambria Math" panose="02040503050406030204" pitchFamily="18" charset="0"/>
                          </a:rPr>
                          <m:t>A</m:t>
                        </m:r>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122" name="文本框 121">
                  <a:extLst>
                    <a:ext uri="{FF2B5EF4-FFF2-40B4-BE49-F238E27FC236}">
                      <a16:creationId xmlns:a16="http://schemas.microsoft.com/office/drawing/2014/main" id="{0119BC2B-B3C7-DA32-FE03-244F2910E9DE}"/>
                    </a:ext>
                  </a:extLst>
                </p:cNvPr>
                <p:cNvSpPr txBox="1">
                  <a:spLocks noRot="1" noChangeAspect="1" noMove="1" noResize="1" noEditPoints="1" noAdjustHandles="1" noChangeArrowheads="1" noChangeShapeType="1" noTextEdit="1"/>
                </p:cNvSpPr>
                <p:nvPr/>
              </p:nvSpPr>
              <p:spPr>
                <a:xfrm>
                  <a:off x="1559035" y="2671168"/>
                  <a:ext cx="818698" cy="461665"/>
                </a:xfrm>
                <a:prstGeom prst="rect">
                  <a:avLst/>
                </a:prstGeom>
                <a:blipFill>
                  <a:blip r:embed="rId15"/>
                  <a:stretch>
                    <a:fillRect l="-2239" r="-25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C052DF24-FE53-C9E9-2BCD-2ECE5204743E}"/>
                    </a:ext>
                  </a:extLst>
                </p:cNvPr>
                <p:cNvSpPr txBox="1"/>
                <p:nvPr/>
              </p:nvSpPr>
              <p:spPr>
                <a:xfrm>
                  <a:off x="2384317"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a:latin typeface="Cambria Math" panose="02040503050406030204" pitchFamily="18" charset="0"/>
                          </a:rPr>
                          <m:t> </m:t>
                        </m:r>
                        <m:r>
                          <m:rPr>
                            <m:sty m:val="p"/>
                          </m:rPr>
                          <a:rPr lang="en-US" altLang="zh-CN" sz="2400">
                            <a:latin typeface="Cambria Math" panose="02040503050406030204" pitchFamily="18" charset="0"/>
                          </a:rPr>
                          <m:t>C</m:t>
                        </m:r>
                      </m:oMath>
                    </m:oMathPara>
                  </a14:m>
                  <a:endParaRPr lang="zh-CN" altLang="en-US" sz="2400" dirty="0"/>
                </a:p>
              </p:txBody>
            </p:sp>
          </mc:Choice>
          <mc:Fallback xmlns="">
            <p:sp>
              <p:nvSpPr>
                <p:cNvPr id="125" name="文本框 124">
                  <a:extLst>
                    <a:ext uri="{FF2B5EF4-FFF2-40B4-BE49-F238E27FC236}">
                      <a16:creationId xmlns:a16="http://schemas.microsoft.com/office/drawing/2014/main" id="{C052DF24-FE53-C9E9-2BCD-2ECE5204743E}"/>
                    </a:ext>
                  </a:extLst>
                </p:cNvPr>
                <p:cNvSpPr txBox="1">
                  <a:spLocks noRot="1" noChangeAspect="1" noMove="1" noResize="1" noEditPoints="1" noAdjustHandles="1" noChangeArrowheads="1" noChangeShapeType="1" noTextEdit="1"/>
                </p:cNvSpPr>
                <p:nvPr/>
              </p:nvSpPr>
              <p:spPr>
                <a:xfrm>
                  <a:off x="2384317" y="2671168"/>
                  <a:ext cx="818698" cy="461665"/>
                </a:xfrm>
                <a:prstGeom prst="rect">
                  <a:avLst/>
                </a:prstGeom>
                <a:blipFill>
                  <a:blip r:embed="rId16"/>
                  <a:stretch>
                    <a:fillRect l="-1493" r="-82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8ADFEEEE-9288-BEFD-2734-11884AF8B33F}"/>
                    </a:ext>
                  </a:extLst>
                </p:cNvPr>
                <p:cNvSpPr txBox="1"/>
                <p:nvPr/>
              </p:nvSpPr>
              <p:spPr>
                <a:xfrm>
                  <a:off x="3205952"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p>
              </p:txBody>
            </p:sp>
          </mc:Choice>
          <mc:Fallback xmlns="">
            <p:sp>
              <p:nvSpPr>
                <p:cNvPr id="126" name="文本框 125">
                  <a:extLst>
                    <a:ext uri="{FF2B5EF4-FFF2-40B4-BE49-F238E27FC236}">
                      <a16:creationId xmlns:a16="http://schemas.microsoft.com/office/drawing/2014/main" id="{8ADFEEEE-9288-BEFD-2734-11884AF8B33F}"/>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17"/>
                  <a:stretch>
                    <a:fillRect l="-2239" r="-46269"/>
                  </a:stretch>
                </a:blipFill>
              </p:spPr>
              <p:txBody>
                <a:bodyPr/>
                <a:lstStyle/>
                <a:p>
                  <a:r>
                    <a:rPr lang="zh-CN" altLang="en-US">
                      <a:noFill/>
                    </a:rPr>
                    <a:t> </a:t>
                  </a:r>
                </a:p>
              </p:txBody>
            </p:sp>
          </mc:Fallback>
        </mc:AlternateContent>
        <p:cxnSp>
          <p:nvCxnSpPr>
            <p:cNvPr id="131" name="直接连接符 130">
              <a:extLst>
                <a:ext uri="{FF2B5EF4-FFF2-40B4-BE49-F238E27FC236}">
                  <a16:creationId xmlns:a16="http://schemas.microsoft.com/office/drawing/2014/main" id="{85AC9404-E9E7-1202-90EA-012ECA5FC703}"/>
                </a:ext>
              </a:extLst>
            </p:cNvPr>
            <p:cNvCxnSpPr>
              <a:cxnSpLocks/>
              <a:stCxn id="99" idx="0"/>
              <a:endCxn id="99" idx="2"/>
            </p:cNvCxnSpPr>
            <p:nvPr/>
          </p:nvCxnSpPr>
          <p:spPr>
            <a:xfrm>
              <a:off x="2384316"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13BE43D4-BDEE-3738-ACA2-8D7BA87FD83F}"/>
                </a:ext>
              </a:extLst>
            </p:cNvPr>
            <p:cNvCxnSpPr>
              <a:cxnSpLocks/>
              <a:stCxn id="99" idx="1"/>
              <a:endCxn id="99" idx="3"/>
            </p:cNvCxnSpPr>
            <p:nvPr/>
          </p:nvCxnSpPr>
          <p:spPr>
            <a:xfrm>
              <a:off x="737400" y="2670600"/>
              <a:ext cx="32938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58978BD9-A62D-D777-DC1B-9073104FF7F7}"/>
                    </a:ext>
                  </a:extLst>
                </p:cNvPr>
                <p:cNvSpPr txBox="1"/>
                <p:nvPr/>
              </p:nvSpPr>
              <p:spPr>
                <a:xfrm>
                  <a:off x="404101" y="2671167"/>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m:t>
                        </m:r>
                      </m:oMath>
                    </m:oMathPara>
                  </a14:m>
                  <a:endParaRPr lang="zh-CN" altLang="en-US" sz="2400" dirty="0"/>
                </a:p>
              </p:txBody>
            </p:sp>
          </mc:Choice>
          <mc:Fallback xmlns="">
            <p:sp>
              <p:nvSpPr>
                <p:cNvPr id="138" name="文本框 137">
                  <a:extLst>
                    <a:ext uri="{FF2B5EF4-FFF2-40B4-BE49-F238E27FC236}">
                      <a16:creationId xmlns:a16="http://schemas.microsoft.com/office/drawing/2014/main" id="{58978BD9-A62D-D777-DC1B-9073104FF7F7}"/>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18"/>
                  <a:stretch>
                    <a:fillRect l="-3636" r="-10909"/>
                  </a:stretch>
                </a:blipFill>
              </p:spPr>
              <p:txBody>
                <a:bodyPr/>
                <a:lstStyle/>
                <a:p>
                  <a:r>
                    <a:rPr lang="zh-CN" altLang="en-US">
                      <a:noFill/>
                    </a:rPr>
                    <a:t> </a:t>
                  </a:r>
                </a:p>
              </p:txBody>
            </p:sp>
          </mc:Fallback>
        </mc:AlternateContent>
      </p:grpSp>
      <p:grpSp>
        <p:nvGrpSpPr>
          <p:cNvPr id="232" name="组合 231">
            <a:extLst>
              <a:ext uri="{FF2B5EF4-FFF2-40B4-BE49-F238E27FC236}">
                <a16:creationId xmlns:a16="http://schemas.microsoft.com/office/drawing/2014/main" id="{022A9D79-FFEC-8842-7DC9-F4B1B88F0876}"/>
              </a:ext>
            </a:extLst>
          </p:cNvPr>
          <p:cNvGrpSpPr/>
          <p:nvPr/>
        </p:nvGrpSpPr>
        <p:grpSpPr>
          <a:xfrm>
            <a:off x="360000" y="4176000"/>
            <a:ext cx="2490345" cy="2534355"/>
            <a:chOff x="573458" y="3280866"/>
            <a:chExt cx="2490345" cy="2534355"/>
          </a:xfrm>
        </p:grpSpPr>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3DAE647B-B62B-F3C9-6EF8-0CD35FDC3630}"/>
                    </a:ext>
                  </a:extLst>
                </p:cNvPr>
                <p:cNvSpPr txBox="1"/>
                <p:nvPr/>
              </p:nvSpPr>
              <p:spPr>
                <a:xfrm>
                  <a:off x="1415672" y="3964371"/>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160" name="文本框 159">
                  <a:extLst>
                    <a:ext uri="{FF2B5EF4-FFF2-40B4-BE49-F238E27FC236}">
                      <a16:creationId xmlns:a16="http://schemas.microsoft.com/office/drawing/2014/main" id="{3DAE647B-B62B-F3C9-6EF8-0CD35FDC3630}"/>
                    </a:ext>
                  </a:extLst>
                </p:cNvPr>
                <p:cNvSpPr txBox="1">
                  <a:spLocks noRot="1" noChangeAspect="1" noMove="1" noResize="1" noEditPoints="1" noAdjustHandles="1" noChangeArrowheads="1" noChangeShapeType="1" noTextEdit="1"/>
                </p:cNvSpPr>
                <p:nvPr/>
              </p:nvSpPr>
              <p:spPr>
                <a:xfrm>
                  <a:off x="1415672" y="3964371"/>
                  <a:ext cx="818698" cy="462434"/>
                </a:xfrm>
                <a:prstGeom prst="rect">
                  <a:avLst/>
                </a:prstGeom>
                <a:blipFill>
                  <a:blip r:embed="rId19"/>
                  <a:stretch>
                    <a:fillRect l="-1481" r="-4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3C899AF7-9357-2E66-488E-7BBCEEFC6408}"/>
                    </a:ext>
                  </a:extLst>
                </p:cNvPr>
                <p:cNvSpPr txBox="1"/>
                <p:nvPr/>
              </p:nvSpPr>
              <p:spPr>
                <a:xfrm>
                  <a:off x="2237307" y="3964371"/>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161" name="文本框 160">
                  <a:extLst>
                    <a:ext uri="{FF2B5EF4-FFF2-40B4-BE49-F238E27FC236}">
                      <a16:creationId xmlns:a16="http://schemas.microsoft.com/office/drawing/2014/main" id="{3C899AF7-9357-2E66-488E-7BBCEEFC6408}"/>
                    </a:ext>
                  </a:extLst>
                </p:cNvPr>
                <p:cNvSpPr txBox="1">
                  <a:spLocks noRot="1" noChangeAspect="1" noMove="1" noResize="1" noEditPoints="1" noAdjustHandles="1" noChangeArrowheads="1" noChangeShapeType="1" noTextEdit="1"/>
                </p:cNvSpPr>
                <p:nvPr/>
              </p:nvSpPr>
              <p:spPr>
                <a:xfrm>
                  <a:off x="2237307" y="3964371"/>
                  <a:ext cx="818698" cy="462434"/>
                </a:xfrm>
                <a:prstGeom prst="rect">
                  <a:avLst/>
                </a:prstGeom>
                <a:blipFill>
                  <a:blip r:embed="rId20"/>
                  <a:stretch>
                    <a:fillRect l="-1493" r="-26119"/>
                  </a:stretch>
                </a:blipFill>
              </p:spPr>
              <p:txBody>
                <a:bodyPr/>
                <a:lstStyle/>
                <a:p>
                  <a:r>
                    <a:rPr lang="zh-CN" altLang="en-US">
                      <a:noFill/>
                    </a:rPr>
                    <a:t> </a:t>
                  </a:r>
                </a:p>
              </p:txBody>
            </p:sp>
          </mc:Fallback>
        </mc:AlternateContent>
        <p:sp>
          <p:nvSpPr>
            <p:cNvPr id="162" name="矩形 161">
              <a:extLst>
                <a:ext uri="{FF2B5EF4-FFF2-40B4-BE49-F238E27FC236}">
                  <a16:creationId xmlns:a16="http://schemas.microsoft.com/office/drawing/2014/main" id="{9C947756-8D25-5248-35B7-102CE5D1D438}"/>
                </a:ext>
              </a:extLst>
            </p:cNvPr>
            <p:cNvSpPr/>
            <p:nvPr/>
          </p:nvSpPr>
          <p:spPr>
            <a:xfrm>
              <a:off x="1415672" y="3964370"/>
              <a:ext cx="1646915" cy="1848931"/>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63" name="直接连接符 162">
              <a:extLst>
                <a:ext uri="{FF2B5EF4-FFF2-40B4-BE49-F238E27FC236}">
                  <a16:creationId xmlns:a16="http://schemas.microsoft.com/office/drawing/2014/main" id="{F7E561B8-9083-51E6-69A8-79027398A112}"/>
                </a:ext>
              </a:extLst>
            </p:cNvPr>
            <p:cNvCxnSpPr>
              <a:cxnSpLocks/>
            </p:cNvCxnSpPr>
            <p:nvPr/>
          </p:nvCxnSpPr>
          <p:spPr>
            <a:xfrm>
              <a:off x="1023049" y="3570124"/>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4" name="文本框 163">
                  <a:extLst>
                    <a:ext uri="{FF2B5EF4-FFF2-40B4-BE49-F238E27FC236}">
                      <a16:creationId xmlns:a16="http://schemas.microsoft.com/office/drawing/2014/main" id="{FCCBF7B6-BBCC-E0B7-2460-EA1F8A41AF23}"/>
                    </a:ext>
                  </a:extLst>
                </p:cNvPr>
                <p:cNvSpPr txBox="1"/>
                <p:nvPr/>
              </p:nvSpPr>
              <p:spPr>
                <a:xfrm>
                  <a:off x="1585646" y="35486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164" name="文本框 163">
                  <a:extLst>
                    <a:ext uri="{FF2B5EF4-FFF2-40B4-BE49-F238E27FC236}">
                      <a16:creationId xmlns:a16="http://schemas.microsoft.com/office/drawing/2014/main" id="{FCCBF7B6-BBCC-E0B7-2460-EA1F8A41AF23}"/>
                    </a:ext>
                  </a:extLst>
                </p:cNvPr>
                <p:cNvSpPr txBox="1">
                  <a:spLocks noRot="1" noChangeAspect="1" noMove="1" noResize="1" noEditPoints="1" noAdjustHandles="1" noChangeArrowheads="1" noChangeShapeType="1" noTextEdit="1"/>
                </p:cNvSpPr>
                <p:nvPr/>
              </p:nvSpPr>
              <p:spPr>
                <a:xfrm>
                  <a:off x="1585646" y="3548602"/>
                  <a:ext cx="473382" cy="46166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6A5AE4B9-6901-270F-4050-CFC323B2A7AB}"/>
                    </a:ext>
                  </a:extLst>
                </p:cNvPr>
                <p:cNvSpPr txBox="1"/>
                <p:nvPr/>
              </p:nvSpPr>
              <p:spPr>
                <a:xfrm>
                  <a:off x="2407028" y="3548602"/>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65" name="文本框 164">
                  <a:extLst>
                    <a:ext uri="{FF2B5EF4-FFF2-40B4-BE49-F238E27FC236}">
                      <a16:creationId xmlns:a16="http://schemas.microsoft.com/office/drawing/2014/main" id="{6A5AE4B9-6901-270F-4050-CFC323B2A7AB}"/>
                    </a:ext>
                  </a:extLst>
                </p:cNvPr>
                <p:cNvSpPr txBox="1">
                  <a:spLocks noRot="1" noChangeAspect="1" noMove="1" noResize="1" noEditPoints="1" noAdjustHandles="1" noChangeArrowheads="1" noChangeShapeType="1" noTextEdit="1"/>
                </p:cNvSpPr>
                <p:nvPr/>
              </p:nvSpPr>
              <p:spPr>
                <a:xfrm>
                  <a:off x="2407028" y="3548602"/>
                  <a:ext cx="473382" cy="461665"/>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A3C432EB-3571-A298-DD72-33FB3B1AFB72}"/>
                    </a:ext>
                  </a:extLst>
                </p:cNvPr>
                <p:cNvSpPr txBox="1"/>
                <p:nvPr/>
              </p:nvSpPr>
              <p:spPr>
                <a:xfrm>
                  <a:off x="1057324" y="3280866"/>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m:t>
                        </m:r>
                      </m:oMath>
                    </m:oMathPara>
                  </a14:m>
                  <a:endParaRPr lang="zh-CN" altLang="en-US" sz="2800" dirty="0">
                    <a:solidFill>
                      <a:schemeClr val="tx1"/>
                    </a:solidFill>
                  </a:endParaRPr>
                </a:p>
              </p:txBody>
            </p:sp>
          </mc:Choice>
          <mc:Fallback xmlns="">
            <p:sp>
              <p:nvSpPr>
                <p:cNvPr id="166" name="文本框 165">
                  <a:extLst>
                    <a:ext uri="{FF2B5EF4-FFF2-40B4-BE49-F238E27FC236}">
                      <a16:creationId xmlns:a16="http://schemas.microsoft.com/office/drawing/2014/main" id="{A3C432EB-3571-A298-DD72-33FB3B1AFB72}"/>
                    </a:ext>
                  </a:extLst>
                </p:cNvPr>
                <p:cNvSpPr txBox="1">
                  <a:spLocks noRot="1" noChangeAspect="1" noMove="1" noResize="1" noEditPoints="1" noAdjustHandles="1" noChangeArrowheads="1" noChangeShapeType="1" noTextEdit="1"/>
                </p:cNvSpPr>
                <p:nvPr/>
              </p:nvSpPr>
              <p:spPr>
                <a:xfrm>
                  <a:off x="1057324" y="3280866"/>
                  <a:ext cx="608605" cy="523220"/>
                </a:xfrm>
                <a:prstGeom prst="rect">
                  <a:avLst/>
                </a:prstGeom>
                <a:blipFill>
                  <a:blip r:embed="rId23"/>
                  <a:stretch>
                    <a:fillRect/>
                  </a:stretch>
                </a:blipFill>
              </p:spPr>
              <p:txBody>
                <a:bodyPr/>
                <a:lstStyle/>
                <a:p>
                  <a:r>
                    <a:rPr lang="zh-CN" altLang="en-US">
                      <a:noFill/>
                    </a:rPr>
                    <a:t> </a:t>
                  </a:r>
                </a:p>
              </p:txBody>
            </p:sp>
          </mc:Fallback>
        </mc:AlternateContent>
        <p:cxnSp>
          <p:nvCxnSpPr>
            <p:cNvPr id="170" name="直接连接符 169">
              <a:extLst>
                <a:ext uri="{FF2B5EF4-FFF2-40B4-BE49-F238E27FC236}">
                  <a16:creationId xmlns:a16="http://schemas.microsoft.com/office/drawing/2014/main" id="{735129A5-396F-4B0F-7CF5-1B2E5514B978}"/>
                </a:ext>
              </a:extLst>
            </p:cNvPr>
            <p:cNvCxnSpPr>
              <a:cxnSpLocks/>
            </p:cNvCxnSpPr>
            <p:nvPr/>
          </p:nvCxnSpPr>
          <p:spPr>
            <a:xfrm>
              <a:off x="2238523" y="3964371"/>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F9D04690-AC78-ECF4-03CB-31560819311E}"/>
                    </a:ext>
                  </a:extLst>
                </p:cNvPr>
                <p:cNvSpPr txBox="1"/>
                <p:nvPr/>
              </p:nvSpPr>
              <p:spPr>
                <a:xfrm>
                  <a:off x="573458" y="3497482"/>
                  <a:ext cx="70746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173" name="文本框 172">
                  <a:extLst>
                    <a:ext uri="{FF2B5EF4-FFF2-40B4-BE49-F238E27FC236}">
                      <a16:creationId xmlns:a16="http://schemas.microsoft.com/office/drawing/2014/main" id="{F9D04690-AC78-ECF4-03CB-31560819311E}"/>
                    </a:ext>
                  </a:extLst>
                </p:cNvPr>
                <p:cNvSpPr txBox="1">
                  <a:spLocks noRot="1" noChangeAspect="1" noMove="1" noResize="1" noEditPoints="1" noAdjustHandles="1" noChangeArrowheads="1" noChangeShapeType="1" noTextEdit="1"/>
                </p:cNvSpPr>
                <p:nvPr/>
              </p:nvSpPr>
              <p:spPr>
                <a:xfrm>
                  <a:off x="573458" y="3497482"/>
                  <a:ext cx="707460" cy="523220"/>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C905F0A8-B113-0049-89F7-A8AFAC69A384}"/>
                    </a:ext>
                  </a:extLst>
                </p:cNvPr>
                <p:cNvSpPr txBox="1"/>
                <p:nvPr/>
              </p:nvSpPr>
              <p:spPr>
                <a:xfrm>
                  <a:off x="903034" y="3963602"/>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174" name="文本框 173">
                  <a:extLst>
                    <a:ext uri="{FF2B5EF4-FFF2-40B4-BE49-F238E27FC236}">
                      <a16:creationId xmlns:a16="http://schemas.microsoft.com/office/drawing/2014/main" id="{C905F0A8-B113-0049-89F7-A8AFAC69A384}"/>
                    </a:ext>
                  </a:extLst>
                </p:cNvPr>
                <p:cNvSpPr txBox="1">
                  <a:spLocks noRot="1" noChangeAspect="1" noMove="1" noResize="1" noEditPoints="1" noAdjustHandles="1" noChangeArrowheads="1" noChangeShapeType="1" noTextEdit="1"/>
                </p:cNvSpPr>
                <p:nvPr/>
              </p:nvSpPr>
              <p:spPr>
                <a:xfrm>
                  <a:off x="903034" y="3963602"/>
                  <a:ext cx="513855" cy="461665"/>
                </a:xfrm>
                <a:prstGeom prst="rect">
                  <a:avLst/>
                </a:prstGeom>
                <a:blipFill>
                  <a:blip r:embed="rId25"/>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192B7EDC-B738-2C91-BF05-DECB3487CDB0}"/>
                    </a:ext>
                  </a:extLst>
                </p:cNvPr>
                <p:cNvSpPr txBox="1"/>
                <p:nvPr/>
              </p:nvSpPr>
              <p:spPr>
                <a:xfrm>
                  <a:off x="1415672" y="4427172"/>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175" name="文本框 174">
                  <a:extLst>
                    <a:ext uri="{FF2B5EF4-FFF2-40B4-BE49-F238E27FC236}">
                      <a16:creationId xmlns:a16="http://schemas.microsoft.com/office/drawing/2014/main" id="{192B7EDC-B738-2C91-BF05-DECB3487CDB0}"/>
                    </a:ext>
                  </a:extLst>
                </p:cNvPr>
                <p:cNvSpPr txBox="1">
                  <a:spLocks noRot="1" noChangeAspect="1" noMove="1" noResize="1" noEditPoints="1" noAdjustHandles="1" noChangeArrowheads="1" noChangeShapeType="1" noTextEdit="1"/>
                </p:cNvSpPr>
                <p:nvPr/>
              </p:nvSpPr>
              <p:spPr>
                <a:xfrm>
                  <a:off x="1415672" y="4427172"/>
                  <a:ext cx="818698" cy="462434"/>
                </a:xfrm>
                <a:prstGeom prst="rect">
                  <a:avLst/>
                </a:prstGeom>
                <a:blipFill>
                  <a:blip r:embed="rId26"/>
                  <a:stretch>
                    <a:fillRect l="-1481" r="-4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986C440B-07F5-D079-4F50-154E4F6702CC}"/>
                    </a:ext>
                  </a:extLst>
                </p:cNvPr>
                <p:cNvSpPr txBox="1"/>
                <p:nvPr/>
              </p:nvSpPr>
              <p:spPr>
                <a:xfrm>
                  <a:off x="2237307" y="4427172"/>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r>
                          <m:rPr>
                            <m:sty m:val="p"/>
                          </m:rPr>
                          <a:rPr lang="en-US" altLang="zh-CN" sz="2400" i="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176" name="文本框 175">
                  <a:extLst>
                    <a:ext uri="{FF2B5EF4-FFF2-40B4-BE49-F238E27FC236}">
                      <a16:creationId xmlns:a16="http://schemas.microsoft.com/office/drawing/2014/main" id="{986C440B-07F5-D079-4F50-154E4F6702CC}"/>
                    </a:ext>
                  </a:extLst>
                </p:cNvPr>
                <p:cNvSpPr txBox="1">
                  <a:spLocks noRot="1" noChangeAspect="1" noMove="1" noResize="1" noEditPoints="1" noAdjustHandles="1" noChangeArrowheads="1" noChangeShapeType="1" noTextEdit="1"/>
                </p:cNvSpPr>
                <p:nvPr/>
              </p:nvSpPr>
              <p:spPr>
                <a:xfrm>
                  <a:off x="2237307" y="4427172"/>
                  <a:ext cx="818698" cy="461665"/>
                </a:xfrm>
                <a:prstGeom prst="rect">
                  <a:avLst/>
                </a:prstGeom>
                <a:blipFill>
                  <a:blip r:embed="rId27"/>
                  <a:stretch>
                    <a:fillRect l="-1493" r="-8209"/>
                  </a:stretch>
                </a:blipFill>
              </p:spPr>
              <p:txBody>
                <a:bodyPr/>
                <a:lstStyle/>
                <a:p>
                  <a:r>
                    <a:rPr lang="zh-CN" altLang="en-US">
                      <a:noFill/>
                    </a:rPr>
                    <a:t> </a:t>
                  </a:r>
                </a:p>
              </p:txBody>
            </p:sp>
          </mc:Fallback>
        </mc:AlternateContent>
        <p:cxnSp>
          <p:nvCxnSpPr>
            <p:cNvPr id="179" name="直接连接符 178">
              <a:extLst>
                <a:ext uri="{FF2B5EF4-FFF2-40B4-BE49-F238E27FC236}">
                  <a16:creationId xmlns:a16="http://schemas.microsoft.com/office/drawing/2014/main" id="{3C0BE161-EB18-F439-1DFD-CDC57833FF7D}"/>
                </a:ext>
              </a:extLst>
            </p:cNvPr>
            <p:cNvCxnSpPr>
              <a:cxnSpLocks/>
              <a:stCxn id="162" idx="0"/>
              <a:endCxn id="162" idx="2"/>
            </p:cNvCxnSpPr>
            <p:nvPr/>
          </p:nvCxnSpPr>
          <p:spPr>
            <a:xfrm>
              <a:off x="2239130" y="3964370"/>
              <a:ext cx="0" cy="18489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3A3F67AE-CB18-BB17-1C61-E6F5F9904EA3}"/>
                </a:ext>
              </a:extLst>
            </p:cNvPr>
            <p:cNvCxnSpPr>
              <a:cxnSpLocks/>
              <a:stCxn id="162" idx="1"/>
              <a:endCxn id="162" idx="3"/>
            </p:cNvCxnSpPr>
            <p:nvPr/>
          </p:nvCxnSpPr>
          <p:spPr>
            <a:xfrm>
              <a:off x="1415672" y="4888836"/>
              <a:ext cx="16469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BD063C05-9CCF-E56B-9E96-4400F0CE128E}"/>
                    </a:ext>
                  </a:extLst>
                </p:cNvPr>
                <p:cNvSpPr txBox="1"/>
                <p:nvPr/>
              </p:nvSpPr>
              <p:spPr>
                <a:xfrm>
                  <a:off x="903033" y="4427171"/>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181" name="文本框 180">
                  <a:extLst>
                    <a:ext uri="{FF2B5EF4-FFF2-40B4-BE49-F238E27FC236}">
                      <a16:creationId xmlns:a16="http://schemas.microsoft.com/office/drawing/2014/main" id="{BD063C05-9CCF-E56B-9E96-4400F0CE128E}"/>
                    </a:ext>
                  </a:extLst>
                </p:cNvPr>
                <p:cNvSpPr txBox="1">
                  <a:spLocks noRot="1" noChangeAspect="1" noMove="1" noResize="1" noEditPoints="1" noAdjustHandles="1" noChangeArrowheads="1" noChangeShapeType="1" noTextEdit="1"/>
                </p:cNvSpPr>
                <p:nvPr/>
              </p:nvSpPr>
              <p:spPr>
                <a:xfrm>
                  <a:off x="903033" y="4427171"/>
                  <a:ext cx="513248" cy="461665"/>
                </a:xfrm>
                <a:prstGeom prst="rect">
                  <a:avLst/>
                </a:prstGeom>
                <a:blipFill>
                  <a:blip r:embed="rId28"/>
                  <a:stretch>
                    <a:fillRect l="-2381" r="-5952"/>
                  </a:stretch>
                </a:blipFill>
              </p:spPr>
              <p:txBody>
                <a:bodyPr/>
                <a:lstStyle/>
                <a:p>
                  <a:r>
                    <a:rPr lang="zh-CN" altLang="en-US">
                      <a:noFill/>
                    </a:rPr>
                    <a:t> </a:t>
                  </a:r>
                </a:p>
              </p:txBody>
            </p:sp>
          </mc:Fallback>
        </mc:AlternateContent>
        <p:cxnSp>
          <p:nvCxnSpPr>
            <p:cNvPr id="189" name="直接连接符 188">
              <a:extLst>
                <a:ext uri="{FF2B5EF4-FFF2-40B4-BE49-F238E27FC236}">
                  <a16:creationId xmlns:a16="http://schemas.microsoft.com/office/drawing/2014/main" id="{232DE640-D176-92EC-5634-1CA7F6C25E49}"/>
                </a:ext>
              </a:extLst>
            </p:cNvPr>
            <p:cNvCxnSpPr>
              <a:cxnSpLocks/>
            </p:cNvCxnSpPr>
            <p:nvPr/>
          </p:nvCxnSpPr>
          <p:spPr>
            <a:xfrm>
              <a:off x="1415672" y="4426604"/>
              <a:ext cx="16469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BF65C9B7-493E-8E96-4641-6C1F31B01E1D}"/>
                </a:ext>
              </a:extLst>
            </p:cNvPr>
            <p:cNvCxnSpPr>
              <a:cxnSpLocks/>
            </p:cNvCxnSpPr>
            <p:nvPr/>
          </p:nvCxnSpPr>
          <p:spPr>
            <a:xfrm>
              <a:off x="1415290" y="5351070"/>
              <a:ext cx="16469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5723C845-43F8-6020-4D56-0D77D625A2DE}"/>
                    </a:ext>
                  </a:extLst>
                </p:cNvPr>
                <p:cNvSpPr txBox="1"/>
                <p:nvPr/>
              </p:nvSpPr>
              <p:spPr>
                <a:xfrm>
                  <a:off x="902803" y="4887683"/>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00" name="文本框 199">
                  <a:extLst>
                    <a:ext uri="{FF2B5EF4-FFF2-40B4-BE49-F238E27FC236}">
                      <a16:creationId xmlns:a16="http://schemas.microsoft.com/office/drawing/2014/main" id="{5723C845-43F8-6020-4D56-0D77D625A2DE}"/>
                    </a:ext>
                  </a:extLst>
                </p:cNvPr>
                <p:cNvSpPr txBox="1">
                  <a:spLocks noRot="1" noChangeAspect="1" noMove="1" noResize="1" noEditPoints="1" noAdjustHandles="1" noChangeArrowheads="1" noChangeShapeType="1" noTextEdit="1"/>
                </p:cNvSpPr>
                <p:nvPr/>
              </p:nvSpPr>
              <p:spPr>
                <a:xfrm>
                  <a:off x="902803" y="4887683"/>
                  <a:ext cx="513855" cy="461665"/>
                </a:xfrm>
                <a:prstGeom prst="rect">
                  <a:avLst/>
                </a:prstGeom>
                <a:blipFill>
                  <a:blip r:embed="rId29"/>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27BE2437-386B-B714-1F45-71FDB746692F}"/>
                    </a:ext>
                  </a:extLst>
                </p:cNvPr>
                <p:cNvSpPr txBox="1"/>
                <p:nvPr/>
              </p:nvSpPr>
              <p:spPr>
                <a:xfrm>
                  <a:off x="902194" y="5351252"/>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01" name="文本框 200">
                  <a:extLst>
                    <a:ext uri="{FF2B5EF4-FFF2-40B4-BE49-F238E27FC236}">
                      <a16:creationId xmlns:a16="http://schemas.microsoft.com/office/drawing/2014/main" id="{27BE2437-386B-B714-1F45-71FDB746692F}"/>
                    </a:ext>
                  </a:extLst>
                </p:cNvPr>
                <p:cNvSpPr txBox="1">
                  <a:spLocks noRot="1" noChangeAspect="1" noMove="1" noResize="1" noEditPoints="1" noAdjustHandles="1" noChangeArrowheads="1" noChangeShapeType="1" noTextEdit="1"/>
                </p:cNvSpPr>
                <p:nvPr/>
              </p:nvSpPr>
              <p:spPr>
                <a:xfrm>
                  <a:off x="902194" y="5351252"/>
                  <a:ext cx="513855" cy="461665"/>
                </a:xfrm>
                <a:prstGeom prst="rect">
                  <a:avLst/>
                </a:prstGeom>
                <a:blipFill>
                  <a:blip r:embed="rId30"/>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2" name="文本框 201">
                  <a:extLst>
                    <a:ext uri="{FF2B5EF4-FFF2-40B4-BE49-F238E27FC236}">
                      <a16:creationId xmlns:a16="http://schemas.microsoft.com/office/drawing/2014/main" id="{3ED5253D-3365-0DB0-6624-8D05519D49D0}"/>
                    </a:ext>
                  </a:extLst>
                </p:cNvPr>
                <p:cNvSpPr txBox="1"/>
                <p:nvPr/>
              </p:nvSpPr>
              <p:spPr>
                <a:xfrm>
                  <a:off x="1416888" y="4889986"/>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b="0" i="0" smtClean="0">
                            <a:latin typeface="Cambria Math" panose="02040503050406030204" pitchFamily="18" charset="0"/>
                          </a:rPr>
                          <m:t>A</m:t>
                        </m:r>
                        <m:r>
                          <a:rPr lang="en-US" altLang="zh-CN" sz="2400" i="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202" name="文本框 201">
                  <a:extLst>
                    <a:ext uri="{FF2B5EF4-FFF2-40B4-BE49-F238E27FC236}">
                      <a16:creationId xmlns:a16="http://schemas.microsoft.com/office/drawing/2014/main" id="{3ED5253D-3365-0DB0-6624-8D05519D49D0}"/>
                    </a:ext>
                  </a:extLst>
                </p:cNvPr>
                <p:cNvSpPr txBox="1">
                  <a:spLocks noRot="1" noChangeAspect="1" noMove="1" noResize="1" noEditPoints="1" noAdjustHandles="1" noChangeArrowheads="1" noChangeShapeType="1" noTextEdit="1"/>
                </p:cNvSpPr>
                <p:nvPr/>
              </p:nvSpPr>
              <p:spPr>
                <a:xfrm>
                  <a:off x="1416888" y="4889986"/>
                  <a:ext cx="818698" cy="462434"/>
                </a:xfrm>
                <a:prstGeom prst="rect">
                  <a:avLst/>
                </a:prstGeom>
                <a:blipFill>
                  <a:blip r:embed="rId31"/>
                  <a:stretch>
                    <a:fillRect l="-1481" r="-4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7023951B-4EE8-B591-5017-F0457A924923}"/>
                    </a:ext>
                  </a:extLst>
                </p:cNvPr>
                <p:cNvSpPr txBox="1"/>
                <p:nvPr/>
              </p:nvSpPr>
              <p:spPr>
                <a:xfrm>
                  <a:off x="2238523" y="4889986"/>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i="0" smtClean="0">
                            <a:latin typeface="Cambria Math" panose="02040503050406030204" pitchFamily="18" charset="0"/>
                          </a:rPr>
                          <m:t>A</m:t>
                        </m:r>
                        <m:r>
                          <a:rPr lang="en-US" altLang="zh-CN" sz="2400" i="0">
                            <a:latin typeface="Cambria Math" panose="02040503050406030204" pitchFamily="18" charset="0"/>
                          </a:rPr>
                          <m:t> </m:t>
                        </m:r>
                        <m:r>
                          <m:rPr>
                            <m:sty m:val="p"/>
                          </m:rPr>
                          <a:rPr lang="en-US" altLang="zh-CN" sz="2400" i="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203" name="文本框 202">
                  <a:extLst>
                    <a:ext uri="{FF2B5EF4-FFF2-40B4-BE49-F238E27FC236}">
                      <a16:creationId xmlns:a16="http://schemas.microsoft.com/office/drawing/2014/main" id="{7023951B-4EE8-B591-5017-F0457A924923}"/>
                    </a:ext>
                  </a:extLst>
                </p:cNvPr>
                <p:cNvSpPr txBox="1">
                  <a:spLocks noRot="1" noChangeAspect="1" noMove="1" noResize="1" noEditPoints="1" noAdjustHandles="1" noChangeArrowheads="1" noChangeShapeType="1" noTextEdit="1"/>
                </p:cNvSpPr>
                <p:nvPr/>
              </p:nvSpPr>
              <p:spPr>
                <a:xfrm>
                  <a:off x="2238523" y="4889986"/>
                  <a:ext cx="818698" cy="462434"/>
                </a:xfrm>
                <a:prstGeom prst="rect">
                  <a:avLst/>
                </a:prstGeom>
                <a:blipFill>
                  <a:blip r:embed="rId32"/>
                  <a:stretch>
                    <a:fillRect l="-1481" r="-7407"/>
                  </a:stretch>
                </a:blipFill>
              </p:spPr>
              <p:txBody>
                <a:bodyPr/>
                <a:lstStyle/>
                <a:p>
                  <a:r>
                    <a:rPr lang="zh-CN" altLang="en-US">
                      <a:noFill/>
                    </a:rPr>
                    <a:t> </a:t>
                  </a:r>
                </a:p>
              </p:txBody>
            </p:sp>
          </mc:Fallback>
        </mc:AlternateContent>
        <p:cxnSp>
          <p:nvCxnSpPr>
            <p:cNvPr id="204" name="直接连接符 203">
              <a:extLst>
                <a:ext uri="{FF2B5EF4-FFF2-40B4-BE49-F238E27FC236}">
                  <a16:creationId xmlns:a16="http://schemas.microsoft.com/office/drawing/2014/main" id="{42DACEDC-31C9-D110-6DFB-DA09BA7B6E45}"/>
                </a:ext>
              </a:extLst>
            </p:cNvPr>
            <p:cNvCxnSpPr>
              <a:cxnSpLocks/>
            </p:cNvCxnSpPr>
            <p:nvPr/>
          </p:nvCxnSpPr>
          <p:spPr>
            <a:xfrm>
              <a:off x="2239739" y="4889986"/>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04B90662-57BC-0B86-618B-E8D525BAD12B}"/>
                    </a:ext>
                  </a:extLst>
                </p:cNvPr>
                <p:cNvSpPr txBox="1"/>
                <p:nvPr/>
              </p:nvSpPr>
              <p:spPr>
                <a:xfrm>
                  <a:off x="1416888" y="535278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b="0" i="0" smtClean="0">
                            <a:latin typeface="Cambria Math" panose="02040503050406030204" pitchFamily="18" charset="0"/>
                          </a:rPr>
                          <m:t>A</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oMath>
                    </m:oMathPara>
                  </a14:m>
                  <a:endParaRPr lang="zh-CN" altLang="en-US" sz="2400" dirty="0">
                    <a:solidFill>
                      <a:schemeClr val="tx1"/>
                    </a:solidFill>
                  </a:endParaRPr>
                </a:p>
              </p:txBody>
            </p:sp>
          </mc:Choice>
          <mc:Fallback xmlns="">
            <p:sp>
              <p:nvSpPr>
                <p:cNvPr id="205" name="文本框 204">
                  <a:extLst>
                    <a:ext uri="{FF2B5EF4-FFF2-40B4-BE49-F238E27FC236}">
                      <a16:creationId xmlns:a16="http://schemas.microsoft.com/office/drawing/2014/main" id="{04B90662-57BC-0B86-618B-E8D525BAD12B}"/>
                    </a:ext>
                  </a:extLst>
                </p:cNvPr>
                <p:cNvSpPr txBox="1">
                  <a:spLocks noRot="1" noChangeAspect="1" noMove="1" noResize="1" noEditPoints="1" noAdjustHandles="1" noChangeArrowheads="1" noChangeShapeType="1" noTextEdit="1"/>
                </p:cNvSpPr>
                <p:nvPr/>
              </p:nvSpPr>
              <p:spPr>
                <a:xfrm>
                  <a:off x="1416888" y="5352787"/>
                  <a:ext cx="818698" cy="462434"/>
                </a:xfrm>
                <a:prstGeom prst="rect">
                  <a:avLst/>
                </a:prstGeom>
                <a:blipFill>
                  <a:blip r:embed="rId33"/>
                  <a:stretch>
                    <a:fillRect l="-1481" r="-4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6" name="文本框 205">
                  <a:extLst>
                    <a:ext uri="{FF2B5EF4-FFF2-40B4-BE49-F238E27FC236}">
                      <a16:creationId xmlns:a16="http://schemas.microsoft.com/office/drawing/2014/main" id="{F500AFB6-BF92-7B16-DF16-9272F93CF301}"/>
                    </a:ext>
                  </a:extLst>
                </p:cNvPr>
                <p:cNvSpPr txBox="1"/>
                <p:nvPr/>
              </p:nvSpPr>
              <p:spPr>
                <a:xfrm>
                  <a:off x="2238523" y="5352787"/>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i="0">
                            <a:latin typeface="Cambria Math" panose="02040503050406030204" pitchFamily="18" charset="0"/>
                          </a:rPr>
                          <m:t>A</m:t>
                        </m:r>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oMath>
                    </m:oMathPara>
                  </a14:m>
                  <a:endParaRPr lang="zh-CN" altLang="en-US" sz="2400" dirty="0">
                    <a:solidFill>
                      <a:schemeClr val="tx1"/>
                    </a:solidFill>
                  </a:endParaRPr>
                </a:p>
              </p:txBody>
            </p:sp>
          </mc:Choice>
          <mc:Fallback xmlns="">
            <p:sp>
              <p:nvSpPr>
                <p:cNvPr id="206" name="文本框 205">
                  <a:extLst>
                    <a:ext uri="{FF2B5EF4-FFF2-40B4-BE49-F238E27FC236}">
                      <a16:creationId xmlns:a16="http://schemas.microsoft.com/office/drawing/2014/main" id="{F500AFB6-BF92-7B16-DF16-9272F93CF301}"/>
                    </a:ext>
                  </a:extLst>
                </p:cNvPr>
                <p:cNvSpPr txBox="1">
                  <a:spLocks noRot="1" noChangeAspect="1" noMove="1" noResize="1" noEditPoints="1" noAdjustHandles="1" noChangeArrowheads="1" noChangeShapeType="1" noTextEdit="1"/>
                </p:cNvSpPr>
                <p:nvPr/>
              </p:nvSpPr>
              <p:spPr>
                <a:xfrm>
                  <a:off x="2238523" y="5352787"/>
                  <a:ext cx="818698" cy="461665"/>
                </a:xfrm>
                <a:prstGeom prst="rect">
                  <a:avLst/>
                </a:prstGeom>
                <a:blipFill>
                  <a:blip r:embed="rId34"/>
                  <a:stretch>
                    <a:fillRect l="-1481" r="-25185"/>
                  </a:stretch>
                </a:blipFill>
              </p:spPr>
              <p:txBody>
                <a:bodyPr/>
                <a:lstStyle/>
                <a:p>
                  <a:r>
                    <a:rPr lang="zh-CN" altLang="en-US">
                      <a:noFill/>
                    </a:rPr>
                    <a:t> </a:t>
                  </a:r>
                </a:p>
              </p:txBody>
            </p:sp>
          </mc:Fallback>
        </mc:AlternateContent>
        <p:cxnSp>
          <p:nvCxnSpPr>
            <p:cNvPr id="208" name="直接连接符 207">
              <a:extLst>
                <a:ext uri="{FF2B5EF4-FFF2-40B4-BE49-F238E27FC236}">
                  <a16:creationId xmlns:a16="http://schemas.microsoft.com/office/drawing/2014/main" id="{7A6492FD-2B1D-C6B5-0BD6-E8D61EDFE95D}"/>
                </a:ext>
              </a:extLst>
            </p:cNvPr>
            <p:cNvCxnSpPr>
              <a:cxnSpLocks/>
            </p:cNvCxnSpPr>
            <p:nvPr/>
          </p:nvCxnSpPr>
          <p:spPr>
            <a:xfrm>
              <a:off x="1416888" y="5352219"/>
              <a:ext cx="16469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组合 73">
            <a:extLst>
              <a:ext uri="{FF2B5EF4-FFF2-40B4-BE49-F238E27FC236}">
                <a16:creationId xmlns:a16="http://schemas.microsoft.com/office/drawing/2014/main" id="{6A938709-7474-6859-A2C7-24FCE70A839F}"/>
              </a:ext>
            </a:extLst>
          </p:cNvPr>
          <p:cNvGrpSpPr/>
          <p:nvPr/>
        </p:nvGrpSpPr>
        <p:grpSpPr>
          <a:xfrm>
            <a:off x="6480000" y="1080000"/>
            <a:ext cx="5316108" cy="2541324"/>
            <a:chOff x="5325931" y="1061292"/>
            <a:chExt cx="5316108" cy="2541324"/>
          </a:xfrm>
        </p:grpSpPr>
        <p:cxnSp>
          <p:nvCxnSpPr>
            <p:cNvPr id="212" name="直接连接符 211">
              <a:extLst>
                <a:ext uri="{FF2B5EF4-FFF2-40B4-BE49-F238E27FC236}">
                  <a16:creationId xmlns:a16="http://schemas.microsoft.com/office/drawing/2014/main" id="{A31FA4AD-F53A-D2FD-DD76-6F34676FB3B2}"/>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5" name="文本框 214">
                  <a:extLst>
                    <a:ext uri="{FF2B5EF4-FFF2-40B4-BE49-F238E27FC236}">
                      <a16:creationId xmlns:a16="http://schemas.microsoft.com/office/drawing/2014/main" id="{BDB83EC0-69A8-0860-DBFD-B3B40CE11CC1}"/>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2" name="文本框 221">
                  <a:extLst>
                    <a:ext uri="{FF2B5EF4-FFF2-40B4-BE49-F238E27FC236}">
                      <a16:creationId xmlns:a16="http://schemas.microsoft.com/office/drawing/2014/main" id="{DA457D90-0938-FE8B-D73B-37887A8348FD}"/>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6" name="文本框 245">
                  <a:extLst>
                    <a:ext uri="{FF2B5EF4-FFF2-40B4-BE49-F238E27FC236}">
                      <a16:creationId xmlns:a16="http://schemas.microsoft.com/office/drawing/2014/main" id="{AD9FD642-0267-3ACD-2C92-71E2FAC93102}"/>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7" name="文本框 246">
                  <a:extLst>
                    <a:ext uri="{FF2B5EF4-FFF2-40B4-BE49-F238E27FC236}">
                      <a16:creationId xmlns:a16="http://schemas.microsoft.com/office/drawing/2014/main" id="{C9CCCC7C-2B97-FF19-0DC4-F1A9A85830BE}"/>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8" name="文本框 247">
                  <a:extLst>
                    <a:ext uri="{FF2B5EF4-FFF2-40B4-BE49-F238E27FC236}">
                      <a16:creationId xmlns:a16="http://schemas.microsoft.com/office/drawing/2014/main" id="{01360CB4-2090-07B2-8724-78FD629A298E}"/>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9" name="文本框 248">
                  <a:extLst>
                    <a:ext uri="{FF2B5EF4-FFF2-40B4-BE49-F238E27FC236}">
                      <a16:creationId xmlns:a16="http://schemas.microsoft.com/office/drawing/2014/main" id="{A1A57354-2C5C-670B-69AB-852A09AC726F}"/>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FF0EE842-6F32-6466-3CB2-4A08439BA1AA}"/>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47" name="文本框 46">
                  <a:extLst>
                    <a:ext uri="{FF2B5EF4-FFF2-40B4-BE49-F238E27FC236}">
                      <a16:creationId xmlns:a16="http://schemas.microsoft.com/office/drawing/2014/main" id="{FF0EE842-6F32-6466-3CB2-4A08439BA1AA}"/>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41"/>
                  <a:stretch>
                    <a:fillRect l="-1099" r="-445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FE56CBC-EA3C-33C6-7842-184AF35ED242}"/>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xmlns="">
            <p:sp>
              <p:nvSpPr>
                <p:cNvPr id="48" name="文本框 47">
                  <a:extLst>
                    <a:ext uri="{FF2B5EF4-FFF2-40B4-BE49-F238E27FC236}">
                      <a16:creationId xmlns:a16="http://schemas.microsoft.com/office/drawing/2014/main" id="{BFE56CBC-EA3C-33C6-7842-184AF35ED242}"/>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42"/>
                  <a:stretch>
                    <a:fillRect l="-1648" r="-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C69097E5-2849-AFD8-4ED6-5A9F9ADF896E}"/>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xmlns="">
            <p:sp>
              <p:nvSpPr>
                <p:cNvPr id="49" name="文本框 48">
                  <a:extLst>
                    <a:ext uri="{FF2B5EF4-FFF2-40B4-BE49-F238E27FC236}">
                      <a16:creationId xmlns:a16="http://schemas.microsoft.com/office/drawing/2014/main" id="{C69097E5-2849-AFD8-4ED6-5A9F9ADF896E}"/>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43"/>
                  <a:stretch>
                    <a:fillRect l="-1648" r="-32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4831936F-2EAA-D1C4-B253-F9F9E5A6C53F}"/>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0" name="文本框 49">
                  <a:extLst>
                    <a:ext uri="{FF2B5EF4-FFF2-40B4-BE49-F238E27FC236}">
                      <a16:creationId xmlns:a16="http://schemas.microsoft.com/office/drawing/2014/main" id="{4831936F-2EAA-D1C4-B253-F9F9E5A6C53F}"/>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44"/>
                  <a:stretch>
                    <a:fillRect l="-1093" r="-437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0F85E8E4-4AE3-569D-92A3-9770A8472027}"/>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1" name="文本框 50">
                  <a:extLst>
                    <a:ext uri="{FF2B5EF4-FFF2-40B4-BE49-F238E27FC236}">
                      <a16:creationId xmlns:a16="http://schemas.microsoft.com/office/drawing/2014/main" id="{0F85E8E4-4AE3-569D-92A3-9770A8472027}"/>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45"/>
                  <a:stretch>
                    <a:fillRect l="-1099" r="-445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1E1900AB-DFE5-974B-6881-A67ED77B58B0}"/>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1E1900AB-DFE5-974B-6881-A67ED77B58B0}"/>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46"/>
                  <a:stretch>
                    <a:fillRect l="-1648" r="-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19E0D00-CBAF-92FA-FD19-7298D9805A61}"/>
                    </a:ext>
                  </a:extLst>
                </p:cNvPr>
                <p:cNvSpPr txBox="1"/>
                <p:nvPr/>
              </p:nvSpPr>
              <p:spPr>
                <a:xfrm>
                  <a:off x="8417627" y="220552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D19E0D00-CBAF-92FA-FD19-7298D9805A61}"/>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47"/>
                  <a:stretch>
                    <a:fillRect l="-1648" r="-32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5AB78EB1-DA78-B5BE-F693-E3CA1B2EBBCE}"/>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4" name="文本框 53">
                  <a:extLst>
                    <a:ext uri="{FF2B5EF4-FFF2-40B4-BE49-F238E27FC236}">
                      <a16:creationId xmlns:a16="http://schemas.microsoft.com/office/drawing/2014/main" id="{5AB78EB1-DA78-B5BE-F693-E3CA1B2EBBCE}"/>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48"/>
                  <a:stretch>
                    <a:fillRect l="-1093" r="-437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8877FEB2-251A-419D-8785-A1BD2ABEF19A}"/>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5" name="文本框 54">
                  <a:extLst>
                    <a:ext uri="{FF2B5EF4-FFF2-40B4-BE49-F238E27FC236}">
                      <a16:creationId xmlns:a16="http://schemas.microsoft.com/office/drawing/2014/main" id="{8877FEB2-251A-419D-8785-A1BD2ABEF19A}"/>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49"/>
                  <a:stretch>
                    <a:fillRect l="-1099" r="-445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18A8B6AC-0F72-F004-2497-45C21FC13D3E}"/>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xmlns="">
            <p:sp>
              <p:nvSpPr>
                <p:cNvPr id="56" name="文本框 55">
                  <a:extLst>
                    <a:ext uri="{FF2B5EF4-FFF2-40B4-BE49-F238E27FC236}">
                      <a16:creationId xmlns:a16="http://schemas.microsoft.com/office/drawing/2014/main" id="{18A8B6AC-0F72-F004-2497-45C21FC13D3E}"/>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50"/>
                  <a:stretch>
                    <a:fillRect l="-1648" r="-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EF5F4C5A-04D8-96A6-0CB9-4215ABE48C05}"/>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xmlns="">
            <p:sp>
              <p:nvSpPr>
                <p:cNvPr id="57" name="文本框 56">
                  <a:extLst>
                    <a:ext uri="{FF2B5EF4-FFF2-40B4-BE49-F238E27FC236}">
                      <a16:creationId xmlns:a16="http://schemas.microsoft.com/office/drawing/2014/main" id="{EF5F4C5A-04D8-96A6-0CB9-4215ABE48C05}"/>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51"/>
                  <a:stretch>
                    <a:fillRect l="-1648" r="-32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06B9F67B-4356-E5F5-B758-6B7A49F7B2CA}"/>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8" name="文本框 57">
                  <a:extLst>
                    <a:ext uri="{FF2B5EF4-FFF2-40B4-BE49-F238E27FC236}">
                      <a16:creationId xmlns:a16="http://schemas.microsoft.com/office/drawing/2014/main" id="{06B9F67B-4356-E5F5-B758-6B7A49F7B2CA}"/>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52"/>
                  <a:stretch>
                    <a:fillRect l="-1093" r="-437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25488FB8-52A6-34F5-44BF-E49476F3F8C4}"/>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b="0" i="0" smtClean="0">
                            <a:latin typeface="Cambria Math" panose="02040503050406030204" pitchFamily="18" charset="0"/>
                          </a:rPr>
                          <m:t>A</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59" name="文本框 58">
                  <a:extLst>
                    <a:ext uri="{FF2B5EF4-FFF2-40B4-BE49-F238E27FC236}">
                      <a16:creationId xmlns:a16="http://schemas.microsoft.com/office/drawing/2014/main" id="{25488FB8-52A6-34F5-44BF-E49476F3F8C4}"/>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53"/>
                  <a:stretch>
                    <a:fillRect l="-1099" r="-445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D086C763-3854-1507-7E86-7EA098338398}"/>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xmlns="">
            <p:sp>
              <p:nvSpPr>
                <p:cNvPr id="60" name="文本框 59">
                  <a:extLst>
                    <a:ext uri="{FF2B5EF4-FFF2-40B4-BE49-F238E27FC236}">
                      <a16:creationId xmlns:a16="http://schemas.microsoft.com/office/drawing/2014/main" id="{D086C763-3854-1507-7E86-7EA098338398}"/>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54"/>
                  <a:stretch>
                    <a:fillRect l="-1648" r="-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220FDE22-C694-FCD8-F423-3362259ADF65}"/>
                    </a:ext>
                  </a:extLst>
                </p:cNvPr>
                <p:cNvSpPr txBox="1"/>
                <p:nvPr/>
              </p:nvSpPr>
              <p:spPr>
                <a:xfrm>
                  <a:off x="8417627" y="313971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xmlns="">
            <p:sp>
              <p:nvSpPr>
                <p:cNvPr id="61" name="文本框 60">
                  <a:extLst>
                    <a:ext uri="{FF2B5EF4-FFF2-40B4-BE49-F238E27FC236}">
                      <a16:creationId xmlns:a16="http://schemas.microsoft.com/office/drawing/2014/main" id="{220FDE22-C694-FCD8-F423-3362259ADF65}"/>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55"/>
                  <a:stretch>
                    <a:fillRect l="-1648" r="-32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0DFFD3D7-7A23-14E5-F626-9F954D4DF401}"/>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xmlns="">
            <p:sp>
              <p:nvSpPr>
                <p:cNvPr id="62" name="文本框 61">
                  <a:extLst>
                    <a:ext uri="{FF2B5EF4-FFF2-40B4-BE49-F238E27FC236}">
                      <a16:creationId xmlns:a16="http://schemas.microsoft.com/office/drawing/2014/main" id="{0DFFD3D7-7A23-14E5-F626-9F954D4DF401}"/>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56"/>
                  <a:stretch>
                    <a:fillRect l="-1093" r="-43716"/>
                  </a:stretch>
                </a:blipFill>
              </p:spPr>
              <p:txBody>
                <a:bodyPr/>
                <a:lstStyle/>
                <a:p>
                  <a:r>
                    <a:rPr lang="zh-CN" altLang="en-US">
                      <a:noFill/>
                    </a:rPr>
                    <a:t> </a:t>
                  </a:r>
                </a:p>
              </p:txBody>
            </p:sp>
          </mc:Fallback>
        </mc:AlternateContent>
        <p:cxnSp>
          <p:nvCxnSpPr>
            <p:cNvPr id="63" name="直接连接符 62">
              <a:extLst>
                <a:ext uri="{FF2B5EF4-FFF2-40B4-BE49-F238E27FC236}">
                  <a16:creationId xmlns:a16="http://schemas.microsoft.com/office/drawing/2014/main" id="{27CB317D-E223-58B0-D383-EB6158CD0337}"/>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D6BF5E-D94E-5645-094F-AFDE09B4ACEB}"/>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BC888CC-21BD-BAFB-53A1-3E257CA4C35E}"/>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02D78FB3-9A33-FABF-3454-FC5781A73C11}"/>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81288902-D6F3-22EB-4F2A-85FC530E89F4}"/>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8C37210-7762-0A9B-1B52-7BD4D3305EE2}"/>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25025E07-A431-1590-0899-C4EAA4F7B5FB}"/>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AB602024-EEDD-91DD-035C-0EF2F5BDF0BD}"/>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6187AA6A-9AA3-EA33-7F7A-4836DE907D98}"/>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5F871355-3765-909B-B550-446F57318F9B}"/>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E7F7F9C0-34AA-FAE7-7148-65E7755875D4}"/>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grpSp>
        <p:nvGrpSpPr>
          <p:cNvPr id="75" name="组合 74">
            <a:extLst>
              <a:ext uri="{FF2B5EF4-FFF2-40B4-BE49-F238E27FC236}">
                <a16:creationId xmlns:a16="http://schemas.microsoft.com/office/drawing/2014/main" id="{40798B25-2661-793D-9D58-04BE1542FA2B}"/>
              </a:ext>
            </a:extLst>
          </p:cNvPr>
          <p:cNvGrpSpPr/>
          <p:nvPr/>
        </p:nvGrpSpPr>
        <p:grpSpPr>
          <a:xfrm>
            <a:off x="360000" y="2628000"/>
            <a:ext cx="3879293" cy="1608740"/>
            <a:chOff x="151939" y="1524862"/>
            <a:chExt cx="3879293" cy="1608740"/>
          </a:xfrm>
        </p:grpSpPr>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06C9A270-CFEF-E660-F4F2-2EC0E6F6AA4E}"/>
                    </a:ext>
                  </a:extLst>
                </p:cNvPr>
                <p:cNvSpPr txBox="1"/>
                <p:nvPr/>
              </p:nvSpPr>
              <p:spPr>
                <a:xfrm>
                  <a:off x="737400"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76" name="文本框 75">
                  <a:extLst>
                    <a:ext uri="{FF2B5EF4-FFF2-40B4-BE49-F238E27FC236}">
                      <a16:creationId xmlns:a16="http://schemas.microsoft.com/office/drawing/2014/main" id="{06C9A270-CFEF-E660-F4F2-2EC0E6F6AA4E}"/>
                    </a:ext>
                  </a:extLst>
                </p:cNvPr>
                <p:cNvSpPr txBox="1">
                  <a:spLocks noRot="1" noChangeAspect="1" noMove="1" noResize="1" noEditPoints="1" noAdjustHandles="1" noChangeArrowheads="1" noChangeShapeType="1" noTextEdit="1"/>
                </p:cNvSpPr>
                <p:nvPr/>
              </p:nvSpPr>
              <p:spPr>
                <a:xfrm>
                  <a:off x="737400" y="2208367"/>
                  <a:ext cx="818698" cy="461665"/>
                </a:xfrm>
                <a:prstGeom prst="rect">
                  <a:avLst/>
                </a:prstGeom>
                <a:blipFill>
                  <a:blip r:embed="rId6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E7227220-ED28-961F-952B-EF5E2AE66B02}"/>
                    </a:ext>
                  </a:extLst>
                </p:cNvPr>
                <p:cNvSpPr txBox="1"/>
                <p:nvPr/>
              </p:nvSpPr>
              <p:spPr>
                <a:xfrm>
                  <a:off x="1559035"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77" name="文本框 76">
                  <a:extLst>
                    <a:ext uri="{FF2B5EF4-FFF2-40B4-BE49-F238E27FC236}">
                      <a16:creationId xmlns:a16="http://schemas.microsoft.com/office/drawing/2014/main" id="{E7227220-ED28-961F-952B-EF5E2AE66B02}"/>
                    </a:ext>
                  </a:extLst>
                </p:cNvPr>
                <p:cNvSpPr txBox="1">
                  <a:spLocks noRot="1" noChangeAspect="1" noMove="1" noResize="1" noEditPoints="1" noAdjustHandles="1" noChangeArrowheads="1" noChangeShapeType="1" noTextEdit="1"/>
                </p:cNvSpPr>
                <p:nvPr/>
              </p:nvSpPr>
              <p:spPr>
                <a:xfrm>
                  <a:off x="1559035" y="2208367"/>
                  <a:ext cx="818698" cy="461665"/>
                </a:xfrm>
                <a:prstGeom prst="rect">
                  <a:avLst/>
                </a:prstGeom>
                <a:blipFill>
                  <a:blip r:embed="rId62"/>
                  <a:stretch>
                    <a:fillRect/>
                  </a:stretch>
                </a:blipFill>
                <a:ln>
                  <a:solidFill>
                    <a:schemeClr val="accent5">
                      <a:lumMod val="75000"/>
                    </a:schemeClr>
                  </a:solidFill>
                </a:ln>
              </p:spPr>
              <p:txBody>
                <a:bodyPr/>
                <a:lstStyle/>
                <a:p>
                  <a:r>
                    <a:rPr lang="zh-CN" altLang="en-US">
                      <a:noFill/>
                    </a:rPr>
                    <a:t> </a:t>
                  </a:r>
                </a:p>
              </p:txBody>
            </p:sp>
          </mc:Fallback>
        </mc:AlternateContent>
        <p:sp>
          <p:nvSpPr>
            <p:cNvPr id="78" name="矩形 77">
              <a:extLst>
                <a:ext uri="{FF2B5EF4-FFF2-40B4-BE49-F238E27FC236}">
                  <a16:creationId xmlns:a16="http://schemas.microsoft.com/office/drawing/2014/main" id="{0F94D836-6171-A33F-2F3D-61D398AE23CD}"/>
                </a:ext>
              </a:extLst>
            </p:cNvPr>
            <p:cNvSpPr/>
            <p:nvPr/>
          </p:nvSpPr>
          <p:spPr>
            <a:xfrm>
              <a:off x="737400" y="2208367"/>
              <a:ext cx="3293832" cy="924466"/>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5">
                    <a:lumMod val="75000"/>
                  </a:schemeClr>
                </a:solidFill>
              </a:endParaRPr>
            </a:p>
          </p:txBody>
        </p:sp>
        <p:cxnSp>
          <p:nvCxnSpPr>
            <p:cNvPr id="79" name="直接连接符 78">
              <a:extLst>
                <a:ext uri="{FF2B5EF4-FFF2-40B4-BE49-F238E27FC236}">
                  <a16:creationId xmlns:a16="http://schemas.microsoft.com/office/drawing/2014/main" id="{06427FCB-9EDB-C2D2-896F-DBBE58F82814}"/>
                </a:ext>
              </a:extLst>
            </p:cNvPr>
            <p:cNvCxnSpPr>
              <a:cxnSpLocks/>
            </p:cNvCxnSpPr>
            <p:nvPr/>
          </p:nvCxnSpPr>
          <p:spPr>
            <a:xfrm>
              <a:off x="344777" y="1814120"/>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1AF4DF90-4D0D-17DC-A0FD-71A474E82AA2}"/>
                    </a:ext>
                  </a:extLst>
                </p:cNvPr>
                <p:cNvSpPr txBox="1"/>
                <p:nvPr/>
              </p:nvSpPr>
              <p:spPr>
                <a:xfrm>
                  <a:off x="907374"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00</m:t>
                        </m:r>
                      </m:oMath>
                    </m:oMathPara>
                  </a14:m>
                  <a:endParaRPr lang="zh-CN" altLang="en-US" sz="2400" dirty="0">
                    <a:solidFill>
                      <a:schemeClr val="accent5">
                        <a:lumMod val="75000"/>
                      </a:schemeClr>
                    </a:solidFill>
                  </a:endParaRPr>
                </a:p>
              </p:txBody>
            </p:sp>
          </mc:Choice>
          <mc:Fallback xmlns="">
            <p:sp>
              <p:nvSpPr>
                <p:cNvPr id="80" name="文本框 79">
                  <a:extLst>
                    <a:ext uri="{FF2B5EF4-FFF2-40B4-BE49-F238E27FC236}">
                      <a16:creationId xmlns:a16="http://schemas.microsoft.com/office/drawing/2014/main" id="{1AF4DF90-4D0D-17DC-A0FD-71A474E82AA2}"/>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63"/>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702B743F-75E2-A4CB-18C6-7E1B39C8BF5B}"/>
                    </a:ext>
                  </a:extLst>
                </p:cNvPr>
                <p:cNvSpPr txBox="1"/>
                <p:nvPr/>
              </p:nvSpPr>
              <p:spPr>
                <a:xfrm>
                  <a:off x="1728756"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01</m:t>
                        </m:r>
                      </m:oMath>
                    </m:oMathPara>
                  </a14:m>
                  <a:endParaRPr lang="zh-CN" altLang="en-US" sz="2400" dirty="0">
                    <a:solidFill>
                      <a:schemeClr val="accent5">
                        <a:lumMod val="75000"/>
                      </a:schemeClr>
                    </a:solidFill>
                  </a:endParaRPr>
                </a:p>
              </p:txBody>
            </p:sp>
          </mc:Choice>
          <mc:Fallback xmlns="">
            <p:sp>
              <p:nvSpPr>
                <p:cNvPr id="81" name="文本框 80">
                  <a:extLst>
                    <a:ext uri="{FF2B5EF4-FFF2-40B4-BE49-F238E27FC236}">
                      <a16:creationId xmlns:a16="http://schemas.microsoft.com/office/drawing/2014/main" id="{702B743F-75E2-A4CB-18C6-7E1B39C8BF5B}"/>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64"/>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3CEACABC-E84A-75F6-7F03-FA427582A8DA}"/>
                    </a:ext>
                  </a:extLst>
                </p:cNvPr>
                <p:cNvSpPr txBox="1"/>
                <p:nvPr/>
              </p:nvSpPr>
              <p:spPr>
                <a:xfrm>
                  <a:off x="379052" y="1524862"/>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BC</m:t>
                        </m:r>
                      </m:oMath>
                    </m:oMathPara>
                  </a14:m>
                  <a:endParaRPr lang="zh-CN" altLang="en-US" sz="2800" dirty="0">
                    <a:solidFill>
                      <a:schemeClr val="accent5">
                        <a:lumMod val="75000"/>
                      </a:schemeClr>
                    </a:solidFill>
                  </a:endParaRPr>
                </a:p>
              </p:txBody>
            </p:sp>
          </mc:Choice>
          <mc:Fallback xmlns="">
            <p:sp>
              <p:nvSpPr>
                <p:cNvPr id="82" name="文本框 81">
                  <a:extLst>
                    <a:ext uri="{FF2B5EF4-FFF2-40B4-BE49-F238E27FC236}">
                      <a16:creationId xmlns:a16="http://schemas.microsoft.com/office/drawing/2014/main" id="{3CEACABC-E84A-75F6-7F03-FA427582A8DA}"/>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6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2A28C16C-6B04-144A-3F58-F63582E62548}"/>
                    </a:ext>
                  </a:extLst>
                </p:cNvPr>
                <p:cNvSpPr txBox="1"/>
                <p:nvPr/>
              </p:nvSpPr>
              <p:spPr>
                <a:xfrm>
                  <a:off x="2384317"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83" name="文本框 82">
                  <a:extLst>
                    <a:ext uri="{FF2B5EF4-FFF2-40B4-BE49-F238E27FC236}">
                      <a16:creationId xmlns:a16="http://schemas.microsoft.com/office/drawing/2014/main" id="{2A28C16C-6B04-144A-3F58-F63582E62548}"/>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66"/>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794A420D-2EE1-B532-B3BC-12F7A611F050}"/>
                    </a:ext>
                  </a:extLst>
                </p:cNvPr>
                <p:cNvSpPr txBox="1"/>
                <p:nvPr/>
              </p:nvSpPr>
              <p:spPr>
                <a:xfrm>
                  <a:off x="3205952" y="2208367"/>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84" name="文本框 83">
                  <a:extLst>
                    <a:ext uri="{FF2B5EF4-FFF2-40B4-BE49-F238E27FC236}">
                      <a16:creationId xmlns:a16="http://schemas.microsoft.com/office/drawing/2014/main" id="{794A420D-2EE1-B532-B3BC-12F7A611F050}"/>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67"/>
                  <a:stretch>
                    <a:fillRect/>
                  </a:stretch>
                </a:blipFill>
                <a:ln>
                  <a:solidFill>
                    <a:schemeClr val="accent5">
                      <a:lumMod val="75000"/>
                    </a:schemeClr>
                  </a:solidFill>
                </a:ln>
              </p:spPr>
              <p:txBody>
                <a:bodyPr/>
                <a:lstStyle/>
                <a:p>
                  <a:r>
                    <a:rPr lang="zh-CN" altLang="en-US">
                      <a:noFill/>
                    </a:rPr>
                    <a:t> </a:t>
                  </a:r>
                </a:p>
              </p:txBody>
            </p:sp>
          </mc:Fallback>
        </mc:AlternateContent>
        <p:cxnSp>
          <p:nvCxnSpPr>
            <p:cNvPr id="85" name="直接连接符 84">
              <a:extLst>
                <a:ext uri="{FF2B5EF4-FFF2-40B4-BE49-F238E27FC236}">
                  <a16:creationId xmlns:a16="http://schemas.microsoft.com/office/drawing/2014/main" id="{35F6B05D-49E7-C9F3-8F34-68E24181C4C1}"/>
                </a:ext>
              </a:extLst>
            </p:cNvPr>
            <p:cNvCxnSpPr>
              <a:cxnSpLocks/>
            </p:cNvCxnSpPr>
            <p:nvPr/>
          </p:nvCxnSpPr>
          <p:spPr>
            <a:xfrm>
              <a:off x="3207168"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4728195-08F5-2359-7DBB-8E653B871939}"/>
                </a:ext>
              </a:extLst>
            </p:cNvPr>
            <p:cNvCxnSpPr>
              <a:cxnSpLocks/>
            </p:cNvCxnSpPr>
            <p:nvPr/>
          </p:nvCxnSpPr>
          <p:spPr>
            <a:xfrm>
              <a:off x="1560251"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9DEB3A36-34A6-57ED-5E3C-7BFFBC04C15C}"/>
                    </a:ext>
                  </a:extLst>
                </p:cNvPr>
                <p:cNvSpPr txBox="1"/>
                <p:nvPr/>
              </p:nvSpPr>
              <p:spPr>
                <a:xfrm>
                  <a:off x="2565759"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11</m:t>
                        </m:r>
                      </m:oMath>
                    </m:oMathPara>
                  </a14:m>
                  <a:endParaRPr lang="zh-CN" altLang="en-US" sz="2400" dirty="0">
                    <a:solidFill>
                      <a:schemeClr val="accent5">
                        <a:lumMod val="75000"/>
                      </a:schemeClr>
                    </a:solidFill>
                  </a:endParaRPr>
                </a:p>
              </p:txBody>
            </p:sp>
          </mc:Choice>
          <mc:Fallback xmlns="">
            <p:sp>
              <p:nvSpPr>
                <p:cNvPr id="87" name="文本框 86">
                  <a:extLst>
                    <a:ext uri="{FF2B5EF4-FFF2-40B4-BE49-F238E27FC236}">
                      <a16:creationId xmlns:a16="http://schemas.microsoft.com/office/drawing/2014/main" id="{9DEB3A36-34A6-57ED-5E3C-7BFFBC04C15C}"/>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68"/>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D0348613-2B24-8199-B860-A3413E4E0F81}"/>
                    </a:ext>
                  </a:extLst>
                </p:cNvPr>
                <p:cNvSpPr txBox="1"/>
                <p:nvPr/>
              </p:nvSpPr>
              <p:spPr>
                <a:xfrm>
                  <a:off x="3387141"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10</m:t>
                        </m:r>
                      </m:oMath>
                    </m:oMathPara>
                  </a14:m>
                  <a:endParaRPr lang="zh-CN" altLang="en-US" sz="2400" dirty="0">
                    <a:solidFill>
                      <a:schemeClr val="accent5">
                        <a:lumMod val="75000"/>
                      </a:schemeClr>
                    </a:solidFill>
                  </a:endParaRPr>
                </a:p>
              </p:txBody>
            </p:sp>
          </mc:Choice>
          <mc:Fallback xmlns="">
            <p:sp>
              <p:nvSpPr>
                <p:cNvPr id="88" name="文本框 87">
                  <a:extLst>
                    <a:ext uri="{FF2B5EF4-FFF2-40B4-BE49-F238E27FC236}">
                      <a16:creationId xmlns:a16="http://schemas.microsoft.com/office/drawing/2014/main" id="{D0348613-2B24-8199-B860-A3413E4E0F81}"/>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69"/>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39D3B9F1-1512-4C96-692F-61D8A0CF1F33}"/>
                    </a:ext>
                  </a:extLst>
                </p:cNvPr>
                <p:cNvSpPr txBox="1"/>
                <p:nvPr/>
              </p:nvSpPr>
              <p:spPr>
                <a:xfrm>
                  <a:off x="151939" y="1741478"/>
                  <a:ext cx="4507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A</m:t>
                        </m:r>
                      </m:oMath>
                    </m:oMathPara>
                  </a14:m>
                  <a:endParaRPr lang="zh-CN" altLang="en-US" sz="2800" dirty="0">
                    <a:solidFill>
                      <a:schemeClr val="accent5">
                        <a:lumMod val="75000"/>
                      </a:schemeClr>
                    </a:solidFill>
                  </a:endParaRPr>
                </a:p>
              </p:txBody>
            </p:sp>
          </mc:Choice>
          <mc:Fallback xmlns="">
            <p:sp>
              <p:nvSpPr>
                <p:cNvPr id="89" name="文本框 88">
                  <a:extLst>
                    <a:ext uri="{FF2B5EF4-FFF2-40B4-BE49-F238E27FC236}">
                      <a16:creationId xmlns:a16="http://schemas.microsoft.com/office/drawing/2014/main" id="{39D3B9F1-1512-4C96-692F-61D8A0CF1F33}"/>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7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81CC2555-6233-0831-D79F-06D71333A808}"/>
                    </a:ext>
                  </a:extLst>
                </p:cNvPr>
                <p:cNvSpPr txBox="1"/>
                <p:nvPr/>
              </p:nvSpPr>
              <p:spPr>
                <a:xfrm>
                  <a:off x="404709" y="2207598"/>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m:t>
                        </m:r>
                      </m:oMath>
                    </m:oMathPara>
                  </a14:m>
                  <a:endParaRPr lang="zh-CN" altLang="en-US" sz="2400" dirty="0">
                    <a:solidFill>
                      <a:schemeClr val="accent5">
                        <a:lumMod val="75000"/>
                      </a:schemeClr>
                    </a:solidFill>
                  </a:endParaRPr>
                </a:p>
              </p:txBody>
            </p:sp>
          </mc:Choice>
          <mc:Fallback xmlns="">
            <p:sp>
              <p:nvSpPr>
                <p:cNvPr id="90" name="文本框 89">
                  <a:extLst>
                    <a:ext uri="{FF2B5EF4-FFF2-40B4-BE49-F238E27FC236}">
                      <a16:creationId xmlns:a16="http://schemas.microsoft.com/office/drawing/2014/main" id="{81CC2555-6233-0831-D79F-06D71333A808}"/>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71"/>
                  <a:stretch>
                    <a:fillRect l="-3636" r="-1090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75EE8E00-84B1-F29A-40C3-64B809DFA91C}"/>
                    </a:ext>
                  </a:extLst>
                </p:cNvPr>
                <p:cNvSpPr txBox="1"/>
                <p:nvPr/>
              </p:nvSpPr>
              <p:spPr>
                <a:xfrm>
                  <a:off x="737400" y="2671168"/>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4</m:t>
                            </m:r>
                          </m:sub>
                        </m:sSub>
                      </m:oMath>
                    </m:oMathPara>
                  </a14:m>
                  <a:endParaRPr lang="zh-CN" altLang="en-US" sz="2400" dirty="0">
                    <a:solidFill>
                      <a:schemeClr val="accent5">
                        <a:lumMod val="75000"/>
                      </a:schemeClr>
                    </a:solidFill>
                  </a:endParaRPr>
                </a:p>
              </p:txBody>
            </p:sp>
          </mc:Choice>
          <mc:Fallback xmlns="">
            <p:sp>
              <p:nvSpPr>
                <p:cNvPr id="91" name="文本框 90">
                  <a:extLst>
                    <a:ext uri="{FF2B5EF4-FFF2-40B4-BE49-F238E27FC236}">
                      <a16:creationId xmlns:a16="http://schemas.microsoft.com/office/drawing/2014/main" id="{75EE8E00-84B1-F29A-40C3-64B809DFA91C}"/>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7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35FB545E-6408-0FE0-1F8C-5EEEAD3FDC75}"/>
                    </a:ext>
                  </a:extLst>
                </p:cNvPr>
                <p:cNvSpPr txBox="1"/>
                <p:nvPr/>
              </p:nvSpPr>
              <p:spPr>
                <a:xfrm>
                  <a:off x="1559035" y="2671168"/>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5</m:t>
                            </m:r>
                          </m:sub>
                        </m:sSub>
                      </m:oMath>
                    </m:oMathPara>
                  </a14:m>
                  <a:endParaRPr lang="zh-CN" altLang="en-US" sz="2400" dirty="0">
                    <a:solidFill>
                      <a:schemeClr val="accent5">
                        <a:lumMod val="75000"/>
                      </a:schemeClr>
                    </a:solidFill>
                  </a:endParaRPr>
                </a:p>
              </p:txBody>
            </p:sp>
          </mc:Choice>
          <mc:Fallback xmlns="">
            <p:sp>
              <p:nvSpPr>
                <p:cNvPr id="92" name="文本框 91">
                  <a:extLst>
                    <a:ext uri="{FF2B5EF4-FFF2-40B4-BE49-F238E27FC236}">
                      <a16:creationId xmlns:a16="http://schemas.microsoft.com/office/drawing/2014/main" id="{35FB545E-6408-0FE0-1F8C-5EEEAD3FDC75}"/>
                    </a:ext>
                  </a:extLst>
                </p:cNvPr>
                <p:cNvSpPr txBox="1">
                  <a:spLocks noRot="1" noChangeAspect="1" noMove="1" noResize="1" noEditPoints="1" noAdjustHandles="1" noChangeArrowheads="1" noChangeShapeType="1" noTextEdit="1"/>
                </p:cNvSpPr>
                <p:nvPr/>
              </p:nvSpPr>
              <p:spPr>
                <a:xfrm>
                  <a:off x="1559035" y="2671168"/>
                  <a:ext cx="818698" cy="461665"/>
                </a:xfrm>
                <a:prstGeom prst="rect">
                  <a:avLst/>
                </a:prstGeom>
                <a:blipFill>
                  <a:blip r:embed="rId7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6D947000-4C3A-7087-970B-71C05A535E68}"/>
                    </a:ext>
                  </a:extLst>
                </p:cNvPr>
                <p:cNvSpPr txBox="1"/>
                <p:nvPr/>
              </p:nvSpPr>
              <p:spPr>
                <a:xfrm>
                  <a:off x="2384317" y="2671168"/>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7</m:t>
                            </m:r>
                          </m:sub>
                        </m:sSub>
                      </m:oMath>
                    </m:oMathPara>
                  </a14:m>
                  <a:endParaRPr lang="zh-CN" altLang="en-US" sz="2400" dirty="0">
                    <a:solidFill>
                      <a:schemeClr val="accent5">
                        <a:lumMod val="75000"/>
                      </a:schemeClr>
                    </a:solidFill>
                  </a:endParaRPr>
                </a:p>
              </p:txBody>
            </p:sp>
          </mc:Choice>
          <mc:Fallback xmlns="">
            <p:sp>
              <p:nvSpPr>
                <p:cNvPr id="93" name="文本框 92">
                  <a:extLst>
                    <a:ext uri="{FF2B5EF4-FFF2-40B4-BE49-F238E27FC236}">
                      <a16:creationId xmlns:a16="http://schemas.microsoft.com/office/drawing/2014/main" id="{6D947000-4C3A-7087-970B-71C05A535E68}"/>
                    </a:ext>
                  </a:extLst>
                </p:cNvPr>
                <p:cNvSpPr txBox="1">
                  <a:spLocks noRot="1" noChangeAspect="1" noMove="1" noResize="1" noEditPoints="1" noAdjustHandles="1" noChangeArrowheads="1" noChangeShapeType="1" noTextEdit="1"/>
                </p:cNvSpPr>
                <p:nvPr/>
              </p:nvSpPr>
              <p:spPr>
                <a:xfrm>
                  <a:off x="2384317" y="2671168"/>
                  <a:ext cx="818698" cy="461665"/>
                </a:xfrm>
                <a:prstGeom prst="rect">
                  <a:avLst/>
                </a:prstGeom>
                <a:blipFill>
                  <a:blip r:embed="rId74"/>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88322CF4-54B6-648A-CAE9-4F6575F800A3}"/>
                    </a:ext>
                  </a:extLst>
                </p:cNvPr>
                <p:cNvSpPr txBox="1"/>
                <p:nvPr/>
              </p:nvSpPr>
              <p:spPr>
                <a:xfrm>
                  <a:off x="3205952" y="2671168"/>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b="0" i="1" smtClean="0">
                                <a:solidFill>
                                  <a:schemeClr val="accent5">
                                    <a:lumMod val="75000"/>
                                  </a:schemeClr>
                                </a:solidFill>
                                <a:latin typeface="Cambria Math" panose="02040503050406030204" pitchFamily="18" charset="0"/>
                              </a:rPr>
                              <m:t>6</m:t>
                            </m:r>
                          </m:sub>
                        </m:sSub>
                      </m:oMath>
                    </m:oMathPara>
                  </a14:m>
                  <a:endParaRPr lang="zh-CN" altLang="en-US" sz="2400" dirty="0">
                    <a:solidFill>
                      <a:schemeClr val="accent5">
                        <a:lumMod val="75000"/>
                      </a:schemeClr>
                    </a:solidFill>
                  </a:endParaRPr>
                </a:p>
              </p:txBody>
            </p:sp>
          </mc:Choice>
          <mc:Fallback xmlns="">
            <p:sp>
              <p:nvSpPr>
                <p:cNvPr id="94" name="文本框 93">
                  <a:extLst>
                    <a:ext uri="{FF2B5EF4-FFF2-40B4-BE49-F238E27FC236}">
                      <a16:creationId xmlns:a16="http://schemas.microsoft.com/office/drawing/2014/main" id="{88322CF4-54B6-648A-CAE9-4F6575F800A3}"/>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75"/>
                  <a:stretch>
                    <a:fillRect/>
                  </a:stretch>
                </a:blipFill>
                <a:ln>
                  <a:solidFill>
                    <a:schemeClr val="accent5">
                      <a:lumMod val="75000"/>
                    </a:schemeClr>
                  </a:solidFill>
                </a:ln>
              </p:spPr>
              <p:txBody>
                <a:bodyPr/>
                <a:lstStyle/>
                <a:p>
                  <a:r>
                    <a:rPr lang="zh-CN" altLang="en-US">
                      <a:noFill/>
                    </a:rPr>
                    <a:t> </a:t>
                  </a:r>
                </a:p>
              </p:txBody>
            </p:sp>
          </mc:Fallback>
        </mc:AlternateContent>
        <p:cxnSp>
          <p:nvCxnSpPr>
            <p:cNvPr id="95" name="直接连接符 94">
              <a:extLst>
                <a:ext uri="{FF2B5EF4-FFF2-40B4-BE49-F238E27FC236}">
                  <a16:creationId xmlns:a16="http://schemas.microsoft.com/office/drawing/2014/main" id="{1310974D-AE2D-EAA5-142D-678797A262DB}"/>
                </a:ext>
              </a:extLst>
            </p:cNvPr>
            <p:cNvCxnSpPr>
              <a:cxnSpLocks/>
              <a:stCxn id="78" idx="0"/>
              <a:endCxn id="78" idx="2"/>
            </p:cNvCxnSpPr>
            <p:nvPr/>
          </p:nvCxnSpPr>
          <p:spPr>
            <a:xfrm>
              <a:off x="2384316"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FA3C6D0B-E721-B02F-180F-2A3938BC966F}"/>
                </a:ext>
              </a:extLst>
            </p:cNvPr>
            <p:cNvCxnSpPr>
              <a:cxnSpLocks/>
              <a:stCxn id="78" idx="1"/>
              <a:endCxn id="78" idx="3"/>
            </p:cNvCxnSpPr>
            <p:nvPr/>
          </p:nvCxnSpPr>
          <p:spPr>
            <a:xfrm>
              <a:off x="737400" y="2670600"/>
              <a:ext cx="3293832"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9FE63F2B-1F13-C12A-64B2-EFAFA36EB938}"/>
                    </a:ext>
                  </a:extLst>
                </p:cNvPr>
                <p:cNvSpPr txBox="1"/>
                <p:nvPr/>
              </p:nvSpPr>
              <p:spPr>
                <a:xfrm>
                  <a:off x="404101" y="2671167"/>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00" name="文本框 99">
                  <a:extLst>
                    <a:ext uri="{FF2B5EF4-FFF2-40B4-BE49-F238E27FC236}">
                      <a16:creationId xmlns:a16="http://schemas.microsoft.com/office/drawing/2014/main" id="{9FE63F2B-1F13-C12A-64B2-EFAFA36EB938}"/>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76"/>
                  <a:stretch>
                    <a:fillRect l="-5455" r="-9091"/>
                  </a:stretch>
                </a:blipFill>
                <a:ln>
                  <a:noFill/>
                </a:ln>
              </p:spPr>
              <p:txBody>
                <a:bodyPr/>
                <a:lstStyle/>
                <a:p>
                  <a:r>
                    <a:rPr lang="zh-CN" altLang="en-US">
                      <a:noFill/>
                    </a:rPr>
                    <a:t> </a:t>
                  </a:r>
                </a:p>
              </p:txBody>
            </p:sp>
          </mc:Fallback>
        </mc:AlternateContent>
      </p:grpSp>
      <p:grpSp>
        <p:nvGrpSpPr>
          <p:cNvPr id="111" name="组合 110">
            <a:extLst>
              <a:ext uri="{FF2B5EF4-FFF2-40B4-BE49-F238E27FC236}">
                <a16:creationId xmlns:a16="http://schemas.microsoft.com/office/drawing/2014/main" id="{2D89F156-7DB5-7C14-B378-D58A83D4316B}"/>
              </a:ext>
            </a:extLst>
          </p:cNvPr>
          <p:cNvGrpSpPr/>
          <p:nvPr/>
        </p:nvGrpSpPr>
        <p:grpSpPr>
          <a:xfrm>
            <a:off x="3006000" y="4176000"/>
            <a:ext cx="2490345" cy="2534355"/>
            <a:chOff x="573458" y="3280866"/>
            <a:chExt cx="2490345" cy="2534355"/>
          </a:xfrm>
        </p:grpSpPr>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364FA5E6-3472-607C-AC09-4CDF03454C2E}"/>
                    </a:ext>
                  </a:extLst>
                </p:cNvPr>
                <p:cNvSpPr txBox="1"/>
                <p:nvPr/>
              </p:nvSpPr>
              <p:spPr>
                <a:xfrm>
                  <a:off x="1415672" y="3964371"/>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13" name="文本框 112">
                  <a:extLst>
                    <a:ext uri="{FF2B5EF4-FFF2-40B4-BE49-F238E27FC236}">
                      <a16:creationId xmlns:a16="http://schemas.microsoft.com/office/drawing/2014/main" id="{364FA5E6-3472-607C-AC09-4CDF03454C2E}"/>
                    </a:ext>
                  </a:extLst>
                </p:cNvPr>
                <p:cNvSpPr txBox="1">
                  <a:spLocks noRot="1" noChangeAspect="1" noMove="1" noResize="1" noEditPoints="1" noAdjustHandles="1" noChangeArrowheads="1" noChangeShapeType="1" noTextEdit="1"/>
                </p:cNvSpPr>
                <p:nvPr/>
              </p:nvSpPr>
              <p:spPr>
                <a:xfrm>
                  <a:off x="1415672" y="3964371"/>
                  <a:ext cx="818698" cy="462434"/>
                </a:xfrm>
                <a:prstGeom prst="rect">
                  <a:avLst/>
                </a:prstGeom>
                <a:blipFill>
                  <a:blip r:embed="rId77"/>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08BF2063-C436-5F9D-15C2-8981C4FB4B07}"/>
                    </a:ext>
                  </a:extLst>
                </p:cNvPr>
                <p:cNvSpPr txBox="1"/>
                <p:nvPr/>
              </p:nvSpPr>
              <p:spPr>
                <a:xfrm>
                  <a:off x="2237307" y="3964371"/>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14" name="文本框 113">
                  <a:extLst>
                    <a:ext uri="{FF2B5EF4-FFF2-40B4-BE49-F238E27FC236}">
                      <a16:creationId xmlns:a16="http://schemas.microsoft.com/office/drawing/2014/main" id="{08BF2063-C436-5F9D-15C2-8981C4FB4B07}"/>
                    </a:ext>
                  </a:extLst>
                </p:cNvPr>
                <p:cNvSpPr txBox="1">
                  <a:spLocks noRot="1" noChangeAspect="1" noMove="1" noResize="1" noEditPoints="1" noAdjustHandles="1" noChangeArrowheads="1" noChangeShapeType="1" noTextEdit="1"/>
                </p:cNvSpPr>
                <p:nvPr/>
              </p:nvSpPr>
              <p:spPr>
                <a:xfrm>
                  <a:off x="2237307" y="3964371"/>
                  <a:ext cx="818698" cy="462434"/>
                </a:xfrm>
                <a:prstGeom prst="rect">
                  <a:avLst/>
                </a:prstGeom>
                <a:blipFill>
                  <a:blip r:embed="rId78"/>
                  <a:stretch>
                    <a:fillRect/>
                  </a:stretch>
                </a:blipFill>
                <a:ln>
                  <a:solidFill>
                    <a:schemeClr val="accent5">
                      <a:lumMod val="75000"/>
                    </a:schemeClr>
                  </a:solidFill>
                </a:ln>
              </p:spPr>
              <p:txBody>
                <a:bodyPr/>
                <a:lstStyle/>
                <a:p>
                  <a:r>
                    <a:rPr lang="zh-CN" altLang="en-US">
                      <a:noFill/>
                    </a:rPr>
                    <a:t> </a:t>
                  </a:r>
                </a:p>
              </p:txBody>
            </p:sp>
          </mc:Fallback>
        </mc:AlternateContent>
        <p:sp>
          <p:nvSpPr>
            <p:cNvPr id="115" name="矩形 114">
              <a:extLst>
                <a:ext uri="{FF2B5EF4-FFF2-40B4-BE49-F238E27FC236}">
                  <a16:creationId xmlns:a16="http://schemas.microsoft.com/office/drawing/2014/main" id="{C617B374-1B05-69A4-D6F1-CA28ED8407BE}"/>
                </a:ext>
              </a:extLst>
            </p:cNvPr>
            <p:cNvSpPr/>
            <p:nvPr/>
          </p:nvSpPr>
          <p:spPr>
            <a:xfrm>
              <a:off x="1415672" y="3964370"/>
              <a:ext cx="1646915" cy="1848931"/>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5">
                    <a:lumMod val="75000"/>
                  </a:schemeClr>
                </a:solidFill>
              </a:endParaRPr>
            </a:p>
          </p:txBody>
        </p:sp>
        <p:cxnSp>
          <p:nvCxnSpPr>
            <p:cNvPr id="116" name="直接连接符 115">
              <a:extLst>
                <a:ext uri="{FF2B5EF4-FFF2-40B4-BE49-F238E27FC236}">
                  <a16:creationId xmlns:a16="http://schemas.microsoft.com/office/drawing/2014/main" id="{CC144883-CB5E-5C0C-75AE-401DE2AF932D}"/>
                </a:ext>
              </a:extLst>
            </p:cNvPr>
            <p:cNvCxnSpPr>
              <a:cxnSpLocks/>
            </p:cNvCxnSpPr>
            <p:nvPr/>
          </p:nvCxnSpPr>
          <p:spPr>
            <a:xfrm>
              <a:off x="1023049" y="3570124"/>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C3E97A7B-D2E7-4DA2-BB5F-77869F2270C4}"/>
                    </a:ext>
                  </a:extLst>
                </p:cNvPr>
                <p:cNvSpPr txBox="1"/>
                <p:nvPr/>
              </p:nvSpPr>
              <p:spPr>
                <a:xfrm>
                  <a:off x="1585646" y="3548602"/>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m:t>
                        </m:r>
                      </m:oMath>
                    </m:oMathPara>
                  </a14:m>
                  <a:endParaRPr lang="zh-CN" altLang="en-US" sz="2400" dirty="0">
                    <a:solidFill>
                      <a:schemeClr val="accent5">
                        <a:lumMod val="75000"/>
                      </a:schemeClr>
                    </a:solidFill>
                  </a:endParaRPr>
                </a:p>
              </p:txBody>
            </p:sp>
          </mc:Choice>
          <mc:Fallback xmlns="">
            <p:sp>
              <p:nvSpPr>
                <p:cNvPr id="117" name="文本框 116">
                  <a:extLst>
                    <a:ext uri="{FF2B5EF4-FFF2-40B4-BE49-F238E27FC236}">
                      <a16:creationId xmlns:a16="http://schemas.microsoft.com/office/drawing/2014/main" id="{C3E97A7B-D2E7-4DA2-BB5F-77869F2270C4}"/>
                    </a:ext>
                  </a:extLst>
                </p:cNvPr>
                <p:cNvSpPr txBox="1">
                  <a:spLocks noRot="1" noChangeAspect="1" noMove="1" noResize="1" noEditPoints="1" noAdjustHandles="1" noChangeArrowheads="1" noChangeShapeType="1" noTextEdit="1"/>
                </p:cNvSpPr>
                <p:nvPr/>
              </p:nvSpPr>
              <p:spPr>
                <a:xfrm>
                  <a:off x="1585646" y="3548602"/>
                  <a:ext cx="473382" cy="461665"/>
                </a:xfrm>
                <a:prstGeom prst="rect">
                  <a:avLst/>
                </a:prstGeom>
                <a:blipFill>
                  <a:blip r:embed="rId7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68B18DE6-A696-080D-A766-2AA0CE7657B7}"/>
                    </a:ext>
                  </a:extLst>
                </p:cNvPr>
                <p:cNvSpPr txBox="1"/>
                <p:nvPr/>
              </p:nvSpPr>
              <p:spPr>
                <a:xfrm>
                  <a:off x="2407028" y="3548602"/>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18" name="文本框 117">
                  <a:extLst>
                    <a:ext uri="{FF2B5EF4-FFF2-40B4-BE49-F238E27FC236}">
                      <a16:creationId xmlns:a16="http://schemas.microsoft.com/office/drawing/2014/main" id="{68B18DE6-A696-080D-A766-2AA0CE7657B7}"/>
                    </a:ext>
                  </a:extLst>
                </p:cNvPr>
                <p:cNvSpPr txBox="1">
                  <a:spLocks noRot="1" noChangeAspect="1" noMove="1" noResize="1" noEditPoints="1" noAdjustHandles="1" noChangeArrowheads="1" noChangeShapeType="1" noTextEdit="1"/>
                </p:cNvSpPr>
                <p:nvPr/>
              </p:nvSpPr>
              <p:spPr>
                <a:xfrm>
                  <a:off x="2407028" y="3548602"/>
                  <a:ext cx="473382" cy="461665"/>
                </a:xfrm>
                <a:prstGeom prst="rect">
                  <a:avLst/>
                </a:prstGeom>
                <a:blipFill>
                  <a:blip r:embed="rId8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F07C08FC-C7D4-21FC-0CCB-0EFE09579958}"/>
                    </a:ext>
                  </a:extLst>
                </p:cNvPr>
                <p:cNvSpPr txBox="1"/>
                <p:nvPr/>
              </p:nvSpPr>
              <p:spPr>
                <a:xfrm>
                  <a:off x="1057324" y="3280866"/>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C</m:t>
                        </m:r>
                      </m:oMath>
                    </m:oMathPara>
                  </a14:m>
                  <a:endParaRPr lang="zh-CN" altLang="en-US" sz="2800" dirty="0">
                    <a:solidFill>
                      <a:schemeClr val="accent5">
                        <a:lumMod val="75000"/>
                      </a:schemeClr>
                    </a:solidFill>
                  </a:endParaRPr>
                </a:p>
              </p:txBody>
            </p:sp>
          </mc:Choice>
          <mc:Fallback xmlns="">
            <p:sp>
              <p:nvSpPr>
                <p:cNvPr id="120" name="文本框 119">
                  <a:extLst>
                    <a:ext uri="{FF2B5EF4-FFF2-40B4-BE49-F238E27FC236}">
                      <a16:creationId xmlns:a16="http://schemas.microsoft.com/office/drawing/2014/main" id="{F07C08FC-C7D4-21FC-0CCB-0EFE09579958}"/>
                    </a:ext>
                  </a:extLst>
                </p:cNvPr>
                <p:cNvSpPr txBox="1">
                  <a:spLocks noRot="1" noChangeAspect="1" noMove="1" noResize="1" noEditPoints="1" noAdjustHandles="1" noChangeArrowheads="1" noChangeShapeType="1" noTextEdit="1"/>
                </p:cNvSpPr>
                <p:nvPr/>
              </p:nvSpPr>
              <p:spPr>
                <a:xfrm>
                  <a:off x="1057324" y="3280866"/>
                  <a:ext cx="608605" cy="523220"/>
                </a:xfrm>
                <a:prstGeom prst="rect">
                  <a:avLst/>
                </a:prstGeom>
                <a:blipFill>
                  <a:blip r:embed="rId81"/>
                  <a:stretch>
                    <a:fillRect/>
                  </a:stretch>
                </a:blipFill>
                <a:ln>
                  <a:noFill/>
                </a:ln>
              </p:spPr>
              <p:txBody>
                <a:bodyPr/>
                <a:lstStyle/>
                <a:p>
                  <a:r>
                    <a:rPr lang="zh-CN" altLang="en-US">
                      <a:noFill/>
                    </a:rPr>
                    <a:t> </a:t>
                  </a:r>
                </a:p>
              </p:txBody>
            </p:sp>
          </mc:Fallback>
        </mc:AlternateContent>
        <p:cxnSp>
          <p:nvCxnSpPr>
            <p:cNvPr id="123" name="直接连接符 122">
              <a:extLst>
                <a:ext uri="{FF2B5EF4-FFF2-40B4-BE49-F238E27FC236}">
                  <a16:creationId xmlns:a16="http://schemas.microsoft.com/office/drawing/2014/main" id="{846EE0A0-604C-0F26-A76A-FE1321E574F8}"/>
                </a:ext>
              </a:extLst>
            </p:cNvPr>
            <p:cNvCxnSpPr>
              <a:cxnSpLocks/>
            </p:cNvCxnSpPr>
            <p:nvPr/>
          </p:nvCxnSpPr>
          <p:spPr>
            <a:xfrm>
              <a:off x="2238523" y="3964371"/>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A66F0ED4-4E8C-27CE-056E-26EDCCBFD910}"/>
                    </a:ext>
                  </a:extLst>
                </p:cNvPr>
                <p:cNvSpPr txBox="1"/>
                <p:nvPr/>
              </p:nvSpPr>
              <p:spPr>
                <a:xfrm>
                  <a:off x="573458" y="3497482"/>
                  <a:ext cx="707460"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AB</m:t>
                        </m:r>
                      </m:oMath>
                    </m:oMathPara>
                  </a14:m>
                  <a:endParaRPr lang="zh-CN" altLang="en-US" sz="2800" dirty="0">
                    <a:solidFill>
                      <a:schemeClr val="accent5">
                        <a:lumMod val="75000"/>
                      </a:schemeClr>
                    </a:solidFill>
                  </a:endParaRPr>
                </a:p>
              </p:txBody>
            </p:sp>
          </mc:Choice>
          <mc:Fallback xmlns="">
            <p:sp>
              <p:nvSpPr>
                <p:cNvPr id="124" name="文本框 123">
                  <a:extLst>
                    <a:ext uri="{FF2B5EF4-FFF2-40B4-BE49-F238E27FC236}">
                      <a16:creationId xmlns:a16="http://schemas.microsoft.com/office/drawing/2014/main" id="{A66F0ED4-4E8C-27CE-056E-26EDCCBFD910}"/>
                    </a:ext>
                  </a:extLst>
                </p:cNvPr>
                <p:cNvSpPr txBox="1">
                  <a:spLocks noRot="1" noChangeAspect="1" noMove="1" noResize="1" noEditPoints="1" noAdjustHandles="1" noChangeArrowheads="1" noChangeShapeType="1" noTextEdit="1"/>
                </p:cNvSpPr>
                <p:nvPr/>
              </p:nvSpPr>
              <p:spPr>
                <a:xfrm>
                  <a:off x="573458" y="3497482"/>
                  <a:ext cx="707460" cy="523220"/>
                </a:xfrm>
                <a:prstGeom prst="rect">
                  <a:avLst/>
                </a:prstGeom>
                <a:blipFill>
                  <a:blip r:embed="rId8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DD68B925-D522-6F16-9C9F-1D23DC291C5E}"/>
                    </a:ext>
                  </a:extLst>
                </p:cNvPr>
                <p:cNvSpPr txBox="1"/>
                <p:nvPr/>
              </p:nvSpPr>
              <p:spPr>
                <a:xfrm>
                  <a:off x="903034" y="3963602"/>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00</m:t>
                        </m:r>
                      </m:oMath>
                    </m:oMathPara>
                  </a14:m>
                  <a:endParaRPr lang="zh-CN" altLang="en-US" sz="2400" dirty="0">
                    <a:solidFill>
                      <a:schemeClr val="accent5">
                        <a:lumMod val="75000"/>
                      </a:schemeClr>
                    </a:solidFill>
                  </a:endParaRPr>
                </a:p>
              </p:txBody>
            </p:sp>
          </mc:Choice>
          <mc:Fallback xmlns="">
            <p:sp>
              <p:nvSpPr>
                <p:cNvPr id="127" name="文本框 126">
                  <a:extLst>
                    <a:ext uri="{FF2B5EF4-FFF2-40B4-BE49-F238E27FC236}">
                      <a16:creationId xmlns:a16="http://schemas.microsoft.com/office/drawing/2014/main" id="{DD68B925-D522-6F16-9C9F-1D23DC291C5E}"/>
                    </a:ext>
                  </a:extLst>
                </p:cNvPr>
                <p:cNvSpPr txBox="1">
                  <a:spLocks noRot="1" noChangeAspect="1" noMove="1" noResize="1" noEditPoints="1" noAdjustHandles="1" noChangeArrowheads="1" noChangeShapeType="1" noTextEdit="1"/>
                </p:cNvSpPr>
                <p:nvPr/>
              </p:nvSpPr>
              <p:spPr>
                <a:xfrm>
                  <a:off x="903034" y="3963602"/>
                  <a:ext cx="513855" cy="461665"/>
                </a:xfrm>
                <a:prstGeom prst="rect">
                  <a:avLst/>
                </a:prstGeom>
                <a:blipFill>
                  <a:blip r:embed="rId83"/>
                  <a:stretch>
                    <a:fillRect l="-3571" r="-4762"/>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8" name="文本框 127">
                  <a:extLst>
                    <a:ext uri="{FF2B5EF4-FFF2-40B4-BE49-F238E27FC236}">
                      <a16:creationId xmlns:a16="http://schemas.microsoft.com/office/drawing/2014/main" id="{83075A59-ACF3-AA95-ADAD-32BB917F94C0}"/>
                    </a:ext>
                  </a:extLst>
                </p:cNvPr>
                <p:cNvSpPr txBox="1"/>
                <p:nvPr/>
              </p:nvSpPr>
              <p:spPr>
                <a:xfrm>
                  <a:off x="1415672" y="4427172"/>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28" name="文本框 127">
                  <a:extLst>
                    <a:ext uri="{FF2B5EF4-FFF2-40B4-BE49-F238E27FC236}">
                      <a16:creationId xmlns:a16="http://schemas.microsoft.com/office/drawing/2014/main" id="{83075A59-ACF3-AA95-ADAD-32BB917F94C0}"/>
                    </a:ext>
                  </a:extLst>
                </p:cNvPr>
                <p:cNvSpPr txBox="1">
                  <a:spLocks noRot="1" noChangeAspect="1" noMove="1" noResize="1" noEditPoints="1" noAdjustHandles="1" noChangeArrowheads="1" noChangeShapeType="1" noTextEdit="1"/>
                </p:cNvSpPr>
                <p:nvPr/>
              </p:nvSpPr>
              <p:spPr>
                <a:xfrm>
                  <a:off x="1415672" y="4427172"/>
                  <a:ext cx="818698" cy="462434"/>
                </a:xfrm>
                <a:prstGeom prst="rect">
                  <a:avLst/>
                </a:prstGeom>
                <a:blipFill>
                  <a:blip r:embed="rId84"/>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BA37CEED-8E63-D3F8-22F4-A836BBAC42D0}"/>
                    </a:ext>
                  </a:extLst>
                </p:cNvPr>
                <p:cNvSpPr txBox="1"/>
                <p:nvPr/>
              </p:nvSpPr>
              <p:spPr>
                <a:xfrm>
                  <a:off x="2237307" y="4427172"/>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129" name="文本框 128">
                  <a:extLst>
                    <a:ext uri="{FF2B5EF4-FFF2-40B4-BE49-F238E27FC236}">
                      <a16:creationId xmlns:a16="http://schemas.microsoft.com/office/drawing/2014/main" id="{BA37CEED-8E63-D3F8-22F4-A836BBAC42D0}"/>
                    </a:ext>
                  </a:extLst>
                </p:cNvPr>
                <p:cNvSpPr txBox="1">
                  <a:spLocks noRot="1" noChangeAspect="1" noMove="1" noResize="1" noEditPoints="1" noAdjustHandles="1" noChangeArrowheads="1" noChangeShapeType="1" noTextEdit="1"/>
                </p:cNvSpPr>
                <p:nvPr/>
              </p:nvSpPr>
              <p:spPr>
                <a:xfrm>
                  <a:off x="2237307" y="4427172"/>
                  <a:ext cx="818698" cy="461665"/>
                </a:xfrm>
                <a:prstGeom prst="rect">
                  <a:avLst/>
                </a:prstGeom>
                <a:blipFill>
                  <a:blip r:embed="rId85"/>
                  <a:stretch>
                    <a:fillRect/>
                  </a:stretch>
                </a:blipFill>
                <a:ln>
                  <a:solidFill>
                    <a:schemeClr val="accent5">
                      <a:lumMod val="75000"/>
                    </a:schemeClr>
                  </a:solidFill>
                </a:ln>
              </p:spPr>
              <p:txBody>
                <a:bodyPr/>
                <a:lstStyle/>
                <a:p>
                  <a:r>
                    <a:rPr lang="zh-CN" altLang="en-US">
                      <a:noFill/>
                    </a:rPr>
                    <a:t> </a:t>
                  </a:r>
                </a:p>
              </p:txBody>
            </p:sp>
          </mc:Fallback>
        </mc:AlternateContent>
        <p:cxnSp>
          <p:nvCxnSpPr>
            <p:cNvPr id="130" name="直接连接符 129">
              <a:extLst>
                <a:ext uri="{FF2B5EF4-FFF2-40B4-BE49-F238E27FC236}">
                  <a16:creationId xmlns:a16="http://schemas.microsoft.com/office/drawing/2014/main" id="{79E9F20F-3C0A-5336-841B-3FA2B607ECE7}"/>
                </a:ext>
              </a:extLst>
            </p:cNvPr>
            <p:cNvCxnSpPr>
              <a:cxnSpLocks/>
              <a:stCxn id="115" idx="0"/>
              <a:endCxn id="115" idx="2"/>
            </p:cNvCxnSpPr>
            <p:nvPr/>
          </p:nvCxnSpPr>
          <p:spPr>
            <a:xfrm>
              <a:off x="2239130" y="3964370"/>
              <a:ext cx="0" cy="1848931"/>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19677770-FAF2-7DAA-82D4-598A3463F2C4}"/>
                </a:ext>
              </a:extLst>
            </p:cNvPr>
            <p:cNvCxnSpPr>
              <a:cxnSpLocks/>
              <a:stCxn id="115" idx="1"/>
              <a:endCxn id="115" idx="3"/>
            </p:cNvCxnSpPr>
            <p:nvPr/>
          </p:nvCxnSpPr>
          <p:spPr>
            <a:xfrm>
              <a:off x="1415672" y="4888836"/>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 name="文本框 132">
                  <a:extLst>
                    <a:ext uri="{FF2B5EF4-FFF2-40B4-BE49-F238E27FC236}">
                      <a16:creationId xmlns:a16="http://schemas.microsoft.com/office/drawing/2014/main" id="{5BCCF1F6-2289-BADE-B530-D840A481EA3B}"/>
                    </a:ext>
                  </a:extLst>
                </p:cNvPr>
                <p:cNvSpPr txBox="1"/>
                <p:nvPr/>
              </p:nvSpPr>
              <p:spPr>
                <a:xfrm>
                  <a:off x="903033" y="4427171"/>
                  <a:ext cx="513248"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01</m:t>
                        </m:r>
                      </m:oMath>
                    </m:oMathPara>
                  </a14:m>
                  <a:endParaRPr lang="zh-CN" altLang="en-US" sz="2400" dirty="0">
                    <a:solidFill>
                      <a:schemeClr val="accent5">
                        <a:lumMod val="75000"/>
                      </a:schemeClr>
                    </a:solidFill>
                  </a:endParaRPr>
                </a:p>
              </p:txBody>
            </p:sp>
          </mc:Choice>
          <mc:Fallback xmlns="">
            <p:sp>
              <p:nvSpPr>
                <p:cNvPr id="133" name="文本框 132">
                  <a:extLst>
                    <a:ext uri="{FF2B5EF4-FFF2-40B4-BE49-F238E27FC236}">
                      <a16:creationId xmlns:a16="http://schemas.microsoft.com/office/drawing/2014/main" id="{5BCCF1F6-2289-BADE-B530-D840A481EA3B}"/>
                    </a:ext>
                  </a:extLst>
                </p:cNvPr>
                <p:cNvSpPr txBox="1">
                  <a:spLocks noRot="1" noChangeAspect="1" noMove="1" noResize="1" noEditPoints="1" noAdjustHandles="1" noChangeArrowheads="1" noChangeShapeType="1" noTextEdit="1"/>
                </p:cNvSpPr>
                <p:nvPr/>
              </p:nvSpPr>
              <p:spPr>
                <a:xfrm>
                  <a:off x="903033" y="4427171"/>
                  <a:ext cx="513248" cy="461665"/>
                </a:xfrm>
                <a:prstGeom prst="rect">
                  <a:avLst/>
                </a:prstGeom>
                <a:blipFill>
                  <a:blip r:embed="rId86"/>
                  <a:stretch>
                    <a:fillRect l="-3571" r="-4762"/>
                  </a:stretch>
                </a:blipFill>
                <a:ln>
                  <a:noFill/>
                </a:ln>
              </p:spPr>
              <p:txBody>
                <a:bodyPr/>
                <a:lstStyle/>
                <a:p>
                  <a:r>
                    <a:rPr lang="zh-CN" altLang="en-US">
                      <a:noFill/>
                    </a:rPr>
                    <a:t> </a:t>
                  </a:r>
                </a:p>
              </p:txBody>
            </p:sp>
          </mc:Fallback>
        </mc:AlternateContent>
        <p:cxnSp>
          <p:nvCxnSpPr>
            <p:cNvPr id="134" name="直接连接符 133">
              <a:extLst>
                <a:ext uri="{FF2B5EF4-FFF2-40B4-BE49-F238E27FC236}">
                  <a16:creationId xmlns:a16="http://schemas.microsoft.com/office/drawing/2014/main" id="{06991033-5A55-139C-2E5E-89CA0C502031}"/>
                </a:ext>
              </a:extLst>
            </p:cNvPr>
            <p:cNvCxnSpPr>
              <a:cxnSpLocks/>
            </p:cNvCxnSpPr>
            <p:nvPr/>
          </p:nvCxnSpPr>
          <p:spPr>
            <a:xfrm>
              <a:off x="1415672" y="4426604"/>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BE8111D9-D6EA-E47D-EE5E-5C7436D7B1F2}"/>
                </a:ext>
              </a:extLst>
            </p:cNvPr>
            <p:cNvCxnSpPr>
              <a:cxnSpLocks/>
            </p:cNvCxnSpPr>
            <p:nvPr/>
          </p:nvCxnSpPr>
          <p:spPr>
            <a:xfrm>
              <a:off x="1415290" y="5351070"/>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7DECB0EB-673D-9A6F-CC92-0AE76A9B4D6E}"/>
                    </a:ext>
                  </a:extLst>
                </p:cNvPr>
                <p:cNvSpPr txBox="1"/>
                <p:nvPr/>
              </p:nvSpPr>
              <p:spPr>
                <a:xfrm>
                  <a:off x="902803" y="4887683"/>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solidFill>
                              <a:schemeClr val="accent5">
                                <a:lumMod val="75000"/>
                              </a:schemeClr>
                            </a:solidFill>
                            <a:latin typeface="Cambria Math" panose="02040503050406030204" pitchFamily="18" charset="0"/>
                          </a:rPr>
                          <m:t>1</m:t>
                        </m:r>
                        <m:r>
                          <a:rPr lang="en-US" altLang="zh-CN" sz="2400" b="0" i="0"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37" name="文本框 136">
                  <a:extLst>
                    <a:ext uri="{FF2B5EF4-FFF2-40B4-BE49-F238E27FC236}">
                      <a16:creationId xmlns:a16="http://schemas.microsoft.com/office/drawing/2014/main" id="{7DECB0EB-673D-9A6F-CC92-0AE76A9B4D6E}"/>
                    </a:ext>
                  </a:extLst>
                </p:cNvPr>
                <p:cNvSpPr txBox="1">
                  <a:spLocks noRot="1" noChangeAspect="1" noMove="1" noResize="1" noEditPoints="1" noAdjustHandles="1" noChangeArrowheads="1" noChangeShapeType="1" noTextEdit="1"/>
                </p:cNvSpPr>
                <p:nvPr/>
              </p:nvSpPr>
              <p:spPr>
                <a:xfrm>
                  <a:off x="902803" y="4887683"/>
                  <a:ext cx="513855" cy="461665"/>
                </a:xfrm>
                <a:prstGeom prst="rect">
                  <a:avLst/>
                </a:prstGeom>
                <a:blipFill>
                  <a:blip r:embed="rId87"/>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58E67E93-6532-BEDB-FC61-0636B4A0356F}"/>
                    </a:ext>
                  </a:extLst>
                </p:cNvPr>
                <p:cNvSpPr txBox="1"/>
                <p:nvPr/>
              </p:nvSpPr>
              <p:spPr>
                <a:xfrm>
                  <a:off x="902194" y="5351252"/>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10</m:t>
                        </m:r>
                      </m:oMath>
                    </m:oMathPara>
                  </a14:m>
                  <a:endParaRPr lang="zh-CN" altLang="en-US" sz="2400" dirty="0">
                    <a:solidFill>
                      <a:schemeClr val="accent5">
                        <a:lumMod val="75000"/>
                      </a:schemeClr>
                    </a:solidFill>
                  </a:endParaRPr>
                </a:p>
              </p:txBody>
            </p:sp>
          </mc:Choice>
          <mc:Fallback xmlns="">
            <p:sp>
              <p:nvSpPr>
                <p:cNvPr id="139" name="文本框 138">
                  <a:extLst>
                    <a:ext uri="{FF2B5EF4-FFF2-40B4-BE49-F238E27FC236}">
                      <a16:creationId xmlns:a16="http://schemas.microsoft.com/office/drawing/2014/main" id="{58E67E93-6532-BEDB-FC61-0636B4A0356F}"/>
                    </a:ext>
                  </a:extLst>
                </p:cNvPr>
                <p:cNvSpPr txBox="1">
                  <a:spLocks noRot="1" noChangeAspect="1" noMove="1" noResize="1" noEditPoints="1" noAdjustHandles="1" noChangeArrowheads="1" noChangeShapeType="1" noTextEdit="1"/>
                </p:cNvSpPr>
                <p:nvPr/>
              </p:nvSpPr>
              <p:spPr>
                <a:xfrm>
                  <a:off x="902194" y="5351252"/>
                  <a:ext cx="513855" cy="461665"/>
                </a:xfrm>
                <a:prstGeom prst="rect">
                  <a:avLst/>
                </a:prstGeom>
                <a:blipFill>
                  <a:blip r:embed="rId88"/>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F3017B24-64E6-3913-7C7F-C83082512B80}"/>
                    </a:ext>
                  </a:extLst>
                </p:cNvPr>
                <p:cNvSpPr txBox="1"/>
                <p:nvPr/>
              </p:nvSpPr>
              <p:spPr>
                <a:xfrm>
                  <a:off x="1416888" y="4889986"/>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6</m:t>
                            </m:r>
                          </m:sub>
                        </m:sSub>
                      </m:oMath>
                    </m:oMathPara>
                  </a14:m>
                  <a:endParaRPr lang="zh-CN" altLang="en-US" sz="2400" dirty="0">
                    <a:solidFill>
                      <a:schemeClr val="accent5">
                        <a:lumMod val="75000"/>
                      </a:schemeClr>
                    </a:solidFill>
                  </a:endParaRPr>
                </a:p>
              </p:txBody>
            </p:sp>
          </mc:Choice>
          <mc:Fallback xmlns="">
            <p:sp>
              <p:nvSpPr>
                <p:cNvPr id="140" name="文本框 139">
                  <a:extLst>
                    <a:ext uri="{FF2B5EF4-FFF2-40B4-BE49-F238E27FC236}">
                      <a16:creationId xmlns:a16="http://schemas.microsoft.com/office/drawing/2014/main" id="{F3017B24-64E6-3913-7C7F-C83082512B80}"/>
                    </a:ext>
                  </a:extLst>
                </p:cNvPr>
                <p:cNvSpPr txBox="1">
                  <a:spLocks noRot="1" noChangeAspect="1" noMove="1" noResize="1" noEditPoints="1" noAdjustHandles="1" noChangeArrowheads="1" noChangeShapeType="1" noTextEdit="1"/>
                </p:cNvSpPr>
                <p:nvPr/>
              </p:nvSpPr>
              <p:spPr>
                <a:xfrm>
                  <a:off x="1416888" y="4889986"/>
                  <a:ext cx="818698" cy="462434"/>
                </a:xfrm>
                <a:prstGeom prst="rect">
                  <a:avLst/>
                </a:prstGeom>
                <a:blipFill>
                  <a:blip r:embed="rId8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43BBDAEF-1220-FBFC-C303-FB51CF798C63}"/>
                    </a:ext>
                  </a:extLst>
                </p:cNvPr>
                <p:cNvSpPr txBox="1"/>
                <p:nvPr/>
              </p:nvSpPr>
              <p:spPr>
                <a:xfrm>
                  <a:off x="2238523" y="4889986"/>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7</m:t>
                            </m:r>
                          </m:sub>
                        </m:sSub>
                      </m:oMath>
                    </m:oMathPara>
                  </a14:m>
                  <a:endParaRPr lang="zh-CN" altLang="en-US" sz="2400" dirty="0">
                    <a:solidFill>
                      <a:schemeClr val="accent5">
                        <a:lumMod val="75000"/>
                      </a:schemeClr>
                    </a:solidFill>
                  </a:endParaRPr>
                </a:p>
              </p:txBody>
            </p:sp>
          </mc:Choice>
          <mc:Fallback xmlns="">
            <p:sp>
              <p:nvSpPr>
                <p:cNvPr id="141" name="文本框 140">
                  <a:extLst>
                    <a:ext uri="{FF2B5EF4-FFF2-40B4-BE49-F238E27FC236}">
                      <a16:creationId xmlns:a16="http://schemas.microsoft.com/office/drawing/2014/main" id="{43BBDAEF-1220-FBFC-C303-FB51CF798C63}"/>
                    </a:ext>
                  </a:extLst>
                </p:cNvPr>
                <p:cNvSpPr txBox="1">
                  <a:spLocks noRot="1" noChangeAspect="1" noMove="1" noResize="1" noEditPoints="1" noAdjustHandles="1" noChangeArrowheads="1" noChangeShapeType="1" noTextEdit="1"/>
                </p:cNvSpPr>
                <p:nvPr/>
              </p:nvSpPr>
              <p:spPr>
                <a:xfrm>
                  <a:off x="2238523" y="4889986"/>
                  <a:ext cx="818698" cy="462434"/>
                </a:xfrm>
                <a:prstGeom prst="rect">
                  <a:avLst/>
                </a:prstGeom>
                <a:blipFill>
                  <a:blip r:embed="rId90"/>
                  <a:stretch>
                    <a:fillRect/>
                  </a:stretch>
                </a:blipFill>
                <a:ln>
                  <a:solidFill>
                    <a:schemeClr val="accent5">
                      <a:lumMod val="75000"/>
                    </a:schemeClr>
                  </a:solidFill>
                </a:ln>
              </p:spPr>
              <p:txBody>
                <a:bodyPr/>
                <a:lstStyle/>
                <a:p>
                  <a:r>
                    <a:rPr lang="zh-CN" altLang="en-US">
                      <a:noFill/>
                    </a:rPr>
                    <a:t> </a:t>
                  </a:r>
                </a:p>
              </p:txBody>
            </p:sp>
          </mc:Fallback>
        </mc:AlternateContent>
        <p:cxnSp>
          <p:nvCxnSpPr>
            <p:cNvPr id="142" name="直接连接符 141">
              <a:extLst>
                <a:ext uri="{FF2B5EF4-FFF2-40B4-BE49-F238E27FC236}">
                  <a16:creationId xmlns:a16="http://schemas.microsoft.com/office/drawing/2014/main" id="{6284E155-0A5A-245B-DCEB-6BE662725F68}"/>
                </a:ext>
              </a:extLst>
            </p:cNvPr>
            <p:cNvCxnSpPr>
              <a:cxnSpLocks/>
            </p:cNvCxnSpPr>
            <p:nvPr/>
          </p:nvCxnSpPr>
          <p:spPr>
            <a:xfrm>
              <a:off x="2239739" y="4889986"/>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DC9C5D4C-B8ED-43C8-7A39-5AB68D43F01F}"/>
                    </a:ext>
                  </a:extLst>
                </p:cNvPr>
                <p:cNvSpPr txBox="1"/>
                <p:nvPr/>
              </p:nvSpPr>
              <p:spPr>
                <a:xfrm>
                  <a:off x="1416888" y="5352787"/>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4</m:t>
                            </m:r>
                          </m:sub>
                        </m:sSub>
                      </m:oMath>
                    </m:oMathPara>
                  </a14:m>
                  <a:endParaRPr lang="zh-CN" altLang="en-US" sz="2400" dirty="0">
                    <a:solidFill>
                      <a:schemeClr val="accent5">
                        <a:lumMod val="75000"/>
                      </a:schemeClr>
                    </a:solidFill>
                  </a:endParaRPr>
                </a:p>
              </p:txBody>
            </p:sp>
          </mc:Choice>
          <mc:Fallback xmlns="">
            <p:sp>
              <p:nvSpPr>
                <p:cNvPr id="143" name="文本框 142">
                  <a:extLst>
                    <a:ext uri="{FF2B5EF4-FFF2-40B4-BE49-F238E27FC236}">
                      <a16:creationId xmlns:a16="http://schemas.microsoft.com/office/drawing/2014/main" id="{DC9C5D4C-B8ED-43C8-7A39-5AB68D43F01F}"/>
                    </a:ext>
                  </a:extLst>
                </p:cNvPr>
                <p:cNvSpPr txBox="1">
                  <a:spLocks noRot="1" noChangeAspect="1" noMove="1" noResize="1" noEditPoints="1" noAdjustHandles="1" noChangeArrowheads="1" noChangeShapeType="1" noTextEdit="1"/>
                </p:cNvSpPr>
                <p:nvPr/>
              </p:nvSpPr>
              <p:spPr>
                <a:xfrm>
                  <a:off x="1416888" y="5352787"/>
                  <a:ext cx="818698" cy="462434"/>
                </a:xfrm>
                <a:prstGeom prst="rect">
                  <a:avLst/>
                </a:prstGeom>
                <a:blipFill>
                  <a:blip r:embed="rId9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4" name="文本框 143">
                  <a:extLst>
                    <a:ext uri="{FF2B5EF4-FFF2-40B4-BE49-F238E27FC236}">
                      <a16:creationId xmlns:a16="http://schemas.microsoft.com/office/drawing/2014/main" id="{25A73D76-59B4-DDA4-EFE1-5CF1D8DE70A6}"/>
                    </a:ext>
                  </a:extLst>
                </p:cNvPr>
                <p:cNvSpPr txBox="1"/>
                <p:nvPr/>
              </p:nvSpPr>
              <p:spPr>
                <a:xfrm>
                  <a:off x="2238523" y="535278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5</m:t>
                            </m:r>
                          </m:sub>
                        </m:sSub>
                      </m:oMath>
                    </m:oMathPara>
                  </a14:m>
                  <a:endParaRPr lang="zh-CN" altLang="en-US" sz="2400" dirty="0">
                    <a:solidFill>
                      <a:schemeClr val="accent5">
                        <a:lumMod val="75000"/>
                      </a:schemeClr>
                    </a:solidFill>
                  </a:endParaRPr>
                </a:p>
              </p:txBody>
            </p:sp>
          </mc:Choice>
          <mc:Fallback xmlns="">
            <p:sp>
              <p:nvSpPr>
                <p:cNvPr id="144" name="文本框 143">
                  <a:extLst>
                    <a:ext uri="{FF2B5EF4-FFF2-40B4-BE49-F238E27FC236}">
                      <a16:creationId xmlns:a16="http://schemas.microsoft.com/office/drawing/2014/main" id="{25A73D76-59B4-DDA4-EFE1-5CF1D8DE70A6}"/>
                    </a:ext>
                  </a:extLst>
                </p:cNvPr>
                <p:cNvSpPr txBox="1">
                  <a:spLocks noRot="1" noChangeAspect="1" noMove="1" noResize="1" noEditPoints="1" noAdjustHandles="1" noChangeArrowheads="1" noChangeShapeType="1" noTextEdit="1"/>
                </p:cNvSpPr>
                <p:nvPr/>
              </p:nvSpPr>
              <p:spPr>
                <a:xfrm>
                  <a:off x="2238523" y="5352787"/>
                  <a:ext cx="818698" cy="461665"/>
                </a:xfrm>
                <a:prstGeom prst="rect">
                  <a:avLst/>
                </a:prstGeom>
                <a:blipFill>
                  <a:blip r:embed="rId92"/>
                  <a:stretch>
                    <a:fillRect/>
                  </a:stretch>
                </a:blipFill>
                <a:ln>
                  <a:solidFill>
                    <a:schemeClr val="accent5">
                      <a:lumMod val="75000"/>
                    </a:schemeClr>
                  </a:solidFill>
                </a:ln>
              </p:spPr>
              <p:txBody>
                <a:bodyPr/>
                <a:lstStyle/>
                <a:p>
                  <a:r>
                    <a:rPr lang="zh-CN" altLang="en-US">
                      <a:noFill/>
                    </a:rPr>
                    <a:t> </a:t>
                  </a:r>
                </a:p>
              </p:txBody>
            </p:sp>
          </mc:Fallback>
        </mc:AlternateContent>
        <p:cxnSp>
          <p:nvCxnSpPr>
            <p:cNvPr id="145" name="直接连接符 144">
              <a:extLst>
                <a:ext uri="{FF2B5EF4-FFF2-40B4-BE49-F238E27FC236}">
                  <a16:creationId xmlns:a16="http://schemas.microsoft.com/office/drawing/2014/main" id="{AF4BC469-77F2-8959-F503-9FF25310AE7D}"/>
                </a:ext>
              </a:extLst>
            </p:cNvPr>
            <p:cNvCxnSpPr>
              <a:cxnSpLocks/>
            </p:cNvCxnSpPr>
            <p:nvPr/>
          </p:nvCxnSpPr>
          <p:spPr>
            <a:xfrm>
              <a:off x="1416888" y="5352219"/>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7" name="组合 186">
            <a:extLst>
              <a:ext uri="{FF2B5EF4-FFF2-40B4-BE49-F238E27FC236}">
                <a16:creationId xmlns:a16="http://schemas.microsoft.com/office/drawing/2014/main" id="{BDCA798E-55E8-0F73-D377-15C9FC2185D1}"/>
              </a:ext>
            </a:extLst>
          </p:cNvPr>
          <p:cNvGrpSpPr/>
          <p:nvPr/>
        </p:nvGrpSpPr>
        <p:grpSpPr>
          <a:xfrm>
            <a:off x="6480000" y="3600000"/>
            <a:ext cx="5316108" cy="2541324"/>
            <a:chOff x="5325931" y="1061292"/>
            <a:chExt cx="5316108" cy="2541324"/>
          </a:xfrm>
        </p:grpSpPr>
        <p:cxnSp>
          <p:nvCxnSpPr>
            <p:cNvPr id="188" name="直接连接符 187">
              <a:extLst>
                <a:ext uri="{FF2B5EF4-FFF2-40B4-BE49-F238E27FC236}">
                  <a16:creationId xmlns:a16="http://schemas.microsoft.com/office/drawing/2014/main" id="{0A2E9EF8-31A8-3527-3889-99E9BE1B6F85}"/>
                </a:ext>
              </a:extLst>
            </p:cNvPr>
            <p:cNvCxnSpPr>
              <a:cxnSpLocks/>
            </p:cNvCxnSpPr>
            <p:nvPr/>
          </p:nvCxnSpPr>
          <p:spPr>
            <a:xfrm>
              <a:off x="5793339" y="1350550"/>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0" name="文本框 189">
                  <a:extLst>
                    <a:ext uri="{FF2B5EF4-FFF2-40B4-BE49-F238E27FC236}">
                      <a16:creationId xmlns:a16="http://schemas.microsoft.com/office/drawing/2014/main" id="{395E65CC-A20D-1D5D-C4E8-B56ED17919C7}"/>
                    </a:ext>
                  </a:extLst>
                </p:cNvPr>
                <p:cNvSpPr txBox="1"/>
                <p:nvPr/>
              </p:nvSpPr>
              <p:spPr>
                <a:xfrm>
                  <a:off x="5827614" y="1061292"/>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CD</m:t>
                        </m:r>
                      </m:oMath>
                    </m:oMathPara>
                  </a14:m>
                  <a:endParaRPr lang="zh-CN" altLang="en-US" sz="2800" dirty="0">
                    <a:solidFill>
                      <a:schemeClr val="accent5">
                        <a:lumMod val="75000"/>
                      </a:schemeClr>
                    </a:solidFill>
                  </a:endParaRPr>
                </a:p>
              </p:txBody>
            </p:sp>
          </mc:Choice>
          <mc:Fallback xmlns="">
            <p:sp>
              <p:nvSpPr>
                <p:cNvPr id="190" name="文本框 189">
                  <a:extLst>
                    <a:ext uri="{FF2B5EF4-FFF2-40B4-BE49-F238E27FC236}">
                      <a16:creationId xmlns:a16="http://schemas.microsoft.com/office/drawing/2014/main" id="{395E65CC-A20D-1D5D-C4E8-B56ED17919C7}"/>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9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文本框 190">
                  <a:extLst>
                    <a:ext uri="{FF2B5EF4-FFF2-40B4-BE49-F238E27FC236}">
                      <a16:creationId xmlns:a16="http://schemas.microsoft.com/office/drawing/2014/main" id="{A28CCCDA-3C4C-DB7A-CC57-98F7A31FCA35}"/>
                    </a:ext>
                  </a:extLst>
                </p:cNvPr>
                <p:cNvSpPr txBox="1"/>
                <p:nvPr/>
              </p:nvSpPr>
              <p:spPr>
                <a:xfrm>
                  <a:off x="5325931" y="1277908"/>
                  <a:ext cx="72527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AB</m:t>
                        </m:r>
                      </m:oMath>
                    </m:oMathPara>
                  </a14:m>
                  <a:endParaRPr lang="zh-CN" altLang="en-US" sz="2800" dirty="0">
                    <a:solidFill>
                      <a:schemeClr val="accent5">
                        <a:lumMod val="75000"/>
                      </a:schemeClr>
                    </a:solidFill>
                  </a:endParaRPr>
                </a:p>
              </p:txBody>
            </p:sp>
          </mc:Choice>
          <mc:Fallback xmlns="">
            <p:sp>
              <p:nvSpPr>
                <p:cNvPr id="191" name="文本框 190">
                  <a:extLst>
                    <a:ext uri="{FF2B5EF4-FFF2-40B4-BE49-F238E27FC236}">
                      <a16:creationId xmlns:a16="http://schemas.microsoft.com/office/drawing/2014/main" id="{A28CCCDA-3C4C-DB7A-CC57-98F7A31FCA35}"/>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9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3" name="文本框 192">
                  <a:extLst>
                    <a:ext uri="{FF2B5EF4-FFF2-40B4-BE49-F238E27FC236}">
                      <a16:creationId xmlns:a16="http://schemas.microsoft.com/office/drawing/2014/main" id="{CFA4A007-C0D9-C82E-1CB2-9020CB5B17A6}"/>
                    </a:ext>
                  </a:extLst>
                </p:cNvPr>
                <p:cNvSpPr txBox="1"/>
                <p:nvPr/>
              </p:nvSpPr>
              <p:spPr>
                <a:xfrm>
                  <a:off x="5672106" y="1737538"/>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00</m:t>
                        </m:r>
                      </m:oMath>
                    </m:oMathPara>
                  </a14:m>
                  <a:endParaRPr lang="zh-CN" altLang="en-US" sz="2400" dirty="0">
                    <a:solidFill>
                      <a:schemeClr val="accent5">
                        <a:lumMod val="75000"/>
                      </a:schemeClr>
                    </a:solidFill>
                  </a:endParaRPr>
                </a:p>
              </p:txBody>
            </p:sp>
          </mc:Choice>
          <mc:Fallback xmlns="">
            <p:sp>
              <p:nvSpPr>
                <p:cNvPr id="193" name="文本框 192">
                  <a:extLst>
                    <a:ext uri="{FF2B5EF4-FFF2-40B4-BE49-F238E27FC236}">
                      <a16:creationId xmlns:a16="http://schemas.microsoft.com/office/drawing/2014/main" id="{CFA4A007-C0D9-C82E-1CB2-9020CB5B17A6}"/>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95"/>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4" name="文本框 193">
                  <a:extLst>
                    <a:ext uri="{FF2B5EF4-FFF2-40B4-BE49-F238E27FC236}">
                      <a16:creationId xmlns:a16="http://schemas.microsoft.com/office/drawing/2014/main" id="{8CA77147-DE70-E4FD-A971-70A056721365}"/>
                    </a:ext>
                  </a:extLst>
                </p:cNvPr>
                <p:cNvSpPr txBox="1"/>
                <p:nvPr/>
              </p:nvSpPr>
              <p:spPr>
                <a:xfrm>
                  <a:off x="5672449" y="2203763"/>
                  <a:ext cx="513248"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01</m:t>
                        </m:r>
                      </m:oMath>
                    </m:oMathPara>
                  </a14:m>
                  <a:endParaRPr lang="zh-CN" altLang="en-US" sz="2400" dirty="0">
                    <a:solidFill>
                      <a:schemeClr val="accent5">
                        <a:lumMod val="75000"/>
                      </a:schemeClr>
                    </a:solidFill>
                  </a:endParaRPr>
                </a:p>
              </p:txBody>
            </p:sp>
          </mc:Choice>
          <mc:Fallback xmlns="">
            <p:sp>
              <p:nvSpPr>
                <p:cNvPr id="194" name="文本框 193">
                  <a:extLst>
                    <a:ext uri="{FF2B5EF4-FFF2-40B4-BE49-F238E27FC236}">
                      <a16:creationId xmlns:a16="http://schemas.microsoft.com/office/drawing/2014/main" id="{8CA77147-DE70-E4FD-A971-70A056721365}"/>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96"/>
                  <a:stretch>
                    <a:fillRect l="-2381" r="-5952"/>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 name="文本框 194">
                  <a:extLst>
                    <a:ext uri="{FF2B5EF4-FFF2-40B4-BE49-F238E27FC236}">
                      <a16:creationId xmlns:a16="http://schemas.microsoft.com/office/drawing/2014/main" id="{A1AA61FD-90D6-75F6-5760-494B134300C2}"/>
                    </a:ext>
                  </a:extLst>
                </p:cNvPr>
                <p:cNvSpPr txBox="1"/>
                <p:nvPr/>
              </p:nvSpPr>
              <p:spPr>
                <a:xfrm>
                  <a:off x="5672106" y="2671799"/>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solidFill>
                              <a:schemeClr val="accent5">
                                <a:lumMod val="75000"/>
                              </a:schemeClr>
                            </a:solidFill>
                            <a:latin typeface="Cambria Math" panose="02040503050406030204" pitchFamily="18" charset="0"/>
                          </a:rPr>
                          <m:t>1</m:t>
                        </m:r>
                        <m:r>
                          <a:rPr lang="en-US" altLang="zh-CN" sz="2400" b="0" i="0" smtClean="0">
                            <a:solidFill>
                              <a:schemeClr val="accent5">
                                <a:lumMod val="75000"/>
                              </a:schemeClr>
                            </a:solidFill>
                            <a:latin typeface="Cambria Math" panose="02040503050406030204" pitchFamily="18" charset="0"/>
                          </a:rPr>
                          <m:t>1</m:t>
                        </m:r>
                      </m:oMath>
                    </m:oMathPara>
                  </a14:m>
                  <a:endParaRPr lang="zh-CN" altLang="en-US" sz="2400" dirty="0">
                    <a:solidFill>
                      <a:schemeClr val="accent5">
                        <a:lumMod val="75000"/>
                      </a:schemeClr>
                    </a:solidFill>
                  </a:endParaRPr>
                </a:p>
              </p:txBody>
            </p:sp>
          </mc:Choice>
          <mc:Fallback xmlns="">
            <p:sp>
              <p:nvSpPr>
                <p:cNvPr id="195" name="文本框 194">
                  <a:extLst>
                    <a:ext uri="{FF2B5EF4-FFF2-40B4-BE49-F238E27FC236}">
                      <a16:creationId xmlns:a16="http://schemas.microsoft.com/office/drawing/2014/main" id="{A1AA61FD-90D6-75F6-5760-494B134300C2}"/>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97"/>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C2DFA577-101C-53FF-5EB0-E43AA7B3D90B}"/>
                    </a:ext>
                  </a:extLst>
                </p:cNvPr>
                <p:cNvSpPr txBox="1"/>
                <p:nvPr/>
              </p:nvSpPr>
              <p:spPr>
                <a:xfrm>
                  <a:off x="5672106" y="3138424"/>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10</m:t>
                        </m:r>
                      </m:oMath>
                    </m:oMathPara>
                  </a14:m>
                  <a:endParaRPr lang="zh-CN" altLang="en-US" sz="2400" dirty="0">
                    <a:solidFill>
                      <a:schemeClr val="accent5">
                        <a:lumMod val="75000"/>
                      </a:schemeClr>
                    </a:solidFill>
                  </a:endParaRPr>
                </a:p>
              </p:txBody>
            </p:sp>
          </mc:Choice>
          <mc:Fallback xmlns="">
            <p:sp>
              <p:nvSpPr>
                <p:cNvPr id="196" name="文本框 195">
                  <a:extLst>
                    <a:ext uri="{FF2B5EF4-FFF2-40B4-BE49-F238E27FC236}">
                      <a16:creationId xmlns:a16="http://schemas.microsoft.com/office/drawing/2014/main" id="{C2DFA577-101C-53FF-5EB0-E43AA7B3D90B}"/>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98"/>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BC6A0B18-E323-F431-5568-80ADAA1B0185}"/>
                    </a:ext>
                  </a:extLst>
                </p:cNvPr>
                <p:cNvSpPr txBox="1"/>
                <p:nvPr/>
              </p:nvSpPr>
              <p:spPr>
                <a:xfrm>
                  <a:off x="6190017" y="173752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97" name="文本框 196">
                  <a:extLst>
                    <a:ext uri="{FF2B5EF4-FFF2-40B4-BE49-F238E27FC236}">
                      <a16:creationId xmlns:a16="http://schemas.microsoft.com/office/drawing/2014/main" id="{BC6A0B18-E323-F431-5568-80ADAA1B0185}"/>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9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8" name="文本框 197">
                  <a:extLst>
                    <a:ext uri="{FF2B5EF4-FFF2-40B4-BE49-F238E27FC236}">
                      <a16:creationId xmlns:a16="http://schemas.microsoft.com/office/drawing/2014/main" id="{4680A6C3-B097-E65E-FE9C-D86D5DAF4D12}"/>
                    </a:ext>
                  </a:extLst>
                </p:cNvPr>
                <p:cNvSpPr txBox="1"/>
                <p:nvPr/>
              </p:nvSpPr>
              <p:spPr>
                <a:xfrm>
                  <a:off x="7304250" y="1737998"/>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98" name="文本框 197">
                  <a:extLst>
                    <a:ext uri="{FF2B5EF4-FFF2-40B4-BE49-F238E27FC236}">
                      <a16:creationId xmlns:a16="http://schemas.microsoft.com/office/drawing/2014/main" id="{4680A6C3-B097-E65E-FE9C-D86D5DAF4D12}"/>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100"/>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文本框 198">
                  <a:extLst>
                    <a:ext uri="{FF2B5EF4-FFF2-40B4-BE49-F238E27FC236}">
                      <a16:creationId xmlns:a16="http://schemas.microsoft.com/office/drawing/2014/main" id="{5E0EB8DB-44CE-3742-276B-6A2F2DFEF324}"/>
                    </a:ext>
                  </a:extLst>
                </p:cNvPr>
                <p:cNvSpPr txBox="1"/>
                <p:nvPr/>
              </p:nvSpPr>
              <p:spPr>
                <a:xfrm>
                  <a:off x="8417627" y="173913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199" name="文本框 198">
                  <a:extLst>
                    <a:ext uri="{FF2B5EF4-FFF2-40B4-BE49-F238E27FC236}">
                      <a16:creationId xmlns:a16="http://schemas.microsoft.com/office/drawing/2014/main" id="{5E0EB8DB-44CE-3742-276B-6A2F2DFEF324}"/>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10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75BC3195-7BF0-ED86-5904-FDC0554EF396}"/>
                    </a:ext>
                  </a:extLst>
                </p:cNvPr>
                <p:cNvSpPr txBox="1"/>
                <p:nvPr/>
              </p:nvSpPr>
              <p:spPr>
                <a:xfrm>
                  <a:off x="9531860" y="173960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07" name="文本框 206">
                  <a:extLst>
                    <a:ext uri="{FF2B5EF4-FFF2-40B4-BE49-F238E27FC236}">
                      <a16:creationId xmlns:a16="http://schemas.microsoft.com/office/drawing/2014/main" id="{75BC3195-7BF0-ED86-5904-FDC0554EF396}"/>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10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3" name="文本框 222">
                  <a:extLst>
                    <a:ext uri="{FF2B5EF4-FFF2-40B4-BE49-F238E27FC236}">
                      <a16:creationId xmlns:a16="http://schemas.microsoft.com/office/drawing/2014/main" id="{D3C89E07-8119-61C5-2181-2D343AB0FE88}"/>
                    </a:ext>
                  </a:extLst>
                </p:cNvPr>
                <p:cNvSpPr txBox="1"/>
                <p:nvPr/>
              </p:nvSpPr>
              <p:spPr>
                <a:xfrm>
                  <a:off x="6190017" y="220391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4</m:t>
                            </m:r>
                          </m:sub>
                        </m:sSub>
                      </m:oMath>
                    </m:oMathPara>
                  </a14:m>
                  <a:endParaRPr lang="zh-CN" altLang="en-US" sz="2400" dirty="0">
                    <a:solidFill>
                      <a:schemeClr val="accent5">
                        <a:lumMod val="75000"/>
                      </a:schemeClr>
                    </a:solidFill>
                  </a:endParaRPr>
                </a:p>
              </p:txBody>
            </p:sp>
          </mc:Choice>
          <mc:Fallback xmlns="">
            <p:sp>
              <p:nvSpPr>
                <p:cNvPr id="223" name="文本框 222">
                  <a:extLst>
                    <a:ext uri="{FF2B5EF4-FFF2-40B4-BE49-F238E27FC236}">
                      <a16:creationId xmlns:a16="http://schemas.microsoft.com/office/drawing/2014/main" id="{D3C89E07-8119-61C5-2181-2D343AB0FE88}"/>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10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0" name="文本框 229">
                  <a:extLst>
                    <a:ext uri="{FF2B5EF4-FFF2-40B4-BE49-F238E27FC236}">
                      <a16:creationId xmlns:a16="http://schemas.microsoft.com/office/drawing/2014/main" id="{583D178B-A62F-B6D7-7499-7DCFCD128582}"/>
                    </a:ext>
                  </a:extLst>
                </p:cNvPr>
                <p:cNvSpPr txBox="1"/>
                <p:nvPr/>
              </p:nvSpPr>
              <p:spPr>
                <a:xfrm>
                  <a:off x="7304250" y="2204388"/>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5</m:t>
                            </m:r>
                          </m:sub>
                        </m:sSub>
                      </m:oMath>
                    </m:oMathPara>
                  </a14:m>
                  <a:endParaRPr lang="zh-CN" altLang="en-US" sz="2400" dirty="0">
                    <a:solidFill>
                      <a:schemeClr val="accent5">
                        <a:lumMod val="75000"/>
                      </a:schemeClr>
                    </a:solidFill>
                  </a:endParaRPr>
                </a:p>
              </p:txBody>
            </p:sp>
          </mc:Choice>
          <mc:Fallback xmlns="">
            <p:sp>
              <p:nvSpPr>
                <p:cNvPr id="230" name="文本框 229">
                  <a:extLst>
                    <a:ext uri="{FF2B5EF4-FFF2-40B4-BE49-F238E27FC236}">
                      <a16:creationId xmlns:a16="http://schemas.microsoft.com/office/drawing/2014/main" id="{583D178B-A62F-B6D7-7499-7DCFCD128582}"/>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104"/>
                  <a:stretch>
                    <a:fillRect b="-1299"/>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0" name="文本框 249">
                  <a:extLst>
                    <a:ext uri="{FF2B5EF4-FFF2-40B4-BE49-F238E27FC236}">
                      <a16:creationId xmlns:a16="http://schemas.microsoft.com/office/drawing/2014/main" id="{A354E79B-7417-FE8F-975B-8574C8EDFB83}"/>
                    </a:ext>
                  </a:extLst>
                </p:cNvPr>
                <p:cNvSpPr txBox="1"/>
                <p:nvPr/>
              </p:nvSpPr>
              <p:spPr>
                <a:xfrm>
                  <a:off x="8417627" y="220552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7</m:t>
                            </m:r>
                          </m:sub>
                        </m:sSub>
                      </m:oMath>
                    </m:oMathPara>
                  </a14:m>
                  <a:endParaRPr lang="zh-CN" altLang="en-US" sz="2400" dirty="0">
                    <a:solidFill>
                      <a:schemeClr val="accent5">
                        <a:lumMod val="75000"/>
                      </a:schemeClr>
                    </a:solidFill>
                  </a:endParaRPr>
                </a:p>
              </p:txBody>
            </p:sp>
          </mc:Choice>
          <mc:Fallback xmlns="">
            <p:sp>
              <p:nvSpPr>
                <p:cNvPr id="250" name="文本框 249">
                  <a:extLst>
                    <a:ext uri="{FF2B5EF4-FFF2-40B4-BE49-F238E27FC236}">
                      <a16:creationId xmlns:a16="http://schemas.microsoft.com/office/drawing/2014/main" id="{A354E79B-7417-FE8F-975B-8574C8EDFB83}"/>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105"/>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1" name="文本框 250">
                  <a:extLst>
                    <a:ext uri="{FF2B5EF4-FFF2-40B4-BE49-F238E27FC236}">
                      <a16:creationId xmlns:a16="http://schemas.microsoft.com/office/drawing/2014/main" id="{2A411E8B-85C1-36BF-E771-8D60907230F0}"/>
                    </a:ext>
                  </a:extLst>
                </p:cNvPr>
                <p:cNvSpPr txBox="1"/>
                <p:nvPr/>
              </p:nvSpPr>
              <p:spPr>
                <a:xfrm>
                  <a:off x="9531860" y="220599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6</m:t>
                            </m:r>
                          </m:sub>
                        </m:sSub>
                      </m:oMath>
                    </m:oMathPara>
                  </a14:m>
                  <a:endParaRPr lang="zh-CN" altLang="en-US" sz="2400" dirty="0">
                    <a:solidFill>
                      <a:schemeClr val="accent5">
                        <a:lumMod val="75000"/>
                      </a:schemeClr>
                    </a:solidFill>
                  </a:endParaRPr>
                </a:p>
              </p:txBody>
            </p:sp>
          </mc:Choice>
          <mc:Fallback xmlns="">
            <p:sp>
              <p:nvSpPr>
                <p:cNvPr id="251" name="文本框 250">
                  <a:extLst>
                    <a:ext uri="{FF2B5EF4-FFF2-40B4-BE49-F238E27FC236}">
                      <a16:creationId xmlns:a16="http://schemas.microsoft.com/office/drawing/2014/main" id="{2A411E8B-85C1-36BF-E771-8D60907230F0}"/>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106"/>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2" name="文本框 251">
                  <a:extLst>
                    <a:ext uri="{FF2B5EF4-FFF2-40B4-BE49-F238E27FC236}">
                      <a16:creationId xmlns:a16="http://schemas.microsoft.com/office/drawing/2014/main" id="{466545FF-EBA2-D894-AC41-D4EF734B86A4}"/>
                    </a:ext>
                  </a:extLst>
                </p:cNvPr>
                <p:cNvSpPr txBox="1"/>
                <p:nvPr/>
              </p:nvSpPr>
              <p:spPr>
                <a:xfrm>
                  <a:off x="6190017" y="267171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12</m:t>
                            </m:r>
                          </m:sub>
                        </m:sSub>
                      </m:oMath>
                    </m:oMathPara>
                  </a14:m>
                  <a:endParaRPr lang="zh-CN" altLang="en-US" sz="2400" dirty="0">
                    <a:solidFill>
                      <a:schemeClr val="accent5">
                        <a:lumMod val="75000"/>
                      </a:schemeClr>
                    </a:solidFill>
                  </a:endParaRPr>
                </a:p>
              </p:txBody>
            </p:sp>
          </mc:Choice>
          <mc:Fallback xmlns="">
            <p:sp>
              <p:nvSpPr>
                <p:cNvPr id="252" name="文本框 251">
                  <a:extLst>
                    <a:ext uri="{FF2B5EF4-FFF2-40B4-BE49-F238E27FC236}">
                      <a16:creationId xmlns:a16="http://schemas.microsoft.com/office/drawing/2014/main" id="{466545FF-EBA2-D894-AC41-D4EF734B86A4}"/>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107"/>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3" name="文本框 252">
                  <a:extLst>
                    <a:ext uri="{FF2B5EF4-FFF2-40B4-BE49-F238E27FC236}">
                      <a16:creationId xmlns:a16="http://schemas.microsoft.com/office/drawing/2014/main" id="{E4B07FF6-4B73-7943-8AD7-B86EF848E14A}"/>
                    </a:ext>
                  </a:extLst>
                </p:cNvPr>
                <p:cNvSpPr txBox="1"/>
                <p:nvPr/>
              </p:nvSpPr>
              <p:spPr>
                <a:xfrm>
                  <a:off x="7304250" y="267218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13</m:t>
                            </m:r>
                          </m:sub>
                        </m:sSub>
                      </m:oMath>
                    </m:oMathPara>
                  </a14:m>
                  <a:endParaRPr lang="zh-CN" altLang="en-US" sz="2400" dirty="0">
                    <a:solidFill>
                      <a:schemeClr val="accent5">
                        <a:lumMod val="75000"/>
                      </a:schemeClr>
                    </a:solidFill>
                  </a:endParaRPr>
                </a:p>
              </p:txBody>
            </p:sp>
          </mc:Choice>
          <mc:Fallback xmlns="">
            <p:sp>
              <p:nvSpPr>
                <p:cNvPr id="253" name="文本框 252">
                  <a:extLst>
                    <a:ext uri="{FF2B5EF4-FFF2-40B4-BE49-F238E27FC236}">
                      <a16:creationId xmlns:a16="http://schemas.microsoft.com/office/drawing/2014/main" id="{E4B07FF6-4B73-7943-8AD7-B86EF848E14A}"/>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108"/>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4" name="文本框 253">
                  <a:extLst>
                    <a:ext uri="{FF2B5EF4-FFF2-40B4-BE49-F238E27FC236}">
                      <a16:creationId xmlns:a16="http://schemas.microsoft.com/office/drawing/2014/main" id="{7E68DF38-E160-0515-BA8D-7FFCF5A962C2}"/>
                    </a:ext>
                  </a:extLst>
                </p:cNvPr>
                <p:cNvSpPr txBox="1"/>
                <p:nvPr/>
              </p:nvSpPr>
              <p:spPr>
                <a:xfrm>
                  <a:off x="8417627" y="2673320"/>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15</m:t>
                            </m:r>
                          </m:sub>
                        </m:sSub>
                      </m:oMath>
                    </m:oMathPara>
                  </a14:m>
                  <a:endParaRPr lang="zh-CN" altLang="en-US" sz="2400" dirty="0">
                    <a:solidFill>
                      <a:schemeClr val="accent5">
                        <a:lumMod val="75000"/>
                      </a:schemeClr>
                    </a:solidFill>
                  </a:endParaRPr>
                </a:p>
              </p:txBody>
            </p:sp>
          </mc:Choice>
          <mc:Fallback xmlns="">
            <p:sp>
              <p:nvSpPr>
                <p:cNvPr id="254" name="文本框 253">
                  <a:extLst>
                    <a:ext uri="{FF2B5EF4-FFF2-40B4-BE49-F238E27FC236}">
                      <a16:creationId xmlns:a16="http://schemas.microsoft.com/office/drawing/2014/main" id="{7E68DF38-E160-0515-BA8D-7FFCF5A962C2}"/>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10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5" name="文本框 254">
                  <a:extLst>
                    <a:ext uri="{FF2B5EF4-FFF2-40B4-BE49-F238E27FC236}">
                      <a16:creationId xmlns:a16="http://schemas.microsoft.com/office/drawing/2014/main" id="{4BA3464D-C501-99AB-3DC7-18DF71028634}"/>
                    </a:ext>
                  </a:extLst>
                </p:cNvPr>
                <p:cNvSpPr txBox="1"/>
                <p:nvPr/>
              </p:nvSpPr>
              <p:spPr>
                <a:xfrm>
                  <a:off x="9531860" y="267379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14</m:t>
                            </m:r>
                          </m:sub>
                        </m:sSub>
                      </m:oMath>
                    </m:oMathPara>
                  </a14:m>
                  <a:endParaRPr lang="zh-CN" altLang="en-US" sz="2400" dirty="0">
                    <a:solidFill>
                      <a:schemeClr val="accent5">
                        <a:lumMod val="75000"/>
                      </a:schemeClr>
                    </a:solidFill>
                  </a:endParaRPr>
                </a:p>
              </p:txBody>
            </p:sp>
          </mc:Choice>
          <mc:Fallback xmlns="">
            <p:sp>
              <p:nvSpPr>
                <p:cNvPr id="255" name="文本框 254">
                  <a:extLst>
                    <a:ext uri="{FF2B5EF4-FFF2-40B4-BE49-F238E27FC236}">
                      <a16:creationId xmlns:a16="http://schemas.microsoft.com/office/drawing/2014/main" id="{4BA3464D-C501-99AB-3DC7-18DF71028634}"/>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110"/>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98B3C646-323C-2025-D030-DD34C81EE3C0}"/>
                    </a:ext>
                  </a:extLst>
                </p:cNvPr>
                <p:cNvSpPr txBox="1"/>
                <p:nvPr/>
              </p:nvSpPr>
              <p:spPr>
                <a:xfrm>
                  <a:off x="6190017" y="313810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8</m:t>
                            </m:r>
                          </m:sub>
                        </m:sSub>
                      </m:oMath>
                    </m:oMathPara>
                  </a14:m>
                  <a:endParaRPr lang="zh-CN" altLang="en-US" sz="2400" dirty="0">
                    <a:solidFill>
                      <a:schemeClr val="accent5">
                        <a:lumMod val="75000"/>
                      </a:schemeClr>
                    </a:solidFill>
                  </a:endParaRPr>
                </a:p>
              </p:txBody>
            </p:sp>
          </mc:Choice>
          <mc:Fallback xmlns="">
            <p:sp>
              <p:nvSpPr>
                <p:cNvPr id="256" name="文本框 255">
                  <a:extLst>
                    <a:ext uri="{FF2B5EF4-FFF2-40B4-BE49-F238E27FC236}">
                      <a16:creationId xmlns:a16="http://schemas.microsoft.com/office/drawing/2014/main" id="{98B3C646-323C-2025-D030-DD34C81EE3C0}"/>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11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7" name="文本框 256">
                  <a:extLst>
                    <a:ext uri="{FF2B5EF4-FFF2-40B4-BE49-F238E27FC236}">
                      <a16:creationId xmlns:a16="http://schemas.microsoft.com/office/drawing/2014/main" id="{338B5BCE-1529-1AF5-049F-54AE83AA9A0C}"/>
                    </a:ext>
                  </a:extLst>
                </p:cNvPr>
                <p:cNvSpPr txBox="1"/>
                <p:nvPr/>
              </p:nvSpPr>
              <p:spPr>
                <a:xfrm>
                  <a:off x="7304250" y="313857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9</m:t>
                            </m:r>
                          </m:sub>
                        </m:sSub>
                      </m:oMath>
                    </m:oMathPara>
                  </a14:m>
                  <a:endParaRPr lang="zh-CN" altLang="en-US" sz="2400" dirty="0">
                    <a:solidFill>
                      <a:schemeClr val="accent5">
                        <a:lumMod val="75000"/>
                      </a:schemeClr>
                    </a:solidFill>
                  </a:endParaRPr>
                </a:p>
              </p:txBody>
            </p:sp>
          </mc:Choice>
          <mc:Fallback xmlns="">
            <p:sp>
              <p:nvSpPr>
                <p:cNvPr id="257" name="文本框 256">
                  <a:extLst>
                    <a:ext uri="{FF2B5EF4-FFF2-40B4-BE49-F238E27FC236}">
                      <a16:creationId xmlns:a16="http://schemas.microsoft.com/office/drawing/2014/main" id="{338B5BCE-1529-1AF5-049F-54AE83AA9A0C}"/>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11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6A592DC2-95E7-83BC-9AE9-F49772F2AA9E}"/>
                    </a:ext>
                  </a:extLst>
                </p:cNvPr>
                <p:cNvSpPr txBox="1"/>
                <p:nvPr/>
              </p:nvSpPr>
              <p:spPr>
                <a:xfrm>
                  <a:off x="8417627" y="3139710"/>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11</m:t>
                            </m:r>
                          </m:sub>
                        </m:sSub>
                      </m:oMath>
                    </m:oMathPara>
                  </a14:m>
                  <a:endParaRPr lang="zh-CN" altLang="en-US" sz="2400" dirty="0">
                    <a:solidFill>
                      <a:schemeClr val="accent5">
                        <a:lumMod val="75000"/>
                      </a:schemeClr>
                    </a:solidFill>
                  </a:endParaRPr>
                </a:p>
              </p:txBody>
            </p:sp>
          </mc:Choice>
          <mc:Fallback xmlns="">
            <p:sp>
              <p:nvSpPr>
                <p:cNvPr id="258" name="文本框 257">
                  <a:extLst>
                    <a:ext uri="{FF2B5EF4-FFF2-40B4-BE49-F238E27FC236}">
                      <a16:creationId xmlns:a16="http://schemas.microsoft.com/office/drawing/2014/main" id="{6A592DC2-95E7-83BC-9AE9-F49772F2AA9E}"/>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11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5DC14E11-E18F-A5DF-013E-5B66E24D9151}"/>
                    </a:ext>
                  </a:extLst>
                </p:cNvPr>
                <p:cNvSpPr txBox="1"/>
                <p:nvPr/>
              </p:nvSpPr>
              <p:spPr>
                <a:xfrm>
                  <a:off x="9531860" y="314018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𝑚</m:t>
                            </m:r>
                          </m:e>
                          <m:sub>
                            <m:r>
                              <a:rPr lang="en-US" altLang="zh-CN" sz="2400" i="1">
                                <a:solidFill>
                                  <a:schemeClr val="accent5">
                                    <a:lumMod val="75000"/>
                                  </a:schemeClr>
                                </a:solidFill>
                                <a:latin typeface="Cambria Math" panose="02040503050406030204" pitchFamily="18" charset="0"/>
                              </a:rPr>
                              <m:t>10</m:t>
                            </m:r>
                          </m:sub>
                        </m:sSub>
                      </m:oMath>
                    </m:oMathPara>
                  </a14:m>
                  <a:endParaRPr lang="zh-CN" altLang="en-US" sz="2400" dirty="0">
                    <a:solidFill>
                      <a:schemeClr val="accent5">
                        <a:lumMod val="75000"/>
                      </a:schemeClr>
                    </a:solidFill>
                  </a:endParaRPr>
                </a:p>
              </p:txBody>
            </p:sp>
          </mc:Choice>
          <mc:Fallback xmlns="">
            <p:sp>
              <p:nvSpPr>
                <p:cNvPr id="259" name="文本框 258">
                  <a:extLst>
                    <a:ext uri="{FF2B5EF4-FFF2-40B4-BE49-F238E27FC236}">
                      <a16:creationId xmlns:a16="http://schemas.microsoft.com/office/drawing/2014/main" id="{5DC14E11-E18F-A5DF-013E-5B66E24D9151}"/>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114"/>
                  <a:stretch>
                    <a:fillRect/>
                  </a:stretch>
                </a:blipFill>
                <a:ln>
                  <a:solidFill>
                    <a:schemeClr val="accent5">
                      <a:lumMod val="75000"/>
                    </a:schemeClr>
                  </a:solidFill>
                </a:ln>
              </p:spPr>
              <p:txBody>
                <a:bodyPr/>
                <a:lstStyle/>
                <a:p>
                  <a:r>
                    <a:rPr lang="zh-CN" altLang="en-US">
                      <a:noFill/>
                    </a:rPr>
                    <a:t> </a:t>
                  </a:r>
                </a:p>
              </p:txBody>
            </p:sp>
          </mc:Fallback>
        </mc:AlternateContent>
        <p:cxnSp>
          <p:nvCxnSpPr>
            <p:cNvPr id="260" name="直接连接符 259">
              <a:extLst>
                <a:ext uri="{FF2B5EF4-FFF2-40B4-BE49-F238E27FC236}">
                  <a16:creationId xmlns:a16="http://schemas.microsoft.com/office/drawing/2014/main" id="{3DEC346C-0D4D-A179-40EE-A39F7FE6425C}"/>
                </a:ext>
              </a:extLst>
            </p:cNvPr>
            <p:cNvCxnSpPr>
              <a:cxnSpLocks/>
            </p:cNvCxnSpPr>
            <p:nvPr/>
          </p:nvCxnSpPr>
          <p:spPr>
            <a:xfrm>
              <a:off x="8414001" y="1737526"/>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19F63D4D-9E14-A856-7CB1-8761E20DC976}"/>
                </a:ext>
              </a:extLst>
            </p:cNvPr>
            <p:cNvCxnSpPr>
              <a:cxnSpLocks/>
            </p:cNvCxnSpPr>
            <p:nvPr/>
          </p:nvCxnSpPr>
          <p:spPr>
            <a:xfrm>
              <a:off x="6185962" y="2669032"/>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852FCFCD-CDCB-1C00-E975-31A854B74935}"/>
                </a:ext>
              </a:extLst>
            </p:cNvPr>
            <p:cNvCxnSpPr>
              <a:cxnSpLocks/>
            </p:cNvCxnSpPr>
            <p:nvPr/>
          </p:nvCxnSpPr>
          <p:spPr>
            <a:xfrm>
              <a:off x="7300196" y="1737526"/>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6D757CE3-5782-0BB1-1340-DDD8D7DF04F9}"/>
                </a:ext>
              </a:extLst>
            </p:cNvPr>
            <p:cNvCxnSpPr>
              <a:cxnSpLocks/>
            </p:cNvCxnSpPr>
            <p:nvPr/>
          </p:nvCxnSpPr>
          <p:spPr>
            <a:xfrm>
              <a:off x="9527806" y="1734844"/>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C6D2F833-2223-AD1F-BC8A-A63C5C2FCFE6}"/>
                </a:ext>
              </a:extLst>
            </p:cNvPr>
            <p:cNvCxnSpPr>
              <a:cxnSpLocks/>
            </p:cNvCxnSpPr>
            <p:nvPr/>
          </p:nvCxnSpPr>
          <p:spPr>
            <a:xfrm>
              <a:off x="6185962" y="2199959"/>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id="{097B2997-1F1B-DB7E-A083-8B185F2CF09F}"/>
                </a:ext>
              </a:extLst>
            </p:cNvPr>
            <p:cNvCxnSpPr>
              <a:cxnSpLocks/>
            </p:cNvCxnSpPr>
            <p:nvPr/>
          </p:nvCxnSpPr>
          <p:spPr>
            <a:xfrm>
              <a:off x="6185961" y="3134148"/>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66" name="矩形 265">
              <a:extLst>
                <a:ext uri="{FF2B5EF4-FFF2-40B4-BE49-F238E27FC236}">
                  <a16:creationId xmlns:a16="http://schemas.microsoft.com/office/drawing/2014/main" id="{5A0C3DF0-AA4F-A46F-4C40-23295C9AC142}"/>
                </a:ext>
              </a:extLst>
            </p:cNvPr>
            <p:cNvSpPr/>
            <p:nvPr/>
          </p:nvSpPr>
          <p:spPr>
            <a:xfrm>
              <a:off x="6185962" y="1737526"/>
              <a:ext cx="4456077" cy="1863012"/>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accent5">
                    <a:lumMod val="75000"/>
                  </a:schemeClr>
                </a:solidFill>
              </a:endParaRPr>
            </a:p>
          </p:txBody>
        </p:sp>
        <mc:AlternateContent xmlns:mc="http://schemas.openxmlformats.org/markup-compatibility/2006" xmlns:a14="http://schemas.microsoft.com/office/drawing/2010/main">
          <mc:Choice Requires="a14">
            <p:sp>
              <p:nvSpPr>
                <p:cNvPr id="267" name="文本框 266">
                  <a:extLst>
                    <a:ext uri="{FF2B5EF4-FFF2-40B4-BE49-F238E27FC236}">
                      <a16:creationId xmlns:a16="http://schemas.microsoft.com/office/drawing/2014/main" id="{58D06D46-3A2C-C188-8511-A074F44079D8}"/>
                    </a:ext>
                  </a:extLst>
                </p:cNvPr>
                <p:cNvSpPr txBox="1"/>
                <p:nvPr/>
              </p:nvSpPr>
              <p:spPr>
                <a:xfrm>
                  <a:off x="6504363"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00</m:t>
                        </m:r>
                      </m:oMath>
                    </m:oMathPara>
                  </a14:m>
                  <a:endParaRPr lang="zh-CN" altLang="en-US" sz="2400" dirty="0">
                    <a:solidFill>
                      <a:schemeClr val="accent5">
                        <a:lumMod val="75000"/>
                      </a:schemeClr>
                    </a:solidFill>
                  </a:endParaRPr>
                </a:p>
              </p:txBody>
            </p:sp>
          </mc:Choice>
          <mc:Fallback xmlns="">
            <p:sp>
              <p:nvSpPr>
                <p:cNvPr id="267" name="文本框 266">
                  <a:extLst>
                    <a:ext uri="{FF2B5EF4-FFF2-40B4-BE49-F238E27FC236}">
                      <a16:creationId xmlns:a16="http://schemas.microsoft.com/office/drawing/2014/main" id="{58D06D46-3A2C-C188-8511-A074F44079D8}"/>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115"/>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8" name="文本框 267">
                  <a:extLst>
                    <a:ext uri="{FF2B5EF4-FFF2-40B4-BE49-F238E27FC236}">
                      <a16:creationId xmlns:a16="http://schemas.microsoft.com/office/drawing/2014/main" id="{685334E7-9DC2-BE95-8A11-1D5850AED70D}"/>
                    </a:ext>
                  </a:extLst>
                </p:cNvPr>
                <p:cNvSpPr txBox="1"/>
                <p:nvPr/>
              </p:nvSpPr>
              <p:spPr>
                <a:xfrm>
                  <a:off x="7622648"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01</m:t>
                        </m:r>
                      </m:oMath>
                    </m:oMathPara>
                  </a14:m>
                  <a:endParaRPr lang="zh-CN" altLang="en-US" sz="2400" dirty="0">
                    <a:solidFill>
                      <a:schemeClr val="accent5">
                        <a:lumMod val="75000"/>
                      </a:schemeClr>
                    </a:solidFill>
                  </a:endParaRPr>
                </a:p>
              </p:txBody>
            </p:sp>
          </mc:Choice>
          <mc:Fallback xmlns="">
            <p:sp>
              <p:nvSpPr>
                <p:cNvPr id="268" name="文本框 267">
                  <a:extLst>
                    <a:ext uri="{FF2B5EF4-FFF2-40B4-BE49-F238E27FC236}">
                      <a16:creationId xmlns:a16="http://schemas.microsoft.com/office/drawing/2014/main" id="{685334E7-9DC2-BE95-8A11-1D5850AED70D}"/>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116"/>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9" name="文本框 268">
                  <a:extLst>
                    <a:ext uri="{FF2B5EF4-FFF2-40B4-BE49-F238E27FC236}">
                      <a16:creationId xmlns:a16="http://schemas.microsoft.com/office/drawing/2014/main" id="{29EA71AD-F349-7F1B-3CFB-A334CBBBE428}"/>
                    </a:ext>
                  </a:extLst>
                </p:cNvPr>
                <p:cNvSpPr txBox="1"/>
                <p:nvPr/>
              </p:nvSpPr>
              <p:spPr>
                <a:xfrm>
                  <a:off x="8736025"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11</m:t>
                        </m:r>
                      </m:oMath>
                    </m:oMathPara>
                  </a14:m>
                  <a:endParaRPr lang="zh-CN" altLang="en-US" sz="2400" dirty="0">
                    <a:solidFill>
                      <a:schemeClr val="accent5">
                        <a:lumMod val="75000"/>
                      </a:schemeClr>
                    </a:solidFill>
                  </a:endParaRPr>
                </a:p>
              </p:txBody>
            </p:sp>
          </mc:Choice>
          <mc:Fallback xmlns="">
            <p:sp>
              <p:nvSpPr>
                <p:cNvPr id="269" name="文本框 268">
                  <a:extLst>
                    <a:ext uri="{FF2B5EF4-FFF2-40B4-BE49-F238E27FC236}">
                      <a16:creationId xmlns:a16="http://schemas.microsoft.com/office/drawing/2014/main" id="{29EA71AD-F349-7F1B-3CFB-A334CBBBE428}"/>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117"/>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0" name="文本框 269">
                  <a:extLst>
                    <a:ext uri="{FF2B5EF4-FFF2-40B4-BE49-F238E27FC236}">
                      <a16:creationId xmlns:a16="http://schemas.microsoft.com/office/drawing/2014/main" id="{7D9B3186-8807-237B-1F34-C033D2053C94}"/>
                    </a:ext>
                  </a:extLst>
                </p:cNvPr>
                <p:cNvSpPr txBox="1"/>
                <p:nvPr/>
              </p:nvSpPr>
              <p:spPr>
                <a:xfrm>
                  <a:off x="9850258"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accent5">
                                <a:lumMod val="75000"/>
                              </a:schemeClr>
                            </a:solidFill>
                            <a:latin typeface="Cambria Math" panose="02040503050406030204" pitchFamily="18" charset="0"/>
                          </a:rPr>
                          <m:t>10</m:t>
                        </m:r>
                      </m:oMath>
                    </m:oMathPara>
                  </a14:m>
                  <a:endParaRPr lang="zh-CN" altLang="en-US" sz="2400" dirty="0">
                    <a:solidFill>
                      <a:schemeClr val="accent5">
                        <a:lumMod val="75000"/>
                      </a:schemeClr>
                    </a:solidFill>
                  </a:endParaRPr>
                </a:p>
              </p:txBody>
            </p:sp>
          </mc:Choice>
          <mc:Fallback xmlns="">
            <p:sp>
              <p:nvSpPr>
                <p:cNvPr id="270" name="文本框 269">
                  <a:extLst>
                    <a:ext uri="{FF2B5EF4-FFF2-40B4-BE49-F238E27FC236}">
                      <a16:creationId xmlns:a16="http://schemas.microsoft.com/office/drawing/2014/main" id="{7D9B3186-8807-237B-1F34-C033D2053C9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118"/>
                  <a:stretch>
                    <a:fillRect l="-3896" r="-14286"/>
                  </a:stretch>
                </a:blipFill>
                <a:ln>
                  <a:noFill/>
                </a:ln>
              </p:spPr>
              <p:txBody>
                <a:bodyPr/>
                <a:lstStyle/>
                <a:p>
                  <a:r>
                    <a:rPr lang="zh-CN" altLang="en-US">
                      <a:noFill/>
                    </a:rPr>
                    <a:t> </a:t>
                  </a:r>
                </a:p>
              </p:txBody>
            </p:sp>
          </mc:Fallback>
        </mc:AlternateContent>
      </p:grpSp>
      <p:sp>
        <p:nvSpPr>
          <p:cNvPr id="271" name="Text Box 70">
            <a:extLst>
              <a:ext uri="{FF2B5EF4-FFF2-40B4-BE49-F238E27FC236}">
                <a16:creationId xmlns:a16="http://schemas.microsoft.com/office/drawing/2014/main" id="{A12B1E66-2CC7-37FD-4C00-8C3A71DDAAE3}"/>
              </a:ext>
            </a:extLst>
          </p:cNvPr>
          <p:cNvSpPr txBox="1">
            <a:spLocks noChangeArrowheads="1"/>
          </p:cNvSpPr>
          <p:nvPr/>
        </p:nvSpPr>
        <p:spPr bwMode="auto">
          <a:xfrm>
            <a:off x="4860000" y="1800000"/>
            <a:ext cx="1827013" cy="1877437"/>
          </a:xfrm>
          <a:prstGeom prst="rect">
            <a:avLst/>
          </a:prstGeom>
          <a:noFill/>
          <a:ln w="9525">
            <a:noFill/>
            <a:miter lim="800000"/>
            <a:headEnd/>
            <a:tailEnd/>
          </a:ln>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b="0" dirty="0">
                <a:solidFill>
                  <a:srgbClr val="C00000"/>
                </a:solidFill>
                <a:latin typeface="微软雅黑" panose="020B0503020204020204" pitchFamily="34" charset="-122"/>
                <a:ea typeface="微软雅黑" panose="020B0503020204020204" pitchFamily="34" charset="-122"/>
              </a:rPr>
              <a:t>左右相邻</a:t>
            </a:r>
            <a:endParaRPr lang="en-US" altLang="zh-CN" sz="2000" b="0" dirty="0">
              <a:solidFill>
                <a:srgbClr val="C00000"/>
              </a:solidFill>
              <a:latin typeface="微软雅黑" panose="020B0503020204020204" pitchFamily="34" charset="-122"/>
              <a:ea typeface="微软雅黑" panose="020B0503020204020204" pitchFamily="34" charset="-122"/>
            </a:endParaRPr>
          </a:p>
          <a:p>
            <a:pPr eaLnBrk="1" hangingPunct="1">
              <a:buFontTx/>
              <a:buNone/>
            </a:pPr>
            <a:r>
              <a:rPr lang="zh-CN" altLang="en-US" sz="2000" b="0" dirty="0">
                <a:solidFill>
                  <a:srgbClr val="C00000"/>
                </a:solidFill>
                <a:latin typeface="微软雅黑" panose="020B0503020204020204" pitchFamily="34" charset="-122"/>
                <a:ea typeface="微软雅黑" panose="020B0503020204020204" pitchFamily="34" charset="-122"/>
              </a:rPr>
              <a:t>上下相邻</a:t>
            </a:r>
          </a:p>
          <a:p>
            <a:pPr eaLnBrk="1" hangingPunct="1">
              <a:buFontTx/>
              <a:buNone/>
            </a:pPr>
            <a:r>
              <a:rPr lang="zh-CN" altLang="en-US" sz="2000" b="0" dirty="0">
                <a:solidFill>
                  <a:srgbClr val="C00000"/>
                </a:solidFill>
                <a:latin typeface="微软雅黑" panose="020B0503020204020204" pitchFamily="34" charset="-122"/>
                <a:ea typeface="微软雅黑" panose="020B0503020204020204" pitchFamily="34" charset="-122"/>
              </a:rPr>
              <a:t>循环相邻</a:t>
            </a:r>
            <a:endParaRPr lang="en-US" altLang="zh-CN" sz="2000" b="0" dirty="0">
              <a:solidFill>
                <a:srgbClr val="C00000"/>
              </a:solidFill>
              <a:latin typeface="微软雅黑" panose="020B0503020204020204" pitchFamily="34" charset="-122"/>
              <a:ea typeface="微软雅黑" panose="020B0503020204020204" pitchFamily="34" charset="-122"/>
            </a:endParaRPr>
          </a:p>
          <a:p>
            <a:pPr eaLnBrk="1" hangingPunct="1">
              <a:buFontTx/>
              <a:buNone/>
            </a:pPr>
            <a:r>
              <a:rPr lang="zh-CN" altLang="en-US" sz="2000" b="0" dirty="0">
                <a:solidFill>
                  <a:srgbClr val="C00000"/>
                </a:solidFill>
                <a:latin typeface="微软雅黑" panose="020B0503020204020204" pitchFamily="34" charset="-122"/>
                <a:ea typeface="微软雅黑" panose="020B0503020204020204" pitchFamily="34" charset="-122"/>
              </a:rPr>
              <a:t>头尾相邻</a:t>
            </a:r>
            <a:endParaRPr lang="en-US" altLang="zh-CN" sz="2000" b="0" dirty="0">
              <a:solidFill>
                <a:srgbClr val="C00000"/>
              </a:solidFill>
              <a:latin typeface="微软雅黑" panose="020B0503020204020204" pitchFamily="34" charset="-122"/>
              <a:ea typeface="微软雅黑" panose="020B0503020204020204" pitchFamily="34" charset="-122"/>
            </a:endParaRPr>
          </a:p>
          <a:p>
            <a:pPr eaLnBrk="1" hangingPunct="1">
              <a:buFontTx/>
              <a:buNone/>
            </a:pPr>
            <a:r>
              <a:rPr lang="zh-CN" altLang="en-US" sz="2000" b="0" dirty="0">
                <a:solidFill>
                  <a:srgbClr val="C00000"/>
                </a:solidFill>
                <a:latin typeface="微软雅黑" panose="020B0503020204020204" pitchFamily="34" charset="-122"/>
                <a:ea typeface="微软雅黑" panose="020B0503020204020204" pitchFamily="34" charset="-122"/>
              </a:rPr>
              <a:t>对角不相邻</a:t>
            </a:r>
          </a:p>
        </p:txBody>
      </p:sp>
      <p:grpSp>
        <p:nvGrpSpPr>
          <p:cNvPr id="272" name="组合 271">
            <a:extLst>
              <a:ext uri="{FF2B5EF4-FFF2-40B4-BE49-F238E27FC236}">
                <a16:creationId xmlns:a16="http://schemas.microsoft.com/office/drawing/2014/main" id="{52BAD9D2-133B-37F9-31C5-1A95702290BE}"/>
              </a:ext>
            </a:extLst>
          </p:cNvPr>
          <p:cNvGrpSpPr/>
          <p:nvPr/>
        </p:nvGrpSpPr>
        <p:grpSpPr>
          <a:xfrm>
            <a:off x="11449269" y="6198682"/>
            <a:ext cx="786273" cy="548639"/>
            <a:chOff x="11454918" y="5839511"/>
            <a:chExt cx="786273" cy="548639"/>
          </a:xfrm>
        </p:grpSpPr>
        <p:grpSp>
          <p:nvGrpSpPr>
            <p:cNvPr id="273" name="组合 272">
              <a:extLst>
                <a:ext uri="{FF2B5EF4-FFF2-40B4-BE49-F238E27FC236}">
                  <a16:creationId xmlns:a16="http://schemas.microsoft.com/office/drawing/2014/main" id="{3A953F6C-3EC7-54E7-69E6-28C54B3AC5EB}"/>
                </a:ext>
              </a:extLst>
            </p:cNvPr>
            <p:cNvGrpSpPr/>
            <p:nvPr/>
          </p:nvGrpSpPr>
          <p:grpSpPr>
            <a:xfrm>
              <a:off x="11454918" y="5867450"/>
              <a:ext cx="737081" cy="520700"/>
              <a:chOff x="11454918" y="5867450"/>
              <a:chExt cx="737081" cy="520700"/>
            </a:xfrm>
          </p:grpSpPr>
          <p:sp>
            <p:nvSpPr>
              <p:cNvPr id="275" name="箭头: 五边形 274">
                <a:extLst>
                  <a:ext uri="{FF2B5EF4-FFF2-40B4-BE49-F238E27FC236}">
                    <a16:creationId xmlns:a16="http://schemas.microsoft.com/office/drawing/2014/main" id="{09F0AE7A-11CE-52B3-8924-C81ACFE4061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6" name="箭头: V 形 275">
                <a:extLst>
                  <a:ext uri="{FF2B5EF4-FFF2-40B4-BE49-F238E27FC236}">
                    <a16:creationId xmlns:a16="http://schemas.microsoft.com/office/drawing/2014/main" id="{00B0CDF0-0898-4CD2-A522-B354ADD494D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74" name="灯片编号占位符 3">
              <a:extLst>
                <a:ext uri="{FF2B5EF4-FFF2-40B4-BE49-F238E27FC236}">
                  <a16:creationId xmlns:a16="http://schemas.microsoft.com/office/drawing/2014/main" id="{57EC3159-33B2-C8BC-743D-4F7D4DDB251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18</a:t>
              </a:fld>
              <a:endParaRPr lang="zh-CN" altLang="en-US" sz="3200" dirty="0">
                <a:solidFill>
                  <a:schemeClr val="bg1"/>
                </a:solidFill>
                <a:latin typeface="Candara"/>
                <a:ea typeface="微软雅黑"/>
              </a:endParaRPr>
            </a:p>
          </p:txBody>
        </p:sp>
      </p:grpSp>
      <p:sp>
        <p:nvSpPr>
          <p:cNvPr id="5" name="标题 1">
            <a:extLst>
              <a:ext uri="{FF2B5EF4-FFF2-40B4-BE49-F238E27FC236}">
                <a16:creationId xmlns:a16="http://schemas.microsoft.com/office/drawing/2014/main" id="{B432E92C-3EAB-8E06-8DEE-58CC07D89C3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卡诺图</a:t>
            </a:r>
            <a:endParaRPr lang="en-US" altLang="zh-CN" sz="3000" dirty="0">
              <a:solidFill>
                <a:srgbClr val="FFFF00"/>
              </a:solidFill>
            </a:endParaRPr>
          </a:p>
        </p:txBody>
      </p:sp>
    </p:spTree>
    <p:extLst>
      <p:ext uri="{BB962C8B-B14F-4D97-AF65-F5344CB8AC3E}">
        <p14:creationId xmlns:p14="http://schemas.microsoft.com/office/powerpoint/2010/main" val="387796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32"/>
                                        </p:tgtEl>
                                        <p:attrNameLst>
                                          <p:attrName>style.visibility</p:attrName>
                                        </p:attrNameLst>
                                      </p:cBhvr>
                                      <p:to>
                                        <p:strVal val="visible"/>
                                      </p:to>
                                    </p:set>
                                    <p:animEffect transition="in" filter="randombar(horizontal)">
                                      <p:cBhvr>
                                        <p:cTn id="7" dur="500"/>
                                        <p:tgtEl>
                                          <p:spTgt spid="232"/>
                                        </p:tgtEl>
                                      </p:cBhvr>
                                    </p:animEffect>
                                  </p:childTnLst>
                                </p:cTn>
                              </p:par>
                              <p:par>
                                <p:cTn id="8" presetID="14" presetClass="entr" presetSubtype="10" fill="hold"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randombar(horizontal)">
                                      <p:cBhvr>
                                        <p:cTn id="10" dur="500"/>
                                        <p:tgtEl>
                                          <p:spTgt spid="111"/>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par>
                                <p:cTn id="16" presetID="14" presetClass="entr" presetSubtype="10" fill="hold" nodeType="with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randombar(horizontal)">
                                      <p:cBhvr>
                                        <p:cTn id="18" dur="500"/>
                                        <p:tgtEl>
                                          <p:spTgt spid="74"/>
                                        </p:tgtEl>
                                      </p:cBhvr>
                                    </p:animEffect>
                                  </p:childTnLst>
                                </p:cTn>
                              </p:par>
                              <p:par>
                                <p:cTn id="19" presetID="14" presetClass="entr" presetSubtype="10" fill="hold" nodeType="withEffect">
                                  <p:stCondLst>
                                    <p:cond delay="0"/>
                                  </p:stCondLst>
                                  <p:childTnLst>
                                    <p:set>
                                      <p:cBhvr>
                                        <p:cTn id="20" dur="1" fill="hold">
                                          <p:stCondLst>
                                            <p:cond delay="0"/>
                                          </p:stCondLst>
                                        </p:cTn>
                                        <p:tgtEl>
                                          <p:spTgt spid="187"/>
                                        </p:tgtEl>
                                        <p:attrNameLst>
                                          <p:attrName>style.visibility</p:attrName>
                                        </p:attrNameLst>
                                      </p:cBhvr>
                                      <p:to>
                                        <p:strVal val="visible"/>
                                      </p:to>
                                    </p:set>
                                    <p:animEffect transition="in" filter="randombar(horizontal)">
                                      <p:cBhvr>
                                        <p:cTn id="21" dur="500"/>
                                        <p:tgtEl>
                                          <p:spTgt spid="187"/>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271"/>
                                        </p:tgtEl>
                                        <p:attrNameLst>
                                          <p:attrName>style.visibility</p:attrName>
                                        </p:attrNameLst>
                                      </p:cBhvr>
                                      <p:to>
                                        <p:strVal val="visible"/>
                                      </p:to>
                                    </p:set>
                                    <p:animEffect transition="in" filter="randombar(horizontal)">
                                      <p:cBhvr>
                                        <p:cTn id="26" dur="5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7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0D7E94F-6D6C-7D67-649A-AB8CE0732E8B}"/>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2E468B69-AE66-D12F-A550-CD202741AC16}"/>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4E8F9624-FC54-AEA7-EA32-82737014679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296932D9-3B23-0C08-6A57-2B1E9BF0753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55587320-727A-E467-E8A8-6373AE803D8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19</a:t>
              </a:fld>
              <a:endParaRPr lang="zh-CN" altLang="en-US" sz="3200" dirty="0">
                <a:solidFill>
                  <a:schemeClr val="bg1"/>
                </a:solidFill>
                <a:latin typeface="Candara"/>
                <a:ea typeface="微软雅黑"/>
              </a:endParaRPr>
            </a:p>
          </p:txBody>
        </p:sp>
      </p:grpSp>
      <p:sp>
        <p:nvSpPr>
          <p:cNvPr id="7" name="标题 1">
            <a:extLst>
              <a:ext uri="{FF2B5EF4-FFF2-40B4-BE49-F238E27FC236}">
                <a16:creationId xmlns:a16="http://schemas.microsoft.com/office/drawing/2014/main" id="{122AAEAB-220D-5595-E25A-08E322CA6DC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卡诺图</a:t>
            </a:r>
            <a:endParaRPr lang="en-US" altLang="zh-CN" sz="3000" dirty="0">
              <a:solidFill>
                <a:srgbClr val="FFFF00"/>
              </a:solidFill>
            </a:endParaRPr>
          </a:p>
        </p:txBody>
      </p:sp>
      <p:sp>
        <p:nvSpPr>
          <p:cNvPr id="8" name="文本框 7">
            <a:extLst>
              <a:ext uri="{FF2B5EF4-FFF2-40B4-BE49-F238E27FC236}">
                <a16:creationId xmlns:a16="http://schemas.microsoft.com/office/drawing/2014/main" id="{A474BFF2-64DF-67BF-9F96-9D67FD7F26AB}"/>
              </a:ext>
            </a:extLst>
          </p:cNvPr>
          <p:cNvSpPr txBox="1"/>
          <p:nvPr/>
        </p:nvSpPr>
        <p:spPr>
          <a:xfrm>
            <a:off x="360001" y="828000"/>
            <a:ext cx="3186764"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五变量卡诺图：</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26522B3-DEA5-3FDA-2481-5D0E1819DB99}"/>
                  </a:ext>
                </a:extLst>
              </p:cNvPr>
              <p:cNvSpPr txBox="1"/>
              <p:nvPr/>
            </p:nvSpPr>
            <p:spPr>
              <a:xfrm>
                <a:off x="1371979" y="2183513"/>
                <a:ext cx="725275" cy="646331"/>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3600" b="0" i="0" smtClean="0">
                          <a:solidFill>
                            <a:schemeClr val="tx1"/>
                          </a:solidFill>
                          <a:latin typeface="Cambria Math" panose="02040503050406030204" pitchFamily="18" charset="0"/>
                        </a:rPr>
                        <m:t>AB</m:t>
                      </m:r>
                    </m:oMath>
                  </m:oMathPara>
                </a14:m>
                <a:endParaRPr lang="zh-CN" altLang="en-US" sz="3600" dirty="0">
                  <a:solidFill>
                    <a:schemeClr val="tx1"/>
                  </a:solidFill>
                </a:endParaRPr>
              </a:p>
            </p:txBody>
          </p:sp>
        </mc:Choice>
        <mc:Fallback xmlns="">
          <p:sp>
            <p:nvSpPr>
              <p:cNvPr id="12" name="文本框 11">
                <a:extLst>
                  <a:ext uri="{FF2B5EF4-FFF2-40B4-BE49-F238E27FC236}">
                    <a16:creationId xmlns:a16="http://schemas.microsoft.com/office/drawing/2014/main" id="{426522B3-DEA5-3FDA-2481-5D0E1819DB99}"/>
                  </a:ext>
                </a:extLst>
              </p:cNvPr>
              <p:cNvSpPr txBox="1">
                <a:spLocks noRot="1" noChangeAspect="1" noMove="1" noResize="1" noEditPoints="1" noAdjustHandles="1" noChangeArrowheads="1" noChangeShapeType="1" noTextEdit="1"/>
              </p:cNvSpPr>
              <p:nvPr/>
            </p:nvSpPr>
            <p:spPr>
              <a:xfrm>
                <a:off x="1371979" y="2183513"/>
                <a:ext cx="725275" cy="646331"/>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4" name="表格 43">
                <a:extLst>
                  <a:ext uri="{FF2B5EF4-FFF2-40B4-BE49-F238E27FC236}">
                    <a16:creationId xmlns:a16="http://schemas.microsoft.com/office/drawing/2014/main" id="{82FDB300-BFE4-EBF3-452A-4A4C542983BE}"/>
                  </a:ext>
                </a:extLst>
              </p:cNvPr>
              <p:cNvGraphicFramePr>
                <a:graphicFrameLocks noGrp="1"/>
              </p:cNvGraphicFramePr>
              <p:nvPr>
                <p:extLst>
                  <p:ext uri="{D42A27DB-BD31-4B8C-83A1-F6EECF244321}">
                    <p14:modId xmlns:p14="http://schemas.microsoft.com/office/powerpoint/2010/main" val="970412612"/>
                  </p:ext>
                </p:extLst>
              </p:nvPr>
            </p:nvGraphicFramePr>
            <p:xfrm>
              <a:off x="2529461" y="2698870"/>
              <a:ext cx="8128000" cy="331874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2237235610"/>
                        </a:ext>
                      </a:extLst>
                    </a:gridCol>
                    <a:gridCol w="1016000">
                      <a:extLst>
                        <a:ext uri="{9D8B030D-6E8A-4147-A177-3AD203B41FA5}">
                          <a16:colId xmlns:a16="http://schemas.microsoft.com/office/drawing/2014/main" val="1530780817"/>
                        </a:ext>
                      </a:extLst>
                    </a:gridCol>
                    <a:gridCol w="1016000">
                      <a:extLst>
                        <a:ext uri="{9D8B030D-6E8A-4147-A177-3AD203B41FA5}">
                          <a16:colId xmlns:a16="http://schemas.microsoft.com/office/drawing/2014/main" val="3167103276"/>
                        </a:ext>
                      </a:extLst>
                    </a:gridCol>
                    <a:gridCol w="1016000">
                      <a:extLst>
                        <a:ext uri="{9D8B030D-6E8A-4147-A177-3AD203B41FA5}">
                          <a16:colId xmlns:a16="http://schemas.microsoft.com/office/drawing/2014/main" val="2509251093"/>
                        </a:ext>
                      </a:extLst>
                    </a:gridCol>
                    <a:gridCol w="1016000">
                      <a:extLst>
                        <a:ext uri="{9D8B030D-6E8A-4147-A177-3AD203B41FA5}">
                          <a16:colId xmlns:a16="http://schemas.microsoft.com/office/drawing/2014/main" val="822045160"/>
                        </a:ext>
                      </a:extLst>
                    </a:gridCol>
                    <a:gridCol w="1016000">
                      <a:extLst>
                        <a:ext uri="{9D8B030D-6E8A-4147-A177-3AD203B41FA5}">
                          <a16:colId xmlns:a16="http://schemas.microsoft.com/office/drawing/2014/main" val="4142208276"/>
                        </a:ext>
                      </a:extLst>
                    </a:gridCol>
                    <a:gridCol w="1016000">
                      <a:extLst>
                        <a:ext uri="{9D8B030D-6E8A-4147-A177-3AD203B41FA5}">
                          <a16:colId xmlns:a16="http://schemas.microsoft.com/office/drawing/2014/main" val="2808463907"/>
                        </a:ext>
                      </a:extLst>
                    </a:gridCol>
                    <a:gridCol w="1016000">
                      <a:extLst>
                        <a:ext uri="{9D8B030D-6E8A-4147-A177-3AD203B41FA5}">
                          <a16:colId xmlns:a16="http://schemas.microsoft.com/office/drawing/2014/main" val="3500401377"/>
                        </a:ext>
                      </a:extLst>
                    </a:gridCol>
                  </a:tblGrid>
                  <a:tr h="829685">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i="1">
                                      <a:solidFill>
                                        <a:schemeClr val="accent5">
                                          <a:lumMod val="75000"/>
                                        </a:schemeClr>
                                      </a:solidFill>
                                      <a:latin typeface="Cambria Math" panose="02040503050406030204" pitchFamily="18" charset="0"/>
                                    </a:rPr>
                                    <m:t>0</m:t>
                                  </m:r>
                                </m:sub>
                              </m:sSub>
                            </m:oMath>
                          </a14:m>
                          <a:endParaRPr lang="zh-CN" altLang="en-US" sz="32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m:t>
                                  </m:r>
                                </m:sub>
                              </m:sSub>
                            </m:oMath>
                          </a14:m>
                          <a:endParaRPr lang="zh-CN" altLang="en-US" sz="3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3</m:t>
                                  </m:r>
                                </m:sub>
                              </m:sSub>
                            </m:oMath>
                          </a14:m>
                          <a:endParaRPr lang="zh-CN" altLang="en-US" sz="3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6</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7</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5</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4</m:t>
                                  </m:r>
                                </m:sub>
                              </m:sSub>
                            </m:oMath>
                          </a14:m>
                          <a:endParaRPr lang="zh-CN" altLang="en-US" sz="3200" dirty="0"/>
                        </a:p>
                      </a:txBody>
                      <a:tcPr anchor="ctr"/>
                    </a:tc>
                    <a:extLst>
                      <a:ext uri="{0D108BD9-81ED-4DB2-BD59-A6C34878D82A}">
                        <a16:rowId xmlns:a16="http://schemas.microsoft.com/office/drawing/2014/main" val="3791008976"/>
                      </a:ext>
                    </a:extLst>
                  </a:tr>
                  <a:tr h="829685">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8</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9</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11</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10</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14</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15</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13</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12</m:t>
                                  </m:r>
                                </m:sub>
                              </m:sSub>
                            </m:oMath>
                          </a14:m>
                          <a:endParaRPr lang="zh-CN" altLang="en-US" sz="3200" dirty="0"/>
                        </a:p>
                      </a:txBody>
                      <a:tcPr anchor="ctr"/>
                    </a:tc>
                    <a:extLst>
                      <a:ext uri="{0D108BD9-81ED-4DB2-BD59-A6C34878D82A}">
                        <a16:rowId xmlns:a16="http://schemas.microsoft.com/office/drawing/2014/main" val="53606264"/>
                      </a:ext>
                    </a:extLst>
                  </a:tr>
                  <a:tr h="829685">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24</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25</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27</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26</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30</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31</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29</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28</m:t>
                                  </m:r>
                                </m:sub>
                              </m:sSub>
                            </m:oMath>
                          </a14:m>
                          <a:endParaRPr lang="zh-CN" altLang="en-US" sz="3200" dirty="0"/>
                        </a:p>
                      </a:txBody>
                      <a:tcPr anchor="ctr"/>
                    </a:tc>
                    <a:extLst>
                      <a:ext uri="{0D108BD9-81ED-4DB2-BD59-A6C34878D82A}">
                        <a16:rowId xmlns:a16="http://schemas.microsoft.com/office/drawing/2014/main" val="486290163"/>
                      </a:ext>
                    </a:extLst>
                  </a:tr>
                  <a:tr h="829685">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16</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17</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19</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18</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22</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23</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21</m:t>
                                  </m:r>
                                </m:sub>
                              </m:sSub>
                            </m:oMath>
                          </a14:m>
                          <a:endParaRPr lang="zh-CN" altLang="en-US" sz="3200" dirty="0"/>
                        </a:p>
                      </a:txBody>
                      <a:tcPr anchor="ctr"/>
                    </a:tc>
                    <a:tc>
                      <a:txBody>
                        <a:bodyPr/>
                        <a:lstStyle/>
                        <a:p>
                          <a:pPr algn="ctr"/>
                          <a:r>
                            <a:rPr lang="en-US" altLang="zh-CN" sz="3200" dirty="0">
                              <a:solidFill>
                                <a:schemeClr val="accent5">
                                  <a:lumMod val="75000"/>
                                </a:schemeClr>
                              </a:solidFill>
                            </a:rPr>
                            <a:t> </a:t>
                          </a:r>
                          <a14:m>
                            <m:oMath xmlns:m="http://schemas.openxmlformats.org/officeDocument/2006/math">
                              <m:sSub>
                                <m:sSubPr>
                                  <m:ctrlPr>
                                    <a:rPr lang="en-US" altLang="zh-CN" sz="3200" i="1" smtClean="0">
                                      <a:solidFill>
                                        <a:schemeClr val="accent5">
                                          <a:lumMod val="75000"/>
                                        </a:schemeClr>
                                      </a:solidFill>
                                      <a:latin typeface="Cambria Math" panose="02040503050406030204" pitchFamily="18" charset="0"/>
                                    </a:rPr>
                                  </m:ctrlPr>
                                </m:sSubPr>
                                <m:e>
                                  <m:r>
                                    <a:rPr lang="en-US" altLang="zh-CN" sz="3200" i="1">
                                      <a:solidFill>
                                        <a:schemeClr val="accent5">
                                          <a:lumMod val="75000"/>
                                        </a:schemeClr>
                                      </a:solidFill>
                                      <a:latin typeface="Cambria Math" panose="02040503050406030204" pitchFamily="18" charset="0"/>
                                    </a:rPr>
                                    <m:t>𝑚</m:t>
                                  </m:r>
                                </m:e>
                                <m:sub>
                                  <m:r>
                                    <a:rPr lang="en-US" altLang="zh-CN" sz="3200" b="0" i="1" smtClean="0">
                                      <a:solidFill>
                                        <a:schemeClr val="accent5">
                                          <a:lumMod val="75000"/>
                                        </a:schemeClr>
                                      </a:solidFill>
                                      <a:latin typeface="Cambria Math" panose="02040503050406030204" pitchFamily="18" charset="0"/>
                                    </a:rPr>
                                    <m:t>20</m:t>
                                  </m:r>
                                </m:sub>
                              </m:sSub>
                            </m:oMath>
                          </a14:m>
                          <a:endParaRPr lang="zh-CN" altLang="en-US" sz="3200" dirty="0"/>
                        </a:p>
                      </a:txBody>
                      <a:tcPr anchor="ctr"/>
                    </a:tc>
                    <a:extLst>
                      <a:ext uri="{0D108BD9-81ED-4DB2-BD59-A6C34878D82A}">
                        <a16:rowId xmlns:a16="http://schemas.microsoft.com/office/drawing/2014/main" val="1365863676"/>
                      </a:ext>
                    </a:extLst>
                  </a:tr>
                </a:tbl>
              </a:graphicData>
            </a:graphic>
          </p:graphicFrame>
        </mc:Choice>
        <mc:Fallback xmlns="">
          <p:graphicFrame>
            <p:nvGraphicFramePr>
              <p:cNvPr id="44" name="表格 43">
                <a:extLst>
                  <a:ext uri="{FF2B5EF4-FFF2-40B4-BE49-F238E27FC236}">
                    <a16:creationId xmlns:a16="http://schemas.microsoft.com/office/drawing/2014/main" id="{82FDB300-BFE4-EBF3-452A-4A4C542983BE}"/>
                  </a:ext>
                </a:extLst>
              </p:cNvPr>
              <p:cNvGraphicFramePr>
                <a:graphicFrameLocks noGrp="1"/>
              </p:cNvGraphicFramePr>
              <p:nvPr>
                <p:extLst>
                  <p:ext uri="{D42A27DB-BD31-4B8C-83A1-F6EECF244321}">
                    <p14:modId xmlns:p14="http://schemas.microsoft.com/office/powerpoint/2010/main" val="970412612"/>
                  </p:ext>
                </p:extLst>
              </p:nvPr>
            </p:nvGraphicFramePr>
            <p:xfrm>
              <a:off x="2529461" y="2698870"/>
              <a:ext cx="8128000" cy="331874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2237235610"/>
                        </a:ext>
                      </a:extLst>
                    </a:gridCol>
                    <a:gridCol w="1016000">
                      <a:extLst>
                        <a:ext uri="{9D8B030D-6E8A-4147-A177-3AD203B41FA5}">
                          <a16:colId xmlns:a16="http://schemas.microsoft.com/office/drawing/2014/main" val="1530780817"/>
                        </a:ext>
                      </a:extLst>
                    </a:gridCol>
                    <a:gridCol w="1016000">
                      <a:extLst>
                        <a:ext uri="{9D8B030D-6E8A-4147-A177-3AD203B41FA5}">
                          <a16:colId xmlns:a16="http://schemas.microsoft.com/office/drawing/2014/main" val="3167103276"/>
                        </a:ext>
                      </a:extLst>
                    </a:gridCol>
                    <a:gridCol w="1016000">
                      <a:extLst>
                        <a:ext uri="{9D8B030D-6E8A-4147-A177-3AD203B41FA5}">
                          <a16:colId xmlns:a16="http://schemas.microsoft.com/office/drawing/2014/main" val="2509251093"/>
                        </a:ext>
                      </a:extLst>
                    </a:gridCol>
                    <a:gridCol w="1016000">
                      <a:extLst>
                        <a:ext uri="{9D8B030D-6E8A-4147-A177-3AD203B41FA5}">
                          <a16:colId xmlns:a16="http://schemas.microsoft.com/office/drawing/2014/main" val="822045160"/>
                        </a:ext>
                      </a:extLst>
                    </a:gridCol>
                    <a:gridCol w="1016000">
                      <a:extLst>
                        <a:ext uri="{9D8B030D-6E8A-4147-A177-3AD203B41FA5}">
                          <a16:colId xmlns:a16="http://schemas.microsoft.com/office/drawing/2014/main" val="4142208276"/>
                        </a:ext>
                      </a:extLst>
                    </a:gridCol>
                    <a:gridCol w="1016000">
                      <a:extLst>
                        <a:ext uri="{9D8B030D-6E8A-4147-A177-3AD203B41FA5}">
                          <a16:colId xmlns:a16="http://schemas.microsoft.com/office/drawing/2014/main" val="2808463907"/>
                        </a:ext>
                      </a:extLst>
                    </a:gridCol>
                    <a:gridCol w="1016000">
                      <a:extLst>
                        <a:ext uri="{9D8B030D-6E8A-4147-A177-3AD203B41FA5}">
                          <a16:colId xmlns:a16="http://schemas.microsoft.com/office/drawing/2014/main" val="3500401377"/>
                        </a:ext>
                      </a:extLst>
                    </a:gridCol>
                  </a:tblGrid>
                  <a:tr h="829685">
                    <a:tc>
                      <a:txBody>
                        <a:bodyPr/>
                        <a:lstStyle/>
                        <a:p>
                          <a:endParaRPr lang="zh-CN"/>
                        </a:p>
                      </a:txBody>
                      <a:tcPr anchor="ctr">
                        <a:blipFill>
                          <a:blip r:embed="rId4"/>
                          <a:stretch>
                            <a:fillRect l="-599" t="-730" r="-700599" b="-300000"/>
                          </a:stretch>
                        </a:blipFill>
                      </a:tcPr>
                    </a:tc>
                    <a:tc>
                      <a:txBody>
                        <a:bodyPr/>
                        <a:lstStyle/>
                        <a:p>
                          <a:endParaRPr lang="zh-CN"/>
                        </a:p>
                      </a:txBody>
                      <a:tcPr anchor="ctr">
                        <a:blipFill>
                          <a:blip r:embed="rId4"/>
                          <a:stretch>
                            <a:fillRect l="-100599" t="-730" r="-600599" b="-300000"/>
                          </a:stretch>
                        </a:blipFill>
                      </a:tcPr>
                    </a:tc>
                    <a:tc>
                      <a:txBody>
                        <a:bodyPr/>
                        <a:lstStyle/>
                        <a:p>
                          <a:endParaRPr lang="zh-CN"/>
                        </a:p>
                      </a:txBody>
                      <a:tcPr anchor="ctr">
                        <a:blipFill>
                          <a:blip r:embed="rId4"/>
                          <a:stretch>
                            <a:fillRect l="-200599" t="-730" r="-500599" b="-300000"/>
                          </a:stretch>
                        </a:blipFill>
                      </a:tcPr>
                    </a:tc>
                    <a:tc>
                      <a:txBody>
                        <a:bodyPr/>
                        <a:lstStyle/>
                        <a:p>
                          <a:endParaRPr lang="zh-CN"/>
                        </a:p>
                      </a:txBody>
                      <a:tcPr anchor="ctr">
                        <a:blipFill>
                          <a:blip r:embed="rId4"/>
                          <a:stretch>
                            <a:fillRect l="-300599" t="-730" r="-400599" b="-300000"/>
                          </a:stretch>
                        </a:blipFill>
                      </a:tcPr>
                    </a:tc>
                    <a:tc>
                      <a:txBody>
                        <a:bodyPr/>
                        <a:lstStyle/>
                        <a:p>
                          <a:endParaRPr lang="zh-CN"/>
                        </a:p>
                      </a:txBody>
                      <a:tcPr anchor="ctr">
                        <a:blipFill>
                          <a:blip r:embed="rId4"/>
                          <a:stretch>
                            <a:fillRect l="-403012" t="-730" r="-303012" b="-300000"/>
                          </a:stretch>
                        </a:blipFill>
                      </a:tcPr>
                    </a:tc>
                    <a:tc>
                      <a:txBody>
                        <a:bodyPr/>
                        <a:lstStyle/>
                        <a:p>
                          <a:endParaRPr lang="zh-CN"/>
                        </a:p>
                      </a:txBody>
                      <a:tcPr anchor="ctr">
                        <a:blipFill>
                          <a:blip r:embed="rId4"/>
                          <a:stretch>
                            <a:fillRect l="-500000" t="-730" r="-201198" b="-300000"/>
                          </a:stretch>
                        </a:blipFill>
                      </a:tcPr>
                    </a:tc>
                    <a:tc>
                      <a:txBody>
                        <a:bodyPr/>
                        <a:lstStyle/>
                        <a:p>
                          <a:endParaRPr lang="zh-CN"/>
                        </a:p>
                      </a:txBody>
                      <a:tcPr anchor="ctr">
                        <a:blipFill>
                          <a:blip r:embed="rId4"/>
                          <a:stretch>
                            <a:fillRect l="-600000" t="-730" r="-101198" b="-300000"/>
                          </a:stretch>
                        </a:blipFill>
                      </a:tcPr>
                    </a:tc>
                    <a:tc>
                      <a:txBody>
                        <a:bodyPr/>
                        <a:lstStyle/>
                        <a:p>
                          <a:endParaRPr lang="zh-CN"/>
                        </a:p>
                      </a:txBody>
                      <a:tcPr anchor="ctr">
                        <a:blipFill>
                          <a:blip r:embed="rId4"/>
                          <a:stretch>
                            <a:fillRect l="-700000" t="-730" r="-1198" b="-300000"/>
                          </a:stretch>
                        </a:blipFill>
                      </a:tcPr>
                    </a:tc>
                    <a:extLst>
                      <a:ext uri="{0D108BD9-81ED-4DB2-BD59-A6C34878D82A}">
                        <a16:rowId xmlns:a16="http://schemas.microsoft.com/office/drawing/2014/main" val="3791008976"/>
                      </a:ext>
                    </a:extLst>
                  </a:tr>
                  <a:tr h="829685">
                    <a:tc>
                      <a:txBody>
                        <a:bodyPr/>
                        <a:lstStyle/>
                        <a:p>
                          <a:endParaRPr lang="zh-CN"/>
                        </a:p>
                      </a:txBody>
                      <a:tcPr anchor="ctr">
                        <a:blipFill>
                          <a:blip r:embed="rId4"/>
                          <a:stretch>
                            <a:fillRect l="-599" t="-101471" r="-700599" b="-202206"/>
                          </a:stretch>
                        </a:blipFill>
                      </a:tcPr>
                    </a:tc>
                    <a:tc>
                      <a:txBody>
                        <a:bodyPr/>
                        <a:lstStyle/>
                        <a:p>
                          <a:endParaRPr lang="zh-CN"/>
                        </a:p>
                      </a:txBody>
                      <a:tcPr anchor="ctr">
                        <a:blipFill>
                          <a:blip r:embed="rId4"/>
                          <a:stretch>
                            <a:fillRect l="-100599" t="-101471" r="-600599" b="-202206"/>
                          </a:stretch>
                        </a:blipFill>
                      </a:tcPr>
                    </a:tc>
                    <a:tc>
                      <a:txBody>
                        <a:bodyPr/>
                        <a:lstStyle/>
                        <a:p>
                          <a:endParaRPr lang="zh-CN"/>
                        </a:p>
                      </a:txBody>
                      <a:tcPr anchor="ctr">
                        <a:blipFill>
                          <a:blip r:embed="rId4"/>
                          <a:stretch>
                            <a:fillRect l="-200599" t="-101471" r="-500599" b="-202206"/>
                          </a:stretch>
                        </a:blipFill>
                      </a:tcPr>
                    </a:tc>
                    <a:tc>
                      <a:txBody>
                        <a:bodyPr/>
                        <a:lstStyle/>
                        <a:p>
                          <a:endParaRPr lang="zh-CN"/>
                        </a:p>
                      </a:txBody>
                      <a:tcPr anchor="ctr">
                        <a:blipFill>
                          <a:blip r:embed="rId4"/>
                          <a:stretch>
                            <a:fillRect l="-300599" t="-101471" r="-400599" b="-202206"/>
                          </a:stretch>
                        </a:blipFill>
                      </a:tcPr>
                    </a:tc>
                    <a:tc>
                      <a:txBody>
                        <a:bodyPr/>
                        <a:lstStyle/>
                        <a:p>
                          <a:endParaRPr lang="zh-CN"/>
                        </a:p>
                      </a:txBody>
                      <a:tcPr anchor="ctr">
                        <a:blipFill>
                          <a:blip r:embed="rId4"/>
                          <a:stretch>
                            <a:fillRect l="-403012" t="-101471" r="-303012" b="-202206"/>
                          </a:stretch>
                        </a:blipFill>
                      </a:tcPr>
                    </a:tc>
                    <a:tc>
                      <a:txBody>
                        <a:bodyPr/>
                        <a:lstStyle/>
                        <a:p>
                          <a:endParaRPr lang="zh-CN"/>
                        </a:p>
                      </a:txBody>
                      <a:tcPr anchor="ctr">
                        <a:blipFill>
                          <a:blip r:embed="rId4"/>
                          <a:stretch>
                            <a:fillRect l="-500000" t="-101471" r="-201198" b="-202206"/>
                          </a:stretch>
                        </a:blipFill>
                      </a:tcPr>
                    </a:tc>
                    <a:tc>
                      <a:txBody>
                        <a:bodyPr/>
                        <a:lstStyle/>
                        <a:p>
                          <a:endParaRPr lang="zh-CN"/>
                        </a:p>
                      </a:txBody>
                      <a:tcPr anchor="ctr">
                        <a:blipFill>
                          <a:blip r:embed="rId4"/>
                          <a:stretch>
                            <a:fillRect l="-600000" t="-101471" r="-101198" b="-202206"/>
                          </a:stretch>
                        </a:blipFill>
                      </a:tcPr>
                    </a:tc>
                    <a:tc>
                      <a:txBody>
                        <a:bodyPr/>
                        <a:lstStyle/>
                        <a:p>
                          <a:endParaRPr lang="zh-CN"/>
                        </a:p>
                      </a:txBody>
                      <a:tcPr anchor="ctr">
                        <a:blipFill>
                          <a:blip r:embed="rId4"/>
                          <a:stretch>
                            <a:fillRect l="-700000" t="-101471" r="-1198" b="-202206"/>
                          </a:stretch>
                        </a:blipFill>
                      </a:tcPr>
                    </a:tc>
                    <a:extLst>
                      <a:ext uri="{0D108BD9-81ED-4DB2-BD59-A6C34878D82A}">
                        <a16:rowId xmlns:a16="http://schemas.microsoft.com/office/drawing/2014/main" val="53606264"/>
                      </a:ext>
                    </a:extLst>
                  </a:tr>
                  <a:tr h="829685">
                    <a:tc>
                      <a:txBody>
                        <a:bodyPr/>
                        <a:lstStyle/>
                        <a:p>
                          <a:endParaRPr lang="zh-CN"/>
                        </a:p>
                      </a:txBody>
                      <a:tcPr anchor="ctr">
                        <a:blipFill>
                          <a:blip r:embed="rId4"/>
                          <a:stretch>
                            <a:fillRect l="-599" t="-200000" r="-700599" b="-100730"/>
                          </a:stretch>
                        </a:blipFill>
                      </a:tcPr>
                    </a:tc>
                    <a:tc>
                      <a:txBody>
                        <a:bodyPr/>
                        <a:lstStyle/>
                        <a:p>
                          <a:endParaRPr lang="zh-CN"/>
                        </a:p>
                      </a:txBody>
                      <a:tcPr anchor="ctr">
                        <a:blipFill>
                          <a:blip r:embed="rId4"/>
                          <a:stretch>
                            <a:fillRect l="-100599" t="-200000" r="-600599" b="-100730"/>
                          </a:stretch>
                        </a:blipFill>
                      </a:tcPr>
                    </a:tc>
                    <a:tc>
                      <a:txBody>
                        <a:bodyPr/>
                        <a:lstStyle/>
                        <a:p>
                          <a:endParaRPr lang="zh-CN"/>
                        </a:p>
                      </a:txBody>
                      <a:tcPr anchor="ctr">
                        <a:blipFill>
                          <a:blip r:embed="rId4"/>
                          <a:stretch>
                            <a:fillRect l="-200599" t="-200000" r="-500599" b="-100730"/>
                          </a:stretch>
                        </a:blipFill>
                      </a:tcPr>
                    </a:tc>
                    <a:tc>
                      <a:txBody>
                        <a:bodyPr/>
                        <a:lstStyle/>
                        <a:p>
                          <a:endParaRPr lang="zh-CN"/>
                        </a:p>
                      </a:txBody>
                      <a:tcPr anchor="ctr">
                        <a:blipFill>
                          <a:blip r:embed="rId4"/>
                          <a:stretch>
                            <a:fillRect l="-300599" t="-200000" r="-400599" b="-100730"/>
                          </a:stretch>
                        </a:blipFill>
                      </a:tcPr>
                    </a:tc>
                    <a:tc>
                      <a:txBody>
                        <a:bodyPr/>
                        <a:lstStyle/>
                        <a:p>
                          <a:endParaRPr lang="zh-CN"/>
                        </a:p>
                      </a:txBody>
                      <a:tcPr anchor="ctr">
                        <a:blipFill>
                          <a:blip r:embed="rId4"/>
                          <a:stretch>
                            <a:fillRect l="-403012" t="-200000" r="-303012" b="-100730"/>
                          </a:stretch>
                        </a:blipFill>
                      </a:tcPr>
                    </a:tc>
                    <a:tc>
                      <a:txBody>
                        <a:bodyPr/>
                        <a:lstStyle/>
                        <a:p>
                          <a:endParaRPr lang="zh-CN"/>
                        </a:p>
                      </a:txBody>
                      <a:tcPr anchor="ctr">
                        <a:blipFill>
                          <a:blip r:embed="rId4"/>
                          <a:stretch>
                            <a:fillRect l="-500000" t="-200000" r="-201198" b="-100730"/>
                          </a:stretch>
                        </a:blipFill>
                      </a:tcPr>
                    </a:tc>
                    <a:tc>
                      <a:txBody>
                        <a:bodyPr/>
                        <a:lstStyle/>
                        <a:p>
                          <a:endParaRPr lang="zh-CN"/>
                        </a:p>
                      </a:txBody>
                      <a:tcPr anchor="ctr">
                        <a:blipFill>
                          <a:blip r:embed="rId4"/>
                          <a:stretch>
                            <a:fillRect l="-600000" t="-200000" r="-101198" b="-100730"/>
                          </a:stretch>
                        </a:blipFill>
                      </a:tcPr>
                    </a:tc>
                    <a:tc>
                      <a:txBody>
                        <a:bodyPr/>
                        <a:lstStyle/>
                        <a:p>
                          <a:endParaRPr lang="zh-CN"/>
                        </a:p>
                      </a:txBody>
                      <a:tcPr anchor="ctr">
                        <a:blipFill>
                          <a:blip r:embed="rId4"/>
                          <a:stretch>
                            <a:fillRect l="-700000" t="-200000" r="-1198" b="-100730"/>
                          </a:stretch>
                        </a:blipFill>
                      </a:tcPr>
                    </a:tc>
                    <a:extLst>
                      <a:ext uri="{0D108BD9-81ED-4DB2-BD59-A6C34878D82A}">
                        <a16:rowId xmlns:a16="http://schemas.microsoft.com/office/drawing/2014/main" val="486290163"/>
                      </a:ext>
                    </a:extLst>
                  </a:tr>
                  <a:tr h="829685">
                    <a:tc>
                      <a:txBody>
                        <a:bodyPr/>
                        <a:lstStyle/>
                        <a:p>
                          <a:endParaRPr lang="zh-CN"/>
                        </a:p>
                      </a:txBody>
                      <a:tcPr anchor="ctr">
                        <a:blipFill>
                          <a:blip r:embed="rId4"/>
                          <a:stretch>
                            <a:fillRect l="-599" t="-302206" r="-700599" b="-1471"/>
                          </a:stretch>
                        </a:blipFill>
                      </a:tcPr>
                    </a:tc>
                    <a:tc>
                      <a:txBody>
                        <a:bodyPr/>
                        <a:lstStyle/>
                        <a:p>
                          <a:endParaRPr lang="zh-CN"/>
                        </a:p>
                      </a:txBody>
                      <a:tcPr anchor="ctr">
                        <a:blipFill>
                          <a:blip r:embed="rId4"/>
                          <a:stretch>
                            <a:fillRect l="-100599" t="-302206" r="-600599" b="-1471"/>
                          </a:stretch>
                        </a:blipFill>
                      </a:tcPr>
                    </a:tc>
                    <a:tc>
                      <a:txBody>
                        <a:bodyPr/>
                        <a:lstStyle/>
                        <a:p>
                          <a:endParaRPr lang="zh-CN"/>
                        </a:p>
                      </a:txBody>
                      <a:tcPr anchor="ctr">
                        <a:blipFill>
                          <a:blip r:embed="rId4"/>
                          <a:stretch>
                            <a:fillRect l="-200599" t="-302206" r="-500599" b="-1471"/>
                          </a:stretch>
                        </a:blipFill>
                      </a:tcPr>
                    </a:tc>
                    <a:tc>
                      <a:txBody>
                        <a:bodyPr/>
                        <a:lstStyle/>
                        <a:p>
                          <a:endParaRPr lang="zh-CN"/>
                        </a:p>
                      </a:txBody>
                      <a:tcPr anchor="ctr">
                        <a:blipFill>
                          <a:blip r:embed="rId4"/>
                          <a:stretch>
                            <a:fillRect l="-300599" t="-302206" r="-400599" b="-1471"/>
                          </a:stretch>
                        </a:blipFill>
                      </a:tcPr>
                    </a:tc>
                    <a:tc>
                      <a:txBody>
                        <a:bodyPr/>
                        <a:lstStyle/>
                        <a:p>
                          <a:endParaRPr lang="zh-CN"/>
                        </a:p>
                      </a:txBody>
                      <a:tcPr anchor="ctr">
                        <a:blipFill>
                          <a:blip r:embed="rId4"/>
                          <a:stretch>
                            <a:fillRect l="-403012" t="-302206" r="-303012" b="-1471"/>
                          </a:stretch>
                        </a:blipFill>
                      </a:tcPr>
                    </a:tc>
                    <a:tc>
                      <a:txBody>
                        <a:bodyPr/>
                        <a:lstStyle/>
                        <a:p>
                          <a:endParaRPr lang="zh-CN"/>
                        </a:p>
                      </a:txBody>
                      <a:tcPr anchor="ctr">
                        <a:blipFill>
                          <a:blip r:embed="rId4"/>
                          <a:stretch>
                            <a:fillRect l="-500000" t="-302206" r="-201198" b="-1471"/>
                          </a:stretch>
                        </a:blipFill>
                      </a:tcPr>
                    </a:tc>
                    <a:tc>
                      <a:txBody>
                        <a:bodyPr/>
                        <a:lstStyle/>
                        <a:p>
                          <a:endParaRPr lang="zh-CN"/>
                        </a:p>
                      </a:txBody>
                      <a:tcPr anchor="ctr">
                        <a:blipFill>
                          <a:blip r:embed="rId4"/>
                          <a:stretch>
                            <a:fillRect l="-600000" t="-302206" r="-101198" b="-1471"/>
                          </a:stretch>
                        </a:blipFill>
                      </a:tcPr>
                    </a:tc>
                    <a:tc>
                      <a:txBody>
                        <a:bodyPr/>
                        <a:lstStyle/>
                        <a:p>
                          <a:endParaRPr lang="zh-CN"/>
                        </a:p>
                      </a:txBody>
                      <a:tcPr anchor="ctr">
                        <a:blipFill>
                          <a:blip r:embed="rId4"/>
                          <a:stretch>
                            <a:fillRect l="-700000" t="-302206" r="-1198" b="-1471"/>
                          </a:stretch>
                        </a:blipFill>
                      </a:tcPr>
                    </a:tc>
                    <a:extLst>
                      <a:ext uri="{0D108BD9-81ED-4DB2-BD59-A6C34878D82A}">
                        <a16:rowId xmlns:a16="http://schemas.microsoft.com/office/drawing/2014/main" val="1365863676"/>
                      </a:ext>
                    </a:extLst>
                  </a:tr>
                </a:tbl>
              </a:graphicData>
            </a:graphic>
          </p:graphicFrame>
        </mc:Fallback>
      </mc:AlternateContent>
      <p:graphicFrame>
        <p:nvGraphicFramePr>
          <p:cNvPr id="45" name="表格 44">
            <a:extLst>
              <a:ext uri="{FF2B5EF4-FFF2-40B4-BE49-F238E27FC236}">
                <a16:creationId xmlns:a16="http://schemas.microsoft.com/office/drawing/2014/main" id="{42E17BA4-F4A8-8CBC-D198-88E8C903F60A}"/>
              </a:ext>
            </a:extLst>
          </p:cNvPr>
          <p:cNvGraphicFramePr>
            <a:graphicFrameLocks noGrp="1"/>
          </p:cNvGraphicFramePr>
          <p:nvPr>
            <p:extLst>
              <p:ext uri="{D42A27DB-BD31-4B8C-83A1-F6EECF244321}">
                <p14:modId xmlns:p14="http://schemas.microsoft.com/office/powerpoint/2010/main" val="1964651486"/>
              </p:ext>
            </p:extLst>
          </p:nvPr>
        </p:nvGraphicFramePr>
        <p:xfrm>
          <a:off x="1912620" y="2698870"/>
          <a:ext cx="616840" cy="3318740"/>
        </p:xfrm>
        <a:graphic>
          <a:graphicData uri="http://schemas.openxmlformats.org/drawingml/2006/table">
            <a:tbl>
              <a:tblPr firstRow="1" bandRow="1">
                <a:tableStyleId>{5940675A-B579-460E-94D1-54222C63F5DA}</a:tableStyleId>
              </a:tblPr>
              <a:tblGrid>
                <a:gridCol w="616840">
                  <a:extLst>
                    <a:ext uri="{9D8B030D-6E8A-4147-A177-3AD203B41FA5}">
                      <a16:colId xmlns:a16="http://schemas.microsoft.com/office/drawing/2014/main" val="2237235610"/>
                    </a:ext>
                  </a:extLst>
                </a:gridCol>
              </a:tblGrid>
              <a:tr h="829685">
                <a:tc>
                  <a:txBody>
                    <a:bodyPr/>
                    <a:lstStyle/>
                    <a:p>
                      <a:pPr algn="ctr"/>
                      <a:r>
                        <a:rPr lang="en-US" altLang="zh-CN" sz="2800" dirty="0">
                          <a:latin typeface="微软雅黑" panose="020B0503020204020204" pitchFamily="34" charset="-122"/>
                          <a:ea typeface="微软雅黑" panose="020B0503020204020204" pitchFamily="34" charset="-122"/>
                        </a:rPr>
                        <a:t>00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91008976"/>
                  </a:ext>
                </a:extLst>
              </a:tr>
              <a:tr h="829685">
                <a:tc>
                  <a:txBody>
                    <a:bodyPr/>
                    <a:lstStyle/>
                    <a:p>
                      <a:pPr algn="ctr"/>
                      <a:r>
                        <a:rPr lang="en-US" altLang="zh-CN" sz="2800" dirty="0">
                          <a:latin typeface="微软雅黑" panose="020B0503020204020204" pitchFamily="34" charset="-122"/>
                          <a:ea typeface="微软雅黑" panose="020B0503020204020204" pitchFamily="34" charset="-122"/>
                        </a:rPr>
                        <a:t>01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3606264"/>
                  </a:ext>
                </a:extLst>
              </a:tr>
              <a:tr h="829685">
                <a:tc>
                  <a:txBody>
                    <a:bodyPr/>
                    <a:lstStyle/>
                    <a:p>
                      <a:pPr algn="ctr"/>
                      <a:r>
                        <a:rPr lang="en-US" altLang="zh-CN" sz="2800" dirty="0">
                          <a:latin typeface="微软雅黑" panose="020B0503020204020204" pitchFamily="34" charset="-122"/>
                          <a:ea typeface="微软雅黑" panose="020B0503020204020204" pitchFamily="34" charset="-122"/>
                        </a:rPr>
                        <a:t>11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86290163"/>
                  </a:ext>
                </a:extLst>
              </a:tr>
              <a:tr h="829685">
                <a:tc>
                  <a:txBody>
                    <a:bodyPr/>
                    <a:lstStyle/>
                    <a:p>
                      <a:pPr algn="ctr"/>
                      <a:r>
                        <a:rPr lang="en-US" altLang="zh-CN" sz="2800" dirty="0">
                          <a:latin typeface="微软雅黑" panose="020B0503020204020204" pitchFamily="34" charset="-122"/>
                          <a:ea typeface="微软雅黑" panose="020B0503020204020204" pitchFamily="34" charset="-122"/>
                        </a:rPr>
                        <a:t>10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5863676"/>
                  </a:ext>
                </a:extLst>
              </a:tr>
            </a:tbl>
          </a:graphicData>
        </a:graphic>
      </p:graphicFrame>
      <p:graphicFrame>
        <p:nvGraphicFramePr>
          <p:cNvPr id="46" name="表格 45">
            <a:extLst>
              <a:ext uri="{FF2B5EF4-FFF2-40B4-BE49-F238E27FC236}">
                <a16:creationId xmlns:a16="http://schemas.microsoft.com/office/drawing/2014/main" id="{FED97B6D-E4AD-F448-13CE-ECDC87C31CC7}"/>
              </a:ext>
            </a:extLst>
          </p:cNvPr>
          <p:cNvGraphicFramePr>
            <a:graphicFrameLocks noGrp="1"/>
          </p:cNvGraphicFramePr>
          <p:nvPr>
            <p:extLst>
              <p:ext uri="{D42A27DB-BD31-4B8C-83A1-F6EECF244321}">
                <p14:modId xmlns:p14="http://schemas.microsoft.com/office/powerpoint/2010/main" val="2190568784"/>
              </p:ext>
            </p:extLst>
          </p:nvPr>
        </p:nvGraphicFramePr>
        <p:xfrm>
          <a:off x="2529460" y="2180710"/>
          <a:ext cx="8128000" cy="51816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2237235610"/>
                    </a:ext>
                  </a:extLst>
                </a:gridCol>
                <a:gridCol w="1016000">
                  <a:extLst>
                    <a:ext uri="{9D8B030D-6E8A-4147-A177-3AD203B41FA5}">
                      <a16:colId xmlns:a16="http://schemas.microsoft.com/office/drawing/2014/main" val="1530780817"/>
                    </a:ext>
                  </a:extLst>
                </a:gridCol>
                <a:gridCol w="1016000">
                  <a:extLst>
                    <a:ext uri="{9D8B030D-6E8A-4147-A177-3AD203B41FA5}">
                      <a16:colId xmlns:a16="http://schemas.microsoft.com/office/drawing/2014/main" val="3167103276"/>
                    </a:ext>
                  </a:extLst>
                </a:gridCol>
                <a:gridCol w="1016000">
                  <a:extLst>
                    <a:ext uri="{9D8B030D-6E8A-4147-A177-3AD203B41FA5}">
                      <a16:colId xmlns:a16="http://schemas.microsoft.com/office/drawing/2014/main" val="2509251093"/>
                    </a:ext>
                  </a:extLst>
                </a:gridCol>
                <a:gridCol w="1016000">
                  <a:extLst>
                    <a:ext uri="{9D8B030D-6E8A-4147-A177-3AD203B41FA5}">
                      <a16:colId xmlns:a16="http://schemas.microsoft.com/office/drawing/2014/main" val="822045160"/>
                    </a:ext>
                  </a:extLst>
                </a:gridCol>
                <a:gridCol w="1016000">
                  <a:extLst>
                    <a:ext uri="{9D8B030D-6E8A-4147-A177-3AD203B41FA5}">
                      <a16:colId xmlns:a16="http://schemas.microsoft.com/office/drawing/2014/main" val="4142208276"/>
                    </a:ext>
                  </a:extLst>
                </a:gridCol>
                <a:gridCol w="1016000">
                  <a:extLst>
                    <a:ext uri="{9D8B030D-6E8A-4147-A177-3AD203B41FA5}">
                      <a16:colId xmlns:a16="http://schemas.microsoft.com/office/drawing/2014/main" val="2808463907"/>
                    </a:ext>
                  </a:extLst>
                </a:gridCol>
                <a:gridCol w="1016000">
                  <a:extLst>
                    <a:ext uri="{9D8B030D-6E8A-4147-A177-3AD203B41FA5}">
                      <a16:colId xmlns:a16="http://schemas.microsoft.com/office/drawing/2014/main" val="3500401377"/>
                    </a:ext>
                  </a:extLst>
                </a:gridCol>
              </a:tblGrid>
              <a:tr h="465117">
                <a:tc>
                  <a:txBody>
                    <a:bodyPr/>
                    <a:lstStyle/>
                    <a:p>
                      <a:pPr algn="ctr"/>
                      <a:r>
                        <a:rPr lang="en-US" altLang="zh-CN" sz="2800" dirty="0">
                          <a:latin typeface="微软雅黑" panose="020B0503020204020204" pitchFamily="34" charset="-122"/>
                          <a:ea typeface="微软雅黑" panose="020B0503020204020204" pitchFamily="34" charset="-122"/>
                        </a:rPr>
                        <a:t>000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001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011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010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110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111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101</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800" dirty="0">
                          <a:latin typeface="微软雅黑" panose="020B0503020204020204" pitchFamily="34" charset="-122"/>
                          <a:ea typeface="微软雅黑" panose="020B0503020204020204" pitchFamily="34" charset="-122"/>
                        </a:rPr>
                        <a:t>100</a:t>
                      </a:r>
                      <a:endParaRPr lang="zh-CN" altLang="en-US" sz="28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91008976"/>
                  </a:ext>
                </a:extLst>
              </a:tr>
            </a:tbl>
          </a:graphicData>
        </a:graphic>
      </p:graphicFrame>
      <p:sp>
        <p:nvSpPr>
          <p:cNvPr id="47" name="矩形 46">
            <a:extLst>
              <a:ext uri="{FF2B5EF4-FFF2-40B4-BE49-F238E27FC236}">
                <a16:creationId xmlns:a16="http://schemas.microsoft.com/office/drawing/2014/main" id="{6E13AC97-79E6-1DD2-AC4F-69D742E7A49B}"/>
              </a:ext>
            </a:extLst>
          </p:cNvPr>
          <p:cNvSpPr/>
          <p:nvPr/>
        </p:nvSpPr>
        <p:spPr>
          <a:xfrm>
            <a:off x="2529459" y="2698870"/>
            <a:ext cx="8128000" cy="3318740"/>
          </a:xfrm>
          <a:prstGeom prst="rect">
            <a:avLst/>
          </a:prstGeom>
          <a:no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accent5">
                  <a:lumMod val="75000"/>
                </a:schemeClr>
              </a:solidFill>
            </a:endParaRPr>
          </a:p>
        </p:txBody>
      </p:sp>
      <p:cxnSp>
        <p:nvCxnSpPr>
          <p:cNvPr id="48" name="直接连接符 47">
            <a:extLst>
              <a:ext uri="{FF2B5EF4-FFF2-40B4-BE49-F238E27FC236}">
                <a16:creationId xmlns:a16="http://schemas.microsoft.com/office/drawing/2014/main" id="{4C99A614-C6D1-21DC-44E2-905F634DC9DB}"/>
              </a:ext>
            </a:extLst>
          </p:cNvPr>
          <p:cNvCxnSpPr>
            <a:cxnSpLocks/>
            <a:stCxn id="47" idx="0"/>
            <a:endCxn id="44" idx="2"/>
          </p:cNvCxnSpPr>
          <p:nvPr/>
        </p:nvCxnSpPr>
        <p:spPr>
          <a:xfrm>
            <a:off x="6593459" y="2698870"/>
            <a:ext cx="2" cy="33187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7777D9D-A01F-2FB6-6ADA-D8482A04FE25}"/>
              </a:ext>
            </a:extLst>
          </p:cNvPr>
          <p:cNvCxnSpPr>
            <a:cxnSpLocks/>
          </p:cNvCxnSpPr>
          <p:nvPr/>
        </p:nvCxnSpPr>
        <p:spPr>
          <a:xfrm>
            <a:off x="1912618" y="2135502"/>
            <a:ext cx="616839" cy="5633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EA30454-0771-FEB3-C900-130EC8E76CCD}"/>
                  </a:ext>
                </a:extLst>
              </p:cNvPr>
              <p:cNvSpPr txBox="1"/>
              <p:nvPr/>
            </p:nvSpPr>
            <p:spPr>
              <a:xfrm>
                <a:off x="2009442" y="1681362"/>
                <a:ext cx="1040032" cy="646331"/>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3600" b="0" i="0" smtClean="0">
                          <a:solidFill>
                            <a:schemeClr val="tx1"/>
                          </a:solidFill>
                          <a:latin typeface="Cambria Math" panose="02040503050406030204" pitchFamily="18" charset="0"/>
                        </a:rPr>
                        <m:t>CDE</m:t>
                      </m:r>
                    </m:oMath>
                  </m:oMathPara>
                </a14:m>
                <a:endParaRPr lang="zh-CN" altLang="en-US" sz="3600" dirty="0">
                  <a:solidFill>
                    <a:schemeClr val="tx1"/>
                  </a:solidFill>
                </a:endParaRPr>
              </a:p>
            </p:txBody>
          </p:sp>
        </mc:Choice>
        <mc:Fallback xmlns="">
          <p:sp>
            <p:nvSpPr>
              <p:cNvPr id="57" name="文本框 56">
                <a:extLst>
                  <a:ext uri="{FF2B5EF4-FFF2-40B4-BE49-F238E27FC236}">
                    <a16:creationId xmlns:a16="http://schemas.microsoft.com/office/drawing/2014/main" id="{6EA30454-0771-FEB3-C900-130EC8E76CCD}"/>
                  </a:ext>
                </a:extLst>
              </p:cNvPr>
              <p:cNvSpPr txBox="1">
                <a:spLocks noRot="1" noChangeAspect="1" noMove="1" noResize="1" noEditPoints="1" noAdjustHandles="1" noChangeArrowheads="1" noChangeShapeType="1" noTextEdit="1"/>
              </p:cNvSpPr>
              <p:nvPr/>
            </p:nvSpPr>
            <p:spPr>
              <a:xfrm>
                <a:off x="2009442" y="1681362"/>
                <a:ext cx="1040032" cy="646331"/>
              </a:xfrm>
              <a:prstGeom prst="rect">
                <a:avLst/>
              </a:prstGeom>
              <a:blipFill>
                <a:blip r:embed="rId5"/>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4260901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文本框 61">
            <a:extLst>
              <a:ext uri="{FF2B5EF4-FFF2-40B4-BE49-F238E27FC236}">
                <a16:creationId xmlns:a16="http://schemas.microsoft.com/office/drawing/2014/main" id="{2374137E-10D3-49F8-017A-8B439386F4B2}"/>
              </a:ext>
            </a:extLst>
          </p:cNvPr>
          <p:cNvSpPr txBox="1"/>
          <p:nvPr/>
        </p:nvSpPr>
        <p:spPr>
          <a:xfrm>
            <a:off x="360000" y="828000"/>
            <a:ext cx="11208791" cy="2109104"/>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由逻辑式得到卡诺图：</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方法 </a:t>
            </a:r>
            <a:r>
              <a:rPr lang="en-US" altLang="zh-CN" sz="2800" dirty="0">
                <a:solidFill>
                  <a:srgbClr val="002060"/>
                </a:solidFill>
                <a:latin typeface="微软雅黑" panose="020B0503020204020204" pitchFamily="34" charset="-122"/>
                <a:ea typeface="微软雅黑" panose="020B0503020204020204" pitchFamily="34" charset="-122"/>
              </a:rPr>
              <a:t>1</a:t>
            </a:r>
            <a:r>
              <a:rPr lang="zh-CN" altLang="en-US" sz="2800" dirty="0">
                <a:solidFill>
                  <a:srgbClr val="002060"/>
                </a:solidFill>
                <a:latin typeface="微软雅黑" panose="020B0503020204020204" pitchFamily="34" charset="-122"/>
                <a:ea typeface="微软雅黑" panose="020B0503020204020204" pitchFamily="34" charset="-122"/>
              </a:rPr>
              <a:t>：首先将逻辑函数式转化为最小项表达式，然后在卡诺图上将这些最小项对应的方格添 </a:t>
            </a:r>
            <a:r>
              <a:rPr lang="en-US" altLang="zh-CN" sz="2800" dirty="0">
                <a:solidFill>
                  <a:srgbClr val="002060"/>
                </a:solidFill>
                <a:latin typeface="微软雅黑" panose="020B0503020204020204" pitchFamily="34" charset="-122"/>
                <a:ea typeface="微软雅黑" panose="020B0503020204020204" pitchFamily="34" charset="-122"/>
              </a:rPr>
              <a:t>1</a:t>
            </a:r>
            <a:r>
              <a:rPr lang="zh-CN" altLang="en-US" sz="2800" dirty="0">
                <a:solidFill>
                  <a:srgbClr val="002060"/>
                </a:solidFill>
                <a:latin typeface="微软雅黑" panose="020B0503020204020204" pitchFamily="34" charset="-122"/>
                <a:ea typeface="微软雅黑" panose="020B0503020204020204" pitchFamily="34" charset="-122"/>
              </a:rPr>
              <a:t>，其余方格添 </a:t>
            </a:r>
            <a:r>
              <a:rPr lang="en-US" altLang="zh-CN" sz="2800" dirty="0">
                <a:solidFill>
                  <a:srgbClr val="002060"/>
                </a:solidFill>
                <a:latin typeface="微软雅黑" panose="020B0503020204020204" pitchFamily="34" charset="-122"/>
                <a:ea typeface="微软雅黑" panose="020B0503020204020204" pitchFamily="34" charset="-122"/>
              </a:rPr>
              <a:t>0</a:t>
            </a:r>
            <a:r>
              <a:rPr lang="zh-CN" altLang="en-US" sz="2800" dirty="0">
                <a:solidFill>
                  <a:srgbClr val="002060"/>
                </a:solidFill>
                <a:latin typeface="微软雅黑" panose="020B0503020204020204" pitchFamily="34" charset="-122"/>
                <a:ea typeface="微软雅黑" panose="020B0503020204020204" pitchFamily="34" charset="-122"/>
              </a:rPr>
              <a:t>（也可用空格表示）</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方法 </a:t>
            </a:r>
            <a:r>
              <a:rPr lang="en-US" altLang="zh-CN" sz="2800" dirty="0">
                <a:solidFill>
                  <a:srgbClr val="002060"/>
                </a:solidFill>
                <a:latin typeface="微软雅黑" panose="020B0503020204020204" pitchFamily="34" charset="-122"/>
                <a:ea typeface="微软雅黑" panose="020B0503020204020204" pitchFamily="34" charset="-122"/>
              </a:rPr>
              <a:t>2</a:t>
            </a:r>
            <a:r>
              <a:rPr lang="zh-CN" altLang="en-US" sz="2800" dirty="0">
                <a:solidFill>
                  <a:srgbClr val="002060"/>
                </a:solidFill>
                <a:latin typeface="微软雅黑" panose="020B0503020204020204" pitchFamily="34" charset="-122"/>
                <a:ea typeface="微软雅黑" panose="020B0503020204020204" pitchFamily="34" charset="-122"/>
              </a:rPr>
              <a:t>：根据逻辑函数式各乘积项含义直接填写卡诺图</a:t>
            </a:r>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C1BDE3CB-5063-F378-D99F-96D38AB3E351}"/>
                  </a:ext>
                </a:extLst>
              </p:cNvPr>
              <p:cNvSpPr txBox="1"/>
              <p:nvPr/>
            </p:nvSpPr>
            <p:spPr>
              <a:xfrm>
                <a:off x="720000" y="3600000"/>
                <a:ext cx="5202090" cy="1725857"/>
              </a:xfrm>
              <a:prstGeom prst="rect">
                <a:avLst/>
              </a:prstGeom>
              <a:noFill/>
            </p:spPr>
            <p:txBody>
              <a:bodyPr wrap="square">
                <a:spAutoFit/>
              </a:bodyPr>
              <a:lstStyle/>
              <a:p>
                <a:pPr>
                  <a:spcAft>
                    <a:spcPts val="600"/>
                  </a:spcAft>
                </a:pPr>
                <a14:m>
                  <m:oMath xmlns:m="http://schemas.openxmlformats.org/officeDocument/2006/math">
                    <m:r>
                      <m:rPr>
                        <m:sty m:val="p"/>
                      </m:rPr>
                      <a:rPr lang="en-US" altLang="zh-CN" sz="3200" b="0" i="0" smtClean="0">
                        <a:solidFill>
                          <a:schemeClr val="accent5">
                            <a:lumMod val="75000"/>
                          </a:schemeClr>
                        </a:solidFill>
                        <a:latin typeface="Cambria Math" panose="02040503050406030204" pitchFamily="18" charset="0"/>
                      </a:rPr>
                      <m:t>Y</m:t>
                    </m:r>
                    <m:d>
                      <m:dPr>
                        <m:ctrlPr>
                          <a:rPr lang="en-US" altLang="zh-CN" sz="3200" b="0" i="1" smtClean="0">
                            <a:solidFill>
                              <a:schemeClr val="accent5">
                                <a:lumMod val="75000"/>
                              </a:schemeClr>
                            </a:solidFill>
                            <a:latin typeface="Cambria Math" panose="02040503050406030204" pitchFamily="18" charset="0"/>
                          </a:rPr>
                        </m:ctrlPr>
                      </m:dPr>
                      <m:e>
                        <m:r>
                          <m:rPr>
                            <m:sty m:val="p"/>
                          </m:rPr>
                          <a:rPr lang="en-US" altLang="zh-CN" sz="3200" b="0" i="0" smtClean="0">
                            <a:solidFill>
                              <a:schemeClr val="accent5">
                                <a:lumMod val="75000"/>
                              </a:schemeClr>
                            </a:solidFill>
                            <a:latin typeface="Cambria Math" panose="02040503050406030204" pitchFamily="18" charset="0"/>
                          </a:rPr>
                          <m:t>A</m:t>
                        </m:r>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chemeClr val="accent5">
                                <a:lumMod val="75000"/>
                              </a:schemeClr>
                            </a:solidFill>
                            <a:latin typeface="Cambria Math" panose="02040503050406030204" pitchFamily="18" charset="0"/>
                          </a:rPr>
                          <m:t>B</m:t>
                        </m:r>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chemeClr val="accent5">
                                <a:lumMod val="75000"/>
                              </a:schemeClr>
                            </a:solidFill>
                            <a:latin typeface="Cambria Math" panose="02040503050406030204" pitchFamily="18" charset="0"/>
                          </a:rPr>
                          <m:t>C</m:t>
                        </m:r>
                      </m:e>
                    </m:d>
                    <m:r>
                      <a:rPr lang="en-US" altLang="zh-CN" sz="3200" b="0" i="0" smtClean="0">
                        <a:solidFill>
                          <a:schemeClr val="accent5">
                            <a:lumMod val="75000"/>
                          </a:schemeClr>
                        </a:solidFill>
                        <a:latin typeface="Cambria Math" panose="02040503050406030204" pitchFamily="18" charset="0"/>
                      </a:rPr>
                      <m:t>=</m:t>
                    </m:r>
                    <m:acc>
                      <m:accPr>
                        <m:chr m:val="̅"/>
                        <m:ctrlPr>
                          <a:rPr lang="en-US" altLang="zh-CN" sz="3200" i="1" smtClean="0">
                            <a:solidFill>
                              <a:schemeClr val="accent5">
                                <a:lumMod val="75000"/>
                              </a:schemeClr>
                            </a:solidFill>
                            <a:latin typeface="Cambria Math" panose="02040503050406030204" pitchFamily="18" charset="0"/>
                          </a:rPr>
                        </m:ctrlPr>
                      </m:accPr>
                      <m:e>
                        <m:r>
                          <m:rPr>
                            <m:sty m:val="p"/>
                          </m:rPr>
                          <a:rPr lang="en-US" altLang="zh-CN" sz="3200" i="0">
                            <a:solidFill>
                              <a:schemeClr val="accent5">
                                <a:lumMod val="75000"/>
                              </a:schemeClr>
                            </a:solidFill>
                            <a:latin typeface="Cambria Math" panose="02040503050406030204" pitchFamily="18" charset="0"/>
                          </a:rPr>
                          <m:t>A</m:t>
                        </m:r>
                      </m:e>
                    </m:acc>
                    <m:r>
                      <m:rPr>
                        <m:sty m:val="p"/>
                      </m:rPr>
                      <a:rPr lang="en-US" altLang="zh-CN" sz="3200" b="0" i="0" smtClean="0">
                        <a:solidFill>
                          <a:schemeClr val="accent5">
                            <a:lumMod val="75000"/>
                          </a:schemeClr>
                        </a:solidFill>
                        <a:latin typeface="Cambria Math" panose="02040503050406030204" pitchFamily="18" charset="0"/>
                      </a:rPr>
                      <m:t>B</m:t>
                    </m:r>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chemeClr val="accent5">
                            <a:lumMod val="75000"/>
                          </a:schemeClr>
                        </a:solidFill>
                        <a:latin typeface="Cambria Math" panose="02040503050406030204" pitchFamily="18" charset="0"/>
                      </a:rPr>
                      <m:t>A</m:t>
                    </m:r>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b="0" i="0" smtClean="0">
                            <a:solidFill>
                              <a:schemeClr val="accent5">
                                <a:lumMod val="75000"/>
                              </a:schemeClr>
                            </a:solidFill>
                            <a:latin typeface="Cambria Math" panose="02040503050406030204" pitchFamily="18" charset="0"/>
                          </a:rPr>
                          <m:t>C</m:t>
                        </m:r>
                      </m:e>
                    </m:acc>
                  </m:oMath>
                </a14:m>
                <a:r>
                  <a:rPr lang="zh-CN" altLang="en-US" sz="3200" dirty="0">
                    <a:solidFill>
                      <a:schemeClr val="accent5">
                        <a:lumMod val="75000"/>
                      </a:schemeClr>
                    </a:solidFill>
                  </a:rPr>
                  <a:t> </a:t>
                </a:r>
                <a:endParaRPr lang="en-US" altLang="zh-CN" sz="3200" dirty="0">
                  <a:solidFill>
                    <a:schemeClr val="accent5">
                      <a:lumMod val="75000"/>
                    </a:schemeClr>
                  </a:solidFill>
                </a:endParaRPr>
              </a:p>
              <a:p>
                <a:pPr>
                  <a:spcAft>
                    <a:spcPts val="600"/>
                  </a:spcAft>
                </a:pPr>
                <a14:m>
                  <m:oMath xmlns:m="http://schemas.openxmlformats.org/officeDocument/2006/math">
                    <m:r>
                      <a:rPr lang="en-US" altLang="zh-CN" sz="3200">
                        <a:solidFill>
                          <a:schemeClr val="accent5">
                            <a:lumMod val="75000"/>
                          </a:schemeClr>
                        </a:solidFill>
                        <a:latin typeface="Cambria Math" panose="02040503050406030204" pitchFamily="18" charset="0"/>
                      </a:rPr>
                      <m:t>=</m:t>
                    </m:r>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a:solidFill>
                              <a:schemeClr val="accent5">
                                <a:lumMod val="75000"/>
                              </a:schemeClr>
                            </a:solidFill>
                            <a:latin typeface="Cambria Math" panose="02040503050406030204" pitchFamily="18" charset="0"/>
                          </a:rPr>
                          <m:t>A</m:t>
                        </m:r>
                      </m:e>
                    </m:acc>
                    <m:r>
                      <m:rPr>
                        <m:sty m:val="p"/>
                      </m:rPr>
                      <a:rPr lang="en-US" altLang="zh-CN" sz="3200">
                        <a:solidFill>
                          <a:schemeClr val="accent5">
                            <a:lumMod val="75000"/>
                          </a:schemeClr>
                        </a:solidFill>
                        <a:latin typeface="Cambria Math" panose="02040503050406030204" pitchFamily="18" charset="0"/>
                      </a:rPr>
                      <m:t>B</m:t>
                    </m:r>
                    <m:r>
                      <m:rPr>
                        <m:sty m:val="p"/>
                      </m:rPr>
                      <a:rPr lang="en-US" altLang="zh-CN" sz="3200" b="0" i="0" smtClean="0">
                        <a:solidFill>
                          <a:schemeClr val="accent5">
                            <a:lumMod val="75000"/>
                          </a:schemeClr>
                        </a:solidFill>
                        <a:latin typeface="Cambria Math" panose="02040503050406030204" pitchFamily="18" charset="0"/>
                      </a:rPr>
                      <m:t>C</m:t>
                    </m:r>
                    <m:r>
                      <a:rPr lang="en-US" altLang="zh-CN" sz="3200">
                        <a:solidFill>
                          <a:schemeClr val="accent5">
                            <a:lumMod val="75000"/>
                          </a:schemeClr>
                        </a:solidFill>
                        <a:latin typeface="Cambria Math" panose="02040503050406030204" pitchFamily="18" charset="0"/>
                      </a:rPr>
                      <m:t>+</m:t>
                    </m:r>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a:solidFill>
                              <a:schemeClr val="accent5">
                                <a:lumMod val="75000"/>
                              </a:schemeClr>
                            </a:solidFill>
                            <a:latin typeface="Cambria Math" panose="02040503050406030204" pitchFamily="18" charset="0"/>
                          </a:rPr>
                          <m:t>A</m:t>
                        </m:r>
                      </m:e>
                    </m:acc>
                    <m:r>
                      <m:rPr>
                        <m:sty m:val="p"/>
                      </m:rPr>
                      <a:rPr lang="en-US" altLang="zh-CN" sz="3200">
                        <a:solidFill>
                          <a:schemeClr val="accent5">
                            <a:lumMod val="75000"/>
                          </a:schemeClr>
                        </a:solidFill>
                        <a:latin typeface="Cambria Math" panose="02040503050406030204" pitchFamily="18" charset="0"/>
                      </a:rPr>
                      <m:t>B</m:t>
                    </m:r>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a:solidFill>
                              <a:schemeClr val="accent5">
                                <a:lumMod val="75000"/>
                              </a:schemeClr>
                            </a:solidFill>
                            <a:latin typeface="Cambria Math" panose="02040503050406030204" pitchFamily="18" charset="0"/>
                          </a:rPr>
                          <m:t>C</m:t>
                        </m:r>
                      </m:e>
                    </m:acc>
                    <m:r>
                      <a:rPr lang="en-US" altLang="zh-CN" sz="3200">
                        <a:solidFill>
                          <a:schemeClr val="accent5">
                            <a:lumMod val="75000"/>
                          </a:schemeClr>
                        </a:solidFill>
                        <a:latin typeface="Cambria Math" panose="02040503050406030204" pitchFamily="18" charset="0"/>
                      </a:rPr>
                      <m:t>+</m:t>
                    </m:r>
                    <m:r>
                      <m:rPr>
                        <m:sty m:val="p"/>
                      </m:rPr>
                      <a:rPr lang="en-US" altLang="zh-CN" sz="3200">
                        <a:solidFill>
                          <a:schemeClr val="accent5">
                            <a:lumMod val="75000"/>
                          </a:schemeClr>
                        </a:solidFill>
                        <a:latin typeface="Cambria Math" panose="02040503050406030204" pitchFamily="18" charset="0"/>
                      </a:rPr>
                      <m:t>AB</m:t>
                    </m:r>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a:solidFill>
                              <a:schemeClr val="accent5">
                                <a:lumMod val="75000"/>
                              </a:schemeClr>
                            </a:solidFill>
                            <a:latin typeface="Cambria Math" panose="02040503050406030204" pitchFamily="18" charset="0"/>
                          </a:rPr>
                          <m:t>C</m:t>
                        </m:r>
                      </m:e>
                    </m:acc>
                    <m:r>
                      <a:rPr lang="en-US" altLang="zh-CN" sz="3200" b="0" i="1" smtClean="0">
                        <a:solidFill>
                          <a:schemeClr val="accent5">
                            <a:lumMod val="75000"/>
                          </a:schemeClr>
                        </a:solidFill>
                        <a:latin typeface="Cambria Math" panose="02040503050406030204" pitchFamily="18" charset="0"/>
                      </a:rPr>
                      <m:t>+</m:t>
                    </m:r>
                    <m:r>
                      <m:rPr>
                        <m:sty m:val="p"/>
                      </m:rPr>
                      <a:rPr lang="en-US" altLang="zh-CN" sz="3200">
                        <a:solidFill>
                          <a:schemeClr val="accent5">
                            <a:lumMod val="75000"/>
                          </a:schemeClr>
                        </a:solidFill>
                        <a:latin typeface="Cambria Math" panose="02040503050406030204" pitchFamily="18" charset="0"/>
                      </a:rPr>
                      <m:t>A</m:t>
                    </m:r>
                    <m:acc>
                      <m:accPr>
                        <m:chr m:val="̅"/>
                        <m:ctrlPr>
                          <a:rPr lang="en-US" altLang="zh-CN" sz="3200" i="1" smtClean="0">
                            <a:solidFill>
                              <a:schemeClr val="accent5">
                                <a:lumMod val="75000"/>
                              </a:schemeClr>
                            </a:solidFill>
                            <a:latin typeface="Cambria Math" panose="02040503050406030204" pitchFamily="18" charset="0"/>
                          </a:rPr>
                        </m:ctrlPr>
                      </m:accPr>
                      <m:e>
                        <m:r>
                          <m:rPr>
                            <m:sty m:val="p"/>
                          </m:rPr>
                          <a:rPr lang="en-US" altLang="zh-CN" sz="3200" b="0" i="0" smtClean="0">
                            <a:solidFill>
                              <a:schemeClr val="accent5">
                                <a:lumMod val="75000"/>
                              </a:schemeClr>
                            </a:solidFill>
                            <a:latin typeface="Cambria Math" panose="02040503050406030204" pitchFamily="18" charset="0"/>
                          </a:rPr>
                          <m:t>B</m:t>
                        </m:r>
                      </m:e>
                    </m:acc>
                    <m:acc>
                      <m:accPr>
                        <m:chr m:val="̅"/>
                        <m:ctrlPr>
                          <a:rPr lang="en-US" altLang="zh-CN" sz="3200" i="1">
                            <a:solidFill>
                              <a:schemeClr val="accent5">
                                <a:lumMod val="75000"/>
                              </a:schemeClr>
                            </a:solidFill>
                            <a:latin typeface="Cambria Math" panose="02040503050406030204" pitchFamily="18" charset="0"/>
                          </a:rPr>
                        </m:ctrlPr>
                      </m:accPr>
                      <m:e>
                        <m:r>
                          <m:rPr>
                            <m:sty m:val="p"/>
                          </m:rPr>
                          <a:rPr lang="en-US" altLang="zh-CN" sz="3200">
                            <a:solidFill>
                              <a:schemeClr val="accent5">
                                <a:lumMod val="75000"/>
                              </a:schemeClr>
                            </a:solidFill>
                            <a:latin typeface="Cambria Math" panose="02040503050406030204" pitchFamily="18" charset="0"/>
                          </a:rPr>
                          <m:t>C</m:t>
                        </m:r>
                      </m:e>
                    </m:acc>
                  </m:oMath>
                </a14:m>
                <a:r>
                  <a:rPr lang="zh-CN" altLang="en-US" sz="3200" dirty="0">
                    <a:solidFill>
                      <a:schemeClr val="accent5">
                        <a:lumMod val="75000"/>
                      </a:schemeClr>
                    </a:solidFill>
                  </a:rPr>
                  <a:t> </a:t>
                </a:r>
                <a:endParaRPr lang="en-US" altLang="zh-CN" sz="3200" dirty="0">
                  <a:solidFill>
                    <a:schemeClr val="accent5">
                      <a:lumMod val="75000"/>
                    </a:schemeClr>
                  </a:solidFill>
                </a:endParaRPr>
              </a:p>
              <a:p>
                <a:pPr>
                  <a:spcAft>
                    <a:spcPts val="600"/>
                  </a:spcAft>
                </a:pPr>
                <a14:m>
                  <m:oMath xmlns:m="http://schemas.openxmlformats.org/officeDocument/2006/math">
                    <m:r>
                      <a:rPr lang="en-US" altLang="zh-CN" sz="3200">
                        <a:solidFill>
                          <a:schemeClr val="accent5">
                            <a:lumMod val="75000"/>
                          </a:schemeClr>
                        </a:solidFill>
                        <a:latin typeface="Cambria Math" panose="02040503050406030204" pitchFamily="18" charset="0"/>
                      </a:rPr>
                      <m:t>=</m:t>
                    </m:r>
                    <m:nary>
                      <m:naryPr>
                        <m:chr m:val="∑"/>
                        <m:subHide m:val="on"/>
                        <m:supHide m:val="on"/>
                        <m:ctrlPr>
                          <a:rPr lang="en-US" altLang="zh-CN" sz="3200" i="1" smtClean="0">
                            <a:solidFill>
                              <a:schemeClr val="accent5">
                                <a:lumMod val="75000"/>
                              </a:schemeClr>
                            </a:solidFill>
                            <a:latin typeface="Cambria Math" panose="02040503050406030204" pitchFamily="18" charset="0"/>
                          </a:rPr>
                        </m:ctrlPr>
                      </m:naryPr>
                      <m:sub/>
                      <m:sup/>
                      <m:e>
                        <m:r>
                          <a:rPr lang="en-US" altLang="zh-CN" sz="3200" b="0" i="1" smtClean="0">
                            <a:solidFill>
                              <a:schemeClr val="accent5">
                                <a:lumMod val="75000"/>
                              </a:schemeClr>
                            </a:solidFill>
                            <a:latin typeface="Cambria Math" panose="02040503050406030204" pitchFamily="18" charset="0"/>
                          </a:rPr>
                          <m:t>𝑚</m:t>
                        </m:r>
                        <m:r>
                          <a:rPr lang="en-US" altLang="zh-CN" sz="3200" b="0" i="1" smtClean="0">
                            <a:solidFill>
                              <a:schemeClr val="accent5">
                                <a:lumMod val="75000"/>
                              </a:schemeClr>
                            </a:solidFill>
                            <a:latin typeface="Cambria Math" panose="02040503050406030204" pitchFamily="18" charset="0"/>
                          </a:rPr>
                          <m:t>(2,3,4,6)</m:t>
                        </m:r>
                      </m:e>
                    </m:nary>
                  </m:oMath>
                </a14:m>
                <a:r>
                  <a:rPr lang="zh-CN" altLang="en-US" sz="3200" dirty="0">
                    <a:solidFill>
                      <a:schemeClr val="accent5">
                        <a:lumMod val="75000"/>
                      </a:schemeClr>
                    </a:solidFill>
                  </a:rPr>
                  <a:t> </a:t>
                </a:r>
              </a:p>
            </p:txBody>
          </p:sp>
        </mc:Choice>
        <mc:Fallback xmlns="">
          <p:sp>
            <p:nvSpPr>
              <p:cNvPr id="65" name="文本框 64">
                <a:extLst>
                  <a:ext uri="{FF2B5EF4-FFF2-40B4-BE49-F238E27FC236}">
                    <a16:creationId xmlns:a16="http://schemas.microsoft.com/office/drawing/2014/main" id="{C1BDE3CB-5063-F378-D99F-96D38AB3E351}"/>
                  </a:ext>
                </a:extLst>
              </p:cNvPr>
              <p:cNvSpPr txBox="1">
                <a:spLocks noRot="1" noChangeAspect="1" noMove="1" noResize="1" noEditPoints="1" noAdjustHandles="1" noChangeArrowheads="1" noChangeShapeType="1" noTextEdit="1"/>
              </p:cNvSpPr>
              <p:nvPr/>
            </p:nvSpPr>
            <p:spPr>
              <a:xfrm>
                <a:off x="720000" y="3600000"/>
                <a:ext cx="5202090" cy="1725857"/>
              </a:xfrm>
              <a:prstGeom prst="rect">
                <a:avLst/>
              </a:prstGeom>
              <a:blipFill>
                <a:blip r:embed="rId3"/>
                <a:stretch>
                  <a:fillRect/>
                </a:stretch>
              </a:blipFill>
            </p:spPr>
            <p:txBody>
              <a:bodyPr/>
              <a:lstStyle/>
              <a:p>
                <a:r>
                  <a:rPr lang="zh-CN" altLang="en-US">
                    <a:noFill/>
                  </a:rPr>
                  <a:t> </a:t>
                </a:r>
              </a:p>
            </p:txBody>
          </p:sp>
        </mc:Fallback>
      </mc:AlternateContent>
      <p:grpSp>
        <p:nvGrpSpPr>
          <p:cNvPr id="68" name="组合 67">
            <a:extLst>
              <a:ext uri="{FF2B5EF4-FFF2-40B4-BE49-F238E27FC236}">
                <a16:creationId xmlns:a16="http://schemas.microsoft.com/office/drawing/2014/main" id="{96044791-F6B3-8C93-9321-6BF9296C9E32}"/>
              </a:ext>
            </a:extLst>
          </p:cNvPr>
          <p:cNvGrpSpPr/>
          <p:nvPr/>
        </p:nvGrpSpPr>
        <p:grpSpPr>
          <a:xfrm>
            <a:off x="6768000" y="3126135"/>
            <a:ext cx="3879293" cy="1608740"/>
            <a:chOff x="151939" y="1524862"/>
            <a:chExt cx="3879293" cy="1608740"/>
          </a:xfrm>
        </p:grpSpPr>
        <p:sp>
          <p:nvSpPr>
            <p:cNvPr id="69" name="文本框 68">
              <a:extLst>
                <a:ext uri="{FF2B5EF4-FFF2-40B4-BE49-F238E27FC236}">
                  <a16:creationId xmlns:a16="http://schemas.microsoft.com/office/drawing/2014/main" id="{A1C5D433-B874-9ED3-79AB-B5205C7A7A5F}"/>
                </a:ext>
              </a:extLst>
            </p:cNvPr>
            <p:cNvSpPr txBox="1"/>
            <p:nvPr/>
          </p:nvSpPr>
          <p:spPr>
            <a:xfrm>
              <a:off x="737400" y="2208367"/>
              <a:ext cx="818698" cy="461665"/>
            </a:xfrm>
            <a:prstGeom prst="rect">
              <a:avLst/>
            </a:prstGeom>
            <a:noFill/>
            <a:ln>
              <a:solidFill>
                <a:srgbClr val="000000"/>
              </a:solidFill>
            </a:ln>
          </p:spPr>
          <p:txBody>
            <a:bodyPr wrap="square">
              <a:spAutoFit/>
            </a:bodyPr>
            <a:lstStyle/>
            <a:p>
              <a:endParaRPr lang="zh-CN" altLang="en-US" sz="2400" dirty="0">
                <a:solidFill>
                  <a:schemeClr val="tx1"/>
                </a:solidFill>
              </a:endParaRPr>
            </a:p>
          </p:txBody>
        </p:sp>
        <p:sp>
          <p:nvSpPr>
            <p:cNvPr id="73" name="文本框 72">
              <a:extLst>
                <a:ext uri="{FF2B5EF4-FFF2-40B4-BE49-F238E27FC236}">
                  <a16:creationId xmlns:a16="http://schemas.microsoft.com/office/drawing/2014/main" id="{15B8E439-167F-ED41-95AD-D67A9F7ED999}"/>
                </a:ext>
              </a:extLst>
            </p:cNvPr>
            <p:cNvSpPr txBox="1"/>
            <p:nvPr/>
          </p:nvSpPr>
          <p:spPr>
            <a:xfrm>
              <a:off x="1559035" y="2208367"/>
              <a:ext cx="818698" cy="461665"/>
            </a:xfrm>
            <a:prstGeom prst="rect">
              <a:avLst/>
            </a:prstGeom>
            <a:noFill/>
            <a:ln>
              <a:solidFill>
                <a:srgbClr val="000000"/>
              </a:solidFill>
            </a:ln>
          </p:spPr>
          <p:txBody>
            <a:bodyPr wrap="square">
              <a:spAutoFit/>
            </a:bodyPr>
            <a:lstStyle/>
            <a:p>
              <a:endParaRPr lang="zh-CN" altLang="en-US" sz="2400" dirty="0">
                <a:solidFill>
                  <a:schemeClr val="tx1"/>
                </a:solidFill>
              </a:endParaRPr>
            </a:p>
          </p:txBody>
        </p:sp>
        <p:sp>
          <p:nvSpPr>
            <p:cNvPr id="76" name="矩形 75">
              <a:extLst>
                <a:ext uri="{FF2B5EF4-FFF2-40B4-BE49-F238E27FC236}">
                  <a16:creationId xmlns:a16="http://schemas.microsoft.com/office/drawing/2014/main" id="{B35074D8-5465-2F64-7D97-92289CC6FEEC}"/>
                </a:ext>
              </a:extLst>
            </p:cNvPr>
            <p:cNvSpPr/>
            <p:nvPr/>
          </p:nvSpPr>
          <p:spPr>
            <a:xfrm>
              <a:off x="737400" y="2208367"/>
              <a:ext cx="3293832" cy="924466"/>
            </a:xfrm>
            <a:prstGeom prst="rect">
              <a:avLst/>
            </a:prstGeom>
            <a:noFill/>
            <a:ln w="508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cxnSp>
          <p:nvCxnSpPr>
            <p:cNvPr id="77" name="直接连接符 76">
              <a:extLst>
                <a:ext uri="{FF2B5EF4-FFF2-40B4-BE49-F238E27FC236}">
                  <a16:creationId xmlns:a16="http://schemas.microsoft.com/office/drawing/2014/main" id="{C7EC122E-C266-4B83-7230-CF5A57CCE14C}"/>
                </a:ext>
              </a:extLst>
            </p:cNvPr>
            <p:cNvCxnSpPr>
              <a:cxnSpLocks/>
            </p:cNvCxnSpPr>
            <p:nvPr/>
          </p:nvCxnSpPr>
          <p:spPr>
            <a:xfrm>
              <a:off x="344777" y="1814120"/>
              <a:ext cx="392623" cy="394247"/>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2E37587-5183-1ED2-5A90-7D5429AA3ED8}"/>
                    </a:ext>
                  </a:extLst>
                </p:cNvPr>
                <p:cNvSpPr txBox="1"/>
                <p:nvPr/>
              </p:nvSpPr>
              <p:spPr>
                <a:xfrm>
                  <a:off x="907374"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79" name="文本框 78">
                  <a:extLst>
                    <a:ext uri="{FF2B5EF4-FFF2-40B4-BE49-F238E27FC236}">
                      <a16:creationId xmlns:a16="http://schemas.microsoft.com/office/drawing/2014/main" id="{C2E37587-5183-1ED2-5A90-7D5429AA3ED8}"/>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4"/>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A3A11B6D-ADD0-96F2-D9A2-3564A129B02E}"/>
                    </a:ext>
                  </a:extLst>
                </p:cNvPr>
                <p:cNvSpPr txBox="1"/>
                <p:nvPr/>
              </p:nvSpPr>
              <p:spPr>
                <a:xfrm>
                  <a:off x="1728756"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80" name="文本框 79">
                  <a:extLst>
                    <a:ext uri="{FF2B5EF4-FFF2-40B4-BE49-F238E27FC236}">
                      <a16:creationId xmlns:a16="http://schemas.microsoft.com/office/drawing/2014/main" id="{A3A11B6D-ADD0-96F2-D9A2-3564A129B02E}"/>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5"/>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E52B9F44-3204-A005-1A60-B363E8C0130A}"/>
                    </a:ext>
                  </a:extLst>
                </p:cNvPr>
                <p:cNvSpPr txBox="1"/>
                <p:nvPr/>
              </p:nvSpPr>
              <p:spPr>
                <a:xfrm>
                  <a:off x="379052" y="1524862"/>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BC</m:t>
                        </m:r>
                      </m:oMath>
                    </m:oMathPara>
                  </a14:m>
                  <a:endParaRPr lang="zh-CN" altLang="en-US" sz="2800" dirty="0">
                    <a:solidFill>
                      <a:schemeClr val="tx1"/>
                    </a:solidFill>
                  </a:endParaRPr>
                </a:p>
              </p:txBody>
            </p:sp>
          </mc:Choice>
          <mc:Fallback xmlns="">
            <p:sp>
              <p:nvSpPr>
                <p:cNvPr id="83" name="文本框 82">
                  <a:extLst>
                    <a:ext uri="{FF2B5EF4-FFF2-40B4-BE49-F238E27FC236}">
                      <a16:creationId xmlns:a16="http://schemas.microsoft.com/office/drawing/2014/main" id="{E52B9F44-3204-A005-1A60-B363E8C0130A}"/>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8871F427-EE4D-B1A3-AB53-207B86B7B929}"/>
                    </a:ext>
                  </a:extLst>
                </p:cNvPr>
                <p:cNvSpPr txBox="1"/>
                <p:nvPr/>
              </p:nvSpPr>
              <p:spPr>
                <a:xfrm>
                  <a:off x="2384317" y="2208367"/>
                  <a:ext cx="818698" cy="461665"/>
                </a:xfrm>
                <a:prstGeom prst="rect">
                  <a:avLst/>
                </a:prstGeom>
                <a:noFill/>
                <a:ln>
                  <a:solidFill>
                    <a:srgbClr val="000000"/>
                  </a:solid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84" name="文本框 83">
                  <a:extLst>
                    <a:ext uri="{FF2B5EF4-FFF2-40B4-BE49-F238E27FC236}">
                      <a16:creationId xmlns:a16="http://schemas.microsoft.com/office/drawing/2014/main" id="{8871F427-EE4D-B1A3-AB53-207B86B7B929}"/>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7"/>
                  <a:stretch>
                    <a:fillRect/>
                  </a:stretch>
                </a:blipFill>
                <a:ln>
                  <a:solidFill>
                    <a:srgbClr val="0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15C3349C-C105-55E8-8E02-6FFCD17D51A7}"/>
                    </a:ext>
                  </a:extLst>
                </p:cNvPr>
                <p:cNvSpPr txBox="1"/>
                <p:nvPr/>
              </p:nvSpPr>
              <p:spPr>
                <a:xfrm>
                  <a:off x="3205952" y="2208367"/>
                  <a:ext cx="818698" cy="462434"/>
                </a:xfrm>
                <a:prstGeom prst="rect">
                  <a:avLst/>
                </a:prstGeom>
                <a:noFill/>
                <a:ln>
                  <a:solidFill>
                    <a:srgbClr val="000000"/>
                  </a:solid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91" name="文本框 90">
                  <a:extLst>
                    <a:ext uri="{FF2B5EF4-FFF2-40B4-BE49-F238E27FC236}">
                      <a16:creationId xmlns:a16="http://schemas.microsoft.com/office/drawing/2014/main" id="{15C3349C-C105-55E8-8E02-6FFCD17D51A7}"/>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8"/>
                  <a:stretch>
                    <a:fillRect/>
                  </a:stretch>
                </a:blipFill>
                <a:ln>
                  <a:solidFill>
                    <a:srgbClr val="000000"/>
                  </a:solidFill>
                </a:ln>
              </p:spPr>
              <p:txBody>
                <a:bodyPr/>
                <a:lstStyle/>
                <a:p>
                  <a:r>
                    <a:rPr lang="zh-CN" altLang="en-US">
                      <a:noFill/>
                    </a:rPr>
                    <a:t> </a:t>
                  </a:r>
                </a:p>
              </p:txBody>
            </p:sp>
          </mc:Fallback>
        </mc:AlternateContent>
        <p:cxnSp>
          <p:nvCxnSpPr>
            <p:cNvPr id="92" name="直接连接符 91">
              <a:extLst>
                <a:ext uri="{FF2B5EF4-FFF2-40B4-BE49-F238E27FC236}">
                  <a16:creationId xmlns:a16="http://schemas.microsoft.com/office/drawing/2014/main" id="{3DAA6459-8892-D169-1A68-69698E4E17C6}"/>
                </a:ext>
              </a:extLst>
            </p:cNvPr>
            <p:cNvCxnSpPr>
              <a:cxnSpLocks/>
            </p:cNvCxnSpPr>
            <p:nvPr/>
          </p:nvCxnSpPr>
          <p:spPr>
            <a:xfrm>
              <a:off x="3207168" y="2208367"/>
              <a:ext cx="0" cy="924466"/>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BE89A86A-40DF-C8CD-B2B9-C9F806CF7028}"/>
                </a:ext>
              </a:extLst>
            </p:cNvPr>
            <p:cNvCxnSpPr>
              <a:cxnSpLocks/>
            </p:cNvCxnSpPr>
            <p:nvPr/>
          </p:nvCxnSpPr>
          <p:spPr>
            <a:xfrm>
              <a:off x="1560251" y="2208367"/>
              <a:ext cx="0" cy="924466"/>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552C7216-2D3F-A480-4DBD-ACFF9F4532A7}"/>
                    </a:ext>
                  </a:extLst>
                </p:cNvPr>
                <p:cNvSpPr txBox="1"/>
                <p:nvPr/>
              </p:nvSpPr>
              <p:spPr>
                <a:xfrm>
                  <a:off x="2565759"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97" name="文本框 96">
                  <a:extLst>
                    <a:ext uri="{FF2B5EF4-FFF2-40B4-BE49-F238E27FC236}">
                      <a16:creationId xmlns:a16="http://schemas.microsoft.com/office/drawing/2014/main" id="{552C7216-2D3F-A480-4DBD-ACFF9F4532A7}"/>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9"/>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1ABAA9DD-E9C5-2505-500F-74302136ECA4}"/>
                    </a:ext>
                  </a:extLst>
                </p:cNvPr>
                <p:cNvSpPr txBox="1"/>
                <p:nvPr/>
              </p:nvSpPr>
              <p:spPr>
                <a:xfrm>
                  <a:off x="3387141"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98" name="文本框 97">
                  <a:extLst>
                    <a:ext uri="{FF2B5EF4-FFF2-40B4-BE49-F238E27FC236}">
                      <a16:creationId xmlns:a16="http://schemas.microsoft.com/office/drawing/2014/main" id="{1ABAA9DD-E9C5-2505-500F-74302136ECA4}"/>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10"/>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ED731E4E-6294-B8BE-585E-F9E85D986305}"/>
                    </a:ext>
                  </a:extLst>
                </p:cNvPr>
                <p:cNvSpPr txBox="1"/>
                <p:nvPr/>
              </p:nvSpPr>
              <p:spPr>
                <a:xfrm>
                  <a:off x="151939" y="1741478"/>
                  <a:ext cx="4507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A</m:t>
                        </m:r>
                      </m:oMath>
                    </m:oMathPara>
                  </a14:m>
                  <a:endParaRPr lang="zh-CN" altLang="en-US" sz="2800" dirty="0">
                    <a:solidFill>
                      <a:schemeClr val="tx1"/>
                    </a:solidFill>
                  </a:endParaRPr>
                </a:p>
              </p:txBody>
            </p:sp>
          </mc:Choice>
          <mc:Fallback xmlns="">
            <p:sp>
              <p:nvSpPr>
                <p:cNvPr id="99" name="文本框 98">
                  <a:extLst>
                    <a:ext uri="{FF2B5EF4-FFF2-40B4-BE49-F238E27FC236}">
                      <a16:creationId xmlns:a16="http://schemas.microsoft.com/office/drawing/2014/main" id="{ED731E4E-6294-B8BE-585E-F9E85D986305}"/>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F6304C33-5B39-5C8B-2CF7-1F75BEBAE1C4}"/>
                    </a:ext>
                  </a:extLst>
                </p:cNvPr>
                <p:cNvSpPr txBox="1"/>
                <p:nvPr/>
              </p:nvSpPr>
              <p:spPr>
                <a:xfrm>
                  <a:off x="404709" y="2207598"/>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100" name="文本框 99">
                  <a:extLst>
                    <a:ext uri="{FF2B5EF4-FFF2-40B4-BE49-F238E27FC236}">
                      <a16:creationId xmlns:a16="http://schemas.microsoft.com/office/drawing/2014/main" id="{F6304C33-5B39-5C8B-2CF7-1F75BEBAE1C4}"/>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12"/>
                  <a:stretch>
                    <a:fillRect l="-3636" r="-1090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518A439E-A313-EB7E-A54D-46AE17230AC5}"/>
                    </a:ext>
                  </a:extLst>
                </p:cNvPr>
                <p:cNvSpPr txBox="1"/>
                <p:nvPr/>
              </p:nvSpPr>
              <p:spPr>
                <a:xfrm>
                  <a:off x="737400" y="2671168"/>
                  <a:ext cx="818698" cy="462434"/>
                </a:xfrm>
                <a:prstGeom prst="rect">
                  <a:avLst/>
                </a:prstGeom>
                <a:noFill/>
                <a:ln>
                  <a:solidFill>
                    <a:srgbClr val="000000"/>
                  </a:solid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101" name="文本框 100">
                  <a:extLst>
                    <a:ext uri="{FF2B5EF4-FFF2-40B4-BE49-F238E27FC236}">
                      <a16:creationId xmlns:a16="http://schemas.microsoft.com/office/drawing/2014/main" id="{518A439E-A313-EB7E-A54D-46AE17230AC5}"/>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13"/>
                  <a:stretch>
                    <a:fillRect/>
                  </a:stretch>
                </a:blipFill>
                <a:ln>
                  <a:solidFill>
                    <a:srgbClr val="000000"/>
                  </a:solidFill>
                </a:ln>
              </p:spPr>
              <p:txBody>
                <a:bodyPr/>
                <a:lstStyle/>
                <a:p>
                  <a:r>
                    <a:rPr lang="zh-CN" altLang="en-US">
                      <a:noFill/>
                    </a:rPr>
                    <a:t> </a:t>
                  </a:r>
                </a:p>
              </p:txBody>
            </p:sp>
          </mc:Fallback>
        </mc:AlternateContent>
        <p:sp>
          <p:nvSpPr>
            <p:cNvPr id="102" name="文本框 101">
              <a:extLst>
                <a:ext uri="{FF2B5EF4-FFF2-40B4-BE49-F238E27FC236}">
                  <a16:creationId xmlns:a16="http://schemas.microsoft.com/office/drawing/2014/main" id="{F74DA2E1-6EE5-A788-AB1B-1B027ED784E6}"/>
                </a:ext>
              </a:extLst>
            </p:cNvPr>
            <p:cNvSpPr txBox="1"/>
            <p:nvPr/>
          </p:nvSpPr>
          <p:spPr>
            <a:xfrm>
              <a:off x="1559035" y="2671168"/>
              <a:ext cx="818698" cy="461665"/>
            </a:xfrm>
            <a:prstGeom prst="rect">
              <a:avLst/>
            </a:prstGeom>
            <a:noFill/>
            <a:ln>
              <a:solidFill>
                <a:srgbClr val="000000"/>
              </a:solidFill>
            </a:ln>
          </p:spPr>
          <p:txBody>
            <a:bodyPr wrap="square">
              <a:spAutoFit/>
            </a:bodyPr>
            <a:lstStyle/>
            <a:p>
              <a:endParaRPr lang="zh-CN" altLang="en-US" sz="2400" dirty="0">
                <a:solidFill>
                  <a:schemeClr val="tx1"/>
                </a:solidFill>
              </a:endParaRPr>
            </a:p>
          </p:txBody>
        </p:sp>
        <p:sp>
          <p:nvSpPr>
            <p:cNvPr id="103" name="文本框 102">
              <a:extLst>
                <a:ext uri="{FF2B5EF4-FFF2-40B4-BE49-F238E27FC236}">
                  <a16:creationId xmlns:a16="http://schemas.microsoft.com/office/drawing/2014/main" id="{1DA8BC96-332F-3AC9-13B3-58436A833CFF}"/>
                </a:ext>
              </a:extLst>
            </p:cNvPr>
            <p:cNvSpPr txBox="1"/>
            <p:nvPr/>
          </p:nvSpPr>
          <p:spPr>
            <a:xfrm>
              <a:off x="2384317" y="2671168"/>
              <a:ext cx="818698" cy="461665"/>
            </a:xfrm>
            <a:prstGeom prst="rect">
              <a:avLst/>
            </a:prstGeom>
            <a:noFill/>
            <a:ln>
              <a:solidFill>
                <a:srgbClr val="000000"/>
              </a:solidFill>
            </a:ln>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4670F8D5-CA8F-C7FC-E664-0423F1A76AE5}"/>
                    </a:ext>
                  </a:extLst>
                </p:cNvPr>
                <p:cNvSpPr txBox="1"/>
                <p:nvPr/>
              </p:nvSpPr>
              <p:spPr>
                <a:xfrm>
                  <a:off x="3205952" y="2671168"/>
                  <a:ext cx="818698" cy="462434"/>
                </a:xfrm>
                <a:prstGeom prst="rect">
                  <a:avLst/>
                </a:prstGeom>
                <a:noFill/>
                <a:ln>
                  <a:solidFill>
                    <a:srgbClr val="000000"/>
                  </a:solid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104" name="文本框 103">
                  <a:extLst>
                    <a:ext uri="{FF2B5EF4-FFF2-40B4-BE49-F238E27FC236}">
                      <a16:creationId xmlns:a16="http://schemas.microsoft.com/office/drawing/2014/main" id="{4670F8D5-CA8F-C7FC-E664-0423F1A76AE5}"/>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14"/>
                  <a:stretch>
                    <a:fillRect/>
                  </a:stretch>
                </a:blipFill>
                <a:ln>
                  <a:solidFill>
                    <a:srgbClr val="000000"/>
                  </a:solidFill>
                </a:ln>
              </p:spPr>
              <p:txBody>
                <a:bodyPr/>
                <a:lstStyle/>
                <a:p>
                  <a:r>
                    <a:rPr lang="zh-CN" altLang="en-US">
                      <a:noFill/>
                    </a:rPr>
                    <a:t> </a:t>
                  </a:r>
                </a:p>
              </p:txBody>
            </p:sp>
          </mc:Fallback>
        </mc:AlternateContent>
        <p:cxnSp>
          <p:nvCxnSpPr>
            <p:cNvPr id="105" name="直接连接符 104">
              <a:extLst>
                <a:ext uri="{FF2B5EF4-FFF2-40B4-BE49-F238E27FC236}">
                  <a16:creationId xmlns:a16="http://schemas.microsoft.com/office/drawing/2014/main" id="{8C894DBC-B63F-37DD-2F1F-0958ECCE4AB8}"/>
                </a:ext>
              </a:extLst>
            </p:cNvPr>
            <p:cNvCxnSpPr>
              <a:cxnSpLocks/>
              <a:stCxn id="76" idx="0"/>
              <a:endCxn id="76" idx="2"/>
            </p:cNvCxnSpPr>
            <p:nvPr/>
          </p:nvCxnSpPr>
          <p:spPr>
            <a:xfrm>
              <a:off x="2384316" y="2208367"/>
              <a:ext cx="0" cy="924466"/>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9CC2254C-63C1-51D7-6055-2C8FB2FCB492}"/>
                </a:ext>
              </a:extLst>
            </p:cNvPr>
            <p:cNvCxnSpPr>
              <a:cxnSpLocks/>
              <a:stCxn id="76" idx="1"/>
              <a:endCxn id="76" idx="3"/>
            </p:cNvCxnSpPr>
            <p:nvPr/>
          </p:nvCxnSpPr>
          <p:spPr>
            <a:xfrm>
              <a:off x="737400" y="2670600"/>
              <a:ext cx="3293832" cy="0"/>
            </a:xfrm>
            <a:prstGeom prst="line">
              <a:avLst/>
            </a:prstGeom>
            <a:ln w="25400">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9B3ED170-683B-84BF-F4CF-0BAFD39A96A3}"/>
                    </a:ext>
                  </a:extLst>
                </p:cNvPr>
                <p:cNvSpPr txBox="1"/>
                <p:nvPr/>
              </p:nvSpPr>
              <p:spPr>
                <a:xfrm>
                  <a:off x="404101" y="2671167"/>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07" name="文本框 106">
                  <a:extLst>
                    <a:ext uri="{FF2B5EF4-FFF2-40B4-BE49-F238E27FC236}">
                      <a16:creationId xmlns:a16="http://schemas.microsoft.com/office/drawing/2014/main" id="{9B3ED170-683B-84BF-F4CF-0BAFD39A96A3}"/>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15"/>
                  <a:stretch>
                    <a:fillRect l="-3636" r="-10909"/>
                  </a:stretch>
                </a:blipFill>
                <a:ln>
                  <a:noFill/>
                </a:ln>
              </p:spPr>
              <p:txBody>
                <a:bodyPr/>
                <a:lstStyle/>
                <a:p>
                  <a:r>
                    <a:rPr lang="zh-CN" altLang="en-US">
                      <a:noFill/>
                    </a:rPr>
                    <a:t> </a:t>
                  </a:r>
                </a:p>
              </p:txBody>
            </p:sp>
          </mc:Fallback>
        </mc:AlternateContent>
      </p:grpSp>
      <p:sp>
        <p:nvSpPr>
          <p:cNvPr id="109" name="文本框 108">
            <a:extLst>
              <a:ext uri="{FF2B5EF4-FFF2-40B4-BE49-F238E27FC236}">
                <a16:creationId xmlns:a16="http://schemas.microsoft.com/office/drawing/2014/main" id="{003A7534-D732-BDF0-2DA2-97C7CE8B62D8}"/>
              </a:ext>
            </a:extLst>
          </p:cNvPr>
          <p:cNvSpPr txBox="1"/>
          <p:nvPr/>
        </p:nvSpPr>
        <p:spPr>
          <a:xfrm>
            <a:off x="7200000" y="5148000"/>
            <a:ext cx="3559816" cy="830997"/>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将逻辑函数的最小项之和以图形的方式表示出来</a:t>
            </a:r>
          </a:p>
        </p:txBody>
      </p:sp>
      <p:grpSp>
        <p:nvGrpSpPr>
          <p:cNvPr id="7" name="组合 6">
            <a:extLst>
              <a:ext uri="{FF2B5EF4-FFF2-40B4-BE49-F238E27FC236}">
                <a16:creationId xmlns:a16="http://schemas.microsoft.com/office/drawing/2014/main" id="{5966E45C-04A1-E751-3C52-CEC8C4E5CE0D}"/>
              </a:ext>
            </a:extLst>
          </p:cNvPr>
          <p:cNvGrpSpPr/>
          <p:nvPr/>
        </p:nvGrpSpPr>
        <p:grpSpPr>
          <a:xfrm>
            <a:off x="11449269" y="6198682"/>
            <a:ext cx="786273" cy="548639"/>
            <a:chOff x="11454918" y="5839511"/>
            <a:chExt cx="786273" cy="548639"/>
          </a:xfrm>
        </p:grpSpPr>
        <p:grpSp>
          <p:nvGrpSpPr>
            <p:cNvPr id="8" name="组合 7">
              <a:extLst>
                <a:ext uri="{FF2B5EF4-FFF2-40B4-BE49-F238E27FC236}">
                  <a16:creationId xmlns:a16="http://schemas.microsoft.com/office/drawing/2014/main" id="{A5873ED9-6EB9-63CE-2C4E-0137BD82354F}"/>
                </a:ext>
              </a:extLst>
            </p:cNvPr>
            <p:cNvGrpSpPr/>
            <p:nvPr/>
          </p:nvGrpSpPr>
          <p:grpSpPr>
            <a:xfrm>
              <a:off x="11454918" y="5867450"/>
              <a:ext cx="737081" cy="520700"/>
              <a:chOff x="11454918" y="5867450"/>
              <a:chExt cx="737081" cy="520700"/>
            </a:xfrm>
          </p:grpSpPr>
          <p:sp>
            <p:nvSpPr>
              <p:cNvPr id="10" name="箭头: 五边形 9">
                <a:extLst>
                  <a:ext uri="{FF2B5EF4-FFF2-40B4-BE49-F238E27FC236}">
                    <a16:creationId xmlns:a16="http://schemas.microsoft.com/office/drawing/2014/main" id="{2FDE790B-CA6B-BE07-FBA0-0A354AE72B1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V 形 10">
                <a:extLst>
                  <a:ext uri="{FF2B5EF4-FFF2-40B4-BE49-F238E27FC236}">
                    <a16:creationId xmlns:a16="http://schemas.microsoft.com/office/drawing/2014/main" id="{136992AB-67C3-6BEC-8454-7D8E3627226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 name="灯片编号占位符 3">
              <a:extLst>
                <a:ext uri="{FF2B5EF4-FFF2-40B4-BE49-F238E27FC236}">
                  <a16:creationId xmlns:a16="http://schemas.microsoft.com/office/drawing/2014/main" id="{47E2532A-FA6D-826C-0B5F-F9FEA53E727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20</a:t>
              </a:fld>
              <a:endParaRPr lang="zh-CN" altLang="en-US" sz="3200" dirty="0">
                <a:solidFill>
                  <a:schemeClr val="bg1"/>
                </a:solidFill>
                <a:latin typeface="Candara"/>
                <a:ea typeface="微软雅黑"/>
              </a:endParaRPr>
            </a:p>
          </p:txBody>
        </p:sp>
      </p:grpSp>
      <p:sp>
        <p:nvSpPr>
          <p:cNvPr id="2" name="标题 1">
            <a:extLst>
              <a:ext uri="{FF2B5EF4-FFF2-40B4-BE49-F238E27FC236}">
                <a16:creationId xmlns:a16="http://schemas.microsoft.com/office/drawing/2014/main" id="{798BD868-D404-1E99-495C-FCABBA0A89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卡诺图表示</a:t>
            </a:r>
            <a:endParaRPr lang="en-US" altLang="zh-CN" sz="3000" dirty="0">
              <a:solidFill>
                <a:srgbClr val="FFFF00"/>
              </a:solidFill>
            </a:endParaRPr>
          </a:p>
        </p:txBody>
      </p:sp>
    </p:spTree>
    <p:extLst>
      <p:ext uri="{BB962C8B-B14F-4D97-AF65-F5344CB8AC3E}">
        <p14:creationId xmlns:p14="http://schemas.microsoft.com/office/powerpoint/2010/main" val="406191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2E53-625D-F952-C84F-78DBF9B9730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91795B37-39E2-B323-73AF-1C38A38B3F75}"/>
                  </a:ext>
                </a:extLst>
              </p:cNvPr>
              <p:cNvSpPr txBox="1"/>
              <p:nvPr/>
            </p:nvSpPr>
            <p:spPr>
              <a:xfrm>
                <a:off x="360000" y="3600000"/>
                <a:ext cx="5803492" cy="585930"/>
              </a:xfrm>
              <a:prstGeom prst="rect">
                <a:avLst/>
              </a:prstGeom>
              <a:noFill/>
            </p:spPr>
            <p:txBody>
              <a:bodyPr wrap="square">
                <a:spAutoFit/>
              </a:bodyPr>
              <a:lstStyle/>
              <a:p>
                <a:pPr>
                  <a:spcAft>
                    <a:spcPts val="600"/>
                  </a:spcAft>
                </a:pPr>
                <a14:m>
                  <m:oMath xmlns:m="http://schemas.openxmlformats.org/officeDocument/2006/math">
                    <m:r>
                      <m:rPr>
                        <m:sty m:val="p"/>
                      </m:rPr>
                      <a:rPr lang="en-US" altLang="zh-CN" sz="3200" b="0" i="0" smtClean="0">
                        <a:solidFill>
                          <a:schemeClr val="accent5">
                            <a:lumMod val="75000"/>
                          </a:schemeClr>
                        </a:solidFill>
                        <a:latin typeface="Cambria Math" panose="02040503050406030204" pitchFamily="18" charset="0"/>
                      </a:rPr>
                      <m:t>Y</m:t>
                    </m:r>
                    <m:d>
                      <m:dPr>
                        <m:ctrlPr>
                          <a:rPr lang="en-US" altLang="zh-CN" sz="3200" b="0" i="1" smtClean="0">
                            <a:solidFill>
                              <a:schemeClr val="accent5">
                                <a:lumMod val="75000"/>
                              </a:schemeClr>
                            </a:solidFill>
                            <a:latin typeface="Cambria Math" panose="02040503050406030204" pitchFamily="18" charset="0"/>
                          </a:rPr>
                        </m:ctrlPr>
                      </m:dPr>
                      <m:e>
                        <m:r>
                          <m:rPr>
                            <m:sty m:val="p"/>
                          </m:rPr>
                          <a:rPr lang="en-US" altLang="zh-CN" sz="3200" b="0" i="0" smtClean="0">
                            <a:solidFill>
                              <a:schemeClr val="accent5">
                                <a:lumMod val="75000"/>
                              </a:schemeClr>
                            </a:solidFill>
                            <a:latin typeface="Cambria Math" panose="02040503050406030204" pitchFamily="18" charset="0"/>
                          </a:rPr>
                          <m:t>A</m:t>
                        </m:r>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chemeClr val="accent5">
                                <a:lumMod val="75000"/>
                              </a:schemeClr>
                            </a:solidFill>
                            <a:latin typeface="Cambria Math" panose="02040503050406030204" pitchFamily="18" charset="0"/>
                          </a:rPr>
                          <m:t>B</m:t>
                        </m:r>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chemeClr val="accent5">
                                <a:lumMod val="75000"/>
                              </a:schemeClr>
                            </a:solidFill>
                            <a:latin typeface="Cambria Math" panose="02040503050406030204" pitchFamily="18" charset="0"/>
                          </a:rPr>
                          <m:t>C</m:t>
                        </m:r>
                      </m:e>
                    </m:d>
                    <m:r>
                      <a:rPr lang="en-US" altLang="zh-CN" sz="3200" b="0" i="0" smtClean="0">
                        <a:solidFill>
                          <a:schemeClr val="accent5">
                            <a:lumMod val="75000"/>
                          </a:schemeClr>
                        </a:solidFill>
                        <a:latin typeface="Cambria Math" panose="02040503050406030204" pitchFamily="18" charset="0"/>
                      </a:rPr>
                      <m:t>=</m:t>
                    </m:r>
                    <m:acc>
                      <m:accPr>
                        <m:chr m:val="̅"/>
                        <m:ctrlPr>
                          <a:rPr lang="en-US" altLang="zh-CN" sz="3200" i="1" smtClean="0">
                            <a:solidFill>
                              <a:srgbClr val="FF0000"/>
                            </a:solidFill>
                            <a:latin typeface="Cambria Math" panose="02040503050406030204" pitchFamily="18" charset="0"/>
                          </a:rPr>
                        </m:ctrlPr>
                      </m:accPr>
                      <m:e>
                        <m:r>
                          <m:rPr>
                            <m:sty m:val="p"/>
                          </m:rPr>
                          <a:rPr lang="en-US" altLang="zh-CN" sz="3200" i="0">
                            <a:solidFill>
                              <a:srgbClr val="FF0000"/>
                            </a:solidFill>
                            <a:latin typeface="Cambria Math" panose="02040503050406030204" pitchFamily="18" charset="0"/>
                          </a:rPr>
                          <m:t>A</m:t>
                        </m:r>
                      </m:e>
                    </m:acc>
                    <m:r>
                      <a:rPr lang="en-US" altLang="zh-CN" sz="3200" b="0" i="1" smtClean="0">
                        <a:solidFill>
                          <a:srgbClr val="FF0000"/>
                        </a:solidFill>
                        <a:latin typeface="Cambria Math" panose="02040503050406030204" pitchFamily="18" charset="0"/>
                      </a:rPr>
                      <m:t> </m:t>
                    </m:r>
                    <m:acc>
                      <m:accPr>
                        <m:chr m:val="̅"/>
                        <m:ctrlPr>
                          <a:rPr lang="en-US" altLang="zh-CN" sz="3200" i="1">
                            <a:solidFill>
                              <a:srgbClr val="FF0000"/>
                            </a:solidFill>
                            <a:latin typeface="Cambria Math" panose="02040503050406030204" pitchFamily="18" charset="0"/>
                          </a:rPr>
                        </m:ctrlPr>
                      </m:accPr>
                      <m:e>
                        <m:r>
                          <m:rPr>
                            <m:sty m:val="p"/>
                          </m:rPr>
                          <a:rPr lang="en-US" altLang="zh-CN" sz="3200">
                            <a:solidFill>
                              <a:srgbClr val="FF0000"/>
                            </a:solidFill>
                            <a:latin typeface="Cambria Math" panose="02040503050406030204" pitchFamily="18" charset="0"/>
                          </a:rPr>
                          <m:t>B</m:t>
                        </m:r>
                      </m:e>
                    </m:acc>
                    <m:r>
                      <a:rPr lang="en-US" altLang="zh-CN" sz="3200" b="0" i="1" smtClean="0">
                        <a:solidFill>
                          <a:srgbClr val="FF0000"/>
                        </a:solidFill>
                        <a:latin typeface="Cambria Math" panose="02040503050406030204" pitchFamily="18" charset="0"/>
                      </a:rPr>
                      <m:t> </m:t>
                    </m:r>
                    <m:acc>
                      <m:accPr>
                        <m:chr m:val="̅"/>
                        <m:ctrlPr>
                          <a:rPr lang="en-US" altLang="zh-CN" sz="3200" i="1">
                            <a:solidFill>
                              <a:srgbClr val="FF0000"/>
                            </a:solidFill>
                            <a:latin typeface="Cambria Math" panose="02040503050406030204" pitchFamily="18" charset="0"/>
                          </a:rPr>
                        </m:ctrlPr>
                      </m:accPr>
                      <m:e>
                        <m:r>
                          <m:rPr>
                            <m:sty m:val="p"/>
                          </m:rPr>
                          <a:rPr lang="en-US" altLang="zh-CN" sz="3200" b="0" i="0" smtClean="0">
                            <a:solidFill>
                              <a:srgbClr val="FF0000"/>
                            </a:solidFill>
                            <a:latin typeface="Cambria Math" panose="02040503050406030204" pitchFamily="18" charset="0"/>
                          </a:rPr>
                          <m:t>C</m:t>
                        </m:r>
                      </m:e>
                    </m:acc>
                    <m:r>
                      <m:rPr>
                        <m:sty m:val="p"/>
                      </m:rPr>
                      <a:rPr lang="en-US" altLang="zh-CN" sz="3200" b="0" i="0" smtClean="0">
                        <a:solidFill>
                          <a:srgbClr val="FF0000"/>
                        </a:solidFill>
                        <a:latin typeface="Cambria Math" panose="02040503050406030204" pitchFamily="18" charset="0"/>
                      </a:rPr>
                      <m:t>D</m:t>
                    </m:r>
                    <m:r>
                      <a:rPr lang="en-US" altLang="zh-CN" sz="3200" b="0" i="0" smtClean="0">
                        <a:solidFill>
                          <a:schemeClr val="accent5">
                            <a:lumMod val="75000"/>
                          </a:schemeClr>
                        </a:solidFill>
                        <a:latin typeface="Cambria Math" panose="02040503050406030204" pitchFamily="18" charset="0"/>
                      </a:rPr>
                      <m:t>+</m:t>
                    </m:r>
                    <m:acc>
                      <m:accPr>
                        <m:chr m:val="̅"/>
                        <m:ctrlPr>
                          <a:rPr lang="en-US" altLang="zh-CN" sz="3200" i="1" smtClean="0">
                            <a:solidFill>
                              <a:srgbClr val="00B050"/>
                            </a:solidFill>
                            <a:latin typeface="Cambria Math" panose="02040503050406030204" pitchFamily="18" charset="0"/>
                          </a:rPr>
                        </m:ctrlPr>
                      </m:accPr>
                      <m:e>
                        <m:r>
                          <m:rPr>
                            <m:sty m:val="p"/>
                          </m:rPr>
                          <a:rPr lang="en-US" altLang="zh-CN" sz="3200">
                            <a:solidFill>
                              <a:srgbClr val="00B050"/>
                            </a:solidFill>
                            <a:latin typeface="Cambria Math" panose="02040503050406030204" pitchFamily="18" charset="0"/>
                          </a:rPr>
                          <m:t>A</m:t>
                        </m:r>
                      </m:e>
                    </m:acc>
                    <m:r>
                      <m:rPr>
                        <m:sty m:val="p"/>
                      </m:rPr>
                      <a:rPr lang="en-US" altLang="zh-CN" sz="3200" b="0" i="0" smtClean="0">
                        <a:solidFill>
                          <a:srgbClr val="00B050"/>
                        </a:solidFill>
                        <a:latin typeface="Cambria Math" panose="02040503050406030204" pitchFamily="18" charset="0"/>
                      </a:rPr>
                      <m:t>B</m:t>
                    </m:r>
                    <m:acc>
                      <m:accPr>
                        <m:chr m:val="̅"/>
                        <m:ctrlPr>
                          <a:rPr lang="en-US" altLang="zh-CN" sz="3200" i="1">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D</m:t>
                        </m:r>
                      </m:e>
                    </m:acc>
                    <m:r>
                      <a:rPr lang="en-US" altLang="zh-CN" sz="3200" b="0" i="0" smtClean="0">
                        <a:solidFill>
                          <a:schemeClr val="accent5">
                            <a:lumMod val="75000"/>
                          </a:schemeClr>
                        </a:solidFill>
                        <a:latin typeface="Cambria Math" panose="02040503050406030204" pitchFamily="18" charset="0"/>
                      </a:rPr>
                      <m:t>+</m:t>
                    </m:r>
                    <m:r>
                      <m:rPr>
                        <m:sty m:val="p"/>
                      </m:rPr>
                      <a:rPr lang="en-US" altLang="zh-CN" sz="3200" b="0" i="0" smtClean="0">
                        <a:solidFill>
                          <a:srgbClr val="0000FF"/>
                        </a:solidFill>
                        <a:latin typeface="Cambria Math" panose="02040503050406030204" pitchFamily="18" charset="0"/>
                      </a:rPr>
                      <m:t>A</m:t>
                    </m:r>
                    <m:acc>
                      <m:accPr>
                        <m:chr m:val="̅"/>
                        <m:ctrlPr>
                          <a:rPr lang="en-US" altLang="zh-CN" sz="3200" i="1">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B</m:t>
                        </m:r>
                      </m:e>
                    </m:acc>
                  </m:oMath>
                </a14:m>
                <a:r>
                  <a:rPr lang="en-US" altLang="zh-CN" sz="3200" dirty="0">
                    <a:solidFill>
                      <a:srgbClr val="0000FF"/>
                    </a:solidFill>
                  </a:rPr>
                  <a:t> </a:t>
                </a:r>
                <a:endParaRPr lang="en-US" altLang="zh-CN" sz="3200" dirty="0">
                  <a:solidFill>
                    <a:schemeClr val="accent5">
                      <a:lumMod val="75000"/>
                    </a:schemeClr>
                  </a:solidFill>
                </a:endParaRPr>
              </a:p>
            </p:txBody>
          </p:sp>
        </mc:Choice>
        <mc:Fallback xmlns="">
          <p:sp>
            <p:nvSpPr>
              <p:cNvPr id="65" name="文本框 64">
                <a:extLst>
                  <a:ext uri="{FF2B5EF4-FFF2-40B4-BE49-F238E27FC236}">
                    <a16:creationId xmlns:a16="http://schemas.microsoft.com/office/drawing/2014/main" id="{91795B37-39E2-B323-73AF-1C38A38B3F75}"/>
                  </a:ext>
                </a:extLst>
              </p:cNvPr>
              <p:cNvSpPr txBox="1">
                <a:spLocks noRot="1" noChangeAspect="1" noMove="1" noResize="1" noEditPoints="1" noAdjustHandles="1" noChangeArrowheads="1" noChangeShapeType="1" noTextEdit="1"/>
              </p:cNvSpPr>
              <p:nvPr/>
            </p:nvSpPr>
            <p:spPr>
              <a:xfrm>
                <a:off x="360000" y="3600000"/>
                <a:ext cx="5803492" cy="585930"/>
              </a:xfrm>
              <a:prstGeom prst="rect">
                <a:avLst/>
              </a:prstGeom>
              <a:blipFill>
                <a:blip r:embed="rId3"/>
                <a:stretch>
                  <a:fillRect/>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EEF0A6E5-5FB7-5192-CC3D-8208F2153320}"/>
              </a:ext>
            </a:extLst>
          </p:cNvPr>
          <p:cNvGrpSpPr/>
          <p:nvPr/>
        </p:nvGrpSpPr>
        <p:grpSpPr>
          <a:xfrm>
            <a:off x="11449269" y="6198682"/>
            <a:ext cx="786273" cy="548639"/>
            <a:chOff x="11454918" y="5839511"/>
            <a:chExt cx="786273" cy="548639"/>
          </a:xfrm>
        </p:grpSpPr>
        <p:grpSp>
          <p:nvGrpSpPr>
            <p:cNvPr id="8" name="组合 7">
              <a:extLst>
                <a:ext uri="{FF2B5EF4-FFF2-40B4-BE49-F238E27FC236}">
                  <a16:creationId xmlns:a16="http://schemas.microsoft.com/office/drawing/2014/main" id="{2A2F2BAF-3FA0-3AA7-D43E-9382FDB0EECF}"/>
                </a:ext>
              </a:extLst>
            </p:cNvPr>
            <p:cNvGrpSpPr/>
            <p:nvPr/>
          </p:nvGrpSpPr>
          <p:grpSpPr>
            <a:xfrm>
              <a:off x="11454918" y="5867450"/>
              <a:ext cx="737081" cy="520700"/>
              <a:chOff x="11454918" y="5867450"/>
              <a:chExt cx="737081" cy="520700"/>
            </a:xfrm>
          </p:grpSpPr>
          <p:sp>
            <p:nvSpPr>
              <p:cNvPr id="10" name="箭头: 五边形 9">
                <a:extLst>
                  <a:ext uri="{FF2B5EF4-FFF2-40B4-BE49-F238E27FC236}">
                    <a16:creationId xmlns:a16="http://schemas.microsoft.com/office/drawing/2014/main" id="{8C86E96D-EC29-332D-B6B9-CF9A68E5780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V 形 10">
                <a:extLst>
                  <a:ext uri="{FF2B5EF4-FFF2-40B4-BE49-F238E27FC236}">
                    <a16:creationId xmlns:a16="http://schemas.microsoft.com/office/drawing/2014/main" id="{DE062266-0F41-D7B8-471E-CA08BAD5860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 name="灯片编号占位符 3">
              <a:extLst>
                <a:ext uri="{FF2B5EF4-FFF2-40B4-BE49-F238E27FC236}">
                  <a16:creationId xmlns:a16="http://schemas.microsoft.com/office/drawing/2014/main" id="{A7A4EB2D-C344-800A-9E09-BB3467A35BE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21</a:t>
              </a:fld>
              <a:endParaRPr lang="zh-CN" altLang="en-US" sz="3200" dirty="0">
                <a:solidFill>
                  <a:schemeClr val="bg1"/>
                </a:solidFill>
                <a:latin typeface="Candara"/>
                <a:ea typeface="微软雅黑"/>
              </a:endParaRPr>
            </a:p>
          </p:txBody>
        </p:sp>
      </p:grpSp>
      <p:sp>
        <p:nvSpPr>
          <p:cNvPr id="2" name="标题 1">
            <a:extLst>
              <a:ext uri="{FF2B5EF4-FFF2-40B4-BE49-F238E27FC236}">
                <a16:creationId xmlns:a16="http://schemas.microsoft.com/office/drawing/2014/main" id="{20D71C3E-57C3-5345-0358-C6EF695625F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卡诺图表示</a:t>
            </a:r>
            <a:endParaRPr lang="en-US" altLang="zh-CN" sz="3000" dirty="0">
              <a:solidFill>
                <a:srgbClr val="FFFF00"/>
              </a:solidFill>
            </a:endParaRPr>
          </a:p>
        </p:txBody>
      </p:sp>
      <p:sp>
        <p:nvSpPr>
          <p:cNvPr id="3" name="文本框 2">
            <a:extLst>
              <a:ext uri="{FF2B5EF4-FFF2-40B4-BE49-F238E27FC236}">
                <a16:creationId xmlns:a16="http://schemas.microsoft.com/office/drawing/2014/main" id="{1160F7E0-04F2-C841-F9C8-7533FCB872A4}"/>
              </a:ext>
            </a:extLst>
          </p:cNvPr>
          <p:cNvSpPr txBox="1"/>
          <p:nvPr/>
        </p:nvSpPr>
        <p:spPr>
          <a:xfrm>
            <a:off x="360000" y="828000"/>
            <a:ext cx="11208791" cy="2109104"/>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由逻辑式得到卡诺图：</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方法 </a:t>
            </a:r>
            <a:r>
              <a:rPr lang="en-US" altLang="zh-CN" sz="2800" dirty="0">
                <a:solidFill>
                  <a:srgbClr val="002060"/>
                </a:solidFill>
                <a:latin typeface="微软雅黑" panose="020B0503020204020204" pitchFamily="34" charset="-122"/>
                <a:ea typeface="微软雅黑" panose="020B0503020204020204" pitchFamily="34" charset="-122"/>
              </a:rPr>
              <a:t>1</a:t>
            </a:r>
            <a:r>
              <a:rPr lang="zh-CN" altLang="en-US" sz="2800" dirty="0">
                <a:solidFill>
                  <a:srgbClr val="002060"/>
                </a:solidFill>
                <a:latin typeface="微软雅黑" panose="020B0503020204020204" pitchFamily="34" charset="-122"/>
                <a:ea typeface="微软雅黑" panose="020B0503020204020204" pitchFamily="34" charset="-122"/>
              </a:rPr>
              <a:t>：首先将逻辑函数式转化为最小项表达式，然后在卡诺图上将这些最小项对应的方格添 </a:t>
            </a:r>
            <a:r>
              <a:rPr lang="en-US" altLang="zh-CN" sz="2800" dirty="0">
                <a:solidFill>
                  <a:srgbClr val="002060"/>
                </a:solidFill>
                <a:latin typeface="微软雅黑" panose="020B0503020204020204" pitchFamily="34" charset="-122"/>
                <a:ea typeface="微软雅黑" panose="020B0503020204020204" pitchFamily="34" charset="-122"/>
              </a:rPr>
              <a:t>1</a:t>
            </a:r>
            <a:r>
              <a:rPr lang="zh-CN" altLang="en-US" sz="2800" dirty="0">
                <a:solidFill>
                  <a:srgbClr val="002060"/>
                </a:solidFill>
                <a:latin typeface="微软雅黑" panose="020B0503020204020204" pitchFamily="34" charset="-122"/>
                <a:ea typeface="微软雅黑" panose="020B0503020204020204" pitchFamily="34" charset="-122"/>
              </a:rPr>
              <a:t>，其余方格添 </a:t>
            </a:r>
            <a:r>
              <a:rPr lang="en-US" altLang="zh-CN" sz="2800" dirty="0">
                <a:solidFill>
                  <a:srgbClr val="002060"/>
                </a:solidFill>
                <a:latin typeface="微软雅黑" panose="020B0503020204020204" pitchFamily="34" charset="-122"/>
                <a:ea typeface="微软雅黑" panose="020B0503020204020204" pitchFamily="34" charset="-122"/>
              </a:rPr>
              <a:t>0</a:t>
            </a:r>
            <a:r>
              <a:rPr lang="zh-CN" altLang="en-US" sz="2800" dirty="0">
                <a:solidFill>
                  <a:srgbClr val="002060"/>
                </a:solidFill>
                <a:latin typeface="微软雅黑" panose="020B0503020204020204" pitchFamily="34" charset="-122"/>
                <a:ea typeface="微软雅黑" panose="020B0503020204020204" pitchFamily="34" charset="-122"/>
              </a:rPr>
              <a:t>（也可用空格表示）</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方法 </a:t>
            </a:r>
            <a:r>
              <a:rPr lang="en-US" altLang="zh-CN" sz="2800" dirty="0">
                <a:solidFill>
                  <a:srgbClr val="002060"/>
                </a:solidFill>
                <a:latin typeface="微软雅黑" panose="020B0503020204020204" pitchFamily="34" charset="-122"/>
                <a:ea typeface="微软雅黑" panose="020B0503020204020204" pitchFamily="34" charset="-122"/>
              </a:rPr>
              <a:t>2</a:t>
            </a:r>
            <a:r>
              <a:rPr lang="zh-CN" altLang="en-US" sz="2800" dirty="0">
                <a:solidFill>
                  <a:srgbClr val="002060"/>
                </a:solidFill>
                <a:latin typeface="微软雅黑" panose="020B0503020204020204" pitchFamily="34" charset="-122"/>
                <a:ea typeface="微软雅黑" panose="020B0503020204020204" pitchFamily="34" charset="-122"/>
              </a:rPr>
              <a:t>：根据逻辑函数式各乘积项含义直接填写卡诺图</a:t>
            </a:r>
          </a:p>
        </p:txBody>
      </p:sp>
      <p:cxnSp>
        <p:nvCxnSpPr>
          <p:cNvPr id="43" name="直接连接符 42">
            <a:extLst>
              <a:ext uri="{FF2B5EF4-FFF2-40B4-BE49-F238E27FC236}">
                <a16:creationId xmlns:a16="http://schemas.microsoft.com/office/drawing/2014/main" id="{5F2B7332-30DC-9C9A-759D-731811C0B94B}"/>
              </a:ext>
            </a:extLst>
          </p:cNvPr>
          <p:cNvCxnSpPr>
            <a:cxnSpLocks/>
          </p:cNvCxnSpPr>
          <p:nvPr/>
        </p:nvCxnSpPr>
        <p:spPr>
          <a:xfrm>
            <a:off x="6998246" y="3343162"/>
            <a:ext cx="351584" cy="4749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A9D8AF45-A501-4858-92A8-1B7779FD5891}"/>
                  </a:ext>
                </a:extLst>
              </p:cNvPr>
              <p:cNvSpPr txBox="1"/>
              <p:nvPr/>
            </p:nvSpPr>
            <p:spPr>
              <a:xfrm>
                <a:off x="6991995" y="3031605"/>
                <a:ext cx="544990" cy="63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44" name="文本框 43">
                <a:extLst>
                  <a:ext uri="{FF2B5EF4-FFF2-40B4-BE49-F238E27FC236}">
                    <a16:creationId xmlns:a16="http://schemas.microsoft.com/office/drawing/2014/main" id="{A9D8AF45-A501-4858-92A8-1B7779FD5891}"/>
                  </a:ext>
                </a:extLst>
              </p:cNvPr>
              <p:cNvSpPr txBox="1">
                <a:spLocks noRot="1" noChangeAspect="1" noMove="1" noResize="1" noEditPoints="1" noAdjustHandles="1" noChangeArrowheads="1" noChangeShapeType="1" noTextEdit="1"/>
              </p:cNvSpPr>
              <p:nvPr/>
            </p:nvSpPr>
            <p:spPr>
              <a:xfrm>
                <a:off x="6991995" y="3031605"/>
                <a:ext cx="544990" cy="63038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2C566768-FFF4-F023-29C8-E6558F6486A9}"/>
                  </a:ext>
                </a:extLst>
              </p:cNvPr>
              <p:cNvSpPr txBox="1"/>
              <p:nvPr/>
            </p:nvSpPr>
            <p:spPr>
              <a:xfrm>
                <a:off x="6533515" y="3338767"/>
                <a:ext cx="649465" cy="630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45" name="文本框 44">
                <a:extLst>
                  <a:ext uri="{FF2B5EF4-FFF2-40B4-BE49-F238E27FC236}">
                    <a16:creationId xmlns:a16="http://schemas.microsoft.com/office/drawing/2014/main" id="{2C566768-FFF4-F023-29C8-E6558F6486A9}"/>
                  </a:ext>
                </a:extLst>
              </p:cNvPr>
              <p:cNvSpPr txBox="1">
                <a:spLocks noRot="1" noChangeAspect="1" noMove="1" noResize="1" noEditPoints="1" noAdjustHandles="1" noChangeArrowheads="1" noChangeShapeType="1" noTextEdit="1"/>
              </p:cNvSpPr>
              <p:nvPr/>
            </p:nvSpPr>
            <p:spPr>
              <a:xfrm>
                <a:off x="6533515" y="3338767"/>
                <a:ext cx="649465" cy="63038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B4268DA3-E28C-E1C3-7001-8F4DF5F2EE3C}"/>
                  </a:ext>
                </a:extLst>
              </p:cNvPr>
              <p:cNvSpPr txBox="1"/>
              <p:nvPr/>
            </p:nvSpPr>
            <p:spPr>
              <a:xfrm>
                <a:off x="6839876" y="3861516"/>
                <a:ext cx="463774"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46" name="文本框 45">
                <a:extLst>
                  <a:ext uri="{FF2B5EF4-FFF2-40B4-BE49-F238E27FC236}">
                    <a16:creationId xmlns:a16="http://schemas.microsoft.com/office/drawing/2014/main" id="{B4268DA3-E28C-E1C3-7001-8F4DF5F2EE3C}"/>
                  </a:ext>
                </a:extLst>
              </p:cNvPr>
              <p:cNvSpPr txBox="1">
                <a:spLocks noRot="1" noChangeAspect="1" noMove="1" noResize="1" noEditPoints="1" noAdjustHandles="1" noChangeArrowheads="1" noChangeShapeType="1" noTextEdit="1"/>
              </p:cNvSpPr>
              <p:nvPr/>
            </p:nvSpPr>
            <p:spPr>
              <a:xfrm>
                <a:off x="6839876" y="3861516"/>
                <a:ext cx="463774" cy="461665"/>
              </a:xfrm>
              <a:prstGeom prst="rect">
                <a:avLst/>
              </a:prstGeom>
              <a:blipFill>
                <a:blip r:embed="rId6"/>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8A9B854-31AA-566A-ED5F-65256DD9677B}"/>
                  </a:ext>
                </a:extLst>
              </p:cNvPr>
              <p:cNvSpPr txBox="1"/>
              <p:nvPr/>
            </p:nvSpPr>
            <p:spPr>
              <a:xfrm>
                <a:off x="6839876" y="4415813"/>
                <a:ext cx="46353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47" name="文本框 46">
                <a:extLst>
                  <a:ext uri="{FF2B5EF4-FFF2-40B4-BE49-F238E27FC236}">
                    <a16:creationId xmlns:a16="http://schemas.microsoft.com/office/drawing/2014/main" id="{B8A9B854-31AA-566A-ED5F-65256DD9677B}"/>
                  </a:ext>
                </a:extLst>
              </p:cNvPr>
              <p:cNvSpPr txBox="1">
                <a:spLocks noRot="1" noChangeAspect="1" noMove="1" noResize="1" noEditPoints="1" noAdjustHandles="1" noChangeArrowheads="1" noChangeShapeType="1" noTextEdit="1"/>
              </p:cNvSpPr>
              <p:nvPr/>
            </p:nvSpPr>
            <p:spPr>
              <a:xfrm>
                <a:off x="6839876" y="4415813"/>
                <a:ext cx="463537" cy="461665"/>
              </a:xfrm>
              <a:prstGeom prst="rect">
                <a:avLst/>
              </a:prstGeom>
              <a:blipFill>
                <a:blip r:embed="rId7"/>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F28065D8-E421-765F-DF46-3D7E175A9B47}"/>
                  </a:ext>
                </a:extLst>
              </p:cNvPr>
              <p:cNvSpPr txBox="1"/>
              <p:nvPr/>
            </p:nvSpPr>
            <p:spPr>
              <a:xfrm>
                <a:off x="6843506" y="4979423"/>
                <a:ext cx="460144"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48" name="文本框 47">
                <a:extLst>
                  <a:ext uri="{FF2B5EF4-FFF2-40B4-BE49-F238E27FC236}">
                    <a16:creationId xmlns:a16="http://schemas.microsoft.com/office/drawing/2014/main" id="{F28065D8-E421-765F-DF46-3D7E175A9B47}"/>
                  </a:ext>
                </a:extLst>
              </p:cNvPr>
              <p:cNvSpPr txBox="1">
                <a:spLocks noRot="1" noChangeAspect="1" noMove="1" noResize="1" noEditPoints="1" noAdjustHandles="1" noChangeArrowheads="1" noChangeShapeType="1" noTextEdit="1"/>
              </p:cNvSpPr>
              <p:nvPr/>
            </p:nvSpPr>
            <p:spPr>
              <a:xfrm>
                <a:off x="6843506" y="4979423"/>
                <a:ext cx="460144" cy="461665"/>
              </a:xfrm>
              <a:prstGeom prst="rect">
                <a:avLst/>
              </a:prstGeom>
              <a:blipFill>
                <a:blip r:embed="rId8"/>
                <a:stretch>
                  <a:fillRect l="-4000" r="-17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1EBCDE75-8E1E-1302-3156-6D3BB95E5ED8}"/>
                  </a:ext>
                </a:extLst>
              </p:cNvPr>
              <p:cNvSpPr txBox="1"/>
              <p:nvPr/>
            </p:nvSpPr>
            <p:spPr>
              <a:xfrm>
                <a:off x="6843506" y="5537289"/>
                <a:ext cx="460144"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49" name="文本框 48">
                <a:extLst>
                  <a:ext uri="{FF2B5EF4-FFF2-40B4-BE49-F238E27FC236}">
                    <a16:creationId xmlns:a16="http://schemas.microsoft.com/office/drawing/2014/main" id="{1EBCDE75-8E1E-1302-3156-6D3BB95E5ED8}"/>
                  </a:ext>
                </a:extLst>
              </p:cNvPr>
              <p:cNvSpPr txBox="1">
                <a:spLocks noRot="1" noChangeAspect="1" noMove="1" noResize="1" noEditPoints="1" noAdjustHandles="1" noChangeArrowheads="1" noChangeShapeType="1" noTextEdit="1"/>
              </p:cNvSpPr>
              <p:nvPr/>
            </p:nvSpPr>
            <p:spPr>
              <a:xfrm>
                <a:off x="6843506" y="5537289"/>
                <a:ext cx="460144" cy="461665"/>
              </a:xfrm>
              <a:prstGeom prst="rect">
                <a:avLst/>
              </a:prstGeom>
              <a:blipFill>
                <a:blip r:embed="rId9"/>
                <a:stretch>
                  <a:fillRect l="-4000" r="-17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B3FFA72A-CDB0-67CA-908A-50392CD6977D}"/>
                  </a:ext>
                </a:extLst>
              </p:cNvPr>
              <p:cNvSpPr txBox="1"/>
              <p:nvPr/>
            </p:nvSpPr>
            <p:spPr>
              <a:xfrm>
                <a:off x="7353461" y="3866040"/>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50" name="文本框 49">
                <a:extLst>
                  <a:ext uri="{FF2B5EF4-FFF2-40B4-BE49-F238E27FC236}">
                    <a16:creationId xmlns:a16="http://schemas.microsoft.com/office/drawing/2014/main" id="{B3FFA72A-CDB0-67CA-908A-50392CD6977D}"/>
                  </a:ext>
                </a:extLst>
              </p:cNvPr>
              <p:cNvSpPr txBox="1">
                <a:spLocks noRot="1" noChangeAspect="1" noMove="1" noResize="1" noEditPoints="1" noAdjustHandles="1" noChangeArrowheads="1" noChangeShapeType="1" noTextEdit="1"/>
              </p:cNvSpPr>
              <p:nvPr/>
            </p:nvSpPr>
            <p:spPr>
              <a:xfrm>
                <a:off x="7353461" y="3866040"/>
                <a:ext cx="994136" cy="46166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65A15395-D79E-C8FF-6FB0-26C932B8FA35}"/>
                  </a:ext>
                </a:extLst>
              </p:cNvPr>
              <p:cNvSpPr txBox="1"/>
              <p:nvPr/>
            </p:nvSpPr>
            <p:spPr>
              <a:xfrm>
                <a:off x="8351228" y="3866608"/>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rgbClr val="FF0000"/>
                          </a:solidFill>
                          <a:latin typeface="Cambria Math" panose="02040503050406030204" pitchFamily="18" charset="0"/>
                        </a:rPr>
                        <m:t>1</m:t>
                      </m:r>
                    </m:oMath>
                  </m:oMathPara>
                </a14:m>
                <a:endParaRPr lang="zh-CN" altLang="en-US" sz="2400" dirty="0">
                  <a:solidFill>
                    <a:srgbClr val="FF0000"/>
                  </a:solidFill>
                </a:endParaRPr>
              </a:p>
            </p:txBody>
          </p:sp>
        </mc:Choice>
        <mc:Fallback xmlns="">
          <p:sp>
            <p:nvSpPr>
              <p:cNvPr id="51" name="文本框 50">
                <a:extLst>
                  <a:ext uri="{FF2B5EF4-FFF2-40B4-BE49-F238E27FC236}">
                    <a16:creationId xmlns:a16="http://schemas.microsoft.com/office/drawing/2014/main" id="{65A15395-D79E-C8FF-6FB0-26C932B8FA35}"/>
                  </a:ext>
                </a:extLst>
              </p:cNvPr>
              <p:cNvSpPr txBox="1">
                <a:spLocks noRot="1" noChangeAspect="1" noMove="1" noResize="1" noEditPoints="1" noAdjustHandles="1" noChangeArrowheads="1" noChangeShapeType="1" noTextEdit="1"/>
              </p:cNvSpPr>
              <p:nvPr/>
            </p:nvSpPr>
            <p:spPr>
              <a:xfrm>
                <a:off x="8351228" y="3866608"/>
                <a:ext cx="994136" cy="46166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EF1CCD5C-83C6-2145-0FF0-5C5F33C1BD2D}"/>
                  </a:ext>
                </a:extLst>
              </p:cNvPr>
              <p:cNvSpPr txBox="1"/>
              <p:nvPr/>
            </p:nvSpPr>
            <p:spPr>
              <a:xfrm>
                <a:off x="9348228" y="3867975"/>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p>
            </p:txBody>
          </p:sp>
        </mc:Choice>
        <mc:Fallback xmlns="">
          <p:sp>
            <p:nvSpPr>
              <p:cNvPr id="52" name="文本框 51">
                <a:extLst>
                  <a:ext uri="{FF2B5EF4-FFF2-40B4-BE49-F238E27FC236}">
                    <a16:creationId xmlns:a16="http://schemas.microsoft.com/office/drawing/2014/main" id="{EF1CCD5C-83C6-2145-0FF0-5C5F33C1BD2D}"/>
                  </a:ext>
                </a:extLst>
              </p:cNvPr>
              <p:cNvSpPr txBox="1">
                <a:spLocks noRot="1" noChangeAspect="1" noMove="1" noResize="1" noEditPoints="1" noAdjustHandles="1" noChangeArrowheads="1" noChangeShapeType="1" noTextEdit="1"/>
              </p:cNvSpPr>
              <p:nvPr/>
            </p:nvSpPr>
            <p:spPr>
              <a:xfrm>
                <a:off x="9348228" y="3867975"/>
                <a:ext cx="994136" cy="461665"/>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B9BDAC50-B2B3-6378-B8A0-647E012EB03D}"/>
                  </a:ext>
                </a:extLst>
              </p:cNvPr>
              <p:cNvSpPr txBox="1"/>
              <p:nvPr/>
            </p:nvSpPr>
            <p:spPr>
              <a:xfrm>
                <a:off x="10345995" y="3868543"/>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B9BDAC50-B2B3-6378-B8A0-647E012EB03D}"/>
                  </a:ext>
                </a:extLst>
              </p:cNvPr>
              <p:cNvSpPr txBox="1">
                <a:spLocks noRot="1" noChangeAspect="1" noMove="1" noResize="1" noEditPoints="1" noAdjustHandles="1" noChangeArrowheads="1" noChangeShapeType="1" noTextEdit="1"/>
              </p:cNvSpPr>
              <p:nvPr/>
            </p:nvSpPr>
            <p:spPr>
              <a:xfrm>
                <a:off x="10345995" y="3868543"/>
                <a:ext cx="994136" cy="461665"/>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BC2F3B91-62FD-2CC8-2E69-88C32942CD38}"/>
                  </a:ext>
                </a:extLst>
              </p:cNvPr>
              <p:cNvSpPr txBox="1"/>
              <p:nvPr/>
            </p:nvSpPr>
            <p:spPr>
              <a:xfrm>
                <a:off x="7353461" y="4415814"/>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B050"/>
                          </a:solidFill>
                          <a:latin typeface="Cambria Math" panose="02040503050406030204" pitchFamily="18" charset="0"/>
                        </a:rPr>
                        <m:t>1</m:t>
                      </m:r>
                    </m:oMath>
                  </m:oMathPara>
                </a14:m>
                <a:endParaRPr lang="zh-CN" altLang="en-US" sz="2400" dirty="0">
                  <a:solidFill>
                    <a:srgbClr val="00B050"/>
                  </a:solidFill>
                </a:endParaRPr>
              </a:p>
            </p:txBody>
          </p:sp>
        </mc:Choice>
        <mc:Fallback xmlns="">
          <p:sp>
            <p:nvSpPr>
              <p:cNvPr id="54" name="文本框 53">
                <a:extLst>
                  <a:ext uri="{FF2B5EF4-FFF2-40B4-BE49-F238E27FC236}">
                    <a16:creationId xmlns:a16="http://schemas.microsoft.com/office/drawing/2014/main" id="{BC2F3B91-62FD-2CC8-2E69-88C32942CD38}"/>
                  </a:ext>
                </a:extLst>
              </p:cNvPr>
              <p:cNvSpPr txBox="1">
                <a:spLocks noRot="1" noChangeAspect="1" noMove="1" noResize="1" noEditPoints="1" noAdjustHandles="1" noChangeArrowheads="1" noChangeShapeType="1" noTextEdit="1"/>
              </p:cNvSpPr>
              <p:nvPr/>
            </p:nvSpPr>
            <p:spPr>
              <a:xfrm>
                <a:off x="7353461" y="4415814"/>
                <a:ext cx="994136" cy="46166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E9C61EB2-DBF9-A597-82BE-618000CA8A60}"/>
                  </a:ext>
                </a:extLst>
              </p:cNvPr>
              <p:cNvSpPr txBox="1"/>
              <p:nvPr/>
            </p:nvSpPr>
            <p:spPr>
              <a:xfrm>
                <a:off x="8351228" y="4416383"/>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5" name="文本框 54">
                <a:extLst>
                  <a:ext uri="{FF2B5EF4-FFF2-40B4-BE49-F238E27FC236}">
                    <a16:creationId xmlns:a16="http://schemas.microsoft.com/office/drawing/2014/main" id="{E9C61EB2-DBF9-A597-82BE-618000CA8A60}"/>
                  </a:ext>
                </a:extLst>
              </p:cNvPr>
              <p:cNvSpPr txBox="1">
                <a:spLocks noRot="1" noChangeAspect="1" noMove="1" noResize="1" noEditPoints="1" noAdjustHandles="1" noChangeArrowheads="1" noChangeShapeType="1" noTextEdit="1"/>
              </p:cNvSpPr>
              <p:nvPr/>
            </p:nvSpPr>
            <p:spPr>
              <a:xfrm>
                <a:off x="8351228" y="4416383"/>
                <a:ext cx="994136" cy="461665"/>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38115226-C8DE-E710-87B1-D39C4468B08D}"/>
                  </a:ext>
                </a:extLst>
              </p:cNvPr>
              <p:cNvSpPr txBox="1"/>
              <p:nvPr/>
            </p:nvSpPr>
            <p:spPr>
              <a:xfrm>
                <a:off x="9348228" y="4417749"/>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6" name="文本框 55">
                <a:extLst>
                  <a:ext uri="{FF2B5EF4-FFF2-40B4-BE49-F238E27FC236}">
                    <a16:creationId xmlns:a16="http://schemas.microsoft.com/office/drawing/2014/main" id="{38115226-C8DE-E710-87B1-D39C4468B08D}"/>
                  </a:ext>
                </a:extLst>
              </p:cNvPr>
              <p:cNvSpPr txBox="1">
                <a:spLocks noRot="1" noChangeAspect="1" noMove="1" noResize="1" noEditPoints="1" noAdjustHandles="1" noChangeArrowheads="1" noChangeShapeType="1" noTextEdit="1"/>
              </p:cNvSpPr>
              <p:nvPr/>
            </p:nvSpPr>
            <p:spPr>
              <a:xfrm>
                <a:off x="9348228" y="4417749"/>
                <a:ext cx="994136" cy="461665"/>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35A50DAB-EA6A-C085-8551-CD3D65C43675}"/>
                  </a:ext>
                </a:extLst>
              </p:cNvPr>
              <p:cNvSpPr txBox="1"/>
              <p:nvPr/>
            </p:nvSpPr>
            <p:spPr>
              <a:xfrm>
                <a:off x="10345995" y="4418318"/>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B050"/>
                          </a:solidFill>
                          <a:latin typeface="Cambria Math" panose="02040503050406030204" pitchFamily="18" charset="0"/>
                        </a:rPr>
                        <m:t>1</m:t>
                      </m:r>
                    </m:oMath>
                  </m:oMathPara>
                </a14:m>
                <a:endParaRPr lang="zh-CN" altLang="en-US" sz="2400" dirty="0">
                  <a:solidFill>
                    <a:srgbClr val="00B050"/>
                  </a:solidFill>
                </a:endParaRPr>
              </a:p>
            </p:txBody>
          </p:sp>
        </mc:Choice>
        <mc:Fallback xmlns="">
          <p:sp>
            <p:nvSpPr>
              <p:cNvPr id="57" name="文本框 56">
                <a:extLst>
                  <a:ext uri="{FF2B5EF4-FFF2-40B4-BE49-F238E27FC236}">
                    <a16:creationId xmlns:a16="http://schemas.microsoft.com/office/drawing/2014/main" id="{35A50DAB-EA6A-C085-8551-CD3D65C43675}"/>
                  </a:ext>
                </a:extLst>
              </p:cNvPr>
              <p:cNvSpPr txBox="1">
                <a:spLocks noRot="1" noChangeAspect="1" noMove="1" noResize="1" noEditPoints="1" noAdjustHandles="1" noChangeArrowheads="1" noChangeShapeType="1" noTextEdit="1"/>
              </p:cNvSpPr>
              <p:nvPr/>
            </p:nvSpPr>
            <p:spPr>
              <a:xfrm>
                <a:off x="10345995" y="4418318"/>
                <a:ext cx="994136" cy="461665"/>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FA4389EA-76F8-89CC-84BA-71E006D33AE1}"/>
                  </a:ext>
                </a:extLst>
              </p:cNvPr>
              <p:cNvSpPr txBox="1"/>
              <p:nvPr/>
            </p:nvSpPr>
            <p:spPr>
              <a:xfrm>
                <a:off x="7353461" y="4979423"/>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8" name="文本框 57">
                <a:extLst>
                  <a:ext uri="{FF2B5EF4-FFF2-40B4-BE49-F238E27FC236}">
                    <a16:creationId xmlns:a16="http://schemas.microsoft.com/office/drawing/2014/main" id="{FA4389EA-76F8-89CC-84BA-71E006D33AE1}"/>
                  </a:ext>
                </a:extLst>
              </p:cNvPr>
              <p:cNvSpPr txBox="1">
                <a:spLocks noRot="1" noChangeAspect="1" noMove="1" noResize="1" noEditPoints="1" noAdjustHandles="1" noChangeArrowheads="1" noChangeShapeType="1" noTextEdit="1"/>
              </p:cNvSpPr>
              <p:nvPr/>
            </p:nvSpPr>
            <p:spPr>
              <a:xfrm>
                <a:off x="7353461" y="4979423"/>
                <a:ext cx="994136" cy="461665"/>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9280F852-9FD2-4E33-522B-2B17231DC43A}"/>
                  </a:ext>
                </a:extLst>
              </p:cNvPr>
              <p:cNvSpPr txBox="1"/>
              <p:nvPr/>
            </p:nvSpPr>
            <p:spPr>
              <a:xfrm>
                <a:off x="8351228" y="4979992"/>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9" name="文本框 58">
                <a:extLst>
                  <a:ext uri="{FF2B5EF4-FFF2-40B4-BE49-F238E27FC236}">
                    <a16:creationId xmlns:a16="http://schemas.microsoft.com/office/drawing/2014/main" id="{9280F852-9FD2-4E33-522B-2B17231DC43A}"/>
                  </a:ext>
                </a:extLst>
              </p:cNvPr>
              <p:cNvSpPr txBox="1">
                <a:spLocks noRot="1" noChangeAspect="1" noMove="1" noResize="1" noEditPoints="1" noAdjustHandles="1" noChangeArrowheads="1" noChangeShapeType="1" noTextEdit="1"/>
              </p:cNvSpPr>
              <p:nvPr/>
            </p:nvSpPr>
            <p:spPr>
              <a:xfrm>
                <a:off x="8351228" y="4979992"/>
                <a:ext cx="994136" cy="461665"/>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074C4F4-8129-402D-E324-4952FD1DA1B6}"/>
                  </a:ext>
                </a:extLst>
              </p:cNvPr>
              <p:cNvSpPr txBox="1"/>
              <p:nvPr/>
            </p:nvSpPr>
            <p:spPr>
              <a:xfrm>
                <a:off x="9348228" y="4981358"/>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0" name="文本框 59">
                <a:extLst>
                  <a:ext uri="{FF2B5EF4-FFF2-40B4-BE49-F238E27FC236}">
                    <a16:creationId xmlns:a16="http://schemas.microsoft.com/office/drawing/2014/main" id="{8074C4F4-8129-402D-E324-4952FD1DA1B6}"/>
                  </a:ext>
                </a:extLst>
              </p:cNvPr>
              <p:cNvSpPr txBox="1">
                <a:spLocks noRot="1" noChangeAspect="1" noMove="1" noResize="1" noEditPoints="1" noAdjustHandles="1" noChangeArrowheads="1" noChangeShapeType="1" noTextEdit="1"/>
              </p:cNvSpPr>
              <p:nvPr/>
            </p:nvSpPr>
            <p:spPr>
              <a:xfrm>
                <a:off x="9348228" y="4981358"/>
                <a:ext cx="994136" cy="461665"/>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2723E7F8-CE14-4CCC-ED3A-59845958EBEC}"/>
                  </a:ext>
                </a:extLst>
              </p:cNvPr>
              <p:cNvSpPr txBox="1"/>
              <p:nvPr/>
            </p:nvSpPr>
            <p:spPr>
              <a:xfrm>
                <a:off x="10345995" y="4981926"/>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61" name="文本框 60">
                <a:extLst>
                  <a:ext uri="{FF2B5EF4-FFF2-40B4-BE49-F238E27FC236}">
                    <a16:creationId xmlns:a16="http://schemas.microsoft.com/office/drawing/2014/main" id="{2723E7F8-CE14-4CCC-ED3A-59845958EBEC}"/>
                  </a:ext>
                </a:extLst>
              </p:cNvPr>
              <p:cNvSpPr txBox="1">
                <a:spLocks noRot="1" noChangeAspect="1" noMove="1" noResize="1" noEditPoints="1" noAdjustHandles="1" noChangeArrowheads="1" noChangeShapeType="1" noTextEdit="1"/>
              </p:cNvSpPr>
              <p:nvPr/>
            </p:nvSpPr>
            <p:spPr>
              <a:xfrm>
                <a:off x="10345995" y="4981926"/>
                <a:ext cx="994136" cy="46166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786D0661-AC0A-FBBA-7FE7-89A6D3AFDD05}"/>
                  </a:ext>
                </a:extLst>
              </p:cNvPr>
              <p:cNvSpPr txBox="1"/>
              <p:nvPr/>
            </p:nvSpPr>
            <p:spPr>
              <a:xfrm>
                <a:off x="7353461" y="5537289"/>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00FF"/>
                          </a:solidFill>
                          <a:latin typeface="Cambria Math" panose="02040503050406030204" pitchFamily="18" charset="0"/>
                        </a:rPr>
                        <m:t>1</m:t>
                      </m:r>
                    </m:oMath>
                  </m:oMathPara>
                </a14:m>
                <a:endParaRPr lang="zh-CN" altLang="en-US" sz="2400" dirty="0">
                  <a:solidFill>
                    <a:srgbClr val="0000FF"/>
                  </a:solidFill>
                </a:endParaRPr>
              </a:p>
            </p:txBody>
          </p:sp>
        </mc:Choice>
        <mc:Fallback xmlns="">
          <p:sp>
            <p:nvSpPr>
              <p:cNvPr id="63" name="文本框 62">
                <a:extLst>
                  <a:ext uri="{FF2B5EF4-FFF2-40B4-BE49-F238E27FC236}">
                    <a16:creationId xmlns:a16="http://schemas.microsoft.com/office/drawing/2014/main" id="{786D0661-AC0A-FBBA-7FE7-89A6D3AFDD05}"/>
                  </a:ext>
                </a:extLst>
              </p:cNvPr>
              <p:cNvSpPr txBox="1">
                <a:spLocks noRot="1" noChangeAspect="1" noMove="1" noResize="1" noEditPoints="1" noAdjustHandles="1" noChangeArrowheads="1" noChangeShapeType="1" noTextEdit="1"/>
              </p:cNvSpPr>
              <p:nvPr/>
            </p:nvSpPr>
            <p:spPr>
              <a:xfrm>
                <a:off x="7353461" y="5537289"/>
                <a:ext cx="994136" cy="461665"/>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FF489D5A-ECC9-4C68-0900-F813E54897C0}"/>
                  </a:ext>
                </a:extLst>
              </p:cNvPr>
              <p:cNvSpPr txBox="1"/>
              <p:nvPr/>
            </p:nvSpPr>
            <p:spPr>
              <a:xfrm>
                <a:off x="8351228" y="5537858"/>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00FF"/>
                          </a:solidFill>
                          <a:latin typeface="Cambria Math" panose="02040503050406030204" pitchFamily="18" charset="0"/>
                        </a:rPr>
                        <m:t>1</m:t>
                      </m:r>
                    </m:oMath>
                  </m:oMathPara>
                </a14:m>
                <a:endParaRPr lang="zh-CN" altLang="en-US" sz="2400" dirty="0">
                  <a:solidFill>
                    <a:srgbClr val="0000FF"/>
                  </a:solidFill>
                </a:endParaRPr>
              </a:p>
            </p:txBody>
          </p:sp>
        </mc:Choice>
        <mc:Fallback xmlns="">
          <p:sp>
            <p:nvSpPr>
              <p:cNvPr id="64" name="文本框 63">
                <a:extLst>
                  <a:ext uri="{FF2B5EF4-FFF2-40B4-BE49-F238E27FC236}">
                    <a16:creationId xmlns:a16="http://schemas.microsoft.com/office/drawing/2014/main" id="{FF489D5A-ECC9-4C68-0900-F813E54897C0}"/>
                  </a:ext>
                </a:extLst>
              </p:cNvPr>
              <p:cNvSpPr txBox="1">
                <a:spLocks noRot="1" noChangeAspect="1" noMove="1" noResize="1" noEditPoints="1" noAdjustHandles="1" noChangeArrowheads="1" noChangeShapeType="1" noTextEdit="1"/>
              </p:cNvSpPr>
              <p:nvPr/>
            </p:nvSpPr>
            <p:spPr>
              <a:xfrm>
                <a:off x="8351228" y="5537858"/>
                <a:ext cx="994136" cy="461665"/>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31E14123-18C2-A87B-6CDA-D3ABA7D0D3F0}"/>
                  </a:ext>
                </a:extLst>
              </p:cNvPr>
              <p:cNvSpPr txBox="1"/>
              <p:nvPr/>
            </p:nvSpPr>
            <p:spPr>
              <a:xfrm>
                <a:off x="9348228" y="5539224"/>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00FF"/>
                          </a:solidFill>
                          <a:latin typeface="Cambria Math" panose="02040503050406030204" pitchFamily="18" charset="0"/>
                        </a:rPr>
                        <m:t>1</m:t>
                      </m:r>
                    </m:oMath>
                  </m:oMathPara>
                </a14:m>
                <a:endParaRPr lang="zh-CN" altLang="en-US" sz="2400" dirty="0">
                  <a:solidFill>
                    <a:srgbClr val="0000FF"/>
                  </a:solidFill>
                </a:endParaRPr>
              </a:p>
            </p:txBody>
          </p:sp>
        </mc:Choice>
        <mc:Fallback xmlns="">
          <p:sp>
            <p:nvSpPr>
              <p:cNvPr id="66" name="文本框 65">
                <a:extLst>
                  <a:ext uri="{FF2B5EF4-FFF2-40B4-BE49-F238E27FC236}">
                    <a16:creationId xmlns:a16="http://schemas.microsoft.com/office/drawing/2014/main" id="{31E14123-18C2-A87B-6CDA-D3ABA7D0D3F0}"/>
                  </a:ext>
                </a:extLst>
              </p:cNvPr>
              <p:cNvSpPr txBox="1">
                <a:spLocks noRot="1" noChangeAspect="1" noMove="1" noResize="1" noEditPoints="1" noAdjustHandles="1" noChangeArrowheads="1" noChangeShapeType="1" noTextEdit="1"/>
              </p:cNvSpPr>
              <p:nvPr/>
            </p:nvSpPr>
            <p:spPr>
              <a:xfrm>
                <a:off x="9348228" y="5539224"/>
                <a:ext cx="994136" cy="461665"/>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52242CE6-A978-E45F-1490-2EF09077AA3F}"/>
                  </a:ext>
                </a:extLst>
              </p:cNvPr>
              <p:cNvSpPr txBox="1"/>
              <p:nvPr/>
            </p:nvSpPr>
            <p:spPr>
              <a:xfrm>
                <a:off x="10345995" y="5539793"/>
                <a:ext cx="994136"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smtClean="0">
                          <a:solidFill>
                            <a:srgbClr val="0000FF"/>
                          </a:solidFill>
                          <a:latin typeface="Cambria Math" panose="02040503050406030204" pitchFamily="18" charset="0"/>
                        </a:rPr>
                        <m:t>1</m:t>
                      </m:r>
                    </m:oMath>
                  </m:oMathPara>
                </a14:m>
                <a:endParaRPr lang="zh-CN" altLang="en-US" sz="2400" dirty="0">
                  <a:solidFill>
                    <a:srgbClr val="0000FF"/>
                  </a:solidFill>
                </a:endParaRPr>
              </a:p>
            </p:txBody>
          </p:sp>
        </mc:Choice>
        <mc:Fallback xmlns="">
          <p:sp>
            <p:nvSpPr>
              <p:cNvPr id="67" name="文本框 66">
                <a:extLst>
                  <a:ext uri="{FF2B5EF4-FFF2-40B4-BE49-F238E27FC236}">
                    <a16:creationId xmlns:a16="http://schemas.microsoft.com/office/drawing/2014/main" id="{52242CE6-A978-E45F-1490-2EF09077AA3F}"/>
                  </a:ext>
                </a:extLst>
              </p:cNvPr>
              <p:cNvSpPr txBox="1">
                <a:spLocks noRot="1" noChangeAspect="1" noMove="1" noResize="1" noEditPoints="1" noAdjustHandles="1" noChangeArrowheads="1" noChangeShapeType="1" noTextEdit="1"/>
              </p:cNvSpPr>
              <p:nvPr/>
            </p:nvSpPr>
            <p:spPr>
              <a:xfrm>
                <a:off x="10345995" y="5539793"/>
                <a:ext cx="994136" cy="461665"/>
              </a:xfrm>
              <a:prstGeom prst="rect">
                <a:avLst/>
              </a:prstGeom>
              <a:blipFill>
                <a:blip r:embed="rId25"/>
                <a:stretch>
                  <a:fillRect/>
                </a:stretch>
              </a:blipFill>
            </p:spPr>
            <p:txBody>
              <a:bodyPr/>
              <a:lstStyle/>
              <a:p>
                <a:r>
                  <a:rPr lang="zh-CN" altLang="en-US">
                    <a:noFill/>
                  </a:rPr>
                  <a:t> </a:t>
                </a:r>
              </a:p>
            </p:txBody>
          </p:sp>
        </mc:Fallback>
      </mc:AlternateContent>
      <p:cxnSp>
        <p:nvCxnSpPr>
          <p:cNvPr id="68" name="直接连接符 67">
            <a:extLst>
              <a:ext uri="{FF2B5EF4-FFF2-40B4-BE49-F238E27FC236}">
                <a16:creationId xmlns:a16="http://schemas.microsoft.com/office/drawing/2014/main" id="{D8C19CBC-3491-2ED0-7250-88519E04E14B}"/>
              </a:ext>
            </a:extLst>
          </p:cNvPr>
          <p:cNvCxnSpPr>
            <a:cxnSpLocks/>
          </p:cNvCxnSpPr>
          <p:nvPr/>
        </p:nvCxnSpPr>
        <p:spPr>
          <a:xfrm>
            <a:off x="9344981" y="3809396"/>
            <a:ext cx="0" cy="22445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E8A42727-E01A-60AB-5F95-D1B38C5810AF}"/>
              </a:ext>
            </a:extLst>
          </p:cNvPr>
          <p:cNvCxnSpPr>
            <a:cxnSpLocks/>
          </p:cNvCxnSpPr>
          <p:nvPr/>
        </p:nvCxnSpPr>
        <p:spPr>
          <a:xfrm>
            <a:off x="7349830" y="4931686"/>
            <a:ext cx="39903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769C5680-268D-F5D1-040B-FFAF2F5D5F36}"/>
              </a:ext>
            </a:extLst>
          </p:cNvPr>
          <p:cNvCxnSpPr>
            <a:cxnSpLocks/>
          </p:cNvCxnSpPr>
          <p:nvPr/>
        </p:nvCxnSpPr>
        <p:spPr>
          <a:xfrm>
            <a:off x="8347598" y="3809396"/>
            <a:ext cx="0" cy="22445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7C28953B-F533-0F56-D531-977C4879450F}"/>
              </a:ext>
            </a:extLst>
          </p:cNvPr>
          <p:cNvCxnSpPr>
            <a:cxnSpLocks/>
          </p:cNvCxnSpPr>
          <p:nvPr/>
        </p:nvCxnSpPr>
        <p:spPr>
          <a:xfrm>
            <a:off x="10342364" y="3806164"/>
            <a:ext cx="0" cy="22445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2DF4D6A-4D03-6A2F-6458-4AA670866FDC}"/>
              </a:ext>
            </a:extLst>
          </p:cNvPr>
          <p:cNvCxnSpPr>
            <a:cxnSpLocks/>
          </p:cNvCxnSpPr>
          <p:nvPr/>
        </p:nvCxnSpPr>
        <p:spPr>
          <a:xfrm>
            <a:off x="7349830" y="4366541"/>
            <a:ext cx="39903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02410DC-DD69-42F2-81DB-3BB6B7668971}"/>
              </a:ext>
            </a:extLst>
          </p:cNvPr>
          <p:cNvCxnSpPr>
            <a:cxnSpLocks/>
          </p:cNvCxnSpPr>
          <p:nvPr/>
        </p:nvCxnSpPr>
        <p:spPr>
          <a:xfrm>
            <a:off x="7349829" y="5492063"/>
            <a:ext cx="39903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0113857F-7F49-A87E-E8F2-15E235E59B40}"/>
              </a:ext>
            </a:extLst>
          </p:cNvPr>
          <p:cNvSpPr/>
          <p:nvPr/>
        </p:nvSpPr>
        <p:spPr>
          <a:xfrm>
            <a:off x="7349830" y="3809396"/>
            <a:ext cx="3990301" cy="224458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3644C3DD-A9A8-2636-FB69-D2EEDA45D3BA}"/>
                  </a:ext>
                </a:extLst>
              </p:cNvPr>
              <p:cNvSpPr txBox="1"/>
              <p:nvPr/>
            </p:nvSpPr>
            <p:spPr>
              <a:xfrm>
                <a:off x="7524356" y="3409597"/>
                <a:ext cx="648330"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5" name="文本框 74">
                <a:extLst>
                  <a:ext uri="{FF2B5EF4-FFF2-40B4-BE49-F238E27FC236}">
                    <a16:creationId xmlns:a16="http://schemas.microsoft.com/office/drawing/2014/main" id="{3644C3DD-A9A8-2636-FB69-D2EEDA45D3BA}"/>
                  </a:ext>
                </a:extLst>
              </p:cNvPr>
              <p:cNvSpPr txBox="1">
                <a:spLocks noRot="1" noChangeAspect="1" noMove="1" noResize="1" noEditPoints="1" noAdjustHandles="1" noChangeArrowheads="1" noChangeShapeType="1" noTextEdit="1"/>
              </p:cNvSpPr>
              <p:nvPr/>
            </p:nvSpPr>
            <p:spPr>
              <a:xfrm>
                <a:off x="7524356" y="3409597"/>
                <a:ext cx="648330" cy="461665"/>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FB453E8F-8E2A-5AC0-67B3-7EF2723E8B80}"/>
                  </a:ext>
                </a:extLst>
              </p:cNvPr>
              <p:cNvSpPr txBox="1"/>
              <p:nvPr/>
            </p:nvSpPr>
            <p:spPr>
              <a:xfrm>
                <a:off x="8530738" y="3409597"/>
                <a:ext cx="64832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6" name="文本框 75">
                <a:extLst>
                  <a:ext uri="{FF2B5EF4-FFF2-40B4-BE49-F238E27FC236}">
                    <a16:creationId xmlns:a16="http://schemas.microsoft.com/office/drawing/2014/main" id="{FB453E8F-8E2A-5AC0-67B3-7EF2723E8B80}"/>
                  </a:ext>
                </a:extLst>
              </p:cNvPr>
              <p:cNvSpPr txBox="1">
                <a:spLocks noRot="1" noChangeAspect="1" noMove="1" noResize="1" noEditPoints="1" noAdjustHandles="1" noChangeArrowheads="1" noChangeShapeType="1" noTextEdit="1"/>
              </p:cNvSpPr>
              <p:nvPr/>
            </p:nvSpPr>
            <p:spPr>
              <a:xfrm>
                <a:off x="8530738" y="3409597"/>
                <a:ext cx="648329" cy="461665"/>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C0390008-0D90-8F9D-839C-CF59C7C34BC4}"/>
                  </a:ext>
                </a:extLst>
              </p:cNvPr>
              <p:cNvSpPr txBox="1"/>
              <p:nvPr/>
            </p:nvSpPr>
            <p:spPr>
              <a:xfrm>
                <a:off x="9524492" y="3409597"/>
                <a:ext cx="64832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7" name="文本框 76">
                <a:extLst>
                  <a:ext uri="{FF2B5EF4-FFF2-40B4-BE49-F238E27FC236}">
                    <a16:creationId xmlns:a16="http://schemas.microsoft.com/office/drawing/2014/main" id="{C0390008-0D90-8F9D-839C-CF59C7C34BC4}"/>
                  </a:ext>
                </a:extLst>
              </p:cNvPr>
              <p:cNvSpPr txBox="1">
                <a:spLocks noRot="1" noChangeAspect="1" noMove="1" noResize="1" noEditPoints="1" noAdjustHandles="1" noChangeArrowheads="1" noChangeShapeType="1" noTextEdit="1"/>
              </p:cNvSpPr>
              <p:nvPr/>
            </p:nvSpPr>
            <p:spPr>
              <a:xfrm>
                <a:off x="9524492" y="3409597"/>
                <a:ext cx="648328" cy="461665"/>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A9DC4B20-CBBB-6523-8462-8C31676B5FFB}"/>
                  </a:ext>
                </a:extLst>
              </p:cNvPr>
              <p:cNvSpPr txBox="1"/>
              <p:nvPr/>
            </p:nvSpPr>
            <p:spPr>
              <a:xfrm>
                <a:off x="10517082" y="3409597"/>
                <a:ext cx="64832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8" name="文本框 77">
                <a:extLst>
                  <a:ext uri="{FF2B5EF4-FFF2-40B4-BE49-F238E27FC236}">
                    <a16:creationId xmlns:a16="http://schemas.microsoft.com/office/drawing/2014/main" id="{A9DC4B20-CBBB-6523-8462-8C31676B5FFB}"/>
                  </a:ext>
                </a:extLst>
              </p:cNvPr>
              <p:cNvSpPr txBox="1">
                <a:spLocks noRot="1" noChangeAspect="1" noMove="1" noResize="1" noEditPoints="1" noAdjustHandles="1" noChangeArrowheads="1" noChangeShapeType="1" noTextEdit="1"/>
              </p:cNvSpPr>
              <p:nvPr/>
            </p:nvSpPr>
            <p:spPr>
              <a:xfrm>
                <a:off x="10517082" y="3409597"/>
                <a:ext cx="648328" cy="461665"/>
              </a:xfrm>
              <a:prstGeom prst="rect">
                <a:avLst/>
              </a:prstGeom>
              <a:blipFill>
                <a:blip r:embed="rId2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279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randombar(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randombar(horizontal)">
                                      <p:cBhvr>
                                        <p:cTn id="12" dur="500"/>
                                        <p:tgtEl>
                                          <p:spTgt spid="5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randombar(horizontal)">
                                      <p:cBhvr>
                                        <p:cTn id="15" dur="500"/>
                                        <p:tgtEl>
                                          <p:spTgt spid="57"/>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randombar(horizontal)">
                                      <p:cBhvr>
                                        <p:cTn id="20" dur="500"/>
                                        <p:tgtEl>
                                          <p:spTgt spid="63"/>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randombar(horizontal)">
                                      <p:cBhvr>
                                        <p:cTn id="23" dur="500"/>
                                        <p:tgtEl>
                                          <p:spTgt spid="64"/>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randombar(horizontal)">
                                      <p:cBhvr>
                                        <p:cTn id="26" dur="500"/>
                                        <p:tgtEl>
                                          <p:spTgt spid="66"/>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randombar(horizontal)">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randombar(horizontal)">
                                      <p:cBhvr>
                                        <p:cTn id="34" dur="500"/>
                                        <p:tgtEl>
                                          <p:spTgt spid="50"/>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randombar(horizontal)">
                                      <p:cBhvr>
                                        <p:cTn id="37" dur="500"/>
                                        <p:tgtEl>
                                          <p:spTgt spid="53"/>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randombar(horizontal)">
                                      <p:cBhvr>
                                        <p:cTn id="40" dur="500"/>
                                        <p:tgtEl>
                                          <p:spTgt spid="5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randombar(horizontal)">
                                      <p:cBhvr>
                                        <p:cTn id="43" dur="500"/>
                                        <p:tgtEl>
                                          <p:spTgt spid="55"/>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randombar(horizontal)">
                                      <p:cBhvr>
                                        <p:cTn id="46" dur="500"/>
                                        <p:tgtEl>
                                          <p:spTgt spid="56"/>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randombar(horizontal)">
                                      <p:cBhvr>
                                        <p:cTn id="49" dur="500"/>
                                        <p:tgtEl>
                                          <p:spTgt spid="60"/>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randombar(horizontal)">
                                      <p:cBhvr>
                                        <p:cTn id="52" dur="500"/>
                                        <p:tgtEl>
                                          <p:spTgt spid="59"/>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randombar(horizontal)">
                                      <p:cBhvr>
                                        <p:cTn id="55" dur="500"/>
                                        <p:tgtEl>
                                          <p:spTgt spid="5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randombar(horizontal)">
                                      <p:cBhvr>
                                        <p:cTn id="5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54" grpId="0"/>
      <p:bldP spid="55" grpId="0"/>
      <p:bldP spid="56" grpId="0"/>
      <p:bldP spid="57" grpId="0"/>
      <p:bldP spid="58" grpId="0"/>
      <p:bldP spid="59" grpId="0"/>
      <p:bldP spid="60" grpId="0"/>
      <p:bldP spid="61" grpId="0"/>
      <p:bldP spid="63" grpId="0"/>
      <p:bldP spid="64" grpId="0"/>
      <p:bldP spid="66" grpId="0"/>
      <p:bldP spid="6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37C6F6BD-2D83-15CB-DC77-43B3DF662BC0}"/>
                  </a:ext>
                </a:extLst>
              </p:cNvPr>
              <p:cNvSpPr txBox="1"/>
              <p:nvPr/>
            </p:nvSpPr>
            <p:spPr>
              <a:xfrm>
                <a:off x="360000" y="828000"/>
                <a:ext cx="11463148" cy="1045479"/>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将 </a:t>
                </a:r>
                <a14:m>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a:rPr lang="en-US" altLang="zh-CN" sz="2800" i="1">
                            <a:solidFill>
                              <a:srgbClr val="002060"/>
                            </a:solidFill>
                            <a:latin typeface="Cambria Math" panose="02040503050406030204" pitchFamily="18" charset="0"/>
                            <a:ea typeface="微软雅黑" panose="020B0503020204020204" pitchFamily="34" charset="-122"/>
                          </a:rPr>
                          <m:t>2</m:t>
                        </m:r>
                      </m:e>
                      <m:sup>
                        <m:r>
                          <a:rPr lang="en-US" altLang="zh-CN" sz="2800" b="0" i="1" smtClean="0">
                            <a:solidFill>
                              <a:srgbClr val="002060"/>
                            </a:solidFill>
                            <a:latin typeface="Cambria Math" panose="02040503050406030204" pitchFamily="18" charset="0"/>
                            <a:ea typeface="微软雅黑" panose="020B0503020204020204" pitchFamily="34" charset="-122"/>
                          </a:rPr>
                          <m:t>𝑖</m:t>
                        </m:r>
                      </m:sup>
                    </m:sSup>
                  </m:oMath>
                </a14:m>
                <a:r>
                  <a:rPr lang="zh-CN" altLang="en-US" sz="2800" dirty="0">
                    <a:solidFill>
                      <a:srgbClr val="002060"/>
                    </a:solidFill>
                    <a:latin typeface="微软雅黑" panose="020B0503020204020204" pitchFamily="34" charset="-122"/>
                    <a:ea typeface="微软雅黑" panose="020B0503020204020204" pitchFamily="34" charset="-122"/>
                  </a:rPr>
                  <a:t> 个相邻的最小项合并，得到一个乘积项</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该乘积项保留了 </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𝑖</m:t>
                        </m:r>
                      </m:sup>
                    </m:sSup>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个相邻最小项中相同的变量，消去了 </a:t>
                </a:r>
                <a14:m>
                  <m:oMath xmlns:m="http://schemas.openxmlformats.org/officeDocument/2006/math">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𝑖</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个不同的变量 </a:t>
                </a:r>
              </a:p>
            </p:txBody>
          </p:sp>
        </mc:Choice>
        <mc:Fallback>
          <p:sp>
            <p:nvSpPr>
              <p:cNvPr id="3" name="文本框 2">
                <a:extLst>
                  <a:ext uri="{FF2B5EF4-FFF2-40B4-BE49-F238E27FC236}">
                    <a16:creationId xmlns:a16="http://schemas.microsoft.com/office/drawing/2014/main" id="{37C6F6BD-2D83-15CB-DC77-43B3DF662BC0}"/>
                  </a:ext>
                </a:extLst>
              </p:cNvPr>
              <p:cNvSpPr txBox="1">
                <a:spLocks noRot="1" noChangeAspect="1" noMove="1" noResize="1" noEditPoints="1" noAdjustHandles="1" noChangeArrowheads="1" noChangeShapeType="1" noTextEdit="1"/>
              </p:cNvSpPr>
              <p:nvPr/>
            </p:nvSpPr>
            <p:spPr>
              <a:xfrm>
                <a:off x="360000" y="828000"/>
                <a:ext cx="11463148" cy="1045479"/>
              </a:xfrm>
              <a:prstGeom prst="rect">
                <a:avLst/>
              </a:prstGeom>
              <a:blipFill>
                <a:blip r:embed="rId3"/>
                <a:stretch>
                  <a:fillRect l="-1064" t="-4094" b="-12865"/>
                </a:stretch>
              </a:blipFill>
            </p:spPr>
            <p:txBody>
              <a:bodyPr/>
              <a:lstStyle/>
              <a:p>
                <a:r>
                  <a:rPr lang="zh-CN" altLang="en-US">
                    <a:noFill/>
                  </a:rPr>
                  <a:t> </a:t>
                </a:r>
              </a:p>
            </p:txBody>
          </p:sp>
        </mc:Fallback>
      </mc:AlternateContent>
      <p:cxnSp>
        <p:nvCxnSpPr>
          <p:cNvPr id="5" name="直接连接符 4">
            <a:extLst>
              <a:ext uri="{FF2B5EF4-FFF2-40B4-BE49-F238E27FC236}">
                <a16:creationId xmlns:a16="http://schemas.microsoft.com/office/drawing/2014/main" id="{6A19A274-1865-6E3D-488B-ABEC882A5065}"/>
              </a:ext>
            </a:extLst>
          </p:cNvPr>
          <p:cNvCxnSpPr>
            <a:cxnSpLocks/>
          </p:cNvCxnSpPr>
          <p:nvPr/>
        </p:nvCxnSpPr>
        <p:spPr>
          <a:xfrm>
            <a:off x="875512" y="2312263"/>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45EF68C5-B3C7-D786-E1F4-4F37321C6181}"/>
                  </a:ext>
                </a:extLst>
              </p:cNvPr>
              <p:cNvSpPr txBox="1"/>
              <p:nvPr/>
            </p:nvSpPr>
            <p:spPr>
              <a:xfrm>
                <a:off x="909787" y="2023005"/>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p:sp>
            <p:nvSpPr>
              <p:cNvPr id="6" name="文本框 5">
                <a:extLst>
                  <a:ext uri="{FF2B5EF4-FFF2-40B4-BE49-F238E27FC236}">
                    <a16:creationId xmlns:a16="http://schemas.microsoft.com/office/drawing/2014/main" id="{45EF68C5-B3C7-D786-E1F4-4F37321C6181}"/>
                  </a:ext>
                </a:extLst>
              </p:cNvPr>
              <p:cNvSpPr txBox="1">
                <a:spLocks noRot="1" noChangeAspect="1" noMove="1" noResize="1" noEditPoints="1" noAdjustHandles="1" noChangeArrowheads="1" noChangeShapeType="1" noTextEdit="1"/>
              </p:cNvSpPr>
              <p:nvPr/>
            </p:nvSpPr>
            <p:spPr>
              <a:xfrm>
                <a:off x="909787" y="2023005"/>
                <a:ext cx="608605"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B7770093-3188-C8DD-E6FA-84F28E1D1442}"/>
                  </a:ext>
                </a:extLst>
              </p:cNvPr>
              <p:cNvSpPr txBox="1"/>
              <p:nvPr/>
            </p:nvSpPr>
            <p:spPr>
              <a:xfrm>
                <a:off x="430480" y="2313749"/>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p:sp>
            <p:nvSpPr>
              <p:cNvPr id="7" name="文本框 6">
                <a:extLst>
                  <a:ext uri="{FF2B5EF4-FFF2-40B4-BE49-F238E27FC236}">
                    <a16:creationId xmlns:a16="http://schemas.microsoft.com/office/drawing/2014/main" id="{B7770093-3188-C8DD-E6FA-84F28E1D1442}"/>
                  </a:ext>
                </a:extLst>
              </p:cNvPr>
              <p:cNvSpPr txBox="1">
                <a:spLocks noRot="1" noChangeAspect="1" noMove="1" noResize="1" noEditPoints="1" noAdjustHandles="1" noChangeArrowheads="1" noChangeShapeType="1" noTextEdit="1"/>
              </p:cNvSpPr>
              <p:nvPr/>
            </p:nvSpPr>
            <p:spPr>
              <a:xfrm>
                <a:off x="430480" y="2313749"/>
                <a:ext cx="725275" cy="5232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966E1FBA-719F-A857-67C2-94A24311C90D}"/>
                  </a:ext>
                </a:extLst>
              </p:cNvPr>
              <p:cNvSpPr txBox="1"/>
              <p:nvPr/>
            </p:nvSpPr>
            <p:spPr>
              <a:xfrm>
                <a:off x="1271068" y="2821745"/>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12" name="文本框 11">
                <a:extLst>
                  <a:ext uri="{FF2B5EF4-FFF2-40B4-BE49-F238E27FC236}">
                    <a16:creationId xmlns:a16="http://schemas.microsoft.com/office/drawing/2014/main" id="{966E1FBA-719F-A857-67C2-94A24311C90D}"/>
                  </a:ext>
                </a:extLst>
              </p:cNvPr>
              <p:cNvSpPr txBox="1">
                <a:spLocks noRot="1" noChangeAspect="1" noMove="1" noResize="1" noEditPoints="1" noAdjustHandles="1" noChangeArrowheads="1" noChangeShapeType="1" noTextEdit="1"/>
              </p:cNvSpPr>
              <p:nvPr/>
            </p:nvSpPr>
            <p:spPr>
              <a:xfrm>
                <a:off x="1271068" y="2821745"/>
                <a:ext cx="1110179" cy="462434"/>
              </a:xfrm>
              <a:prstGeom prst="rect">
                <a:avLst/>
              </a:prstGeom>
              <a:blipFill>
                <a:blip r:embed="rId6"/>
                <a:stretch>
                  <a:fillRect l="-1648" r="-439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9B012B32-073F-47D4-BBAA-E303BED38FE1}"/>
                  </a:ext>
                </a:extLst>
              </p:cNvPr>
              <p:cNvSpPr txBox="1"/>
              <p:nvPr/>
            </p:nvSpPr>
            <p:spPr>
              <a:xfrm>
                <a:off x="2384445" y="2821499"/>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p:sp>
            <p:nvSpPr>
              <p:cNvPr id="13" name="文本框 12">
                <a:extLst>
                  <a:ext uri="{FF2B5EF4-FFF2-40B4-BE49-F238E27FC236}">
                    <a16:creationId xmlns:a16="http://schemas.microsoft.com/office/drawing/2014/main" id="{9B012B32-073F-47D4-BBAA-E303BED38FE1}"/>
                  </a:ext>
                </a:extLst>
              </p:cNvPr>
              <p:cNvSpPr txBox="1">
                <a:spLocks noRot="1" noChangeAspect="1" noMove="1" noResize="1" noEditPoints="1" noAdjustHandles="1" noChangeArrowheads="1" noChangeShapeType="1" noTextEdit="1"/>
              </p:cNvSpPr>
              <p:nvPr/>
            </p:nvSpPr>
            <p:spPr>
              <a:xfrm>
                <a:off x="2384445" y="2821499"/>
                <a:ext cx="1110179" cy="462434"/>
              </a:xfrm>
              <a:prstGeom prst="rect">
                <a:avLst/>
              </a:prstGeom>
              <a:blipFill>
                <a:blip r:embed="rId7"/>
                <a:stretch>
                  <a:fillRect l="-1099" r="-82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C29C53FD-3ECD-D409-1924-0C5B18727D23}"/>
                  </a:ext>
                </a:extLst>
              </p:cNvPr>
              <p:cNvSpPr txBox="1"/>
              <p:nvPr/>
            </p:nvSpPr>
            <p:spPr>
              <a:xfrm>
                <a:off x="3490565" y="2826611"/>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p:sp>
            <p:nvSpPr>
              <p:cNvPr id="14" name="文本框 13">
                <a:extLst>
                  <a:ext uri="{FF2B5EF4-FFF2-40B4-BE49-F238E27FC236}">
                    <a16:creationId xmlns:a16="http://schemas.microsoft.com/office/drawing/2014/main" id="{C29C53FD-3ECD-D409-1924-0C5B18727D23}"/>
                  </a:ext>
                </a:extLst>
              </p:cNvPr>
              <p:cNvSpPr txBox="1">
                <a:spLocks noRot="1" noChangeAspect="1" noMove="1" noResize="1" noEditPoints="1" noAdjustHandles="1" noChangeArrowheads="1" noChangeShapeType="1" noTextEdit="1"/>
              </p:cNvSpPr>
              <p:nvPr/>
            </p:nvSpPr>
            <p:spPr>
              <a:xfrm>
                <a:off x="3490565" y="2826611"/>
                <a:ext cx="1110179" cy="462434"/>
              </a:xfrm>
              <a:prstGeom prst="rect">
                <a:avLst/>
              </a:prstGeom>
              <a:blipFill>
                <a:blip r:embed="rId8"/>
                <a:stretch>
                  <a:fillRect l="-1648" r="-32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DE1A1524-8758-CBAB-2A1B-BE760A19CF7B}"/>
                  </a:ext>
                </a:extLst>
              </p:cNvPr>
              <p:cNvSpPr txBox="1"/>
              <p:nvPr/>
            </p:nvSpPr>
            <p:spPr>
              <a:xfrm>
                <a:off x="4603499" y="2826287"/>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i="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15" name="文本框 14">
                <a:extLst>
                  <a:ext uri="{FF2B5EF4-FFF2-40B4-BE49-F238E27FC236}">
                    <a16:creationId xmlns:a16="http://schemas.microsoft.com/office/drawing/2014/main" id="{DE1A1524-8758-CBAB-2A1B-BE760A19CF7B}"/>
                  </a:ext>
                </a:extLst>
              </p:cNvPr>
              <p:cNvSpPr txBox="1">
                <a:spLocks noRot="1" noChangeAspect="1" noMove="1" noResize="1" noEditPoints="1" noAdjustHandles="1" noChangeArrowheads="1" noChangeShapeType="1" noTextEdit="1"/>
              </p:cNvSpPr>
              <p:nvPr/>
            </p:nvSpPr>
            <p:spPr>
              <a:xfrm>
                <a:off x="4603499" y="2826287"/>
                <a:ext cx="1110179" cy="462434"/>
              </a:xfrm>
              <a:prstGeom prst="rect">
                <a:avLst/>
              </a:prstGeom>
              <a:blipFill>
                <a:blip r:embed="rId9"/>
                <a:stretch>
                  <a:fillRect l="-1099" r="-445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24529360-111B-8777-2242-9DB1E729E526}"/>
                  </a:ext>
                </a:extLst>
              </p:cNvPr>
              <p:cNvSpPr txBox="1"/>
              <p:nvPr/>
            </p:nvSpPr>
            <p:spPr>
              <a:xfrm>
                <a:off x="1271068" y="3514311"/>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i="0">
                              <a:latin typeface="Cambria Math" panose="02040503050406030204" pitchFamily="18" charset="0"/>
                            </a:rPr>
                            <m:t>A</m:t>
                          </m:r>
                        </m:e>
                      </m:acc>
                      <m:r>
                        <a:rPr lang="en-US" altLang="zh-CN" sz="2400" i="0">
                          <a:latin typeface="Cambria Math" panose="02040503050406030204" pitchFamily="18" charset="0"/>
                        </a:rPr>
                        <m:t> </m:t>
                      </m:r>
                      <m:r>
                        <m:rPr>
                          <m:sty m:val="p"/>
                        </m:rPr>
                        <a:rPr lang="en-US" altLang="zh-CN" sz="2400" b="0" i="0" smtClean="0">
                          <a:latin typeface="Cambria Math" panose="02040503050406030204" pitchFamily="18" charset="0"/>
                        </a:rPr>
                        <m:t>B</m:t>
                      </m:r>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16" name="文本框 15">
                <a:extLst>
                  <a:ext uri="{FF2B5EF4-FFF2-40B4-BE49-F238E27FC236}">
                    <a16:creationId xmlns:a16="http://schemas.microsoft.com/office/drawing/2014/main" id="{24529360-111B-8777-2242-9DB1E729E526}"/>
                  </a:ext>
                </a:extLst>
              </p:cNvPr>
              <p:cNvSpPr txBox="1">
                <a:spLocks noRot="1" noChangeAspect="1" noMove="1" noResize="1" noEditPoints="1" noAdjustHandles="1" noChangeArrowheads="1" noChangeShapeType="1" noTextEdit="1"/>
              </p:cNvSpPr>
              <p:nvPr/>
            </p:nvSpPr>
            <p:spPr>
              <a:xfrm>
                <a:off x="1271068" y="3514311"/>
                <a:ext cx="1110179" cy="462434"/>
              </a:xfrm>
              <a:prstGeom prst="rect">
                <a:avLst/>
              </a:prstGeom>
              <a:blipFill>
                <a:blip r:embed="rId10"/>
                <a:stretch>
                  <a:fillRect l="-1648" r="-439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F0B61732-9DC1-000C-AFD2-C1D72305A169}"/>
                  </a:ext>
                </a:extLst>
              </p:cNvPr>
              <p:cNvSpPr txBox="1"/>
              <p:nvPr/>
            </p:nvSpPr>
            <p:spPr>
              <a:xfrm>
                <a:off x="2375162" y="3514311"/>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p:sp>
            <p:nvSpPr>
              <p:cNvPr id="17" name="文本框 16">
                <a:extLst>
                  <a:ext uri="{FF2B5EF4-FFF2-40B4-BE49-F238E27FC236}">
                    <a16:creationId xmlns:a16="http://schemas.microsoft.com/office/drawing/2014/main" id="{F0B61732-9DC1-000C-AFD2-C1D72305A169}"/>
                  </a:ext>
                </a:extLst>
              </p:cNvPr>
              <p:cNvSpPr txBox="1">
                <a:spLocks noRot="1" noChangeAspect="1" noMove="1" noResize="1" noEditPoints="1" noAdjustHandles="1" noChangeArrowheads="1" noChangeShapeType="1" noTextEdit="1"/>
              </p:cNvSpPr>
              <p:nvPr/>
            </p:nvSpPr>
            <p:spPr>
              <a:xfrm>
                <a:off x="2375162" y="3514311"/>
                <a:ext cx="1110179" cy="462434"/>
              </a:xfrm>
              <a:prstGeom prst="rect">
                <a:avLst/>
              </a:prstGeom>
              <a:blipFill>
                <a:blip r:embed="rId11"/>
                <a:stretch>
                  <a:fillRect l="-1648" r="-7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668E132D-4087-5870-4DF4-0AC4F781D658}"/>
                  </a:ext>
                </a:extLst>
              </p:cNvPr>
              <p:cNvSpPr txBox="1"/>
              <p:nvPr/>
            </p:nvSpPr>
            <p:spPr>
              <a:xfrm>
                <a:off x="3489683" y="3511179"/>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p:sp>
            <p:nvSpPr>
              <p:cNvPr id="18" name="文本框 17">
                <a:extLst>
                  <a:ext uri="{FF2B5EF4-FFF2-40B4-BE49-F238E27FC236}">
                    <a16:creationId xmlns:a16="http://schemas.microsoft.com/office/drawing/2014/main" id="{668E132D-4087-5870-4DF4-0AC4F781D658}"/>
                  </a:ext>
                </a:extLst>
              </p:cNvPr>
              <p:cNvSpPr txBox="1">
                <a:spLocks noRot="1" noChangeAspect="1" noMove="1" noResize="1" noEditPoints="1" noAdjustHandles="1" noChangeArrowheads="1" noChangeShapeType="1" noTextEdit="1"/>
              </p:cNvSpPr>
              <p:nvPr/>
            </p:nvSpPr>
            <p:spPr>
              <a:xfrm>
                <a:off x="3489683" y="3511179"/>
                <a:ext cx="1110179" cy="462434"/>
              </a:xfrm>
              <a:prstGeom prst="rect">
                <a:avLst/>
              </a:prstGeom>
              <a:blipFill>
                <a:blip r:embed="rId12"/>
                <a:stretch>
                  <a:fillRect l="-1093" r="-32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6F3F5ADC-092D-8ECB-4DE0-94D1D95C0020}"/>
                  </a:ext>
                </a:extLst>
              </p:cNvPr>
              <p:cNvSpPr txBox="1"/>
              <p:nvPr/>
            </p:nvSpPr>
            <p:spPr>
              <a:xfrm>
                <a:off x="4603060" y="3516993"/>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400" i="1" smtClean="0">
                              <a:latin typeface="Cambria Math" panose="02040503050406030204" pitchFamily="18" charset="0"/>
                            </a:rPr>
                          </m:ctrlPr>
                        </m:accPr>
                        <m:e>
                          <m:r>
                            <m:rPr>
                              <m:sty m:val="p"/>
                            </m:rPr>
                            <a:rPr lang="en-US" altLang="zh-CN" sz="2400">
                              <a:latin typeface="Cambria Math" panose="02040503050406030204" pitchFamily="18" charset="0"/>
                            </a:rPr>
                            <m:t>A</m:t>
                          </m:r>
                        </m:e>
                      </m:acc>
                      <m:r>
                        <a:rPr lang="en-US" altLang="zh-CN" sz="2400">
                          <a:latin typeface="Cambria Math" panose="02040503050406030204" pitchFamily="18" charset="0"/>
                        </a:rPr>
                        <m:t> </m:t>
                      </m:r>
                      <m:r>
                        <m:rPr>
                          <m:sty m:val="p"/>
                        </m:rPr>
                        <a:rPr lang="en-US" altLang="zh-CN" sz="240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19" name="文本框 18">
                <a:extLst>
                  <a:ext uri="{FF2B5EF4-FFF2-40B4-BE49-F238E27FC236}">
                    <a16:creationId xmlns:a16="http://schemas.microsoft.com/office/drawing/2014/main" id="{6F3F5ADC-092D-8ECB-4DE0-94D1D95C0020}"/>
                  </a:ext>
                </a:extLst>
              </p:cNvPr>
              <p:cNvSpPr txBox="1">
                <a:spLocks noRot="1" noChangeAspect="1" noMove="1" noResize="1" noEditPoints="1" noAdjustHandles="1" noChangeArrowheads="1" noChangeShapeType="1" noTextEdit="1"/>
              </p:cNvSpPr>
              <p:nvPr/>
            </p:nvSpPr>
            <p:spPr>
              <a:xfrm>
                <a:off x="4603060" y="3516993"/>
                <a:ext cx="1110179" cy="462434"/>
              </a:xfrm>
              <a:prstGeom prst="rect">
                <a:avLst/>
              </a:prstGeom>
              <a:blipFill>
                <a:blip r:embed="rId13"/>
                <a:stretch>
                  <a:fillRect l="-1099" r="-445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E86F1709-F0F0-47F8-7F05-E40920596C9A}"/>
                  </a:ext>
                </a:extLst>
              </p:cNvPr>
              <p:cNvSpPr txBox="1"/>
              <p:nvPr/>
            </p:nvSpPr>
            <p:spPr>
              <a:xfrm>
                <a:off x="1267431" y="4214103"/>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20" name="文本框 19">
                <a:extLst>
                  <a:ext uri="{FF2B5EF4-FFF2-40B4-BE49-F238E27FC236}">
                    <a16:creationId xmlns:a16="http://schemas.microsoft.com/office/drawing/2014/main" id="{E86F1709-F0F0-47F8-7F05-E40920596C9A}"/>
                  </a:ext>
                </a:extLst>
              </p:cNvPr>
              <p:cNvSpPr txBox="1">
                <a:spLocks noRot="1" noChangeAspect="1" noMove="1" noResize="1" noEditPoints="1" noAdjustHandles="1" noChangeArrowheads="1" noChangeShapeType="1" noTextEdit="1"/>
              </p:cNvSpPr>
              <p:nvPr/>
            </p:nvSpPr>
            <p:spPr>
              <a:xfrm>
                <a:off x="1267431" y="4214103"/>
                <a:ext cx="1110179" cy="462434"/>
              </a:xfrm>
              <a:prstGeom prst="rect">
                <a:avLst/>
              </a:prstGeom>
              <a:blipFill>
                <a:blip r:embed="rId14"/>
                <a:stretch>
                  <a:fillRect l="-1648" r="-439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7BCAC7E7-2D7B-51D9-D865-53A3AC32691D}"/>
                  </a:ext>
                </a:extLst>
              </p:cNvPr>
              <p:cNvSpPr txBox="1"/>
              <p:nvPr/>
            </p:nvSpPr>
            <p:spPr>
              <a:xfrm>
                <a:off x="2381688" y="421763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p:sp>
            <p:nvSpPr>
              <p:cNvPr id="21" name="文本框 20">
                <a:extLst>
                  <a:ext uri="{FF2B5EF4-FFF2-40B4-BE49-F238E27FC236}">
                    <a16:creationId xmlns:a16="http://schemas.microsoft.com/office/drawing/2014/main" id="{7BCAC7E7-2D7B-51D9-D865-53A3AC32691D}"/>
                  </a:ext>
                </a:extLst>
              </p:cNvPr>
              <p:cNvSpPr txBox="1">
                <a:spLocks noRot="1" noChangeAspect="1" noMove="1" noResize="1" noEditPoints="1" noAdjustHandles="1" noChangeArrowheads="1" noChangeShapeType="1" noTextEdit="1"/>
              </p:cNvSpPr>
              <p:nvPr/>
            </p:nvSpPr>
            <p:spPr>
              <a:xfrm>
                <a:off x="2381688" y="4217630"/>
                <a:ext cx="1110179" cy="462434"/>
              </a:xfrm>
              <a:prstGeom prst="rect">
                <a:avLst/>
              </a:prstGeom>
              <a:blipFill>
                <a:blip r:embed="rId15"/>
                <a:stretch>
                  <a:fillRect l="-1648" r="-7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a:extLst>
                  <a:ext uri="{FF2B5EF4-FFF2-40B4-BE49-F238E27FC236}">
                    <a16:creationId xmlns:a16="http://schemas.microsoft.com/office/drawing/2014/main" id="{222FBEC3-E71A-3A1A-7925-C3FFCA2FEB11}"/>
                  </a:ext>
                </a:extLst>
              </p:cNvPr>
              <p:cNvSpPr txBox="1"/>
              <p:nvPr/>
            </p:nvSpPr>
            <p:spPr>
              <a:xfrm>
                <a:off x="3495504" y="421814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p:sp>
            <p:nvSpPr>
              <p:cNvPr id="22" name="文本框 21">
                <a:extLst>
                  <a:ext uri="{FF2B5EF4-FFF2-40B4-BE49-F238E27FC236}">
                    <a16:creationId xmlns:a16="http://schemas.microsoft.com/office/drawing/2014/main" id="{222FBEC3-E71A-3A1A-7925-C3FFCA2FEB11}"/>
                  </a:ext>
                </a:extLst>
              </p:cNvPr>
              <p:cNvSpPr txBox="1">
                <a:spLocks noRot="1" noChangeAspect="1" noMove="1" noResize="1" noEditPoints="1" noAdjustHandles="1" noChangeArrowheads="1" noChangeShapeType="1" noTextEdit="1"/>
              </p:cNvSpPr>
              <p:nvPr/>
            </p:nvSpPr>
            <p:spPr>
              <a:xfrm>
                <a:off x="3495504" y="4218146"/>
                <a:ext cx="1110179" cy="462434"/>
              </a:xfrm>
              <a:prstGeom prst="rect">
                <a:avLst/>
              </a:prstGeom>
              <a:blipFill>
                <a:blip r:embed="rId16"/>
                <a:stretch>
                  <a:fillRect l="-1093" r="-32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566BE3E9-2908-B306-D0B8-7E1CB308868F}"/>
                  </a:ext>
                </a:extLst>
              </p:cNvPr>
              <p:cNvSpPr txBox="1"/>
              <p:nvPr/>
            </p:nvSpPr>
            <p:spPr>
              <a:xfrm>
                <a:off x="4606255" y="421763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r>
                        <m:rPr>
                          <m:sty m:val="p"/>
                        </m:rPr>
                        <a:rPr lang="en-US" altLang="zh-CN" sz="2400" smtClean="0">
                          <a:latin typeface="Cambria Math" panose="02040503050406030204" pitchFamily="18" charset="0"/>
                        </a:rPr>
                        <m:t>B</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23" name="文本框 22">
                <a:extLst>
                  <a:ext uri="{FF2B5EF4-FFF2-40B4-BE49-F238E27FC236}">
                    <a16:creationId xmlns:a16="http://schemas.microsoft.com/office/drawing/2014/main" id="{566BE3E9-2908-B306-D0B8-7E1CB308868F}"/>
                  </a:ext>
                </a:extLst>
              </p:cNvPr>
              <p:cNvSpPr txBox="1">
                <a:spLocks noRot="1" noChangeAspect="1" noMove="1" noResize="1" noEditPoints="1" noAdjustHandles="1" noChangeArrowheads="1" noChangeShapeType="1" noTextEdit="1"/>
              </p:cNvSpPr>
              <p:nvPr/>
            </p:nvSpPr>
            <p:spPr>
              <a:xfrm>
                <a:off x="4606255" y="4217630"/>
                <a:ext cx="1110179" cy="462434"/>
              </a:xfrm>
              <a:prstGeom prst="rect">
                <a:avLst/>
              </a:prstGeom>
              <a:blipFill>
                <a:blip r:embed="rId17"/>
                <a:stretch>
                  <a:fillRect l="-1648" r="-439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E48E5259-12F9-FB58-5B2B-FC03CCF90C6D}"/>
                  </a:ext>
                </a:extLst>
              </p:cNvPr>
              <p:cNvSpPr txBox="1"/>
              <p:nvPr/>
            </p:nvSpPr>
            <p:spPr>
              <a:xfrm>
                <a:off x="1270197" y="491486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C</m:t>
                          </m:r>
                        </m:e>
                      </m:acc>
                      <m:r>
                        <a:rPr lang="en-US" altLang="zh-CN" sz="2400" i="1">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24" name="文本框 23">
                <a:extLst>
                  <a:ext uri="{FF2B5EF4-FFF2-40B4-BE49-F238E27FC236}">
                    <a16:creationId xmlns:a16="http://schemas.microsoft.com/office/drawing/2014/main" id="{E48E5259-12F9-FB58-5B2B-FC03CCF90C6D}"/>
                  </a:ext>
                </a:extLst>
              </p:cNvPr>
              <p:cNvSpPr txBox="1">
                <a:spLocks noRot="1" noChangeAspect="1" noMove="1" noResize="1" noEditPoints="1" noAdjustHandles="1" noChangeArrowheads="1" noChangeShapeType="1" noTextEdit="1"/>
              </p:cNvSpPr>
              <p:nvPr/>
            </p:nvSpPr>
            <p:spPr>
              <a:xfrm>
                <a:off x="1270197" y="4914868"/>
                <a:ext cx="1110179" cy="462434"/>
              </a:xfrm>
              <a:prstGeom prst="rect">
                <a:avLst/>
              </a:prstGeom>
              <a:blipFill>
                <a:blip r:embed="rId18"/>
                <a:stretch>
                  <a:fillRect l="-1099" r="-445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D1B79856-9127-5011-9ECB-45747AD4767B}"/>
                  </a:ext>
                </a:extLst>
              </p:cNvPr>
              <p:cNvSpPr txBox="1"/>
              <p:nvPr/>
            </p:nvSpPr>
            <p:spPr>
              <a:xfrm>
                <a:off x="2381687" y="4913429"/>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1"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b="0" i="0" smtClean="0">
                              <a:latin typeface="Cambria Math" panose="02040503050406030204" pitchFamily="18" charset="0"/>
                            </a:rPr>
                            <m:t>C</m:t>
                          </m:r>
                        </m:e>
                      </m:acc>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D</m:t>
                      </m:r>
                    </m:oMath>
                  </m:oMathPara>
                </a14:m>
                <a:endParaRPr lang="zh-CN" altLang="en-US" sz="2400" dirty="0">
                  <a:solidFill>
                    <a:schemeClr val="tx1"/>
                  </a:solidFill>
                </a:endParaRPr>
              </a:p>
            </p:txBody>
          </p:sp>
        </mc:Choice>
        <mc:Fallback>
          <p:sp>
            <p:nvSpPr>
              <p:cNvPr id="25" name="文本框 24">
                <a:extLst>
                  <a:ext uri="{FF2B5EF4-FFF2-40B4-BE49-F238E27FC236}">
                    <a16:creationId xmlns:a16="http://schemas.microsoft.com/office/drawing/2014/main" id="{D1B79856-9127-5011-9ECB-45747AD4767B}"/>
                  </a:ext>
                </a:extLst>
              </p:cNvPr>
              <p:cNvSpPr txBox="1">
                <a:spLocks noRot="1" noChangeAspect="1" noMove="1" noResize="1" noEditPoints="1" noAdjustHandles="1" noChangeArrowheads="1" noChangeShapeType="1" noTextEdit="1"/>
              </p:cNvSpPr>
              <p:nvPr/>
            </p:nvSpPr>
            <p:spPr>
              <a:xfrm>
                <a:off x="2381687" y="4913429"/>
                <a:ext cx="1110179" cy="462434"/>
              </a:xfrm>
              <a:prstGeom prst="rect">
                <a:avLst/>
              </a:prstGeom>
              <a:blipFill>
                <a:blip r:embed="rId19"/>
                <a:stretch>
                  <a:fillRect l="-1648" r="-76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CB1815FE-B0B4-FCE6-89D7-7A7F58BD9508}"/>
                  </a:ext>
                </a:extLst>
              </p:cNvPr>
              <p:cNvSpPr txBox="1"/>
              <p:nvPr/>
            </p:nvSpPr>
            <p:spPr>
              <a:xfrm>
                <a:off x="3494487" y="4913429"/>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D</m:t>
                      </m:r>
                    </m:oMath>
                  </m:oMathPara>
                </a14:m>
                <a:endParaRPr lang="zh-CN" altLang="en-US" sz="2400" dirty="0">
                  <a:solidFill>
                    <a:schemeClr val="tx1"/>
                  </a:solidFill>
                </a:endParaRPr>
              </a:p>
            </p:txBody>
          </p:sp>
        </mc:Choice>
        <mc:Fallback>
          <p:sp>
            <p:nvSpPr>
              <p:cNvPr id="26" name="文本框 25">
                <a:extLst>
                  <a:ext uri="{FF2B5EF4-FFF2-40B4-BE49-F238E27FC236}">
                    <a16:creationId xmlns:a16="http://schemas.microsoft.com/office/drawing/2014/main" id="{CB1815FE-B0B4-FCE6-89D7-7A7F58BD9508}"/>
                  </a:ext>
                </a:extLst>
              </p:cNvPr>
              <p:cNvSpPr txBox="1">
                <a:spLocks noRot="1" noChangeAspect="1" noMove="1" noResize="1" noEditPoints="1" noAdjustHandles="1" noChangeArrowheads="1" noChangeShapeType="1" noTextEdit="1"/>
              </p:cNvSpPr>
              <p:nvPr/>
            </p:nvSpPr>
            <p:spPr>
              <a:xfrm>
                <a:off x="3494487" y="4913429"/>
                <a:ext cx="1110179" cy="462434"/>
              </a:xfrm>
              <a:prstGeom prst="rect">
                <a:avLst/>
              </a:prstGeom>
              <a:blipFill>
                <a:blip r:embed="rId20"/>
                <a:stretch>
                  <a:fillRect l="-1099" r="-38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2C3ECE75-CD03-5375-55F3-15292E9CA3A9}"/>
                  </a:ext>
                </a:extLst>
              </p:cNvPr>
              <p:cNvSpPr txBox="1"/>
              <p:nvPr/>
            </p:nvSpPr>
            <p:spPr>
              <a:xfrm>
                <a:off x="4602056" y="491053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400" smtClean="0">
                          <a:latin typeface="Cambria Math" panose="02040503050406030204" pitchFamily="18" charset="0"/>
                        </a:rPr>
                        <m:t>A</m:t>
                      </m:r>
                      <m:r>
                        <a:rPr lang="en-US" altLang="zh-CN" sz="2400" smtClean="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B</m:t>
                          </m:r>
                        </m:e>
                      </m:acc>
                      <m:r>
                        <a:rPr lang="en-US" altLang="zh-CN" sz="2400" b="0" i="0" smtClean="0">
                          <a:latin typeface="Cambria Math" panose="02040503050406030204" pitchFamily="18" charset="0"/>
                        </a:rPr>
                        <m:t> </m:t>
                      </m:r>
                      <m:r>
                        <m:rPr>
                          <m:sty m:val="p"/>
                        </m:rPr>
                        <a:rPr lang="en-US" altLang="zh-CN" sz="2400">
                          <a:latin typeface="Cambria Math" panose="02040503050406030204" pitchFamily="18" charset="0"/>
                        </a:rPr>
                        <m:t>C</m:t>
                      </m:r>
                      <m:r>
                        <a:rPr lang="en-US" altLang="zh-CN" sz="2400">
                          <a:latin typeface="Cambria Math" panose="02040503050406030204" pitchFamily="18" charset="0"/>
                        </a:rPr>
                        <m:t> </m:t>
                      </m:r>
                      <m:acc>
                        <m:accPr>
                          <m:chr m:val="̅"/>
                          <m:ctrlPr>
                            <a:rPr lang="en-US" altLang="zh-CN" sz="2400" i="1">
                              <a:latin typeface="Cambria Math" panose="02040503050406030204" pitchFamily="18" charset="0"/>
                            </a:rPr>
                          </m:ctrlPr>
                        </m:accPr>
                        <m:e>
                          <m:r>
                            <m:rPr>
                              <m:sty m:val="p"/>
                            </m:rPr>
                            <a:rPr lang="en-US" altLang="zh-CN" sz="2400">
                              <a:latin typeface="Cambria Math" panose="02040503050406030204" pitchFamily="18" charset="0"/>
                            </a:rPr>
                            <m:t>D</m:t>
                          </m:r>
                        </m:e>
                      </m:acc>
                    </m:oMath>
                  </m:oMathPara>
                </a14:m>
                <a:endParaRPr lang="zh-CN" altLang="en-US" sz="2400" dirty="0">
                  <a:solidFill>
                    <a:schemeClr val="tx1"/>
                  </a:solidFill>
                </a:endParaRPr>
              </a:p>
            </p:txBody>
          </p:sp>
        </mc:Choice>
        <mc:Fallback>
          <p:sp>
            <p:nvSpPr>
              <p:cNvPr id="27" name="文本框 26">
                <a:extLst>
                  <a:ext uri="{FF2B5EF4-FFF2-40B4-BE49-F238E27FC236}">
                    <a16:creationId xmlns:a16="http://schemas.microsoft.com/office/drawing/2014/main" id="{2C3ECE75-CD03-5375-55F3-15292E9CA3A9}"/>
                  </a:ext>
                </a:extLst>
              </p:cNvPr>
              <p:cNvSpPr txBox="1">
                <a:spLocks noRot="1" noChangeAspect="1" noMove="1" noResize="1" noEditPoints="1" noAdjustHandles="1" noChangeArrowheads="1" noChangeShapeType="1" noTextEdit="1"/>
              </p:cNvSpPr>
              <p:nvPr/>
            </p:nvSpPr>
            <p:spPr>
              <a:xfrm>
                <a:off x="4602056" y="4910536"/>
                <a:ext cx="1110179" cy="462434"/>
              </a:xfrm>
              <a:prstGeom prst="rect">
                <a:avLst/>
              </a:prstGeom>
              <a:blipFill>
                <a:blip r:embed="rId21"/>
                <a:stretch>
                  <a:fillRect l="-1648" r="-439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3" name="文本框 52">
                <a:extLst>
                  <a:ext uri="{FF2B5EF4-FFF2-40B4-BE49-F238E27FC236}">
                    <a16:creationId xmlns:a16="http://schemas.microsoft.com/office/drawing/2014/main" id="{6646651C-5947-C348-03F9-46122736BF73}"/>
                  </a:ext>
                </a:extLst>
              </p:cNvPr>
              <p:cNvSpPr txBox="1"/>
              <p:nvPr/>
            </p:nvSpPr>
            <p:spPr>
              <a:xfrm>
                <a:off x="1267870" y="2290741"/>
                <a:ext cx="1111634"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p:sp>
            <p:nvSpPr>
              <p:cNvPr id="53" name="文本框 52">
                <a:extLst>
                  <a:ext uri="{FF2B5EF4-FFF2-40B4-BE49-F238E27FC236}">
                    <a16:creationId xmlns:a16="http://schemas.microsoft.com/office/drawing/2014/main" id="{6646651C-5947-C348-03F9-46122736BF73}"/>
                  </a:ext>
                </a:extLst>
              </p:cNvPr>
              <p:cNvSpPr txBox="1">
                <a:spLocks noRot="1" noChangeAspect="1" noMove="1" noResize="1" noEditPoints="1" noAdjustHandles="1" noChangeArrowheads="1" noChangeShapeType="1" noTextEdit="1"/>
              </p:cNvSpPr>
              <p:nvPr/>
            </p:nvSpPr>
            <p:spPr>
              <a:xfrm>
                <a:off x="1267870" y="2290741"/>
                <a:ext cx="1111634" cy="461665"/>
              </a:xfrm>
              <a:prstGeom prst="rect">
                <a:avLst/>
              </a:prstGeom>
              <a:blipFill>
                <a:blip r:embed="rId2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a:extLst>
                  <a:ext uri="{FF2B5EF4-FFF2-40B4-BE49-F238E27FC236}">
                    <a16:creationId xmlns:a16="http://schemas.microsoft.com/office/drawing/2014/main" id="{58FFE1E8-0FA2-02BF-A7CA-524C41C60B1C}"/>
                  </a:ext>
                </a:extLst>
              </p:cNvPr>
              <p:cNvSpPr txBox="1"/>
              <p:nvPr/>
            </p:nvSpPr>
            <p:spPr>
              <a:xfrm>
                <a:off x="2379504" y="2290740"/>
                <a:ext cx="1111634"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p:sp>
            <p:nvSpPr>
              <p:cNvPr id="54" name="文本框 53">
                <a:extLst>
                  <a:ext uri="{FF2B5EF4-FFF2-40B4-BE49-F238E27FC236}">
                    <a16:creationId xmlns:a16="http://schemas.microsoft.com/office/drawing/2014/main" id="{58FFE1E8-0FA2-02BF-A7CA-524C41C60B1C}"/>
                  </a:ext>
                </a:extLst>
              </p:cNvPr>
              <p:cNvSpPr txBox="1">
                <a:spLocks noRot="1" noChangeAspect="1" noMove="1" noResize="1" noEditPoints="1" noAdjustHandles="1" noChangeArrowheads="1" noChangeShapeType="1" noTextEdit="1"/>
              </p:cNvSpPr>
              <p:nvPr/>
            </p:nvSpPr>
            <p:spPr>
              <a:xfrm>
                <a:off x="2379504" y="2290740"/>
                <a:ext cx="1111634" cy="461665"/>
              </a:xfrm>
              <a:prstGeom prst="rect">
                <a:avLst/>
              </a:prstGeom>
              <a:blipFill>
                <a:blip r:embed="rId23"/>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文本框 54">
                <a:extLst>
                  <a:ext uri="{FF2B5EF4-FFF2-40B4-BE49-F238E27FC236}">
                    <a16:creationId xmlns:a16="http://schemas.microsoft.com/office/drawing/2014/main" id="{3954A4BB-0C1B-3CAE-9088-94DB62367F91}"/>
                  </a:ext>
                </a:extLst>
              </p:cNvPr>
              <p:cNvSpPr txBox="1"/>
              <p:nvPr/>
            </p:nvSpPr>
            <p:spPr>
              <a:xfrm>
                <a:off x="3491138" y="2290740"/>
                <a:ext cx="1111634"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a:latin typeface="Cambria Math" panose="02040503050406030204" pitchFamily="18" charset="0"/>
                        </a:rPr>
                        <m:t>1</m:t>
                      </m:r>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p:sp>
            <p:nvSpPr>
              <p:cNvPr id="55" name="文本框 54">
                <a:extLst>
                  <a:ext uri="{FF2B5EF4-FFF2-40B4-BE49-F238E27FC236}">
                    <a16:creationId xmlns:a16="http://schemas.microsoft.com/office/drawing/2014/main" id="{3954A4BB-0C1B-3CAE-9088-94DB62367F91}"/>
                  </a:ext>
                </a:extLst>
              </p:cNvPr>
              <p:cNvSpPr txBox="1">
                <a:spLocks noRot="1" noChangeAspect="1" noMove="1" noResize="1" noEditPoints="1" noAdjustHandles="1" noChangeArrowheads="1" noChangeShapeType="1" noTextEdit="1"/>
              </p:cNvSpPr>
              <p:nvPr/>
            </p:nvSpPr>
            <p:spPr>
              <a:xfrm>
                <a:off x="3491138" y="2290740"/>
                <a:ext cx="1111634" cy="461665"/>
              </a:xfrm>
              <a:prstGeom prst="rect">
                <a:avLst/>
              </a:prstGeom>
              <a:blipFill>
                <a:blip r:embed="rId24"/>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文本框 55">
                <a:extLst>
                  <a:ext uri="{FF2B5EF4-FFF2-40B4-BE49-F238E27FC236}">
                    <a16:creationId xmlns:a16="http://schemas.microsoft.com/office/drawing/2014/main" id="{F8260422-8FA7-96BE-494B-B2D47915C8DA}"/>
                  </a:ext>
                </a:extLst>
              </p:cNvPr>
              <p:cNvSpPr txBox="1"/>
              <p:nvPr/>
            </p:nvSpPr>
            <p:spPr>
              <a:xfrm>
                <a:off x="4602772" y="2290740"/>
                <a:ext cx="1111634"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a:latin typeface="Cambria Math" panose="02040503050406030204" pitchFamily="18" charset="0"/>
                        </a:rPr>
                        <m:t>1</m:t>
                      </m:r>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p:sp>
            <p:nvSpPr>
              <p:cNvPr id="56" name="文本框 55">
                <a:extLst>
                  <a:ext uri="{FF2B5EF4-FFF2-40B4-BE49-F238E27FC236}">
                    <a16:creationId xmlns:a16="http://schemas.microsoft.com/office/drawing/2014/main" id="{F8260422-8FA7-96BE-494B-B2D47915C8DA}"/>
                  </a:ext>
                </a:extLst>
              </p:cNvPr>
              <p:cNvSpPr txBox="1">
                <a:spLocks noRot="1" noChangeAspect="1" noMove="1" noResize="1" noEditPoints="1" noAdjustHandles="1" noChangeArrowheads="1" noChangeShapeType="1" noTextEdit="1"/>
              </p:cNvSpPr>
              <p:nvPr/>
            </p:nvSpPr>
            <p:spPr>
              <a:xfrm>
                <a:off x="4602772" y="2290740"/>
                <a:ext cx="1111634" cy="461665"/>
              </a:xfrm>
              <a:prstGeom prst="rect">
                <a:avLst/>
              </a:prstGeom>
              <a:blipFill>
                <a:blip r:embed="rId25"/>
                <a:stretch>
                  <a:fillRect/>
                </a:stretch>
              </a:blipFill>
              <a:ln>
                <a:noFill/>
              </a:ln>
            </p:spPr>
            <p:txBody>
              <a:bodyPr/>
              <a:lstStyle/>
              <a:p>
                <a:r>
                  <a:rPr lang="zh-CN" altLang="en-US">
                    <a:noFill/>
                  </a:rPr>
                  <a:t> </a:t>
                </a:r>
              </a:p>
            </p:txBody>
          </p:sp>
        </mc:Fallback>
      </mc:AlternateContent>
      <p:sp>
        <p:nvSpPr>
          <p:cNvPr id="57" name="矩形 56">
            <a:extLst>
              <a:ext uri="{FF2B5EF4-FFF2-40B4-BE49-F238E27FC236}">
                <a16:creationId xmlns:a16="http://schemas.microsoft.com/office/drawing/2014/main" id="{B0F198FE-090D-A3E2-5257-CE5BCF4F2E25}"/>
              </a:ext>
            </a:extLst>
          </p:cNvPr>
          <p:cNvSpPr/>
          <p:nvPr/>
        </p:nvSpPr>
        <p:spPr>
          <a:xfrm>
            <a:off x="1267871" y="2699238"/>
            <a:ext cx="4446535" cy="2795437"/>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mc:Choice xmlns:a14="http://schemas.microsoft.com/office/drawing/2010/main" Requires="a14">
          <p:sp>
            <p:nvSpPr>
              <p:cNvPr id="58" name="文本框 57">
                <a:extLst>
                  <a:ext uri="{FF2B5EF4-FFF2-40B4-BE49-F238E27FC236}">
                    <a16:creationId xmlns:a16="http://schemas.microsoft.com/office/drawing/2014/main" id="{6F49AD02-0FE6-9BEA-A50F-F67AF2B239E7}"/>
                  </a:ext>
                </a:extLst>
              </p:cNvPr>
              <p:cNvSpPr txBox="1"/>
              <p:nvPr/>
            </p:nvSpPr>
            <p:spPr>
              <a:xfrm>
                <a:off x="633700" y="2824471"/>
                <a:ext cx="634170"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p:sp>
            <p:nvSpPr>
              <p:cNvPr id="58" name="文本框 57">
                <a:extLst>
                  <a:ext uri="{FF2B5EF4-FFF2-40B4-BE49-F238E27FC236}">
                    <a16:creationId xmlns:a16="http://schemas.microsoft.com/office/drawing/2014/main" id="{6F49AD02-0FE6-9BEA-A50F-F67AF2B239E7}"/>
                  </a:ext>
                </a:extLst>
              </p:cNvPr>
              <p:cNvSpPr txBox="1">
                <a:spLocks noRot="1" noChangeAspect="1" noMove="1" noResize="1" noEditPoints="1" noAdjustHandles="1" noChangeArrowheads="1" noChangeShapeType="1" noTextEdit="1"/>
              </p:cNvSpPr>
              <p:nvPr/>
            </p:nvSpPr>
            <p:spPr>
              <a:xfrm>
                <a:off x="633700" y="2824471"/>
                <a:ext cx="634170" cy="461665"/>
              </a:xfrm>
              <a:prstGeom prst="rect">
                <a:avLst/>
              </a:prstGeom>
              <a:blipFill>
                <a:blip r:embed="rId26"/>
                <a:stretch>
                  <a:fillRect/>
                </a:stretch>
              </a:blipFill>
              <a:ln>
                <a:noFill/>
              </a:ln>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334CC6E1-4110-4ADB-1271-D7A5C79EB204}"/>
              </a:ext>
            </a:extLst>
          </p:cNvPr>
          <p:cNvCxnSpPr>
            <a:cxnSpLocks/>
            <a:stCxn id="57" idx="0"/>
            <a:endCxn id="57" idx="2"/>
          </p:cNvCxnSpPr>
          <p:nvPr/>
        </p:nvCxnSpPr>
        <p:spPr>
          <a:xfrm>
            <a:off x="3491139" y="2699238"/>
            <a:ext cx="0" cy="27954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EB2ECAD-CA32-0EAA-3019-E360ACCCFED3}"/>
              </a:ext>
            </a:extLst>
          </p:cNvPr>
          <p:cNvCxnSpPr>
            <a:cxnSpLocks/>
            <a:stCxn id="57" idx="1"/>
            <a:endCxn id="57" idx="3"/>
          </p:cNvCxnSpPr>
          <p:nvPr/>
        </p:nvCxnSpPr>
        <p:spPr>
          <a:xfrm>
            <a:off x="1267871" y="4096957"/>
            <a:ext cx="44465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99693B3-F9B4-A604-4662-52C8BEBF29A8}"/>
              </a:ext>
            </a:extLst>
          </p:cNvPr>
          <p:cNvCxnSpPr>
            <a:cxnSpLocks/>
          </p:cNvCxnSpPr>
          <p:nvPr/>
        </p:nvCxnSpPr>
        <p:spPr>
          <a:xfrm>
            <a:off x="1267870" y="3404051"/>
            <a:ext cx="44465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FE9B74B-B697-8BD2-B458-5C6CD8411F6B}"/>
              </a:ext>
            </a:extLst>
          </p:cNvPr>
          <p:cNvCxnSpPr>
            <a:cxnSpLocks/>
          </p:cNvCxnSpPr>
          <p:nvPr/>
        </p:nvCxnSpPr>
        <p:spPr>
          <a:xfrm>
            <a:off x="1267870" y="4794453"/>
            <a:ext cx="44465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DC73A25F-AAF6-43A8-D12D-2F901548D5E2}"/>
              </a:ext>
            </a:extLst>
          </p:cNvPr>
          <p:cNvCxnSpPr>
            <a:cxnSpLocks/>
          </p:cNvCxnSpPr>
          <p:nvPr/>
        </p:nvCxnSpPr>
        <p:spPr>
          <a:xfrm>
            <a:off x="2379504" y="2699238"/>
            <a:ext cx="0" cy="27954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57A9DF6-8C4C-363C-1CF0-6BBC91FBD587}"/>
              </a:ext>
            </a:extLst>
          </p:cNvPr>
          <p:cNvCxnSpPr>
            <a:cxnSpLocks/>
          </p:cNvCxnSpPr>
          <p:nvPr/>
        </p:nvCxnSpPr>
        <p:spPr>
          <a:xfrm>
            <a:off x="4602772" y="2699238"/>
            <a:ext cx="0" cy="27954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5" name="文本框 64">
                <a:extLst>
                  <a:ext uri="{FF2B5EF4-FFF2-40B4-BE49-F238E27FC236}">
                    <a16:creationId xmlns:a16="http://schemas.microsoft.com/office/drawing/2014/main" id="{EF8C1A43-5C96-6E61-2829-130DC4C05A18}"/>
                  </a:ext>
                </a:extLst>
              </p:cNvPr>
              <p:cNvSpPr txBox="1"/>
              <p:nvPr/>
            </p:nvSpPr>
            <p:spPr>
              <a:xfrm>
                <a:off x="631808" y="3519671"/>
                <a:ext cx="634170"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p:sp>
            <p:nvSpPr>
              <p:cNvPr id="65" name="文本框 64">
                <a:extLst>
                  <a:ext uri="{FF2B5EF4-FFF2-40B4-BE49-F238E27FC236}">
                    <a16:creationId xmlns:a16="http://schemas.microsoft.com/office/drawing/2014/main" id="{EF8C1A43-5C96-6E61-2829-130DC4C05A18}"/>
                  </a:ext>
                </a:extLst>
              </p:cNvPr>
              <p:cNvSpPr txBox="1">
                <a:spLocks noRot="1" noChangeAspect="1" noMove="1" noResize="1" noEditPoints="1" noAdjustHandles="1" noChangeArrowheads="1" noChangeShapeType="1" noTextEdit="1"/>
              </p:cNvSpPr>
              <p:nvPr/>
            </p:nvSpPr>
            <p:spPr>
              <a:xfrm>
                <a:off x="631808" y="3519671"/>
                <a:ext cx="634170" cy="461665"/>
              </a:xfrm>
              <a:prstGeom prst="rect">
                <a:avLst/>
              </a:prstGeom>
              <a:blipFill>
                <a:blip r:embed="rId27"/>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文本框 65">
                <a:extLst>
                  <a:ext uri="{FF2B5EF4-FFF2-40B4-BE49-F238E27FC236}">
                    <a16:creationId xmlns:a16="http://schemas.microsoft.com/office/drawing/2014/main" id="{8B920FA5-3E12-42B2-64C2-390D55EE8D26}"/>
                  </a:ext>
                </a:extLst>
              </p:cNvPr>
              <p:cNvSpPr txBox="1"/>
              <p:nvPr/>
            </p:nvSpPr>
            <p:spPr>
              <a:xfrm>
                <a:off x="631808" y="4212576"/>
                <a:ext cx="634170"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p:sp>
            <p:nvSpPr>
              <p:cNvPr id="66" name="文本框 65">
                <a:extLst>
                  <a:ext uri="{FF2B5EF4-FFF2-40B4-BE49-F238E27FC236}">
                    <a16:creationId xmlns:a16="http://schemas.microsoft.com/office/drawing/2014/main" id="{8B920FA5-3E12-42B2-64C2-390D55EE8D26}"/>
                  </a:ext>
                </a:extLst>
              </p:cNvPr>
              <p:cNvSpPr txBox="1">
                <a:spLocks noRot="1" noChangeAspect="1" noMove="1" noResize="1" noEditPoints="1" noAdjustHandles="1" noChangeArrowheads="1" noChangeShapeType="1" noTextEdit="1"/>
              </p:cNvSpPr>
              <p:nvPr/>
            </p:nvSpPr>
            <p:spPr>
              <a:xfrm>
                <a:off x="631808" y="4212576"/>
                <a:ext cx="634170" cy="461665"/>
              </a:xfrm>
              <a:prstGeom prst="rect">
                <a:avLst/>
              </a:prstGeom>
              <a:blipFill>
                <a:blip r:embed="rId28"/>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7" name="文本框 66">
                <a:extLst>
                  <a:ext uri="{FF2B5EF4-FFF2-40B4-BE49-F238E27FC236}">
                    <a16:creationId xmlns:a16="http://schemas.microsoft.com/office/drawing/2014/main" id="{1DA2A19F-F8AA-984B-5B04-8634ADDE134E}"/>
                  </a:ext>
                </a:extLst>
              </p:cNvPr>
              <p:cNvSpPr txBox="1"/>
              <p:nvPr/>
            </p:nvSpPr>
            <p:spPr>
              <a:xfrm>
                <a:off x="631808" y="4917798"/>
                <a:ext cx="634170"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a:latin typeface="Cambria Math" panose="02040503050406030204" pitchFamily="18" charset="0"/>
                        </a:rPr>
                        <m:t>1</m:t>
                      </m:r>
                      <m:r>
                        <a:rPr lang="en-US" altLang="zh-CN" sz="2400" b="0" i="0" smtClean="0">
                          <a:latin typeface="Cambria Math" panose="02040503050406030204" pitchFamily="18" charset="0"/>
                        </a:rPr>
                        <m:t>0</m:t>
                      </m:r>
                    </m:oMath>
                  </m:oMathPara>
                </a14:m>
                <a:endParaRPr lang="zh-CN" altLang="en-US" sz="2400" dirty="0">
                  <a:solidFill>
                    <a:schemeClr val="tx1"/>
                  </a:solidFill>
                </a:endParaRPr>
              </a:p>
            </p:txBody>
          </p:sp>
        </mc:Choice>
        <mc:Fallback>
          <p:sp>
            <p:nvSpPr>
              <p:cNvPr id="67" name="文本框 66">
                <a:extLst>
                  <a:ext uri="{FF2B5EF4-FFF2-40B4-BE49-F238E27FC236}">
                    <a16:creationId xmlns:a16="http://schemas.microsoft.com/office/drawing/2014/main" id="{1DA2A19F-F8AA-984B-5B04-8634ADDE134E}"/>
                  </a:ext>
                </a:extLst>
              </p:cNvPr>
              <p:cNvSpPr txBox="1">
                <a:spLocks noRot="1" noChangeAspect="1" noMove="1" noResize="1" noEditPoints="1" noAdjustHandles="1" noChangeArrowheads="1" noChangeShapeType="1" noTextEdit="1"/>
              </p:cNvSpPr>
              <p:nvPr/>
            </p:nvSpPr>
            <p:spPr>
              <a:xfrm>
                <a:off x="631808" y="4917798"/>
                <a:ext cx="634170" cy="461665"/>
              </a:xfrm>
              <a:prstGeom prst="rect">
                <a:avLst/>
              </a:prstGeom>
              <a:blipFill>
                <a:blip r:embed="rId29"/>
                <a:stretch>
                  <a:fillRect/>
                </a:stretch>
              </a:blipFill>
              <a:ln>
                <a:noFill/>
              </a:ln>
            </p:spPr>
            <p:txBody>
              <a:bodyPr/>
              <a:lstStyle/>
              <a:p>
                <a:r>
                  <a:rPr lang="zh-CN" altLang="en-US">
                    <a:noFill/>
                  </a:rPr>
                  <a:t> </a:t>
                </a:r>
              </a:p>
            </p:txBody>
          </p:sp>
        </mc:Fallback>
      </mc:AlternateContent>
      <p:sp>
        <p:nvSpPr>
          <p:cNvPr id="68" name="矩形: 圆角 67">
            <a:extLst>
              <a:ext uri="{FF2B5EF4-FFF2-40B4-BE49-F238E27FC236}">
                <a16:creationId xmlns:a16="http://schemas.microsoft.com/office/drawing/2014/main" id="{463A0790-6C7A-C31F-3559-979D5BE1DE31}"/>
              </a:ext>
            </a:extLst>
          </p:cNvPr>
          <p:cNvSpPr/>
          <p:nvPr/>
        </p:nvSpPr>
        <p:spPr>
          <a:xfrm>
            <a:off x="2441171" y="2786776"/>
            <a:ext cx="2101390" cy="526309"/>
          </a:xfrm>
          <a:prstGeom prst="roundRect">
            <a:avLst>
              <a:gd name="adj" fmla="val 0"/>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F11A2511-6D89-C45E-E4A7-D23FE09414D2}"/>
              </a:ext>
            </a:extLst>
          </p:cNvPr>
          <p:cNvSpPr/>
          <p:nvPr/>
        </p:nvSpPr>
        <p:spPr>
          <a:xfrm>
            <a:off x="3552077" y="3490085"/>
            <a:ext cx="2101390" cy="518199"/>
          </a:xfrm>
          <a:prstGeom prst="roundRect">
            <a:avLst>
              <a:gd name="adj" fmla="val 0"/>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0" name="文本框 69">
                <a:extLst>
                  <a:ext uri="{FF2B5EF4-FFF2-40B4-BE49-F238E27FC236}">
                    <a16:creationId xmlns:a16="http://schemas.microsoft.com/office/drawing/2014/main" id="{A721C079-772E-CC00-889D-8F7D7F1E0054}"/>
                  </a:ext>
                </a:extLst>
              </p:cNvPr>
              <p:cNvSpPr txBox="1"/>
              <p:nvPr/>
            </p:nvSpPr>
            <p:spPr>
              <a:xfrm>
                <a:off x="6154972" y="2821499"/>
                <a:ext cx="3367969" cy="4624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2400" i="1" smtClean="0">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A</m:t>
                          </m:r>
                        </m:e>
                      </m:acc>
                      <m:acc>
                        <m:accPr>
                          <m:chr m:val="̅"/>
                          <m:ctrlPr>
                            <a:rPr lang="en-US" altLang="zh-CN" sz="2400" i="1">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B</m:t>
                          </m:r>
                        </m:e>
                      </m:acc>
                      <m:acc>
                        <m:accPr>
                          <m:chr m:val="̅"/>
                          <m:ctrlPr>
                            <a:rPr lang="en-US" altLang="zh-CN" sz="2400" i="1">
                              <a:solidFill>
                                <a:srgbClr val="C00000"/>
                              </a:solidFill>
                              <a:latin typeface="Cambria Math" panose="02040503050406030204" pitchFamily="18" charset="0"/>
                            </a:rPr>
                          </m:ctrlPr>
                        </m:accPr>
                        <m:e>
                          <m:r>
                            <m:rPr>
                              <m:sty m:val="p"/>
                            </m:rPr>
                            <a:rPr lang="en-US" altLang="zh-CN" sz="2400" b="0" i="0" smtClean="0">
                              <a:solidFill>
                                <a:srgbClr val="C00000"/>
                              </a:solidFill>
                              <a:latin typeface="Cambria Math" panose="02040503050406030204" pitchFamily="18" charset="0"/>
                            </a:rPr>
                            <m:t>C</m:t>
                          </m:r>
                        </m:e>
                      </m:acc>
                      <m:r>
                        <m:rPr>
                          <m:sty m:val="p"/>
                        </m:rPr>
                        <a:rPr lang="en-US" altLang="zh-CN" sz="2400" b="0" i="0" smtClean="0">
                          <a:solidFill>
                            <a:srgbClr val="C00000"/>
                          </a:solidFill>
                          <a:latin typeface="Cambria Math" panose="02040503050406030204" pitchFamily="18" charset="0"/>
                        </a:rPr>
                        <m:t>D</m:t>
                      </m:r>
                      <m:r>
                        <a:rPr lang="en-US" altLang="zh-CN" sz="2400" b="0" i="0" smtClean="0">
                          <a:solidFill>
                            <a:srgbClr val="C00000"/>
                          </a:solidFill>
                          <a:latin typeface="Cambria Math" panose="02040503050406030204" pitchFamily="18" charset="0"/>
                        </a:rPr>
                        <m:t>+</m:t>
                      </m:r>
                      <m:acc>
                        <m:accPr>
                          <m:chr m:val="̅"/>
                          <m:ctrlPr>
                            <a:rPr lang="en-US" altLang="zh-CN" sz="2400" i="1">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A</m:t>
                          </m:r>
                        </m:e>
                      </m:acc>
                      <m:acc>
                        <m:accPr>
                          <m:chr m:val="̅"/>
                          <m:ctrlPr>
                            <a:rPr lang="en-US" altLang="zh-CN" sz="2400" i="1">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B</m:t>
                          </m:r>
                        </m:e>
                      </m:acc>
                      <m:r>
                        <m:rPr>
                          <m:sty m:val="p"/>
                        </m:rPr>
                        <a:rPr lang="en-US" altLang="zh-CN" sz="2400" i="0">
                          <a:solidFill>
                            <a:srgbClr val="C00000"/>
                          </a:solidFill>
                          <a:latin typeface="Cambria Math" panose="02040503050406030204" pitchFamily="18" charset="0"/>
                        </a:rPr>
                        <m:t>CD</m:t>
                      </m:r>
                      <m:r>
                        <a:rPr lang="en-US" altLang="zh-CN" sz="2400" b="0" i="0" smtClean="0">
                          <a:solidFill>
                            <a:srgbClr val="C00000"/>
                          </a:solidFill>
                          <a:latin typeface="Cambria Math" panose="02040503050406030204" pitchFamily="18" charset="0"/>
                        </a:rPr>
                        <m:t>=</m:t>
                      </m:r>
                      <m:acc>
                        <m:accPr>
                          <m:chr m:val="̅"/>
                          <m:ctrlPr>
                            <a:rPr lang="en-US" altLang="zh-CN" sz="2400" i="1">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A</m:t>
                          </m:r>
                        </m:e>
                      </m:acc>
                      <m:acc>
                        <m:accPr>
                          <m:chr m:val="̅"/>
                          <m:ctrlPr>
                            <a:rPr lang="en-US" altLang="zh-CN" sz="2400" i="1">
                              <a:solidFill>
                                <a:srgbClr val="C00000"/>
                              </a:solidFill>
                              <a:latin typeface="Cambria Math" panose="02040503050406030204" pitchFamily="18" charset="0"/>
                            </a:rPr>
                          </m:ctrlPr>
                        </m:accPr>
                        <m:e>
                          <m:r>
                            <m:rPr>
                              <m:sty m:val="p"/>
                            </m:rPr>
                            <a:rPr lang="en-US" altLang="zh-CN" sz="2400" i="0">
                              <a:solidFill>
                                <a:srgbClr val="C00000"/>
                              </a:solidFill>
                              <a:latin typeface="Cambria Math" panose="02040503050406030204" pitchFamily="18" charset="0"/>
                            </a:rPr>
                            <m:t>B</m:t>
                          </m:r>
                        </m:e>
                      </m:acc>
                      <m:r>
                        <m:rPr>
                          <m:sty m:val="p"/>
                        </m:rPr>
                        <a:rPr lang="en-US" altLang="zh-CN" sz="2400" b="0" i="0" smtClean="0">
                          <a:solidFill>
                            <a:srgbClr val="C00000"/>
                          </a:solidFill>
                          <a:latin typeface="Cambria Math" panose="02040503050406030204" pitchFamily="18" charset="0"/>
                        </a:rPr>
                        <m:t>D</m:t>
                      </m:r>
                    </m:oMath>
                  </m:oMathPara>
                </a14:m>
                <a:endParaRPr lang="zh-CN" altLang="en-US" sz="2400" dirty="0">
                  <a:solidFill>
                    <a:srgbClr val="C00000"/>
                  </a:solidFill>
                </a:endParaRPr>
              </a:p>
            </p:txBody>
          </p:sp>
        </mc:Choice>
        <mc:Fallback>
          <p:sp>
            <p:nvSpPr>
              <p:cNvPr id="70" name="文本框 69">
                <a:extLst>
                  <a:ext uri="{FF2B5EF4-FFF2-40B4-BE49-F238E27FC236}">
                    <a16:creationId xmlns:a16="http://schemas.microsoft.com/office/drawing/2014/main" id="{A721C079-772E-CC00-889D-8F7D7F1E0054}"/>
                  </a:ext>
                </a:extLst>
              </p:cNvPr>
              <p:cNvSpPr txBox="1">
                <a:spLocks noRot="1" noChangeAspect="1" noMove="1" noResize="1" noEditPoints="1" noAdjustHandles="1" noChangeArrowheads="1" noChangeShapeType="1" noTextEdit="1"/>
              </p:cNvSpPr>
              <p:nvPr/>
            </p:nvSpPr>
            <p:spPr>
              <a:xfrm>
                <a:off x="6154972" y="2821499"/>
                <a:ext cx="3367969" cy="462434"/>
              </a:xfrm>
              <a:prstGeom prst="rect">
                <a:avLst/>
              </a:prstGeom>
              <a:blipFill>
                <a:blip r:embed="rId30"/>
                <a:stretch>
                  <a:fillRect l="-5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文本框 70">
                <a:extLst>
                  <a:ext uri="{FF2B5EF4-FFF2-40B4-BE49-F238E27FC236}">
                    <a16:creationId xmlns:a16="http://schemas.microsoft.com/office/drawing/2014/main" id="{416D9F11-4955-E9EE-5458-DD02282396F8}"/>
                  </a:ext>
                </a:extLst>
              </p:cNvPr>
              <p:cNvSpPr txBox="1"/>
              <p:nvPr/>
            </p:nvSpPr>
            <p:spPr>
              <a:xfrm>
                <a:off x="6154972" y="3524358"/>
                <a:ext cx="3367968" cy="4624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2400" i="1" smtClean="0">
                              <a:solidFill>
                                <a:schemeClr val="accent2"/>
                              </a:solidFill>
                              <a:latin typeface="Cambria Math" panose="02040503050406030204" pitchFamily="18" charset="0"/>
                            </a:rPr>
                          </m:ctrlPr>
                        </m:accPr>
                        <m:e>
                          <m:r>
                            <m:rPr>
                              <m:sty m:val="p"/>
                            </m:rPr>
                            <a:rPr lang="en-US" altLang="zh-CN" sz="2400" i="0">
                              <a:solidFill>
                                <a:schemeClr val="accent2"/>
                              </a:solidFill>
                              <a:latin typeface="Cambria Math" panose="02040503050406030204" pitchFamily="18" charset="0"/>
                            </a:rPr>
                            <m:t>A</m:t>
                          </m:r>
                        </m:e>
                      </m:acc>
                      <m:r>
                        <m:rPr>
                          <m:sty m:val="p"/>
                        </m:rPr>
                        <a:rPr lang="en-US" altLang="zh-CN" sz="2400" b="0" i="0" smtClean="0">
                          <a:solidFill>
                            <a:schemeClr val="accent2"/>
                          </a:solidFill>
                          <a:latin typeface="Cambria Math" panose="02040503050406030204" pitchFamily="18" charset="0"/>
                        </a:rPr>
                        <m:t>B</m:t>
                      </m:r>
                      <m:r>
                        <m:rPr>
                          <m:sty m:val="p"/>
                        </m:rPr>
                        <a:rPr lang="en-US" altLang="zh-CN" sz="2400">
                          <a:solidFill>
                            <a:schemeClr val="accent2"/>
                          </a:solidFill>
                          <a:latin typeface="Cambria Math" panose="02040503050406030204" pitchFamily="18" charset="0"/>
                        </a:rPr>
                        <m:t>C</m:t>
                      </m:r>
                      <m:r>
                        <m:rPr>
                          <m:sty m:val="p"/>
                        </m:rPr>
                        <a:rPr lang="en-US" altLang="zh-CN" sz="2400" b="0" i="0" smtClean="0">
                          <a:solidFill>
                            <a:schemeClr val="accent2"/>
                          </a:solidFill>
                          <a:latin typeface="Cambria Math" panose="02040503050406030204" pitchFamily="18" charset="0"/>
                        </a:rPr>
                        <m:t>D</m:t>
                      </m:r>
                      <m:r>
                        <a:rPr lang="en-US" altLang="zh-CN" sz="2400" b="0" i="0" smtClean="0">
                          <a:solidFill>
                            <a:schemeClr val="accent2"/>
                          </a:solidFill>
                          <a:latin typeface="Cambria Math" panose="02040503050406030204" pitchFamily="18" charset="0"/>
                        </a:rPr>
                        <m:t>+</m:t>
                      </m:r>
                      <m:acc>
                        <m:accPr>
                          <m:chr m:val="̅"/>
                          <m:ctrlPr>
                            <a:rPr lang="en-US" altLang="zh-CN" sz="2400" i="1">
                              <a:solidFill>
                                <a:schemeClr val="accent2"/>
                              </a:solidFill>
                              <a:latin typeface="Cambria Math" panose="02040503050406030204" pitchFamily="18" charset="0"/>
                            </a:rPr>
                          </m:ctrlPr>
                        </m:accPr>
                        <m:e>
                          <m:r>
                            <m:rPr>
                              <m:sty m:val="p"/>
                            </m:rPr>
                            <a:rPr lang="en-US" altLang="zh-CN" sz="2400">
                              <a:solidFill>
                                <a:schemeClr val="accent2"/>
                              </a:solidFill>
                              <a:latin typeface="Cambria Math" panose="02040503050406030204" pitchFamily="18" charset="0"/>
                            </a:rPr>
                            <m:t>A</m:t>
                          </m:r>
                        </m:e>
                      </m:acc>
                      <m:r>
                        <m:rPr>
                          <m:sty m:val="p"/>
                        </m:rPr>
                        <a:rPr lang="en-US" altLang="zh-CN" sz="2400">
                          <a:solidFill>
                            <a:schemeClr val="accent2"/>
                          </a:solidFill>
                          <a:latin typeface="Cambria Math" panose="02040503050406030204" pitchFamily="18" charset="0"/>
                        </a:rPr>
                        <m:t>BC</m:t>
                      </m:r>
                      <m:acc>
                        <m:accPr>
                          <m:chr m:val="̅"/>
                          <m:ctrlPr>
                            <a:rPr lang="en-US" altLang="zh-CN" sz="2400" i="1">
                              <a:solidFill>
                                <a:schemeClr val="accent2"/>
                              </a:solidFill>
                              <a:latin typeface="Cambria Math" panose="02040503050406030204" pitchFamily="18" charset="0"/>
                            </a:rPr>
                          </m:ctrlPr>
                        </m:accPr>
                        <m:e>
                          <m:r>
                            <m:rPr>
                              <m:sty m:val="p"/>
                            </m:rPr>
                            <a:rPr lang="en-US" altLang="zh-CN" sz="2400">
                              <a:solidFill>
                                <a:schemeClr val="accent2"/>
                              </a:solidFill>
                              <a:latin typeface="Cambria Math" panose="02040503050406030204" pitchFamily="18" charset="0"/>
                            </a:rPr>
                            <m:t>D</m:t>
                          </m:r>
                        </m:e>
                      </m:acc>
                      <m:r>
                        <a:rPr lang="en-US" altLang="zh-CN" sz="2400" b="0" i="0" smtClean="0">
                          <a:solidFill>
                            <a:schemeClr val="accent2"/>
                          </a:solidFill>
                          <a:latin typeface="Cambria Math" panose="02040503050406030204" pitchFamily="18" charset="0"/>
                        </a:rPr>
                        <m:t>=</m:t>
                      </m:r>
                      <m:acc>
                        <m:accPr>
                          <m:chr m:val="̅"/>
                          <m:ctrlPr>
                            <a:rPr lang="en-US" altLang="zh-CN" sz="2400" i="1">
                              <a:solidFill>
                                <a:schemeClr val="accent2"/>
                              </a:solidFill>
                              <a:latin typeface="Cambria Math" panose="02040503050406030204" pitchFamily="18" charset="0"/>
                            </a:rPr>
                          </m:ctrlPr>
                        </m:accPr>
                        <m:e>
                          <m:r>
                            <m:rPr>
                              <m:sty m:val="p"/>
                            </m:rPr>
                            <a:rPr lang="en-US" altLang="zh-CN" sz="2400" i="0">
                              <a:solidFill>
                                <a:schemeClr val="accent2"/>
                              </a:solidFill>
                              <a:latin typeface="Cambria Math" panose="02040503050406030204" pitchFamily="18" charset="0"/>
                            </a:rPr>
                            <m:t>A</m:t>
                          </m:r>
                        </m:e>
                      </m:acc>
                      <m:r>
                        <m:rPr>
                          <m:sty m:val="p"/>
                        </m:rPr>
                        <a:rPr lang="en-US" altLang="zh-CN" sz="2400" b="0" i="0" smtClean="0">
                          <a:solidFill>
                            <a:schemeClr val="accent2"/>
                          </a:solidFill>
                          <a:latin typeface="Cambria Math" panose="02040503050406030204" pitchFamily="18" charset="0"/>
                        </a:rPr>
                        <m:t>BC</m:t>
                      </m:r>
                    </m:oMath>
                  </m:oMathPara>
                </a14:m>
                <a:endParaRPr lang="zh-CN" altLang="en-US" sz="2400" dirty="0">
                  <a:solidFill>
                    <a:schemeClr val="accent2"/>
                  </a:solidFill>
                </a:endParaRPr>
              </a:p>
            </p:txBody>
          </p:sp>
        </mc:Choice>
        <mc:Fallback>
          <p:sp>
            <p:nvSpPr>
              <p:cNvPr id="71" name="文本框 70">
                <a:extLst>
                  <a:ext uri="{FF2B5EF4-FFF2-40B4-BE49-F238E27FC236}">
                    <a16:creationId xmlns:a16="http://schemas.microsoft.com/office/drawing/2014/main" id="{416D9F11-4955-E9EE-5458-DD02282396F8}"/>
                  </a:ext>
                </a:extLst>
              </p:cNvPr>
              <p:cNvSpPr txBox="1">
                <a:spLocks noRot="1" noChangeAspect="1" noMove="1" noResize="1" noEditPoints="1" noAdjustHandles="1" noChangeArrowheads="1" noChangeShapeType="1" noTextEdit="1"/>
              </p:cNvSpPr>
              <p:nvPr/>
            </p:nvSpPr>
            <p:spPr>
              <a:xfrm>
                <a:off x="6154972" y="3524358"/>
                <a:ext cx="3367968" cy="462434"/>
              </a:xfrm>
              <a:prstGeom prst="rect">
                <a:avLst/>
              </a:prstGeom>
              <a:blipFill>
                <a:blip r:embed="rId31"/>
                <a:stretch>
                  <a:fillRect l="-543"/>
                </a:stretch>
              </a:blipFill>
            </p:spPr>
            <p:txBody>
              <a:bodyPr/>
              <a:lstStyle/>
              <a:p>
                <a:r>
                  <a:rPr lang="zh-CN" altLang="en-US">
                    <a:noFill/>
                  </a:rPr>
                  <a:t> </a:t>
                </a:r>
              </a:p>
            </p:txBody>
          </p:sp>
        </mc:Fallback>
      </mc:AlternateContent>
      <p:sp>
        <p:nvSpPr>
          <p:cNvPr id="73" name="矩形: 圆角 72">
            <a:extLst>
              <a:ext uri="{FF2B5EF4-FFF2-40B4-BE49-F238E27FC236}">
                <a16:creationId xmlns:a16="http://schemas.microsoft.com/office/drawing/2014/main" id="{42419AD4-751B-D72E-96EA-4515476C1B1C}"/>
              </a:ext>
            </a:extLst>
          </p:cNvPr>
          <p:cNvSpPr/>
          <p:nvPr/>
        </p:nvSpPr>
        <p:spPr>
          <a:xfrm>
            <a:off x="1335347" y="4185630"/>
            <a:ext cx="2101390" cy="1193833"/>
          </a:xfrm>
          <a:prstGeom prst="roundRect">
            <a:avLst>
              <a:gd name="adj" fmla="val 0"/>
            </a:avLst>
          </a:prstGeom>
          <a:noFill/>
          <a:ln w="254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4" name="文本框 73">
                <a:extLst>
                  <a:ext uri="{FF2B5EF4-FFF2-40B4-BE49-F238E27FC236}">
                    <a16:creationId xmlns:a16="http://schemas.microsoft.com/office/drawing/2014/main" id="{82CCB4DB-61A5-4348-B89D-659402EB34A6}"/>
                  </a:ext>
                </a:extLst>
              </p:cNvPr>
              <p:cNvSpPr txBox="1"/>
              <p:nvPr/>
            </p:nvSpPr>
            <p:spPr>
              <a:xfrm>
                <a:off x="6154972" y="4560599"/>
                <a:ext cx="5147343" cy="4624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400" i="0" smtClean="0">
                          <a:solidFill>
                            <a:srgbClr val="00B0F0"/>
                          </a:solidFill>
                          <a:latin typeface="Cambria Math" panose="02040503050406030204" pitchFamily="18" charset="0"/>
                        </a:rPr>
                        <m:t>AB</m:t>
                      </m:r>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C</m:t>
                          </m:r>
                        </m:e>
                      </m:acc>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D</m:t>
                          </m:r>
                        </m:e>
                      </m:acc>
                      <m:r>
                        <a:rPr lang="en-US" altLang="zh-CN" sz="2400" b="0" i="0" smtClean="0">
                          <a:solidFill>
                            <a:srgbClr val="00B0F0"/>
                          </a:solidFill>
                          <a:latin typeface="Cambria Math" panose="02040503050406030204" pitchFamily="18" charset="0"/>
                        </a:rPr>
                        <m:t>+</m:t>
                      </m:r>
                      <m:r>
                        <m:rPr>
                          <m:sty m:val="p"/>
                        </m:rPr>
                        <a:rPr lang="en-US" altLang="zh-CN" sz="2400" i="0">
                          <a:solidFill>
                            <a:srgbClr val="00B0F0"/>
                          </a:solidFill>
                          <a:latin typeface="Cambria Math" panose="02040503050406030204" pitchFamily="18" charset="0"/>
                        </a:rPr>
                        <m:t>AB</m:t>
                      </m:r>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C</m:t>
                          </m:r>
                        </m:e>
                      </m:acc>
                      <m:r>
                        <m:rPr>
                          <m:sty m:val="p"/>
                        </m:rPr>
                        <a:rPr lang="en-US" altLang="zh-CN" sz="2400" i="0">
                          <a:solidFill>
                            <a:srgbClr val="00B0F0"/>
                          </a:solidFill>
                          <a:latin typeface="Cambria Math" panose="02040503050406030204" pitchFamily="18" charset="0"/>
                        </a:rPr>
                        <m:t>D</m:t>
                      </m:r>
                      <m:r>
                        <a:rPr lang="en-US" altLang="zh-CN" sz="2400" i="0" smtClean="0">
                          <a:solidFill>
                            <a:srgbClr val="00B0F0"/>
                          </a:solidFill>
                          <a:latin typeface="Cambria Math" panose="02040503050406030204" pitchFamily="18" charset="0"/>
                        </a:rPr>
                        <m:t>+</m:t>
                      </m:r>
                      <m:r>
                        <m:rPr>
                          <m:sty m:val="p"/>
                        </m:rPr>
                        <a:rPr lang="en-US" altLang="zh-CN" sz="2400" i="0">
                          <a:solidFill>
                            <a:srgbClr val="00B0F0"/>
                          </a:solidFill>
                          <a:latin typeface="Cambria Math" panose="02040503050406030204" pitchFamily="18" charset="0"/>
                        </a:rPr>
                        <m:t>A</m:t>
                      </m:r>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B</m:t>
                          </m:r>
                        </m:e>
                      </m:acc>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C</m:t>
                          </m:r>
                        </m:e>
                      </m:acc>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D</m:t>
                          </m:r>
                        </m:e>
                      </m:acc>
                      <m:r>
                        <a:rPr lang="en-US" altLang="zh-CN" sz="2400" i="0">
                          <a:solidFill>
                            <a:srgbClr val="00B0F0"/>
                          </a:solidFill>
                          <a:latin typeface="Cambria Math" panose="02040503050406030204" pitchFamily="18" charset="0"/>
                        </a:rPr>
                        <m:t>+</m:t>
                      </m:r>
                      <m:r>
                        <m:rPr>
                          <m:sty m:val="p"/>
                        </m:rPr>
                        <a:rPr lang="en-US" altLang="zh-CN" sz="2400" i="0">
                          <a:solidFill>
                            <a:srgbClr val="00B0F0"/>
                          </a:solidFill>
                          <a:latin typeface="Cambria Math" panose="02040503050406030204" pitchFamily="18" charset="0"/>
                        </a:rPr>
                        <m:t>A</m:t>
                      </m:r>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B</m:t>
                          </m:r>
                        </m:e>
                      </m:acc>
                      <m:acc>
                        <m:accPr>
                          <m:chr m:val="̅"/>
                          <m:ctrlPr>
                            <a:rPr lang="en-US" altLang="zh-CN" sz="2400" i="1">
                              <a:solidFill>
                                <a:srgbClr val="00B0F0"/>
                              </a:solidFill>
                              <a:latin typeface="Cambria Math" panose="02040503050406030204" pitchFamily="18" charset="0"/>
                            </a:rPr>
                          </m:ctrlPr>
                        </m:accPr>
                        <m:e>
                          <m:r>
                            <m:rPr>
                              <m:sty m:val="p"/>
                            </m:rPr>
                            <a:rPr lang="en-US" altLang="zh-CN" sz="2400" i="0">
                              <a:solidFill>
                                <a:srgbClr val="00B0F0"/>
                              </a:solidFill>
                              <a:latin typeface="Cambria Math" panose="02040503050406030204" pitchFamily="18" charset="0"/>
                            </a:rPr>
                            <m:t>C</m:t>
                          </m:r>
                        </m:e>
                      </m:acc>
                      <m:r>
                        <m:rPr>
                          <m:sty m:val="p"/>
                        </m:rPr>
                        <a:rPr lang="en-US" altLang="zh-CN" sz="2400" i="0">
                          <a:solidFill>
                            <a:srgbClr val="00B0F0"/>
                          </a:solidFill>
                          <a:latin typeface="Cambria Math" panose="02040503050406030204" pitchFamily="18" charset="0"/>
                        </a:rPr>
                        <m:t>D</m:t>
                      </m:r>
                      <m:r>
                        <a:rPr lang="en-US" altLang="zh-CN" sz="2400" b="0" i="0" smtClean="0">
                          <a:solidFill>
                            <a:srgbClr val="00B0F0"/>
                          </a:solidFill>
                          <a:latin typeface="Cambria Math" panose="02040503050406030204" pitchFamily="18" charset="0"/>
                        </a:rPr>
                        <m:t>=</m:t>
                      </m:r>
                      <m:r>
                        <m:rPr>
                          <m:sty m:val="p"/>
                        </m:rPr>
                        <a:rPr lang="en-US" altLang="zh-CN" sz="2400" b="0" i="0" smtClean="0">
                          <a:solidFill>
                            <a:srgbClr val="00B0F0"/>
                          </a:solidFill>
                          <a:latin typeface="Cambria Math" panose="02040503050406030204" pitchFamily="18" charset="0"/>
                        </a:rPr>
                        <m:t>A</m:t>
                      </m:r>
                      <m:acc>
                        <m:accPr>
                          <m:chr m:val="̅"/>
                          <m:ctrlPr>
                            <a:rPr lang="en-US" altLang="zh-CN" sz="2400" i="1">
                              <a:solidFill>
                                <a:srgbClr val="00B0F0"/>
                              </a:solidFill>
                              <a:latin typeface="Cambria Math" panose="02040503050406030204" pitchFamily="18" charset="0"/>
                            </a:rPr>
                          </m:ctrlPr>
                        </m:accPr>
                        <m:e>
                          <m:r>
                            <m:rPr>
                              <m:sty m:val="p"/>
                            </m:rPr>
                            <a:rPr lang="en-US" altLang="zh-CN" sz="2400" b="0" i="0" smtClean="0">
                              <a:solidFill>
                                <a:srgbClr val="00B0F0"/>
                              </a:solidFill>
                              <a:latin typeface="Cambria Math" panose="02040503050406030204" pitchFamily="18" charset="0"/>
                            </a:rPr>
                            <m:t>C</m:t>
                          </m:r>
                        </m:e>
                      </m:acc>
                    </m:oMath>
                  </m:oMathPara>
                </a14:m>
                <a:endParaRPr lang="zh-CN" altLang="en-US" sz="2400" dirty="0">
                  <a:solidFill>
                    <a:srgbClr val="00B0F0"/>
                  </a:solidFill>
                </a:endParaRPr>
              </a:p>
            </p:txBody>
          </p:sp>
        </mc:Choice>
        <mc:Fallback>
          <p:sp>
            <p:nvSpPr>
              <p:cNvPr id="74" name="文本框 73">
                <a:extLst>
                  <a:ext uri="{FF2B5EF4-FFF2-40B4-BE49-F238E27FC236}">
                    <a16:creationId xmlns:a16="http://schemas.microsoft.com/office/drawing/2014/main" id="{82CCB4DB-61A5-4348-B89D-659402EB34A6}"/>
                  </a:ext>
                </a:extLst>
              </p:cNvPr>
              <p:cNvSpPr txBox="1">
                <a:spLocks noRot="1" noChangeAspect="1" noMove="1" noResize="1" noEditPoints="1" noAdjustHandles="1" noChangeArrowheads="1" noChangeShapeType="1" noTextEdit="1"/>
              </p:cNvSpPr>
              <p:nvPr/>
            </p:nvSpPr>
            <p:spPr>
              <a:xfrm>
                <a:off x="6154972" y="4560599"/>
                <a:ext cx="5147343" cy="462434"/>
              </a:xfrm>
              <a:prstGeom prst="rect">
                <a:avLst/>
              </a:prstGeom>
              <a:blipFill>
                <a:blip r:embed="rId32"/>
                <a:stretch>
                  <a:fillRect l="-355" r="-4028"/>
                </a:stretch>
              </a:blipFill>
            </p:spPr>
            <p:txBody>
              <a:bodyPr/>
              <a:lstStyle/>
              <a:p>
                <a:r>
                  <a:rPr lang="zh-CN" altLang="en-US">
                    <a:noFill/>
                  </a:rPr>
                  <a:t> </a:t>
                </a:r>
              </a:p>
            </p:txBody>
          </p:sp>
        </mc:Fallback>
      </mc:AlternateContent>
      <p:sp>
        <p:nvSpPr>
          <p:cNvPr id="75" name="矩形: 圆角 74">
            <a:extLst>
              <a:ext uri="{FF2B5EF4-FFF2-40B4-BE49-F238E27FC236}">
                <a16:creationId xmlns:a16="http://schemas.microsoft.com/office/drawing/2014/main" id="{90EA2C2F-FA95-0F08-CFBE-35104C71C24B}"/>
              </a:ext>
            </a:extLst>
          </p:cNvPr>
          <p:cNvSpPr/>
          <p:nvPr/>
        </p:nvSpPr>
        <p:spPr>
          <a:xfrm>
            <a:off x="2441458" y="2792590"/>
            <a:ext cx="2101098" cy="2586873"/>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左中括号 7">
            <a:extLst>
              <a:ext uri="{FF2B5EF4-FFF2-40B4-BE49-F238E27FC236}">
                <a16:creationId xmlns:a16="http://schemas.microsoft.com/office/drawing/2014/main" id="{E4D247FF-7378-CE25-A66B-A3DA177AF4EF}"/>
              </a:ext>
            </a:extLst>
          </p:cNvPr>
          <p:cNvSpPr/>
          <p:nvPr/>
        </p:nvSpPr>
        <p:spPr>
          <a:xfrm>
            <a:off x="4660493" y="2789864"/>
            <a:ext cx="1261110" cy="1218419"/>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左中括号 8">
            <a:extLst>
              <a:ext uri="{FF2B5EF4-FFF2-40B4-BE49-F238E27FC236}">
                <a16:creationId xmlns:a16="http://schemas.microsoft.com/office/drawing/2014/main" id="{8747DD6A-C649-CAAA-415A-39E350E74179}"/>
              </a:ext>
            </a:extLst>
          </p:cNvPr>
          <p:cNvSpPr/>
          <p:nvPr/>
        </p:nvSpPr>
        <p:spPr>
          <a:xfrm flipH="1">
            <a:off x="1063377" y="2787487"/>
            <a:ext cx="1261110" cy="1232964"/>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1BF1CF9F-E2CB-992E-A3BD-379E9AD4AA15}"/>
                  </a:ext>
                </a:extLst>
              </p:cNvPr>
              <p:cNvSpPr txBox="1"/>
              <p:nvPr/>
            </p:nvSpPr>
            <p:spPr>
              <a:xfrm>
                <a:off x="6154972" y="3167856"/>
                <a:ext cx="5147343" cy="4624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2400" i="1" smtClean="0">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A</m:t>
                          </m:r>
                        </m:e>
                      </m:acc>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B</m:t>
                          </m:r>
                        </m:e>
                      </m:acc>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C</m:t>
                          </m:r>
                        </m:e>
                      </m:acc>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D</m:t>
                          </m:r>
                        </m:e>
                      </m:acc>
                      <m:r>
                        <a:rPr lang="en-US" altLang="zh-CN" sz="2400" b="0" i="0" smtClean="0">
                          <a:solidFill>
                            <a:srgbClr val="0000FF"/>
                          </a:solidFill>
                          <a:latin typeface="Cambria Math" panose="02040503050406030204" pitchFamily="18" charset="0"/>
                        </a:rPr>
                        <m:t>+</m:t>
                      </m:r>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A</m:t>
                          </m:r>
                        </m:e>
                      </m:acc>
                      <m:r>
                        <m:rPr>
                          <m:sty m:val="p"/>
                        </m:rPr>
                        <a:rPr lang="en-US" altLang="zh-CN" sz="2400" b="0" i="0" smtClean="0">
                          <a:solidFill>
                            <a:srgbClr val="0000FF"/>
                          </a:solidFill>
                          <a:latin typeface="Cambria Math" panose="02040503050406030204" pitchFamily="18" charset="0"/>
                        </a:rPr>
                        <m:t>B</m:t>
                      </m:r>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C</m:t>
                          </m:r>
                        </m:e>
                      </m:acc>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D</m:t>
                          </m:r>
                        </m:e>
                      </m:acc>
                      <m:r>
                        <a:rPr lang="en-US" altLang="zh-CN" sz="2400" i="0" smtClean="0">
                          <a:solidFill>
                            <a:srgbClr val="0000FF"/>
                          </a:solidFill>
                          <a:latin typeface="Cambria Math" panose="02040503050406030204" pitchFamily="18" charset="0"/>
                        </a:rPr>
                        <m:t>+</m:t>
                      </m:r>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A</m:t>
                          </m:r>
                        </m:e>
                      </m:acc>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B</m:t>
                          </m:r>
                        </m:e>
                      </m:acc>
                      <m:r>
                        <m:rPr>
                          <m:sty m:val="p"/>
                        </m:rPr>
                        <a:rPr lang="en-US" altLang="zh-CN" sz="2400" b="0" i="0" smtClean="0">
                          <a:solidFill>
                            <a:srgbClr val="0000FF"/>
                          </a:solidFill>
                          <a:latin typeface="Cambria Math" panose="02040503050406030204" pitchFamily="18" charset="0"/>
                        </a:rPr>
                        <m:t>C</m:t>
                      </m:r>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D</m:t>
                          </m:r>
                        </m:e>
                      </m:acc>
                      <m:r>
                        <a:rPr lang="en-US" altLang="zh-CN" sz="2400" i="0">
                          <a:solidFill>
                            <a:srgbClr val="0000FF"/>
                          </a:solidFill>
                          <a:latin typeface="Cambria Math" panose="02040503050406030204" pitchFamily="18" charset="0"/>
                        </a:rPr>
                        <m:t>+</m:t>
                      </m:r>
                      <m:acc>
                        <m:accPr>
                          <m:chr m:val="̅"/>
                          <m:ctrlPr>
                            <a:rPr lang="en-US" altLang="zh-CN" sz="2400" i="1">
                              <a:solidFill>
                                <a:srgbClr val="0000FF"/>
                              </a:solidFill>
                              <a:latin typeface="Cambria Math" panose="02040503050406030204" pitchFamily="18" charset="0"/>
                            </a:rPr>
                          </m:ctrlPr>
                        </m:accPr>
                        <m:e>
                          <m:r>
                            <m:rPr>
                              <m:sty m:val="p"/>
                            </m:rPr>
                            <a:rPr lang="en-US" altLang="zh-CN" sz="2400" i="0">
                              <a:solidFill>
                                <a:srgbClr val="0000FF"/>
                              </a:solidFill>
                              <a:latin typeface="Cambria Math" panose="02040503050406030204" pitchFamily="18" charset="0"/>
                            </a:rPr>
                            <m:t>A</m:t>
                          </m:r>
                        </m:e>
                      </m:acc>
                      <m:r>
                        <m:rPr>
                          <m:sty m:val="p"/>
                        </m:rPr>
                        <a:rPr lang="en-US" altLang="zh-CN" sz="2400" b="0" i="0" smtClean="0">
                          <a:solidFill>
                            <a:srgbClr val="0000FF"/>
                          </a:solidFill>
                          <a:latin typeface="Cambria Math" panose="02040503050406030204" pitchFamily="18" charset="0"/>
                        </a:rPr>
                        <m:t>BC</m:t>
                      </m:r>
                      <m:acc>
                        <m:accPr>
                          <m:chr m:val="̅"/>
                          <m:ctrlPr>
                            <a:rPr lang="en-US" altLang="zh-CN" sz="2400" i="1">
                              <a:solidFill>
                                <a:srgbClr val="0000FF"/>
                              </a:solidFill>
                              <a:latin typeface="Cambria Math" panose="02040503050406030204" pitchFamily="18" charset="0"/>
                            </a:rPr>
                          </m:ctrlPr>
                        </m:accPr>
                        <m:e>
                          <m:r>
                            <m:rPr>
                              <m:sty m:val="p"/>
                            </m:rPr>
                            <a:rPr lang="en-US" altLang="zh-CN" sz="2400" i="0" smtClean="0">
                              <a:solidFill>
                                <a:srgbClr val="0000FF"/>
                              </a:solidFill>
                              <a:latin typeface="Cambria Math" panose="02040503050406030204" pitchFamily="18" charset="0"/>
                            </a:rPr>
                            <m:t>D</m:t>
                          </m:r>
                        </m:e>
                      </m:acc>
                      <m:r>
                        <a:rPr lang="en-US" altLang="zh-CN" sz="2400" b="0" i="0" smtClean="0">
                          <a:solidFill>
                            <a:srgbClr val="0000FF"/>
                          </a:solidFill>
                          <a:latin typeface="Cambria Math" panose="02040503050406030204" pitchFamily="18" charset="0"/>
                        </a:rPr>
                        <m:t>=</m:t>
                      </m:r>
                      <m:acc>
                        <m:accPr>
                          <m:chr m:val="̅"/>
                          <m:ctrlPr>
                            <a:rPr lang="en-US" altLang="zh-CN" sz="2400" i="1">
                              <a:solidFill>
                                <a:srgbClr val="0000FF"/>
                              </a:solidFill>
                              <a:latin typeface="Cambria Math" panose="02040503050406030204" pitchFamily="18" charset="0"/>
                            </a:rPr>
                          </m:ctrlPr>
                        </m:accPr>
                        <m:e>
                          <m:r>
                            <m:rPr>
                              <m:sty m:val="p"/>
                            </m:rPr>
                            <a:rPr lang="en-US" altLang="zh-CN" sz="2400">
                              <a:solidFill>
                                <a:srgbClr val="0000FF"/>
                              </a:solidFill>
                              <a:latin typeface="Cambria Math" panose="02040503050406030204" pitchFamily="18" charset="0"/>
                            </a:rPr>
                            <m:t>A</m:t>
                          </m:r>
                        </m:e>
                      </m:acc>
                      <m:acc>
                        <m:accPr>
                          <m:chr m:val="̅"/>
                          <m:ctrlPr>
                            <a:rPr lang="en-US" altLang="zh-CN" sz="2400" i="1">
                              <a:solidFill>
                                <a:srgbClr val="0000FF"/>
                              </a:solidFill>
                              <a:latin typeface="Cambria Math" panose="02040503050406030204" pitchFamily="18" charset="0"/>
                            </a:rPr>
                          </m:ctrlPr>
                        </m:accPr>
                        <m:e>
                          <m:r>
                            <m:rPr>
                              <m:sty m:val="p"/>
                            </m:rPr>
                            <a:rPr lang="en-US" altLang="zh-CN" sz="2400">
                              <a:solidFill>
                                <a:srgbClr val="0000FF"/>
                              </a:solidFill>
                              <a:latin typeface="Cambria Math" panose="02040503050406030204" pitchFamily="18" charset="0"/>
                            </a:rPr>
                            <m:t>D</m:t>
                          </m:r>
                        </m:e>
                      </m:acc>
                    </m:oMath>
                  </m:oMathPara>
                </a14:m>
                <a:endParaRPr lang="zh-CN" altLang="en-US" sz="2400" dirty="0">
                  <a:solidFill>
                    <a:srgbClr val="0000FF"/>
                  </a:solidFill>
                </a:endParaRPr>
              </a:p>
            </p:txBody>
          </p:sp>
        </mc:Choice>
        <mc:Fallback>
          <p:sp>
            <p:nvSpPr>
              <p:cNvPr id="10" name="文本框 9">
                <a:extLst>
                  <a:ext uri="{FF2B5EF4-FFF2-40B4-BE49-F238E27FC236}">
                    <a16:creationId xmlns:a16="http://schemas.microsoft.com/office/drawing/2014/main" id="{1BF1CF9F-E2CB-992E-A3BD-379E9AD4AA15}"/>
                  </a:ext>
                </a:extLst>
              </p:cNvPr>
              <p:cNvSpPr txBox="1">
                <a:spLocks noRot="1" noChangeAspect="1" noMove="1" noResize="1" noEditPoints="1" noAdjustHandles="1" noChangeArrowheads="1" noChangeShapeType="1" noTextEdit="1"/>
              </p:cNvSpPr>
              <p:nvPr/>
            </p:nvSpPr>
            <p:spPr>
              <a:xfrm>
                <a:off x="6154972" y="3167856"/>
                <a:ext cx="5147343" cy="462434"/>
              </a:xfrm>
              <a:prstGeom prst="rect">
                <a:avLst/>
              </a:prstGeom>
              <a:blipFill>
                <a:blip r:embed="rId33"/>
                <a:stretch>
                  <a:fillRect l="-355" r="-72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39407E37-E1F1-CF3D-9791-791C375AF60B}"/>
                  </a:ext>
                </a:extLst>
              </p:cNvPr>
              <p:cNvSpPr txBox="1"/>
              <p:nvPr/>
            </p:nvSpPr>
            <p:spPr>
              <a:xfrm>
                <a:off x="6154971" y="3854809"/>
                <a:ext cx="5737979" cy="8325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2400" i="1" smtClean="0">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A</m:t>
                          </m:r>
                        </m:e>
                      </m:acc>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B</m:t>
                          </m:r>
                        </m:e>
                      </m:acc>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C</m:t>
                          </m:r>
                        </m:e>
                      </m:acc>
                      <m:r>
                        <m:rPr>
                          <m:sty m:val="p"/>
                        </m:rPr>
                        <a:rPr lang="en-US" altLang="zh-CN" sz="2400" b="0" i="0" smtClean="0">
                          <a:solidFill>
                            <a:srgbClr val="00B050"/>
                          </a:solidFill>
                          <a:latin typeface="Cambria Math" panose="02040503050406030204" pitchFamily="18" charset="0"/>
                        </a:rPr>
                        <m:t>D</m:t>
                      </m:r>
                      <m:r>
                        <a:rPr lang="en-US" altLang="zh-CN" sz="2400" b="0" i="0" smtClean="0">
                          <a:solidFill>
                            <a:srgbClr val="00B050"/>
                          </a:solidFill>
                          <a:latin typeface="Cambria Math" panose="02040503050406030204" pitchFamily="18" charset="0"/>
                        </a:rPr>
                        <m:t>+</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A</m:t>
                          </m:r>
                        </m:e>
                      </m:acc>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B</m:t>
                          </m:r>
                        </m:e>
                      </m:acc>
                      <m:r>
                        <m:rPr>
                          <m:sty m:val="p"/>
                        </m:rPr>
                        <a:rPr lang="en-US" altLang="zh-CN" sz="2400" b="0" i="0" smtClean="0">
                          <a:solidFill>
                            <a:srgbClr val="00B050"/>
                          </a:solidFill>
                          <a:latin typeface="Cambria Math" panose="02040503050406030204" pitchFamily="18" charset="0"/>
                        </a:rPr>
                        <m:t>CD</m:t>
                      </m:r>
                      <m:r>
                        <a:rPr lang="en-US" altLang="zh-CN" sz="2400" i="0" smtClean="0">
                          <a:solidFill>
                            <a:srgbClr val="00B050"/>
                          </a:solidFill>
                          <a:latin typeface="Cambria Math" panose="02040503050406030204" pitchFamily="18" charset="0"/>
                        </a:rPr>
                        <m:t>+</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A</m:t>
                          </m:r>
                        </m:e>
                      </m:acc>
                      <m:r>
                        <m:rPr>
                          <m:sty m:val="p"/>
                        </m:rPr>
                        <a:rPr lang="en-US" altLang="zh-CN" sz="2400" b="0" i="0" smtClean="0">
                          <a:solidFill>
                            <a:srgbClr val="00B050"/>
                          </a:solidFill>
                          <a:latin typeface="Cambria Math" panose="02040503050406030204" pitchFamily="18" charset="0"/>
                        </a:rPr>
                        <m:t>B</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C</m:t>
                          </m:r>
                        </m:e>
                      </m:acc>
                      <m:r>
                        <m:rPr>
                          <m:sty m:val="p"/>
                        </m:rPr>
                        <a:rPr lang="en-US" altLang="zh-CN" sz="2400" b="0" i="0" smtClean="0">
                          <a:solidFill>
                            <a:srgbClr val="00B050"/>
                          </a:solidFill>
                          <a:latin typeface="Cambria Math" panose="02040503050406030204" pitchFamily="18" charset="0"/>
                        </a:rPr>
                        <m:t>D</m:t>
                      </m:r>
                      <m:r>
                        <a:rPr lang="en-US" altLang="zh-CN" sz="2400" i="0">
                          <a:solidFill>
                            <a:srgbClr val="00B050"/>
                          </a:solidFill>
                          <a:latin typeface="Cambria Math" panose="02040503050406030204" pitchFamily="18" charset="0"/>
                        </a:rPr>
                        <m:t>+</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A</m:t>
                          </m:r>
                        </m:e>
                      </m:acc>
                      <m:r>
                        <m:rPr>
                          <m:sty m:val="p"/>
                        </m:rPr>
                        <a:rPr lang="en-US" altLang="zh-CN" sz="2400" b="0" i="0" smtClean="0">
                          <a:solidFill>
                            <a:srgbClr val="00B050"/>
                          </a:solidFill>
                          <a:latin typeface="Cambria Math" panose="02040503050406030204" pitchFamily="18" charset="0"/>
                        </a:rPr>
                        <m:t>BCD</m:t>
                      </m:r>
                      <m:r>
                        <a:rPr lang="en-US" altLang="zh-CN" sz="2400" b="0" i="0" smtClean="0">
                          <a:solidFill>
                            <a:srgbClr val="00B050"/>
                          </a:solidFill>
                          <a:latin typeface="Cambria Math" panose="02040503050406030204" pitchFamily="18" charset="0"/>
                        </a:rPr>
                        <m:t>+</m:t>
                      </m:r>
                      <m:r>
                        <m:rPr>
                          <m:sty m:val="p"/>
                        </m:rPr>
                        <a:rPr lang="en-US" altLang="zh-CN" sz="2400">
                          <a:solidFill>
                            <a:srgbClr val="00B050"/>
                          </a:solidFill>
                          <a:latin typeface="Cambria Math" panose="02040503050406030204" pitchFamily="18" charset="0"/>
                        </a:rPr>
                        <m:t>AB</m:t>
                      </m:r>
                      <m:acc>
                        <m:accPr>
                          <m:chr m:val="̅"/>
                          <m:ctrlPr>
                            <a:rPr lang="en-US" altLang="zh-CN" sz="2400" i="1">
                              <a:solidFill>
                                <a:srgbClr val="00B050"/>
                              </a:solidFill>
                              <a:latin typeface="Cambria Math" panose="02040503050406030204" pitchFamily="18" charset="0"/>
                            </a:rPr>
                          </m:ctrlPr>
                        </m:accPr>
                        <m:e>
                          <m:r>
                            <m:rPr>
                              <m:sty m:val="p"/>
                            </m:rPr>
                            <a:rPr lang="en-US" altLang="zh-CN" sz="2400">
                              <a:solidFill>
                                <a:srgbClr val="00B050"/>
                              </a:solidFill>
                              <a:latin typeface="Cambria Math" panose="02040503050406030204" pitchFamily="18" charset="0"/>
                            </a:rPr>
                            <m:t>C</m:t>
                          </m:r>
                        </m:e>
                      </m:acc>
                      <m:r>
                        <m:rPr>
                          <m:sty m:val="p"/>
                        </m:rPr>
                        <a:rPr lang="en-US" altLang="zh-CN" sz="2400">
                          <a:solidFill>
                            <a:srgbClr val="00B050"/>
                          </a:solidFill>
                          <a:latin typeface="Cambria Math" panose="02040503050406030204" pitchFamily="18" charset="0"/>
                        </a:rPr>
                        <m:t>D</m:t>
                      </m:r>
                      <m:r>
                        <a:rPr lang="en-US" altLang="zh-CN" sz="2400">
                          <a:solidFill>
                            <a:srgbClr val="00B050"/>
                          </a:solidFill>
                          <a:latin typeface="Cambria Math" panose="02040503050406030204" pitchFamily="18" charset="0"/>
                        </a:rPr>
                        <m:t>+</m:t>
                      </m:r>
                    </m:oMath>
                  </m:oMathPara>
                </a14:m>
                <a:endParaRPr lang="en-US" altLang="zh-CN" sz="2400" dirty="0">
                  <a:solidFill>
                    <a:srgbClr val="00B050"/>
                  </a:solidFill>
                  <a:latin typeface="Cambria Math" panose="02040503050406030204" pitchFamily="18" charset="0"/>
                </a:endParaRPr>
              </a:p>
              <a:p>
                <a:r>
                  <a:rPr lang="en-US" altLang="zh-CN" sz="2400" b="0" dirty="0">
                    <a:solidFill>
                      <a:srgbClr val="00B050"/>
                    </a:solidFill>
                  </a:rPr>
                  <a:t>	</a:t>
                </a:r>
                <a14:m>
                  <m:oMath xmlns:m="http://schemas.openxmlformats.org/officeDocument/2006/math">
                    <m:r>
                      <m:rPr>
                        <m:sty m:val="p"/>
                      </m:rPr>
                      <a:rPr lang="en-US" altLang="zh-CN" sz="2400" b="0" i="0" smtClean="0">
                        <a:solidFill>
                          <a:srgbClr val="00B050"/>
                        </a:solidFill>
                        <a:latin typeface="Cambria Math" panose="02040503050406030204" pitchFamily="18" charset="0"/>
                      </a:rPr>
                      <m:t>ABCD</m:t>
                    </m:r>
                    <m:r>
                      <a:rPr lang="en-US" altLang="zh-CN" sz="2400" b="0" i="0" smtClean="0">
                        <a:solidFill>
                          <a:srgbClr val="00B050"/>
                        </a:solidFill>
                        <a:latin typeface="Cambria Math" panose="02040503050406030204" pitchFamily="18" charset="0"/>
                      </a:rPr>
                      <m:t>+</m:t>
                    </m:r>
                    <m:r>
                      <m:rPr>
                        <m:sty m:val="p"/>
                      </m:rPr>
                      <a:rPr lang="en-US" altLang="zh-CN" sz="2400" b="0" i="0" smtClean="0">
                        <a:solidFill>
                          <a:srgbClr val="00B050"/>
                        </a:solidFill>
                        <a:latin typeface="Cambria Math" panose="02040503050406030204" pitchFamily="18" charset="0"/>
                      </a:rPr>
                      <m:t>A</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B</m:t>
                        </m:r>
                      </m:e>
                    </m:acc>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C</m:t>
                        </m:r>
                      </m:e>
                    </m:acc>
                    <m:r>
                      <m:rPr>
                        <m:sty m:val="p"/>
                      </m:rPr>
                      <a:rPr lang="en-US" altLang="zh-CN" sz="2400" b="0" i="0" smtClean="0">
                        <a:solidFill>
                          <a:srgbClr val="00B050"/>
                        </a:solidFill>
                        <a:latin typeface="Cambria Math" panose="02040503050406030204" pitchFamily="18" charset="0"/>
                      </a:rPr>
                      <m:t>D</m:t>
                    </m:r>
                    <m:r>
                      <a:rPr lang="en-US" altLang="zh-CN" sz="2400" b="0" i="0" smtClean="0">
                        <a:solidFill>
                          <a:srgbClr val="00B050"/>
                        </a:solidFill>
                        <a:latin typeface="Cambria Math" panose="02040503050406030204" pitchFamily="18" charset="0"/>
                      </a:rPr>
                      <m:t>+</m:t>
                    </m:r>
                    <m:r>
                      <m:rPr>
                        <m:sty m:val="p"/>
                      </m:rPr>
                      <a:rPr lang="en-US" altLang="zh-CN" sz="2400" b="0" i="0" smtClean="0">
                        <a:solidFill>
                          <a:srgbClr val="00B050"/>
                        </a:solidFill>
                        <a:latin typeface="Cambria Math" panose="02040503050406030204" pitchFamily="18" charset="0"/>
                      </a:rPr>
                      <m:t>A</m:t>
                    </m:r>
                    <m:acc>
                      <m:accPr>
                        <m:chr m:val="̅"/>
                        <m:ctrlPr>
                          <a:rPr lang="en-US" altLang="zh-CN" sz="2400" i="1">
                            <a:solidFill>
                              <a:srgbClr val="00B050"/>
                            </a:solidFill>
                            <a:latin typeface="Cambria Math" panose="02040503050406030204" pitchFamily="18" charset="0"/>
                          </a:rPr>
                        </m:ctrlPr>
                      </m:accPr>
                      <m:e>
                        <m:r>
                          <m:rPr>
                            <m:sty m:val="p"/>
                          </m:rPr>
                          <a:rPr lang="en-US" altLang="zh-CN" sz="2400" i="0">
                            <a:solidFill>
                              <a:srgbClr val="00B050"/>
                            </a:solidFill>
                            <a:latin typeface="Cambria Math" panose="02040503050406030204" pitchFamily="18" charset="0"/>
                          </a:rPr>
                          <m:t>B</m:t>
                        </m:r>
                      </m:e>
                    </m:acc>
                    <m:r>
                      <m:rPr>
                        <m:sty m:val="p"/>
                      </m:rPr>
                      <a:rPr lang="en-US" altLang="zh-CN" sz="2400" b="0" i="0" smtClean="0">
                        <a:solidFill>
                          <a:srgbClr val="00B050"/>
                        </a:solidFill>
                        <a:latin typeface="Cambria Math" panose="02040503050406030204" pitchFamily="18" charset="0"/>
                      </a:rPr>
                      <m:t>CD</m:t>
                    </m:r>
                    <m:r>
                      <a:rPr lang="en-US" altLang="zh-CN" sz="2400" b="0" i="0" smtClean="0">
                        <a:solidFill>
                          <a:srgbClr val="00B050"/>
                        </a:solidFill>
                        <a:latin typeface="Cambria Math" panose="02040503050406030204" pitchFamily="18" charset="0"/>
                      </a:rPr>
                      <m:t>=</m:t>
                    </m:r>
                    <m:r>
                      <m:rPr>
                        <m:sty m:val="p"/>
                      </m:rPr>
                      <a:rPr lang="en-US" altLang="zh-CN" sz="2400" b="0" i="0" smtClean="0">
                        <a:solidFill>
                          <a:srgbClr val="00B050"/>
                        </a:solidFill>
                        <a:latin typeface="Cambria Math" panose="02040503050406030204" pitchFamily="18" charset="0"/>
                      </a:rPr>
                      <m:t>D</m:t>
                    </m:r>
                  </m:oMath>
                </a14:m>
                <a:endParaRPr lang="zh-CN" altLang="en-US" sz="2400" dirty="0">
                  <a:solidFill>
                    <a:srgbClr val="00B050"/>
                  </a:solidFill>
                </a:endParaRPr>
              </a:p>
            </p:txBody>
          </p:sp>
        </mc:Choice>
        <mc:Fallback>
          <p:sp>
            <p:nvSpPr>
              <p:cNvPr id="11" name="文本框 10">
                <a:extLst>
                  <a:ext uri="{FF2B5EF4-FFF2-40B4-BE49-F238E27FC236}">
                    <a16:creationId xmlns:a16="http://schemas.microsoft.com/office/drawing/2014/main" id="{39407E37-E1F1-CF3D-9791-791C375AF60B}"/>
                  </a:ext>
                </a:extLst>
              </p:cNvPr>
              <p:cNvSpPr txBox="1">
                <a:spLocks noRot="1" noChangeAspect="1" noMove="1" noResize="1" noEditPoints="1" noAdjustHandles="1" noChangeArrowheads="1" noChangeShapeType="1" noTextEdit="1"/>
              </p:cNvSpPr>
              <p:nvPr/>
            </p:nvSpPr>
            <p:spPr>
              <a:xfrm>
                <a:off x="6154971" y="3854809"/>
                <a:ext cx="5737979" cy="832536"/>
              </a:xfrm>
              <a:prstGeom prst="rect">
                <a:avLst/>
              </a:prstGeom>
              <a:blipFill>
                <a:blip r:embed="rId34"/>
                <a:stretch>
                  <a:fillRect l="-319"/>
                </a:stretch>
              </a:blipFill>
            </p:spPr>
            <p:txBody>
              <a:bodyPr/>
              <a:lstStyle/>
              <a:p>
                <a:r>
                  <a:rPr lang="zh-CN" altLang="en-US">
                    <a:noFill/>
                  </a:rPr>
                  <a:t> </a:t>
                </a:r>
              </a:p>
            </p:txBody>
          </p:sp>
        </mc:Fallback>
      </mc:AlternateContent>
      <p:sp>
        <p:nvSpPr>
          <p:cNvPr id="29" name="矩形: 圆角 28">
            <a:extLst>
              <a:ext uri="{FF2B5EF4-FFF2-40B4-BE49-F238E27FC236}">
                <a16:creationId xmlns:a16="http://schemas.microsoft.com/office/drawing/2014/main" id="{42053549-FEE5-5741-BB32-4A2C63574933}"/>
              </a:ext>
            </a:extLst>
          </p:cNvPr>
          <p:cNvSpPr/>
          <p:nvPr/>
        </p:nvSpPr>
        <p:spPr>
          <a:xfrm>
            <a:off x="1336513" y="2786096"/>
            <a:ext cx="4316954" cy="2586873"/>
          </a:xfrm>
          <a:prstGeom prst="roundRect">
            <a:avLst>
              <a:gd name="adj"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B672F761-6327-953B-E491-42A205D13761}"/>
              </a:ext>
            </a:extLst>
          </p:cNvPr>
          <p:cNvSpPr txBox="1"/>
          <p:nvPr/>
        </p:nvSpPr>
        <p:spPr>
          <a:xfrm>
            <a:off x="6154971" y="5267158"/>
            <a:ext cx="3432872" cy="461665"/>
          </a:xfrm>
          <a:prstGeom prst="rect">
            <a:avLst/>
          </a:prstGeom>
          <a:noFill/>
        </p:spPr>
        <p:txBody>
          <a:bodyPr wrap="square">
            <a:spAutoFit/>
          </a:bodyPr>
          <a:lstStyle/>
          <a:p>
            <a:r>
              <a:rPr lang="zh-CN" altLang="en-US" sz="2400" dirty="0">
                <a:solidFill>
                  <a:srgbClr val="FF00FF"/>
                </a:solidFill>
                <a:latin typeface="微软雅黑" panose="020B0503020204020204" pitchFamily="34" charset="-122"/>
                <a:ea typeface="微软雅黑" panose="020B0503020204020204" pitchFamily="34" charset="-122"/>
              </a:rPr>
              <a:t>全体最小项之和为 </a:t>
            </a:r>
            <a:r>
              <a:rPr lang="en-US" altLang="zh-CN" sz="2400" dirty="0">
                <a:solidFill>
                  <a:srgbClr val="FF00FF"/>
                </a:solidFill>
                <a:latin typeface="微软雅黑" panose="020B0503020204020204" pitchFamily="34" charset="-122"/>
                <a:ea typeface="微软雅黑" panose="020B0503020204020204" pitchFamily="34" charset="-122"/>
              </a:rPr>
              <a:t>1</a:t>
            </a:r>
            <a:endParaRPr lang="zh-CN" altLang="en-US" sz="2400" dirty="0">
              <a:solidFill>
                <a:srgbClr val="FF00FF"/>
              </a:solidFill>
            </a:endParaRPr>
          </a:p>
        </p:txBody>
      </p:sp>
      <p:grpSp>
        <p:nvGrpSpPr>
          <p:cNvPr id="34" name="组合 33">
            <a:extLst>
              <a:ext uri="{FF2B5EF4-FFF2-40B4-BE49-F238E27FC236}">
                <a16:creationId xmlns:a16="http://schemas.microsoft.com/office/drawing/2014/main" id="{3A12224A-C9B4-6043-DE43-1D0DAD9C4DDB}"/>
              </a:ext>
            </a:extLst>
          </p:cNvPr>
          <p:cNvGrpSpPr/>
          <p:nvPr/>
        </p:nvGrpSpPr>
        <p:grpSpPr>
          <a:xfrm>
            <a:off x="11449269" y="6198682"/>
            <a:ext cx="786273" cy="548639"/>
            <a:chOff x="11454918" y="5839511"/>
            <a:chExt cx="786273" cy="548639"/>
          </a:xfrm>
        </p:grpSpPr>
        <p:grpSp>
          <p:nvGrpSpPr>
            <p:cNvPr id="35" name="组合 34">
              <a:extLst>
                <a:ext uri="{FF2B5EF4-FFF2-40B4-BE49-F238E27FC236}">
                  <a16:creationId xmlns:a16="http://schemas.microsoft.com/office/drawing/2014/main" id="{C2B9FFDB-2612-AF72-C898-26778BDC24C4}"/>
                </a:ext>
              </a:extLst>
            </p:cNvPr>
            <p:cNvGrpSpPr/>
            <p:nvPr/>
          </p:nvGrpSpPr>
          <p:grpSpPr>
            <a:xfrm>
              <a:off x="11454918" y="5867450"/>
              <a:ext cx="737081" cy="520700"/>
              <a:chOff x="11454918" y="5867450"/>
              <a:chExt cx="737081" cy="520700"/>
            </a:xfrm>
          </p:grpSpPr>
          <p:sp>
            <p:nvSpPr>
              <p:cNvPr id="37" name="箭头: 五边形 36">
                <a:extLst>
                  <a:ext uri="{FF2B5EF4-FFF2-40B4-BE49-F238E27FC236}">
                    <a16:creationId xmlns:a16="http://schemas.microsoft.com/office/drawing/2014/main" id="{127418FC-6C53-1B38-ED83-D341C343DD7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箭头: V 形 37">
                <a:extLst>
                  <a:ext uri="{FF2B5EF4-FFF2-40B4-BE49-F238E27FC236}">
                    <a16:creationId xmlns:a16="http://schemas.microsoft.com/office/drawing/2014/main" id="{8D444175-1E22-4472-8136-C7F7B9D54AF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36" name="灯片编号占位符 3">
              <a:extLst>
                <a:ext uri="{FF2B5EF4-FFF2-40B4-BE49-F238E27FC236}">
                  <a16:creationId xmlns:a16="http://schemas.microsoft.com/office/drawing/2014/main" id="{3A14B732-F79E-EBD7-819E-ED65A466BD5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22</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2DEC56AE-D5E5-53DC-D319-4336A64C444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利用卡诺图化简逻辑函数</a:t>
            </a:r>
            <a:endParaRPr lang="en-US" altLang="zh-CN" sz="3000" dirty="0">
              <a:solidFill>
                <a:srgbClr val="FFFF00"/>
              </a:solidFill>
            </a:endParaRPr>
          </a:p>
        </p:txBody>
      </p:sp>
    </p:spTree>
    <p:extLst>
      <p:ext uri="{BB962C8B-B14F-4D97-AF65-F5344CB8AC3E}">
        <p14:creationId xmlns:p14="http://schemas.microsoft.com/office/powerpoint/2010/main" val="276275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randombar(horizontal)">
                                      <p:cBhvr>
                                        <p:cTn id="7" dur="500"/>
                                        <p:tgtEl>
                                          <p:spTgt spid="6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randombar(horizontal)">
                                      <p:cBhvr>
                                        <p:cTn id="10" dur="500"/>
                                        <p:tgtEl>
                                          <p:spTgt spid="69"/>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randombar(horizontal)">
                                      <p:cBhvr>
                                        <p:cTn id="13" dur="500"/>
                                        <p:tgtEl>
                                          <p:spTgt spid="7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randombar(horizontal)">
                                      <p:cBhvr>
                                        <p:cTn id="16" dur="500"/>
                                        <p:tgtEl>
                                          <p:spTgt spid="71"/>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xit" presetSubtype="10" fill="hold" grpId="1" nodeType="clickEffect">
                                  <p:stCondLst>
                                    <p:cond delay="0"/>
                                  </p:stCondLst>
                                  <p:childTnLst>
                                    <p:animEffect transition="out" filter="randombar(horizontal)">
                                      <p:cBhvr>
                                        <p:cTn id="20" dur="500"/>
                                        <p:tgtEl>
                                          <p:spTgt spid="68"/>
                                        </p:tgtEl>
                                      </p:cBhvr>
                                    </p:animEffect>
                                    <p:set>
                                      <p:cBhvr>
                                        <p:cTn id="21" dur="1" fill="hold">
                                          <p:stCondLst>
                                            <p:cond delay="499"/>
                                          </p:stCondLst>
                                        </p:cTn>
                                        <p:tgtEl>
                                          <p:spTgt spid="68"/>
                                        </p:tgtEl>
                                        <p:attrNameLst>
                                          <p:attrName>style.visibility</p:attrName>
                                        </p:attrNameLst>
                                      </p:cBhvr>
                                      <p:to>
                                        <p:strVal val="hidden"/>
                                      </p:to>
                                    </p:set>
                                  </p:childTnLst>
                                </p:cTn>
                              </p:par>
                              <p:par>
                                <p:cTn id="22" presetID="14" presetClass="exit" presetSubtype="10" fill="hold" grpId="1" nodeType="withEffect">
                                  <p:stCondLst>
                                    <p:cond delay="0"/>
                                  </p:stCondLst>
                                  <p:childTnLst>
                                    <p:animEffect transition="out" filter="randombar(horizontal)">
                                      <p:cBhvr>
                                        <p:cTn id="23" dur="500"/>
                                        <p:tgtEl>
                                          <p:spTgt spid="69"/>
                                        </p:tgtEl>
                                      </p:cBhvr>
                                    </p:animEffect>
                                    <p:set>
                                      <p:cBhvr>
                                        <p:cTn id="24" dur="1" fill="hold">
                                          <p:stCondLst>
                                            <p:cond delay="499"/>
                                          </p:stCondLst>
                                        </p:cTn>
                                        <p:tgtEl>
                                          <p:spTgt spid="69"/>
                                        </p:tgtEl>
                                        <p:attrNameLst>
                                          <p:attrName>style.visibility</p:attrName>
                                        </p:attrNameLst>
                                      </p:cBhvr>
                                      <p:to>
                                        <p:strVal val="hidden"/>
                                      </p:to>
                                    </p:set>
                                  </p:childTnLst>
                                </p:cTn>
                              </p:par>
                              <p:par>
                                <p:cTn id="25" presetID="14" presetClass="exit" presetSubtype="10" fill="hold" grpId="1" nodeType="withEffect">
                                  <p:stCondLst>
                                    <p:cond delay="0"/>
                                  </p:stCondLst>
                                  <p:childTnLst>
                                    <p:animEffect transition="out" filter="randombar(horizontal)">
                                      <p:cBhvr>
                                        <p:cTn id="26" dur="500"/>
                                        <p:tgtEl>
                                          <p:spTgt spid="70"/>
                                        </p:tgtEl>
                                      </p:cBhvr>
                                    </p:animEffect>
                                    <p:set>
                                      <p:cBhvr>
                                        <p:cTn id="27" dur="1" fill="hold">
                                          <p:stCondLst>
                                            <p:cond delay="499"/>
                                          </p:stCondLst>
                                        </p:cTn>
                                        <p:tgtEl>
                                          <p:spTgt spid="70"/>
                                        </p:tgtEl>
                                        <p:attrNameLst>
                                          <p:attrName>style.visibility</p:attrName>
                                        </p:attrNameLst>
                                      </p:cBhvr>
                                      <p:to>
                                        <p:strVal val="hidden"/>
                                      </p:to>
                                    </p:set>
                                  </p:childTnLst>
                                </p:cTn>
                              </p:par>
                              <p:par>
                                <p:cTn id="28" presetID="14" presetClass="exit" presetSubtype="10" fill="hold" grpId="1" nodeType="withEffect">
                                  <p:stCondLst>
                                    <p:cond delay="0"/>
                                  </p:stCondLst>
                                  <p:childTnLst>
                                    <p:animEffect transition="out" filter="randombar(horizontal)">
                                      <p:cBhvr>
                                        <p:cTn id="29" dur="500"/>
                                        <p:tgtEl>
                                          <p:spTgt spid="71"/>
                                        </p:tgtEl>
                                      </p:cBhvr>
                                    </p:animEffect>
                                    <p:set>
                                      <p:cBhvr>
                                        <p:cTn id="30" dur="1" fill="hold">
                                          <p:stCondLst>
                                            <p:cond delay="499"/>
                                          </p:stCondLst>
                                        </p:cTn>
                                        <p:tgtEl>
                                          <p:spTgt spid="7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randombar(horizontal)">
                                      <p:cBhvr>
                                        <p:cTn id="35" dur="500"/>
                                        <p:tgtEl>
                                          <p:spTgt spid="73"/>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randombar(horizontal)">
                                      <p:cBhvr>
                                        <p:cTn id="38" dur="500"/>
                                        <p:tgtEl>
                                          <p:spTgt spid="9"/>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randombar(horizontal)">
                                      <p:cBhvr>
                                        <p:cTn id="44" dur="500"/>
                                        <p:tgtEl>
                                          <p:spTgt spid="74"/>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randombar(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xit" presetSubtype="10" fill="hold" grpId="1" nodeType="clickEffect">
                                  <p:stCondLst>
                                    <p:cond delay="0"/>
                                  </p:stCondLst>
                                  <p:childTnLst>
                                    <p:animEffect transition="out" filter="randombar(horizontal)">
                                      <p:cBhvr>
                                        <p:cTn id="51" dur="500"/>
                                        <p:tgtEl>
                                          <p:spTgt spid="73"/>
                                        </p:tgtEl>
                                      </p:cBhvr>
                                    </p:animEffect>
                                    <p:set>
                                      <p:cBhvr>
                                        <p:cTn id="52" dur="1" fill="hold">
                                          <p:stCondLst>
                                            <p:cond delay="499"/>
                                          </p:stCondLst>
                                        </p:cTn>
                                        <p:tgtEl>
                                          <p:spTgt spid="73"/>
                                        </p:tgtEl>
                                        <p:attrNameLst>
                                          <p:attrName>style.visibility</p:attrName>
                                        </p:attrNameLst>
                                      </p:cBhvr>
                                      <p:to>
                                        <p:strVal val="hidden"/>
                                      </p:to>
                                    </p:set>
                                  </p:childTnLst>
                                </p:cTn>
                              </p:par>
                              <p:par>
                                <p:cTn id="53" presetID="14" presetClass="exit" presetSubtype="10" fill="hold" grpId="1" nodeType="withEffect">
                                  <p:stCondLst>
                                    <p:cond delay="0"/>
                                  </p:stCondLst>
                                  <p:childTnLst>
                                    <p:animEffect transition="out" filter="randombar(horizontal)">
                                      <p:cBhvr>
                                        <p:cTn id="54" dur="500"/>
                                        <p:tgtEl>
                                          <p:spTgt spid="9"/>
                                        </p:tgtEl>
                                      </p:cBhvr>
                                    </p:animEffect>
                                    <p:set>
                                      <p:cBhvr>
                                        <p:cTn id="55" dur="1" fill="hold">
                                          <p:stCondLst>
                                            <p:cond delay="499"/>
                                          </p:stCondLst>
                                        </p:cTn>
                                        <p:tgtEl>
                                          <p:spTgt spid="9"/>
                                        </p:tgtEl>
                                        <p:attrNameLst>
                                          <p:attrName>style.visibility</p:attrName>
                                        </p:attrNameLst>
                                      </p:cBhvr>
                                      <p:to>
                                        <p:strVal val="hidden"/>
                                      </p:to>
                                    </p:set>
                                  </p:childTnLst>
                                </p:cTn>
                              </p:par>
                              <p:par>
                                <p:cTn id="56" presetID="14" presetClass="exit" presetSubtype="10" fill="hold" grpId="1" nodeType="withEffect">
                                  <p:stCondLst>
                                    <p:cond delay="0"/>
                                  </p:stCondLst>
                                  <p:childTnLst>
                                    <p:animEffect transition="out" filter="randombar(horizontal)">
                                      <p:cBhvr>
                                        <p:cTn id="57" dur="500"/>
                                        <p:tgtEl>
                                          <p:spTgt spid="8"/>
                                        </p:tgtEl>
                                      </p:cBhvr>
                                    </p:animEffect>
                                    <p:set>
                                      <p:cBhvr>
                                        <p:cTn id="58" dur="1" fill="hold">
                                          <p:stCondLst>
                                            <p:cond delay="499"/>
                                          </p:stCondLst>
                                        </p:cTn>
                                        <p:tgtEl>
                                          <p:spTgt spid="8"/>
                                        </p:tgtEl>
                                        <p:attrNameLst>
                                          <p:attrName>style.visibility</p:attrName>
                                        </p:attrNameLst>
                                      </p:cBhvr>
                                      <p:to>
                                        <p:strVal val="hidden"/>
                                      </p:to>
                                    </p:set>
                                  </p:childTnLst>
                                </p:cTn>
                              </p:par>
                              <p:par>
                                <p:cTn id="59" presetID="14" presetClass="exit" presetSubtype="10" fill="hold" grpId="1" nodeType="withEffect">
                                  <p:stCondLst>
                                    <p:cond delay="0"/>
                                  </p:stCondLst>
                                  <p:childTnLst>
                                    <p:animEffect transition="out" filter="randombar(horizontal)">
                                      <p:cBhvr>
                                        <p:cTn id="60" dur="500"/>
                                        <p:tgtEl>
                                          <p:spTgt spid="74"/>
                                        </p:tgtEl>
                                      </p:cBhvr>
                                    </p:animEffect>
                                    <p:set>
                                      <p:cBhvr>
                                        <p:cTn id="61" dur="1" fill="hold">
                                          <p:stCondLst>
                                            <p:cond delay="499"/>
                                          </p:stCondLst>
                                        </p:cTn>
                                        <p:tgtEl>
                                          <p:spTgt spid="74"/>
                                        </p:tgtEl>
                                        <p:attrNameLst>
                                          <p:attrName>style.visibility</p:attrName>
                                        </p:attrNameLst>
                                      </p:cBhvr>
                                      <p:to>
                                        <p:strVal val="hidden"/>
                                      </p:to>
                                    </p:set>
                                  </p:childTnLst>
                                </p:cTn>
                              </p:par>
                              <p:par>
                                <p:cTn id="62" presetID="14" presetClass="exit" presetSubtype="10" fill="hold" grpId="1" nodeType="withEffect">
                                  <p:stCondLst>
                                    <p:cond delay="0"/>
                                  </p:stCondLst>
                                  <p:childTnLst>
                                    <p:animEffect transition="out" filter="randombar(horizontal)">
                                      <p:cBhvr>
                                        <p:cTn id="63" dur="500"/>
                                        <p:tgtEl>
                                          <p:spTgt spid="10"/>
                                        </p:tgtEl>
                                      </p:cBhvr>
                                    </p:animEffect>
                                    <p:set>
                                      <p:cBhvr>
                                        <p:cTn id="64" dur="1" fill="hold">
                                          <p:stCondLst>
                                            <p:cond delay="499"/>
                                          </p:stCondLst>
                                        </p:cTn>
                                        <p:tgtEl>
                                          <p:spTgt spid="10"/>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75"/>
                                        </p:tgtEl>
                                        <p:attrNameLst>
                                          <p:attrName>style.visibility</p:attrName>
                                        </p:attrNameLst>
                                      </p:cBhvr>
                                      <p:to>
                                        <p:strVal val="visible"/>
                                      </p:to>
                                    </p:set>
                                    <p:animEffect transition="in" filter="randombar(horizontal)">
                                      <p:cBhvr>
                                        <p:cTn id="69" dur="500"/>
                                        <p:tgtEl>
                                          <p:spTgt spid="75"/>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randombar(horizontal)">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xit" presetSubtype="10" fill="hold" grpId="1" nodeType="clickEffect">
                                  <p:stCondLst>
                                    <p:cond delay="0"/>
                                  </p:stCondLst>
                                  <p:childTnLst>
                                    <p:animEffect transition="out" filter="randombar(horizontal)">
                                      <p:cBhvr>
                                        <p:cTn id="76" dur="500"/>
                                        <p:tgtEl>
                                          <p:spTgt spid="75"/>
                                        </p:tgtEl>
                                      </p:cBhvr>
                                    </p:animEffect>
                                    <p:set>
                                      <p:cBhvr>
                                        <p:cTn id="77" dur="1" fill="hold">
                                          <p:stCondLst>
                                            <p:cond delay="499"/>
                                          </p:stCondLst>
                                        </p:cTn>
                                        <p:tgtEl>
                                          <p:spTgt spid="75"/>
                                        </p:tgtEl>
                                        <p:attrNameLst>
                                          <p:attrName>style.visibility</p:attrName>
                                        </p:attrNameLst>
                                      </p:cBhvr>
                                      <p:to>
                                        <p:strVal val="hidden"/>
                                      </p:to>
                                    </p:set>
                                  </p:childTnLst>
                                </p:cTn>
                              </p:par>
                              <p:par>
                                <p:cTn id="78" presetID="14" presetClass="exit" presetSubtype="10" fill="hold" grpId="1" nodeType="withEffect">
                                  <p:stCondLst>
                                    <p:cond delay="0"/>
                                  </p:stCondLst>
                                  <p:childTnLst>
                                    <p:animEffect transition="out" filter="randombar(horizontal)">
                                      <p:cBhvr>
                                        <p:cTn id="79" dur="500"/>
                                        <p:tgtEl>
                                          <p:spTgt spid="11"/>
                                        </p:tgtEl>
                                      </p:cBhvr>
                                    </p:animEffect>
                                    <p:set>
                                      <p:cBhvr>
                                        <p:cTn id="80" dur="1" fill="hold">
                                          <p:stCondLst>
                                            <p:cond delay="499"/>
                                          </p:stCondLst>
                                        </p:cTn>
                                        <p:tgtEl>
                                          <p:spTgt spid="1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randombar(horizontal)">
                                      <p:cBhvr>
                                        <p:cTn id="85" dur="500"/>
                                        <p:tgtEl>
                                          <p:spTgt spid="29"/>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randombar(horizontal)">
                                      <p:cBhvr>
                                        <p:cTn id="8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8" grpId="1" animBg="1"/>
      <p:bldP spid="69" grpId="0" animBg="1"/>
      <p:bldP spid="69" grpId="1" animBg="1"/>
      <p:bldP spid="70" grpId="0"/>
      <p:bldP spid="70" grpId="1"/>
      <p:bldP spid="71" grpId="0"/>
      <p:bldP spid="71" grpId="1"/>
      <p:bldP spid="73" grpId="0" animBg="1"/>
      <p:bldP spid="73" grpId="1" animBg="1"/>
      <p:bldP spid="74" grpId="0"/>
      <p:bldP spid="74" grpId="1"/>
      <p:bldP spid="75" grpId="0" animBg="1"/>
      <p:bldP spid="75" grpId="1" animBg="1"/>
      <p:bldP spid="8" grpId="0" animBg="1"/>
      <p:bldP spid="8" grpId="1" animBg="1"/>
      <p:bldP spid="9" grpId="0" animBg="1"/>
      <p:bldP spid="9" grpId="1" animBg="1"/>
      <p:bldP spid="10" grpId="0"/>
      <p:bldP spid="10" grpId="1"/>
      <p:bldP spid="11" grpId="0"/>
      <p:bldP spid="11" grpId="1"/>
      <p:bldP spid="29" grpId="0" animBg="1"/>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040A9BE-36B4-98AC-1DE2-B4EC04408383}"/>
              </a:ext>
            </a:extLst>
          </p:cNvPr>
          <p:cNvSpPr txBox="1"/>
          <p:nvPr/>
        </p:nvSpPr>
        <p:spPr>
          <a:xfrm>
            <a:off x="359999" y="648000"/>
            <a:ext cx="10689001" cy="1427442"/>
          </a:xfrm>
          <a:prstGeom prst="rect">
            <a:avLst/>
          </a:prstGeom>
          <a:noFill/>
        </p:spPr>
        <p:txBody>
          <a:bodyPr wrap="square">
            <a:spAutoFit/>
          </a:bodyPr>
          <a:lstStyle/>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根据逻辑函数式或真值表填写卡诺图</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gn="just">
              <a:lnSpc>
                <a:spcPct val="11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将逻辑函数中存在的最小项或真值表中为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的最小项对应的方格填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，其它填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（或空白） </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D0C7EDF-1BF2-AC7B-D1DD-4A29B7688648}"/>
                  </a:ext>
                </a:extLst>
              </p:cNvPr>
              <p:cNvSpPr txBox="1"/>
              <p:nvPr/>
            </p:nvSpPr>
            <p:spPr>
              <a:xfrm>
                <a:off x="360001" y="2088000"/>
                <a:ext cx="10997492" cy="2407006"/>
              </a:xfrm>
              <a:prstGeom prst="rect">
                <a:avLst/>
              </a:prstGeom>
              <a:noFill/>
            </p:spPr>
            <p:txBody>
              <a:bodyPr wrap="square">
                <a:spAutoFit/>
              </a:bodyPr>
              <a:lstStyle/>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用尽可能少的包围圈将所有填 </a:t>
                </a:r>
                <a:r>
                  <a:rPr lang="en-US" altLang="zh-CN" sz="2800" dirty="0">
                    <a:solidFill>
                      <a:srgbClr val="002060"/>
                    </a:solidFill>
                    <a:latin typeface="微软雅黑" panose="020B0503020204020204" pitchFamily="34" charset="-122"/>
                    <a:ea typeface="微软雅黑" panose="020B0503020204020204" pitchFamily="34" charset="-122"/>
                  </a:rPr>
                  <a:t>1 </a:t>
                </a:r>
                <a:r>
                  <a:rPr lang="zh-CN" altLang="en-US" sz="2800" dirty="0">
                    <a:solidFill>
                      <a:srgbClr val="002060"/>
                    </a:solidFill>
                    <a:latin typeface="微软雅黑" panose="020B0503020204020204" pitchFamily="34" charset="-122"/>
                    <a:ea typeface="微软雅黑" panose="020B0503020204020204" pitchFamily="34" charset="-122"/>
                  </a:rPr>
                  <a:t>方格圈起来</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gn="just">
                  <a:lnSpc>
                    <a:spcPct val="11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包围圈中的方格都是填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的方格</a:t>
                </a:r>
              </a:p>
              <a:p>
                <a:pPr marL="914400" lvl="1" indent="-457200" algn="just">
                  <a:lnSpc>
                    <a:spcPct val="11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包围圈中的方格数要尽可能多，一定是 </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𝑖</m:t>
                        </m:r>
                      </m:sup>
                    </m:sSup>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个，而且所有方格可以构成矩形</a:t>
                </a:r>
              </a:p>
              <a:p>
                <a:pPr marL="914400" lvl="1" indent="-457200" algn="just">
                  <a:lnSpc>
                    <a:spcPct val="11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同一方格可以被不同的包围圈重复包围，但新增的包围圈中一定要有新的未被包围的方格</a:t>
                </a:r>
              </a:p>
            </p:txBody>
          </p:sp>
        </mc:Choice>
        <mc:Fallback xmlns="">
          <p:sp>
            <p:nvSpPr>
              <p:cNvPr id="4" name="文本框 3">
                <a:extLst>
                  <a:ext uri="{FF2B5EF4-FFF2-40B4-BE49-F238E27FC236}">
                    <a16:creationId xmlns:a16="http://schemas.microsoft.com/office/drawing/2014/main" id="{3D0C7EDF-1BF2-AC7B-D1DD-4A29B7688648}"/>
                  </a:ext>
                </a:extLst>
              </p:cNvPr>
              <p:cNvSpPr txBox="1">
                <a:spLocks noRot="1" noChangeAspect="1" noMove="1" noResize="1" noEditPoints="1" noAdjustHandles="1" noChangeArrowheads="1" noChangeShapeType="1" noTextEdit="1"/>
              </p:cNvSpPr>
              <p:nvPr/>
            </p:nvSpPr>
            <p:spPr>
              <a:xfrm>
                <a:off x="360001" y="2088000"/>
                <a:ext cx="10997492" cy="2407006"/>
              </a:xfrm>
              <a:prstGeom prst="rect">
                <a:avLst/>
              </a:prstGeom>
              <a:blipFill>
                <a:blip r:embed="rId3"/>
                <a:stretch>
                  <a:fillRect l="-998" t="-2284" r="-887" b="-507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1583F1E6-22ED-3D4C-D061-BC311ACD6A5F}"/>
              </a:ext>
            </a:extLst>
          </p:cNvPr>
          <p:cNvSpPr txBox="1"/>
          <p:nvPr/>
        </p:nvSpPr>
        <p:spPr>
          <a:xfrm>
            <a:off x="360001" y="4500000"/>
            <a:ext cx="6955199" cy="1030154"/>
          </a:xfrm>
          <a:prstGeom prst="rect">
            <a:avLst/>
          </a:prstGeom>
          <a:noFill/>
        </p:spPr>
        <p:txBody>
          <a:bodyPr wrap="square">
            <a:spAutoFit/>
          </a:bodyPr>
          <a:lstStyle/>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每个包围圈写出一个乘积项</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gn="just">
              <a:lnSpc>
                <a:spcPct val="11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保留各项中相同的变量，消去不同的变量</a:t>
            </a:r>
          </a:p>
        </p:txBody>
      </p:sp>
      <p:sp>
        <p:nvSpPr>
          <p:cNvPr id="6" name="文本框 5">
            <a:extLst>
              <a:ext uri="{FF2B5EF4-FFF2-40B4-BE49-F238E27FC236}">
                <a16:creationId xmlns:a16="http://schemas.microsoft.com/office/drawing/2014/main" id="{9C4AF032-D114-9859-9CA8-3402F542CC3E}"/>
              </a:ext>
            </a:extLst>
          </p:cNvPr>
          <p:cNvSpPr txBox="1"/>
          <p:nvPr/>
        </p:nvSpPr>
        <p:spPr>
          <a:xfrm>
            <a:off x="360000" y="5580000"/>
            <a:ext cx="11560321" cy="533288"/>
          </a:xfrm>
          <a:prstGeom prst="rect">
            <a:avLst/>
          </a:prstGeom>
          <a:noFill/>
        </p:spPr>
        <p:txBody>
          <a:bodyPr wrap="square">
            <a:spAutoFit/>
          </a:bodyPr>
          <a:lstStyle/>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将全部乘积项相加，即得逻辑函数的最简与</a:t>
            </a:r>
            <a:r>
              <a:rPr lang="zh-CN" altLang="en-US" sz="2800">
                <a:solidFill>
                  <a:srgbClr val="002060"/>
                </a:solidFill>
                <a:latin typeface="微软雅黑" panose="020B0503020204020204" pitchFamily="34" charset="-122"/>
                <a:ea typeface="微软雅黑" panose="020B0503020204020204" pitchFamily="34" charset="-122"/>
              </a:rPr>
              <a:t>或式</a:t>
            </a:r>
            <a:endParaRPr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DDCFE5D3-5D28-E1AC-6F41-0C02CA9B600B}"/>
              </a:ext>
            </a:extLst>
          </p:cNvPr>
          <p:cNvSpPr txBox="1"/>
          <p:nvPr/>
        </p:nvSpPr>
        <p:spPr>
          <a:xfrm>
            <a:off x="360000" y="6192000"/>
            <a:ext cx="10997492" cy="543739"/>
          </a:xfrm>
          <a:prstGeom prst="rect">
            <a:avLst/>
          </a:prstGeom>
          <a:noFill/>
        </p:spPr>
        <p:txBody>
          <a:bodyPr wrap="square">
            <a:spAutoFit/>
          </a:bodyPr>
          <a:lstStyle/>
          <a:p>
            <a:pPr marL="457200" indent="-457200" algn="just">
              <a:lnSpc>
                <a:spcPct val="11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有时 </a:t>
            </a:r>
            <a:r>
              <a:rPr lang="en-US" altLang="zh-CN" sz="2800" dirty="0">
                <a:solidFill>
                  <a:srgbClr val="002060"/>
                </a:solidFill>
                <a:latin typeface="微软雅黑" panose="020B0503020204020204" pitchFamily="34" charset="-122"/>
                <a:ea typeface="微软雅黑" panose="020B0503020204020204" pitchFamily="34" charset="-122"/>
              </a:rPr>
              <a:t>1 </a:t>
            </a:r>
            <a:r>
              <a:rPr lang="zh-CN" altLang="en-US" sz="2800" dirty="0">
                <a:solidFill>
                  <a:srgbClr val="002060"/>
                </a:solidFill>
                <a:latin typeface="微软雅黑" panose="020B0503020204020204" pitchFamily="34" charset="-122"/>
                <a:ea typeface="微软雅黑" panose="020B0503020204020204" pitchFamily="34" charset="-122"/>
              </a:rPr>
              <a:t>方格较多时，也可先圈 </a:t>
            </a:r>
            <a:r>
              <a:rPr lang="en-US" altLang="zh-CN" sz="2800" dirty="0">
                <a:solidFill>
                  <a:srgbClr val="002060"/>
                </a:solidFill>
                <a:latin typeface="微软雅黑" panose="020B0503020204020204" pitchFamily="34" charset="-122"/>
                <a:ea typeface="微软雅黑" panose="020B0503020204020204" pitchFamily="34" charset="-122"/>
              </a:rPr>
              <a:t>0</a:t>
            </a:r>
            <a:r>
              <a:rPr lang="zh-CN" altLang="en-US" sz="2800" dirty="0">
                <a:solidFill>
                  <a:srgbClr val="002060"/>
                </a:solidFill>
                <a:latin typeface="微软雅黑" panose="020B0503020204020204" pitchFamily="34" charset="-122"/>
                <a:ea typeface="微软雅黑" panose="020B0503020204020204" pitchFamily="34" charset="-122"/>
              </a:rPr>
              <a:t>，求反函数，然后再求原函数</a:t>
            </a:r>
          </a:p>
        </p:txBody>
      </p:sp>
      <p:grpSp>
        <p:nvGrpSpPr>
          <p:cNvPr id="8" name="组合 7">
            <a:extLst>
              <a:ext uri="{FF2B5EF4-FFF2-40B4-BE49-F238E27FC236}">
                <a16:creationId xmlns:a16="http://schemas.microsoft.com/office/drawing/2014/main" id="{ADB3EEE4-0B7B-60F4-9D48-4542DC444881}"/>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7880F309-81EB-9FD7-08AD-7D87ED48E83E}"/>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F79FA70A-097D-8918-B7D4-5A4BAD4D917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4751FC0F-7AE3-7842-5CB5-92FBDF8BDB7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F54E52BB-ABC7-9C65-F7DE-F5FB0AB45BF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23</a:t>
              </a:fld>
              <a:endParaRPr lang="zh-CN" altLang="en-US" sz="3200" dirty="0">
                <a:solidFill>
                  <a:schemeClr val="bg1"/>
                </a:solidFill>
                <a:latin typeface="Candara"/>
                <a:ea typeface="微软雅黑"/>
              </a:endParaRPr>
            </a:p>
          </p:txBody>
        </p:sp>
      </p:grpSp>
      <p:sp>
        <p:nvSpPr>
          <p:cNvPr id="13" name="标题 1">
            <a:extLst>
              <a:ext uri="{FF2B5EF4-FFF2-40B4-BE49-F238E27FC236}">
                <a16:creationId xmlns:a16="http://schemas.microsoft.com/office/drawing/2014/main" id="{DB63B971-E1B9-9E9A-F1FA-B40EAD8DF03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基于卡诺图的化简步骤</a:t>
            </a:r>
            <a:endParaRPr lang="en-US" altLang="zh-CN" sz="3000" dirty="0">
              <a:solidFill>
                <a:srgbClr val="FFFF00"/>
              </a:solidFill>
            </a:endParaRPr>
          </a:p>
        </p:txBody>
      </p:sp>
    </p:spTree>
    <p:extLst>
      <p:ext uri="{BB962C8B-B14F-4D97-AF65-F5344CB8AC3E}">
        <p14:creationId xmlns:p14="http://schemas.microsoft.com/office/powerpoint/2010/main" val="1988661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6DDE79C-74F9-CD9B-9B78-C4A181929234}"/>
                  </a:ext>
                </a:extLst>
              </p:cNvPr>
              <p:cNvSpPr txBox="1"/>
              <p:nvPr/>
            </p:nvSpPr>
            <p:spPr>
              <a:xfrm>
                <a:off x="3027262" y="936000"/>
                <a:ext cx="6137474" cy="58593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3200" b="0" i="0" smtClean="0">
                          <a:solidFill>
                            <a:schemeClr val="tx1"/>
                          </a:solidFill>
                          <a:latin typeface="Cambria Math" panose="02040503050406030204" pitchFamily="18" charset="0"/>
                        </a:rPr>
                        <m:t>Y</m:t>
                      </m:r>
                      <m:d>
                        <m:dPr>
                          <m:ctrlPr>
                            <a:rPr lang="en-US" altLang="zh-CN" sz="3200" b="0" i="1" smtClean="0">
                              <a:solidFill>
                                <a:schemeClr val="tx1"/>
                              </a:solidFill>
                              <a:latin typeface="Cambria Math" panose="02040503050406030204" pitchFamily="18" charset="0"/>
                            </a:rPr>
                          </m:ctrlPr>
                        </m:dPr>
                        <m:e>
                          <m:r>
                            <m:rPr>
                              <m:sty m:val="p"/>
                            </m:rPr>
                            <a:rPr lang="en-US" altLang="zh-CN" sz="3200" b="0" i="0" smtClean="0">
                              <a:solidFill>
                                <a:schemeClr val="tx1"/>
                              </a:solidFill>
                              <a:latin typeface="Cambria Math" panose="02040503050406030204" pitchFamily="18" charset="0"/>
                            </a:rPr>
                            <m:t>A</m:t>
                          </m:r>
                          <m:r>
                            <a:rPr lang="en-US" altLang="zh-CN" sz="3200" b="0" i="0"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B</m:t>
                          </m:r>
                          <m:r>
                            <a:rPr lang="en-US" altLang="zh-CN" sz="3200" b="0" i="0"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C</m:t>
                          </m:r>
                        </m:e>
                      </m:d>
                      <m:r>
                        <a:rPr lang="en-US" altLang="zh-CN" sz="3200" b="0" i="0" smtClean="0">
                          <a:solidFill>
                            <a:schemeClr val="tx1"/>
                          </a:solidFill>
                          <a:latin typeface="Cambria Math" panose="02040503050406030204" pitchFamily="18" charset="0"/>
                        </a:rPr>
                        <m:t>=</m:t>
                      </m:r>
                      <m:acc>
                        <m:accPr>
                          <m:chr m:val="̅"/>
                          <m:ctrlPr>
                            <a:rPr lang="en-US" altLang="zh-CN" sz="3200" i="1" smtClean="0">
                              <a:solidFill>
                                <a:schemeClr val="tx1"/>
                              </a:solidFill>
                              <a:latin typeface="Cambria Math" panose="02040503050406030204" pitchFamily="18" charset="0"/>
                            </a:rPr>
                          </m:ctrlPr>
                        </m:accPr>
                        <m:e>
                          <m:r>
                            <m:rPr>
                              <m:sty m:val="p"/>
                            </m:rPr>
                            <a:rPr lang="en-US" altLang="zh-CN" sz="3200" i="0">
                              <a:solidFill>
                                <a:schemeClr val="tx1"/>
                              </a:solidFill>
                              <a:latin typeface="Cambria Math" panose="02040503050406030204" pitchFamily="18" charset="0"/>
                            </a:rPr>
                            <m:t>A</m:t>
                          </m:r>
                        </m:e>
                      </m:acc>
                      <m:r>
                        <m:rPr>
                          <m:sty m:val="p"/>
                        </m:rPr>
                        <a:rPr lang="en-US" altLang="zh-CN" sz="3200" i="0" smtClean="0">
                          <a:solidFill>
                            <a:schemeClr val="tx1"/>
                          </a:solidFill>
                          <a:latin typeface="Cambria Math" panose="02040503050406030204" pitchFamily="18" charset="0"/>
                        </a:rPr>
                        <m:t>C</m:t>
                      </m:r>
                      <m:r>
                        <a:rPr lang="en-US" altLang="zh-CN" sz="3200" b="0" i="0"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A</m:t>
                      </m:r>
                      <m:acc>
                        <m:accPr>
                          <m:chr m:val="̅"/>
                          <m:ctrlPr>
                            <a:rPr lang="en-US" altLang="zh-CN" sz="3200" b="0" i="1" smtClean="0">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C</m:t>
                          </m:r>
                        </m:e>
                      </m:acc>
                      <m:r>
                        <a:rPr lang="en-US" altLang="zh-CN" sz="3200" i="0" smtClean="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B</m:t>
                          </m:r>
                        </m:e>
                      </m:acc>
                      <m:r>
                        <m:rPr>
                          <m:sty m:val="p"/>
                        </m:rPr>
                        <a:rPr lang="en-US" altLang="zh-CN" sz="3200" i="0">
                          <a:solidFill>
                            <a:schemeClr val="tx1"/>
                          </a:solidFill>
                          <a:latin typeface="Cambria Math" panose="02040503050406030204" pitchFamily="18" charset="0"/>
                        </a:rPr>
                        <m:t>C</m:t>
                      </m:r>
                      <m:r>
                        <a:rPr lang="en-US" altLang="zh-CN" sz="3200" b="0" i="0"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B</m:t>
                      </m:r>
                      <m:acc>
                        <m:accPr>
                          <m:chr m:val="̅"/>
                          <m:ctrlPr>
                            <a:rPr lang="en-US" altLang="zh-CN" sz="3200" i="1">
                              <a:solidFill>
                                <a:schemeClr val="tx1"/>
                              </a:solidFill>
                              <a:latin typeface="Cambria Math" panose="02040503050406030204" pitchFamily="18" charset="0"/>
                            </a:rPr>
                          </m:ctrlPr>
                        </m:accPr>
                        <m:e>
                          <m:r>
                            <m:rPr>
                              <m:sty m:val="p"/>
                            </m:rPr>
                            <a:rPr lang="en-US" altLang="zh-CN" sz="3200" i="0">
                              <a:solidFill>
                                <a:schemeClr val="tx1"/>
                              </a:solidFill>
                              <a:latin typeface="Cambria Math" panose="02040503050406030204" pitchFamily="18" charset="0"/>
                            </a:rPr>
                            <m:t>C</m:t>
                          </m:r>
                        </m:e>
                      </m:acc>
                    </m:oMath>
                  </m:oMathPara>
                </a14:m>
                <a:endParaRPr lang="zh-CN" altLang="en-US" sz="3200" dirty="0">
                  <a:solidFill>
                    <a:schemeClr val="tx1"/>
                  </a:solidFill>
                </a:endParaRPr>
              </a:p>
            </p:txBody>
          </p:sp>
        </mc:Choice>
        <mc:Fallback xmlns="">
          <p:sp>
            <p:nvSpPr>
              <p:cNvPr id="4" name="文本框 3">
                <a:extLst>
                  <a:ext uri="{FF2B5EF4-FFF2-40B4-BE49-F238E27FC236}">
                    <a16:creationId xmlns:a16="http://schemas.microsoft.com/office/drawing/2014/main" id="{26DDE79C-74F9-CD9B-9B78-C4A181929234}"/>
                  </a:ext>
                </a:extLst>
              </p:cNvPr>
              <p:cNvSpPr txBox="1">
                <a:spLocks noRot="1" noChangeAspect="1" noMove="1" noResize="1" noEditPoints="1" noAdjustHandles="1" noChangeArrowheads="1" noChangeShapeType="1" noTextEdit="1"/>
              </p:cNvSpPr>
              <p:nvPr/>
            </p:nvSpPr>
            <p:spPr>
              <a:xfrm>
                <a:off x="3027262" y="936000"/>
                <a:ext cx="6137474" cy="585930"/>
              </a:xfrm>
              <a:prstGeom prst="rect">
                <a:avLst/>
              </a:prstGeom>
              <a:blipFill>
                <a:blip r:embed="rId2"/>
                <a:stretch>
                  <a:fillRect/>
                </a:stretch>
              </a:blipFill>
            </p:spPr>
            <p:txBody>
              <a:bodyPr/>
              <a:lstStyle/>
              <a:p>
                <a:r>
                  <a:rPr lang="zh-CN" altLang="en-US">
                    <a:noFill/>
                  </a:rPr>
                  <a:t> </a:t>
                </a:r>
              </a:p>
            </p:txBody>
          </p:sp>
        </mc:Fallback>
      </mc:AlternateContent>
      <p:grpSp>
        <p:nvGrpSpPr>
          <p:cNvPr id="28" name="组合 27">
            <a:extLst>
              <a:ext uri="{FF2B5EF4-FFF2-40B4-BE49-F238E27FC236}">
                <a16:creationId xmlns:a16="http://schemas.microsoft.com/office/drawing/2014/main" id="{C3C14105-44EC-57E3-A5CF-CF28CAFD463D}"/>
              </a:ext>
            </a:extLst>
          </p:cNvPr>
          <p:cNvGrpSpPr/>
          <p:nvPr/>
        </p:nvGrpSpPr>
        <p:grpSpPr>
          <a:xfrm>
            <a:off x="949633" y="1778090"/>
            <a:ext cx="3879293" cy="1608740"/>
            <a:chOff x="151939" y="1524862"/>
            <a:chExt cx="3879293" cy="1608740"/>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8C1F93F1-F0B3-E48F-F82C-5CF329F19FF0}"/>
                    </a:ext>
                  </a:extLst>
                </p:cNvPr>
                <p:cNvSpPr txBox="1"/>
                <p:nvPr/>
              </p:nvSpPr>
              <p:spPr>
                <a:xfrm>
                  <a:off x="737400"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8C1F93F1-F0B3-E48F-F82C-5CF329F19FF0}"/>
                    </a:ext>
                  </a:extLst>
                </p:cNvPr>
                <p:cNvSpPr txBox="1">
                  <a:spLocks noRot="1" noChangeAspect="1" noMove="1" noResize="1" noEditPoints="1" noAdjustHandles="1" noChangeArrowheads="1" noChangeShapeType="1" noTextEdit="1"/>
                </p:cNvSpPr>
                <p:nvPr/>
              </p:nvSpPr>
              <p:spPr>
                <a:xfrm>
                  <a:off x="737400" y="2208367"/>
                  <a:ext cx="818698" cy="46243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65E84C6-3629-3908-C025-077B18A7664D}"/>
                    </a:ext>
                  </a:extLst>
                </p:cNvPr>
                <p:cNvSpPr txBox="1"/>
                <p:nvPr/>
              </p:nvSpPr>
              <p:spPr>
                <a:xfrm>
                  <a:off x="1559035"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0" name="文本框 29">
                  <a:extLst>
                    <a:ext uri="{FF2B5EF4-FFF2-40B4-BE49-F238E27FC236}">
                      <a16:creationId xmlns:a16="http://schemas.microsoft.com/office/drawing/2014/main" id="{C65E84C6-3629-3908-C025-077B18A7664D}"/>
                    </a:ext>
                  </a:extLst>
                </p:cNvPr>
                <p:cNvSpPr txBox="1">
                  <a:spLocks noRot="1" noChangeAspect="1" noMove="1" noResize="1" noEditPoints="1" noAdjustHandles="1" noChangeArrowheads="1" noChangeShapeType="1" noTextEdit="1"/>
                </p:cNvSpPr>
                <p:nvPr/>
              </p:nvSpPr>
              <p:spPr>
                <a:xfrm>
                  <a:off x="1559035" y="2208367"/>
                  <a:ext cx="818698" cy="462434"/>
                </a:xfrm>
                <a:prstGeom prst="rect">
                  <a:avLst/>
                </a:prstGeom>
                <a:blipFill>
                  <a:blip r:embed="rId4"/>
                  <a:stretch>
                    <a:fillRect/>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E599BB80-8ED2-0C3D-B755-E307FD70DD4F}"/>
                </a:ext>
              </a:extLst>
            </p:cNvPr>
            <p:cNvSpPr/>
            <p:nvPr/>
          </p:nvSpPr>
          <p:spPr>
            <a:xfrm>
              <a:off x="737400" y="2208367"/>
              <a:ext cx="3293832" cy="924466"/>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32" name="直接连接符 31">
              <a:extLst>
                <a:ext uri="{FF2B5EF4-FFF2-40B4-BE49-F238E27FC236}">
                  <a16:creationId xmlns:a16="http://schemas.microsoft.com/office/drawing/2014/main" id="{5F857FD6-7037-5E2E-0BBA-282896E51D76}"/>
                </a:ext>
              </a:extLst>
            </p:cNvPr>
            <p:cNvCxnSpPr>
              <a:cxnSpLocks/>
            </p:cNvCxnSpPr>
            <p:nvPr/>
          </p:nvCxnSpPr>
          <p:spPr>
            <a:xfrm>
              <a:off x="344777" y="181412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30819F8-7862-D28F-6669-EF73FD0CAA63}"/>
                    </a:ext>
                  </a:extLst>
                </p:cNvPr>
                <p:cNvSpPr txBox="1"/>
                <p:nvPr/>
              </p:nvSpPr>
              <p:spPr>
                <a:xfrm>
                  <a:off x="907374"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148D2650-7B38-4533-2C53-2C919B5E4DAC}"/>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5"/>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0B1FF008-DE5C-360D-14AF-A76D1ACF828F}"/>
                    </a:ext>
                  </a:extLst>
                </p:cNvPr>
                <p:cNvSpPr txBox="1"/>
                <p:nvPr/>
              </p:nvSpPr>
              <p:spPr>
                <a:xfrm>
                  <a:off x="1728756"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103" name="文本框 102">
                  <a:extLst>
                    <a:ext uri="{FF2B5EF4-FFF2-40B4-BE49-F238E27FC236}">
                      <a16:creationId xmlns:a16="http://schemas.microsoft.com/office/drawing/2014/main" id="{ED12BB56-B88D-7859-167A-77AF6B8E373F}"/>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6"/>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DFC4099-2539-8F0D-DC6E-DD910350F9E0}"/>
                    </a:ext>
                  </a:extLst>
                </p:cNvPr>
                <p:cNvSpPr txBox="1"/>
                <p:nvPr/>
              </p:nvSpPr>
              <p:spPr>
                <a:xfrm>
                  <a:off x="379052" y="152486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BC</m:t>
                        </m:r>
                      </m:oMath>
                    </m:oMathPara>
                  </a14:m>
                  <a:endParaRPr lang="zh-CN" altLang="en-US" sz="2800" dirty="0">
                    <a:solidFill>
                      <a:schemeClr val="tx1"/>
                    </a:solidFill>
                  </a:endParaRPr>
                </a:p>
              </p:txBody>
            </p:sp>
          </mc:Choice>
          <mc:Fallback xmlns="">
            <p:sp>
              <p:nvSpPr>
                <p:cNvPr id="104" name="文本框 103">
                  <a:extLst>
                    <a:ext uri="{FF2B5EF4-FFF2-40B4-BE49-F238E27FC236}">
                      <a16:creationId xmlns:a16="http://schemas.microsoft.com/office/drawing/2014/main" id="{305042E3-B7CB-23A2-DD0A-F22E30E91087}"/>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BC60218-E30B-47BE-0FD7-6462152235ED}"/>
                    </a:ext>
                  </a:extLst>
                </p:cNvPr>
                <p:cNvSpPr txBox="1"/>
                <p:nvPr/>
              </p:nvSpPr>
              <p:spPr>
                <a:xfrm>
                  <a:off x="2384317" y="2208367"/>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36" name="文本框 35">
                  <a:extLst>
                    <a:ext uri="{FF2B5EF4-FFF2-40B4-BE49-F238E27FC236}">
                      <a16:creationId xmlns:a16="http://schemas.microsoft.com/office/drawing/2014/main" id="{ABC60218-E30B-47BE-0FD7-6462152235ED}"/>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89DF8AA-0042-F418-3129-C7D1286667BF}"/>
                    </a:ext>
                  </a:extLst>
                </p:cNvPr>
                <p:cNvSpPr txBox="1"/>
                <p:nvPr/>
              </p:nvSpPr>
              <p:spPr>
                <a:xfrm>
                  <a:off x="3205952"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37" name="文本框 36">
                  <a:extLst>
                    <a:ext uri="{FF2B5EF4-FFF2-40B4-BE49-F238E27FC236}">
                      <a16:creationId xmlns:a16="http://schemas.microsoft.com/office/drawing/2014/main" id="{489DF8AA-0042-F418-3129-C7D1286667BF}"/>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9"/>
                  <a:stretch>
                    <a:fillRect/>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453AEDDD-21D7-13B6-F2DC-412C36689FA4}"/>
                </a:ext>
              </a:extLst>
            </p:cNvPr>
            <p:cNvCxnSpPr>
              <a:cxnSpLocks/>
            </p:cNvCxnSpPr>
            <p:nvPr/>
          </p:nvCxnSpPr>
          <p:spPr>
            <a:xfrm>
              <a:off x="3207168"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CDEB286-39A4-3989-6061-3B380E927BED}"/>
                </a:ext>
              </a:extLst>
            </p:cNvPr>
            <p:cNvCxnSpPr>
              <a:cxnSpLocks/>
            </p:cNvCxnSpPr>
            <p:nvPr/>
          </p:nvCxnSpPr>
          <p:spPr>
            <a:xfrm>
              <a:off x="1560251"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253A98D2-9DCE-3315-FCA0-23E990F3F3DC}"/>
                    </a:ext>
                  </a:extLst>
                </p:cNvPr>
                <p:cNvSpPr txBox="1"/>
                <p:nvPr/>
              </p:nvSpPr>
              <p:spPr>
                <a:xfrm>
                  <a:off x="2565759"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109" name="文本框 108">
                  <a:extLst>
                    <a:ext uri="{FF2B5EF4-FFF2-40B4-BE49-F238E27FC236}">
                      <a16:creationId xmlns:a16="http://schemas.microsoft.com/office/drawing/2014/main" id="{FE2C4183-A487-D8FB-1B94-7499D1C21E0C}"/>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10"/>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7857E69-1C68-84F0-661F-BE77B703EEFB}"/>
                    </a:ext>
                  </a:extLst>
                </p:cNvPr>
                <p:cNvSpPr txBox="1"/>
                <p:nvPr/>
              </p:nvSpPr>
              <p:spPr>
                <a:xfrm>
                  <a:off x="3387141"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110" name="文本框 109">
                  <a:extLst>
                    <a:ext uri="{FF2B5EF4-FFF2-40B4-BE49-F238E27FC236}">
                      <a16:creationId xmlns:a16="http://schemas.microsoft.com/office/drawing/2014/main" id="{86411028-4854-E4C0-16F2-E026A4DB253C}"/>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11"/>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2F269851-E89C-51C7-B425-33778110DC11}"/>
                    </a:ext>
                  </a:extLst>
                </p:cNvPr>
                <p:cNvSpPr txBox="1"/>
                <p:nvPr/>
              </p:nvSpPr>
              <p:spPr>
                <a:xfrm>
                  <a:off x="151939" y="1741478"/>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m:t>
                        </m:r>
                      </m:oMath>
                    </m:oMathPara>
                  </a14:m>
                  <a:endParaRPr lang="zh-CN" altLang="en-US" sz="2800" dirty="0">
                    <a:solidFill>
                      <a:schemeClr val="tx1"/>
                    </a:solidFill>
                  </a:endParaRPr>
                </a:p>
              </p:txBody>
            </p:sp>
          </mc:Choice>
          <mc:Fallback xmlns="">
            <p:sp>
              <p:nvSpPr>
                <p:cNvPr id="112" name="文本框 111">
                  <a:extLst>
                    <a:ext uri="{FF2B5EF4-FFF2-40B4-BE49-F238E27FC236}">
                      <a16:creationId xmlns:a16="http://schemas.microsoft.com/office/drawing/2014/main" id="{6BF13345-35B4-ED08-F98B-4B581CE96572}"/>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49313BD2-D3CB-84DA-BAA7-E3912573E5BD}"/>
                    </a:ext>
                  </a:extLst>
                </p:cNvPr>
                <p:cNvSpPr txBox="1"/>
                <p:nvPr/>
              </p:nvSpPr>
              <p:spPr>
                <a:xfrm>
                  <a:off x="404709" y="2207598"/>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p>
              </p:txBody>
            </p:sp>
          </mc:Choice>
          <mc:Fallback xmlns="">
            <p:sp>
              <p:nvSpPr>
                <p:cNvPr id="119" name="文本框 118">
                  <a:extLst>
                    <a:ext uri="{FF2B5EF4-FFF2-40B4-BE49-F238E27FC236}">
                      <a16:creationId xmlns:a16="http://schemas.microsoft.com/office/drawing/2014/main" id="{134FA3DE-F59D-14F5-4569-C2DE79745CBE}"/>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13"/>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78619C1-5A6F-A67A-2035-38D2E980718A}"/>
                    </a:ext>
                  </a:extLst>
                </p:cNvPr>
                <p:cNvSpPr txBox="1"/>
                <p:nvPr/>
              </p:nvSpPr>
              <p:spPr>
                <a:xfrm>
                  <a:off x="737400"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44" name="文本框 43">
                  <a:extLst>
                    <a:ext uri="{FF2B5EF4-FFF2-40B4-BE49-F238E27FC236}">
                      <a16:creationId xmlns:a16="http://schemas.microsoft.com/office/drawing/2014/main" id="{878619C1-5A6F-A67A-2035-38D2E980718A}"/>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56E362DA-E4D7-0DA0-1CF2-F62064989D74}"/>
                    </a:ext>
                  </a:extLst>
                </p:cNvPr>
                <p:cNvSpPr txBox="1"/>
                <p:nvPr/>
              </p:nvSpPr>
              <p:spPr>
                <a:xfrm>
                  <a:off x="1559035"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45" name="文本框 44">
                  <a:extLst>
                    <a:ext uri="{FF2B5EF4-FFF2-40B4-BE49-F238E27FC236}">
                      <a16:creationId xmlns:a16="http://schemas.microsoft.com/office/drawing/2014/main" id="{56E362DA-E4D7-0DA0-1CF2-F62064989D74}"/>
                    </a:ext>
                  </a:extLst>
                </p:cNvPr>
                <p:cNvSpPr txBox="1">
                  <a:spLocks noRot="1" noChangeAspect="1" noMove="1" noResize="1" noEditPoints="1" noAdjustHandles="1" noChangeArrowheads="1" noChangeShapeType="1" noTextEdit="1"/>
                </p:cNvSpPr>
                <p:nvPr/>
              </p:nvSpPr>
              <p:spPr>
                <a:xfrm>
                  <a:off x="1559035" y="2671168"/>
                  <a:ext cx="818698" cy="461665"/>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5B72510-955B-3BB7-1D20-A52BB99ACDC9}"/>
                    </a:ext>
                  </a:extLst>
                </p:cNvPr>
                <p:cNvSpPr txBox="1"/>
                <p:nvPr/>
              </p:nvSpPr>
              <p:spPr>
                <a:xfrm>
                  <a:off x="2384317"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p>
              </p:txBody>
            </p:sp>
          </mc:Choice>
          <mc:Fallback xmlns="">
            <p:sp>
              <p:nvSpPr>
                <p:cNvPr id="46" name="文本框 45">
                  <a:extLst>
                    <a:ext uri="{FF2B5EF4-FFF2-40B4-BE49-F238E27FC236}">
                      <a16:creationId xmlns:a16="http://schemas.microsoft.com/office/drawing/2014/main" id="{75B72510-955B-3BB7-1D20-A52BB99ACDC9}"/>
                    </a:ext>
                  </a:extLst>
                </p:cNvPr>
                <p:cNvSpPr txBox="1">
                  <a:spLocks noRot="1" noChangeAspect="1" noMove="1" noResize="1" noEditPoints="1" noAdjustHandles="1" noChangeArrowheads="1" noChangeShapeType="1" noTextEdit="1"/>
                </p:cNvSpPr>
                <p:nvPr/>
              </p:nvSpPr>
              <p:spPr>
                <a:xfrm>
                  <a:off x="2384317" y="2671168"/>
                  <a:ext cx="818698" cy="461665"/>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E7226215-14EF-7D0C-32C2-254EED3D6F3C}"/>
                    </a:ext>
                  </a:extLst>
                </p:cNvPr>
                <p:cNvSpPr txBox="1"/>
                <p:nvPr/>
              </p:nvSpPr>
              <p:spPr>
                <a:xfrm>
                  <a:off x="3205952"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47" name="文本框 46">
                  <a:extLst>
                    <a:ext uri="{FF2B5EF4-FFF2-40B4-BE49-F238E27FC236}">
                      <a16:creationId xmlns:a16="http://schemas.microsoft.com/office/drawing/2014/main" id="{E7226215-14EF-7D0C-32C2-254EED3D6F3C}"/>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17"/>
                  <a:stretch>
                    <a:fillRect/>
                  </a:stretch>
                </a:blipFill>
              </p:spPr>
              <p:txBody>
                <a:bodyPr/>
                <a:lstStyle/>
                <a:p>
                  <a:r>
                    <a:rPr lang="zh-CN" altLang="en-US">
                      <a:noFill/>
                    </a:rPr>
                    <a:t> </a:t>
                  </a:r>
                </a:p>
              </p:txBody>
            </p:sp>
          </mc:Fallback>
        </mc:AlternateContent>
        <p:cxnSp>
          <p:nvCxnSpPr>
            <p:cNvPr id="48" name="直接连接符 47">
              <a:extLst>
                <a:ext uri="{FF2B5EF4-FFF2-40B4-BE49-F238E27FC236}">
                  <a16:creationId xmlns:a16="http://schemas.microsoft.com/office/drawing/2014/main" id="{65BEAA8B-3D44-FF84-00FF-2ED5D9692A4B}"/>
                </a:ext>
              </a:extLst>
            </p:cNvPr>
            <p:cNvCxnSpPr>
              <a:cxnSpLocks/>
              <a:stCxn id="31" idx="0"/>
              <a:endCxn id="31" idx="2"/>
            </p:cNvCxnSpPr>
            <p:nvPr/>
          </p:nvCxnSpPr>
          <p:spPr>
            <a:xfrm>
              <a:off x="2384316"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F9F19389-905D-5FE8-D092-3DB9B12D7AD1}"/>
                </a:ext>
              </a:extLst>
            </p:cNvPr>
            <p:cNvCxnSpPr>
              <a:cxnSpLocks/>
              <a:stCxn id="31" idx="1"/>
              <a:endCxn id="31" idx="3"/>
            </p:cNvCxnSpPr>
            <p:nvPr/>
          </p:nvCxnSpPr>
          <p:spPr>
            <a:xfrm>
              <a:off x="737400" y="2670600"/>
              <a:ext cx="32938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F1246CB7-B073-E1DD-E356-2537C76D2F53}"/>
                    </a:ext>
                  </a:extLst>
                </p:cNvPr>
                <p:cNvSpPr txBox="1"/>
                <p:nvPr/>
              </p:nvSpPr>
              <p:spPr>
                <a:xfrm>
                  <a:off x="404101" y="2671167"/>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m:t>
                        </m:r>
                      </m:oMath>
                    </m:oMathPara>
                  </a14:m>
                  <a:endParaRPr lang="zh-CN" altLang="en-US" sz="2400" dirty="0"/>
                </a:p>
              </p:txBody>
            </p:sp>
          </mc:Choice>
          <mc:Fallback xmlns="">
            <p:sp>
              <p:nvSpPr>
                <p:cNvPr id="138" name="文本框 137">
                  <a:extLst>
                    <a:ext uri="{FF2B5EF4-FFF2-40B4-BE49-F238E27FC236}">
                      <a16:creationId xmlns:a16="http://schemas.microsoft.com/office/drawing/2014/main" id="{58978BD9-A62D-D777-DC1B-9073104FF7F7}"/>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18"/>
                  <a:stretch>
                    <a:fillRect l="-3636" r="-10909"/>
                  </a:stretch>
                </a:blipFill>
              </p:spPr>
              <p:txBody>
                <a:bodyPr/>
                <a:lstStyle/>
                <a:p>
                  <a:r>
                    <a:rPr lang="zh-CN" altLang="en-US">
                      <a:noFill/>
                    </a:rPr>
                    <a:t> </a:t>
                  </a:r>
                </a:p>
              </p:txBody>
            </p:sp>
          </mc:Fallback>
        </mc:AlternateContent>
      </p:grpSp>
      <p:grpSp>
        <p:nvGrpSpPr>
          <p:cNvPr id="51" name="组合 50">
            <a:extLst>
              <a:ext uri="{FF2B5EF4-FFF2-40B4-BE49-F238E27FC236}">
                <a16:creationId xmlns:a16="http://schemas.microsoft.com/office/drawing/2014/main" id="{D9D62AB2-BE33-6AA8-BC2B-287B36B30A6D}"/>
              </a:ext>
            </a:extLst>
          </p:cNvPr>
          <p:cNvGrpSpPr/>
          <p:nvPr/>
        </p:nvGrpSpPr>
        <p:grpSpPr>
          <a:xfrm>
            <a:off x="6906555" y="1775360"/>
            <a:ext cx="3879293" cy="1608740"/>
            <a:chOff x="151939" y="1524862"/>
            <a:chExt cx="3879293" cy="1608740"/>
          </a:xfrm>
        </p:grpSpPr>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701BC563-CB85-2242-C9C0-0DFE921762D9}"/>
                    </a:ext>
                  </a:extLst>
                </p:cNvPr>
                <p:cNvSpPr txBox="1"/>
                <p:nvPr/>
              </p:nvSpPr>
              <p:spPr>
                <a:xfrm>
                  <a:off x="737400"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701BC563-CB85-2242-C9C0-0DFE921762D9}"/>
                    </a:ext>
                  </a:extLst>
                </p:cNvPr>
                <p:cNvSpPr txBox="1">
                  <a:spLocks noRot="1" noChangeAspect="1" noMove="1" noResize="1" noEditPoints="1" noAdjustHandles="1" noChangeArrowheads="1" noChangeShapeType="1" noTextEdit="1"/>
                </p:cNvSpPr>
                <p:nvPr/>
              </p:nvSpPr>
              <p:spPr>
                <a:xfrm>
                  <a:off x="737400" y="2208367"/>
                  <a:ext cx="818698" cy="462434"/>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65FB9AE1-B795-C171-5EE8-1A4CB9CCC658}"/>
                    </a:ext>
                  </a:extLst>
                </p:cNvPr>
                <p:cNvSpPr txBox="1"/>
                <p:nvPr/>
              </p:nvSpPr>
              <p:spPr>
                <a:xfrm>
                  <a:off x="1559035"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65FB9AE1-B795-C171-5EE8-1A4CB9CCC658}"/>
                    </a:ext>
                  </a:extLst>
                </p:cNvPr>
                <p:cNvSpPr txBox="1">
                  <a:spLocks noRot="1" noChangeAspect="1" noMove="1" noResize="1" noEditPoints="1" noAdjustHandles="1" noChangeArrowheads="1" noChangeShapeType="1" noTextEdit="1"/>
                </p:cNvSpPr>
                <p:nvPr/>
              </p:nvSpPr>
              <p:spPr>
                <a:xfrm>
                  <a:off x="1559035" y="2208367"/>
                  <a:ext cx="818698" cy="462434"/>
                </a:xfrm>
                <a:prstGeom prst="rect">
                  <a:avLst/>
                </a:prstGeom>
                <a:blipFill>
                  <a:blip r:embed="rId20"/>
                  <a:stretch>
                    <a:fillRect/>
                  </a:stretch>
                </a:blipFill>
              </p:spPr>
              <p:txBody>
                <a:bodyPr/>
                <a:lstStyle/>
                <a:p>
                  <a:r>
                    <a:rPr lang="zh-CN" altLang="en-US">
                      <a:noFill/>
                    </a:rPr>
                    <a:t> </a:t>
                  </a:r>
                </a:p>
              </p:txBody>
            </p:sp>
          </mc:Fallback>
        </mc:AlternateContent>
        <p:sp>
          <p:nvSpPr>
            <p:cNvPr id="54" name="矩形 53">
              <a:extLst>
                <a:ext uri="{FF2B5EF4-FFF2-40B4-BE49-F238E27FC236}">
                  <a16:creationId xmlns:a16="http://schemas.microsoft.com/office/drawing/2014/main" id="{D62BD93A-D366-49DD-C604-AF61C9DF3E88}"/>
                </a:ext>
              </a:extLst>
            </p:cNvPr>
            <p:cNvSpPr/>
            <p:nvPr/>
          </p:nvSpPr>
          <p:spPr>
            <a:xfrm>
              <a:off x="737400" y="2208367"/>
              <a:ext cx="3293832" cy="924466"/>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55" name="直接连接符 54">
              <a:extLst>
                <a:ext uri="{FF2B5EF4-FFF2-40B4-BE49-F238E27FC236}">
                  <a16:creationId xmlns:a16="http://schemas.microsoft.com/office/drawing/2014/main" id="{F0B77D85-A5AC-102A-1878-820F7BE3BCC8}"/>
                </a:ext>
              </a:extLst>
            </p:cNvPr>
            <p:cNvCxnSpPr>
              <a:cxnSpLocks/>
            </p:cNvCxnSpPr>
            <p:nvPr/>
          </p:nvCxnSpPr>
          <p:spPr>
            <a:xfrm>
              <a:off x="344777" y="181412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0D121406-4D00-91EB-E36E-35DF0B4D7D57}"/>
                    </a:ext>
                  </a:extLst>
                </p:cNvPr>
                <p:cNvSpPr txBox="1"/>
                <p:nvPr/>
              </p:nvSpPr>
              <p:spPr>
                <a:xfrm>
                  <a:off x="907374"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148D2650-7B38-4533-2C53-2C919B5E4DAC}"/>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5"/>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EA6A4549-755C-AF7A-D042-31D7CFB26046}"/>
                    </a:ext>
                  </a:extLst>
                </p:cNvPr>
                <p:cNvSpPr txBox="1"/>
                <p:nvPr/>
              </p:nvSpPr>
              <p:spPr>
                <a:xfrm>
                  <a:off x="1728756"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103" name="文本框 102">
                  <a:extLst>
                    <a:ext uri="{FF2B5EF4-FFF2-40B4-BE49-F238E27FC236}">
                      <a16:creationId xmlns:a16="http://schemas.microsoft.com/office/drawing/2014/main" id="{ED12BB56-B88D-7859-167A-77AF6B8E373F}"/>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6"/>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3B161209-B52D-8668-13B7-BE3D28B29946}"/>
                    </a:ext>
                  </a:extLst>
                </p:cNvPr>
                <p:cNvSpPr txBox="1"/>
                <p:nvPr/>
              </p:nvSpPr>
              <p:spPr>
                <a:xfrm>
                  <a:off x="379052" y="152486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BC</m:t>
                        </m:r>
                      </m:oMath>
                    </m:oMathPara>
                  </a14:m>
                  <a:endParaRPr lang="zh-CN" altLang="en-US" sz="2800" dirty="0">
                    <a:solidFill>
                      <a:schemeClr val="tx1"/>
                    </a:solidFill>
                  </a:endParaRPr>
                </a:p>
              </p:txBody>
            </p:sp>
          </mc:Choice>
          <mc:Fallback xmlns="">
            <p:sp>
              <p:nvSpPr>
                <p:cNvPr id="104" name="文本框 103">
                  <a:extLst>
                    <a:ext uri="{FF2B5EF4-FFF2-40B4-BE49-F238E27FC236}">
                      <a16:creationId xmlns:a16="http://schemas.microsoft.com/office/drawing/2014/main" id="{305042E3-B7CB-23A2-DD0A-F22E30E91087}"/>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10FEB030-65FD-4F9A-CC2D-3EA2E2466254}"/>
                    </a:ext>
                  </a:extLst>
                </p:cNvPr>
                <p:cNvSpPr txBox="1"/>
                <p:nvPr/>
              </p:nvSpPr>
              <p:spPr>
                <a:xfrm>
                  <a:off x="2384317" y="2208367"/>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59" name="文本框 58">
                  <a:extLst>
                    <a:ext uri="{FF2B5EF4-FFF2-40B4-BE49-F238E27FC236}">
                      <a16:creationId xmlns:a16="http://schemas.microsoft.com/office/drawing/2014/main" id="{10FEB030-65FD-4F9A-CC2D-3EA2E2466254}"/>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66945351-C2F3-35BB-14F8-1A33DA4DD6CC}"/>
                    </a:ext>
                  </a:extLst>
                </p:cNvPr>
                <p:cNvSpPr txBox="1"/>
                <p:nvPr/>
              </p:nvSpPr>
              <p:spPr>
                <a:xfrm>
                  <a:off x="3205952" y="2208367"/>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60" name="文本框 59">
                  <a:extLst>
                    <a:ext uri="{FF2B5EF4-FFF2-40B4-BE49-F238E27FC236}">
                      <a16:creationId xmlns:a16="http://schemas.microsoft.com/office/drawing/2014/main" id="{66945351-C2F3-35BB-14F8-1A33DA4DD6CC}"/>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22"/>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F3477577-EBC5-A662-9957-60110F4607CC}"/>
                </a:ext>
              </a:extLst>
            </p:cNvPr>
            <p:cNvCxnSpPr>
              <a:cxnSpLocks/>
            </p:cNvCxnSpPr>
            <p:nvPr/>
          </p:nvCxnSpPr>
          <p:spPr>
            <a:xfrm>
              <a:off x="3207168"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F1DB4325-E3A4-8A1A-671C-9108107E004B}"/>
                </a:ext>
              </a:extLst>
            </p:cNvPr>
            <p:cNvCxnSpPr>
              <a:cxnSpLocks/>
            </p:cNvCxnSpPr>
            <p:nvPr/>
          </p:nvCxnSpPr>
          <p:spPr>
            <a:xfrm>
              <a:off x="1560251"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89BB306F-4DC5-FE01-1555-DA2BFD608D2A}"/>
                    </a:ext>
                  </a:extLst>
                </p:cNvPr>
                <p:cNvSpPr txBox="1"/>
                <p:nvPr/>
              </p:nvSpPr>
              <p:spPr>
                <a:xfrm>
                  <a:off x="2565759"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109" name="文本框 108">
                  <a:extLst>
                    <a:ext uri="{FF2B5EF4-FFF2-40B4-BE49-F238E27FC236}">
                      <a16:creationId xmlns:a16="http://schemas.microsoft.com/office/drawing/2014/main" id="{FE2C4183-A487-D8FB-1B94-7499D1C21E0C}"/>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10"/>
                  <a:stretch>
                    <a:fillRect l="-3846" r="-128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770B9DC5-C9AE-783E-892C-741EED967FC0}"/>
                    </a:ext>
                  </a:extLst>
                </p:cNvPr>
                <p:cNvSpPr txBox="1"/>
                <p:nvPr/>
              </p:nvSpPr>
              <p:spPr>
                <a:xfrm>
                  <a:off x="3387141" y="179259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110" name="文本框 109">
                  <a:extLst>
                    <a:ext uri="{FF2B5EF4-FFF2-40B4-BE49-F238E27FC236}">
                      <a16:creationId xmlns:a16="http://schemas.microsoft.com/office/drawing/2014/main" id="{86411028-4854-E4C0-16F2-E026A4DB253C}"/>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11"/>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5E739AE6-3E32-F60D-E6C7-E5F3B8A90284}"/>
                    </a:ext>
                  </a:extLst>
                </p:cNvPr>
                <p:cNvSpPr txBox="1"/>
                <p:nvPr/>
              </p:nvSpPr>
              <p:spPr>
                <a:xfrm>
                  <a:off x="151939" y="1741478"/>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m:t>
                        </m:r>
                      </m:oMath>
                    </m:oMathPara>
                  </a14:m>
                  <a:endParaRPr lang="zh-CN" altLang="en-US" sz="2800" dirty="0">
                    <a:solidFill>
                      <a:schemeClr val="tx1"/>
                    </a:solidFill>
                  </a:endParaRPr>
                </a:p>
              </p:txBody>
            </p:sp>
          </mc:Choice>
          <mc:Fallback xmlns="">
            <p:sp>
              <p:nvSpPr>
                <p:cNvPr id="112" name="文本框 111">
                  <a:extLst>
                    <a:ext uri="{FF2B5EF4-FFF2-40B4-BE49-F238E27FC236}">
                      <a16:creationId xmlns:a16="http://schemas.microsoft.com/office/drawing/2014/main" id="{6BF13345-35B4-ED08-F98B-4B581CE96572}"/>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5DC4C6CB-337B-DAF0-48B4-786EB848BFE6}"/>
                    </a:ext>
                  </a:extLst>
                </p:cNvPr>
                <p:cNvSpPr txBox="1"/>
                <p:nvPr/>
              </p:nvSpPr>
              <p:spPr>
                <a:xfrm>
                  <a:off x="404709" y="2207598"/>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m:t>
                        </m:r>
                      </m:oMath>
                    </m:oMathPara>
                  </a14:m>
                  <a:endParaRPr lang="zh-CN" altLang="en-US" sz="2400" dirty="0"/>
                </a:p>
              </p:txBody>
            </p:sp>
          </mc:Choice>
          <mc:Fallback xmlns="">
            <p:sp>
              <p:nvSpPr>
                <p:cNvPr id="119" name="文本框 118">
                  <a:extLst>
                    <a:ext uri="{FF2B5EF4-FFF2-40B4-BE49-F238E27FC236}">
                      <a16:creationId xmlns:a16="http://schemas.microsoft.com/office/drawing/2014/main" id="{134FA3DE-F59D-14F5-4569-C2DE79745CBE}"/>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13"/>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C0F895ED-088E-0B6A-28FA-9A4AF14339FC}"/>
                    </a:ext>
                  </a:extLst>
                </p:cNvPr>
                <p:cNvSpPr txBox="1"/>
                <p:nvPr/>
              </p:nvSpPr>
              <p:spPr>
                <a:xfrm>
                  <a:off x="737400"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67" name="文本框 66">
                  <a:extLst>
                    <a:ext uri="{FF2B5EF4-FFF2-40B4-BE49-F238E27FC236}">
                      <a16:creationId xmlns:a16="http://schemas.microsoft.com/office/drawing/2014/main" id="{C0F895ED-088E-0B6A-28FA-9A4AF14339FC}"/>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E4A1F835-FBCC-9620-21CB-D97B137D3F8F}"/>
                    </a:ext>
                  </a:extLst>
                </p:cNvPr>
                <p:cNvSpPr txBox="1"/>
                <p:nvPr/>
              </p:nvSpPr>
              <p:spPr>
                <a:xfrm>
                  <a:off x="1559035"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68" name="文本框 67">
                  <a:extLst>
                    <a:ext uri="{FF2B5EF4-FFF2-40B4-BE49-F238E27FC236}">
                      <a16:creationId xmlns:a16="http://schemas.microsoft.com/office/drawing/2014/main" id="{E4A1F835-FBCC-9620-21CB-D97B137D3F8F}"/>
                    </a:ext>
                  </a:extLst>
                </p:cNvPr>
                <p:cNvSpPr txBox="1">
                  <a:spLocks noRot="1" noChangeAspect="1" noMove="1" noResize="1" noEditPoints="1" noAdjustHandles="1" noChangeArrowheads="1" noChangeShapeType="1" noTextEdit="1"/>
                </p:cNvSpPr>
                <p:nvPr/>
              </p:nvSpPr>
              <p:spPr>
                <a:xfrm>
                  <a:off x="1559035" y="2671168"/>
                  <a:ext cx="818698" cy="461665"/>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0B776E5E-9131-5905-B825-541CBA533536}"/>
                    </a:ext>
                  </a:extLst>
                </p:cNvPr>
                <p:cNvSpPr txBox="1"/>
                <p:nvPr/>
              </p:nvSpPr>
              <p:spPr>
                <a:xfrm>
                  <a:off x="2384317" y="2671168"/>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p>
              </p:txBody>
            </p:sp>
          </mc:Choice>
          <mc:Fallback xmlns="">
            <p:sp>
              <p:nvSpPr>
                <p:cNvPr id="69" name="文本框 68">
                  <a:extLst>
                    <a:ext uri="{FF2B5EF4-FFF2-40B4-BE49-F238E27FC236}">
                      <a16:creationId xmlns:a16="http://schemas.microsoft.com/office/drawing/2014/main" id="{0B776E5E-9131-5905-B825-541CBA533536}"/>
                    </a:ext>
                  </a:extLst>
                </p:cNvPr>
                <p:cNvSpPr txBox="1">
                  <a:spLocks noRot="1" noChangeAspect="1" noMove="1" noResize="1" noEditPoints="1" noAdjustHandles="1" noChangeArrowheads="1" noChangeShapeType="1" noTextEdit="1"/>
                </p:cNvSpPr>
                <p:nvPr/>
              </p:nvSpPr>
              <p:spPr>
                <a:xfrm>
                  <a:off x="2384317" y="2671168"/>
                  <a:ext cx="818698" cy="461665"/>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158A0528-2B4E-24F0-781B-58D250961A56}"/>
                    </a:ext>
                  </a:extLst>
                </p:cNvPr>
                <p:cNvSpPr txBox="1"/>
                <p:nvPr/>
              </p:nvSpPr>
              <p:spPr>
                <a:xfrm>
                  <a:off x="3205952" y="2671168"/>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p>
              </p:txBody>
            </p:sp>
          </mc:Choice>
          <mc:Fallback xmlns="">
            <p:sp>
              <p:nvSpPr>
                <p:cNvPr id="70" name="文本框 69">
                  <a:extLst>
                    <a:ext uri="{FF2B5EF4-FFF2-40B4-BE49-F238E27FC236}">
                      <a16:creationId xmlns:a16="http://schemas.microsoft.com/office/drawing/2014/main" id="{158A0528-2B4E-24F0-781B-58D250961A56}"/>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26"/>
                  <a:stretch>
                    <a:fillRect/>
                  </a:stretch>
                </a:blipFill>
              </p:spPr>
              <p:txBody>
                <a:bodyPr/>
                <a:lstStyle/>
                <a:p>
                  <a:r>
                    <a:rPr lang="zh-CN" altLang="en-US">
                      <a:noFill/>
                    </a:rPr>
                    <a:t> </a:t>
                  </a:r>
                </a:p>
              </p:txBody>
            </p:sp>
          </mc:Fallback>
        </mc:AlternateContent>
        <p:cxnSp>
          <p:nvCxnSpPr>
            <p:cNvPr id="71" name="直接连接符 70">
              <a:extLst>
                <a:ext uri="{FF2B5EF4-FFF2-40B4-BE49-F238E27FC236}">
                  <a16:creationId xmlns:a16="http://schemas.microsoft.com/office/drawing/2014/main" id="{8E16CD9B-7F69-2688-DDEC-CE872AB283C9}"/>
                </a:ext>
              </a:extLst>
            </p:cNvPr>
            <p:cNvCxnSpPr>
              <a:cxnSpLocks/>
              <a:stCxn id="54" idx="0"/>
              <a:endCxn id="54" idx="2"/>
            </p:cNvCxnSpPr>
            <p:nvPr/>
          </p:nvCxnSpPr>
          <p:spPr>
            <a:xfrm>
              <a:off x="2384316" y="2208367"/>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2E044B23-D75D-659C-2740-02BC40A0DB68}"/>
                </a:ext>
              </a:extLst>
            </p:cNvPr>
            <p:cNvCxnSpPr>
              <a:cxnSpLocks/>
              <a:stCxn id="54" idx="1"/>
              <a:endCxn id="54" idx="3"/>
            </p:cNvCxnSpPr>
            <p:nvPr/>
          </p:nvCxnSpPr>
          <p:spPr>
            <a:xfrm>
              <a:off x="737400" y="2670600"/>
              <a:ext cx="32938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605B2C47-CEAF-76F8-DA3F-8ED56C4CA837}"/>
                    </a:ext>
                  </a:extLst>
                </p:cNvPr>
                <p:cNvSpPr txBox="1"/>
                <p:nvPr/>
              </p:nvSpPr>
              <p:spPr>
                <a:xfrm>
                  <a:off x="404101" y="2671167"/>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m:t>
                        </m:r>
                      </m:oMath>
                    </m:oMathPara>
                  </a14:m>
                  <a:endParaRPr lang="zh-CN" altLang="en-US" sz="2400" dirty="0"/>
                </a:p>
              </p:txBody>
            </p:sp>
          </mc:Choice>
          <mc:Fallback xmlns="">
            <p:sp>
              <p:nvSpPr>
                <p:cNvPr id="138" name="文本框 137">
                  <a:extLst>
                    <a:ext uri="{FF2B5EF4-FFF2-40B4-BE49-F238E27FC236}">
                      <a16:creationId xmlns:a16="http://schemas.microsoft.com/office/drawing/2014/main" id="{58978BD9-A62D-D777-DC1B-9073104FF7F7}"/>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18"/>
                  <a:stretch>
                    <a:fillRect l="-3636" r="-10909"/>
                  </a:stretch>
                </a:blipFill>
              </p:spPr>
              <p:txBody>
                <a:bodyPr/>
                <a:lstStyle/>
                <a:p>
                  <a:r>
                    <a:rPr lang="zh-CN" altLang="en-US">
                      <a:noFill/>
                    </a:rPr>
                    <a:t> </a:t>
                  </a:r>
                </a:p>
              </p:txBody>
            </p:sp>
          </mc:Fallback>
        </mc:AlternateContent>
      </p:grpSp>
      <p:sp>
        <p:nvSpPr>
          <p:cNvPr id="74" name="矩形: 圆角 73">
            <a:extLst>
              <a:ext uri="{FF2B5EF4-FFF2-40B4-BE49-F238E27FC236}">
                <a16:creationId xmlns:a16="http://schemas.microsoft.com/office/drawing/2014/main" id="{9EF7FFDE-A777-0F99-62F6-58B37BD265F1}"/>
              </a:ext>
            </a:extLst>
          </p:cNvPr>
          <p:cNvSpPr/>
          <p:nvPr/>
        </p:nvSpPr>
        <p:spPr>
          <a:xfrm>
            <a:off x="2513766" y="2538622"/>
            <a:ext cx="1308438" cy="300612"/>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5" name="矩形: 圆角 74">
            <a:extLst>
              <a:ext uri="{FF2B5EF4-FFF2-40B4-BE49-F238E27FC236}">
                <a16:creationId xmlns:a16="http://schemas.microsoft.com/office/drawing/2014/main" id="{E8EB1414-C36F-A240-5EF5-E759BFF5DFEF}"/>
              </a:ext>
            </a:extLst>
          </p:cNvPr>
          <p:cNvSpPr/>
          <p:nvPr/>
        </p:nvSpPr>
        <p:spPr>
          <a:xfrm>
            <a:off x="1699219" y="3008899"/>
            <a:ext cx="1308438" cy="300612"/>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6" name="矩形: 圆角 75">
            <a:extLst>
              <a:ext uri="{FF2B5EF4-FFF2-40B4-BE49-F238E27FC236}">
                <a16:creationId xmlns:a16="http://schemas.microsoft.com/office/drawing/2014/main" id="{999907D7-F4E4-13C5-5F8B-774E136F8BD3}"/>
              </a:ext>
            </a:extLst>
          </p:cNvPr>
          <p:cNvSpPr/>
          <p:nvPr/>
        </p:nvSpPr>
        <p:spPr>
          <a:xfrm>
            <a:off x="4187568" y="2538621"/>
            <a:ext cx="455054" cy="770889"/>
          </a:xfrm>
          <a:prstGeom prst="roundRect">
            <a:avLst>
              <a:gd name="adj" fmla="val 0"/>
            </a:avLst>
          </a:prstGeom>
          <a:no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46068D0A-F675-51F7-F69C-0A1745000B6F}"/>
                  </a:ext>
                </a:extLst>
              </p:cNvPr>
              <p:cNvSpPr txBox="1"/>
              <p:nvPr/>
            </p:nvSpPr>
            <p:spPr>
              <a:xfrm>
                <a:off x="1129609" y="3694717"/>
                <a:ext cx="4104801" cy="585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3200" b="0" i="0" smtClean="0">
                          <a:solidFill>
                            <a:schemeClr val="tx1"/>
                          </a:solidFill>
                          <a:latin typeface="Cambria Math" panose="02040503050406030204" pitchFamily="18" charset="0"/>
                        </a:rPr>
                        <m:t>Y</m:t>
                      </m:r>
                      <m:r>
                        <a:rPr lang="en-US" altLang="zh-CN" sz="3200" b="0" i="0" smtClean="0">
                          <a:solidFill>
                            <a:schemeClr val="tx1"/>
                          </a:solidFill>
                          <a:latin typeface="Cambria Math" panose="02040503050406030204" pitchFamily="18" charset="0"/>
                        </a:rPr>
                        <m:t>=</m:t>
                      </m:r>
                      <m:acc>
                        <m:accPr>
                          <m:chr m:val="̅"/>
                          <m:ctrlPr>
                            <a:rPr lang="en-US" altLang="zh-CN" sz="3200" i="1" smtClean="0">
                              <a:solidFill>
                                <a:srgbClr val="FF0000"/>
                              </a:solidFill>
                              <a:latin typeface="Cambria Math" panose="02040503050406030204" pitchFamily="18" charset="0"/>
                            </a:rPr>
                          </m:ctrlPr>
                        </m:accPr>
                        <m:e>
                          <m:r>
                            <m:rPr>
                              <m:sty m:val="p"/>
                            </m:rPr>
                            <a:rPr lang="en-US" altLang="zh-CN" sz="3200" i="0">
                              <a:solidFill>
                                <a:srgbClr val="FF0000"/>
                              </a:solidFill>
                              <a:latin typeface="Cambria Math" panose="02040503050406030204" pitchFamily="18" charset="0"/>
                            </a:rPr>
                            <m:t>A</m:t>
                          </m:r>
                        </m:e>
                      </m:acc>
                      <m:r>
                        <m:rPr>
                          <m:sty m:val="p"/>
                        </m:rPr>
                        <a:rPr lang="en-US" altLang="zh-CN" sz="3200" i="0">
                          <a:solidFill>
                            <a:srgbClr val="FF0000"/>
                          </a:solidFill>
                          <a:latin typeface="Cambria Math" panose="02040503050406030204" pitchFamily="18" charset="0"/>
                        </a:rPr>
                        <m:t>C</m:t>
                      </m:r>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B050"/>
                          </a:solidFill>
                          <a:latin typeface="Cambria Math" panose="02040503050406030204" pitchFamily="18" charset="0"/>
                        </a:rPr>
                        <m:t>A</m:t>
                      </m:r>
                      <m:acc>
                        <m:accPr>
                          <m:chr m:val="̅"/>
                          <m:ctrlPr>
                            <a:rPr lang="en-US" altLang="zh-CN" sz="3200" i="1">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B</m:t>
                          </m:r>
                        </m:e>
                      </m:acc>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00FF"/>
                          </a:solidFill>
                          <a:latin typeface="Cambria Math" panose="02040503050406030204" pitchFamily="18" charset="0"/>
                        </a:rPr>
                        <m:t>B</m:t>
                      </m:r>
                      <m:acc>
                        <m:accPr>
                          <m:chr m:val="̅"/>
                          <m:ctrlPr>
                            <a:rPr lang="en-US" altLang="zh-CN" sz="3200" i="1">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C</m:t>
                          </m:r>
                        </m:e>
                      </m:acc>
                    </m:oMath>
                  </m:oMathPara>
                </a14:m>
                <a:endParaRPr lang="zh-CN" altLang="en-US" sz="3200" dirty="0"/>
              </a:p>
            </p:txBody>
          </p:sp>
        </mc:Choice>
        <mc:Fallback xmlns="">
          <p:sp>
            <p:nvSpPr>
              <p:cNvPr id="78" name="文本框 77">
                <a:extLst>
                  <a:ext uri="{FF2B5EF4-FFF2-40B4-BE49-F238E27FC236}">
                    <a16:creationId xmlns:a16="http://schemas.microsoft.com/office/drawing/2014/main" id="{46068D0A-F675-51F7-F69C-0A1745000B6F}"/>
                  </a:ext>
                </a:extLst>
              </p:cNvPr>
              <p:cNvSpPr txBox="1">
                <a:spLocks noRot="1" noChangeAspect="1" noMove="1" noResize="1" noEditPoints="1" noAdjustHandles="1" noChangeArrowheads="1" noChangeShapeType="1" noTextEdit="1"/>
              </p:cNvSpPr>
              <p:nvPr/>
            </p:nvSpPr>
            <p:spPr>
              <a:xfrm>
                <a:off x="1129609" y="3694717"/>
                <a:ext cx="4104801" cy="585930"/>
              </a:xfrm>
              <a:prstGeom prst="rect">
                <a:avLst/>
              </a:prstGeom>
              <a:blipFill>
                <a:blip r:embed="rId27"/>
                <a:stretch>
                  <a:fillRect/>
                </a:stretch>
              </a:blipFill>
            </p:spPr>
            <p:txBody>
              <a:bodyPr/>
              <a:lstStyle/>
              <a:p>
                <a:r>
                  <a:rPr lang="zh-CN" altLang="en-US">
                    <a:noFill/>
                  </a:rPr>
                  <a:t> </a:t>
                </a:r>
              </a:p>
            </p:txBody>
          </p:sp>
        </mc:Fallback>
      </mc:AlternateContent>
      <p:sp>
        <p:nvSpPr>
          <p:cNvPr id="80" name="左中括号 79">
            <a:extLst>
              <a:ext uri="{FF2B5EF4-FFF2-40B4-BE49-F238E27FC236}">
                <a16:creationId xmlns:a16="http://schemas.microsoft.com/office/drawing/2014/main" id="{552CE339-6F8D-478F-2C6B-6D5533015C25}"/>
              </a:ext>
            </a:extLst>
          </p:cNvPr>
          <p:cNvSpPr/>
          <p:nvPr/>
        </p:nvSpPr>
        <p:spPr>
          <a:xfrm flipH="1">
            <a:off x="7406591" y="3008129"/>
            <a:ext cx="725618" cy="300907"/>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 name="左中括号 80">
            <a:extLst>
              <a:ext uri="{FF2B5EF4-FFF2-40B4-BE49-F238E27FC236}">
                <a16:creationId xmlns:a16="http://schemas.microsoft.com/office/drawing/2014/main" id="{65A84088-407D-28C5-08C7-898314A24061}"/>
              </a:ext>
            </a:extLst>
          </p:cNvPr>
          <p:cNvSpPr/>
          <p:nvPr/>
        </p:nvSpPr>
        <p:spPr>
          <a:xfrm>
            <a:off x="10129972" y="3008513"/>
            <a:ext cx="725618" cy="300907"/>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 name="矩形: 圆角 82">
            <a:extLst>
              <a:ext uri="{FF2B5EF4-FFF2-40B4-BE49-F238E27FC236}">
                <a16:creationId xmlns:a16="http://schemas.microsoft.com/office/drawing/2014/main" id="{F207BF9E-B5F7-FD5B-E7C9-DD9E8129AE0A}"/>
              </a:ext>
            </a:extLst>
          </p:cNvPr>
          <p:cNvSpPr/>
          <p:nvPr/>
        </p:nvSpPr>
        <p:spPr>
          <a:xfrm>
            <a:off x="8492536" y="2538147"/>
            <a:ext cx="455054" cy="770889"/>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4" name="矩形: 圆角 83">
            <a:extLst>
              <a:ext uri="{FF2B5EF4-FFF2-40B4-BE49-F238E27FC236}">
                <a16:creationId xmlns:a16="http://schemas.microsoft.com/office/drawing/2014/main" id="{F95D1F2A-7BC8-135D-346C-2BADD1D4300A}"/>
              </a:ext>
            </a:extLst>
          </p:cNvPr>
          <p:cNvSpPr/>
          <p:nvPr/>
        </p:nvSpPr>
        <p:spPr>
          <a:xfrm>
            <a:off x="9298549" y="2533072"/>
            <a:ext cx="1308438" cy="300612"/>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A7F35262-92EA-7C0B-95E9-CDD0934483E1}"/>
                  </a:ext>
                </a:extLst>
              </p:cNvPr>
              <p:cNvSpPr txBox="1"/>
              <p:nvPr/>
            </p:nvSpPr>
            <p:spPr>
              <a:xfrm>
                <a:off x="7079948" y="3691987"/>
                <a:ext cx="4104801" cy="585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3200" b="0" i="0" smtClean="0">
                          <a:solidFill>
                            <a:schemeClr val="tx1"/>
                          </a:solidFill>
                          <a:latin typeface="Cambria Math" panose="02040503050406030204" pitchFamily="18" charset="0"/>
                        </a:rPr>
                        <m:t>Y</m:t>
                      </m:r>
                      <m:r>
                        <a:rPr lang="en-US" altLang="zh-CN" sz="3200" b="0" i="0" smtClean="0">
                          <a:solidFill>
                            <a:schemeClr val="tx1"/>
                          </a:solidFill>
                          <a:latin typeface="Cambria Math" panose="02040503050406030204" pitchFamily="18" charset="0"/>
                        </a:rPr>
                        <m:t>=</m:t>
                      </m:r>
                      <m:acc>
                        <m:accPr>
                          <m:chr m:val="̅"/>
                          <m:ctrlPr>
                            <a:rPr lang="en-US" altLang="zh-CN" sz="3200" i="1" smtClean="0">
                              <a:solidFill>
                                <a:srgbClr val="FF0000"/>
                              </a:solidFill>
                              <a:latin typeface="Cambria Math" panose="02040503050406030204" pitchFamily="18" charset="0"/>
                            </a:rPr>
                          </m:ctrlPr>
                        </m:accPr>
                        <m:e>
                          <m:r>
                            <m:rPr>
                              <m:sty m:val="p"/>
                            </m:rPr>
                            <a:rPr lang="en-US" altLang="zh-CN" sz="3200" b="0" i="0" smtClean="0">
                              <a:solidFill>
                                <a:srgbClr val="FF0000"/>
                              </a:solidFill>
                              <a:latin typeface="Cambria Math" panose="02040503050406030204" pitchFamily="18" charset="0"/>
                            </a:rPr>
                            <m:t>B</m:t>
                          </m:r>
                        </m:e>
                      </m:acc>
                      <m:r>
                        <m:rPr>
                          <m:sty m:val="p"/>
                        </m:rPr>
                        <a:rPr lang="en-US" altLang="zh-CN" sz="3200" i="0">
                          <a:solidFill>
                            <a:srgbClr val="FF0000"/>
                          </a:solidFill>
                          <a:latin typeface="Cambria Math" panose="02040503050406030204" pitchFamily="18" charset="0"/>
                        </a:rPr>
                        <m:t>C</m:t>
                      </m:r>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B050"/>
                          </a:solidFill>
                          <a:latin typeface="Cambria Math" panose="02040503050406030204" pitchFamily="18" charset="0"/>
                        </a:rPr>
                        <m:t>AB</m:t>
                      </m:r>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00FF"/>
                          </a:solidFill>
                          <a:latin typeface="Cambria Math" panose="02040503050406030204" pitchFamily="18" charset="0"/>
                        </a:rPr>
                        <m:t>A</m:t>
                      </m:r>
                      <m:acc>
                        <m:accPr>
                          <m:chr m:val="̅"/>
                          <m:ctrlPr>
                            <a:rPr lang="en-US" altLang="zh-CN" sz="3200" i="1">
                              <a:solidFill>
                                <a:srgbClr val="0000FF"/>
                              </a:solidFill>
                              <a:latin typeface="Cambria Math" panose="02040503050406030204" pitchFamily="18" charset="0"/>
                            </a:rPr>
                          </m:ctrlPr>
                        </m:accPr>
                        <m:e>
                          <m:r>
                            <m:rPr>
                              <m:sty m:val="p"/>
                            </m:rPr>
                            <a:rPr lang="en-US" altLang="zh-CN" sz="3200">
                              <a:solidFill>
                                <a:srgbClr val="0000FF"/>
                              </a:solidFill>
                              <a:latin typeface="Cambria Math" panose="02040503050406030204" pitchFamily="18" charset="0"/>
                            </a:rPr>
                            <m:t>C</m:t>
                          </m:r>
                        </m:e>
                      </m:acc>
                    </m:oMath>
                  </m:oMathPara>
                </a14:m>
                <a:endParaRPr lang="zh-CN" altLang="en-US" sz="3200" dirty="0"/>
              </a:p>
            </p:txBody>
          </p:sp>
        </mc:Choice>
        <mc:Fallback xmlns="">
          <p:sp>
            <p:nvSpPr>
              <p:cNvPr id="85" name="文本框 84">
                <a:extLst>
                  <a:ext uri="{FF2B5EF4-FFF2-40B4-BE49-F238E27FC236}">
                    <a16:creationId xmlns:a16="http://schemas.microsoft.com/office/drawing/2014/main" id="{A7F35262-92EA-7C0B-95E9-CDD0934483E1}"/>
                  </a:ext>
                </a:extLst>
              </p:cNvPr>
              <p:cNvSpPr txBox="1">
                <a:spLocks noRot="1" noChangeAspect="1" noMove="1" noResize="1" noEditPoints="1" noAdjustHandles="1" noChangeArrowheads="1" noChangeShapeType="1" noTextEdit="1"/>
              </p:cNvSpPr>
              <p:nvPr/>
            </p:nvSpPr>
            <p:spPr>
              <a:xfrm>
                <a:off x="7079948" y="3691987"/>
                <a:ext cx="4104801" cy="585930"/>
              </a:xfrm>
              <a:prstGeom prst="rect">
                <a:avLst/>
              </a:prstGeom>
              <a:blipFill>
                <a:blip r:embed="rId28"/>
                <a:stretch>
                  <a:fillRect/>
                </a:stretch>
              </a:blipFill>
            </p:spPr>
            <p:txBody>
              <a:bodyPr/>
              <a:lstStyle/>
              <a:p>
                <a:r>
                  <a:rPr lang="zh-CN" altLang="en-US">
                    <a:noFill/>
                  </a:rPr>
                  <a:t> </a:t>
                </a:r>
              </a:p>
            </p:txBody>
          </p:sp>
        </mc:Fallback>
      </mc:AlternateContent>
      <p:sp>
        <p:nvSpPr>
          <p:cNvPr id="86" name="Text Box 30">
            <a:extLst>
              <a:ext uri="{FF2B5EF4-FFF2-40B4-BE49-F238E27FC236}">
                <a16:creationId xmlns:a16="http://schemas.microsoft.com/office/drawing/2014/main" id="{E01A9089-D2B8-4ACB-6A82-CB532CB44812}"/>
              </a:ext>
            </a:extLst>
          </p:cNvPr>
          <p:cNvSpPr txBox="1">
            <a:spLocks noChangeArrowheads="1"/>
          </p:cNvSpPr>
          <p:nvPr/>
        </p:nvSpPr>
        <p:spPr bwMode="auto">
          <a:xfrm>
            <a:off x="2775716" y="4968000"/>
            <a:ext cx="6640567" cy="1048850"/>
          </a:xfrm>
          <a:prstGeom prst="rect">
            <a:avLst/>
          </a:prstGeom>
          <a:solidFill>
            <a:schemeClr val="accent4">
              <a:lumMod val="20000"/>
              <a:lumOff val="80000"/>
            </a:schemeClr>
          </a:solidFill>
          <a:ln w="38100" cap="sq">
            <a:solidFill>
              <a:srgbClr val="00B0F0"/>
            </a:solidFill>
            <a:miter lim="800000"/>
            <a:headEnd type="none" w="sm" len="sm"/>
            <a:tailEnd type="none" w="sm" len="sm"/>
          </a:ln>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3200" b="0" dirty="0">
                <a:solidFill>
                  <a:srgbClr val="002060"/>
                </a:solidFill>
                <a:latin typeface="Microsoft YaHei" panose="020B0503020204020204" pitchFamily="34" charset="-122"/>
                <a:ea typeface="Microsoft YaHei" panose="020B0503020204020204" pitchFamily="34" charset="-122"/>
              </a:rPr>
              <a:t>逻辑函数的化简结果可能不唯一</a:t>
            </a:r>
          </a:p>
        </p:txBody>
      </p:sp>
      <p:grpSp>
        <p:nvGrpSpPr>
          <p:cNvPr id="87" name="组合 86">
            <a:extLst>
              <a:ext uri="{FF2B5EF4-FFF2-40B4-BE49-F238E27FC236}">
                <a16:creationId xmlns:a16="http://schemas.microsoft.com/office/drawing/2014/main" id="{ACDBDA49-642C-AD92-7EA9-07D8D4762C0D}"/>
              </a:ext>
            </a:extLst>
          </p:cNvPr>
          <p:cNvGrpSpPr/>
          <p:nvPr/>
        </p:nvGrpSpPr>
        <p:grpSpPr>
          <a:xfrm>
            <a:off x="11449269" y="6198682"/>
            <a:ext cx="786273" cy="548639"/>
            <a:chOff x="11454918" y="5839511"/>
            <a:chExt cx="786273" cy="548639"/>
          </a:xfrm>
        </p:grpSpPr>
        <p:grpSp>
          <p:nvGrpSpPr>
            <p:cNvPr id="88" name="组合 87">
              <a:extLst>
                <a:ext uri="{FF2B5EF4-FFF2-40B4-BE49-F238E27FC236}">
                  <a16:creationId xmlns:a16="http://schemas.microsoft.com/office/drawing/2014/main" id="{EF2CECCE-B2FA-5281-1641-FC48B221013F}"/>
                </a:ext>
              </a:extLst>
            </p:cNvPr>
            <p:cNvGrpSpPr/>
            <p:nvPr/>
          </p:nvGrpSpPr>
          <p:grpSpPr>
            <a:xfrm>
              <a:off x="11454918" y="5867450"/>
              <a:ext cx="737081" cy="520700"/>
              <a:chOff x="11454918" y="5867450"/>
              <a:chExt cx="737081" cy="520700"/>
            </a:xfrm>
          </p:grpSpPr>
          <p:sp>
            <p:nvSpPr>
              <p:cNvPr id="90" name="箭头: 五边形 89">
                <a:extLst>
                  <a:ext uri="{FF2B5EF4-FFF2-40B4-BE49-F238E27FC236}">
                    <a16:creationId xmlns:a16="http://schemas.microsoft.com/office/drawing/2014/main" id="{1901A49F-93EA-42FA-8A93-75D876E4B2F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箭头: V 形 90">
                <a:extLst>
                  <a:ext uri="{FF2B5EF4-FFF2-40B4-BE49-F238E27FC236}">
                    <a16:creationId xmlns:a16="http://schemas.microsoft.com/office/drawing/2014/main" id="{28CC8A7C-D701-EEED-F872-A7E31BD0B04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89" name="灯片编号占位符 3">
              <a:extLst>
                <a:ext uri="{FF2B5EF4-FFF2-40B4-BE49-F238E27FC236}">
                  <a16:creationId xmlns:a16="http://schemas.microsoft.com/office/drawing/2014/main" id="{16EF4FC8-80E8-C121-9561-C5CD76E88E0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24</a:t>
              </a:fld>
              <a:endParaRPr lang="zh-CN" altLang="en-US" sz="3200" dirty="0">
                <a:solidFill>
                  <a:schemeClr val="bg1"/>
                </a:solidFill>
                <a:latin typeface="Candara"/>
                <a:ea typeface="微软雅黑"/>
              </a:endParaRPr>
            </a:p>
          </p:txBody>
        </p:sp>
      </p:grpSp>
      <p:sp>
        <p:nvSpPr>
          <p:cNvPr id="3" name="标题 1">
            <a:extLst>
              <a:ext uri="{FF2B5EF4-FFF2-40B4-BE49-F238E27FC236}">
                <a16:creationId xmlns:a16="http://schemas.microsoft.com/office/drawing/2014/main" id="{C8C139B2-8D99-8764-232B-AD54458D778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Tree>
    <p:extLst>
      <p:ext uri="{BB962C8B-B14F-4D97-AF65-F5344CB8AC3E}">
        <p14:creationId xmlns:p14="http://schemas.microsoft.com/office/powerpoint/2010/main" val="118465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randombar(horizontal)">
                                      <p:cBhvr>
                                        <p:cTn id="12" dur="500"/>
                                        <p:tgtEl>
                                          <p:spTgt spid="7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randombar(horizontal)">
                                      <p:cBhvr>
                                        <p:cTn id="15" dur="500"/>
                                        <p:tgtEl>
                                          <p:spTgt spid="75"/>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randombar(horizontal)">
                                      <p:cBhvr>
                                        <p:cTn id="18" dur="500"/>
                                        <p:tgtEl>
                                          <p:spTgt spid="76"/>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randombar(horizontal)">
                                      <p:cBhvr>
                                        <p:cTn id="23" dur="500"/>
                                        <p:tgtEl>
                                          <p:spTgt spid="78"/>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randombar(horizontal)">
                                      <p:cBhvr>
                                        <p:cTn id="28" dur="5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80"/>
                                        </p:tgtEl>
                                        <p:attrNameLst>
                                          <p:attrName>style.visibility</p:attrName>
                                        </p:attrNameLst>
                                      </p:cBhvr>
                                      <p:to>
                                        <p:strVal val="visible"/>
                                      </p:to>
                                    </p:set>
                                    <p:animEffect transition="in" filter="randombar(horizontal)">
                                      <p:cBhvr>
                                        <p:cTn id="33" dur="500"/>
                                        <p:tgtEl>
                                          <p:spTgt spid="80"/>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81"/>
                                        </p:tgtEl>
                                        <p:attrNameLst>
                                          <p:attrName>style.visibility</p:attrName>
                                        </p:attrNameLst>
                                      </p:cBhvr>
                                      <p:to>
                                        <p:strVal val="visible"/>
                                      </p:to>
                                    </p:set>
                                    <p:animEffect transition="in" filter="randombar(horizontal)">
                                      <p:cBhvr>
                                        <p:cTn id="36" dur="500"/>
                                        <p:tgtEl>
                                          <p:spTgt spid="81"/>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randombar(horizontal)">
                                      <p:cBhvr>
                                        <p:cTn id="39" dur="500"/>
                                        <p:tgtEl>
                                          <p:spTgt spid="83"/>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84"/>
                                        </p:tgtEl>
                                        <p:attrNameLst>
                                          <p:attrName>style.visibility</p:attrName>
                                        </p:attrNameLst>
                                      </p:cBhvr>
                                      <p:to>
                                        <p:strVal val="visible"/>
                                      </p:to>
                                    </p:set>
                                    <p:animEffect transition="in" filter="randombar(horizontal)">
                                      <p:cBhvr>
                                        <p:cTn id="42" dur="500"/>
                                        <p:tgtEl>
                                          <p:spTgt spid="84"/>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randombar(horizontal)">
                                      <p:cBhvr>
                                        <p:cTn id="47" dur="500"/>
                                        <p:tgtEl>
                                          <p:spTgt spid="85"/>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86"/>
                                        </p:tgtEl>
                                        <p:attrNameLst>
                                          <p:attrName>style.visibility</p:attrName>
                                        </p:attrNameLst>
                                      </p:cBhvr>
                                      <p:to>
                                        <p:strVal val="visible"/>
                                      </p:to>
                                    </p:set>
                                    <p:animEffect transition="in" filter="randombar(horizontal)">
                                      <p:cBhvr>
                                        <p:cTn id="5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8" grpId="0"/>
      <p:bldP spid="80" grpId="0" animBg="1"/>
      <p:bldP spid="81" grpId="0" animBg="1"/>
      <p:bldP spid="83" grpId="0" animBg="1"/>
      <p:bldP spid="84" grpId="0" animBg="1"/>
      <p:bldP spid="85" grpId="0"/>
      <p:bldP spid="8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42732A1-E255-62B8-FCF4-96175CC0458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4A1BC5BC-BB71-E4C8-8ACA-DBFC0E755BE5}"/>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58270F08-482E-40A8-C7AE-03A81A9704B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D55D9EB-431E-1860-887B-96A812861AA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59BFFA34-D4BA-2B20-764A-459D84D7D44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052CB86-C6F9-5D64-7A77-79DA18877DBA}"/>
                  </a:ext>
                </a:extLst>
              </p:cNvPr>
              <p:cNvSpPr txBox="1"/>
              <p:nvPr/>
            </p:nvSpPr>
            <p:spPr>
              <a:xfrm>
                <a:off x="0" y="936000"/>
                <a:ext cx="12186350" cy="584775"/>
              </a:xfrm>
              <a:prstGeom prst="rect">
                <a:avLst/>
              </a:prstGeom>
              <a:noFill/>
            </p:spPr>
            <p:txBody>
              <a:bodyPr wrap="square">
                <a:spAutoFit/>
              </a:bodyPr>
              <a:lstStyle/>
              <a:p>
                <a:pPr algn="ctr"/>
                <a14:m>
                  <m:oMath xmlns:m="http://schemas.openxmlformats.org/officeDocument/2006/math">
                    <m:r>
                      <m:rPr>
                        <m:sty m:val="p"/>
                      </m:rPr>
                      <a:rPr lang="en-US" altLang="zh-CN" sz="3200" smtClean="0">
                        <a:solidFill>
                          <a:schemeClr val="tx1"/>
                        </a:solidFill>
                        <a:latin typeface="Cambria Math" panose="02040503050406030204" pitchFamily="18" charset="0"/>
                      </a:rPr>
                      <m:t>Y</m:t>
                    </m:r>
                    <m:d>
                      <m:dPr>
                        <m:ctrlPr>
                          <a:rPr lang="en-US" altLang="zh-CN" sz="3200" i="1">
                            <a:solidFill>
                              <a:schemeClr val="tx1"/>
                            </a:solidFill>
                            <a:latin typeface="Cambria Math" panose="02040503050406030204" pitchFamily="18" charset="0"/>
                          </a:rPr>
                        </m:ctrlPr>
                      </m:dPr>
                      <m:e>
                        <m:r>
                          <m:rPr>
                            <m:sty m:val="p"/>
                          </m:rPr>
                          <a:rPr lang="en-US" altLang="zh-CN" sz="3200">
                            <a:solidFill>
                              <a:schemeClr val="tx1"/>
                            </a:solidFill>
                            <a:latin typeface="Cambria Math" panose="02040503050406030204" pitchFamily="18" charset="0"/>
                          </a:rPr>
                          <m:t>A</m:t>
                        </m:r>
                        <m:r>
                          <a:rPr lang="en-US" altLang="zh-CN" sz="3200">
                            <a:solidFill>
                              <a:schemeClr val="tx1"/>
                            </a:solidFill>
                            <a:latin typeface="Cambria Math" panose="02040503050406030204" pitchFamily="18" charset="0"/>
                          </a:rPr>
                          <m:t>,</m:t>
                        </m:r>
                        <m:r>
                          <m:rPr>
                            <m:sty m:val="p"/>
                          </m:rPr>
                          <a:rPr lang="en-US" altLang="zh-CN" sz="3200">
                            <a:solidFill>
                              <a:schemeClr val="tx1"/>
                            </a:solidFill>
                            <a:latin typeface="Cambria Math" panose="02040503050406030204" pitchFamily="18" charset="0"/>
                          </a:rPr>
                          <m:t>B</m:t>
                        </m:r>
                        <m:r>
                          <a:rPr lang="en-US" altLang="zh-CN" sz="3200">
                            <a:solidFill>
                              <a:schemeClr val="tx1"/>
                            </a:solidFill>
                            <a:latin typeface="Cambria Math" panose="02040503050406030204" pitchFamily="18" charset="0"/>
                          </a:rPr>
                          <m:t>,</m:t>
                        </m:r>
                        <m:r>
                          <m:rPr>
                            <m:sty m:val="p"/>
                          </m:rPr>
                          <a:rPr lang="en-US" altLang="zh-CN" sz="3200">
                            <a:solidFill>
                              <a:schemeClr val="tx1"/>
                            </a:solidFill>
                            <a:latin typeface="Cambria Math" panose="02040503050406030204" pitchFamily="18" charset="0"/>
                          </a:rPr>
                          <m:t>C</m:t>
                        </m:r>
                        <m:r>
                          <a:rPr lang="en-US" altLang="zh-CN" sz="3200">
                            <a:solidFill>
                              <a:schemeClr val="tx1"/>
                            </a:solidFill>
                            <a:latin typeface="Cambria Math" panose="02040503050406030204" pitchFamily="18" charset="0"/>
                          </a:rPr>
                          <m:t>,</m:t>
                        </m:r>
                        <m:r>
                          <m:rPr>
                            <m:sty m:val="p"/>
                          </m:rPr>
                          <a:rPr lang="en-US" altLang="zh-CN" sz="3200">
                            <a:solidFill>
                              <a:schemeClr val="tx1"/>
                            </a:solidFill>
                            <a:latin typeface="Cambria Math" panose="02040503050406030204" pitchFamily="18" charset="0"/>
                          </a:rPr>
                          <m:t>D</m:t>
                        </m:r>
                      </m:e>
                    </m:d>
                    <m:r>
                      <a:rPr lang="en-US" altLang="zh-CN" sz="3200">
                        <a:solidFill>
                          <a:schemeClr val="tx1"/>
                        </a:solidFill>
                        <a:latin typeface="Cambria Math" panose="02040503050406030204" pitchFamily="18" charset="0"/>
                      </a:rPr>
                      <m:t>=</m:t>
                    </m:r>
                    <m:nary>
                      <m:naryPr>
                        <m:chr m:val="∑"/>
                        <m:subHide m:val="on"/>
                        <m:supHide m:val="on"/>
                        <m:ctrlPr>
                          <a:rPr lang="en-US" altLang="zh-CN" sz="3200" i="1">
                            <a:solidFill>
                              <a:schemeClr val="tx1"/>
                            </a:solidFill>
                            <a:latin typeface="Cambria Math" panose="02040503050406030204" pitchFamily="18" charset="0"/>
                          </a:rPr>
                        </m:ctrlPr>
                      </m:naryPr>
                      <m:sub/>
                      <m:sup/>
                      <m:e>
                        <m:r>
                          <a:rPr lang="en-US" altLang="zh-CN" sz="3200" i="1">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i="1">
                                <a:solidFill>
                                  <a:schemeClr val="tx1"/>
                                </a:solidFill>
                                <a:latin typeface="Cambria Math" panose="02040503050406030204" pitchFamily="18" charset="0"/>
                              </a:rPr>
                              <m:t>0</m:t>
                            </m:r>
                          </m:sub>
                        </m:sSub>
                        <m:r>
                          <a:rPr lang="en-US" altLang="zh-CN" sz="3200" i="1">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i="1">
                                <a:solidFill>
                                  <a:schemeClr val="tx1"/>
                                </a:solidFill>
                                <a:latin typeface="Cambria Math" panose="02040503050406030204" pitchFamily="18" charset="0"/>
                              </a:rPr>
                              <m:t>2</m:t>
                            </m:r>
                          </m:sub>
                        </m:sSub>
                        <m:r>
                          <a:rPr lang="en-US" altLang="zh-CN" sz="3200" b="0" i="1" smtClean="0">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b="0" i="1" smtClean="0">
                                <a:solidFill>
                                  <a:schemeClr val="tx1"/>
                                </a:solidFill>
                                <a:latin typeface="Cambria Math" panose="02040503050406030204" pitchFamily="18" charset="0"/>
                              </a:rPr>
                              <m:t>4</m:t>
                            </m:r>
                          </m:sub>
                        </m:sSub>
                        <m:r>
                          <a:rPr lang="en-US" altLang="zh-CN" sz="3200" b="0" i="1" smtClean="0">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b="0" i="1" smtClean="0">
                                <a:solidFill>
                                  <a:schemeClr val="tx1"/>
                                </a:solidFill>
                                <a:latin typeface="Cambria Math" panose="02040503050406030204" pitchFamily="18" charset="0"/>
                              </a:rPr>
                              <m:t>6</m:t>
                            </m:r>
                          </m:sub>
                        </m:sSub>
                        <m:r>
                          <a:rPr lang="en-US" altLang="zh-CN" sz="3200" b="0" i="1" smtClean="0">
                            <a:solidFill>
                              <a:schemeClr val="tx1"/>
                            </a:solidFill>
                            <a:latin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b="0" i="1" smtClean="0">
                                <a:solidFill>
                                  <a:schemeClr val="tx1"/>
                                </a:solidFill>
                                <a:latin typeface="Cambria Math" panose="02040503050406030204" pitchFamily="18" charset="0"/>
                              </a:rPr>
                              <m:t>8</m:t>
                            </m:r>
                          </m:sub>
                        </m:sSub>
                        <m:r>
                          <a:rPr lang="en-US" altLang="zh-CN" sz="3200" i="1" smtClean="0">
                            <a:solidFill>
                              <a:schemeClr val="tx1"/>
                            </a:solidFill>
                            <a:latin typeface="Cambria Math" panose="02040503050406030204" pitchFamily="18" charset="0"/>
                            <a:ea typeface="Cambria Math" panose="02040503050406030204" pitchFamily="18" charset="0"/>
                          </a:rPr>
                          <m:t>~</m:t>
                        </m:r>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𝑚</m:t>
                            </m:r>
                          </m:e>
                          <m:sub>
                            <m:r>
                              <a:rPr lang="en-US" altLang="zh-CN" sz="3200" b="0" i="1" smtClean="0">
                                <a:solidFill>
                                  <a:schemeClr val="tx1"/>
                                </a:solidFill>
                                <a:latin typeface="Cambria Math" panose="02040503050406030204" pitchFamily="18" charset="0"/>
                              </a:rPr>
                              <m:t>15</m:t>
                            </m:r>
                          </m:sub>
                        </m:sSub>
                        <m:r>
                          <a:rPr lang="en-US" altLang="zh-CN" sz="3200" i="1">
                            <a:solidFill>
                              <a:schemeClr val="tx1"/>
                            </a:solidFill>
                            <a:latin typeface="Cambria Math" panose="02040503050406030204" pitchFamily="18" charset="0"/>
                          </a:rPr>
                          <m:t>)</m:t>
                        </m:r>
                      </m:e>
                    </m:nary>
                  </m:oMath>
                </a14:m>
                <a:r>
                  <a:rPr lang="zh-CN" altLang="en-US" sz="3200" dirty="0">
                    <a:solidFill>
                      <a:schemeClr val="tx1"/>
                    </a:solidFill>
                  </a:rPr>
                  <a:t> </a:t>
                </a:r>
              </a:p>
            </p:txBody>
          </p:sp>
        </mc:Choice>
        <mc:Fallback xmlns="">
          <p:sp>
            <p:nvSpPr>
              <p:cNvPr id="9" name="文本框 8">
                <a:extLst>
                  <a:ext uri="{FF2B5EF4-FFF2-40B4-BE49-F238E27FC236}">
                    <a16:creationId xmlns:a16="http://schemas.microsoft.com/office/drawing/2014/main" id="{7052CB86-C6F9-5D64-7A77-79DA18877DBA}"/>
                  </a:ext>
                </a:extLst>
              </p:cNvPr>
              <p:cNvSpPr txBox="1">
                <a:spLocks noRot="1" noChangeAspect="1" noMove="1" noResize="1" noEditPoints="1" noAdjustHandles="1" noChangeArrowheads="1" noChangeShapeType="1" noTextEdit="1"/>
              </p:cNvSpPr>
              <p:nvPr/>
            </p:nvSpPr>
            <p:spPr>
              <a:xfrm>
                <a:off x="0" y="936000"/>
                <a:ext cx="12186350" cy="584775"/>
              </a:xfrm>
              <a:prstGeom prst="rect">
                <a:avLst/>
              </a:prstGeom>
              <a:blipFill>
                <a:blip r:embed="rId3"/>
                <a:stretch>
                  <a:fillRect/>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03ECABD7-207E-4921-4728-0A1A6B6540E3}"/>
              </a:ext>
            </a:extLst>
          </p:cNvPr>
          <p:cNvGrpSpPr/>
          <p:nvPr/>
        </p:nvGrpSpPr>
        <p:grpSpPr>
          <a:xfrm>
            <a:off x="360000" y="1905226"/>
            <a:ext cx="5316108" cy="2541324"/>
            <a:chOff x="5325931" y="1061292"/>
            <a:chExt cx="5316108" cy="2541324"/>
          </a:xfrm>
        </p:grpSpPr>
        <p:cxnSp>
          <p:nvCxnSpPr>
            <p:cNvPr id="11" name="直接连接符 10">
              <a:extLst>
                <a:ext uri="{FF2B5EF4-FFF2-40B4-BE49-F238E27FC236}">
                  <a16:creationId xmlns:a16="http://schemas.microsoft.com/office/drawing/2014/main" id="{A4F4FC42-1E5B-FC7F-D3ED-A3A3E8290755}"/>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F59FDF6-B3DD-8696-D457-A4D8CD48C692}"/>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1920F30-8087-A18A-8D5C-CEA41F4251C6}"/>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B0D80CD-3ACE-BEE6-DEA6-5BAC9F5CDD0E}"/>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3958FE1-C81C-66DB-5992-64CC2383AAC4}"/>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97B52BE-91AA-D735-74F7-E0035C7EDDC6}"/>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93A951-3CAF-2FF0-0000-93CFEDE16F74}"/>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B187013-63E0-C1F2-FD17-3828D2EFDDB5}"/>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6B187013-63E0-C1F2-FD17-3828D2EFDDB5}"/>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E963552-A15B-6BA6-0ADA-7D28207EAEC9}"/>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5E963552-A15B-6BA6-0ADA-7D28207EAEC9}"/>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0B38265-C7EC-366D-20E4-705BFF82A5AE}"/>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id="{D0B38265-C7EC-366D-20E4-705BFF82A5AE}"/>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1A5D0257-325D-3072-C676-6D5E5F7C7C0A}"/>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1" name="文本框 20">
                  <a:extLst>
                    <a:ext uri="{FF2B5EF4-FFF2-40B4-BE49-F238E27FC236}">
                      <a16:creationId xmlns:a16="http://schemas.microsoft.com/office/drawing/2014/main" id="{1A5D0257-325D-3072-C676-6D5E5F7C7C0A}"/>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AF182DB-2475-5A0B-B156-BF923E5BF549}"/>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3AF182DB-2475-5A0B-B156-BF923E5BF549}"/>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37DF8F9-F29A-0A2C-6F92-B49C9BB9D9D4}"/>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3" name="文本框 22">
                  <a:extLst>
                    <a:ext uri="{FF2B5EF4-FFF2-40B4-BE49-F238E27FC236}">
                      <a16:creationId xmlns:a16="http://schemas.microsoft.com/office/drawing/2014/main" id="{637DF8F9-F29A-0A2C-6F92-B49C9BB9D9D4}"/>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BC4E992-9B82-E2AC-C9D7-5A971D966A83}"/>
                    </a:ext>
                  </a:extLst>
                </p:cNvPr>
                <p:cNvSpPr txBox="1"/>
                <p:nvPr/>
              </p:nvSpPr>
              <p:spPr>
                <a:xfrm>
                  <a:off x="8417627" y="220552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BBC4E992-9B82-E2AC-C9D7-5A971D966A83}"/>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FE8BCE95-D6D1-FEF9-1A4F-9059AC0266E2}"/>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5" name="文本框 24">
                  <a:extLst>
                    <a:ext uri="{FF2B5EF4-FFF2-40B4-BE49-F238E27FC236}">
                      <a16:creationId xmlns:a16="http://schemas.microsoft.com/office/drawing/2014/main" id="{FE8BCE95-D6D1-FEF9-1A4F-9059AC0266E2}"/>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A8988842-FBF1-6917-D4F2-90A13B403545}"/>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6" name="文本框 25">
                  <a:extLst>
                    <a:ext uri="{FF2B5EF4-FFF2-40B4-BE49-F238E27FC236}">
                      <a16:creationId xmlns:a16="http://schemas.microsoft.com/office/drawing/2014/main" id="{A8988842-FBF1-6917-D4F2-90A13B403545}"/>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7230ACD5-E143-45E2-90E4-2FBE603E6F22}"/>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7" name="文本框 26">
                  <a:extLst>
                    <a:ext uri="{FF2B5EF4-FFF2-40B4-BE49-F238E27FC236}">
                      <a16:creationId xmlns:a16="http://schemas.microsoft.com/office/drawing/2014/main" id="{7230ACD5-E143-45E2-90E4-2FBE603E6F22}"/>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FFA05DE4-6D21-EAA9-4EC0-D15988806970}"/>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8" name="文本框 27">
                  <a:extLst>
                    <a:ext uri="{FF2B5EF4-FFF2-40B4-BE49-F238E27FC236}">
                      <a16:creationId xmlns:a16="http://schemas.microsoft.com/office/drawing/2014/main" id="{FFA05DE4-6D21-EAA9-4EC0-D15988806970}"/>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46E0B3AA-1D0B-2FFF-664A-A27BAFF7F677}"/>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46E0B3AA-1D0B-2FFF-664A-A27BAFF7F677}"/>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5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98DB884-AFA2-1379-3C2C-A847A67E94AB}"/>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0" name="文本框 29">
                  <a:extLst>
                    <a:ext uri="{FF2B5EF4-FFF2-40B4-BE49-F238E27FC236}">
                      <a16:creationId xmlns:a16="http://schemas.microsoft.com/office/drawing/2014/main" id="{198DB884-AFA2-1379-3C2C-A847A67E94AB}"/>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0172EFD-F936-7474-920A-0EA31F44D451}"/>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1" name="文本框 30">
                  <a:extLst>
                    <a:ext uri="{FF2B5EF4-FFF2-40B4-BE49-F238E27FC236}">
                      <a16:creationId xmlns:a16="http://schemas.microsoft.com/office/drawing/2014/main" id="{F0172EFD-F936-7474-920A-0EA31F44D451}"/>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2F73BB4-3A6C-B79F-85FF-02A767516844}"/>
                    </a:ext>
                  </a:extLst>
                </p:cNvPr>
                <p:cNvSpPr txBox="1"/>
                <p:nvPr/>
              </p:nvSpPr>
              <p:spPr>
                <a:xfrm>
                  <a:off x="8417627" y="313971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2" name="文本框 31">
                  <a:extLst>
                    <a:ext uri="{FF2B5EF4-FFF2-40B4-BE49-F238E27FC236}">
                      <a16:creationId xmlns:a16="http://schemas.microsoft.com/office/drawing/2014/main" id="{62F73BB4-3A6C-B79F-85FF-02A767516844}"/>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B56CF25-CB6D-3873-C441-B090AC676C17}"/>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3" name="文本框 32">
                  <a:extLst>
                    <a:ext uri="{FF2B5EF4-FFF2-40B4-BE49-F238E27FC236}">
                      <a16:creationId xmlns:a16="http://schemas.microsoft.com/office/drawing/2014/main" id="{0B56CF25-CB6D-3873-C441-B090AC676C17}"/>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56"/>
                  <a:stretch>
                    <a:fillRect/>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FD01923A-825F-58A6-7439-648EFBA9F6DD}"/>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1B175D0-1CC9-2E97-A907-390A17596D96}"/>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86107367-4A4C-AA9B-5AA1-1B7C36C675E1}"/>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F3FA37A-90A0-D330-3E85-4418DD668126}"/>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1807443-6ED6-AB7B-30DC-B0618C412B6F}"/>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1BBDD8E0-A834-10AB-2CCE-A0E7EE61161A}"/>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06EA327-123D-6E47-CC63-F27236E2B4F4}"/>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CC447FCC-D9B4-FE46-FEB3-606542CD896B}"/>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0FF8508-3B1D-2F64-3C7C-7AEC715B5BB1}"/>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7162B5BE-4BDF-626F-10EA-07D0781B9CB5}"/>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7D4484D-2F63-B992-6EE3-9B60746FC007}"/>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grpSp>
        <p:nvGrpSpPr>
          <p:cNvPr id="80" name="组合 79">
            <a:extLst>
              <a:ext uri="{FF2B5EF4-FFF2-40B4-BE49-F238E27FC236}">
                <a16:creationId xmlns:a16="http://schemas.microsoft.com/office/drawing/2014/main" id="{063A37E0-85E5-3060-A8CD-0C494F674D34}"/>
              </a:ext>
            </a:extLst>
          </p:cNvPr>
          <p:cNvGrpSpPr/>
          <p:nvPr/>
        </p:nvGrpSpPr>
        <p:grpSpPr>
          <a:xfrm>
            <a:off x="6274800" y="1904400"/>
            <a:ext cx="5316108" cy="2541324"/>
            <a:chOff x="5325931" y="1061292"/>
            <a:chExt cx="5316108" cy="2541324"/>
          </a:xfrm>
        </p:grpSpPr>
        <p:cxnSp>
          <p:nvCxnSpPr>
            <p:cNvPr id="81" name="直接连接符 80">
              <a:extLst>
                <a:ext uri="{FF2B5EF4-FFF2-40B4-BE49-F238E27FC236}">
                  <a16:creationId xmlns:a16="http://schemas.microsoft.com/office/drawing/2014/main" id="{4DF68448-8007-C994-2E26-B4C27665C021}"/>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B2DD2309-6C60-317C-BABB-C3CBB287728C}"/>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60C50B1-6B16-F8F2-A478-751E8ACA235E}"/>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0EFAF872-92BA-2437-176C-345FE90146A1}"/>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F512E2E5-951F-CEFD-FA86-D75464C04BAE}"/>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AED19F37-5F09-2BBE-816F-E0EC566FADCF}"/>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6B4337B1-FF0D-90AB-D591-8B84805B71D8}"/>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44BB1152-6FB0-B6BE-0D6B-5398EBD9CCEB}"/>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44BB1152-6FB0-B6BE-0D6B-5398EBD9CCEB}"/>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6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368624C6-0346-F170-FF75-053D3CBF3E9E}"/>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89" name="文本框 88">
                  <a:extLst>
                    <a:ext uri="{FF2B5EF4-FFF2-40B4-BE49-F238E27FC236}">
                      <a16:creationId xmlns:a16="http://schemas.microsoft.com/office/drawing/2014/main" id="{368624C6-0346-F170-FF75-053D3CBF3E9E}"/>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6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7DDAADA7-8654-3C4B-4AFE-04BA7CB93F90}"/>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7DDAADA7-8654-3C4B-4AFE-04BA7CB93F90}"/>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6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00B0A9AB-3734-72CD-40A3-0E2E1ABD4BD2}"/>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1" name="文本框 90">
                  <a:extLst>
                    <a:ext uri="{FF2B5EF4-FFF2-40B4-BE49-F238E27FC236}">
                      <a16:creationId xmlns:a16="http://schemas.microsoft.com/office/drawing/2014/main" id="{00B0A9AB-3734-72CD-40A3-0E2E1ABD4BD2}"/>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6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B6EFE567-D2AA-229F-4142-7B22F82E067C}"/>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2" name="文本框 91">
                  <a:extLst>
                    <a:ext uri="{FF2B5EF4-FFF2-40B4-BE49-F238E27FC236}">
                      <a16:creationId xmlns:a16="http://schemas.microsoft.com/office/drawing/2014/main" id="{B6EFE567-D2AA-229F-4142-7B22F82E067C}"/>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6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F824D981-4614-E9F2-EBB0-A15DB0C0B8E7}"/>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93" name="文本框 92">
                  <a:extLst>
                    <a:ext uri="{FF2B5EF4-FFF2-40B4-BE49-F238E27FC236}">
                      <a16:creationId xmlns:a16="http://schemas.microsoft.com/office/drawing/2014/main" id="{F824D981-4614-E9F2-EBB0-A15DB0C0B8E7}"/>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6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06D6ADFC-57E2-4333-1220-E256E72EF76E}"/>
                    </a:ext>
                  </a:extLst>
                </p:cNvPr>
                <p:cNvSpPr txBox="1"/>
                <p:nvPr/>
              </p:nvSpPr>
              <p:spPr>
                <a:xfrm>
                  <a:off x="8417627" y="220552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94" name="文本框 93">
                  <a:extLst>
                    <a:ext uri="{FF2B5EF4-FFF2-40B4-BE49-F238E27FC236}">
                      <a16:creationId xmlns:a16="http://schemas.microsoft.com/office/drawing/2014/main" id="{06D6ADFC-57E2-4333-1220-E256E72EF76E}"/>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6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9825F14D-54D3-17ED-F563-F7F9DD37998C}"/>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5" name="文本框 94">
                  <a:extLst>
                    <a:ext uri="{FF2B5EF4-FFF2-40B4-BE49-F238E27FC236}">
                      <a16:creationId xmlns:a16="http://schemas.microsoft.com/office/drawing/2014/main" id="{9825F14D-54D3-17ED-F563-F7F9DD37998C}"/>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6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B1E1A59A-2FE1-6A71-1F31-FA07AFBB65AD}"/>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6" name="文本框 95">
                  <a:extLst>
                    <a:ext uri="{FF2B5EF4-FFF2-40B4-BE49-F238E27FC236}">
                      <a16:creationId xmlns:a16="http://schemas.microsoft.com/office/drawing/2014/main" id="{B1E1A59A-2FE1-6A71-1F31-FA07AFBB65AD}"/>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6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7440B44E-B88F-C44A-AA01-2C035F9824FB}"/>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7" name="文本框 96">
                  <a:extLst>
                    <a:ext uri="{FF2B5EF4-FFF2-40B4-BE49-F238E27FC236}">
                      <a16:creationId xmlns:a16="http://schemas.microsoft.com/office/drawing/2014/main" id="{7440B44E-B88F-C44A-AA01-2C035F9824FB}"/>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7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FCBD15C0-09A5-E1F7-2B0C-B4A0E2482AC3}"/>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8" name="文本框 97">
                  <a:extLst>
                    <a:ext uri="{FF2B5EF4-FFF2-40B4-BE49-F238E27FC236}">
                      <a16:creationId xmlns:a16="http://schemas.microsoft.com/office/drawing/2014/main" id="{FCBD15C0-09A5-E1F7-2B0C-B4A0E2482AC3}"/>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7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A639B1B6-38F5-CB51-6BEB-E7ACD03A834F}"/>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9" name="文本框 98">
                  <a:extLst>
                    <a:ext uri="{FF2B5EF4-FFF2-40B4-BE49-F238E27FC236}">
                      <a16:creationId xmlns:a16="http://schemas.microsoft.com/office/drawing/2014/main" id="{A639B1B6-38F5-CB51-6BEB-E7ACD03A834F}"/>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7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657BDC18-757F-BC30-3F69-DB3B0C81F5C1}"/>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0" name="文本框 99">
                  <a:extLst>
                    <a:ext uri="{FF2B5EF4-FFF2-40B4-BE49-F238E27FC236}">
                      <a16:creationId xmlns:a16="http://schemas.microsoft.com/office/drawing/2014/main" id="{657BDC18-757F-BC30-3F69-DB3B0C81F5C1}"/>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7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8230EE7D-D435-D272-6FC8-77DE8C265849}"/>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1" name="文本框 100">
                  <a:extLst>
                    <a:ext uri="{FF2B5EF4-FFF2-40B4-BE49-F238E27FC236}">
                      <a16:creationId xmlns:a16="http://schemas.microsoft.com/office/drawing/2014/main" id="{8230EE7D-D435-D272-6FC8-77DE8C265849}"/>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7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6F889255-849C-6D4E-72C7-A65D912E40AD}"/>
                    </a:ext>
                  </a:extLst>
                </p:cNvPr>
                <p:cNvSpPr txBox="1"/>
                <p:nvPr/>
              </p:nvSpPr>
              <p:spPr>
                <a:xfrm>
                  <a:off x="8417627" y="313971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6F889255-849C-6D4E-72C7-A65D912E40AD}"/>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7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64A47419-7794-D208-8195-6CEE9A915F15}"/>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3" name="文本框 102">
                  <a:extLst>
                    <a:ext uri="{FF2B5EF4-FFF2-40B4-BE49-F238E27FC236}">
                      <a16:creationId xmlns:a16="http://schemas.microsoft.com/office/drawing/2014/main" id="{64A47419-7794-D208-8195-6CEE9A915F15}"/>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76"/>
                  <a:stretch>
                    <a:fillRect/>
                  </a:stretch>
                </a:blipFill>
              </p:spPr>
              <p:txBody>
                <a:bodyPr/>
                <a:lstStyle/>
                <a:p>
                  <a:r>
                    <a:rPr lang="zh-CN" altLang="en-US">
                      <a:noFill/>
                    </a:rPr>
                    <a:t> </a:t>
                  </a:r>
                </a:p>
              </p:txBody>
            </p:sp>
          </mc:Fallback>
        </mc:AlternateContent>
        <p:cxnSp>
          <p:nvCxnSpPr>
            <p:cNvPr id="104" name="直接连接符 103">
              <a:extLst>
                <a:ext uri="{FF2B5EF4-FFF2-40B4-BE49-F238E27FC236}">
                  <a16:creationId xmlns:a16="http://schemas.microsoft.com/office/drawing/2014/main" id="{79FC9BBB-B599-4F4D-7025-71A4D6161C95}"/>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2532E7D3-1CE9-395F-4686-E80A153AB82D}"/>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CDD20C42-E477-63D1-BA63-23976FC1E0D0}"/>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F001F3EE-97BD-0165-DDAE-22C843C9CEA3}"/>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631ABF94-527C-B8B5-06B8-60963DD744EE}"/>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8BA7B8E2-17F2-CEA3-7014-496D22ED38EB}"/>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矩形 109">
              <a:extLst>
                <a:ext uri="{FF2B5EF4-FFF2-40B4-BE49-F238E27FC236}">
                  <a16:creationId xmlns:a16="http://schemas.microsoft.com/office/drawing/2014/main" id="{65628060-5CC2-1994-8D5D-5D5B1F77765E}"/>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EC30C64B-4259-8D6D-26C8-2B04CA1FD53D}"/>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857DB5A1-0DAC-8ABB-CDC7-7E47A5A11FA2}"/>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56BAE1A2-7F95-DBC0-C196-6BAE5C03B8D6}"/>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E56EEA84-A673-C0A2-3F9A-1217F889BBB4}"/>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sp>
        <p:nvSpPr>
          <p:cNvPr id="115" name="矩形: 圆角 114">
            <a:extLst>
              <a:ext uri="{FF2B5EF4-FFF2-40B4-BE49-F238E27FC236}">
                <a16:creationId xmlns:a16="http://schemas.microsoft.com/office/drawing/2014/main" id="{EAEDEDE9-54F8-46E9-8F93-8761EB22DD15}"/>
              </a:ext>
            </a:extLst>
          </p:cNvPr>
          <p:cNvSpPr/>
          <p:nvPr/>
        </p:nvSpPr>
        <p:spPr>
          <a:xfrm>
            <a:off x="1537200" y="3609845"/>
            <a:ext cx="3819708" cy="731996"/>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16" name="左中括号 115">
            <a:extLst>
              <a:ext uri="{FF2B5EF4-FFF2-40B4-BE49-F238E27FC236}">
                <a16:creationId xmlns:a16="http://schemas.microsoft.com/office/drawing/2014/main" id="{BDF19095-75DC-80BB-95E4-FE0F22ED8B35}"/>
              </a:ext>
            </a:extLst>
          </p:cNvPr>
          <p:cNvSpPr/>
          <p:nvPr/>
        </p:nvSpPr>
        <p:spPr>
          <a:xfrm>
            <a:off x="4881600" y="2660072"/>
            <a:ext cx="931013" cy="1715427"/>
          </a:xfrm>
          <a:prstGeom prst="leftBracket">
            <a:avLst>
              <a:gd name="adj" fmla="val 0"/>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左中括号 116">
            <a:extLst>
              <a:ext uri="{FF2B5EF4-FFF2-40B4-BE49-F238E27FC236}">
                <a16:creationId xmlns:a16="http://schemas.microsoft.com/office/drawing/2014/main" id="{0C03AEE0-A118-070B-FB65-1FECB6B59D0B}"/>
              </a:ext>
            </a:extLst>
          </p:cNvPr>
          <p:cNvSpPr/>
          <p:nvPr/>
        </p:nvSpPr>
        <p:spPr>
          <a:xfrm flipH="1">
            <a:off x="1087200" y="2658091"/>
            <a:ext cx="931013" cy="1717407"/>
          </a:xfrm>
          <a:prstGeom prst="leftBracket">
            <a:avLst>
              <a:gd name="adj" fmla="val 0"/>
            </a:avLst>
          </a:prstGeom>
          <a:ln w="254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 name="矩形: 圆角 117">
            <a:extLst>
              <a:ext uri="{FF2B5EF4-FFF2-40B4-BE49-F238E27FC236}">
                <a16:creationId xmlns:a16="http://schemas.microsoft.com/office/drawing/2014/main" id="{F6204BB1-4244-14B6-32D6-81F97A67B87C}"/>
              </a:ext>
            </a:extLst>
          </p:cNvPr>
          <p:cNvSpPr/>
          <p:nvPr/>
        </p:nvSpPr>
        <p:spPr>
          <a:xfrm>
            <a:off x="8570318" y="2648153"/>
            <a:ext cx="1582708" cy="788413"/>
          </a:xfrm>
          <a:prstGeom prst="roundRect">
            <a:avLst>
              <a:gd name="adj" fmla="val 0"/>
            </a:avLst>
          </a:prstGeom>
          <a:no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7B1071BA-7F24-7A07-CD8F-9465458E56A6}"/>
                  </a:ext>
                </a:extLst>
              </p:cNvPr>
              <p:cNvSpPr txBox="1"/>
              <p:nvPr/>
            </p:nvSpPr>
            <p:spPr>
              <a:xfrm>
                <a:off x="1219766" y="5004000"/>
                <a:ext cx="4456077"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3200" i="0" smtClean="0">
                          <a:solidFill>
                            <a:schemeClr val="tx1"/>
                          </a:solidFill>
                          <a:latin typeface="Cambria Math" panose="02040503050406030204" pitchFamily="18" charset="0"/>
                        </a:rPr>
                        <m:t>Y</m:t>
                      </m:r>
                      <m:r>
                        <a:rPr lang="en-US" altLang="zh-CN" sz="3200" i="0">
                          <a:solidFill>
                            <a:schemeClr val="tx1"/>
                          </a:solidFill>
                          <a:latin typeface="Cambria Math" panose="02040503050406030204" pitchFamily="18" charset="0"/>
                        </a:rPr>
                        <m:t>=</m:t>
                      </m:r>
                      <m:r>
                        <m:rPr>
                          <m:sty m:val="p"/>
                        </m:rPr>
                        <a:rPr lang="en-US" altLang="zh-CN" sz="3200" b="0" i="0" smtClean="0">
                          <a:solidFill>
                            <a:srgbClr val="FF0000"/>
                          </a:solidFill>
                          <a:latin typeface="Cambria Math" panose="02040503050406030204" pitchFamily="18" charset="0"/>
                        </a:rPr>
                        <m:t>A</m:t>
                      </m:r>
                      <m:r>
                        <a:rPr lang="en-US" altLang="zh-CN" sz="3200" b="0" i="0" smtClean="0">
                          <a:solidFill>
                            <a:schemeClr val="tx1"/>
                          </a:solidFill>
                          <a:latin typeface="Cambria Math" panose="02040503050406030204" pitchFamily="18" charset="0"/>
                        </a:rPr>
                        <m:t>+</m:t>
                      </m:r>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D</m:t>
                          </m:r>
                        </m:e>
                      </m:acc>
                    </m:oMath>
                  </m:oMathPara>
                </a14:m>
                <a:endParaRPr lang="zh-CN" altLang="en-US" sz="3200" dirty="0">
                  <a:solidFill>
                    <a:schemeClr val="tx1"/>
                  </a:solidFill>
                </a:endParaRPr>
              </a:p>
            </p:txBody>
          </p:sp>
        </mc:Choice>
        <mc:Fallback xmlns="">
          <p:sp>
            <p:nvSpPr>
              <p:cNvPr id="119" name="文本框 118">
                <a:extLst>
                  <a:ext uri="{FF2B5EF4-FFF2-40B4-BE49-F238E27FC236}">
                    <a16:creationId xmlns:a16="http://schemas.microsoft.com/office/drawing/2014/main" id="{7B1071BA-7F24-7A07-CD8F-9465458E56A6}"/>
                  </a:ext>
                </a:extLst>
              </p:cNvPr>
              <p:cNvSpPr txBox="1">
                <a:spLocks noRot="1" noChangeAspect="1" noMove="1" noResize="1" noEditPoints="1" noAdjustHandles="1" noChangeArrowheads="1" noChangeShapeType="1" noTextEdit="1"/>
              </p:cNvSpPr>
              <p:nvPr/>
            </p:nvSpPr>
            <p:spPr>
              <a:xfrm>
                <a:off x="1219766" y="5004000"/>
                <a:ext cx="4456077" cy="584775"/>
              </a:xfrm>
              <a:prstGeom prst="rect">
                <a:avLst/>
              </a:prstGeom>
              <a:blipFill>
                <a:blip r:embed="rId7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1C876AC6-4767-81B0-E6DD-6A603875CA5B}"/>
                  </a:ext>
                </a:extLst>
              </p:cNvPr>
              <p:cNvSpPr txBox="1"/>
              <p:nvPr/>
            </p:nvSpPr>
            <p:spPr>
              <a:xfrm>
                <a:off x="7134566" y="4724910"/>
                <a:ext cx="4456077" cy="58593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acc>
                        <m:accPr>
                          <m:chr m:val="̅"/>
                          <m:ctrlPr>
                            <a:rPr lang="en-US" altLang="zh-CN" sz="3200" i="1" smtClean="0">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Y</m:t>
                          </m:r>
                        </m:e>
                      </m:acc>
                      <m:r>
                        <a:rPr lang="en-US" altLang="zh-CN" sz="3200" i="0">
                          <a:solidFill>
                            <a:schemeClr val="tx1"/>
                          </a:solidFill>
                          <a:latin typeface="Cambria Math" panose="02040503050406030204" pitchFamily="18" charset="0"/>
                        </a:rPr>
                        <m:t>=</m:t>
                      </m:r>
                      <m:acc>
                        <m:accPr>
                          <m:chr m:val="̅"/>
                          <m:ctrlPr>
                            <a:rPr lang="en-US" altLang="zh-CN" sz="3200" b="0" i="1" smtClean="0">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A</m:t>
                          </m:r>
                        </m:e>
                      </m:acc>
                      <m:r>
                        <m:rPr>
                          <m:sty m:val="p"/>
                        </m:rPr>
                        <a:rPr lang="en-US" altLang="zh-CN" sz="3200" b="0" i="0" smtClean="0">
                          <a:solidFill>
                            <a:srgbClr val="0000FF"/>
                          </a:solidFill>
                          <a:latin typeface="Cambria Math" panose="02040503050406030204" pitchFamily="18" charset="0"/>
                        </a:rPr>
                        <m:t>D</m:t>
                      </m:r>
                    </m:oMath>
                  </m:oMathPara>
                </a14:m>
                <a:endParaRPr lang="zh-CN" altLang="en-US" sz="3200" dirty="0">
                  <a:solidFill>
                    <a:schemeClr val="tx1"/>
                  </a:solidFill>
                </a:endParaRPr>
              </a:p>
            </p:txBody>
          </p:sp>
        </mc:Choice>
        <mc:Fallback xmlns="">
          <p:sp>
            <p:nvSpPr>
              <p:cNvPr id="120" name="文本框 119">
                <a:extLst>
                  <a:ext uri="{FF2B5EF4-FFF2-40B4-BE49-F238E27FC236}">
                    <a16:creationId xmlns:a16="http://schemas.microsoft.com/office/drawing/2014/main" id="{1C876AC6-4767-81B0-E6DD-6A603875CA5B}"/>
                  </a:ext>
                </a:extLst>
              </p:cNvPr>
              <p:cNvSpPr txBox="1">
                <a:spLocks noRot="1" noChangeAspect="1" noMove="1" noResize="1" noEditPoints="1" noAdjustHandles="1" noChangeArrowheads="1" noChangeShapeType="1" noTextEdit="1"/>
              </p:cNvSpPr>
              <p:nvPr/>
            </p:nvSpPr>
            <p:spPr>
              <a:xfrm>
                <a:off x="7134566" y="4724910"/>
                <a:ext cx="4456077" cy="585930"/>
              </a:xfrm>
              <a:prstGeom prst="rect">
                <a:avLst/>
              </a:prstGeom>
              <a:blipFill>
                <a:blip r:embed="rId7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5D859604-9AF3-E5FD-7328-044368A8941E}"/>
                  </a:ext>
                </a:extLst>
              </p:cNvPr>
              <p:cNvSpPr txBox="1"/>
              <p:nvPr/>
            </p:nvSpPr>
            <p:spPr>
              <a:xfrm>
                <a:off x="7134566" y="5436000"/>
                <a:ext cx="4456077" cy="65146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3200" b="0" i="0" smtClean="0">
                          <a:solidFill>
                            <a:schemeClr val="tx1"/>
                          </a:solidFill>
                          <a:latin typeface="Cambria Math" panose="02040503050406030204" pitchFamily="18" charset="0"/>
                        </a:rPr>
                        <m:t>Y</m:t>
                      </m:r>
                      <m:r>
                        <a:rPr lang="en-US" altLang="zh-CN" sz="3200" i="0">
                          <a:solidFill>
                            <a:schemeClr val="tx1"/>
                          </a:solidFill>
                          <a:latin typeface="Cambria Math" panose="02040503050406030204" pitchFamily="18" charset="0"/>
                        </a:rPr>
                        <m:t>=</m:t>
                      </m:r>
                      <m:acc>
                        <m:accPr>
                          <m:chr m:val="̅"/>
                          <m:ctrlPr>
                            <a:rPr lang="en-US" altLang="zh-CN" sz="3200" i="1" smtClean="0">
                              <a:solidFill>
                                <a:schemeClr val="tx1"/>
                              </a:solidFill>
                              <a:latin typeface="Cambria Math" panose="02040503050406030204" pitchFamily="18" charset="0"/>
                            </a:rPr>
                          </m:ctrlPr>
                        </m:accPr>
                        <m:e>
                          <m:acc>
                            <m:accPr>
                              <m:chr m:val="̅"/>
                              <m:ctrlPr>
                                <a:rPr lang="en-US" altLang="zh-CN" sz="3200" i="1">
                                  <a:solidFill>
                                    <a:schemeClr val="tx1"/>
                                  </a:solidFill>
                                  <a:latin typeface="Cambria Math" panose="02040503050406030204" pitchFamily="18" charset="0"/>
                                </a:rPr>
                              </m:ctrlPr>
                            </m:accPr>
                            <m:e>
                              <m:r>
                                <m:rPr>
                                  <m:sty m:val="p"/>
                                </m:rPr>
                                <a:rPr lang="en-US" altLang="zh-CN" sz="3200">
                                  <a:solidFill>
                                    <a:schemeClr val="tx1"/>
                                  </a:solidFill>
                                  <a:latin typeface="Cambria Math" panose="02040503050406030204" pitchFamily="18" charset="0"/>
                                </a:rPr>
                                <m:t>A</m:t>
                              </m:r>
                            </m:e>
                          </m:acc>
                          <m:r>
                            <m:rPr>
                              <m:sty m:val="p"/>
                            </m:rPr>
                            <a:rPr lang="en-US" altLang="zh-CN" sz="3200">
                              <a:solidFill>
                                <a:schemeClr val="tx1"/>
                              </a:solidFill>
                              <a:latin typeface="Cambria Math" panose="02040503050406030204" pitchFamily="18" charset="0"/>
                            </a:rPr>
                            <m:t>D</m:t>
                          </m:r>
                        </m:e>
                      </m:acc>
                      <m:r>
                        <a:rPr lang="en-US" altLang="zh-CN" sz="3200" b="0" i="1" smtClean="0">
                          <a:solidFill>
                            <a:schemeClr val="tx1"/>
                          </a:solidFill>
                          <a:latin typeface="Cambria Math" panose="02040503050406030204" pitchFamily="18" charset="0"/>
                        </a:rPr>
                        <m:t>=</m:t>
                      </m:r>
                      <m:r>
                        <m:rPr>
                          <m:sty m:val="p"/>
                        </m:rPr>
                        <a:rPr lang="en-US" altLang="zh-CN" sz="3200">
                          <a:solidFill>
                            <a:schemeClr val="tx1"/>
                          </a:solidFill>
                          <a:latin typeface="Cambria Math" panose="02040503050406030204" pitchFamily="18" charset="0"/>
                        </a:rPr>
                        <m:t>A</m:t>
                      </m:r>
                      <m:r>
                        <a:rPr lang="en-US" altLang="zh-CN" sz="320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a:solidFill>
                                <a:schemeClr val="tx1"/>
                              </a:solidFill>
                              <a:latin typeface="Cambria Math" panose="02040503050406030204" pitchFamily="18" charset="0"/>
                            </a:rPr>
                            <m:t>D</m:t>
                          </m:r>
                        </m:e>
                      </m:acc>
                    </m:oMath>
                  </m:oMathPara>
                </a14:m>
                <a:endParaRPr lang="zh-CN" altLang="en-US" sz="3200" dirty="0">
                  <a:solidFill>
                    <a:schemeClr val="tx1"/>
                  </a:solidFill>
                </a:endParaRPr>
              </a:p>
            </p:txBody>
          </p:sp>
        </mc:Choice>
        <mc:Fallback xmlns="">
          <p:sp>
            <p:nvSpPr>
              <p:cNvPr id="121" name="文本框 120">
                <a:extLst>
                  <a:ext uri="{FF2B5EF4-FFF2-40B4-BE49-F238E27FC236}">
                    <a16:creationId xmlns:a16="http://schemas.microsoft.com/office/drawing/2014/main" id="{5D859604-9AF3-E5FD-7328-044368A8941E}"/>
                  </a:ext>
                </a:extLst>
              </p:cNvPr>
              <p:cNvSpPr txBox="1">
                <a:spLocks noRot="1" noChangeAspect="1" noMove="1" noResize="1" noEditPoints="1" noAdjustHandles="1" noChangeArrowheads="1" noChangeShapeType="1" noTextEdit="1"/>
              </p:cNvSpPr>
              <p:nvPr/>
            </p:nvSpPr>
            <p:spPr>
              <a:xfrm>
                <a:off x="7134566" y="5436000"/>
                <a:ext cx="4456077" cy="651460"/>
              </a:xfrm>
              <a:prstGeom prst="rect">
                <a:avLst/>
              </a:prstGeom>
              <a:blipFill>
                <a:blip r:embed="rId79"/>
                <a:stretch>
                  <a:fillRect/>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C1D34FFC-9E0A-20E3-1AC4-72C7B01CB0C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Tree>
    <p:extLst>
      <p:ext uri="{BB962C8B-B14F-4D97-AF65-F5344CB8AC3E}">
        <p14:creationId xmlns:p14="http://schemas.microsoft.com/office/powerpoint/2010/main" val="63160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randombar(horizontal)">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17"/>
                                        </p:tgtEl>
                                        <p:attrNameLst>
                                          <p:attrName>style.visibility</p:attrName>
                                        </p:attrNameLst>
                                      </p:cBhvr>
                                      <p:to>
                                        <p:strVal val="visible"/>
                                      </p:to>
                                    </p:set>
                                    <p:animEffect transition="in" filter="randombar(horizontal)">
                                      <p:cBhvr>
                                        <p:cTn id="17" dur="500"/>
                                        <p:tgtEl>
                                          <p:spTgt spid="117"/>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16"/>
                                        </p:tgtEl>
                                        <p:attrNameLst>
                                          <p:attrName>style.visibility</p:attrName>
                                        </p:attrNameLst>
                                      </p:cBhvr>
                                      <p:to>
                                        <p:strVal val="visible"/>
                                      </p:to>
                                    </p:set>
                                    <p:animEffect transition="in" filter="randombar(horizontal)">
                                      <p:cBhvr>
                                        <p:cTn id="20" dur="500"/>
                                        <p:tgtEl>
                                          <p:spTgt spid="116"/>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19"/>
                                        </p:tgtEl>
                                        <p:attrNameLst>
                                          <p:attrName>style.visibility</p:attrName>
                                        </p:attrNameLst>
                                      </p:cBhvr>
                                      <p:to>
                                        <p:strVal val="visible"/>
                                      </p:to>
                                    </p:set>
                                    <p:animEffect transition="in" filter="randombar(horizontal)">
                                      <p:cBhvr>
                                        <p:cTn id="25" dur="500"/>
                                        <p:tgtEl>
                                          <p:spTgt spid="119"/>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randombar(horizontal)">
                                      <p:cBhvr>
                                        <p:cTn id="30" dur="500"/>
                                        <p:tgtEl>
                                          <p:spTgt spid="80"/>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randombar(horizontal)">
                                      <p:cBhvr>
                                        <p:cTn id="35" dur="500"/>
                                        <p:tgtEl>
                                          <p:spTgt spid="118"/>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randombar(horizontal)">
                                      <p:cBhvr>
                                        <p:cTn id="40" dur="500"/>
                                        <p:tgtEl>
                                          <p:spTgt spid="120"/>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21"/>
                                        </p:tgtEl>
                                        <p:attrNameLst>
                                          <p:attrName>style.visibility</p:attrName>
                                        </p:attrNameLst>
                                      </p:cBhvr>
                                      <p:to>
                                        <p:strVal val="visible"/>
                                      </p:to>
                                    </p:set>
                                    <p:animEffect transition="in" filter="randombar(horizontal)">
                                      <p:cBhvr>
                                        <p:cTn id="43"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P spid="119" grpId="0"/>
      <p:bldP spid="120" grpId="0"/>
      <p:bldP spid="1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DAFF482-CA51-5618-523F-C930FB8290D3}"/>
              </a:ext>
            </a:extLst>
          </p:cNvPr>
          <p:cNvGrpSpPr/>
          <p:nvPr/>
        </p:nvGrpSpPr>
        <p:grpSpPr>
          <a:xfrm>
            <a:off x="360000" y="1904400"/>
            <a:ext cx="5316108" cy="2541324"/>
            <a:chOff x="5325931" y="1061292"/>
            <a:chExt cx="5316108" cy="2541324"/>
          </a:xfrm>
        </p:grpSpPr>
        <p:cxnSp>
          <p:nvCxnSpPr>
            <p:cNvPr id="4" name="直接连接符 3">
              <a:extLst>
                <a:ext uri="{FF2B5EF4-FFF2-40B4-BE49-F238E27FC236}">
                  <a16:creationId xmlns:a16="http://schemas.microsoft.com/office/drawing/2014/main" id="{AD6D9E7F-C0D6-F1AF-E7F6-6699C64E2057}"/>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3062543-EE02-FED6-7CE5-E66EF6EAD36E}"/>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8A4757D-B399-F0FF-B358-A5B6B8867AD8}"/>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09F73C6-BE63-AA0C-03E5-F67D7255A635}"/>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C37A994-9863-F839-AADB-FD955607178B}"/>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BB734CD-808B-0DBF-2659-248080DD3B30}"/>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C29248A-C0D8-6B4D-2890-EDDCC5707160}"/>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57F93C4-6AA3-7DE6-2FA1-1982CA4E3553}"/>
                </a:ext>
              </a:extLst>
            </p:cNvPr>
            <p:cNvSpPr txBox="1"/>
            <p:nvPr/>
          </p:nvSpPr>
          <p:spPr>
            <a:xfrm>
              <a:off x="6190017" y="1737526"/>
              <a:ext cx="1110179" cy="461665"/>
            </a:xfrm>
            <a:prstGeom prst="rect">
              <a:avLst/>
            </a:prstGeom>
            <a:noFill/>
          </p:spPr>
          <p:txBody>
            <a:bodyPr wrap="square">
              <a:spAutoFit/>
            </a:bodyPr>
            <a:lstStyle/>
            <a:p>
              <a:endParaRPr lang="zh-CN" altLang="en-US" sz="2400" dirty="0">
                <a:solidFill>
                  <a:schemeClr val="tx1"/>
                </a:solidFill>
              </a:endParaRPr>
            </a:p>
          </p:txBody>
        </p:sp>
        <p:sp>
          <p:nvSpPr>
            <p:cNvPr id="12" name="文本框 11">
              <a:extLst>
                <a:ext uri="{FF2B5EF4-FFF2-40B4-BE49-F238E27FC236}">
                  <a16:creationId xmlns:a16="http://schemas.microsoft.com/office/drawing/2014/main" id="{8A1A601C-02CD-51EE-33F5-1C1923452A74}"/>
                </a:ext>
              </a:extLst>
            </p:cNvPr>
            <p:cNvSpPr txBox="1"/>
            <p:nvPr/>
          </p:nvSpPr>
          <p:spPr>
            <a:xfrm>
              <a:off x="7304250" y="1737998"/>
              <a:ext cx="1110179" cy="461665"/>
            </a:xfrm>
            <a:prstGeom prst="rect">
              <a:avLst/>
            </a:prstGeom>
            <a:noFill/>
          </p:spPr>
          <p:txBody>
            <a:bodyPr wrap="square">
              <a:spAutoFit/>
            </a:bodyPr>
            <a:lstStyle/>
            <a:p>
              <a:endParaRPr lang="zh-CN" altLang="en-US" sz="2400" dirty="0">
                <a:solidFill>
                  <a:schemeClr val="tx1"/>
                </a:solidFill>
              </a:endParaRPr>
            </a:p>
          </p:txBody>
        </p:sp>
        <p:sp>
          <p:nvSpPr>
            <p:cNvPr id="13" name="文本框 12">
              <a:extLst>
                <a:ext uri="{FF2B5EF4-FFF2-40B4-BE49-F238E27FC236}">
                  <a16:creationId xmlns:a16="http://schemas.microsoft.com/office/drawing/2014/main" id="{50F3C163-72B4-64D9-DA96-C576B66DBBD3}"/>
                </a:ext>
              </a:extLst>
            </p:cNvPr>
            <p:cNvSpPr txBox="1"/>
            <p:nvPr/>
          </p:nvSpPr>
          <p:spPr>
            <a:xfrm>
              <a:off x="8417627" y="1739132"/>
              <a:ext cx="1110179" cy="461665"/>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8CF6BD5-8B88-A644-EB0F-374D28A9D4DF}"/>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4" name="文本框 13">
                  <a:extLst>
                    <a:ext uri="{FF2B5EF4-FFF2-40B4-BE49-F238E27FC236}">
                      <a16:creationId xmlns:a16="http://schemas.microsoft.com/office/drawing/2014/main" id="{58CF6BD5-8B88-A644-EB0F-374D28A9D4DF}"/>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E1AEACD-B875-523A-7F8C-287B2160A8DB}"/>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6E1AEACD-B875-523A-7F8C-287B2160A8DB}"/>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930EDCC-FD3A-0B74-E968-E097C6E5C540}"/>
                    </a:ext>
                  </a:extLst>
                </p:cNvPr>
                <p:cNvSpPr txBox="1"/>
                <p:nvPr/>
              </p:nvSpPr>
              <p:spPr>
                <a:xfrm>
                  <a:off x="7304250" y="2204388"/>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6" name="文本框 15">
                  <a:extLst>
                    <a:ext uri="{FF2B5EF4-FFF2-40B4-BE49-F238E27FC236}">
                      <a16:creationId xmlns:a16="http://schemas.microsoft.com/office/drawing/2014/main" id="{3930EDCC-FD3A-0B74-E968-E097C6E5C540}"/>
                    </a:ext>
                  </a:extLst>
                </p:cNvPr>
                <p:cNvSpPr txBox="1">
                  <a:spLocks noRot="1" noChangeAspect="1" noMove="1" noResize="1" noEditPoints="1" noAdjustHandles="1" noChangeArrowheads="1" noChangeShapeType="1" noTextEdit="1"/>
                </p:cNvSpPr>
                <p:nvPr/>
              </p:nvSpPr>
              <p:spPr>
                <a:xfrm>
                  <a:off x="7304250" y="2204388"/>
                  <a:ext cx="1110179" cy="461665"/>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440BB57-9DFB-B35D-9576-9D74E6639EE9}"/>
                    </a:ext>
                  </a:extLst>
                </p:cNvPr>
                <p:cNvSpPr txBox="1"/>
                <p:nvPr/>
              </p:nvSpPr>
              <p:spPr>
                <a:xfrm>
                  <a:off x="8417627" y="2205522"/>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8440BB57-9DFB-B35D-9576-9D74E6639EE9}"/>
                    </a:ext>
                  </a:extLst>
                </p:cNvPr>
                <p:cNvSpPr txBox="1">
                  <a:spLocks noRot="1" noChangeAspect="1" noMove="1" noResize="1" noEditPoints="1" noAdjustHandles="1" noChangeArrowheads="1" noChangeShapeType="1" noTextEdit="1"/>
                </p:cNvSpPr>
                <p:nvPr/>
              </p:nvSpPr>
              <p:spPr>
                <a:xfrm>
                  <a:off x="8417627" y="2205522"/>
                  <a:ext cx="1110179" cy="461665"/>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739354F-753A-4AB8-AE2D-4722A47B6FD8}"/>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0739354F-753A-4AB8-AE2D-4722A47B6FD8}"/>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B2A7293-188A-1B8B-8106-BE7E4EF0EBF8}"/>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0B2A7293-188A-1B8B-8106-BE7E4EF0EBF8}"/>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F0F7EC4-CF9D-DE08-B91B-F50AA269F7AD}"/>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id="{FF0F7EC4-CF9D-DE08-B91B-F50AA269F7AD}"/>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6636D63-7B2A-AE60-C539-D5D71AE6F95D}"/>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1" name="文本框 20">
                  <a:extLst>
                    <a:ext uri="{FF2B5EF4-FFF2-40B4-BE49-F238E27FC236}">
                      <a16:creationId xmlns:a16="http://schemas.microsoft.com/office/drawing/2014/main" id="{86636D63-7B2A-AE60-C539-D5D71AE6F95D}"/>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604C18A-7BD4-D9F5-0AB1-9E857499849B}"/>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5604C18A-7BD4-D9F5-0AB1-9E857499849B}"/>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0934D237-365D-536D-FC42-CE983F22408C}"/>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3" name="文本框 22">
                  <a:extLst>
                    <a:ext uri="{FF2B5EF4-FFF2-40B4-BE49-F238E27FC236}">
                      <a16:creationId xmlns:a16="http://schemas.microsoft.com/office/drawing/2014/main" id="{0934D237-365D-536D-FC42-CE983F22408C}"/>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38763B5-691E-E850-5C40-4B483B173AA7}"/>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738763B5-691E-E850-5C40-4B483B173AA7}"/>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51"/>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5CC77DEE-15E7-3653-AABD-DD39C8A26A52}"/>
                </a:ext>
              </a:extLst>
            </p:cNvPr>
            <p:cNvSpPr txBox="1"/>
            <p:nvPr/>
          </p:nvSpPr>
          <p:spPr>
            <a:xfrm>
              <a:off x="8417627" y="3139710"/>
              <a:ext cx="1110179" cy="461665"/>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6DF1BCAA-0B78-A2A6-8DB1-052826C22D18}"/>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6" name="文本框 25">
                  <a:extLst>
                    <a:ext uri="{FF2B5EF4-FFF2-40B4-BE49-F238E27FC236}">
                      <a16:creationId xmlns:a16="http://schemas.microsoft.com/office/drawing/2014/main" id="{6DF1BCAA-0B78-A2A6-8DB1-052826C22D18}"/>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52"/>
                  <a:stretch>
                    <a:fillRect/>
                  </a:stretch>
                </a:blipFill>
              </p:spPr>
              <p:txBody>
                <a:bodyPr/>
                <a:lstStyle/>
                <a:p>
                  <a:r>
                    <a:rPr lang="zh-CN" altLang="en-US">
                      <a:noFill/>
                    </a:rPr>
                    <a:t> </a:t>
                  </a:r>
                </a:p>
              </p:txBody>
            </p:sp>
          </mc:Fallback>
        </mc:AlternateContent>
        <p:cxnSp>
          <p:nvCxnSpPr>
            <p:cNvPr id="27" name="直接连接符 26">
              <a:extLst>
                <a:ext uri="{FF2B5EF4-FFF2-40B4-BE49-F238E27FC236}">
                  <a16:creationId xmlns:a16="http://schemas.microsoft.com/office/drawing/2014/main" id="{2D4206F2-FE80-6080-72B2-72D34F58921A}"/>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4C68BE9-92E5-D5E8-70E9-D1A5465C8E09}"/>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398A518-B485-79B8-3613-242D5D594523}"/>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DB1AB76-9BE7-2556-1876-BF6A5DB2AFFF}"/>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5C54D97-8EF2-E884-6F21-6E432175E519}"/>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F43AACE-4260-EC66-2931-168DBA251F77}"/>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A22F0EF2-4DDA-EF3B-ED29-ABBE1227D8AC}"/>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F37DE200-5556-6B96-5AF6-ED044C0D6B51}"/>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521B3C6-9F00-F9DC-102F-9E720BE52DEF}"/>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B96B381E-A631-492E-588C-876AA14F11D5}"/>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A031215-0A76-1E27-35E7-5873314C6B83}"/>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06DBC5B-819B-FFA2-C92F-8F0B0C01BEF6}"/>
                  </a:ext>
                </a:extLst>
              </p:cNvPr>
              <p:cNvSpPr txBox="1"/>
              <p:nvPr/>
            </p:nvSpPr>
            <p:spPr>
              <a:xfrm>
                <a:off x="2934376" y="1234564"/>
                <a:ext cx="985368"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1</m:t>
                          </m:r>
                        </m:sub>
                      </m:sSub>
                    </m:oMath>
                  </m:oMathPara>
                </a14:m>
                <a:endParaRPr lang="zh-CN" altLang="en-US" sz="3200" dirty="0">
                  <a:solidFill>
                    <a:schemeClr val="tx1"/>
                  </a:solidFill>
                </a:endParaRPr>
              </a:p>
            </p:txBody>
          </p:sp>
        </mc:Choice>
        <mc:Fallback xmlns="">
          <p:sp>
            <p:nvSpPr>
              <p:cNvPr id="38" name="文本框 37">
                <a:extLst>
                  <a:ext uri="{FF2B5EF4-FFF2-40B4-BE49-F238E27FC236}">
                    <a16:creationId xmlns:a16="http://schemas.microsoft.com/office/drawing/2014/main" id="{006DBC5B-819B-FFA2-C92F-8F0B0C01BEF6}"/>
                  </a:ext>
                </a:extLst>
              </p:cNvPr>
              <p:cNvSpPr txBox="1">
                <a:spLocks noRot="1" noChangeAspect="1" noMove="1" noResize="1" noEditPoints="1" noAdjustHandles="1" noChangeArrowheads="1" noChangeShapeType="1" noTextEdit="1"/>
              </p:cNvSpPr>
              <p:nvPr/>
            </p:nvSpPr>
            <p:spPr>
              <a:xfrm>
                <a:off x="2934376" y="1234564"/>
                <a:ext cx="985368" cy="584775"/>
              </a:xfrm>
              <a:prstGeom prst="rect">
                <a:avLst/>
              </a:prstGeom>
              <a:blipFill>
                <a:blip r:embed="rId6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320291F8-F66B-4D24-04B3-D608590573CC}"/>
                  </a:ext>
                </a:extLst>
              </p:cNvPr>
              <p:cNvSpPr txBox="1"/>
              <p:nvPr/>
            </p:nvSpPr>
            <p:spPr>
              <a:xfrm>
                <a:off x="8675091" y="1234564"/>
                <a:ext cx="985368"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2</m:t>
                          </m:r>
                        </m:sub>
                      </m:sSub>
                    </m:oMath>
                  </m:oMathPara>
                </a14:m>
                <a:endParaRPr lang="zh-CN" altLang="en-US" sz="3200" dirty="0">
                  <a:solidFill>
                    <a:schemeClr val="tx1"/>
                  </a:solidFill>
                </a:endParaRPr>
              </a:p>
            </p:txBody>
          </p:sp>
        </mc:Choice>
        <mc:Fallback xmlns="">
          <p:sp>
            <p:nvSpPr>
              <p:cNvPr id="74" name="文本框 73">
                <a:extLst>
                  <a:ext uri="{FF2B5EF4-FFF2-40B4-BE49-F238E27FC236}">
                    <a16:creationId xmlns:a16="http://schemas.microsoft.com/office/drawing/2014/main" id="{320291F8-F66B-4D24-04B3-D608590573CC}"/>
                  </a:ext>
                </a:extLst>
              </p:cNvPr>
              <p:cNvSpPr txBox="1">
                <a:spLocks noRot="1" noChangeAspect="1" noMove="1" noResize="1" noEditPoints="1" noAdjustHandles="1" noChangeArrowheads="1" noChangeShapeType="1" noTextEdit="1"/>
              </p:cNvSpPr>
              <p:nvPr/>
            </p:nvSpPr>
            <p:spPr>
              <a:xfrm>
                <a:off x="8675091" y="1234564"/>
                <a:ext cx="985368" cy="584775"/>
              </a:xfrm>
              <a:prstGeom prst="rect">
                <a:avLst/>
              </a:prstGeom>
              <a:blipFill>
                <a:blip r:embed="rId62"/>
                <a:stretch>
                  <a:fillRect/>
                </a:stretch>
              </a:blipFill>
            </p:spPr>
            <p:txBody>
              <a:bodyPr/>
              <a:lstStyle/>
              <a:p>
                <a:r>
                  <a:rPr lang="zh-CN" altLang="en-US">
                    <a:noFill/>
                  </a:rPr>
                  <a:t> </a:t>
                </a:r>
              </a:p>
            </p:txBody>
          </p:sp>
        </mc:Fallback>
      </mc:AlternateContent>
      <p:sp>
        <p:nvSpPr>
          <p:cNvPr id="75" name="矩形: 圆角 74">
            <a:extLst>
              <a:ext uri="{FF2B5EF4-FFF2-40B4-BE49-F238E27FC236}">
                <a16:creationId xmlns:a16="http://schemas.microsoft.com/office/drawing/2014/main" id="{6C471019-10A3-A58F-875D-84706A882976}"/>
              </a:ext>
            </a:extLst>
          </p:cNvPr>
          <p:cNvSpPr/>
          <p:nvPr/>
        </p:nvSpPr>
        <p:spPr>
          <a:xfrm>
            <a:off x="1538934" y="3117600"/>
            <a:ext cx="3819969" cy="788413"/>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6" name="矩形: 圆角 75">
            <a:extLst>
              <a:ext uri="{FF2B5EF4-FFF2-40B4-BE49-F238E27FC236}">
                <a16:creationId xmlns:a16="http://schemas.microsoft.com/office/drawing/2014/main" id="{AA18BD9D-3FB8-DB89-4A05-329BDEA9FC6F}"/>
              </a:ext>
            </a:extLst>
          </p:cNvPr>
          <p:cNvSpPr/>
          <p:nvPr/>
        </p:nvSpPr>
        <p:spPr>
          <a:xfrm>
            <a:off x="4778452" y="2656800"/>
            <a:ext cx="669929" cy="1717538"/>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7" name="矩形: 圆角 76">
            <a:extLst>
              <a:ext uri="{FF2B5EF4-FFF2-40B4-BE49-F238E27FC236}">
                <a16:creationId xmlns:a16="http://schemas.microsoft.com/office/drawing/2014/main" id="{6459155D-6639-7095-8E43-C0D246AEFF24}"/>
              </a:ext>
            </a:extLst>
          </p:cNvPr>
          <p:cNvSpPr/>
          <p:nvPr/>
        </p:nvSpPr>
        <p:spPr>
          <a:xfrm>
            <a:off x="1421480" y="3582000"/>
            <a:ext cx="1826845" cy="788413"/>
          </a:xfrm>
          <a:prstGeom prst="roundRect">
            <a:avLst>
              <a:gd name="adj" fmla="val 0"/>
            </a:avLst>
          </a:prstGeom>
          <a:no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8A23D758-A1BA-35AD-6297-13F7579C2A60}"/>
                  </a:ext>
                </a:extLst>
              </p:cNvPr>
              <p:cNvSpPr txBox="1"/>
              <p:nvPr/>
            </p:nvSpPr>
            <p:spPr>
              <a:xfrm>
                <a:off x="1200150" y="5002516"/>
                <a:ext cx="4470400" cy="58593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1</m:t>
                          </m:r>
                        </m:sub>
                      </m:sSub>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FF0000"/>
                          </a:solidFill>
                          <a:latin typeface="Cambria Math" panose="02040503050406030204" pitchFamily="18" charset="0"/>
                        </a:rPr>
                        <m:t>B</m:t>
                      </m:r>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B050"/>
                          </a:solidFill>
                          <a:latin typeface="Cambria Math" panose="02040503050406030204" pitchFamily="18" charset="0"/>
                        </a:rPr>
                        <m:t>C</m:t>
                      </m:r>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D</m:t>
                          </m:r>
                        </m:e>
                      </m:acc>
                      <m:r>
                        <a:rPr lang="en-US" altLang="zh-CN" sz="3200" b="0" i="0" smtClean="0">
                          <a:solidFill>
                            <a:schemeClr val="tx1"/>
                          </a:solidFill>
                          <a:latin typeface="Cambria Math" panose="02040503050406030204" pitchFamily="18" charset="0"/>
                        </a:rPr>
                        <m:t>+</m:t>
                      </m:r>
                      <m:r>
                        <m:rPr>
                          <m:sty m:val="p"/>
                        </m:rPr>
                        <a:rPr lang="en-US" altLang="zh-CN" sz="3200" b="0" i="0" smtClean="0">
                          <a:solidFill>
                            <a:srgbClr val="0000FF"/>
                          </a:solidFill>
                          <a:latin typeface="Cambria Math" panose="02040503050406030204" pitchFamily="18" charset="0"/>
                        </a:rPr>
                        <m:t>A</m:t>
                      </m:r>
                      <m:acc>
                        <m:accPr>
                          <m:chr m:val="̅"/>
                          <m:ctrlPr>
                            <a:rPr lang="en-US" altLang="zh-CN" sz="3200" i="1">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C</m:t>
                          </m:r>
                        </m:e>
                      </m:acc>
                    </m:oMath>
                  </m:oMathPara>
                </a14:m>
                <a:endParaRPr lang="zh-CN" altLang="en-US" sz="3200" dirty="0">
                  <a:solidFill>
                    <a:schemeClr val="tx1"/>
                  </a:solidFill>
                </a:endParaRPr>
              </a:p>
            </p:txBody>
          </p:sp>
        </mc:Choice>
        <mc:Fallback xmlns="">
          <p:sp>
            <p:nvSpPr>
              <p:cNvPr id="78" name="文本框 77">
                <a:extLst>
                  <a:ext uri="{FF2B5EF4-FFF2-40B4-BE49-F238E27FC236}">
                    <a16:creationId xmlns:a16="http://schemas.microsoft.com/office/drawing/2014/main" id="{8A23D758-A1BA-35AD-6297-13F7579C2A60}"/>
                  </a:ext>
                </a:extLst>
              </p:cNvPr>
              <p:cNvSpPr txBox="1">
                <a:spLocks noRot="1" noChangeAspect="1" noMove="1" noResize="1" noEditPoints="1" noAdjustHandles="1" noChangeArrowheads="1" noChangeShapeType="1" noTextEdit="1"/>
              </p:cNvSpPr>
              <p:nvPr/>
            </p:nvSpPr>
            <p:spPr>
              <a:xfrm>
                <a:off x="1200150" y="5002516"/>
                <a:ext cx="4470400" cy="585930"/>
              </a:xfrm>
              <a:prstGeom prst="rect">
                <a:avLst/>
              </a:prstGeom>
              <a:blipFill>
                <a:blip r:embed="rId63"/>
                <a:stretch>
                  <a:fillRect/>
                </a:stretch>
              </a:blipFill>
            </p:spPr>
            <p:txBody>
              <a:bodyPr/>
              <a:lstStyle/>
              <a:p>
                <a:r>
                  <a:rPr lang="zh-CN" altLang="en-US">
                    <a:noFill/>
                  </a:rPr>
                  <a:t> </a:t>
                </a:r>
              </a:p>
            </p:txBody>
          </p:sp>
        </mc:Fallback>
      </mc:AlternateContent>
      <p:grpSp>
        <p:nvGrpSpPr>
          <p:cNvPr id="79" name="组合 78">
            <a:extLst>
              <a:ext uri="{FF2B5EF4-FFF2-40B4-BE49-F238E27FC236}">
                <a16:creationId xmlns:a16="http://schemas.microsoft.com/office/drawing/2014/main" id="{34668FAB-EDF2-F171-414C-6EF1A1425B1E}"/>
              </a:ext>
            </a:extLst>
          </p:cNvPr>
          <p:cNvGrpSpPr/>
          <p:nvPr/>
        </p:nvGrpSpPr>
        <p:grpSpPr>
          <a:xfrm>
            <a:off x="6273664" y="1904400"/>
            <a:ext cx="5316108" cy="2541324"/>
            <a:chOff x="5325931" y="1061292"/>
            <a:chExt cx="5316108" cy="2541324"/>
          </a:xfrm>
        </p:grpSpPr>
        <p:cxnSp>
          <p:nvCxnSpPr>
            <p:cNvPr id="80" name="直接连接符 79">
              <a:extLst>
                <a:ext uri="{FF2B5EF4-FFF2-40B4-BE49-F238E27FC236}">
                  <a16:creationId xmlns:a16="http://schemas.microsoft.com/office/drawing/2014/main" id="{2D80FC50-C571-7163-EB89-2ED2BAFF4AEE}"/>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FB1936F1-71D3-F7C4-124A-33EB6903AEBC}"/>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87C5AC16-4762-06C8-2FAD-0B7E3AB155D8}"/>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B8A0A6E8-B14C-DEF7-6D8C-7E92740C94F8}"/>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AD27E864-37BA-42CD-8D2C-1D495D126123}"/>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52DFA49B-D99D-2962-F203-17F8E99CBB4C}"/>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965B8EF-A903-2B93-CF2A-25612567E602}"/>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B3737D1E-43E3-7D2A-7EF8-E64649473735}"/>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B3737D1E-43E3-7D2A-7EF8-E64649473735}"/>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6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5D58CAE6-7B57-7C2C-6E0B-841AAF6EC027}"/>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5D58CAE6-7B57-7C2C-6E0B-841AAF6EC027}"/>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6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9F0BD448-CF42-19AD-AA51-44B10721582C}"/>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9" name="文本框 88">
                  <a:extLst>
                    <a:ext uri="{FF2B5EF4-FFF2-40B4-BE49-F238E27FC236}">
                      <a16:creationId xmlns:a16="http://schemas.microsoft.com/office/drawing/2014/main" id="{9F0BD448-CF42-19AD-AA51-44B10721582C}"/>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6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EFDE4EEB-2C08-D56A-B5DE-74BA7AE241F9}"/>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EFDE4EEB-2C08-D56A-B5DE-74BA7AE241F9}"/>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6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D96A0113-BF2B-C3C2-088C-B9A4F98BA900}"/>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1" name="文本框 90">
                  <a:extLst>
                    <a:ext uri="{FF2B5EF4-FFF2-40B4-BE49-F238E27FC236}">
                      <a16:creationId xmlns:a16="http://schemas.microsoft.com/office/drawing/2014/main" id="{D96A0113-BF2B-C3C2-088C-B9A4F98BA900}"/>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6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BD54E031-5B3E-EC84-4798-B2C1F71F56E4}"/>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2" name="文本框 91">
                  <a:extLst>
                    <a:ext uri="{FF2B5EF4-FFF2-40B4-BE49-F238E27FC236}">
                      <a16:creationId xmlns:a16="http://schemas.microsoft.com/office/drawing/2014/main" id="{BD54E031-5B3E-EC84-4798-B2C1F71F56E4}"/>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69"/>
                  <a:stretch>
                    <a:fillRect/>
                  </a:stretch>
                </a:blipFill>
              </p:spPr>
              <p:txBody>
                <a:bodyPr/>
                <a:lstStyle/>
                <a:p>
                  <a:r>
                    <a:rPr lang="zh-CN" altLang="en-US">
                      <a:noFill/>
                    </a:rPr>
                    <a:t> </a:t>
                  </a:r>
                </a:p>
              </p:txBody>
            </p:sp>
          </mc:Fallback>
        </mc:AlternateContent>
        <p:sp>
          <p:nvSpPr>
            <p:cNvPr id="93" name="文本框 92">
              <a:extLst>
                <a:ext uri="{FF2B5EF4-FFF2-40B4-BE49-F238E27FC236}">
                  <a16:creationId xmlns:a16="http://schemas.microsoft.com/office/drawing/2014/main" id="{FB117812-9090-EA59-A542-4B2327D99275}"/>
                </a:ext>
              </a:extLst>
            </p:cNvPr>
            <p:cNvSpPr txBox="1"/>
            <p:nvPr/>
          </p:nvSpPr>
          <p:spPr>
            <a:xfrm>
              <a:off x="8417627" y="2205522"/>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1FDE6CF1-6CF9-026D-D339-104322F9213C}"/>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4" name="文本框 93">
                  <a:extLst>
                    <a:ext uri="{FF2B5EF4-FFF2-40B4-BE49-F238E27FC236}">
                      <a16:creationId xmlns:a16="http://schemas.microsoft.com/office/drawing/2014/main" id="{1FDE6CF1-6CF9-026D-D339-104322F9213C}"/>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7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0E43BAA0-3DF8-3A2C-2783-18F7833E1454}"/>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5" name="文本框 94">
                  <a:extLst>
                    <a:ext uri="{FF2B5EF4-FFF2-40B4-BE49-F238E27FC236}">
                      <a16:creationId xmlns:a16="http://schemas.microsoft.com/office/drawing/2014/main" id="{0E43BAA0-3DF8-3A2C-2783-18F7833E1454}"/>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7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23B0213D-C842-F09A-15D2-59D7C7D1A4AD}"/>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6" name="文本框 95">
                  <a:extLst>
                    <a:ext uri="{FF2B5EF4-FFF2-40B4-BE49-F238E27FC236}">
                      <a16:creationId xmlns:a16="http://schemas.microsoft.com/office/drawing/2014/main" id="{23B0213D-C842-F09A-15D2-59D7C7D1A4AD}"/>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72"/>
                  <a:stretch>
                    <a:fillRect/>
                  </a:stretch>
                </a:blipFill>
              </p:spPr>
              <p:txBody>
                <a:bodyPr/>
                <a:lstStyle/>
                <a:p>
                  <a:r>
                    <a:rPr lang="zh-CN" altLang="en-US">
                      <a:noFill/>
                    </a:rPr>
                    <a:t> </a:t>
                  </a:r>
                </a:p>
              </p:txBody>
            </p:sp>
          </mc:Fallback>
        </mc:AlternateContent>
        <p:sp>
          <p:nvSpPr>
            <p:cNvPr id="97" name="文本框 96">
              <a:extLst>
                <a:ext uri="{FF2B5EF4-FFF2-40B4-BE49-F238E27FC236}">
                  <a16:creationId xmlns:a16="http://schemas.microsoft.com/office/drawing/2014/main" id="{3900ED0E-F09C-CB6C-29C4-2BA31317D277}"/>
                </a:ext>
              </a:extLst>
            </p:cNvPr>
            <p:cNvSpPr txBox="1"/>
            <p:nvPr/>
          </p:nvSpPr>
          <p:spPr>
            <a:xfrm>
              <a:off x="8417627" y="2673320"/>
              <a:ext cx="1110179" cy="461665"/>
            </a:xfrm>
            <a:prstGeom prst="rect">
              <a:avLst/>
            </a:prstGeom>
            <a:noFill/>
          </p:spPr>
          <p:txBody>
            <a:bodyPr wrap="square">
              <a:spAutoFit/>
            </a:bodyPr>
            <a:lstStyle/>
            <a:p>
              <a:endParaRPr lang="zh-CN" altLang="en-US" sz="2400" dirty="0">
                <a:solidFill>
                  <a:schemeClr val="tx1"/>
                </a:solidFill>
              </a:endParaRPr>
            </a:p>
          </p:txBody>
        </p:sp>
        <p:sp>
          <p:nvSpPr>
            <p:cNvPr id="98" name="文本框 97">
              <a:extLst>
                <a:ext uri="{FF2B5EF4-FFF2-40B4-BE49-F238E27FC236}">
                  <a16:creationId xmlns:a16="http://schemas.microsoft.com/office/drawing/2014/main" id="{DFF38702-58D1-A4AE-0DF1-35D32506E5B4}"/>
                </a:ext>
              </a:extLst>
            </p:cNvPr>
            <p:cNvSpPr txBox="1"/>
            <p:nvPr/>
          </p:nvSpPr>
          <p:spPr>
            <a:xfrm>
              <a:off x="9531860" y="2673792"/>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177F9A51-D656-AF81-71D5-F81B423F4353}"/>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9" name="文本框 98">
                  <a:extLst>
                    <a:ext uri="{FF2B5EF4-FFF2-40B4-BE49-F238E27FC236}">
                      <a16:creationId xmlns:a16="http://schemas.microsoft.com/office/drawing/2014/main" id="{177F9A51-D656-AF81-71D5-F81B423F4353}"/>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7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BCC389B1-B03F-7EA7-3C2F-A984EC278385}"/>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0" name="文本框 99">
                  <a:extLst>
                    <a:ext uri="{FF2B5EF4-FFF2-40B4-BE49-F238E27FC236}">
                      <a16:creationId xmlns:a16="http://schemas.microsoft.com/office/drawing/2014/main" id="{BCC389B1-B03F-7EA7-3C2F-A984EC278385}"/>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74"/>
                  <a:stretch>
                    <a:fillRect/>
                  </a:stretch>
                </a:blipFill>
              </p:spPr>
              <p:txBody>
                <a:bodyPr/>
                <a:lstStyle/>
                <a:p>
                  <a:r>
                    <a:rPr lang="zh-CN" altLang="en-US">
                      <a:noFill/>
                    </a:rPr>
                    <a:t> </a:t>
                  </a:r>
                </a:p>
              </p:txBody>
            </p:sp>
          </mc:Fallback>
        </mc:AlternateContent>
        <p:sp>
          <p:nvSpPr>
            <p:cNvPr id="101" name="文本框 100">
              <a:extLst>
                <a:ext uri="{FF2B5EF4-FFF2-40B4-BE49-F238E27FC236}">
                  <a16:creationId xmlns:a16="http://schemas.microsoft.com/office/drawing/2014/main" id="{C1C202F5-675C-C8C3-1EBD-59B967FA916F}"/>
                </a:ext>
              </a:extLst>
            </p:cNvPr>
            <p:cNvSpPr txBox="1"/>
            <p:nvPr/>
          </p:nvSpPr>
          <p:spPr>
            <a:xfrm>
              <a:off x="8417627" y="3139710"/>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D1DBC795-DD9C-26FA-95D5-27EEB696CBFD}"/>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D1DBC795-DD9C-26FA-95D5-27EEB696CBFD}"/>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75"/>
                  <a:stretch>
                    <a:fillRect/>
                  </a:stretch>
                </a:blipFill>
              </p:spPr>
              <p:txBody>
                <a:bodyPr/>
                <a:lstStyle/>
                <a:p>
                  <a:r>
                    <a:rPr lang="zh-CN" altLang="en-US">
                      <a:noFill/>
                    </a:rPr>
                    <a:t> </a:t>
                  </a:r>
                </a:p>
              </p:txBody>
            </p:sp>
          </mc:Fallback>
        </mc:AlternateContent>
        <p:cxnSp>
          <p:nvCxnSpPr>
            <p:cNvPr id="103" name="直接连接符 102">
              <a:extLst>
                <a:ext uri="{FF2B5EF4-FFF2-40B4-BE49-F238E27FC236}">
                  <a16:creationId xmlns:a16="http://schemas.microsoft.com/office/drawing/2014/main" id="{52D376ED-26F5-AA37-4ED9-CFC4FD5EB960}"/>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CB016F1C-9C93-0786-BB17-976F2683FCD1}"/>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D5D33CC3-121B-A2E9-718C-C223061C4EBE}"/>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389C0418-134E-FCA4-8442-612E889F14AC}"/>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8F9E66D6-A2BC-A9E4-6074-87772137CE70}"/>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2EC050F5-3A08-BDFF-FA7C-5ED60B7C7441}"/>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矩形 108">
              <a:extLst>
                <a:ext uri="{FF2B5EF4-FFF2-40B4-BE49-F238E27FC236}">
                  <a16:creationId xmlns:a16="http://schemas.microsoft.com/office/drawing/2014/main" id="{40A9DE47-388A-4370-500D-06D8D3048560}"/>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10" name="文本框 109">
                  <a:extLst>
                    <a:ext uri="{FF2B5EF4-FFF2-40B4-BE49-F238E27FC236}">
                      <a16:creationId xmlns:a16="http://schemas.microsoft.com/office/drawing/2014/main" id="{8FA12A5E-5FB5-FE2F-B88C-769AACB3BEC2}"/>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997F8CA9-6B82-F6AD-ED30-8F87CA7936D4}"/>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E05BA5D1-1CD5-D70A-A5F4-473836F4E3D9}"/>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5C8CC1B7-1033-17A4-7193-5A2F0D391C47}"/>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sp>
        <p:nvSpPr>
          <p:cNvPr id="114" name="矩形: 圆角 113">
            <a:extLst>
              <a:ext uri="{FF2B5EF4-FFF2-40B4-BE49-F238E27FC236}">
                <a16:creationId xmlns:a16="http://schemas.microsoft.com/office/drawing/2014/main" id="{B93080B7-72DD-02D9-C3DB-0C637F38A436}"/>
              </a:ext>
            </a:extLst>
          </p:cNvPr>
          <p:cNvSpPr/>
          <p:nvPr/>
        </p:nvSpPr>
        <p:spPr>
          <a:xfrm>
            <a:off x="7454167" y="2658008"/>
            <a:ext cx="1587881" cy="1711600"/>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15" name="矩形: 圆角 114">
            <a:extLst>
              <a:ext uri="{FF2B5EF4-FFF2-40B4-BE49-F238E27FC236}">
                <a16:creationId xmlns:a16="http://schemas.microsoft.com/office/drawing/2014/main" id="{42F99551-DF25-8388-AC49-C926B26FB9E6}"/>
              </a:ext>
            </a:extLst>
          </p:cNvPr>
          <p:cNvSpPr/>
          <p:nvPr/>
        </p:nvSpPr>
        <p:spPr>
          <a:xfrm>
            <a:off x="7372180" y="2683369"/>
            <a:ext cx="3981215" cy="267645"/>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16" name="左中括号 115">
            <a:extLst>
              <a:ext uri="{FF2B5EF4-FFF2-40B4-BE49-F238E27FC236}">
                <a16:creationId xmlns:a16="http://schemas.microsoft.com/office/drawing/2014/main" id="{08019362-97A5-1C19-6E20-B7E3A6B4D457}"/>
              </a:ext>
            </a:extLst>
          </p:cNvPr>
          <p:cNvSpPr/>
          <p:nvPr/>
        </p:nvSpPr>
        <p:spPr>
          <a:xfrm>
            <a:off x="10675272" y="2634783"/>
            <a:ext cx="1049256" cy="816945"/>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左中括号 116">
            <a:extLst>
              <a:ext uri="{FF2B5EF4-FFF2-40B4-BE49-F238E27FC236}">
                <a16:creationId xmlns:a16="http://schemas.microsoft.com/office/drawing/2014/main" id="{DBE7E518-BF42-AD2F-FED5-7834D2A8E661}"/>
              </a:ext>
            </a:extLst>
          </p:cNvPr>
          <p:cNvSpPr/>
          <p:nvPr/>
        </p:nvSpPr>
        <p:spPr>
          <a:xfrm flipH="1">
            <a:off x="7002472" y="2633380"/>
            <a:ext cx="1043614" cy="816946"/>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 name="半闭框 117">
            <a:extLst>
              <a:ext uri="{FF2B5EF4-FFF2-40B4-BE49-F238E27FC236}">
                <a16:creationId xmlns:a16="http://schemas.microsoft.com/office/drawing/2014/main" id="{D1F33264-074C-BCA3-A1F8-9BF49B118E2E}"/>
              </a:ext>
            </a:extLst>
          </p:cNvPr>
          <p:cNvSpPr/>
          <p:nvPr/>
        </p:nvSpPr>
        <p:spPr>
          <a:xfrm>
            <a:off x="10778400" y="4027228"/>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半闭框 118">
            <a:extLst>
              <a:ext uri="{FF2B5EF4-FFF2-40B4-BE49-F238E27FC236}">
                <a16:creationId xmlns:a16="http://schemas.microsoft.com/office/drawing/2014/main" id="{757EA5F3-0BBB-5138-9733-2DA01856D0DD}"/>
              </a:ext>
            </a:extLst>
          </p:cNvPr>
          <p:cNvSpPr/>
          <p:nvPr/>
        </p:nvSpPr>
        <p:spPr>
          <a:xfrm flipV="1">
            <a:off x="10778400" y="2474672"/>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0" name="半闭框 119">
            <a:extLst>
              <a:ext uri="{FF2B5EF4-FFF2-40B4-BE49-F238E27FC236}">
                <a16:creationId xmlns:a16="http://schemas.microsoft.com/office/drawing/2014/main" id="{71EE10C2-75A5-673B-D3F5-8F1024435927}"/>
              </a:ext>
            </a:extLst>
          </p:cNvPr>
          <p:cNvSpPr/>
          <p:nvPr/>
        </p:nvSpPr>
        <p:spPr>
          <a:xfrm flipH="1" flipV="1">
            <a:off x="7002000" y="2474672"/>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半闭框 120">
            <a:extLst>
              <a:ext uri="{FF2B5EF4-FFF2-40B4-BE49-F238E27FC236}">
                <a16:creationId xmlns:a16="http://schemas.microsoft.com/office/drawing/2014/main" id="{2F919AC0-FBF7-EC2E-D8A2-D931D3C5FC22}"/>
              </a:ext>
            </a:extLst>
          </p:cNvPr>
          <p:cNvSpPr/>
          <p:nvPr/>
        </p:nvSpPr>
        <p:spPr>
          <a:xfrm flipH="1">
            <a:off x="7002000" y="4027228"/>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BEFF1973-FC9D-FF1F-F965-D81825CBFE9D}"/>
                  </a:ext>
                </a:extLst>
              </p:cNvPr>
              <p:cNvSpPr txBox="1"/>
              <p:nvPr/>
            </p:nvSpPr>
            <p:spPr>
              <a:xfrm>
                <a:off x="7099300" y="5002516"/>
                <a:ext cx="4470400" cy="58593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2</m:t>
                          </m:r>
                        </m:sub>
                      </m:sSub>
                      <m:r>
                        <a:rPr lang="en-US" altLang="zh-CN" sz="3200" b="0" i="0" smtClean="0">
                          <a:solidFill>
                            <a:schemeClr val="tx1"/>
                          </a:solidFill>
                          <a:latin typeface="Cambria Math" panose="02040503050406030204" pitchFamily="18" charset="0"/>
                        </a:rPr>
                        <m:t>=</m:t>
                      </m:r>
                      <m:acc>
                        <m:accPr>
                          <m:chr m:val="̅"/>
                          <m:ctrlPr>
                            <a:rPr lang="en-US" altLang="zh-CN" sz="3200" b="0" i="1" smtClean="0">
                              <a:solidFill>
                                <a:srgbClr val="FF0000"/>
                              </a:solidFill>
                              <a:latin typeface="Cambria Math" panose="02040503050406030204" pitchFamily="18" charset="0"/>
                            </a:rPr>
                          </m:ctrlPr>
                        </m:accPr>
                        <m:e>
                          <m:r>
                            <m:rPr>
                              <m:sty m:val="p"/>
                            </m:rPr>
                            <a:rPr lang="en-US" altLang="zh-CN" sz="3200" b="0" i="0" smtClean="0">
                              <a:solidFill>
                                <a:srgbClr val="FF0000"/>
                              </a:solidFill>
                              <a:latin typeface="Cambria Math" panose="02040503050406030204" pitchFamily="18" charset="0"/>
                            </a:rPr>
                            <m:t>C</m:t>
                          </m:r>
                        </m:e>
                      </m:acc>
                      <m:r>
                        <a:rPr lang="en-US" altLang="zh-CN" sz="3200" b="0" i="0" smtClean="0">
                          <a:solidFill>
                            <a:schemeClr val="tx1"/>
                          </a:solidFill>
                          <a:latin typeface="Cambria Math" panose="02040503050406030204" pitchFamily="18" charset="0"/>
                        </a:rPr>
                        <m:t>+</m:t>
                      </m:r>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A</m:t>
                          </m:r>
                        </m:e>
                      </m:acc>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B</m:t>
                          </m:r>
                        </m:e>
                      </m:acc>
                      <m:r>
                        <a:rPr lang="en-US" altLang="zh-CN" sz="3200" b="0" i="0" smtClean="0">
                          <a:solidFill>
                            <a:schemeClr val="tx1"/>
                          </a:solidFill>
                          <a:latin typeface="Cambria Math" panose="02040503050406030204" pitchFamily="18" charset="0"/>
                        </a:rPr>
                        <m:t>+</m:t>
                      </m:r>
                      <m:acc>
                        <m:accPr>
                          <m:chr m:val="̅"/>
                          <m:ctrlPr>
                            <a:rPr lang="en-US" altLang="zh-CN" sz="3200" i="1" smtClean="0">
                              <a:solidFill>
                                <a:srgbClr val="0000FF"/>
                              </a:solidFill>
                              <a:latin typeface="Cambria Math" panose="02040503050406030204" pitchFamily="18" charset="0"/>
                            </a:rPr>
                          </m:ctrlPr>
                        </m:accPr>
                        <m:e>
                          <m:r>
                            <m:rPr>
                              <m:sty m:val="p"/>
                            </m:rPr>
                            <a:rPr lang="en-US" altLang="zh-CN" sz="3200" i="0">
                              <a:solidFill>
                                <a:srgbClr val="0000FF"/>
                              </a:solidFill>
                              <a:latin typeface="Cambria Math" panose="02040503050406030204" pitchFamily="18" charset="0"/>
                            </a:rPr>
                            <m:t>A</m:t>
                          </m:r>
                        </m:e>
                      </m:acc>
                      <m:acc>
                        <m:accPr>
                          <m:chr m:val="̅"/>
                          <m:ctrlPr>
                            <a:rPr lang="en-US" altLang="zh-CN" sz="3200" i="1">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D</m:t>
                          </m:r>
                        </m:e>
                      </m:acc>
                      <m:r>
                        <a:rPr lang="en-US" altLang="zh-CN" sz="3200" b="0" i="0" smtClean="0">
                          <a:latin typeface="Cambria Math" panose="02040503050406030204" pitchFamily="18" charset="0"/>
                        </a:rPr>
                        <m:t>+</m:t>
                      </m:r>
                      <m:acc>
                        <m:accPr>
                          <m:chr m:val="̅"/>
                          <m:ctrlPr>
                            <a:rPr lang="en-US" altLang="zh-CN" sz="3200" i="1" smtClean="0">
                              <a:solidFill>
                                <a:srgbClr val="FF00FF"/>
                              </a:solidFill>
                              <a:latin typeface="Cambria Math" panose="02040503050406030204" pitchFamily="18" charset="0"/>
                            </a:rPr>
                          </m:ctrlPr>
                        </m:accPr>
                        <m:e>
                          <m:r>
                            <m:rPr>
                              <m:sty m:val="p"/>
                            </m:rPr>
                            <a:rPr lang="en-US" altLang="zh-CN" sz="3200" b="0" i="0" smtClean="0">
                              <a:solidFill>
                                <a:srgbClr val="FF00FF"/>
                              </a:solidFill>
                              <a:latin typeface="Cambria Math" panose="02040503050406030204" pitchFamily="18" charset="0"/>
                            </a:rPr>
                            <m:t>B</m:t>
                          </m:r>
                        </m:e>
                      </m:acc>
                      <m:acc>
                        <m:accPr>
                          <m:chr m:val="̅"/>
                          <m:ctrlPr>
                            <a:rPr lang="en-US" altLang="zh-CN" sz="3200" i="1">
                              <a:solidFill>
                                <a:srgbClr val="FF00FF"/>
                              </a:solidFill>
                              <a:latin typeface="Cambria Math" panose="02040503050406030204" pitchFamily="18" charset="0"/>
                            </a:rPr>
                          </m:ctrlPr>
                        </m:accPr>
                        <m:e>
                          <m:r>
                            <m:rPr>
                              <m:sty m:val="p"/>
                            </m:rPr>
                            <a:rPr lang="en-US" altLang="zh-CN" sz="3200" i="0">
                              <a:solidFill>
                                <a:srgbClr val="FF00FF"/>
                              </a:solidFill>
                              <a:latin typeface="Cambria Math" panose="02040503050406030204" pitchFamily="18" charset="0"/>
                            </a:rPr>
                            <m:t>D</m:t>
                          </m:r>
                        </m:e>
                      </m:acc>
                    </m:oMath>
                  </m:oMathPara>
                </a14:m>
                <a:endParaRPr lang="zh-CN" altLang="en-US" sz="3200" dirty="0">
                  <a:solidFill>
                    <a:schemeClr val="tx1"/>
                  </a:solidFill>
                </a:endParaRPr>
              </a:p>
            </p:txBody>
          </p:sp>
        </mc:Choice>
        <mc:Fallback xmlns="">
          <p:sp>
            <p:nvSpPr>
              <p:cNvPr id="122" name="文本框 121">
                <a:extLst>
                  <a:ext uri="{FF2B5EF4-FFF2-40B4-BE49-F238E27FC236}">
                    <a16:creationId xmlns:a16="http://schemas.microsoft.com/office/drawing/2014/main" id="{BEFF1973-FC9D-FF1F-F965-D81825CBFE9D}"/>
                  </a:ext>
                </a:extLst>
              </p:cNvPr>
              <p:cNvSpPr txBox="1">
                <a:spLocks noRot="1" noChangeAspect="1" noMove="1" noResize="1" noEditPoints="1" noAdjustHandles="1" noChangeArrowheads="1" noChangeShapeType="1" noTextEdit="1"/>
              </p:cNvSpPr>
              <p:nvPr/>
            </p:nvSpPr>
            <p:spPr>
              <a:xfrm>
                <a:off x="7099300" y="5002516"/>
                <a:ext cx="4470400" cy="585930"/>
              </a:xfrm>
              <a:prstGeom prst="rect">
                <a:avLst/>
              </a:prstGeom>
              <a:blipFill>
                <a:blip r:embed="rId76"/>
                <a:stretch>
                  <a:fillRect/>
                </a:stretch>
              </a:blipFill>
            </p:spPr>
            <p:txBody>
              <a:bodyPr/>
              <a:lstStyle/>
              <a:p>
                <a:r>
                  <a:rPr lang="zh-CN" altLang="en-US">
                    <a:noFill/>
                  </a:rPr>
                  <a:t> </a:t>
                </a:r>
              </a:p>
            </p:txBody>
          </p:sp>
        </mc:Fallback>
      </mc:AlternateContent>
      <p:grpSp>
        <p:nvGrpSpPr>
          <p:cNvPr id="39" name="组合 38">
            <a:extLst>
              <a:ext uri="{FF2B5EF4-FFF2-40B4-BE49-F238E27FC236}">
                <a16:creationId xmlns:a16="http://schemas.microsoft.com/office/drawing/2014/main" id="{05FFCC1B-60B5-2FB9-6031-1AC2C17ABEAD}"/>
              </a:ext>
            </a:extLst>
          </p:cNvPr>
          <p:cNvGrpSpPr/>
          <p:nvPr/>
        </p:nvGrpSpPr>
        <p:grpSpPr>
          <a:xfrm>
            <a:off x="11449269" y="6198682"/>
            <a:ext cx="786273" cy="548639"/>
            <a:chOff x="11454918" y="5839511"/>
            <a:chExt cx="786273" cy="548639"/>
          </a:xfrm>
        </p:grpSpPr>
        <p:grpSp>
          <p:nvGrpSpPr>
            <p:cNvPr id="40" name="组合 39">
              <a:extLst>
                <a:ext uri="{FF2B5EF4-FFF2-40B4-BE49-F238E27FC236}">
                  <a16:creationId xmlns:a16="http://schemas.microsoft.com/office/drawing/2014/main" id="{81E478A3-B4B0-A639-467E-F9FC3CD29BC3}"/>
                </a:ext>
              </a:extLst>
            </p:cNvPr>
            <p:cNvGrpSpPr/>
            <p:nvPr/>
          </p:nvGrpSpPr>
          <p:grpSpPr>
            <a:xfrm>
              <a:off x="11454918" y="5867450"/>
              <a:ext cx="737081" cy="520700"/>
              <a:chOff x="11454918" y="5867450"/>
              <a:chExt cx="737081" cy="520700"/>
            </a:xfrm>
          </p:grpSpPr>
          <p:sp>
            <p:nvSpPr>
              <p:cNvPr id="42" name="箭头: 五边形 41">
                <a:extLst>
                  <a:ext uri="{FF2B5EF4-FFF2-40B4-BE49-F238E27FC236}">
                    <a16:creationId xmlns:a16="http://schemas.microsoft.com/office/drawing/2014/main" id="{7EF57F78-0EC5-8F50-BE0E-6A5A5A156E6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箭头: V 形 42">
                <a:extLst>
                  <a:ext uri="{FF2B5EF4-FFF2-40B4-BE49-F238E27FC236}">
                    <a16:creationId xmlns:a16="http://schemas.microsoft.com/office/drawing/2014/main" id="{C7D8C946-B515-B09C-3373-89E7836C839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1" name="灯片编号占位符 3">
              <a:extLst>
                <a:ext uri="{FF2B5EF4-FFF2-40B4-BE49-F238E27FC236}">
                  <a16:creationId xmlns:a16="http://schemas.microsoft.com/office/drawing/2014/main" id="{E1C57E43-7554-7444-16CC-3734DCA35C7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26</a:t>
              </a:fld>
              <a:endParaRPr lang="zh-CN" altLang="en-US" sz="3200" dirty="0">
                <a:solidFill>
                  <a:schemeClr val="bg1"/>
                </a:solidFill>
                <a:latin typeface="Candara"/>
                <a:ea typeface="微软雅黑"/>
              </a:endParaRPr>
            </a:p>
          </p:txBody>
        </p:sp>
      </p:grpSp>
      <p:sp>
        <p:nvSpPr>
          <p:cNvPr id="44" name="标题 1">
            <a:extLst>
              <a:ext uri="{FF2B5EF4-FFF2-40B4-BE49-F238E27FC236}">
                <a16:creationId xmlns:a16="http://schemas.microsoft.com/office/drawing/2014/main" id="{9E71B920-B555-9A24-5AA3-0D3380FDE5C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Tree>
    <p:extLst>
      <p:ext uri="{BB962C8B-B14F-4D97-AF65-F5344CB8AC3E}">
        <p14:creationId xmlns:p14="http://schemas.microsoft.com/office/powerpoint/2010/main" val="37045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randombar(horizont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randombar(horizontal)">
                                      <p:cBhvr>
                                        <p:cTn id="12" dur="500"/>
                                        <p:tgtEl>
                                          <p:spTgt spid="7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randombar(horizontal)">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randombar(horizontal)">
                                      <p:cBhvr>
                                        <p:cTn id="22" dur="5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14"/>
                                        </p:tgtEl>
                                        <p:attrNameLst>
                                          <p:attrName>style.visibility</p:attrName>
                                        </p:attrNameLst>
                                      </p:cBhvr>
                                      <p:to>
                                        <p:strVal val="visible"/>
                                      </p:to>
                                    </p:set>
                                    <p:animEffect transition="in" filter="randombar(horizontal)">
                                      <p:cBhvr>
                                        <p:cTn id="27" dur="500"/>
                                        <p:tgtEl>
                                          <p:spTgt spid="11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randombar(horizontal)">
                                      <p:cBhvr>
                                        <p:cTn id="32" dur="500"/>
                                        <p:tgtEl>
                                          <p:spTgt spid="115"/>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17"/>
                                        </p:tgtEl>
                                        <p:attrNameLst>
                                          <p:attrName>style.visibility</p:attrName>
                                        </p:attrNameLst>
                                      </p:cBhvr>
                                      <p:to>
                                        <p:strVal val="visible"/>
                                      </p:to>
                                    </p:set>
                                    <p:animEffect transition="in" filter="randombar(horizontal)">
                                      <p:cBhvr>
                                        <p:cTn id="37" dur="500"/>
                                        <p:tgtEl>
                                          <p:spTgt spid="117"/>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16"/>
                                        </p:tgtEl>
                                        <p:attrNameLst>
                                          <p:attrName>style.visibility</p:attrName>
                                        </p:attrNameLst>
                                      </p:cBhvr>
                                      <p:to>
                                        <p:strVal val="visible"/>
                                      </p:to>
                                    </p:set>
                                    <p:animEffect transition="in" filter="randombar(horizontal)">
                                      <p:cBhvr>
                                        <p:cTn id="40" dur="500"/>
                                        <p:tgtEl>
                                          <p:spTgt spid="116"/>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118"/>
                                        </p:tgtEl>
                                        <p:attrNameLst>
                                          <p:attrName>style.visibility</p:attrName>
                                        </p:attrNameLst>
                                      </p:cBhvr>
                                      <p:to>
                                        <p:strVal val="visible"/>
                                      </p:to>
                                    </p:set>
                                    <p:animEffect transition="in" filter="randombar(horizontal)">
                                      <p:cBhvr>
                                        <p:cTn id="45" dur="500"/>
                                        <p:tgtEl>
                                          <p:spTgt spid="118"/>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19"/>
                                        </p:tgtEl>
                                        <p:attrNameLst>
                                          <p:attrName>style.visibility</p:attrName>
                                        </p:attrNameLst>
                                      </p:cBhvr>
                                      <p:to>
                                        <p:strVal val="visible"/>
                                      </p:to>
                                    </p:set>
                                    <p:animEffect transition="in" filter="randombar(horizontal)">
                                      <p:cBhvr>
                                        <p:cTn id="48" dur="500"/>
                                        <p:tgtEl>
                                          <p:spTgt spid="119"/>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randombar(horizontal)">
                                      <p:cBhvr>
                                        <p:cTn id="51" dur="500"/>
                                        <p:tgtEl>
                                          <p:spTgt spid="120"/>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21"/>
                                        </p:tgtEl>
                                        <p:attrNameLst>
                                          <p:attrName>style.visibility</p:attrName>
                                        </p:attrNameLst>
                                      </p:cBhvr>
                                      <p:to>
                                        <p:strVal val="visible"/>
                                      </p:to>
                                    </p:set>
                                    <p:animEffect transition="in" filter="randombar(horizontal)">
                                      <p:cBhvr>
                                        <p:cTn id="54" dur="500"/>
                                        <p:tgtEl>
                                          <p:spTgt spid="121"/>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22"/>
                                        </p:tgtEl>
                                        <p:attrNameLst>
                                          <p:attrName>style.visibility</p:attrName>
                                        </p:attrNameLst>
                                      </p:cBhvr>
                                      <p:to>
                                        <p:strVal val="visible"/>
                                      </p:to>
                                    </p:set>
                                    <p:animEffect transition="in" filter="randombar(horizontal)">
                                      <p:cBhvr>
                                        <p:cTn id="59"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P spid="77" grpId="0" animBg="1"/>
      <p:bldP spid="78" grpId="0"/>
      <p:bldP spid="114" grpId="0" animBg="1"/>
      <p:bldP spid="115" grpId="0" animBg="1"/>
      <p:bldP spid="116" grpId="0" animBg="1"/>
      <p:bldP spid="117" grpId="0" animBg="1"/>
      <p:bldP spid="118" grpId="0" animBg="1"/>
      <p:bldP spid="119" grpId="0" animBg="1"/>
      <p:bldP spid="120" grpId="0" animBg="1"/>
      <p:bldP spid="121" grpId="0" animBg="1"/>
      <p:bldP spid="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F9154-AE16-9ECE-E6AC-C56796955BD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基于卡诺图的化简原则</a:t>
            </a:r>
            <a:endParaRPr lang="en-US" altLang="zh-CN" sz="3000" dirty="0">
              <a:solidFill>
                <a:srgbClr val="FFFF00"/>
              </a:solidFill>
            </a:endParaRPr>
          </a:p>
        </p:txBody>
      </p:sp>
      <p:sp>
        <p:nvSpPr>
          <p:cNvPr id="3" name="文本框 2">
            <a:extLst>
              <a:ext uri="{FF2B5EF4-FFF2-40B4-BE49-F238E27FC236}">
                <a16:creationId xmlns:a16="http://schemas.microsoft.com/office/drawing/2014/main" id="{F509ABBE-2240-9B18-E87D-F1F76778D0B2}"/>
              </a:ext>
            </a:extLst>
          </p:cNvPr>
          <p:cNvSpPr txBox="1"/>
          <p:nvPr/>
        </p:nvSpPr>
        <p:spPr>
          <a:xfrm>
            <a:off x="360000" y="828000"/>
            <a:ext cx="11306447" cy="2186048"/>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基于卡诺图的化简原则：</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化简后的乘积项应包含逻辑式的所有最小项，即</a:t>
            </a:r>
            <a:r>
              <a:rPr lang="zh-CN" altLang="en-US" sz="2800" dirty="0">
                <a:solidFill>
                  <a:srgbClr val="C00000"/>
                </a:solidFill>
                <a:latin typeface="微软雅黑" panose="020B0503020204020204" pitchFamily="34" charset="-122"/>
                <a:ea typeface="微软雅黑" panose="020B0503020204020204" pitchFamily="34" charset="-122"/>
              </a:rPr>
              <a:t>覆盖图中所有的 </a:t>
            </a:r>
            <a:r>
              <a:rPr lang="en-US" altLang="zh-CN" sz="2800" dirty="0">
                <a:solidFill>
                  <a:srgbClr val="C00000"/>
                </a:solidFill>
                <a:latin typeface="微软雅黑" panose="020B0503020204020204" pitchFamily="34" charset="-122"/>
                <a:ea typeface="微软雅黑" panose="020B0503020204020204" pitchFamily="34" charset="-122"/>
              </a:rPr>
              <a:t>1</a:t>
            </a:r>
          </a:p>
          <a:p>
            <a:pPr marL="457200" indent="-457200" algn="just">
              <a:lnSpc>
                <a:spcPct val="110000"/>
              </a:lnSpc>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乘积项的数目达到最少，即</a:t>
            </a:r>
            <a:r>
              <a:rPr lang="zh-CN" altLang="en-US" sz="2800" dirty="0">
                <a:solidFill>
                  <a:srgbClr val="C00000"/>
                </a:solidFill>
                <a:latin typeface="微软雅黑" panose="020B0503020204020204" pitchFamily="34" charset="-122"/>
                <a:ea typeface="微软雅黑" panose="020B0503020204020204" pitchFamily="34" charset="-122"/>
              </a:rPr>
              <a:t>矩形包围圈的数目最少</a:t>
            </a:r>
            <a:endParaRPr lang="en-US" altLang="zh-CN" sz="2800" dirty="0">
              <a:solidFill>
                <a:srgbClr val="C0000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每个乘积项中变量数目最少，即</a:t>
            </a:r>
            <a:r>
              <a:rPr lang="zh-CN" altLang="en-US" sz="2800" dirty="0">
                <a:solidFill>
                  <a:srgbClr val="C00000"/>
                </a:solidFill>
                <a:latin typeface="微软雅黑" panose="020B0503020204020204" pitchFamily="34" charset="-122"/>
                <a:ea typeface="微软雅黑" panose="020B0503020204020204" pitchFamily="34" charset="-122"/>
              </a:rPr>
              <a:t>每个包围圈达到其最大覆盖范围</a:t>
            </a:r>
            <a:endParaRPr lang="en-US" altLang="zh-CN" sz="2800" dirty="0">
              <a:solidFill>
                <a:srgbClr val="C0000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7FD69370-AFF3-F6B4-F142-DAFAEDB2A7DC}"/>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68CF25F9-47AC-DA7A-998C-6591D82CC6F4}"/>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A10CA49E-A9CD-E323-41B4-7E0ADACB43F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D3F51013-3DAE-0C19-E757-FC2E263AD15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D5953423-026B-D642-4088-0434EA09A18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27</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9404FDC5-4067-7A21-F141-F91ABD0730B4}"/>
                  </a:ext>
                </a:extLst>
              </p:cNvPr>
              <p:cNvSpPr txBox="1"/>
              <p:nvPr/>
            </p:nvSpPr>
            <p:spPr>
              <a:xfrm>
                <a:off x="360000" y="3293409"/>
                <a:ext cx="985368"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2</m:t>
                          </m:r>
                        </m:sub>
                      </m:sSub>
                    </m:oMath>
                  </m:oMathPara>
                </a14:m>
                <a:endParaRPr lang="zh-CN" altLang="en-US" sz="3200" dirty="0">
                  <a:solidFill>
                    <a:schemeClr val="tx1"/>
                  </a:solidFill>
                </a:endParaRPr>
              </a:p>
            </p:txBody>
          </p:sp>
        </mc:Choice>
        <mc:Fallback xmlns="">
          <p:sp>
            <p:nvSpPr>
              <p:cNvPr id="48" name="文本框 47">
                <a:extLst>
                  <a:ext uri="{FF2B5EF4-FFF2-40B4-BE49-F238E27FC236}">
                    <a16:creationId xmlns:a16="http://schemas.microsoft.com/office/drawing/2014/main" id="{9404FDC5-4067-7A21-F141-F91ABD0730B4}"/>
                  </a:ext>
                </a:extLst>
              </p:cNvPr>
              <p:cNvSpPr txBox="1">
                <a:spLocks noRot="1" noChangeAspect="1" noMove="1" noResize="1" noEditPoints="1" noAdjustHandles="1" noChangeArrowheads="1" noChangeShapeType="1" noTextEdit="1"/>
              </p:cNvSpPr>
              <p:nvPr/>
            </p:nvSpPr>
            <p:spPr>
              <a:xfrm>
                <a:off x="360000" y="3293409"/>
                <a:ext cx="985368" cy="584775"/>
              </a:xfrm>
              <a:prstGeom prst="rect">
                <a:avLst/>
              </a:prstGeom>
              <a:blipFill>
                <a:blip r:embed="rId2"/>
                <a:stretch>
                  <a:fillRect/>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C102E394-997B-9362-0018-FBE2F407B24F}"/>
              </a:ext>
            </a:extLst>
          </p:cNvPr>
          <p:cNvGrpSpPr/>
          <p:nvPr/>
        </p:nvGrpSpPr>
        <p:grpSpPr>
          <a:xfrm>
            <a:off x="520256" y="3597222"/>
            <a:ext cx="5316108" cy="2541324"/>
            <a:chOff x="5325931" y="1061292"/>
            <a:chExt cx="5316108" cy="2541324"/>
          </a:xfrm>
        </p:grpSpPr>
        <p:cxnSp>
          <p:nvCxnSpPr>
            <p:cNvPr id="10" name="直接连接符 9">
              <a:extLst>
                <a:ext uri="{FF2B5EF4-FFF2-40B4-BE49-F238E27FC236}">
                  <a16:creationId xmlns:a16="http://schemas.microsoft.com/office/drawing/2014/main" id="{1550A4BA-1FD6-5C7B-FDCF-F58043720AAA}"/>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2D31E77-056D-39E4-75F8-7821F4E8B198}"/>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43A4FD9-17A2-A984-F600-E6F446230789}"/>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B3A996F-9669-5A06-2CCB-B3A742ED1C66}"/>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DC011F8-DB5E-20DE-B6EA-9BAD45455C07}"/>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86DD0D9-2801-17BB-2204-794442589051}"/>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11D2365-0AC2-9740-705B-855C07E59041}"/>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66E88D4-DDDD-3254-43B7-D268DD15C4C3}"/>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B3737D1E-43E3-7D2A-7EF8-E64649473735}"/>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6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4B450A8-4159-C683-0B8D-D610565805C9}"/>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5D58CAE6-7B57-7C2C-6E0B-841AAF6EC027}"/>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6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0A430D3-E94B-37D5-30FE-2FEECB213FC2}"/>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89" name="文本框 88">
                  <a:extLst>
                    <a:ext uri="{FF2B5EF4-FFF2-40B4-BE49-F238E27FC236}">
                      <a16:creationId xmlns:a16="http://schemas.microsoft.com/office/drawing/2014/main" id="{9F0BD448-CF42-19AD-AA51-44B10721582C}"/>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6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B9907BA7-4BCA-9898-6632-29CA6C962EE0}"/>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EFDE4EEB-2C08-D56A-B5DE-74BA7AE241F9}"/>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6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6F6521B-743F-19A5-3FAB-A06DF7506E43}"/>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1" name="文本框 90">
                  <a:extLst>
                    <a:ext uri="{FF2B5EF4-FFF2-40B4-BE49-F238E27FC236}">
                      <a16:creationId xmlns:a16="http://schemas.microsoft.com/office/drawing/2014/main" id="{D96A0113-BF2B-C3C2-088C-B9A4F98BA900}"/>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6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CAFF681-1BD9-94A0-25D8-0CECFBA94704}"/>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2" name="文本框 91">
                  <a:extLst>
                    <a:ext uri="{FF2B5EF4-FFF2-40B4-BE49-F238E27FC236}">
                      <a16:creationId xmlns:a16="http://schemas.microsoft.com/office/drawing/2014/main" id="{BD54E031-5B3E-EC84-4798-B2C1F71F56E4}"/>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69"/>
                  <a:stretch>
                    <a:fillRect/>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ABFDDEE7-9046-7C4E-DFBB-EB6F8668CA15}"/>
                </a:ext>
              </a:extLst>
            </p:cNvPr>
            <p:cNvSpPr txBox="1"/>
            <p:nvPr/>
          </p:nvSpPr>
          <p:spPr>
            <a:xfrm>
              <a:off x="8417627" y="2205522"/>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68BA9E4-D897-5CE3-A1DE-5879CFA7CCA3}"/>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4" name="文本框 93">
                  <a:extLst>
                    <a:ext uri="{FF2B5EF4-FFF2-40B4-BE49-F238E27FC236}">
                      <a16:creationId xmlns:a16="http://schemas.microsoft.com/office/drawing/2014/main" id="{1FDE6CF1-6CF9-026D-D339-104322F9213C}"/>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7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FD59E23E-1A45-AFF1-6156-038F061B1089}"/>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5" name="文本框 94">
                  <a:extLst>
                    <a:ext uri="{FF2B5EF4-FFF2-40B4-BE49-F238E27FC236}">
                      <a16:creationId xmlns:a16="http://schemas.microsoft.com/office/drawing/2014/main" id="{0E43BAA0-3DF8-3A2C-2783-18F7833E1454}"/>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7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A7FD4CC3-EE13-9B69-7395-55DFA4F876C0}"/>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6" name="文本框 95">
                  <a:extLst>
                    <a:ext uri="{FF2B5EF4-FFF2-40B4-BE49-F238E27FC236}">
                      <a16:creationId xmlns:a16="http://schemas.microsoft.com/office/drawing/2014/main" id="{23B0213D-C842-F09A-15D2-59D7C7D1A4AD}"/>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72"/>
                  <a:stretch>
                    <a:fillRect/>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E27C55C1-4EF5-E81D-AC5A-AAAF661B546E}"/>
                </a:ext>
              </a:extLst>
            </p:cNvPr>
            <p:cNvSpPr txBox="1"/>
            <p:nvPr/>
          </p:nvSpPr>
          <p:spPr>
            <a:xfrm>
              <a:off x="8417627" y="2673320"/>
              <a:ext cx="1110179" cy="461665"/>
            </a:xfrm>
            <a:prstGeom prst="rect">
              <a:avLst/>
            </a:prstGeom>
            <a:noFill/>
          </p:spPr>
          <p:txBody>
            <a:bodyPr wrap="square">
              <a:spAutoFit/>
            </a:bodyPr>
            <a:lstStyle/>
            <a:p>
              <a:endParaRPr lang="zh-CN" altLang="en-US" sz="2400" dirty="0">
                <a:solidFill>
                  <a:schemeClr val="tx1"/>
                </a:solidFill>
              </a:endParaRPr>
            </a:p>
          </p:txBody>
        </p:sp>
        <p:sp>
          <p:nvSpPr>
            <p:cNvPr id="28" name="文本框 27">
              <a:extLst>
                <a:ext uri="{FF2B5EF4-FFF2-40B4-BE49-F238E27FC236}">
                  <a16:creationId xmlns:a16="http://schemas.microsoft.com/office/drawing/2014/main" id="{CAC7456E-A680-5D97-FBB7-F1E1C46A08FD}"/>
                </a:ext>
              </a:extLst>
            </p:cNvPr>
            <p:cNvSpPr txBox="1"/>
            <p:nvPr/>
          </p:nvSpPr>
          <p:spPr>
            <a:xfrm>
              <a:off x="9531860" y="2673792"/>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36FEFDFD-4348-CA34-04C4-D11DB66032E5}"/>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99" name="文本框 98">
                  <a:extLst>
                    <a:ext uri="{FF2B5EF4-FFF2-40B4-BE49-F238E27FC236}">
                      <a16:creationId xmlns:a16="http://schemas.microsoft.com/office/drawing/2014/main" id="{177F9A51-D656-AF81-71D5-F81B423F4353}"/>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7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7519E36A-E905-068F-ED95-4699BEABD8D4}"/>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0" name="文本框 99">
                  <a:extLst>
                    <a:ext uri="{FF2B5EF4-FFF2-40B4-BE49-F238E27FC236}">
                      <a16:creationId xmlns:a16="http://schemas.microsoft.com/office/drawing/2014/main" id="{BCC389B1-B03F-7EA7-3C2F-A984EC278385}"/>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74"/>
                  <a:stretch>
                    <a:fillRect/>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EC278E6C-AA1B-B666-5EE1-E85032BC7FC8}"/>
                </a:ext>
              </a:extLst>
            </p:cNvPr>
            <p:cNvSpPr txBox="1"/>
            <p:nvPr/>
          </p:nvSpPr>
          <p:spPr>
            <a:xfrm>
              <a:off x="8417627" y="3139710"/>
              <a:ext cx="1110179" cy="462434"/>
            </a:xfrm>
            <a:prstGeom prst="rect">
              <a:avLst/>
            </a:prstGeom>
            <a:noFill/>
          </p:spPr>
          <p:txBody>
            <a:bodyPr wrap="square">
              <a:spAutoFit/>
            </a:bodyPr>
            <a:lstStyle/>
            <a:p>
              <a:endParaRPr lang="zh-CN" altLang="en-US" sz="2400" dirty="0">
                <a:solidFill>
                  <a:schemeClr val="tx1"/>
                </a:solidFill>
              </a:endParaRP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0A3798E-1A7E-67A9-2ABF-776C35036D5B}"/>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02" name="文本框 101">
                  <a:extLst>
                    <a:ext uri="{FF2B5EF4-FFF2-40B4-BE49-F238E27FC236}">
                      <a16:creationId xmlns:a16="http://schemas.microsoft.com/office/drawing/2014/main" id="{D1DBC795-DD9C-26FA-95D5-27EEB696CBFD}"/>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75"/>
                  <a:stretch>
                    <a:fillRect/>
                  </a:stretch>
                </a:blipFill>
              </p:spPr>
              <p:txBody>
                <a:bodyPr/>
                <a:lstStyle/>
                <a:p>
                  <a:r>
                    <a:rPr lang="zh-CN" altLang="en-US">
                      <a:noFill/>
                    </a:rPr>
                    <a:t> </a:t>
                  </a:r>
                </a:p>
              </p:txBody>
            </p:sp>
          </mc:Fallback>
        </mc:AlternateContent>
        <p:cxnSp>
          <p:nvCxnSpPr>
            <p:cNvPr id="33" name="直接连接符 32">
              <a:extLst>
                <a:ext uri="{FF2B5EF4-FFF2-40B4-BE49-F238E27FC236}">
                  <a16:creationId xmlns:a16="http://schemas.microsoft.com/office/drawing/2014/main" id="{DDC5A5D1-4F53-6C87-14C4-6ECFC18EE3D2}"/>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BC79FA20-4E1B-86C9-93AC-6A44DC9852E8}"/>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F384004-5F83-D002-2EFB-311ED3D07F10}"/>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DFFF3E5-4C8A-0AE3-94C6-80E2157A79A5}"/>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2D22506-3F5C-AFF1-D1D8-64BBB3947F7F}"/>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B124B9F-371A-E55B-1BDF-A7AE58029F71}"/>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124821F9-074D-0EAB-9D12-99160C510D61}"/>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8525793D-EF22-96F2-6C23-73A5C8F4771F}"/>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CB1C138-C58F-4E4D-B3CA-95B28E38F56D}"/>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78D7A8AE-0373-CD6D-E44F-15099FB7A4C5}"/>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B9DD764-47F7-8D3D-BD49-955D6DF9F7F0}"/>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sp>
        <p:nvSpPr>
          <p:cNvPr id="44" name="矩形: 圆角 43">
            <a:extLst>
              <a:ext uri="{FF2B5EF4-FFF2-40B4-BE49-F238E27FC236}">
                <a16:creationId xmlns:a16="http://schemas.microsoft.com/office/drawing/2014/main" id="{584CE307-9C85-8556-6C76-B634A3B472B4}"/>
              </a:ext>
            </a:extLst>
          </p:cNvPr>
          <p:cNvSpPr/>
          <p:nvPr/>
        </p:nvSpPr>
        <p:spPr>
          <a:xfrm>
            <a:off x="1700759" y="4349639"/>
            <a:ext cx="1587881" cy="1711600"/>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5" name="矩形: 圆角 44">
            <a:extLst>
              <a:ext uri="{FF2B5EF4-FFF2-40B4-BE49-F238E27FC236}">
                <a16:creationId xmlns:a16="http://schemas.microsoft.com/office/drawing/2014/main" id="{61B17A16-4A8A-912A-D42D-7C2A4208B1E3}"/>
              </a:ext>
            </a:extLst>
          </p:cNvPr>
          <p:cNvSpPr/>
          <p:nvPr/>
        </p:nvSpPr>
        <p:spPr>
          <a:xfrm>
            <a:off x="1618772" y="4376191"/>
            <a:ext cx="3981215" cy="267645"/>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6" name="左中括号 45">
            <a:extLst>
              <a:ext uri="{FF2B5EF4-FFF2-40B4-BE49-F238E27FC236}">
                <a16:creationId xmlns:a16="http://schemas.microsoft.com/office/drawing/2014/main" id="{4474811B-96CB-98D7-7E8F-7DE4B3521E14}"/>
              </a:ext>
            </a:extLst>
          </p:cNvPr>
          <p:cNvSpPr/>
          <p:nvPr/>
        </p:nvSpPr>
        <p:spPr>
          <a:xfrm>
            <a:off x="4921864" y="4327200"/>
            <a:ext cx="1049256" cy="816945"/>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左中括号 46">
            <a:extLst>
              <a:ext uri="{FF2B5EF4-FFF2-40B4-BE49-F238E27FC236}">
                <a16:creationId xmlns:a16="http://schemas.microsoft.com/office/drawing/2014/main" id="{1FBF924B-BE97-BCCA-4EF2-F05EA85776DF}"/>
              </a:ext>
            </a:extLst>
          </p:cNvPr>
          <p:cNvSpPr/>
          <p:nvPr/>
        </p:nvSpPr>
        <p:spPr>
          <a:xfrm flipH="1">
            <a:off x="1249064" y="4327200"/>
            <a:ext cx="1043614" cy="816946"/>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半闭框 50">
            <a:extLst>
              <a:ext uri="{FF2B5EF4-FFF2-40B4-BE49-F238E27FC236}">
                <a16:creationId xmlns:a16="http://schemas.microsoft.com/office/drawing/2014/main" id="{6A177198-DF01-26B6-183F-68EFD5F62E55}"/>
              </a:ext>
            </a:extLst>
          </p:cNvPr>
          <p:cNvSpPr/>
          <p:nvPr/>
        </p:nvSpPr>
        <p:spPr>
          <a:xfrm>
            <a:off x="5025600" y="5720050"/>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4" name="半闭框 93">
            <a:extLst>
              <a:ext uri="{FF2B5EF4-FFF2-40B4-BE49-F238E27FC236}">
                <a16:creationId xmlns:a16="http://schemas.microsoft.com/office/drawing/2014/main" id="{07A5A4AC-C773-C401-F5F7-2CBE49AD0651}"/>
              </a:ext>
            </a:extLst>
          </p:cNvPr>
          <p:cNvSpPr/>
          <p:nvPr/>
        </p:nvSpPr>
        <p:spPr>
          <a:xfrm flipV="1">
            <a:off x="5025600" y="4167494"/>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5" name="半闭框 94">
            <a:extLst>
              <a:ext uri="{FF2B5EF4-FFF2-40B4-BE49-F238E27FC236}">
                <a16:creationId xmlns:a16="http://schemas.microsoft.com/office/drawing/2014/main" id="{507A3DA7-904C-2D77-5BE5-1F9A10FAD5AA}"/>
              </a:ext>
            </a:extLst>
          </p:cNvPr>
          <p:cNvSpPr/>
          <p:nvPr/>
        </p:nvSpPr>
        <p:spPr>
          <a:xfrm flipH="1" flipV="1">
            <a:off x="1249200" y="4167494"/>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6" name="半闭框 95">
            <a:extLst>
              <a:ext uri="{FF2B5EF4-FFF2-40B4-BE49-F238E27FC236}">
                <a16:creationId xmlns:a16="http://schemas.microsoft.com/office/drawing/2014/main" id="{F63041A5-8CA2-23CF-3D86-8D5C858BEFBD}"/>
              </a:ext>
            </a:extLst>
          </p:cNvPr>
          <p:cNvSpPr/>
          <p:nvPr/>
        </p:nvSpPr>
        <p:spPr>
          <a:xfrm flipH="1">
            <a:off x="1249200" y="5720050"/>
            <a:ext cx="931013" cy="516340"/>
          </a:xfrm>
          <a:prstGeom prst="halfFrame">
            <a:avLst>
              <a:gd name="adj1" fmla="val 0"/>
              <a:gd name="adj2" fmla="val 0"/>
            </a:avLst>
          </a:prstGeom>
          <a:noFill/>
          <a:ln w="25400">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805934A5-11F5-AFD1-63CC-17A31EDC236D}"/>
                  </a:ext>
                </a:extLst>
              </p:cNvPr>
              <p:cNvSpPr txBox="1"/>
              <p:nvPr/>
            </p:nvSpPr>
            <p:spPr>
              <a:xfrm>
                <a:off x="7099300" y="5002516"/>
                <a:ext cx="4470400" cy="58593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3200" b="0" i="1" smtClean="0">
                              <a:solidFill>
                                <a:schemeClr val="tx1"/>
                              </a:solidFill>
                              <a:latin typeface="Cambria Math" panose="02040503050406030204" pitchFamily="18" charset="0"/>
                            </a:rPr>
                          </m:ctrlPr>
                        </m:sSubPr>
                        <m:e>
                          <m:r>
                            <m:rPr>
                              <m:sty m:val="p"/>
                            </m:rPr>
                            <a:rPr lang="en-US" altLang="zh-CN" sz="3200" b="0" i="0" smtClean="0">
                              <a:solidFill>
                                <a:schemeClr val="tx1"/>
                              </a:solidFill>
                              <a:latin typeface="Cambria Math" panose="02040503050406030204" pitchFamily="18" charset="0"/>
                            </a:rPr>
                            <m:t>Y</m:t>
                          </m:r>
                        </m:e>
                        <m:sub>
                          <m:r>
                            <a:rPr lang="en-US" altLang="zh-CN" sz="3200" b="0" i="0" smtClean="0">
                              <a:solidFill>
                                <a:schemeClr val="tx1"/>
                              </a:solidFill>
                              <a:latin typeface="Cambria Math" panose="02040503050406030204" pitchFamily="18" charset="0"/>
                            </a:rPr>
                            <m:t>2</m:t>
                          </m:r>
                        </m:sub>
                      </m:sSub>
                      <m:r>
                        <a:rPr lang="en-US" altLang="zh-CN" sz="3200" b="0" i="0" smtClean="0">
                          <a:solidFill>
                            <a:schemeClr val="tx1"/>
                          </a:solidFill>
                          <a:latin typeface="Cambria Math" panose="02040503050406030204" pitchFamily="18" charset="0"/>
                        </a:rPr>
                        <m:t>=</m:t>
                      </m:r>
                      <m:acc>
                        <m:accPr>
                          <m:chr m:val="̅"/>
                          <m:ctrlPr>
                            <a:rPr lang="en-US" altLang="zh-CN" sz="3200" b="0" i="1" smtClean="0">
                              <a:solidFill>
                                <a:srgbClr val="FF0000"/>
                              </a:solidFill>
                              <a:latin typeface="Cambria Math" panose="02040503050406030204" pitchFamily="18" charset="0"/>
                            </a:rPr>
                          </m:ctrlPr>
                        </m:accPr>
                        <m:e>
                          <m:r>
                            <m:rPr>
                              <m:sty m:val="p"/>
                            </m:rPr>
                            <a:rPr lang="en-US" altLang="zh-CN" sz="3200" b="0" i="0" smtClean="0">
                              <a:solidFill>
                                <a:srgbClr val="FF0000"/>
                              </a:solidFill>
                              <a:latin typeface="Cambria Math" panose="02040503050406030204" pitchFamily="18" charset="0"/>
                            </a:rPr>
                            <m:t>C</m:t>
                          </m:r>
                        </m:e>
                      </m:acc>
                      <m:r>
                        <a:rPr lang="en-US" altLang="zh-CN" sz="3200" b="0" i="0" smtClean="0">
                          <a:solidFill>
                            <a:schemeClr val="tx1"/>
                          </a:solidFill>
                          <a:latin typeface="Cambria Math" panose="02040503050406030204" pitchFamily="18" charset="0"/>
                        </a:rPr>
                        <m:t>+</m:t>
                      </m:r>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A</m:t>
                          </m:r>
                        </m:e>
                      </m:acc>
                      <m:acc>
                        <m:accPr>
                          <m:chr m:val="̅"/>
                          <m:ctrlPr>
                            <a:rPr lang="en-US" altLang="zh-CN" sz="3200" b="0" i="1" smtClean="0">
                              <a:solidFill>
                                <a:srgbClr val="00B050"/>
                              </a:solidFill>
                              <a:latin typeface="Cambria Math" panose="02040503050406030204" pitchFamily="18" charset="0"/>
                            </a:rPr>
                          </m:ctrlPr>
                        </m:accPr>
                        <m:e>
                          <m:r>
                            <m:rPr>
                              <m:sty m:val="p"/>
                            </m:rPr>
                            <a:rPr lang="en-US" altLang="zh-CN" sz="3200" b="0" i="0" smtClean="0">
                              <a:solidFill>
                                <a:srgbClr val="00B050"/>
                              </a:solidFill>
                              <a:latin typeface="Cambria Math" panose="02040503050406030204" pitchFamily="18" charset="0"/>
                            </a:rPr>
                            <m:t>B</m:t>
                          </m:r>
                        </m:e>
                      </m:acc>
                      <m:r>
                        <a:rPr lang="en-US" altLang="zh-CN" sz="3200" b="0" i="0" smtClean="0">
                          <a:solidFill>
                            <a:schemeClr val="tx1"/>
                          </a:solidFill>
                          <a:latin typeface="Cambria Math" panose="02040503050406030204" pitchFamily="18" charset="0"/>
                        </a:rPr>
                        <m:t>+</m:t>
                      </m:r>
                      <m:acc>
                        <m:accPr>
                          <m:chr m:val="̅"/>
                          <m:ctrlPr>
                            <a:rPr lang="en-US" altLang="zh-CN" sz="3200" i="1" smtClean="0">
                              <a:solidFill>
                                <a:srgbClr val="0000FF"/>
                              </a:solidFill>
                              <a:latin typeface="Cambria Math" panose="02040503050406030204" pitchFamily="18" charset="0"/>
                            </a:rPr>
                          </m:ctrlPr>
                        </m:accPr>
                        <m:e>
                          <m:r>
                            <m:rPr>
                              <m:sty m:val="p"/>
                            </m:rPr>
                            <a:rPr lang="en-US" altLang="zh-CN" sz="3200" i="0">
                              <a:solidFill>
                                <a:srgbClr val="0000FF"/>
                              </a:solidFill>
                              <a:latin typeface="Cambria Math" panose="02040503050406030204" pitchFamily="18" charset="0"/>
                            </a:rPr>
                            <m:t>A</m:t>
                          </m:r>
                        </m:e>
                      </m:acc>
                      <m:acc>
                        <m:accPr>
                          <m:chr m:val="̅"/>
                          <m:ctrlPr>
                            <a:rPr lang="en-US" altLang="zh-CN" sz="3200" i="1">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D</m:t>
                          </m:r>
                        </m:e>
                      </m:acc>
                      <m:r>
                        <a:rPr lang="en-US" altLang="zh-CN" sz="3200" b="0" i="0" smtClean="0">
                          <a:latin typeface="Cambria Math" panose="02040503050406030204" pitchFamily="18" charset="0"/>
                        </a:rPr>
                        <m:t>+</m:t>
                      </m:r>
                      <m:acc>
                        <m:accPr>
                          <m:chr m:val="̅"/>
                          <m:ctrlPr>
                            <a:rPr lang="en-US" altLang="zh-CN" sz="3200" i="1" smtClean="0">
                              <a:solidFill>
                                <a:srgbClr val="FF00FF"/>
                              </a:solidFill>
                              <a:latin typeface="Cambria Math" panose="02040503050406030204" pitchFamily="18" charset="0"/>
                            </a:rPr>
                          </m:ctrlPr>
                        </m:accPr>
                        <m:e>
                          <m:r>
                            <m:rPr>
                              <m:sty m:val="p"/>
                            </m:rPr>
                            <a:rPr lang="en-US" altLang="zh-CN" sz="3200" b="0" i="0" smtClean="0">
                              <a:solidFill>
                                <a:srgbClr val="FF00FF"/>
                              </a:solidFill>
                              <a:latin typeface="Cambria Math" panose="02040503050406030204" pitchFamily="18" charset="0"/>
                            </a:rPr>
                            <m:t>B</m:t>
                          </m:r>
                        </m:e>
                      </m:acc>
                      <m:acc>
                        <m:accPr>
                          <m:chr m:val="̅"/>
                          <m:ctrlPr>
                            <a:rPr lang="en-US" altLang="zh-CN" sz="3200" i="1">
                              <a:solidFill>
                                <a:srgbClr val="FF00FF"/>
                              </a:solidFill>
                              <a:latin typeface="Cambria Math" panose="02040503050406030204" pitchFamily="18" charset="0"/>
                            </a:rPr>
                          </m:ctrlPr>
                        </m:accPr>
                        <m:e>
                          <m:r>
                            <m:rPr>
                              <m:sty m:val="p"/>
                            </m:rPr>
                            <a:rPr lang="en-US" altLang="zh-CN" sz="3200" i="0">
                              <a:solidFill>
                                <a:srgbClr val="FF00FF"/>
                              </a:solidFill>
                              <a:latin typeface="Cambria Math" panose="02040503050406030204" pitchFamily="18" charset="0"/>
                            </a:rPr>
                            <m:t>D</m:t>
                          </m:r>
                        </m:e>
                      </m:acc>
                    </m:oMath>
                  </m:oMathPara>
                </a14:m>
                <a:endParaRPr lang="zh-CN" altLang="en-US" sz="3200" dirty="0">
                  <a:solidFill>
                    <a:schemeClr val="tx1"/>
                  </a:solidFill>
                </a:endParaRPr>
              </a:p>
            </p:txBody>
          </p:sp>
        </mc:Choice>
        <mc:Fallback xmlns="">
          <p:sp>
            <p:nvSpPr>
              <p:cNvPr id="97" name="文本框 96">
                <a:extLst>
                  <a:ext uri="{FF2B5EF4-FFF2-40B4-BE49-F238E27FC236}">
                    <a16:creationId xmlns:a16="http://schemas.microsoft.com/office/drawing/2014/main" id="{805934A5-11F5-AFD1-63CC-17A31EDC236D}"/>
                  </a:ext>
                </a:extLst>
              </p:cNvPr>
              <p:cNvSpPr txBox="1">
                <a:spLocks noRot="1" noChangeAspect="1" noMove="1" noResize="1" noEditPoints="1" noAdjustHandles="1" noChangeArrowheads="1" noChangeShapeType="1" noTextEdit="1"/>
              </p:cNvSpPr>
              <p:nvPr/>
            </p:nvSpPr>
            <p:spPr>
              <a:xfrm>
                <a:off x="7099300" y="5002516"/>
                <a:ext cx="4470400" cy="585930"/>
              </a:xfrm>
              <a:prstGeom prst="rect">
                <a:avLst/>
              </a:prstGeom>
              <a:blipFill>
                <a:blip r:embed="rId7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6037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E1132-874F-BBCB-3776-49B5554E9DC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
        <p:nvSpPr>
          <p:cNvPr id="3" name="文本框 2">
            <a:extLst>
              <a:ext uri="{FF2B5EF4-FFF2-40B4-BE49-F238E27FC236}">
                <a16:creationId xmlns:a16="http://schemas.microsoft.com/office/drawing/2014/main" id="{AFDE2012-5127-C364-4310-887C0AC9AA83}"/>
              </a:ext>
            </a:extLst>
          </p:cNvPr>
          <p:cNvSpPr txBox="1"/>
          <p:nvPr/>
        </p:nvSpPr>
        <p:spPr>
          <a:xfrm>
            <a:off x="360000" y="828000"/>
            <a:ext cx="11463148" cy="533288"/>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用卡诺图化简法，求下式的最简 </a:t>
            </a:r>
            <a:r>
              <a:rPr lang="zh-CN" altLang="en-US" sz="2800" b="1" dirty="0">
                <a:solidFill>
                  <a:srgbClr val="002060"/>
                </a:solidFill>
                <a:latin typeface="微软雅黑" panose="020B0503020204020204" pitchFamily="34" charset="-122"/>
                <a:ea typeface="微软雅黑" panose="020B0503020204020204" pitchFamily="34" charset="-122"/>
              </a:rPr>
              <a:t>或</a:t>
            </a:r>
            <a:r>
              <a:rPr lang="zh-CN" altLang="en-US" sz="2800" dirty="0">
                <a:solidFill>
                  <a:srgbClr val="002060"/>
                </a:solidFill>
                <a:latin typeface="微软雅黑" panose="020B0503020204020204" pitchFamily="34" charset="-122"/>
                <a:ea typeface="微软雅黑" panose="020B0503020204020204" pitchFamily="34" charset="-122"/>
              </a:rPr>
              <a:t> </a:t>
            </a:r>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b="1" dirty="0">
                <a:solidFill>
                  <a:srgbClr val="002060"/>
                </a:solidFill>
                <a:latin typeface="微软雅黑" panose="020B0503020204020204" pitchFamily="34" charset="-122"/>
                <a:ea typeface="微软雅黑" panose="020B0503020204020204" pitchFamily="34" charset="-122"/>
              </a:rPr>
              <a:t>与</a:t>
            </a:r>
            <a:r>
              <a:rPr lang="zh-CN" altLang="en-US" sz="2800" dirty="0">
                <a:solidFill>
                  <a:srgbClr val="002060"/>
                </a:solidFill>
                <a:latin typeface="微软雅黑" panose="020B0503020204020204" pitchFamily="34" charset="-122"/>
                <a:ea typeface="微软雅黑" panose="020B0503020204020204" pitchFamily="34" charset="-122"/>
              </a:rPr>
              <a:t> 表示式</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8AA9CD1-582B-1724-F55D-810FF92099ED}"/>
                  </a:ext>
                </a:extLst>
              </p:cNvPr>
              <p:cNvSpPr txBox="1"/>
              <p:nvPr/>
            </p:nvSpPr>
            <p:spPr>
              <a:xfrm>
                <a:off x="360000" y="1440000"/>
                <a:ext cx="6502439" cy="5959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3200" b="0" i="0" smtClean="0">
                          <a:solidFill>
                            <a:srgbClr val="002060"/>
                          </a:solidFill>
                          <a:latin typeface="Cambria Math" panose="02040503050406030204" pitchFamily="18" charset="0"/>
                        </a:rPr>
                        <m:t>Y</m:t>
                      </m:r>
                      <m:d>
                        <m:dPr>
                          <m:ctrlPr>
                            <a:rPr lang="en-US" altLang="zh-CN" sz="3200" b="0" i="1" smtClean="0">
                              <a:solidFill>
                                <a:srgbClr val="002060"/>
                              </a:solidFill>
                              <a:latin typeface="Cambria Math" panose="02040503050406030204" pitchFamily="18" charset="0"/>
                            </a:rPr>
                          </m:ctrlPr>
                        </m:dPr>
                        <m:e>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C</m:t>
                          </m:r>
                        </m:e>
                      </m:d>
                      <m:r>
                        <a:rPr lang="en-US" altLang="zh-CN" sz="3200" b="0" i="0" smtClean="0">
                          <a:solidFill>
                            <a:srgbClr val="002060"/>
                          </a:solidFill>
                          <a:latin typeface="Cambria Math" panose="02040503050406030204" pitchFamily="18" charset="0"/>
                        </a:rPr>
                        <m:t>=(</m:t>
                      </m:r>
                      <m:acc>
                        <m:accPr>
                          <m:chr m:val="̅"/>
                          <m:ctrlPr>
                            <a:rPr lang="en-US" altLang="zh-CN" sz="3200" i="1" smtClean="0">
                              <a:solidFill>
                                <a:srgbClr val="002060"/>
                              </a:solidFill>
                              <a:latin typeface="Cambria Math" panose="02040503050406030204" pitchFamily="18" charset="0"/>
                            </a:rPr>
                          </m:ctrlPr>
                        </m:accPr>
                        <m:e>
                          <m:r>
                            <m:rPr>
                              <m:sty m:val="p"/>
                            </m:rPr>
                            <a:rPr lang="en-US" altLang="zh-CN" sz="3200" i="0">
                              <a:solidFill>
                                <a:srgbClr val="002060"/>
                              </a:solidFill>
                              <a:latin typeface="Cambria Math" panose="02040503050406030204" pitchFamily="18" charset="0"/>
                            </a:rPr>
                            <m:t>A</m:t>
                          </m:r>
                        </m:e>
                      </m:acc>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D</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D</m:t>
                          </m:r>
                        </m:e>
                      </m:acc>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oMath>
                  </m:oMathPara>
                </a14:m>
                <a:endParaRPr lang="zh-CN" altLang="en-US" sz="3200" dirty="0">
                  <a:solidFill>
                    <a:srgbClr val="002060"/>
                  </a:solidFill>
                </a:endParaRPr>
              </a:p>
            </p:txBody>
          </p:sp>
        </mc:Choice>
        <mc:Fallback xmlns="">
          <p:sp>
            <p:nvSpPr>
              <p:cNvPr id="4" name="文本框 3">
                <a:extLst>
                  <a:ext uri="{FF2B5EF4-FFF2-40B4-BE49-F238E27FC236}">
                    <a16:creationId xmlns:a16="http://schemas.microsoft.com/office/drawing/2014/main" id="{B8AA9CD1-582B-1724-F55D-810FF92099ED}"/>
                  </a:ext>
                </a:extLst>
              </p:cNvPr>
              <p:cNvSpPr txBox="1">
                <a:spLocks noRot="1" noChangeAspect="1" noMove="1" noResize="1" noEditPoints="1" noAdjustHandles="1" noChangeArrowheads="1" noChangeShapeType="1" noTextEdit="1"/>
              </p:cNvSpPr>
              <p:nvPr/>
            </p:nvSpPr>
            <p:spPr>
              <a:xfrm>
                <a:off x="360000" y="1440000"/>
                <a:ext cx="6502439" cy="5959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0AEE73E-AD12-4297-59EE-8DCCA1D5E99A}"/>
                  </a:ext>
                </a:extLst>
              </p:cNvPr>
              <p:cNvSpPr txBox="1"/>
              <p:nvPr/>
            </p:nvSpPr>
            <p:spPr>
              <a:xfrm>
                <a:off x="360001" y="2035932"/>
                <a:ext cx="11103453" cy="651460"/>
              </a:xfrm>
              <a:prstGeom prst="rect">
                <a:avLst/>
              </a:prstGeom>
              <a:noFill/>
            </p:spPr>
            <p:txBody>
              <a:bodyPr wrap="square">
                <a:spAutoFit/>
              </a:bodyPr>
              <a:lstStyle/>
              <a:p>
                <a14:m>
                  <m:oMath xmlns:m="http://schemas.openxmlformats.org/officeDocument/2006/math">
                    <m:acc>
                      <m:accPr>
                        <m:chr m:val="̅"/>
                        <m:ctrlPr>
                          <a:rPr lang="en-US" altLang="zh-CN" sz="3200" i="1" smtClean="0">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Y</m:t>
                        </m:r>
                      </m:e>
                    </m:acc>
                    <m:d>
                      <m:dPr>
                        <m:ctrlPr>
                          <a:rPr lang="en-US" altLang="zh-CN" sz="3200" b="0" i="1" smtClean="0">
                            <a:solidFill>
                              <a:srgbClr val="002060"/>
                            </a:solidFill>
                            <a:latin typeface="Cambria Math" panose="02040503050406030204" pitchFamily="18" charset="0"/>
                          </a:rPr>
                        </m:ctrlPr>
                      </m:dPr>
                      <m:e>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C</m:t>
                        </m:r>
                      </m:e>
                    </m:d>
                    <m:r>
                      <a:rPr lang="en-US" altLang="zh-CN" sz="3200" b="0" i="0" smtClean="0">
                        <a:solidFill>
                          <a:srgbClr val="002060"/>
                        </a:solidFill>
                        <a:latin typeface="Cambria Math" panose="02040503050406030204" pitchFamily="18" charset="0"/>
                      </a:rPr>
                      <m:t>=</m:t>
                    </m:r>
                    <m:acc>
                      <m:accPr>
                        <m:chr m:val="̅"/>
                        <m:ctrlPr>
                          <a:rPr lang="en-US" altLang="zh-CN" sz="3200" b="0" i="1" smtClean="0">
                            <a:solidFill>
                              <a:srgbClr val="002060"/>
                            </a:solidFill>
                            <a:latin typeface="Cambria Math" panose="02040503050406030204" pitchFamily="18" charset="0"/>
                          </a:rPr>
                        </m:ctrlPr>
                      </m:accPr>
                      <m:e>
                        <m:r>
                          <a:rPr lang="en-US" altLang="zh-CN" sz="320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D</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B</m:t>
                        </m:r>
                        <m:r>
                          <a:rPr lang="en-US" altLang="zh-CN" sz="320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D</m:t>
                            </m:r>
                          </m:e>
                        </m:acc>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A</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B</m:t>
                        </m:r>
                        <m:r>
                          <a:rPr lang="en-US" altLang="zh-CN" sz="3200">
                            <a:solidFill>
                              <a:srgbClr val="002060"/>
                            </a:solidFill>
                            <a:latin typeface="Cambria Math" panose="02040503050406030204" pitchFamily="18" charset="0"/>
                          </a:rPr>
                          <m:t>)</m:t>
                        </m:r>
                      </m:e>
                    </m:acc>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D</m:t>
                        </m:r>
                      </m:e>
                    </m:acc>
                    <m:r>
                      <a:rPr lang="en-US" altLang="zh-CN" sz="3200" b="0" i="1" smtClean="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B</m:t>
                        </m:r>
                      </m:e>
                    </m:acc>
                    <m:r>
                      <m:rPr>
                        <m:sty m:val="p"/>
                      </m:rPr>
                      <a:rPr lang="en-US" altLang="zh-CN" sz="3200" b="0" i="0" smtClean="0">
                        <a:solidFill>
                          <a:srgbClr val="002060"/>
                        </a:solidFill>
                        <a:latin typeface="Cambria Math" panose="02040503050406030204" pitchFamily="18" charset="0"/>
                      </a:rPr>
                      <m:t>D</m:t>
                    </m:r>
                    <m:r>
                      <a:rPr lang="en-US" altLang="zh-CN" sz="3200" b="0" i="0" smtClean="0">
                        <a:solidFill>
                          <a:srgbClr val="002060"/>
                        </a:solidFill>
                        <a:latin typeface="Cambria Math" panose="02040503050406030204" pitchFamily="18" charset="0"/>
                      </a:rPr>
                      <m:t>+</m:t>
                    </m:r>
                    <m:acc>
                      <m:accPr>
                        <m:chr m:val="̅"/>
                        <m:ctrlPr>
                          <a:rPr lang="en-US" altLang="zh-CN" sz="3200" i="1">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A</m:t>
                        </m:r>
                      </m:e>
                    </m:acc>
                    <m:r>
                      <a:rPr lang="en-US" altLang="zh-CN" sz="3200" b="0" i="1" smtClean="0">
                        <a:solidFill>
                          <a:srgbClr val="002060"/>
                        </a:solidFill>
                        <a:latin typeface="Cambria Math" panose="02040503050406030204" pitchFamily="18" charset="0"/>
                      </a:rPr>
                      <m:t> </m:t>
                    </m:r>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B</m:t>
                        </m:r>
                      </m:e>
                    </m:acc>
                  </m:oMath>
                </a14:m>
                <a:r>
                  <a:rPr lang="en-US" altLang="zh-CN" sz="3200" dirty="0">
                    <a:solidFill>
                      <a:srgbClr val="002060"/>
                    </a:solidFill>
                  </a:rPr>
                  <a:t>     </a:t>
                </a:r>
                <a:r>
                  <a:rPr lang="zh-CN" altLang="en-US" sz="2800" dirty="0">
                    <a:solidFill>
                      <a:srgbClr val="00B0F0"/>
                    </a:solidFill>
                    <a:latin typeface="微软雅黑" panose="020B0503020204020204" pitchFamily="34" charset="-122"/>
                    <a:ea typeface="微软雅黑" panose="020B0503020204020204" pitchFamily="34" charset="-122"/>
                  </a:rPr>
                  <a:t>反演法</a:t>
                </a:r>
              </a:p>
            </p:txBody>
          </p:sp>
        </mc:Choice>
        <mc:Fallback xmlns="">
          <p:sp>
            <p:nvSpPr>
              <p:cNvPr id="6" name="文本框 5">
                <a:extLst>
                  <a:ext uri="{FF2B5EF4-FFF2-40B4-BE49-F238E27FC236}">
                    <a16:creationId xmlns:a16="http://schemas.microsoft.com/office/drawing/2014/main" id="{C0AEE73E-AD12-4297-59EE-8DCCA1D5E99A}"/>
                  </a:ext>
                </a:extLst>
              </p:cNvPr>
              <p:cNvSpPr txBox="1">
                <a:spLocks noRot="1" noChangeAspect="1" noMove="1" noResize="1" noEditPoints="1" noAdjustHandles="1" noChangeArrowheads="1" noChangeShapeType="1" noTextEdit="1"/>
              </p:cNvSpPr>
              <p:nvPr/>
            </p:nvSpPr>
            <p:spPr>
              <a:xfrm>
                <a:off x="360001" y="2035932"/>
                <a:ext cx="11103453" cy="651460"/>
              </a:xfrm>
              <a:prstGeom prst="rect">
                <a:avLst/>
              </a:prstGeom>
              <a:blipFill>
                <a:blip r:embed="rId3"/>
                <a:stretch>
                  <a:fillRect r="-824" b="-22430"/>
                </a:stretch>
              </a:blipFill>
            </p:spPr>
            <p:txBody>
              <a:bodyPr/>
              <a:lstStyle/>
              <a:p>
                <a:r>
                  <a:rPr lang="zh-CN" altLang="en-US">
                    <a:noFill/>
                  </a:rPr>
                  <a:t> </a:t>
                </a:r>
              </a:p>
            </p:txBody>
          </p:sp>
        </mc:Fallback>
      </mc:AlternateContent>
      <p:grpSp>
        <p:nvGrpSpPr>
          <p:cNvPr id="45" name="组合 44">
            <a:extLst>
              <a:ext uri="{FF2B5EF4-FFF2-40B4-BE49-F238E27FC236}">
                <a16:creationId xmlns:a16="http://schemas.microsoft.com/office/drawing/2014/main" id="{65AAB412-8489-2831-45BD-75F84EF80225}"/>
              </a:ext>
            </a:extLst>
          </p:cNvPr>
          <p:cNvGrpSpPr/>
          <p:nvPr/>
        </p:nvGrpSpPr>
        <p:grpSpPr>
          <a:xfrm>
            <a:off x="6480000" y="2880000"/>
            <a:ext cx="3933823" cy="2654647"/>
            <a:chOff x="178549" y="3185735"/>
            <a:chExt cx="5497559" cy="2811013"/>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7ABE53E-2833-86D0-5351-A7A2803229FC}"/>
                    </a:ext>
                  </a:extLst>
                </p:cNvPr>
                <p:cNvSpPr txBox="1"/>
                <p:nvPr/>
              </p:nvSpPr>
              <p:spPr>
                <a:xfrm>
                  <a:off x="838235" y="3402350"/>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10" name="文本框 9">
                  <a:extLst>
                    <a:ext uri="{FF2B5EF4-FFF2-40B4-BE49-F238E27FC236}">
                      <a16:creationId xmlns:a16="http://schemas.microsoft.com/office/drawing/2014/main" id="{07ABE53E-2833-86D0-5351-A7A2803229FC}"/>
                    </a:ext>
                  </a:extLst>
                </p:cNvPr>
                <p:cNvSpPr txBox="1">
                  <a:spLocks noRot="1" noChangeAspect="1" noMove="1" noResize="1" noEditPoints="1" noAdjustHandles="1" noChangeArrowheads="1" noChangeShapeType="1" noTextEdit="1"/>
                </p:cNvSpPr>
                <p:nvPr/>
              </p:nvSpPr>
              <p:spPr>
                <a:xfrm>
                  <a:off x="838235" y="3402350"/>
                  <a:ext cx="608605" cy="523220"/>
                </a:xfrm>
                <a:prstGeom prst="rect">
                  <a:avLst/>
                </a:prstGeom>
                <a:blipFill>
                  <a:blip r:embed="rId4"/>
                  <a:stretch>
                    <a:fillRect r="-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EBBC4CB-6000-2C73-89A0-C44AA52F7C86}"/>
                    </a:ext>
                  </a:extLst>
                </p:cNvPr>
                <p:cNvSpPr txBox="1"/>
                <p:nvPr/>
              </p:nvSpPr>
              <p:spPr>
                <a:xfrm>
                  <a:off x="178549" y="3658815"/>
                  <a:ext cx="7252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11" name="文本框 10">
                  <a:extLst>
                    <a:ext uri="{FF2B5EF4-FFF2-40B4-BE49-F238E27FC236}">
                      <a16:creationId xmlns:a16="http://schemas.microsoft.com/office/drawing/2014/main" id="{9EBBC4CB-6000-2C73-89A0-C44AA52F7C86}"/>
                    </a:ext>
                  </a:extLst>
                </p:cNvPr>
                <p:cNvSpPr txBox="1">
                  <a:spLocks noRot="1" noChangeAspect="1" noMove="1" noResize="1" noEditPoints="1" noAdjustHandles="1" noChangeArrowheads="1" noChangeShapeType="1" noTextEdit="1"/>
                </p:cNvSpPr>
                <p:nvPr/>
              </p:nvSpPr>
              <p:spPr>
                <a:xfrm>
                  <a:off x="178549" y="3658815"/>
                  <a:ext cx="725276" cy="523220"/>
                </a:xfrm>
                <a:prstGeom prst="rect">
                  <a:avLst/>
                </a:prstGeom>
                <a:blipFill>
                  <a:blip r:embed="rId5"/>
                  <a:stretch>
                    <a:fillRect/>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ED8F1A37-577E-3BFD-6885-97F164F606BB}"/>
                </a:ext>
              </a:extLst>
            </p:cNvPr>
            <p:cNvCxnSpPr>
              <a:cxnSpLocks/>
            </p:cNvCxnSpPr>
            <p:nvPr/>
          </p:nvCxnSpPr>
          <p:spPr>
            <a:xfrm>
              <a:off x="722637" y="3585568"/>
              <a:ext cx="497394" cy="5269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CBA1BFC-09BC-4D1C-A88E-78B02EA554C6}"/>
                    </a:ext>
                  </a:extLst>
                </p:cNvPr>
                <p:cNvSpPr txBox="1"/>
                <p:nvPr/>
              </p:nvSpPr>
              <p:spPr>
                <a:xfrm>
                  <a:off x="511329" y="4105246"/>
                  <a:ext cx="64304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12" name="文本框 11">
                  <a:extLst>
                    <a:ext uri="{FF2B5EF4-FFF2-40B4-BE49-F238E27FC236}">
                      <a16:creationId xmlns:a16="http://schemas.microsoft.com/office/drawing/2014/main" id="{2CBA1BFC-09BC-4D1C-A88E-78B02EA554C6}"/>
                    </a:ext>
                  </a:extLst>
                </p:cNvPr>
                <p:cNvSpPr txBox="1">
                  <a:spLocks noRot="1" noChangeAspect="1" noMove="1" noResize="1" noEditPoints="1" noAdjustHandles="1" noChangeArrowheads="1" noChangeShapeType="1" noTextEdit="1"/>
                </p:cNvSpPr>
                <p:nvPr/>
              </p:nvSpPr>
              <p:spPr>
                <a:xfrm>
                  <a:off x="511329" y="4105246"/>
                  <a:ext cx="643041" cy="488858"/>
                </a:xfrm>
                <a:prstGeom prst="rect">
                  <a:avLst/>
                </a:prstGeom>
                <a:blipFill>
                  <a:blip r:embed="rId6"/>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6E6DAF0-9AC7-CAA6-04E9-F94091446D8D}"/>
                    </a:ext>
                  </a:extLst>
                </p:cNvPr>
                <p:cNvSpPr txBox="1"/>
                <p:nvPr/>
              </p:nvSpPr>
              <p:spPr>
                <a:xfrm>
                  <a:off x="510903" y="4571471"/>
                  <a:ext cx="64320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13" name="文本框 12">
                  <a:extLst>
                    <a:ext uri="{FF2B5EF4-FFF2-40B4-BE49-F238E27FC236}">
                      <a16:creationId xmlns:a16="http://schemas.microsoft.com/office/drawing/2014/main" id="{46E6DAF0-9AC7-CAA6-04E9-F94091446D8D}"/>
                    </a:ext>
                  </a:extLst>
                </p:cNvPr>
                <p:cNvSpPr txBox="1">
                  <a:spLocks noRot="1" noChangeAspect="1" noMove="1" noResize="1" noEditPoints="1" noAdjustHandles="1" noChangeArrowheads="1" noChangeShapeType="1" noTextEdit="1"/>
                </p:cNvSpPr>
                <p:nvPr/>
              </p:nvSpPr>
              <p:spPr>
                <a:xfrm>
                  <a:off x="510903" y="4571471"/>
                  <a:ext cx="643201" cy="488858"/>
                </a:xfrm>
                <a:prstGeom prst="rect">
                  <a:avLst/>
                </a:prstGeom>
                <a:blipFill>
                  <a:blip r:embed="rId7"/>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35C68A9-7FD1-20CA-546F-21E1C4D0EC1F}"/>
                    </a:ext>
                  </a:extLst>
                </p:cNvPr>
                <p:cNvSpPr txBox="1"/>
                <p:nvPr/>
              </p:nvSpPr>
              <p:spPr>
                <a:xfrm>
                  <a:off x="510905" y="5039507"/>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14" name="文本框 13">
                  <a:extLst>
                    <a:ext uri="{FF2B5EF4-FFF2-40B4-BE49-F238E27FC236}">
                      <a16:creationId xmlns:a16="http://schemas.microsoft.com/office/drawing/2014/main" id="{735C68A9-7FD1-20CA-546F-21E1C4D0EC1F}"/>
                    </a:ext>
                  </a:extLst>
                </p:cNvPr>
                <p:cNvSpPr txBox="1">
                  <a:spLocks noRot="1" noChangeAspect="1" noMove="1" noResize="1" noEditPoints="1" noAdjustHandles="1" noChangeArrowheads="1" noChangeShapeType="1" noTextEdit="1"/>
                </p:cNvSpPr>
                <p:nvPr/>
              </p:nvSpPr>
              <p:spPr>
                <a:xfrm>
                  <a:off x="510905" y="5039507"/>
                  <a:ext cx="643467" cy="488858"/>
                </a:xfrm>
                <a:prstGeom prst="rect">
                  <a:avLst/>
                </a:prstGeom>
                <a:blipFill>
                  <a:blip r:embed="rId8"/>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1853DDD-459D-BE83-3038-77D88D4F4CDC}"/>
                    </a:ext>
                  </a:extLst>
                </p:cNvPr>
                <p:cNvSpPr txBox="1"/>
                <p:nvPr/>
              </p:nvSpPr>
              <p:spPr>
                <a:xfrm>
                  <a:off x="510905" y="5506132"/>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15" name="文本框 14">
                  <a:extLst>
                    <a:ext uri="{FF2B5EF4-FFF2-40B4-BE49-F238E27FC236}">
                      <a16:creationId xmlns:a16="http://schemas.microsoft.com/office/drawing/2014/main" id="{61853DDD-459D-BE83-3038-77D88D4F4CDC}"/>
                    </a:ext>
                  </a:extLst>
                </p:cNvPr>
                <p:cNvSpPr txBox="1">
                  <a:spLocks noRot="1" noChangeAspect="1" noMove="1" noResize="1" noEditPoints="1" noAdjustHandles="1" noChangeArrowheads="1" noChangeShapeType="1" noTextEdit="1"/>
                </p:cNvSpPr>
                <p:nvPr/>
              </p:nvSpPr>
              <p:spPr>
                <a:xfrm>
                  <a:off x="510905" y="5506132"/>
                  <a:ext cx="643467" cy="488858"/>
                </a:xfrm>
                <a:prstGeom prst="rect">
                  <a:avLst/>
                </a:prstGeom>
                <a:blipFill>
                  <a:blip r:embed="rId9"/>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1913653-982E-1E74-8ED5-E623F2A546CA}"/>
                    </a:ext>
                  </a:extLst>
                </p:cNvPr>
                <p:cNvSpPr txBox="1"/>
                <p:nvPr/>
              </p:nvSpPr>
              <p:spPr>
                <a:xfrm>
                  <a:off x="1224086" y="4105234"/>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p>
              </p:txBody>
            </p:sp>
          </mc:Choice>
          <mc:Fallback xmlns="">
            <p:sp>
              <p:nvSpPr>
                <p:cNvPr id="16" name="文本框 15">
                  <a:extLst>
                    <a:ext uri="{FF2B5EF4-FFF2-40B4-BE49-F238E27FC236}">
                      <a16:creationId xmlns:a16="http://schemas.microsoft.com/office/drawing/2014/main" id="{A1913653-982E-1E74-8ED5-E623F2A546CA}"/>
                    </a:ext>
                  </a:extLst>
                </p:cNvPr>
                <p:cNvSpPr txBox="1">
                  <a:spLocks noRot="1" noChangeAspect="1" noMove="1" noResize="1" noEditPoints="1" noAdjustHandles="1" noChangeArrowheads="1" noChangeShapeType="1" noTextEdit="1"/>
                </p:cNvSpPr>
                <p:nvPr/>
              </p:nvSpPr>
              <p:spPr>
                <a:xfrm>
                  <a:off x="1224086" y="4105234"/>
                  <a:ext cx="1110179" cy="461665"/>
                </a:xfrm>
                <a:prstGeom prst="rect">
                  <a:avLst/>
                </a:prstGeom>
                <a:blipFill>
                  <a:blip r:embed="rId10"/>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7E3178A-4A7C-4F43-D507-3200B40E5B0B}"/>
                    </a:ext>
                  </a:extLst>
                </p:cNvPr>
                <p:cNvSpPr txBox="1"/>
                <p:nvPr/>
              </p:nvSpPr>
              <p:spPr>
                <a:xfrm>
                  <a:off x="2338319" y="4105706"/>
                  <a:ext cx="111017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B7E3178A-4A7C-4F43-D507-3200B40E5B0B}"/>
                    </a:ext>
                  </a:extLst>
                </p:cNvPr>
                <p:cNvSpPr txBox="1">
                  <a:spLocks noRot="1" noChangeAspect="1" noMove="1" noResize="1" noEditPoints="1" noAdjustHandles="1" noChangeArrowheads="1" noChangeShapeType="1" noTextEdit="1"/>
                </p:cNvSpPr>
                <p:nvPr/>
              </p:nvSpPr>
              <p:spPr>
                <a:xfrm>
                  <a:off x="2338319" y="4105706"/>
                  <a:ext cx="1110179" cy="461665"/>
                </a:xfrm>
                <a:prstGeom prst="rect">
                  <a:avLst/>
                </a:prstGeom>
                <a:blipFill>
                  <a:blip r:embed="rId11"/>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7F0D762-DC13-63F0-E855-FC731E064700}"/>
                    </a:ext>
                  </a:extLst>
                </p:cNvPr>
                <p:cNvSpPr txBox="1"/>
                <p:nvPr/>
              </p:nvSpPr>
              <p:spPr>
                <a:xfrm>
                  <a:off x="3451696" y="4106840"/>
                  <a:ext cx="111017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F7F0D762-DC13-63F0-E855-FC731E064700}"/>
                    </a:ext>
                  </a:extLst>
                </p:cNvPr>
                <p:cNvSpPr txBox="1">
                  <a:spLocks noRot="1" noChangeAspect="1" noMove="1" noResize="1" noEditPoints="1" noAdjustHandles="1" noChangeArrowheads="1" noChangeShapeType="1" noTextEdit="1"/>
                </p:cNvSpPr>
                <p:nvPr/>
              </p:nvSpPr>
              <p:spPr>
                <a:xfrm>
                  <a:off x="3451696" y="4106840"/>
                  <a:ext cx="1110179" cy="461665"/>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24A884D-80A2-F7F6-FE93-78C34D835075}"/>
                    </a:ext>
                  </a:extLst>
                </p:cNvPr>
                <p:cNvSpPr txBox="1"/>
                <p:nvPr/>
              </p:nvSpPr>
              <p:spPr>
                <a:xfrm>
                  <a:off x="4565929" y="410731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F24A884D-80A2-F7F6-FE93-78C34D835075}"/>
                    </a:ext>
                  </a:extLst>
                </p:cNvPr>
                <p:cNvSpPr txBox="1">
                  <a:spLocks noRot="1" noChangeAspect="1" noMove="1" noResize="1" noEditPoints="1" noAdjustHandles="1" noChangeArrowheads="1" noChangeShapeType="1" noTextEdit="1"/>
                </p:cNvSpPr>
                <p:nvPr/>
              </p:nvSpPr>
              <p:spPr>
                <a:xfrm>
                  <a:off x="4565929" y="4107312"/>
                  <a:ext cx="1110179" cy="46243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5C9D4FE-8EAF-6B5A-8318-2D876818F28C}"/>
                    </a:ext>
                  </a:extLst>
                </p:cNvPr>
                <p:cNvSpPr txBox="1"/>
                <p:nvPr/>
              </p:nvSpPr>
              <p:spPr>
                <a:xfrm>
                  <a:off x="1224086" y="4571624"/>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20" name="文本框 19">
                  <a:extLst>
                    <a:ext uri="{FF2B5EF4-FFF2-40B4-BE49-F238E27FC236}">
                      <a16:creationId xmlns:a16="http://schemas.microsoft.com/office/drawing/2014/main" id="{E5C9D4FE-8EAF-6B5A-8318-2D876818F28C}"/>
                    </a:ext>
                  </a:extLst>
                </p:cNvPr>
                <p:cNvSpPr txBox="1">
                  <a:spLocks noRot="1" noChangeAspect="1" noMove="1" noResize="1" noEditPoints="1" noAdjustHandles="1" noChangeArrowheads="1" noChangeShapeType="1" noTextEdit="1"/>
                </p:cNvSpPr>
                <p:nvPr/>
              </p:nvSpPr>
              <p:spPr>
                <a:xfrm>
                  <a:off x="1224086" y="4571624"/>
                  <a:ext cx="1110179" cy="48885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8F60047-32BA-F545-4728-4DCC8BC45141}"/>
                    </a:ext>
                  </a:extLst>
                </p:cNvPr>
                <p:cNvSpPr txBox="1"/>
                <p:nvPr/>
              </p:nvSpPr>
              <p:spPr>
                <a:xfrm>
                  <a:off x="2338319" y="4572096"/>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1" name="文本框 20">
                  <a:extLst>
                    <a:ext uri="{FF2B5EF4-FFF2-40B4-BE49-F238E27FC236}">
                      <a16:creationId xmlns:a16="http://schemas.microsoft.com/office/drawing/2014/main" id="{98F60047-32BA-F545-4728-4DCC8BC45141}"/>
                    </a:ext>
                  </a:extLst>
                </p:cNvPr>
                <p:cNvSpPr txBox="1">
                  <a:spLocks noRot="1" noChangeAspect="1" noMove="1" noResize="1" noEditPoints="1" noAdjustHandles="1" noChangeArrowheads="1" noChangeShapeType="1" noTextEdit="1"/>
                </p:cNvSpPr>
                <p:nvPr/>
              </p:nvSpPr>
              <p:spPr>
                <a:xfrm>
                  <a:off x="2338319" y="4572096"/>
                  <a:ext cx="1110179" cy="488858"/>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2C837E-3CF0-4301-3FE6-48D82E96EEBA}"/>
                    </a:ext>
                  </a:extLst>
                </p:cNvPr>
                <p:cNvSpPr txBox="1"/>
                <p:nvPr/>
              </p:nvSpPr>
              <p:spPr>
                <a:xfrm>
                  <a:off x="3451696" y="457323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692C837E-3CF0-4301-3FE6-48D82E96EEBA}"/>
                    </a:ext>
                  </a:extLst>
                </p:cNvPr>
                <p:cNvSpPr txBox="1">
                  <a:spLocks noRot="1" noChangeAspect="1" noMove="1" noResize="1" noEditPoints="1" noAdjustHandles="1" noChangeArrowheads="1" noChangeShapeType="1" noTextEdit="1"/>
                </p:cNvSpPr>
                <p:nvPr/>
              </p:nvSpPr>
              <p:spPr>
                <a:xfrm>
                  <a:off x="3451696" y="4573230"/>
                  <a:ext cx="1110179" cy="488858"/>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DB48D982-C4DC-A639-7104-C138AE413A0C}"/>
                    </a:ext>
                  </a:extLst>
                </p:cNvPr>
                <p:cNvSpPr txBox="1"/>
                <p:nvPr/>
              </p:nvSpPr>
              <p:spPr>
                <a:xfrm>
                  <a:off x="4565929" y="457370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p>
              </p:txBody>
            </p:sp>
          </mc:Choice>
          <mc:Fallback xmlns="">
            <p:sp>
              <p:nvSpPr>
                <p:cNvPr id="23" name="文本框 22">
                  <a:extLst>
                    <a:ext uri="{FF2B5EF4-FFF2-40B4-BE49-F238E27FC236}">
                      <a16:creationId xmlns:a16="http://schemas.microsoft.com/office/drawing/2014/main" id="{DB48D982-C4DC-A639-7104-C138AE413A0C}"/>
                    </a:ext>
                  </a:extLst>
                </p:cNvPr>
                <p:cNvSpPr txBox="1">
                  <a:spLocks noRot="1" noChangeAspect="1" noMove="1" noResize="1" noEditPoints="1" noAdjustHandles="1" noChangeArrowheads="1" noChangeShapeType="1" noTextEdit="1"/>
                </p:cNvSpPr>
                <p:nvPr/>
              </p:nvSpPr>
              <p:spPr>
                <a:xfrm>
                  <a:off x="4565929" y="4573702"/>
                  <a:ext cx="1110179" cy="488858"/>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1D70CE7E-BE28-C384-9E07-CBE89F7CB93E}"/>
                    </a:ext>
                  </a:extLst>
                </p:cNvPr>
                <p:cNvSpPr txBox="1"/>
                <p:nvPr/>
              </p:nvSpPr>
              <p:spPr>
                <a:xfrm>
                  <a:off x="1224086" y="5039422"/>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1D70CE7E-BE28-C384-9E07-CBE89F7CB93E}"/>
                    </a:ext>
                  </a:extLst>
                </p:cNvPr>
                <p:cNvSpPr txBox="1">
                  <a:spLocks noRot="1" noChangeAspect="1" noMove="1" noResize="1" noEditPoints="1" noAdjustHandles="1" noChangeArrowheads="1" noChangeShapeType="1" noTextEdit="1"/>
                </p:cNvSpPr>
                <p:nvPr/>
              </p:nvSpPr>
              <p:spPr>
                <a:xfrm>
                  <a:off x="1224086" y="5039422"/>
                  <a:ext cx="1110179" cy="461665"/>
                </a:xfrm>
                <a:prstGeom prst="rect">
                  <a:avLst/>
                </a:prstGeom>
                <a:blipFill>
                  <a:blip r:embed="rId18"/>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59EDDA1-DD69-E8A1-96E4-CCE682FF4D21}"/>
                    </a:ext>
                  </a:extLst>
                </p:cNvPr>
                <p:cNvSpPr txBox="1"/>
                <p:nvPr/>
              </p:nvSpPr>
              <p:spPr>
                <a:xfrm>
                  <a:off x="2338319" y="5039895"/>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5" name="文本框 24">
                  <a:extLst>
                    <a:ext uri="{FF2B5EF4-FFF2-40B4-BE49-F238E27FC236}">
                      <a16:creationId xmlns:a16="http://schemas.microsoft.com/office/drawing/2014/main" id="{D59EDDA1-DD69-E8A1-96E4-CCE682FF4D21}"/>
                    </a:ext>
                  </a:extLst>
                </p:cNvPr>
                <p:cNvSpPr txBox="1">
                  <a:spLocks noRot="1" noChangeAspect="1" noMove="1" noResize="1" noEditPoints="1" noAdjustHandles="1" noChangeArrowheads="1" noChangeShapeType="1" noTextEdit="1"/>
                </p:cNvSpPr>
                <p:nvPr/>
              </p:nvSpPr>
              <p:spPr>
                <a:xfrm>
                  <a:off x="2338319" y="5039895"/>
                  <a:ext cx="1110179" cy="488858"/>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15B022D-CD9F-09C9-815B-F298CEA1B6AC}"/>
                    </a:ext>
                  </a:extLst>
                </p:cNvPr>
                <p:cNvSpPr txBox="1"/>
                <p:nvPr/>
              </p:nvSpPr>
              <p:spPr>
                <a:xfrm>
                  <a:off x="3451696" y="5041028"/>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6" name="文本框 25">
                  <a:extLst>
                    <a:ext uri="{FF2B5EF4-FFF2-40B4-BE49-F238E27FC236}">
                      <a16:creationId xmlns:a16="http://schemas.microsoft.com/office/drawing/2014/main" id="{D15B022D-CD9F-09C9-815B-F298CEA1B6AC}"/>
                    </a:ext>
                  </a:extLst>
                </p:cNvPr>
                <p:cNvSpPr txBox="1">
                  <a:spLocks noRot="1" noChangeAspect="1" noMove="1" noResize="1" noEditPoints="1" noAdjustHandles="1" noChangeArrowheads="1" noChangeShapeType="1" noTextEdit="1"/>
                </p:cNvSpPr>
                <p:nvPr/>
              </p:nvSpPr>
              <p:spPr>
                <a:xfrm>
                  <a:off x="3451696" y="5041028"/>
                  <a:ext cx="1110179" cy="488858"/>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40C054D-63F0-FB6F-ABAA-9D07E4FC4523}"/>
                    </a:ext>
                  </a:extLst>
                </p:cNvPr>
                <p:cNvSpPr txBox="1"/>
                <p:nvPr/>
              </p:nvSpPr>
              <p:spPr>
                <a:xfrm>
                  <a:off x="4565929" y="5041500"/>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27" name="文本框 26">
                  <a:extLst>
                    <a:ext uri="{FF2B5EF4-FFF2-40B4-BE49-F238E27FC236}">
                      <a16:creationId xmlns:a16="http://schemas.microsoft.com/office/drawing/2014/main" id="{E40C054D-63F0-FB6F-ABAA-9D07E4FC4523}"/>
                    </a:ext>
                  </a:extLst>
                </p:cNvPr>
                <p:cNvSpPr txBox="1">
                  <a:spLocks noRot="1" noChangeAspect="1" noMove="1" noResize="1" noEditPoints="1" noAdjustHandles="1" noChangeArrowheads="1" noChangeShapeType="1" noTextEdit="1"/>
                </p:cNvSpPr>
                <p:nvPr/>
              </p:nvSpPr>
              <p:spPr>
                <a:xfrm>
                  <a:off x="4565929" y="5041500"/>
                  <a:ext cx="1110179" cy="461665"/>
                </a:xfrm>
                <a:prstGeom prst="rect">
                  <a:avLst/>
                </a:prstGeom>
                <a:blipFill>
                  <a:blip r:embed="rId21"/>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901132B-F83D-F382-14ED-99D9BFEF1247}"/>
                    </a:ext>
                  </a:extLst>
                </p:cNvPr>
                <p:cNvSpPr txBox="1"/>
                <p:nvPr/>
              </p:nvSpPr>
              <p:spPr>
                <a:xfrm>
                  <a:off x="1224086" y="550581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8" name="文本框 27">
                  <a:extLst>
                    <a:ext uri="{FF2B5EF4-FFF2-40B4-BE49-F238E27FC236}">
                      <a16:creationId xmlns:a16="http://schemas.microsoft.com/office/drawing/2014/main" id="{5901132B-F83D-F382-14ED-99D9BFEF1247}"/>
                    </a:ext>
                  </a:extLst>
                </p:cNvPr>
                <p:cNvSpPr txBox="1">
                  <a:spLocks noRot="1" noChangeAspect="1" noMove="1" noResize="1" noEditPoints="1" noAdjustHandles="1" noChangeArrowheads="1" noChangeShapeType="1" noTextEdit="1"/>
                </p:cNvSpPr>
                <p:nvPr/>
              </p:nvSpPr>
              <p:spPr>
                <a:xfrm>
                  <a:off x="1224086" y="5505812"/>
                  <a:ext cx="1110179" cy="488858"/>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ECDB3BD-230B-81B4-54F2-C292371F428F}"/>
                    </a:ext>
                  </a:extLst>
                </p:cNvPr>
                <p:cNvSpPr txBox="1"/>
                <p:nvPr/>
              </p:nvSpPr>
              <p:spPr>
                <a:xfrm>
                  <a:off x="2338319" y="5506284"/>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0ECDB3BD-230B-81B4-54F2-C292371F428F}"/>
                    </a:ext>
                  </a:extLst>
                </p:cNvPr>
                <p:cNvSpPr txBox="1">
                  <a:spLocks noRot="1" noChangeAspect="1" noMove="1" noResize="1" noEditPoints="1" noAdjustHandles="1" noChangeArrowheads="1" noChangeShapeType="1" noTextEdit="1"/>
                </p:cNvSpPr>
                <p:nvPr/>
              </p:nvSpPr>
              <p:spPr>
                <a:xfrm>
                  <a:off x="2338319" y="5506284"/>
                  <a:ext cx="1110179" cy="461665"/>
                </a:xfrm>
                <a:prstGeom prst="rect">
                  <a:avLst/>
                </a:prstGeom>
                <a:blipFill>
                  <a:blip r:embed="rId23"/>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B62D37F-0744-806F-651F-6F5B6DC91730}"/>
                    </a:ext>
                  </a:extLst>
                </p:cNvPr>
                <p:cNvSpPr txBox="1"/>
                <p:nvPr/>
              </p:nvSpPr>
              <p:spPr>
                <a:xfrm>
                  <a:off x="3451696" y="5507418"/>
                  <a:ext cx="111017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30" name="文本框 29">
                  <a:extLst>
                    <a:ext uri="{FF2B5EF4-FFF2-40B4-BE49-F238E27FC236}">
                      <a16:creationId xmlns:a16="http://schemas.microsoft.com/office/drawing/2014/main" id="{AB62D37F-0744-806F-651F-6F5B6DC91730}"/>
                    </a:ext>
                  </a:extLst>
                </p:cNvPr>
                <p:cNvSpPr txBox="1">
                  <a:spLocks noRot="1" noChangeAspect="1" noMove="1" noResize="1" noEditPoints="1" noAdjustHandles="1" noChangeArrowheads="1" noChangeShapeType="1" noTextEdit="1"/>
                </p:cNvSpPr>
                <p:nvPr/>
              </p:nvSpPr>
              <p:spPr>
                <a:xfrm>
                  <a:off x="3451696" y="5507418"/>
                  <a:ext cx="1110179" cy="461665"/>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0EE90FA-4F03-B60A-DF13-713841768FEA}"/>
                    </a:ext>
                  </a:extLst>
                </p:cNvPr>
                <p:cNvSpPr txBox="1"/>
                <p:nvPr/>
              </p:nvSpPr>
              <p:spPr>
                <a:xfrm>
                  <a:off x="4565929" y="550789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1" name="文本框 30">
                  <a:extLst>
                    <a:ext uri="{FF2B5EF4-FFF2-40B4-BE49-F238E27FC236}">
                      <a16:creationId xmlns:a16="http://schemas.microsoft.com/office/drawing/2014/main" id="{10EE90FA-4F03-B60A-DF13-713841768FEA}"/>
                    </a:ext>
                  </a:extLst>
                </p:cNvPr>
                <p:cNvSpPr txBox="1">
                  <a:spLocks noRot="1" noChangeAspect="1" noMove="1" noResize="1" noEditPoints="1" noAdjustHandles="1" noChangeArrowheads="1" noChangeShapeType="1" noTextEdit="1"/>
                </p:cNvSpPr>
                <p:nvPr/>
              </p:nvSpPr>
              <p:spPr>
                <a:xfrm>
                  <a:off x="4565929" y="5507890"/>
                  <a:ext cx="1110179" cy="488858"/>
                </a:xfrm>
                <a:prstGeom prst="rect">
                  <a:avLst/>
                </a:prstGeom>
                <a:blipFill>
                  <a:blip r:embed="rId25"/>
                  <a:stretch>
                    <a:fillRect/>
                  </a:stretch>
                </a:blipFill>
              </p:spPr>
              <p:txBody>
                <a:bodyPr/>
                <a:lstStyle/>
                <a:p>
                  <a:r>
                    <a:rPr lang="zh-CN" altLang="en-US">
                      <a:noFill/>
                    </a:rPr>
                    <a:t> </a:t>
                  </a:r>
                </a:p>
              </p:txBody>
            </p:sp>
          </mc:Fallback>
        </mc:AlternateContent>
        <p:cxnSp>
          <p:nvCxnSpPr>
            <p:cNvPr id="32" name="直接连接符 31">
              <a:extLst>
                <a:ext uri="{FF2B5EF4-FFF2-40B4-BE49-F238E27FC236}">
                  <a16:creationId xmlns:a16="http://schemas.microsoft.com/office/drawing/2014/main" id="{79390BF7-A431-F4FE-6879-52CF8FBDDF70}"/>
                </a:ext>
              </a:extLst>
            </p:cNvPr>
            <p:cNvCxnSpPr>
              <a:cxnSpLocks/>
            </p:cNvCxnSpPr>
            <p:nvPr/>
          </p:nvCxnSpPr>
          <p:spPr>
            <a:xfrm>
              <a:off x="3448070"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55230F5-B05A-CD84-7F67-26446C1C1D8A}"/>
                </a:ext>
              </a:extLst>
            </p:cNvPr>
            <p:cNvCxnSpPr>
              <a:cxnSpLocks/>
            </p:cNvCxnSpPr>
            <p:nvPr/>
          </p:nvCxnSpPr>
          <p:spPr>
            <a:xfrm>
              <a:off x="1220031" y="5036740"/>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5A1A744-BFFF-854A-6483-F494F81EE7CB}"/>
                </a:ext>
              </a:extLst>
            </p:cNvPr>
            <p:cNvCxnSpPr>
              <a:cxnSpLocks/>
            </p:cNvCxnSpPr>
            <p:nvPr/>
          </p:nvCxnSpPr>
          <p:spPr>
            <a:xfrm>
              <a:off x="2334265"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2C7C85C-312E-2AC1-A900-1001948A2271}"/>
                </a:ext>
              </a:extLst>
            </p:cNvPr>
            <p:cNvCxnSpPr>
              <a:cxnSpLocks/>
            </p:cNvCxnSpPr>
            <p:nvPr/>
          </p:nvCxnSpPr>
          <p:spPr>
            <a:xfrm>
              <a:off x="4561875" y="4102552"/>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0F547A1-8FC6-4965-DC0B-BD647F2FE047}"/>
                </a:ext>
              </a:extLst>
            </p:cNvPr>
            <p:cNvCxnSpPr>
              <a:cxnSpLocks/>
            </p:cNvCxnSpPr>
            <p:nvPr/>
          </p:nvCxnSpPr>
          <p:spPr>
            <a:xfrm>
              <a:off x="1220031" y="4567667"/>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94FD51C5-547E-9943-4CF8-7EB2CE9B3B0E}"/>
                </a:ext>
              </a:extLst>
            </p:cNvPr>
            <p:cNvCxnSpPr>
              <a:cxnSpLocks/>
            </p:cNvCxnSpPr>
            <p:nvPr/>
          </p:nvCxnSpPr>
          <p:spPr>
            <a:xfrm>
              <a:off x="1220030" y="5501856"/>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D11F2C53-87B9-46D5-40BE-B485DB7DF5C4}"/>
                </a:ext>
              </a:extLst>
            </p:cNvPr>
            <p:cNvSpPr/>
            <p:nvPr/>
          </p:nvSpPr>
          <p:spPr>
            <a:xfrm>
              <a:off x="1220031" y="4105234"/>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E9F4C153-F1CD-04CB-A6EF-93909544FB6D}"/>
                    </a:ext>
                  </a:extLst>
                </p:cNvPr>
                <p:cNvSpPr txBox="1"/>
                <p:nvPr/>
              </p:nvSpPr>
              <p:spPr>
                <a:xfrm>
                  <a:off x="1255690" y="3696736"/>
                  <a:ext cx="1083056"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39" name="文本框 38">
                  <a:extLst>
                    <a:ext uri="{FF2B5EF4-FFF2-40B4-BE49-F238E27FC236}">
                      <a16:creationId xmlns:a16="http://schemas.microsoft.com/office/drawing/2014/main" id="{E9F4C153-F1CD-04CB-A6EF-93909544FB6D}"/>
                    </a:ext>
                  </a:extLst>
                </p:cNvPr>
                <p:cNvSpPr txBox="1">
                  <a:spLocks noRot="1" noChangeAspect="1" noMove="1" noResize="1" noEditPoints="1" noAdjustHandles="1" noChangeArrowheads="1" noChangeShapeType="1" noTextEdit="1"/>
                </p:cNvSpPr>
                <p:nvPr/>
              </p:nvSpPr>
              <p:spPr>
                <a:xfrm>
                  <a:off x="1255690" y="3696736"/>
                  <a:ext cx="1083056" cy="488858"/>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9B3BD4B-6B7B-83FA-BFA0-2943AE5C0D2A}"/>
                    </a:ext>
                  </a:extLst>
                </p:cNvPr>
                <p:cNvSpPr txBox="1"/>
                <p:nvPr/>
              </p:nvSpPr>
              <p:spPr>
                <a:xfrm>
                  <a:off x="2338317" y="3696736"/>
                  <a:ext cx="110612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40" name="文本框 39">
                  <a:extLst>
                    <a:ext uri="{FF2B5EF4-FFF2-40B4-BE49-F238E27FC236}">
                      <a16:creationId xmlns:a16="http://schemas.microsoft.com/office/drawing/2014/main" id="{19B3BD4B-6B7B-83FA-BFA0-2943AE5C0D2A}"/>
                    </a:ext>
                  </a:extLst>
                </p:cNvPr>
                <p:cNvSpPr txBox="1">
                  <a:spLocks noRot="1" noChangeAspect="1" noMove="1" noResize="1" noEditPoints="1" noAdjustHandles="1" noChangeArrowheads="1" noChangeShapeType="1" noTextEdit="1"/>
                </p:cNvSpPr>
                <p:nvPr/>
              </p:nvSpPr>
              <p:spPr>
                <a:xfrm>
                  <a:off x="2338317" y="3696736"/>
                  <a:ext cx="1106127" cy="488858"/>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1BB3BC38-BC3E-57C2-4A1B-2525F338899E}"/>
                    </a:ext>
                  </a:extLst>
                </p:cNvPr>
                <p:cNvSpPr txBox="1"/>
                <p:nvPr/>
              </p:nvSpPr>
              <p:spPr>
                <a:xfrm>
                  <a:off x="3452549" y="3696736"/>
                  <a:ext cx="111893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41" name="文本框 40">
                  <a:extLst>
                    <a:ext uri="{FF2B5EF4-FFF2-40B4-BE49-F238E27FC236}">
                      <a16:creationId xmlns:a16="http://schemas.microsoft.com/office/drawing/2014/main" id="{1BB3BC38-BC3E-57C2-4A1B-2525F338899E}"/>
                    </a:ext>
                  </a:extLst>
                </p:cNvPr>
                <p:cNvSpPr txBox="1">
                  <a:spLocks noRot="1" noChangeAspect="1" noMove="1" noResize="1" noEditPoints="1" noAdjustHandles="1" noChangeArrowheads="1" noChangeShapeType="1" noTextEdit="1"/>
                </p:cNvSpPr>
                <p:nvPr/>
              </p:nvSpPr>
              <p:spPr>
                <a:xfrm>
                  <a:off x="3452549" y="3696736"/>
                  <a:ext cx="1118931" cy="488858"/>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B14A10A-1465-2F00-D6A2-076D2F9C9364}"/>
                    </a:ext>
                  </a:extLst>
                </p:cNvPr>
                <p:cNvSpPr txBox="1"/>
                <p:nvPr/>
              </p:nvSpPr>
              <p:spPr>
                <a:xfrm>
                  <a:off x="4575534" y="3696736"/>
                  <a:ext cx="1095668"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42" name="文本框 41">
                  <a:extLst>
                    <a:ext uri="{FF2B5EF4-FFF2-40B4-BE49-F238E27FC236}">
                      <a16:creationId xmlns:a16="http://schemas.microsoft.com/office/drawing/2014/main" id="{0B14A10A-1465-2F00-D6A2-076D2F9C9364}"/>
                    </a:ext>
                  </a:extLst>
                </p:cNvPr>
                <p:cNvSpPr txBox="1">
                  <a:spLocks noRot="1" noChangeAspect="1" noMove="1" noResize="1" noEditPoints="1" noAdjustHandles="1" noChangeArrowheads="1" noChangeShapeType="1" noTextEdit="1"/>
                </p:cNvSpPr>
                <p:nvPr/>
              </p:nvSpPr>
              <p:spPr>
                <a:xfrm>
                  <a:off x="4575534" y="3696736"/>
                  <a:ext cx="1095668" cy="488858"/>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5DA8FB1D-796B-453E-E010-A196FB049109}"/>
                    </a:ext>
                  </a:extLst>
                </p:cNvPr>
                <p:cNvSpPr txBox="1"/>
                <p:nvPr/>
              </p:nvSpPr>
              <p:spPr>
                <a:xfrm>
                  <a:off x="330573" y="3185735"/>
                  <a:ext cx="497393"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smtClean="0">
                                <a:solidFill>
                                  <a:schemeClr val="tx1"/>
                                </a:solidFill>
                                <a:latin typeface="Cambria Math" panose="02040503050406030204" pitchFamily="18" charset="0"/>
                              </a:rPr>
                            </m:ctrlPr>
                          </m:accPr>
                          <m:e>
                            <m:r>
                              <m:rPr>
                                <m:sty m:val="p"/>
                              </m:rPr>
                              <a:rPr lang="en-US" altLang="zh-CN" sz="2800">
                                <a:solidFill>
                                  <a:schemeClr val="tx1"/>
                                </a:solidFill>
                                <a:latin typeface="Cambria Math" panose="02040503050406030204" pitchFamily="18" charset="0"/>
                              </a:rPr>
                              <m:t>Y</m:t>
                            </m:r>
                          </m:e>
                        </m:acc>
                      </m:oMath>
                    </m:oMathPara>
                  </a14:m>
                  <a:endParaRPr lang="zh-CN" altLang="en-US" sz="2800" dirty="0">
                    <a:solidFill>
                      <a:schemeClr val="tx1"/>
                    </a:solidFill>
                  </a:endParaRPr>
                </a:p>
              </p:txBody>
            </p:sp>
          </mc:Choice>
          <mc:Fallback xmlns="">
            <p:sp>
              <p:nvSpPr>
                <p:cNvPr id="44" name="文本框 43">
                  <a:extLst>
                    <a:ext uri="{FF2B5EF4-FFF2-40B4-BE49-F238E27FC236}">
                      <a16:creationId xmlns:a16="http://schemas.microsoft.com/office/drawing/2014/main" id="{5DA8FB1D-796B-453E-E010-A196FB049109}"/>
                    </a:ext>
                  </a:extLst>
                </p:cNvPr>
                <p:cNvSpPr txBox="1">
                  <a:spLocks noRot="1" noChangeAspect="1" noMove="1" noResize="1" noEditPoints="1" noAdjustHandles="1" noChangeArrowheads="1" noChangeShapeType="1" noTextEdit="1"/>
                </p:cNvSpPr>
                <p:nvPr/>
              </p:nvSpPr>
              <p:spPr>
                <a:xfrm>
                  <a:off x="330573" y="3185735"/>
                  <a:ext cx="497393" cy="523220"/>
                </a:xfrm>
                <a:prstGeom prst="rect">
                  <a:avLst/>
                </a:prstGeom>
                <a:blipFill>
                  <a:blip r:embed="rId30"/>
                  <a:stretch>
                    <a:fillRect/>
                  </a:stretch>
                </a:blipFill>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14315B7B-2C0B-B437-4699-7893E45BE9CB}"/>
              </a:ext>
            </a:extLst>
          </p:cNvPr>
          <p:cNvGrpSpPr/>
          <p:nvPr/>
        </p:nvGrpSpPr>
        <p:grpSpPr>
          <a:xfrm>
            <a:off x="360000" y="2880000"/>
            <a:ext cx="3933823" cy="2654647"/>
            <a:chOff x="178549" y="3185735"/>
            <a:chExt cx="5497559" cy="2811013"/>
          </a:xfrm>
        </p:grpSpPr>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F40848E8-FF00-AE9A-081F-F80088E60A33}"/>
                    </a:ext>
                  </a:extLst>
                </p:cNvPr>
                <p:cNvSpPr txBox="1"/>
                <p:nvPr/>
              </p:nvSpPr>
              <p:spPr>
                <a:xfrm>
                  <a:off x="838235" y="3402350"/>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57" name="文本框 56">
                  <a:extLst>
                    <a:ext uri="{FF2B5EF4-FFF2-40B4-BE49-F238E27FC236}">
                      <a16:creationId xmlns:a16="http://schemas.microsoft.com/office/drawing/2014/main" id="{F40848E8-FF00-AE9A-081F-F80088E60A33}"/>
                    </a:ext>
                  </a:extLst>
                </p:cNvPr>
                <p:cNvSpPr txBox="1">
                  <a:spLocks noRot="1" noChangeAspect="1" noMove="1" noResize="1" noEditPoints="1" noAdjustHandles="1" noChangeArrowheads="1" noChangeShapeType="1" noTextEdit="1"/>
                </p:cNvSpPr>
                <p:nvPr/>
              </p:nvSpPr>
              <p:spPr>
                <a:xfrm>
                  <a:off x="838235" y="3402350"/>
                  <a:ext cx="608605" cy="523220"/>
                </a:xfrm>
                <a:prstGeom prst="rect">
                  <a:avLst/>
                </a:prstGeom>
                <a:blipFill>
                  <a:blip r:embed="rId31"/>
                  <a:stretch>
                    <a:fillRect r="-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1513A54E-3E9A-9FEF-5D98-E36835BBB396}"/>
                    </a:ext>
                  </a:extLst>
                </p:cNvPr>
                <p:cNvSpPr txBox="1"/>
                <p:nvPr/>
              </p:nvSpPr>
              <p:spPr>
                <a:xfrm>
                  <a:off x="178549" y="3658815"/>
                  <a:ext cx="7252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58" name="文本框 57">
                  <a:extLst>
                    <a:ext uri="{FF2B5EF4-FFF2-40B4-BE49-F238E27FC236}">
                      <a16:creationId xmlns:a16="http://schemas.microsoft.com/office/drawing/2014/main" id="{1513A54E-3E9A-9FEF-5D98-E36835BBB396}"/>
                    </a:ext>
                  </a:extLst>
                </p:cNvPr>
                <p:cNvSpPr txBox="1">
                  <a:spLocks noRot="1" noChangeAspect="1" noMove="1" noResize="1" noEditPoints="1" noAdjustHandles="1" noChangeArrowheads="1" noChangeShapeType="1" noTextEdit="1"/>
                </p:cNvSpPr>
                <p:nvPr/>
              </p:nvSpPr>
              <p:spPr>
                <a:xfrm>
                  <a:off x="178549" y="3658815"/>
                  <a:ext cx="725276" cy="523220"/>
                </a:xfrm>
                <a:prstGeom prst="rect">
                  <a:avLst/>
                </a:prstGeom>
                <a:blipFill>
                  <a:blip r:embed="rId32"/>
                  <a:stretch>
                    <a:fillRect/>
                  </a:stretch>
                </a:blipFill>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B3DB246A-DF2A-6EB7-0B93-BDD2DAD51F8E}"/>
                </a:ext>
              </a:extLst>
            </p:cNvPr>
            <p:cNvCxnSpPr>
              <a:cxnSpLocks/>
            </p:cNvCxnSpPr>
            <p:nvPr/>
          </p:nvCxnSpPr>
          <p:spPr>
            <a:xfrm>
              <a:off x="722637" y="3585568"/>
              <a:ext cx="497394" cy="5269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EF99C6B5-E403-5E13-41DB-0D78437DDD77}"/>
                    </a:ext>
                  </a:extLst>
                </p:cNvPr>
                <p:cNvSpPr txBox="1"/>
                <p:nvPr/>
              </p:nvSpPr>
              <p:spPr>
                <a:xfrm>
                  <a:off x="511329" y="4105246"/>
                  <a:ext cx="64304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60" name="文本框 59">
                  <a:extLst>
                    <a:ext uri="{FF2B5EF4-FFF2-40B4-BE49-F238E27FC236}">
                      <a16:creationId xmlns:a16="http://schemas.microsoft.com/office/drawing/2014/main" id="{EF99C6B5-E403-5E13-41DB-0D78437DDD77}"/>
                    </a:ext>
                  </a:extLst>
                </p:cNvPr>
                <p:cNvSpPr txBox="1">
                  <a:spLocks noRot="1" noChangeAspect="1" noMove="1" noResize="1" noEditPoints="1" noAdjustHandles="1" noChangeArrowheads="1" noChangeShapeType="1" noTextEdit="1"/>
                </p:cNvSpPr>
                <p:nvPr/>
              </p:nvSpPr>
              <p:spPr>
                <a:xfrm>
                  <a:off x="511329" y="4105246"/>
                  <a:ext cx="643041" cy="488858"/>
                </a:xfrm>
                <a:prstGeom prst="rect">
                  <a:avLst/>
                </a:prstGeom>
                <a:blipFill>
                  <a:blip r:embed="rId33"/>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D2845629-EEB1-9AC8-A129-41B89D6CAB15}"/>
                    </a:ext>
                  </a:extLst>
                </p:cNvPr>
                <p:cNvSpPr txBox="1"/>
                <p:nvPr/>
              </p:nvSpPr>
              <p:spPr>
                <a:xfrm>
                  <a:off x="510903" y="4571471"/>
                  <a:ext cx="64320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61" name="文本框 60">
                  <a:extLst>
                    <a:ext uri="{FF2B5EF4-FFF2-40B4-BE49-F238E27FC236}">
                      <a16:creationId xmlns:a16="http://schemas.microsoft.com/office/drawing/2014/main" id="{D2845629-EEB1-9AC8-A129-41B89D6CAB15}"/>
                    </a:ext>
                  </a:extLst>
                </p:cNvPr>
                <p:cNvSpPr txBox="1">
                  <a:spLocks noRot="1" noChangeAspect="1" noMove="1" noResize="1" noEditPoints="1" noAdjustHandles="1" noChangeArrowheads="1" noChangeShapeType="1" noTextEdit="1"/>
                </p:cNvSpPr>
                <p:nvPr/>
              </p:nvSpPr>
              <p:spPr>
                <a:xfrm>
                  <a:off x="510903" y="4571471"/>
                  <a:ext cx="643201" cy="488858"/>
                </a:xfrm>
                <a:prstGeom prst="rect">
                  <a:avLst/>
                </a:prstGeom>
                <a:blipFill>
                  <a:blip r:embed="rId34"/>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0F676891-6FCC-D568-95F6-58871FE48307}"/>
                    </a:ext>
                  </a:extLst>
                </p:cNvPr>
                <p:cNvSpPr txBox="1"/>
                <p:nvPr/>
              </p:nvSpPr>
              <p:spPr>
                <a:xfrm>
                  <a:off x="510905" y="5039507"/>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62" name="文本框 61">
                  <a:extLst>
                    <a:ext uri="{FF2B5EF4-FFF2-40B4-BE49-F238E27FC236}">
                      <a16:creationId xmlns:a16="http://schemas.microsoft.com/office/drawing/2014/main" id="{0F676891-6FCC-D568-95F6-58871FE48307}"/>
                    </a:ext>
                  </a:extLst>
                </p:cNvPr>
                <p:cNvSpPr txBox="1">
                  <a:spLocks noRot="1" noChangeAspect="1" noMove="1" noResize="1" noEditPoints="1" noAdjustHandles="1" noChangeArrowheads="1" noChangeShapeType="1" noTextEdit="1"/>
                </p:cNvSpPr>
                <p:nvPr/>
              </p:nvSpPr>
              <p:spPr>
                <a:xfrm>
                  <a:off x="510905" y="5039507"/>
                  <a:ext cx="643467" cy="488858"/>
                </a:xfrm>
                <a:prstGeom prst="rect">
                  <a:avLst/>
                </a:prstGeom>
                <a:blipFill>
                  <a:blip r:embed="rId35"/>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BE86E114-C17E-7666-B301-4A374D86B1DF}"/>
                    </a:ext>
                  </a:extLst>
                </p:cNvPr>
                <p:cNvSpPr txBox="1"/>
                <p:nvPr/>
              </p:nvSpPr>
              <p:spPr>
                <a:xfrm>
                  <a:off x="510905" y="5506132"/>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63" name="文本框 62">
                  <a:extLst>
                    <a:ext uri="{FF2B5EF4-FFF2-40B4-BE49-F238E27FC236}">
                      <a16:creationId xmlns:a16="http://schemas.microsoft.com/office/drawing/2014/main" id="{BE86E114-C17E-7666-B301-4A374D86B1DF}"/>
                    </a:ext>
                  </a:extLst>
                </p:cNvPr>
                <p:cNvSpPr txBox="1">
                  <a:spLocks noRot="1" noChangeAspect="1" noMove="1" noResize="1" noEditPoints="1" noAdjustHandles="1" noChangeArrowheads="1" noChangeShapeType="1" noTextEdit="1"/>
                </p:cNvSpPr>
                <p:nvPr/>
              </p:nvSpPr>
              <p:spPr>
                <a:xfrm>
                  <a:off x="510905" y="5506132"/>
                  <a:ext cx="643467" cy="488858"/>
                </a:xfrm>
                <a:prstGeom prst="rect">
                  <a:avLst/>
                </a:prstGeom>
                <a:blipFill>
                  <a:blip r:embed="rId36"/>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EC39DBAF-108D-67AA-099F-7F7092B1B659}"/>
                    </a:ext>
                  </a:extLst>
                </p:cNvPr>
                <p:cNvSpPr txBox="1"/>
                <p:nvPr/>
              </p:nvSpPr>
              <p:spPr>
                <a:xfrm>
                  <a:off x="1224085" y="4105234"/>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64" name="文本框 63">
                  <a:extLst>
                    <a:ext uri="{FF2B5EF4-FFF2-40B4-BE49-F238E27FC236}">
                      <a16:creationId xmlns:a16="http://schemas.microsoft.com/office/drawing/2014/main" id="{EC39DBAF-108D-67AA-099F-7F7092B1B659}"/>
                    </a:ext>
                  </a:extLst>
                </p:cNvPr>
                <p:cNvSpPr txBox="1">
                  <a:spLocks noRot="1" noChangeAspect="1" noMove="1" noResize="1" noEditPoints="1" noAdjustHandles="1" noChangeArrowheads="1" noChangeShapeType="1" noTextEdit="1"/>
                </p:cNvSpPr>
                <p:nvPr/>
              </p:nvSpPr>
              <p:spPr>
                <a:xfrm>
                  <a:off x="1224085" y="4105234"/>
                  <a:ext cx="1110180" cy="488858"/>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1F47278D-0C03-434A-DBCC-8138FFD56C00}"/>
                    </a:ext>
                  </a:extLst>
                </p:cNvPr>
                <p:cNvSpPr txBox="1"/>
                <p:nvPr/>
              </p:nvSpPr>
              <p:spPr>
                <a:xfrm>
                  <a:off x="2338319" y="4105705"/>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5" name="文本框 64">
                  <a:extLst>
                    <a:ext uri="{FF2B5EF4-FFF2-40B4-BE49-F238E27FC236}">
                      <a16:creationId xmlns:a16="http://schemas.microsoft.com/office/drawing/2014/main" id="{1F47278D-0C03-434A-DBCC-8138FFD56C00}"/>
                    </a:ext>
                  </a:extLst>
                </p:cNvPr>
                <p:cNvSpPr txBox="1">
                  <a:spLocks noRot="1" noChangeAspect="1" noMove="1" noResize="1" noEditPoints="1" noAdjustHandles="1" noChangeArrowheads="1" noChangeShapeType="1" noTextEdit="1"/>
                </p:cNvSpPr>
                <p:nvPr/>
              </p:nvSpPr>
              <p:spPr>
                <a:xfrm>
                  <a:off x="2338319" y="4105705"/>
                  <a:ext cx="1110180" cy="488858"/>
                </a:xfrm>
                <a:prstGeom prst="rect">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D91A0C37-8B3C-EB96-62F2-1B4CC692D3F5}"/>
                    </a:ext>
                  </a:extLst>
                </p:cNvPr>
                <p:cNvSpPr txBox="1"/>
                <p:nvPr/>
              </p:nvSpPr>
              <p:spPr>
                <a:xfrm>
                  <a:off x="3451696" y="4106840"/>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6" name="文本框 65">
                  <a:extLst>
                    <a:ext uri="{FF2B5EF4-FFF2-40B4-BE49-F238E27FC236}">
                      <a16:creationId xmlns:a16="http://schemas.microsoft.com/office/drawing/2014/main" id="{D91A0C37-8B3C-EB96-62F2-1B4CC692D3F5}"/>
                    </a:ext>
                  </a:extLst>
                </p:cNvPr>
                <p:cNvSpPr txBox="1">
                  <a:spLocks noRot="1" noChangeAspect="1" noMove="1" noResize="1" noEditPoints="1" noAdjustHandles="1" noChangeArrowheads="1" noChangeShapeType="1" noTextEdit="1"/>
                </p:cNvSpPr>
                <p:nvPr/>
              </p:nvSpPr>
              <p:spPr>
                <a:xfrm>
                  <a:off x="3451696" y="4106840"/>
                  <a:ext cx="1110180" cy="488858"/>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7ACCB035-9F3A-A962-546F-2F8E2CB86ADE}"/>
                    </a:ext>
                  </a:extLst>
                </p:cNvPr>
                <p:cNvSpPr txBox="1"/>
                <p:nvPr/>
              </p:nvSpPr>
              <p:spPr>
                <a:xfrm>
                  <a:off x="4565928" y="4107312"/>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7" name="文本框 66">
                  <a:extLst>
                    <a:ext uri="{FF2B5EF4-FFF2-40B4-BE49-F238E27FC236}">
                      <a16:creationId xmlns:a16="http://schemas.microsoft.com/office/drawing/2014/main" id="{7ACCB035-9F3A-A962-546F-2F8E2CB86ADE}"/>
                    </a:ext>
                  </a:extLst>
                </p:cNvPr>
                <p:cNvSpPr txBox="1">
                  <a:spLocks noRot="1" noChangeAspect="1" noMove="1" noResize="1" noEditPoints="1" noAdjustHandles="1" noChangeArrowheads="1" noChangeShapeType="1" noTextEdit="1"/>
                </p:cNvSpPr>
                <p:nvPr/>
              </p:nvSpPr>
              <p:spPr>
                <a:xfrm>
                  <a:off x="4565928" y="4107312"/>
                  <a:ext cx="1110180" cy="488858"/>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59C01850-A692-5595-7A59-80C6BFBB2A75}"/>
                    </a:ext>
                  </a:extLst>
                </p:cNvPr>
                <p:cNvSpPr txBox="1"/>
                <p:nvPr/>
              </p:nvSpPr>
              <p:spPr>
                <a:xfrm>
                  <a:off x="1224086" y="4571624"/>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p>
              </p:txBody>
            </p:sp>
          </mc:Choice>
          <mc:Fallback xmlns="">
            <p:sp>
              <p:nvSpPr>
                <p:cNvPr id="68" name="文本框 67">
                  <a:extLst>
                    <a:ext uri="{FF2B5EF4-FFF2-40B4-BE49-F238E27FC236}">
                      <a16:creationId xmlns:a16="http://schemas.microsoft.com/office/drawing/2014/main" id="{59C01850-A692-5595-7A59-80C6BFBB2A75}"/>
                    </a:ext>
                  </a:extLst>
                </p:cNvPr>
                <p:cNvSpPr txBox="1">
                  <a:spLocks noRot="1" noChangeAspect="1" noMove="1" noResize="1" noEditPoints="1" noAdjustHandles="1" noChangeArrowheads="1" noChangeShapeType="1" noTextEdit="1"/>
                </p:cNvSpPr>
                <p:nvPr/>
              </p:nvSpPr>
              <p:spPr>
                <a:xfrm>
                  <a:off x="1224086" y="4571624"/>
                  <a:ext cx="1110179" cy="488858"/>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21D6032-F7CA-72B4-7696-EE14E417ADDD}"/>
                    </a:ext>
                  </a:extLst>
                </p:cNvPr>
                <p:cNvSpPr txBox="1"/>
                <p:nvPr/>
              </p:nvSpPr>
              <p:spPr>
                <a:xfrm>
                  <a:off x="2338319" y="4572096"/>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69" name="文本框 68">
                  <a:extLst>
                    <a:ext uri="{FF2B5EF4-FFF2-40B4-BE49-F238E27FC236}">
                      <a16:creationId xmlns:a16="http://schemas.microsoft.com/office/drawing/2014/main" id="{421D6032-F7CA-72B4-7696-EE14E417ADDD}"/>
                    </a:ext>
                  </a:extLst>
                </p:cNvPr>
                <p:cNvSpPr txBox="1">
                  <a:spLocks noRot="1" noChangeAspect="1" noMove="1" noResize="1" noEditPoints="1" noAdjustHandles="1" noChangeArrowheads="1" noChangeShapeType="1" noTextEdit="1"/>
                </p:cNvSpPr>
                <p:nvPr/>
              </p:nvSpPr>
              <p:spPr>
                <a:xfrm>
                  <a:off x="2338319" y="4572096"/>
                  <a:ext cx="1110179" cy="488858"/>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CC7E6F5C-10D1-B749-420D-28EC0FB1AC7D}"/>
                    </a:ext>
                  </a:extLst>
                </p:cNvPr>
                <p:cNvSpPr txBox="1"/>
                <p:nvPr/>
              </p:nvSpPr>
              <p:spPr>
                <a:xfrm>
                  <a:off x="3451696" y="457323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CC7E6F5C-10D1-B749-420D-28EC0FB1AC7D}"/>
                    </a:ext>
                  </a:extLst>
                </p:cNvPr>
                <p:cNvSpPr txBox="1">
                  <a:spLocks noRot="1" noChangeAspect="1" noMove="1" noResize="1" noEditPoints="1" noAdjustHandles="1" noChangeArrowheads="1" noChangeShapeType="1" noTextEdit="1"/>
                </p:cNvSpPr>
                <p:nvPr/>
              </p:nvSpPr>
              <p:spPr>
                <a:xfrm>
                  <a:off x="3451696" y="4573230"/>
                  <a:ext cx="1110179" cy="488858"/>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7D4ADD7D-CFC1-A257-C4C2-67BA93A9E100}"/>
                    </a:ext>
                  </a:extLst>
                </p:cNvPr>
                <p:cNvSpPr txBox="1"/>
                <p:nvPr/>
              </p:nvSpPr>
              <p:spPr>
                <a:xfrm>
                  <a:off x="4565929" y="457370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p>
              </p:txBody>
            </p:sp>
          </mc:Choice>
          <mc:Fallback xmlns="">
            <p:sp>
              <p:nvSpPr>
                <p:cNvPr id="71" name="文本框 70">
                  <a:extLst>
                    <a:ext uri="{FF2B5EF4-FFF2-40B4-BE49-F238E27FC236}">
                      <a16:creationId xmlns:a16="http://schemas.microsoft.com/office/drawing/2014/main" id="{7D4ADD7D-CFC1-A257-C4C2-67BA93A9E100}"/>
                    </a:ext>
                  </a:extLst>
                </p:cNvPr>
                <p:cNvSpPr txBox="1">
                  <a:spLocks noRot="1" noChangeAspect="1" noMove="1" noResize="1" noEditPoints="1" noAdjustHandles="1" noChangeArrowheads="1" noChangeShapeType="1" noTextEdit="1"/>
                </p:cNvSpPr>
                <p:nvPr/>
              </p:nvSpPr>
              <p:spPr>
                <a:xfrm>
                  <a:off x="4565929" y="4573702"/>
                  <a:ext cx="1110179" cy="488858"/>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87AF4872-43D2-C14F-90AC-C7299F598CA2}"/>
                    </a:ext>
                  </a:extLst>
                </p:cNvPr>
                <p:cNvSpPr txBox="1"/>
                <p:nvPr/>
              </p:nvSpPr>
              <p:spPr>
                <a:xfrm>
                  <a:off x="1224085" y="5039422"/>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87AF4872-43D2-C14F-90AC-C7299F598CA2}"/>
                    </a:ext>
                  </a:extLst>
                </p:cNvPr>
                <p:cNvSpPr txBox="1">
                  <a:spLocks noRot="1" noChangeAspect="1" noMove="1" noResize="1" noEditPoints="1" noAdjustHandles="1" noChangeArrowheads="1" noChangeShapeType="1" noTextEdit="1"/>
                </p:cNvSpPr>
                <p:nvPr/>
              </p:nvSpPr>
              <p:spPr>
                <a:xfrm>
                  <a:off x="1224085" y="5039422"/>
                  <a:ext cx="1110180" cy="488858"/>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033EAE6A-06C8-CA8A-68C0-6200C072C9B5}"/>
                    </a:ext>
                  </a:extLst>
                </p:cNvPr>
                <p:cNvSpPr txBox="1"/>
                <p:nvPr/>
              </p:nvSpPr>
              <p:spPr>
                <a:xfrm>
                  <a:off x="2338319" y="5039895"/>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033EAE6A-06C8-CA8A-68C0-6200C072C9B5}"/>
                    </a:ext>
                  </a:extLst>
                </p:cNvPr>
                <p:cNvSpPr txBox="1">
                  <a:spLocks noRot="1" noChangeAspect="1" noMove="1" noResize="1" noEditPoints="1" noAdjustHandles="1" noChangeArrowheads="1" noChangeShapeType="1" noTextEdit="1"/>
                </p:cNvSpPr>
                <p:nvPr/>
              </p:nvSpPr>
              <p:spPr>
                <a:xfrm>
                  <a:off x="2338319" y="5039895"/>
                  <a:ext cx="1110179" cy="488858"/>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8C3091AC-F940-AB6D-123A-A34B19FBA2C1}"/>
                    </a:ext>
                  </a:extLst>
                </p:cNvPr>
                <p:cNvSpPr txBox="1"/>
                <p:nvPr/>
              </p:nvSpPr>
              <p:spPr>
                <a:xfrm>
                  <a:off x="3451696" y="5041028"/>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4" name="文本框 73">
                  <a:extLst>
                    <a:ext uri="{FF2B5EF4-FFF2-40B4-BE49-F238E27FC236}">
                      <a16:creationId xmlns:a16="http://schemas.microsoft.com/office/drawing/2014/main" id="{8C3091AC-F940-AB6D-123A-A34B19FBA2C1}"/>
                    </a:ext>
                  </a:extLst>
                </p:cNvPr>
                <p:cNvSpPr txBox="1">
                  <a:spLocks noRot="1" noChangeAspect="1" noMove="1" noResize="1" noEditPoints="1" noAdjustHandles="1" noChangeArrowheads="1" noChangeShapeType="1" noTextEdit="1"/>
                </p:cNvSpPr>
                <p:nvPr/>
              </p:nvSpPr>
              <p:spPr>
                <a:xfrm>
                  <a:off x="3451696" y="5041028"/>
                  <a:ext cx="1110179" cy="488858"/>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DDB9E7EC-C435-F244-BEEA-D6BBBCA36352}"/>
                    </a:ext>
                  </a:extLst>
                </p:cNvPr>
                <p:cNvSpPr txBox="1"/>
                <p:nvPr/>
              </p:nvSpPr>
              <p:spPr>
                <a:xfrm>
                  <a:off x="4565928" y="5041500"/>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5" name="文本框 74">
                  <a:extLst>
                    <a:ext uri="{FF2B5EF4-FFF2-40B4-BE49-F238E27FC236}">
                      <a16:creationId xmlns:a16="http://schemas.microsoft.com/office/drawing/2014/main" id="{DDB9E7EC-C435-F244-BEEA-D6BBBCA36352}"/>
                    </a:ext>
                  </a:extLst>
                </p:cNvPr>
                <p:cNvSpPr txBox="1">
                  <a:spLocks noRot="1" noChangeAspect="1" noMove="1" noResize="1" noEditPoints="1" noAdjustHandles="1" noChangeArrowheads="1" noChangeShapeType="1" noTextEdit="1"/>
                </p:cNvSpPr>
                <p:nvPr/>
              </p:nvSpPr>
              <p:spPr>
                <a:xfrm>
                  <a:off x="4565928" y="5041500"/>
                  <a:ext cx="1110180" cy="488858"/>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D6632B7D-8925-F215-AD6D-426CE55FBDD5}"/>
                    </a:ext>
                  </a:extLst>
                </p:cNvPr>
                <p:cNvSpPr txBox="1"/>
                <p:nvPr/>
              </p:nvSpPr>
              <p:spPr>
                <a:xfrm>
                  <a:off x="1224086" y="550581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6" name="文本框 75">
                  <a:extLst>
                    <a:ext uri="{FF2B5EF4-FFF2-40B4-BE49-F238E27FC236}">
                      <a16:creationId xmlns:a16="http://schemas.microsoft.com/office/drawing/2014/main" id="{D6632B7D-8925-F215-AD6D-426CE55FBDD5}"/>
                    </a:ext>
                  </a:extLst>
                </p:cNvPr>
                <p:cNvSpPr txBox="1">
                  <a:spLocks noRot="1" noChangeAspect="1" noMove="1" noResize="1" noEditPoints="1" noAdjustHandles="1" noChangeArrowheads="1" noChangeShapeType="1" noTextEdit="1"/>
                </p:cNvSpPr>
                <p:nvPr/>
              </p:nvSpPr>
              <p:spPr>
                <a:xfrm>
                  <a:off x="1224086" y="5505812"/>
                  <a:ext cx="1110179" cy="488858"/>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DB202097-BD76-E0DD-9BB7-5D1B24DCE19E}"/>
                    </a:ext>
                  </a:extLst>
                </p:cNvPr>
                <p:cNvSpPr txBox="1"/>
                <p:nvPr/>
              </p:nvSpPr>
              <p:spPr>
                <a:xfrm>
                  <a:off x="2338319" y="5506284"/>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7" name="文本框 76">
                  <a:extLst>
                    <a:ext uri="{FF2B5EF4-FFF2-40B4-BE49-F238E27FC236}">
                      <a16:creationId xmlns:a16="http://schemas.microsoft.com/office/drawing/2014/main" id="{DB202097-BD76-E0DD-9BB7-5D1B24DCE19E}"/>
                    </a:ext>
                  </a:extLst>
                </p:cNvPr>
                <p:cNvSpPr txBox="1">
                  <a:spLocks noRot="1" noChangeAspect="1" noMove="1" noResize="1" noEditPoints="1" noAdjustHandles="1" noChangeArrowheads="1" noChangeShapeType="1" noTextEdit="1"/>
                </p:cNvSpPr>
                <p:nvPr/>
              </p:nvSpPr>
              <p:spPr>
                <a:xfrm>
                  <a:off x="2338319" y="5506284"/>
                  <a:ext cx="1110180" cy="488858"/>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246A12AA-432E-4319-067C-AF9C7FD17241}"/>
                    </a:ext>
                  </a:extLst>
                </p:cNvPr>
                <p:cNvSpPr txBox="1"/>
                <p:nvPr/>
              </p:nvSpPr>
              <p:spPr>
                <a:xfrm>
                  <a:off x="3451696" y="5507418"/>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8" name="文本框 77">
                  <a:extLst>
                    <a:ext uri="{FF2B5EF4-FFF2-40B4-BE49-F238E27FC236}">
                      <a16:creationId xmlns:a16="http://schemas.microsoft.com/office/drawing/2014/main" id="{246A12AA-432E-4319-067C-AF9C7FD17241}"/>
                    </a:ext>
                  </a:extLst>
                </p:cNvPr>
                <p:cNvSpPr txBox="1">
                  <a:spLocks noRot="1" noChangeAspect="1" noMove="1" noResize="1" noEditPoints="1" noAdjustHandles="1" noChangeArrowheads="1" noChangeShapeType="1" noTextEdit="1"/>
                </p:cNvSpPr>
                <p:nvPr/>
              </p:nvSpPr>
              <p:spPr>
                <a:xfrm>
                  <a:off x="3451696" y="5507418"/>
                  <a:ext cx="1110180" cy="488858"/>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B7A0AB4-B84F-8F65-8E50-D05AA617CF0E}"/>
                    </a:ext>
                  </a:extLst>
                </p:cNvPr>
                <p:cNvSpPr txBox="1"/>
                <p:nvPr/>
              </p:nvSpPr>
              <p:spPr>
                <a:xfrm>
                  <a:off x="4565929" y="550789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9" name="文本框 78">
                  <a:extLst>
                    <a:ext uri="{FF2B5EF4-FFF2-40B4-BE49-F238E27FC236}">
                      <a16:creationId xmlns:a16="http://schemas.microsoft.com/office/drawing/2014/main" id="{CB7A0AB4-B84F-8F65-8E50-D05AA617CF0E}"/>
                    </a:ext>
                  </a:extLst>
                </p:cNvPr>
                <p:cNvSpPr txBox="1">
                  <a:spLocks noRot="1" noChangeAspect="1" noMove="1" noResize="1" noEditPoints="1" noAdjustHandles="1" noChangeArrowheads="1" noChangeShapeType="1" noTextEdit="1"/>
                </p:cNvSpPr>
                <p:nvPr/>
              </p:nvSpPr>
              <p:spPr>
                <a:xfrm>
                  <a:off x="4565929" y="5507890"/>
                  <a:ext cx="1110179" cy="488858"/>
                </a:xfrm>
                <a:prstGeom prst="rect">
                  <a:avLst/>
                </a:prstGeom>
                <a:blipFill>
                  <a:blip r:embed="rId52"/>
                  <a:stretch>
                    <a:fillRect/>
                  </a:stretch>
                </a:blipFill>
              </p:spPr>
              <p:txBody>
                <a:bodyPr/>
                <a:lstStyle/>
                <a:p>
                  <a:r>
                    <a:rPr lang="zh-CN" altLang="en-US">
                      <a:noFill/>
                    </a:rPr>
                    <a:t> </a:t>
                  </a:r>
                </a:p>
              </p:txBody>
            </p:sp>
          </mc:Fallback>
        </mc:AlternateContent>
        <p:cxnSp>
          <p:nvCxnSpPr>
            <p:cNvPr id="80" name="直接连接符 79">
              <a:extLst>
                <a:ext uri="{FF2B5EF4-FFF2-40B4-BE49-F238E27FC236}">
                  <a16:creationId xmlns:a16="http://schemas.microsoft.com/office/drawing/2014/main" id="{E2C54E02-D83C-F5D8-CF0A-9020E8400DD7}"/>
                </a:ext>
              </a:extLst>
            </p:cNvPr>
            <p:cNvCxnSpPr>
              <a:cxnSpLocks/>
            </p:cNvCxnSpPr>
            <p:nvPr/>
          </p:nvCxnSpPr>
          <p:spPr>
            <a:xfrm>
              <a:off x="3448070"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A069713C-3308-3550-CBA5-CA75EE3C4CB7}"/>
                </a:ext>
              </a:extLst>
            </p:cNvPr>
            <p:cNvCxnSpPr>
              <a:cxnSpLocks/>
            </p:cNvCxnSpPr>
            <p:nvPr/>
          </p:nvCxnSpPr>
          <p:spPr>
            <a:xfrm>
              <a:off x="1220031" y="5036740"/>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F8C02DA1-426B-BD3D-1BAB-39C303D5F2CC}"/>
                </a:ext>
              </a:extLst>
            </p:cNvPr>
            <p:cNvCxnSpPr>
              <a:cxnSpLocks/>
            </p:cNvCxnSpPr>
            <p:nvPr/>
          </p:nvCxnSpPr>
          <p:spPr>
            <a:xfrm>
              <a:off x="2334265"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89350FC5-14E8-2E8C-2788-72C0788780B3}"/>
                </a:ext>
              </a:extLst>
            </p:cNvPr>
            <p:cNvCxnSpPr>
              <a:cxnSpLocks/>
            </p:cNvCxnSpPr>
            <p:nvPr/>
          </p:nvCxnSpPr>
          <p:spPr>
            <a:xfrm>
              <a:off x="4561875" y="4102552"/>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3765333-0DA0-DF96-B374-EB92CC8EA6C5}"/>
                </a:ext>
              </a:extLst>
            </p:cNvPr>
            <p:cNvCxnSpPr>
              <a:cxnSpLocks/>
            </p:cNvCxnSpPr>
            <p:nvPr/>
          </p:nvCxnSpPr>
          <p:spPr>
            <a:xfrm>
              <a:off x="1220031" y="4567667"/>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85E7B18-17FC-0C04-2938-16643F463730}"/>
                </a:ext>
              </a:extLst>
            </p:cNvPr>
            <p:cNvCxnSpPr>
              <a:cxnSpLocks/>
            </p:cNvCxnSpPr>
            <p:nvPr/>
          </p:nvCxnSpPr>
          <p:spPr>
            <a:xfrm>
              <a:off x="1220030" y="5501856"/>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E9E670C2-532E-C41A-E05E-24532EE08C69}"/>
                </a:ext>
              </a:extLst>
            </p:cNvPr>
            <p:cNvSpPr/>
            <p:nvPr/>
          </p:nvSpPr>
          <p:spPr>
            <a:xfrm>
              <a:off x="1220031" y="4105234"/>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EB0158E2-30B2-5A32-0A56-559C13E7C20D}"/>
                    </a:ext>
                  </a:extLst>
                </p:cNvPr>
                <p:cNvSpPr txBox="1"/>
                <p:nvPr/>
              </p:nvSpPr>
              <p:spPr>
                <a:xfrm>
                  <a:off x="1255690" y="3696736"/>
                  <a:ext cx="1083056"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EB0158E2-30B2-5A32-0A56-559C13E7C20D}"/>
                    </a:ext>
                  </a:extLst>
                </p:cNvPr>
                <p:cNvSpPr txBox="1">
                  <a:spLocks noRot="1" noChangeAspect="1" noMove="1" noResize="1" noEditPoints="1" noAdjustHandles="1" noChangeArrowheads="1" noChangeShapeType="1" noTextEdit="1"/>
                </p:cNvSpPr>
                <p:nvPr/>
              </p:nvSpPr>
              <p:spPr>
                <a:xfrm>
                  <a:off x="1255690" y="3696736"/>
                  <a:ext cx="1083056" cy="488858"/>
                </a:xfrm>
                <a:prstGeom prst="rect">
                  <a:avLst/>
                </a:prstGeom>
                <a:blipFill>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413A8C5D-03E8-F7CC-1E08-EE06E28DC972}"/>
                    </a:ext>
                  </a:extLst>
                </p:cNvPr>
                <p:cNvSpPr txBox="1"/>
                <p:nvPr/>
              </p:nvSpPr>
              <p:spPr>
                <a:xfrm>
                  <a:off x="2338317" y="3696736"/>
                  <a:ext cx="110612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413A8C5D-03E8-F7CC-1E08-EE06E28DC972}"/>
                    </a:ext>
                  </a:extLst>
                </p:cNvPr>
                <p:cNvSpPr txBox="1">
                  <a:spLocks noRot="1" noChangeAspect="1" noMove="1" noResize="1" noEditPoints="1" noAdjustHandles="1" noChangeArrowheads="1" noChangeShapeType="1" noTextEdit="1"/>
                </p:cNvSpPr>
                <p:nvPr/>
              </p:nvSpPr>
              <p:spPr>
                <a:xfrm>
                  <a:off x="2338317" y="3696736"/>
                  <a:ext cx="1106127" cy="488858"/>
                </a:xfrm>
                <a:prstGeom prst="rect">
                  <a:avLst/>
                </a:prstGeom>
                <a:blipFill>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65735466-AE3C-4BC6-8F38-0789C4D85804}"/>
                    </a:ext>
                  </a:extLst>
                </p:cNvPr>
                <p:cNvSpPr txBox="1"/>
                <p:nvPr/>
              </p:nvSpPr>
              <p:spPr>
                <a:xfrm>
                  <a:off x="3452549" y="3696736"/>
                  <a:ext cx="111893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89" name="文本框 88">
                  <a:extLst>
                    <a:ext uri="{FF2B5EF4-FFF2-40B4-BE49-F238E27FC236}">
                      <a16:creationId xmlns:a16="http://schemas.microsoft.com/office/drawing/2014/main" id="{65735466-AE3C-4BC6-8F38-0789C4D85804}"/>
                    </a:ext>
                  </a:extLst>
                </p:cNvPr>
                <p:cNvSpPr txBox="1">
                  <a:spLocks noRot="1" noChangeAspect="1" noMove="1" noResize="1" noEditPoints="1" noAdjustHandles="1" noChangeArrowheads="1" noChangeShapeType="1" noTextEdit="1"/>
                </p:cNvSpPr>
                <p:nvPr/>
              </p:nvSpPr>
              <p:spPr>
                <a:xfrm>
                  <a:off x="3452549" y="3696736"/>
                  <a:ext cx="1118931" cy="488858"/>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FC3FAB05-3B4D-1562-72F6-1015ECA03EE6}"/>
                    </a:ext>
                  </a:extLst>
                </p:cNvPr>
                <p:cNvSpPr txBox="1"/>
                <p:nvPr/>
              </p:nvSpPr>
              <p:spPr>
                <a:xfrm>
                  <a:off x="4575534" y="3696736"/>
                  <a:ext cx="1095668"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FC3FAB05-3B4D-1562-72F6-1015ECA03EE6}"/>
                    </a:ext>
                  </a:extLst>
                </p:cNvPr>
                <p:cNvSpPr txBox="1">
                  <a:spLocks noRot="1" noChangeAspect="1" noMove="1" noResize="1" noEditPoints="1" noAdjustHandles="1" noChangeArrowheads="1" noChangeShapeType="1" noTextEdit="1"/>
                </p:cNvSpPr>
                <p:nvPr/>
              </p:nvSpPr>
              <p:spPr>
                <a:xfrm>
                  <a:off x="4575534" y="3696736"/>
                  <a:ext cx="1095668" cy="488858"/>
                </a:xfrm>
                <a:prstGeom prst="rect">
                  <a:avLst/>
                </a:prstGeom>
                <a:blipFill>
                  <a:blip r:embed="rId5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B01685FA-8A72-9F41-34D4-AD1266BEF021}"/>
                    </a:ext>
                  </a:extLst>
                </p:cNvPr>
                <p:cNvSpPr txBox="1"/>
                <p:nvPr/>
              </p:nvSpPr>
              <p:spPr>
                <a:xfrm>
                  <a:off x="330573" y="3185735"/>
                  <a:ext cx="497394" cy="554039"/>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b="0" i="0" smtClean="0">
                            <a:solidFill>
                              <a:schemeClr val="tx1"/>
                            </a:solidFill>
                            <a:latin typeface="Cambria Math" panose="02040503050406030204" pitchFamily="18" charset="0"/>
                          </a:rPr>
                          <m:t>Y</m:t>
                        </m:r>
                      </m:oMath>
                    </m:oMathPara>
                  </a14:m>
                  <a:endParaRPr lang="zh-CN" altLang="en-US" sz="2800" dirty="0">
                    <a:solidFill>
                      <a:schemeClr val="tx1"/>
                    </a:solidFill>
                  </a:endParaRPr>
                </a:p>
              </p:txBody>
            </p:sp>
          </mc:Choice>
          <mc:Fallback xmlns="">
            <p:sp>
              <p:nvSpPr>
                <p:cNvPr id="91" name="文本框 90">
                  <a:extLst>
                    <a:ext uri="{FF2B5EF4-FFF2-40B4-BE49-F238E27FC236}">
                      <a16:creationId xmlns:a16="http://schemas.microsoft.com/office/drawing/2014/main" id="{B01685FA-8A72-9F41-34D4-AD1266BEF021}"/>
                    </a:ext>
                  </a:extLst>
                </p:cNvPr>
                <p:cNvSpPr txBox="1">
                  <a:spLocks noRot="1" noChangeAspect="1" noMove="1" noResize="1" noEditPoints="1" noAdjustHandles="1" noChangeArrowheads="1" noChangeShapeType="1" noTextEdit="1"/>
                </p:cNvSpPr>
                <p:nvPr/>
              </p:nvSpPr>
              <p:spPr>
                <a:xfrm>
                  <a:off x="330573" y="3185735"/>
                  <a:ext cx="497394" cy="554039"/>
                </a:xfrm>
                <a:prstGeom prst="rect">
                  <a:avLst/>
                </a:prstGeom>
                <a:blipFill>
                  <a:blip r:embed="rId57"/>
                  <a:stretch>
                    <a:fillRect/>
                  </a:stretch>
                </a:blipFill>
              </p:spPr>
              <p:txBody>
                <a:bodyPr/>
                <a:lstStyle/>
                <a:p>
                  <a:r>
                    <a:rPr lang="zh-CN" altLang="en-US">
                      <a:noFill/>
                    </a:rPr>
                    <a:t> </a:t>
                  </a:r>
                </a:p>
              </p:txBody>
            </p:sp>
          </mc:Fallback>
        </mc:AlternateContent>
      </p:grpSp>
      <p:sp>
        <p:nvSpPr>
          <p:cNvPr id="92" name="矩形: 圆角 91">
            <a:extLst>
              <a:ext uri="{FF2B5EF4-FFF2-40B4-BE49-F238E27FC236}">
                <a16:creationId xmlns:a16="http://schemas.microsoft.com/office/drawing/2014/main" id="{3339DA6A-16DE-E600-19E5-8CBFB5FE65C3}"/>
              </a:ext>
            </a:extLst>
          </p:cNvPr>
          <p:cNvSpPr/>
          <p:nvPr/>
        </p:nvSpPr>
        <p:spPr>
          <a:xfrm>
            <a:off x="1316409" y="4279728"/>
            <a:ext cx="2767263" cy="258626"/>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93" name="矩形: 圆角 92">
            <a:extLst>
              <a:ext uri="{FF2B5EF4-FFF2-40B4-BE49-F238E27FC236}">
                <a16:creationId xmlns:a16="http://schemas.microsoft.com/office/drawing/2014/main" id="{288BF37F-6FC4-3363-7514-C8CF296187EA}"/>
              </a:ext>
            </a:extLst>
          </p:cNvPr>
          <p:cNvSpPr/>
          <p:nvPr/>
        </p:nvSpPr>
        <p:spPr>
          <a:xfrm>
            <a:off x="2084427" y="4236375"/>
            <a:ext cx="1227220" cy="782557"/>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085976EA-380F-3CF0-5069-6AD9A5970DC0}"/>
                  </a:ext>
                </a:extLst>
              </p:cNvPr>
              <p:cNvSpPr txBox="1"/>
              <p:nvPr/>
            </p:nvSpPr>
            <p:spPr>
              <a:xfrm>
                <a:off x="360000" y="5824800"/>
                <a:ext cx="2955220" cy="5859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3200" b="0" i="0" smtClean="0">
                          <a:solidFill>
                            <a:srgbClr val="002060"/>
                          </a:solidFill>
                          <a:latin typeface="Cambria Math" panose="02040503050406030204" pitchFamily="18" charset="0"/>
                        </a:rPr>
                        <m:t>Y</m:t>
                      </m:r>
                      <m:r>
                        <a:rPr lang="en-US" altLang="zh-CN" sz="3200" b="0" i="0" smtClean="0">
                          <a:solidFill>
                            <a:srgbClr val="002060"/>
                          </a:solidFill>
                          <a:latin typeface="Cambria Math" panose="02040503050406030204" pitchFamily="18" charset="0"/>
                        </a:rPr>
                        <m:t>=</m:t>
                      </m:r>
                      <m:acc>
                        <m:accPr>
                          <m:chr m:val="̅"/>
                          <m:ctrlPr>
                            <a:rPr lang="en-US" altLang="zh-CN" sz="3200" i="1" smtClean="0">
                              <a:solidFill>
                                <a:srgbClr val="FF0000"/>
                              </a:solidFill>
                              <a:latin typeface="Cambria Math" panose="02040503050406030204" pitchFamily="18" charset="0"/>
                            </a:rPr>
                          </m:ctrlPr>
                        </m:accPr>
                        <m:e>
                          <m:r>
                            <m:rPr>
                              <m:sty m:val="p"/>
                            </m:rPr>
                            <a:rPr lang="en-US" altLang="zh-CN" sz="3200">
                              <a:solidFill>
                                <a:srgbClr val="FF0000"/>
                              </a:solidFill>
                              <a:latin typeface="Cambria Math" panose="02040503050406030204" pitchFamily="18" charset="0"/>
                            </a:rPr>
                            <m:t>A</m:t>
                          </m:r>
                        </m:e>
                      </m:acc>
                      <m:r>
                        <m:rPr>
                          <m:sty m:val="p"/>
                        </m:rPr>
                        <a:rPr lang="en-US" altLang="zh-CN" sz="3200" b="0" i="0" smtClean="0">
                          <a:solidFill>
                            <a:srgbClr val="FF000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B050"/>
                          </a:solidFill>
                          <a:latin typeface="Cambria Math" panose="02040503050406030204" pitchFamily="18" charset="0"/>
                        </a:rPr>
                        <m:t>BD</m:t>
                      </m:r>
                    </m:oMath>
                  </m:oMathPara>
                </a14:m>
                <a:endParaRPr lang="zh-CN" altLang="en-US" sz="3200" dirty="0"/>
              </a:p>
            </p:txBody>
          </p:sp>
        </mc:Choice>
        <mc:Fallback xmlns="">
          <p:sp>
            <p:nvSpPr>
              <p:cNvPr id="95" name="文本框 94">
                <a:extLst>
                  <a:ext uri="{FF2B5EF4-FFF2-40B4-BE49-F238E27FC236}">
                    <a16:creationId xmlns:a16="http://schemas.microsoft.com/office/drawing/2014/main" id="{085976EA-380F-3CF0-5069-6AD9A5970DC0}"/>
                  </a:ext>
                </a:extLst>
              </p:cNvPr>
              <p:cNvSpPr txBox="1">
                <a:spLocks noRot="1" noChangeAspect="1" noMove="1" noResize="1" noEditPoints="1" noAdjustHandles="1" noChangeArrowheads="1" noChangeShapeType="1" noTextEdit="1"/>
              </p:cNvSpPr>
              <p:nvPr/>
            </p:nvSpPr>
            <p:spPr>
              <a:xfrm>
                <a:off x="360000" y="5824800"/>
                <a:ext cx="2955220" cy="585930"/>
              </a:xfrm>
              <a:prstGeom prst="rect">
                <a:avLst/>
              </a:prstGeom>
              <a:blipFill>
                <a:blip r:embed="rId5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59B48C23-6C2E-801B-599D-5F2892064464}"/>
                  </a:ext>
                </a:extLst>
              </p:cNvPr>
              <p:cNvSpPr txBox="1"/>
              <p:nvPr/>
            </p:nvSpPr>
            <p:spPr>
              <a:xfrm>
                <a:off x="2737821" y="5824800"/>
                <a:ext cx="2393303" cy="5859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3200" b="0" i="0" smtClean="0">
                          <a:solidFill>
                            <a:schemeClr val="tx1"/>
                          </a:solidFill>
                          <a:latin typeface="Cambria Math" panose="02040503050406030204" pitchFamily="18" charset="0"/>
                        </a:rPr>
                        <m:t>=</m:t>
                      </m:r>
                      <m:r>
                        <a:rPr lang="en-US" altLang="zh-CN" sz="3200" b="0" i="1" smtClean="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a:solidFill>
                                <a:schemeClr val="tx1"/>
                              </a:solidFill>
                              <a:latin typeface="Cambria Math" panose="02040503050406030204" pitchFamily="18" charset="0"/>
                            </a:rPr>
                            <m:t>A</m:t>
                          </m:r>
                        </m:e>
                      </m:acc>
                      <m:r>
                        <a:rPr lang="en-US" altLang="zh-CN" sz="3200" b="0" i="1"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D</m:t>
                      </m:r>
                      <m:r>
                        <a:rPr lang="en-US" altLang="zh-CN" sz="3200" b="0" i="1"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B</m:t>
                      </m:r>
                    </m:oMath>
                  </m:oMathPara>
                </a14:m>
                <a:endParaRPr lang="zh-CN" altLang="en-US" sz="3200" dirty="0">
                  <a:solidFill>
                    <a:schemeClr val="tx1"/>
                  </a:solidFill>
                </a:endParaRPr>
              </a:p>
            </p:txBody>
          </p:sp>
        </mc:Choice>
        <mc:Fallback xmlns="">
          <p:sp>
            <p:nvSpPr>
              <p:cNvPr id="96" name="文本框 95">
                <a:extLst>
                  <a:ext uri="{FF2B5EF4-FFF2-40B4-BE49-F238E27FC236}">
                    <a16:creationId xmlns:a16="http://schemas.microsoft.com/office/drawing/2014/main" id="{59B48C23-6C2E-801B-599D-5F2892064464}"/>
                  </a:ext>
                </a:extLst>
              </p:cNvPr>
              <p:cNvSpPr txBox="1">
                <a:spLocks noRot="1" noChangeAspect="1" noMove="1" noResize="1" noEditPoints="1" noAdjustHandles="1" noChangeArrowheads="1" noChangeShapeType="1" noTextEdit="1"/>
              </p:cNvSpPr>
              <p:nvPr/>
            </p:nvSpPr>
            <p:spPr>
              <a:xfrm>
                <a:off x="2737821" y="5824800"/>
                <a:ext cx="2393303" cy="585930"/>
              </a:xfrm>
              <a:prstGeom prst="rect">
                <a:avLst/>
              </a:prstGeom>
              <a:blipFill>
                <a:blip r:embed="rId59"/>
                <a:stretch>
                  <a:fillRect/>
                </a:stretch>
              </a:blipFill>
            </p:spPr>
            <p:txBody>
              <a:bodyPr/>
              <a:lstStyle/>
              <a:p>
                <a:r>
                  <a:rPr lang="zh-CN" altLang="en-US">
                    <a:noFill/>
                  </a:rPr>
                  <a:t> </a:t>
                </a:r>
              </a:p>
            </p:txBody>
          </p:sp>
        </mc:Fallback>
      </mc:AlternateContent>
      <p:sp>
        <p:nvSpPr>
          <p:cNvPr id="97" name="箭头: 右 96">
            <a:extLst>
              <a:ext uri="{FF2B5EF4-FFF2-40B4-BE49-F238E27FC236}">
                <a16:creationId xmlns:a16="http://schemas.microsoft.com/office/drawing/2014/main" id="{E73F5032-E753-83C3-4742-9C5447C77627}"/>
              </a:ext>
            </a:extLst>
          </p:cNvPr>
          <p:cNvSpPr/>
          <p:nvPr/>
        </p:nvSpPr>
        <p:spPr>
          <a:xfrm flipH="1">
            <a:off x="5400000" y="4320000"/>
            <a:ext cx="637564" cy="487931"/>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DCECFA2C-F7EF-539F-3C6E-0A0B02D502FA}"/>
              </a:ext>
            </a:extLst>
          </p:cNvPr>
          <p:cNvGrpSpPr/>
          <p:nvPr/>
        </p:nvGrpSpPr>
        <p:grpSpPr>
          <a:xfrm>
            <a:off x="11449269" y="6198682"/>
            <a:ext cx="786273" cy="548639"/>
            <a:chOff x="11454918" y="5839511"/>
            <a:chExt cx="786273" cy="548639"/>
          </a:xfrm>
        </p:grpSpPr>
        <p:grpSp>
          <p:nvGrpSpPr>
            <p:cNvPr id="7" name="组合 6">
              <a:extLst>
                <a:ext uri="{FF2B5EF4-FFF2-40B4-BE49-F238E27FC236}">
                  <a16:creationId xmlns:a16="http://schemas.microsoft.com/office/drawing/2014/main" id="{E9A6341D-FE76-FBB9-313E-2AC077F53924}"/>
                </a:ext>
              </a:extLst>
            </p:cNvPr>
            <p:cNvGrpSpPr/>
            <p:nvPr/>
          </p:nvGrpSpPr>
          <p:grpSpPr>
            <a:xfrm>
              <a:off x="11454918" y="5867450"/>
              <a:ext cx="737081" cy="520700"/>
              <a:chOff x="11454918" y="5867450"/>
              <a:chExt cx="737081" cy="520700"/>
            </a:xfrm>
          </p:grpSpPr>
          <p:sp>
            <p:nvSpPr>
              <p:cNvPr id="43" name="箭头: 五边形 42">
                <a:extLst>
                  <a:ext uri="{FF2B5EF4-FFF2-40B4-BE49-F238E27FC236}">
                    <a16:creationId xmlns:a16="http://schemas.microsoft.com/office/drawing/2014/main" id="{8251C851-C693-C62C-538B-C877F3AA406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箭头: V 形 45">
                <a:extLst>
                  <a:ext uri="{FF2B5EF4-FFF2-40B4-BE49-F238E27FC236}">
                    <a16:creationId xmlns:a16="http://schemas.microsoft.com/office/drawing/2014/main" id="{D40694C3-79B2-3564-0E46-FB23E460186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8" name="灯片编号占位符 3">
              <a:extLst>
                <a:ext uri="{FF2B5EF4-FFF2-40B4-BE49-F238E27FC236}">
                  <a16:creationId xmlns:a16="http://schemas.microsoft.com/office/drawing/2014/main" id="{BD6988D5-4D1F-B682-3D70-A2E436232C9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28</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277814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randombar(horizontal)">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randombar(horizontal)">
                                      <p:cBhvr>
                                        <p:cTn id="17" dur="500"/>
                                        <p:tgtEl>
                                          <p:spTgt spid="97"/>
                                        </p:tgtEl>
                                      </p:cBhvr>
                                    </p:animEffect>
                                  </p:childTnLst>
                                </p:cTn>
                              </p:par>
                              <p:par>
                                <p:cTn id="18" presetID="14" presetClass="entr" presetSubtype="10" fill="hold" nodeType="with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randombar(horizontal)">
                                      <p:cBhvr>
                                        <p:cTn id="20" dur="500"/>
                                        <p:tgtEl>
                                          <p:spTgt spid="56"/>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92"/>
                                        </p:tgtEl>
                                        <p:attrNameLst>
                                          <p:attrName>style.visibility</p:attrName>
                                        </p:attrNameLst>
                                      </p:cBhvr>
                                      <p:to>
                                        <p:strVal val="visible"/>
                                      </p:to>
                                    </p:set>
                                    <p:animEffect transition="in" filter="randombar(horizontal)">
                                      <p:cBhvr>
                                        <p:cTn id="25" dur="500"/>
                                        <p:tgtEl>
                                          <p:spTgt spid="92"/>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93"/>
                                        </p:tgtEl>
                                        <p:attrNameLst>
                                          <p:attrName>style.visibility</p:attrName>
                                        </p:attrNameLst>
                                      </p:cBhvr>
                                      <p:to>
                                        <p:strVal val="visible"/>
                                      </p:to>
                                    </p:set>
                                    <p:animEffect transition="in" filter="randombar(horizontal)">
                                      <p:cBhvr>
                                        <p:cTn id="28" dur="500"/>
                                        <p:tgtEl>
                                          <p:spTgt spid="93"/>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95"/>
                                        </p:tgtEl>
                                        <p:attrNameLst>
                                          <p:attrName>style.visibility</p:attrName>
                                        </p:attrNameLst>
                                      </p:cBhvr>
                                      <p:to>
                                        <p:strVal val="visible"/>
                                      </p:to>
                                    </p:set>
                                    <p:animEffect transition="in" filter="randombar(horizontal)">
                                      <p:cBhvr>
                                        <p:cTn id="33" dur="500"/>
                                        <p:tgtEl>
                                          <p:spTgt spid="95"/>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96"/>
                                        </p:tgtEl>
                                        <p:attrNameLst>
                                          <p:attrName>style.visibility</p:attrName>
                                        </p:attrNameLst>
                                      </p:cBhvr>
                                      <p:to>
                                        <p:strVal val="visible"/>
                                      </p:to>
                                    </p:set>
                                    <p:animEffect transition="in" filter="randombar(horizontal)">
                                      <p:cBhvr>
                                        <p:cTn id="38"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2" grpId="0" animBg="1"/>
      <p:bldP spid="93" grpId="0" animBg="1"/>
      <p:bldP spid="95" grpId="0"/>
      <p:bldP spid="96" grpId="0"/>
      <p:bldP spid="9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FEEE-7CA0-BB1C-AAFE-FFE2EC4A42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EFE735-9EBF-7C6E-0716-A7553A1857B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
        <p:nvSpPr>
          <p:cNvPr id="3" name="文本框 2">
            <a:extLst>
              <a:ext uri="{FF2B5EF4-FFF2-40B4-BE49-F238E27FC236}">
                <a16:creationId xmlns:a16="http://schemas.microsoft.com/office/drawing/2014/main" id="{EE5555CD-C7D6-C394-6458-3D784C1D1081}"/>
              </a:ext>
            </a:extLst>
          </p:cNvPr>
          <p:cNvSpPr txBox="1"/>
          <p:nvPr/>
        </p:nvSpPr>
        <p:spPr>
          <a:xfrm>
            <a:off x="360000" y="828000"/>
            <a:ext cx="11463148" cy="533288"/>
          </a:xfrm>
          <a:prstGeom prst="rect">
            <a:avLst/>
          </a:prstGeom>
          <a:noFill/>
        </p:spPr>
        <p:txBody>
          <a:bodyPr wrap="square">
            <a:spAutoFit/>
          </a:bodyPr>
          <a:lstStyle/>
          <a:p>
            <a:pPr algn="just">
              <a:lnSpc>
                <a:spcPct val="11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用卡诺图化简法，求下式的最简 </a:t>
            </a:r>
            <a:r>
              <a:rPr lang="zh-CN" altLang="en-US" sz="2800" b="1" dirty="0">
                <a:solidFill>
                  <a:srgbClr val="002060"/>
                </a:solidFill>
                <a:latin typeface="微软雅黑" panose="020B0503020204020204" pitchFamily="34" charset="-122"/>
                <a:ea typeface="微软雅黑" panose="020B0503020204020204" pitchFamily="34" charset="-122"/>
              </a:rPr>
              <a:t>或</a:t>
            </a:r>
            <a:r>
              <a:rPr lang="zh-CN" altLang="en-US" sz="2800" dirty="0">
                <a:solidFill>
                  <a:srgbClr val="002060"/>
                </a:solidFill>
                <a:latin typeface="微软雅黑" panose="020B0503020204020204" pitchFamily="34" charset="-122"/>
                <a:ea typeface="微软雅黑" panose="020B0503020204020204" pitchFamily="34" charset="-122"/>
              </a:rPr>
              <a:t> </a:t>
            </a:r>
            <a:r>
              <a:rPr lang="en-US" altLang="zh-CN" sz="2800" dirty="0">
                <a:solidFill>
                  <a:srgbClr val="002060"/>
                </a:solidFill>
                <a:latin typeface="微软雅黑" panose="020B0503020204020204" pitchFamily="34" charset="-122"/>
                <a:ea typeface="微软雅黑" panose="020B0503020204020204" pitchFamily="34" charset="-122"/>
              </a:rPr>
              <a:t>– </a:t>
            </a:r>
            <a:r>
              <a:rPr lang="zh-CN" altLang="en-US" sz="2800" b="1" dirty="0">
                <a:solidFill>
                  <a:srgbClr val="002060"/>
                </a:solidFill>
                <a:latin typeface="微软雅黑" panose="020B0503020204020204" pitchFamily="34" charset="-122"/>
                <a:ea typeface="微软雅黑" panose="020B0503020204020204" pitchFamily="34" charset="-122"/>
              </a:rPr>
              <a:t>与</a:t>
            </a:r>
            <a:r>
              <a:rPr lang="zh-CN" altLang="en-US" sz="2800" dirty="0">
                <a:solidFill>
                  <a:srgbClr val="002060"/>
                </a:solidFill>
                <a:latin typeface="微软雅黑" panose="020B0503020204020204" pitchFamily="34" charset="-122"/>
                <a:ea typeface="微软雅黑" panose="020B0503020204020204" pitchFamily="34" charset="-122"/>
              </a:rPr>
              <a:t> 表示式</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61DEB4B-3D8F-37BA-A871-91882E0B1B6F}"/>
                  </a:ext>
                </a:extLst>
              </p:cNvPr>
              <p:cNvSpPr txBox="1"/>
              <p:nvPr/>
            </p:nvSpPr>
            <p:spPr>
              <a:xfrm>
                <a:off x="360001" y="1440000"/>
                <a:ext cx="8256098" cy="584775"/>
              </a:xfrm>
              <a:prstGeom prst="rect">
                <a:avLst/>
              </a:prstGeom>
              <a:noFill/>
            </p:spPr>
            <p:txBody>
              <a:bodyPr wrap="square">
                <a:spAutoFit/>
              </a:bodyPr>
              <a:lstStyle/>
              <a:p>
                <a14:m>
                  <m:oMath xmlns:m="http://schemas.openxmlformats.org/officeDocument/2006/math">
                    <m:r>
                      <m:rPr>
                        <m:sty m:val="p"/>
                      </m:rPr>
                      <a:rPr lang="en-US" altLang="zh-CN" sz="3200" b="0" i="0" smtClean="0">
                        <a:solidFill>
                          <a:srgbClr val="002060"/>
                        </a:solidFill>
                        <a:latin typeface="Cambria Math" panose="02040503050406030204" pitchFamily="18" charset="0"/>
                      </a:rPr>
                      <m:t>Y</m:t>
                    </m:r>
                    <m:d>
                      <m:dPr>
                        <m:ctrlPr>
                          <a:rPr lang="en-US" altLang="zh-CN" sz="3200" b="0" i="1" smtClean="0">
                            <a:solidFill>
                              <a:srgbClr val="002060"/>
                            </a:solidFill>
                            <a:latin typeface="Cambria Math" panose="02040503050406030204" pitchFamily="18" charset="0"/>
                          </a:rPr>
                        </m:ctrlPr>
                      </m:dPr>
                      <m:e>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C</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D</m:t>
                        </m:r>
                      </m:e>
                    </m:d>
                    <m:r>
                      <a:rPr lang="en-US" altLang="zh-CN" sz="3200" b="0" i="0" smtClean="0">
                        <a:solidFill>
                          <a:srgbClr val="002060"/>
                        </a:solidFill>
                        <a:latin typeface="Cambria Math" panose="02040503050406030204" pitchFamily="18" charset="0"/>
                      </a:rPr>
                      <m:t>=</m:t>
                    </m:r>
                    <m:nary>
                      <m:naryPr>
                        <m:chr m:val="∏"/>
                        <m:subHide m:val="on"/>
                        <m:supHide m:val="on"/>
                        <m:ctrlPr>
                          <a:rPr lang="en-US" altLang="zh-CN" sz="3200" b="0" i="1" smtClean="0">
                            <a:solidFill>
                              <a:srgbClr val="002060"/>
                            </a:solidFill>
                            <a:latin typeface="Cambria Math" panose="02040503050406030204" pitchFamily="18" charset="0"/>
                          </a:rPr>
                        </m:ctrlPr>
                      </m:naryPr>
                      <m:sub/>
                      <m:sup/>
                      <m:e>
                        <m:r>
                          <a:rPr lang="en-US" altLang="zh-CN" sz="3200" b="0" i="1" smtClean="0">
                            <a:solidFill>
                              <a:srgbClr val="002060"/>
                            </a:solidFill>
                            <a:latin typeface="Cambria Math" panose="02040503050406030204" pitchFamily="18" charset="0"/>
                          </a:rPr>
                          <m:t>𝑀</m:t>
                        </m:r>
                        <m:r>
                          <a:rPr lang="en-US" altLang="zh-CN" sz="3200" b="0" i="1" smtClean="0">
                            <a:solidFill>
                              <a:srgbClr val="002060"/>
                            </a:solidFill>
                            <a:latin typeface="Cambria Math" panose="02040503050406030204" pitchFamily="18" charset="0"/>
                          </a:rPr>
                          <m:t>(3,4, 6,7,11,12,13,14,15)</m:t>
                        </m:r>
                      </m:e>
                    </m:nary>
                  </m:oMath>
                </a14:m>
                <a:r>
                  <a:rPr lang="zh-CN" altLang="en-US" sz="3200" dirty="0">
                    <a:solidFill>
                      <a:srgbClr val="002060"/>
                    </a:solidFill>
                  </a:rPr>
                  <a:t> </a:t>
                </a:r>
              </a:p>
            </p:txBody>
          </p:sp>
        </mc:Choice>
        <mc:Fallback xmlns="">
          <p:sp>
            <p:nvSpPr>
              <p:cNvPr id="4" name="文本框 3">
                <a:extLst>
                  <a:ext uri="{FF2B5EF4-FFF2-40B4-BE49-F238E27FC236}">
                    <a16:creationId xmlns:a16="http://schemas.microsoft.com/office/drawing/2014/main" id="{E61DEB4B-3D8F-37BA-A871-91882E0B1B6F}"/>
                  </a:ext>
                </a:extLst>
              </p:cNvPr>
              <p:cNvSpPr txBox="1">
                <a:spLocks noRot="1" noChangeAspect="1" noMove="1" noResize="1" noEditPoints="1" noAdjustHandles="1" noChangeArrowheads="1" noChangeShapeType="1" noTextEdit="1"/>
              </p:cNvSpPr>
              <p:nvPr/>
            </p:nvSpPr>
            <p:spPr>
              <a:xfrm>
                <a:off x="360001" y="1440000"/>
                <a:ext cx="8256098" cy="584775"/>
              </a:xfrm>
              <a:prstGeom prst="rect">
                <a:avLst/>
              </a:prstGeom>
              <a:blipFill>
                <a:blip r:embed="rId2"/>
                <a:stretch>
                  <a:fillRect/>
                </a:stretch>
              </a:blipFill>
            </p:spPr>
            <p:txBody>
              <a:bodyPr/>
              <a:lstStyle/>
              <a:p>
                <a:r>
                  <a:rPr lang="zh-CN" altLang="en-US">
                    <a:noFill/>
                  </a:rPr>
                  <a:t> </a:t>
                </a:r>
              </a:p>
            </p:txBody>
          </p:sp>
        </mc:Fallback>
      </mc:AlternateContent>
      <p:grpSp>
        <p:nvGrpSpPr>
          <p:cNvPr id="45" name="组合 44">
            <a:extLst>
              <a:ext uri="{FF2B5EF4-FFF2-40B4-BE49-F238E27FC236}">
                <a16:creationId xmlns:a16="http://schemas.microsoft.com/office/drawing/2014/main" id="{40241E18-DF1E-8EA5-4619-255326122B99}"/>
              </a:ext>
            </a:extLst>
          </p:cNvPr>
          <p:cNvGrpSpPr/>
          <p:nvPr/>
        </p:nvGrpSpPr>
        <p:grpSpPr>
          <a:xfrm>
            <a:off x="6480000" y="2880000"/>
            <a:ext cx="3933823" cy="2654647"/>
            <a:chOff x="178549" y="3185735"/>
            <a:chExt cx="5497559" cy="2811013"/>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7F40526-C176-6965-6366-1D543B4BCE50}"/>
                    </a:ext>
                  </a:extLst>
                </p:cNvPr>
                <p:cNvSpPr txBox="1"/>
                <p:nvPr/>
              </p:nvSpPr>
              <p:spPr>
                <a:xfrm>
                  <a:off x="838235" y="3402350"/>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10" name="文本框 9">
                  <a:extLst>
                    <a:ext uri="{FF2B5EF4-FFF2-40B4-BE49-F238E27FC236}">
                      <a16:creationId xmlns:a16="http://schemas.microsoft.com/office/drawing/2014/main" id="{07ABE53E-2833-86D0-5351-A7A2803229FC}"/>
                    </a:ext>
                  </a:extLst>
                </p:cNvPr>
                <p:cNvSpPr txBox="1">
                  <a:spLocks noRot="1" noChangeAspect="1" noMove="1" noResize="1" noEditPoints="1" noAdjustHandles="1" noChangeArrowheads="1" noChangeShapeType="1" noTextEdit="1"/>
                </p:cNvSpPr>
                <p:nvPr/>
              </p:nvSpPr>
              <p:spPr>
                <a:xfrm>
                  <a:off x="838235" y="3402350"/>
                  <a:ext cx="608605" cy="523220"/>
                </a:xfrm>
                <a:prstGeom prst="rect">
                  <a:avLst/>
                </a:prstGeom>
                <a:blipFill>
                  <a:blip r:embed="rId4"/>
                  <a:stretch>
                    <a:fillRect r="-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CF80F56-A57D-9EB9-7B66-ECE4E65BABC2}"/>
                    </a:ext>
                  </a:extLst>
                </p:cNvPr>
                <p:cNvSpPr txBox="1"/>
                <p:nvPr/>
              </p:nvSpPr>
              <p:spPr>
                <a:xfrm>
                  <a:off x="178549" y="3658815"/>
                  <a:ext cx="7252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11" name="文本框 10">
                  <a:extLst>
                    <a:ext uri="{FF2B5EF4-FFF2-40B4-BE49-F238E27FC236}">
                      <a16:creationId xmlns:a16="http://schemas.microsoft.com/office/drawing/2014/main" id="{9EBBC4CB-6000-2C73-89A0-C44AA52F7C86}"/>
                    </a:ext>
                  </a:extLst>
                </p:cNvPr>
                <p:cNvSpPr txBox="1">
                  <a:spLocks noRot="1" noChangeAspect="1" noMove="1" noResize="1" noEditPoints="1" noAdjustHandles="1" noChangeArrowheads="1" noChangeShapeType="1" noTextEdit="1"/>
                </p:cNvSpPr>
                <p:nvPr/>
              </p:nvSpPr>
              <p:spPr>
                <a:xfrm>
                  <a:off x="178549" y="3658815"/>
                  <a:ext cx="725276" cy="523220"/>
                </a:xfrm>
                <a:prstGeom prst="rect">
                  <a:avLst/>
                </a:prstGeom>
                <a:blipFill>
                  <a:blip r:embed="rId5"/>
                  <a:stretch>
                    <a:fillRect/>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4B6E62E6-F6CB-6133-4510-429F7F9AE52E}"/>
                </a:ext>
              </a:extLst>
            </p:cNvPr>
            <p:cNvCxnSpPr>
              <a:cxnSpLocks/>
            </p:cNvCxnSpPr>
            <p:nvPr/>
          </p:nvCxnSpPr>
          <p:spPr>
            <a:xfrm>
              <a:off x="722637" y="3585568"/>
              <a:ext cx="497394" cy="5269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B1877B2-5DD6-CD7A-55C8-3B2DE7238886}"/>
                    </a:ext>
                  </a:extLst>
                </p:cNvPr>
                <p:cNvSpPr txBox="1"/>
                <p:nvPr/>
              </p:nvSpPr>
              <p:spPr>
                <a:xfrm>
                  <a:off x="511329" y="4105246"/>
                  <a:ext cx="64304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12" name="文本框 11">
                  <a:extLst>
                    <a:ext uri="{FF2B5EF4-FFF2-40B4-BE49-F238E27FC236}">
                      <a16:creationId xmlns:a16="http://schemas.microsoft.com/office/drawing/2014/main" id="{2CBA1BFC-09BC-4D1C-A88E-78B02EA554C6}"/>
                    </a:ext>
                  </a:extLst>
                </p:cNvPr>
                <p:cNvSpPr txBox="1">
                  <a:spLocks noRot="1" noChangeAspect="1" noMove="1" noResize="1" noEditPoints="1" noAdjustHandles="1" noChangeArrowheads="1" noChangeShapeType="1" noTextEdit="1"/>
                </p:cNvSpPr>
                <p:nvPr/>
              </p:nvSpPr>
              <p:spPr>
                <a:xfrm>
                  <a:off x="511329" y="4105246"/>
                  <a:ext cx="643041" cy="488858"/>
                </a:xfrm>
                <a:prstGeom prst="rect">
                  <a:avLst/>
                </a:prstGeom>
                <a:blipFill>
                  <a:blip r:embed="rId6"/>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E6735A8-EA84-407D-E155-AA99B2606F19}"/>
                    </a:ext>
                  </a:extLst>
                </p:cNvPr>
                <p:cNvSpPr txBox="1"/>
                <p:nvPr/>
              </p:nvSpPr>
              <p:spPr>
                <a:xfrm>
                  <a:off x="510903" y="4571471"/>
                  <a:ext cx="64320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13" name="文本框 12">
                  <a:extLst>
                    <a:ext uri="{FF2B5EF4-FFF2-40B4-BE49-F238E27FC236}">
                      <a16:creationId xmlns:a16="http://schemas.microsoft.com/office/drawing/2014/main" id="{46E6DAF0-9AC7-CAA6-04E9-F94091446D8D}"/>
                    </a:ext>
                  </a:extLst>
                </p:cNvPr>
                <p:cNvSpPr txBox="1">
                  <a:spLocks noRot="1" noChangeAspect="1" noMove="1" noResize="1" noEditPoints="1" noAdjustHandles="1" noChangeArrowheads="1" noChangeShapeType="1" noTextEdit="1"/>
                </p:cNvSpPr>
                <p:nvPr/>
              </p:nvSpPr>
              <p:spPr>
                <a:xfrm>
                  <a:off x="510903" y="4571471"/>
                  <a:ext cx="643201" cy="488858"/>
                </a:xfrm>
                <a:prstGeom prst="rect">
                  <a:avLst/>
                </a:prstGeom>
                <a:blipFill>
                  <a:blip r:embed="rId7"/>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A52CB22-28B5-D1D8-3EFF-C71E535F83D4}"/>
                    </a:ext>
                  </a:extLst>
                </p:cNvPr>
                <p:cNvSpPr txBox="1"/>
                <p:nvPr/>
              </p:nvSpPr>
              <p:spPr>
                <a:xfrm>
                  <a:off x="510905" y="5039507"/>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14" name="文本框 13">
                  <a:extLst>
                    <a:ext uri="{FF2B5EF4-FFF2-40B4-BE49-F238E27FC236}">
                      <a16:creationId xmlns:a16="http://schemas.microsoft.com/office/drawing/2014/main" id="{735C68A9-7FD1-20CA-546F-21E1C4D0EC1F}"/>
                    </a:ext>
                  </a:extLst>
                </p:cNvPr>
                <p:cNvSpPr txBox="1">
                  <a:spLocks noRot="1" noChangeAspect="1" noMove="1" noResize="1" noEditPoints="1" noAdjustHandles="1" noChangeArrowheads="1" noChangeShapeType="1" noTextEdit="1"/>
                </p:cNvSpPr>
                <p:nvPr/>
              </p:nvSpPr>
              <p:spPr>
                <a:xfrm>
                  <a:off x="510905" y="5039507"/>
                  <a:ext cx="643467" cy="488858"/>
                </a:xfrm>
                <a:prstGeom prst="rect">
                  <a:avLst/>
                </a:prstGeom>
                <a:blipFill>
                  <a:blip r:embed="rId8"/>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1047EF5-F2B6-89B5-7F6F-BE475A65B401}"/>
                    </a:ext>
                  </a:extLst>
                </p:cNvPr>
                <p:cNvSpPr txBox="1"/>
                <p:nvPr/>
              </p:nvSpPr>
              <p:spPr>
                <a:xfrm>
                  <a:off x="510905" y="5506132"/>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15" name="文本框 14">
                  <a:extLst>
                    <a:ext uri="{FF2B5EF4-FFF2-40B4-BE49-F238E27FC236}">
                      <a16:creationId xmlns:a16="http://schemas.microsoft.com/office/drawing/2014/main" id="{61853DDD-459D-BE83-3038-77D88D4F4CDC}"/>
                    </a:ext>
                  </a:extLst>
                </p:cNvPr>
                <p:cNvSpPr txBox="1">
                  <a:spLocks noRot="1" noChangeAspect="1" noMove="1" noResize="1" noEditPoints="1" noAdjustHandles="1" noChangeArrowheads="1" noChangeShapeType="1" noTextEdit="1"/>
                </p:cNvSpPr>
                <p:nvPr/>
              </p:nvSpPr>
              <p:spPr>
                <a:xfrm>
                  <a:off x="510905" y="5506132"/>
                  <a:ext cx="643467" cy="488858"/>
                </a:xfrm>
                <a:prstGeom prst="rect">
                  <a:avLst/>
                </a:prstGeom>
                <a:blipFill>
                  <a:blip r:embed="rId9"/>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51A4463-6A9F-6AA0-3AA1-5FEA796446F2}"/>
                    </a:ext>
                  </a:extLst>
                </p:cNvPr>
                <p:cNvSpPr txBox="1"/>
                <p:nvPr/>
              </p:nvSpPr>
              <p:spPr>
                <a:xfrm>
                  <a:off x="1224086" y="4105234"/>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p>
              </p:txBody>
            </p:sp>
          </mc:Choice>
          <mc:Fallback xmlns="">
            <p:sp>
              <p:nvSpPr>
                <p:cNvPr id="16" name="文本框 15">
                  <a:extLst>
                    <a:ext uri="{FF2B5EF4-FFF2-40B4-BE49-F238E27FC236}">
                      <a16:creationId xmlns:a16="http://schemas.microsoft.com/office/drawing/2014/main" id="{A1913653-982E-1E74-8ED5-E623F2A546CA}"/>
                    </a:ext>
                  </a:extLst>
                </p:cNvPr>
                <p:cNvSpPr txBox="1">
                  <a:spLocks noRot="1" noChangeAspect="1" noMove="1" noResize="1" noEditPoints="1" noAdjustHandles="1" noChangeArrowheads="1" noChangeShapeType="1" noTextEdit="1"/>
                </p:cNvSpPr>
                <p:nvPr/>
              </p:nvSpPr>
              <p:spPr>
                <a:xfrm>
                  <a:off x="1224086" y="4105234"/>
                  <a:ext cx="1110179" cy="461665"/>
                </a:xfrm>
                <a:prstGeom prst="rect">
                  <a:avLst/>
                </a:prstGeom>
                <a:blipFill>
                  <a:blip r:embed="rId10"/>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C0D965A-BA8D-C50B-5AD8-26AB09DABCCC}"/>
                    </a:ext>
                  </a:extLst>
                </p:cNvPr>
                <p:cNvSpPr txBox="1"/>
                <p:nvPr/>
              </p:nvSpPr>
              <p:spPr>
                <a:xfrm>
                  <a:off x="2338319" y="4105706"/>
                  <a:ext cx="111017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B7E3178A-4A7C-4F43-D507-3200B40E5B0B}"/>
                    </a:ext>
                  </a:extLst>
                </p:cNvPr>
                <p:cNvSpPr txBox="1">
                  <a:spLocks noRot="1" noChangeAspect="1" noMove="1" noResize="1" noEditPoints="1" noAdjustHandles="1" noChangeArrowheads="1" noChangeShapeType="1" noTextEdit="1"/>
                </p:cNvSpPr>
                <p:nvPr/>
              </p:nvSpPr>
              <p:spPr>
                <a:xfrm>
                  <a:off x="2338319" y="4105706"/>
                  <a:ext cx="1110179" cy="461665"/>
                </a:xfrm>
                <a:prstGeom prst="rect">
                  <a:avLst/>
                </a:prstGeom>
                <a:blipFill>
                  <a:blip r:embed="rId11"/>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1D34F64-045F-D5A2-7719-A7E22FB4D2DA}"/>
                    </a:ext>
                  </a:extLst>
                </p:cNvPr>
                <p:cNvSpPr txBox="1"/>
                <p:nvPr/>
              </p:nvSpPr>
              <p:spPr>
                <a:xfrm>
                  <a:off x="3451696" y="4106840"/>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18" name="文本框 17">
                  <a:extLst>
                    <a:ext uri="{FF2B5EF4-FFF2-40B4-BE49-F238E27FC236}">
                      <a16:creationId xmlns:a16="http://schemas.microsoft.com/office/drawing/2014/main" id="{61D34F64-045F-D5A2-7719-A7E22FB4D2DA}"/>
                    </a:ext>
                  </a:extLst>
                </p:cNvPr>
                <p:cNvSpPr txBox="1">
                  <a:spLocks noRot="1" noChangeAspect="1" noMove="1" noResize="1" noEditPoints="1" noAdjustHandles="1" noChangeArrowheads="1" noChangeShapeType="1" noTextEdit="1"/>
                </p:cNvSpPr>
                <p:nvPr/>
              </p:nvSpPr>
              <p:spPr>
                <a:xfrm>
                  <a:off x="3451696" y="4106840"/>
                  <a:ext cx="1110180" cy="48885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831DA26-2A02-02AD-D321-CA226B1F173A}"/>
                    </a:ext>
                  </a:extLst>
                </p:cNvPr>
                <p:cNvSpPr txBox="1"/>
                <p:nvPr/>
              </p:nvSpPr>
              <p:spPr>
                <a:xfrm>
                  <a:off x="4565929" y="410731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F24A884D-80A2-F7F6-FE93-78C34D835075}"/>
                    </a:ext>
                  </a:extLst>
                </p:cNvPr>
                <p:cNvSpPr txBox="1">
                  <a:spLocks noRot="1" noChangeAspect="1" noMove="1" noResize="1" noEditPoints="1" noAdjustHandles="1" noChangeArrowheads="1" noChangeShapeType="1" noTextEdit="1"/>
                </p:cNvSpPr>
                <p:nvPr/>
              </p:nvSpPr>
              <p:spPr>
                <a:xfrm>
                  <a:off x="4565929" y="4107312"/>
                  <a:ext cx="1110179" cy="46243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8AC6BFD-B158-443A-A4D6-398B187A19E7}"/>
                    </a:ext>
                  </a:extLst>
                </p:cNvPr>
                <p:cNvSpPr txBox="1"/>
                <p:nvPr/>
              </p:nvSpPr>
              <p:spPr>
                <a:xfrm>
                  <a:off x="1224086" y="4571624"/>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20" name="文本框 19">
                  <a:extLst>
                    <a:ext uri="{FF2B5EF4-FFF2-40B4-BE49-F238E27FC236}">
                      <a16:creationId xmlns:a16="http://schemas.microsoft.com/office/drawing/2014/main" id="{E5C9D4FE-8EAF-6B5A-8318-2D876818F28C}"/>
                    </a:ext>
                  </a:extLst>
                </p:cNvPr>
                <p:cNvSpPr txBox="1">
                  <a:spLocks noRot="1" noChangeAspect="1" noMove="1" noResize="1" noEditPoints="1" noAdjustHandles="1" noChangeArrowheads="1" noChangeShapeType="1" noTextEdit="1"/>
                </p:cNvSpPr>
                <p:nvPr/>
              </p:nvSpPr>
              <p:spPr>
                <a:xfrm>
                  <a:off x="1224086" y="4571624"/>
                  <a:ext cx="1110179" cy="48885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EE2092-44B9-FE09-8E74-39FDBF94FB09}"/>
                    </a:ext>
                  </a:extLst>
                </p:cNvPr>
                <p:cNvSpPr txBox="1"/>
                <p:nvPr/>
              </p:nvSpPr>
              <p:spPr>
                <a:xfrm>
                  <a:off x="2338319" y="4572096"/>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1" name="文本框 20">
                  <a:extLst>
                    <a:ext uri="{FF2B5EF4-FFF2-40B4-BE49-F238E27FC236}">
                      <a16:creationId xmlns:a16="http://schemas.microsoft.com/office/drawing/2014/main" id="{5BEE2092-44B9-FE09-8E74-39FDBF94FB09}"/>
                    </a:ext>
                  </a:extLst>
                </p:cNvPr>
                <p:cNvSpPr txBox="1">
                  <a:spLocks noRot="1" noChangeAspect="1" noMove="1" noResize="1" noEditPoints="1" noAdjustHandles="1" noChangeArrowheads="1" noChangeShapeType="1" noTextEdit="1"/>
                </p:cNvSpPr>
                <p:nvPr/>
              </p:nvSpPr>
              <p:spPr>
                <a:xfrm>
                  <a:off x="2338319" y="4572096"/>
                  <a:ext cx="1110179" cy="488858"/>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F6E0E3F3-96CE-BC01-D85C-B0AF3B8BE8CE}"/>
                    </a:ext>
                  </a:extLst>
                </p:cNvPr>
                <p:cNvSpPr txBox="1"/>
                <p:nvPr/>
              </p:nvSpPr>
              <p:spPr>
                <a:xfrm>
                  <a:off x="3451696" y="457323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2" name="文本框 21">
                  <a:extLst>
                    <a:ext uri="{FF2B5EF4-FFF2-40B4-BE49-F238E27FC236}">
                      <a16:creationId xmlns:a16="http://schemas.microsoft.com/office/drawing/2014/main" id="{692C837E-3CF0-4301-3FE6-48D82E96EEBA}"/>
                    </a:ext>
                  </a:extLst>
                </p:cNvPr>
                <p:cNvSpPr txBox="1">
                  <a:spLocks noRot="1" noChangeAspect="1" noMove="1" noResize="1" noEditPoints="1" noAdjustHandles="1" noChangeArrowheads="1" noChangeShapeType="1" noTextEdit="1"/>
                </p:cNvSpPr>
                <p:nvPr/>
              </p:nvSpPr>
              <p:spPr>
                <a:xfrm>
                  <a:off x="3451696" y="4573230"/>
                  <a:ext cx="1110179" cy="488858"/>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AB31ADC3-7844-20F7-434E-C4E7A6D489B3}"/>
                    </a:ext>
                  </a:extLst>
                </p:cNvPr>
                <p:cNvSpPr txBox="1"/>
                <p:nvPr/>
              </p:nvSpPr>
              <p:spPr>
                <a:xfrm>
                  <a:off x="4565929" y="457370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23" name="文本框 22">
                  <a:extLst>
                    <a:ext uri="{FF2B5EF4-FFF2-40B4-BE49-F238E27FC236}">
                      <a16:creationId xmlns:a16="http://schemas.microsoft.com/office/drawing/2014/main" id="{AB31ADC3-7844-20F7-434E-C4E7A6D489B3}"/>
                    </a:ext>
                  </a:extLst>
                </p:cNvPr>
                <p:cNvSpPr txBox="1">
                  <a:spLocks noRot="1" noChangeAspect="1" noMove="1" noResize="1" noEditPoints="1" noAdjustHandles="1" noChangeArrowheads="1" noChangeShapeType="1" noTextEdit="1"/>
                </p:cNvSpPr>
                <p:nvPr/>
              </p:nvSpPr>
              <p:spPr>
                <a:xfrm>
                  <a:off x="4565929" y="4573702"/>
                  <a:ext cx="1110179" cy="488858"/>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86221941-EADD-E204-1EA5-919B8655D9D4}"/>
                    </a:ext>
                  </a:extLst>
                </p:cNvPr>
                <p:cNvSpPr txBox="1"/>
                <p:nvPr/>
              </p:nvSpPr>
              <p:spPr>
                <a:xfrm>
                  <a:off x="1224085" y="5039422"/>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4" name="文本框 23">
                  <a:extLst>
                    <a:ext uri="{FF2B5EF4-FFF2-40B4-BE49-F238E27FC236}">
                      <a16:creationId xmlns:a16="http://schemas.microsoft.com/office/drawing/2014/main" id="{86221941-EADD-E204-1EA5-919B8655D9D4}"/>
                    </a:ext>
                  </a:extLst>
                </p:cNvPr>
                <p:cNvSpPr txBox="1">
                  <a:spLocks noRot="1" noChangeAspect="1" noMove="1" noResize="1" noEditPoints="1" noAdjustHandles="1" noChangeArrowheads="1" noChangeShapeType="1" noTextEdit="1"/>
                </p:cNvSpPr>
                <p:nvPr/>
              </p:nvSpPr>
              <p:spPr>
                <a:xfrm>
                  <a:off x="1224085" y="5039422"/>
                  <a:ext cx="1110180" cy="488858"/>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FB642FA-B246-29E5-6D61-4663003DA54D}"/>
                    </a:ext>
                  </a:extLst>
                </p:cNvPr>
                <p:cNvSpPr txBox="1"/>
                <p:nvPr/>
              </p:nvSpPr>
              <p:spPr>
                <a:xfrm>
                  <a:off x="2338319" y="5039895"/>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5" name="文本框 24">
                  <a:extLst>
                    <a:ext uri="{FF2B5EF4-FFF2-40B4-BE49-F238E27FC236}">
                      <a16:creationId xmlns:a16="http://schemas.microsoft.com/office/drawing/2014/main" id="{D59EDDA1-DD69-E8A1-96E4-CCE682FF4D21}"/>
                    </a:ext>
                  </a:extLst>
                </p:cNvPr>
                <p:cNvSpPr txBox="1">
                  <a:spLocks noRot="1" noChangeAspect="1" noMove="1" noResize="1" noEditPoints="1" noAdjustHandles="1" noChangeArrowheads="1" noChangeShapeType="1" noTextEdit="1"/>
                </p:cNvSpPr>
                <p:nvPr/>
              </p:nvSpPr>
              <p:spPr>
                <a:xfrm>
                  <a:off x="2338319" y="5039895"/>
                  <a:ext cx="1110179" cy="488858"/>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B50E4EF-03E3-F91C-F88C-A366819AD702}"/>
                    </a:ext>
                  </a:extLst>
                </p:cNvPr>
                <p:cNvSpPr txBox="1"/>
                <p:nvPr/>
              </p:nvSpPr>
              <p:spPr>
                <a:xfrm>
                  <a:off x="3451696" y="5041028"/>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26" name="文本框 25">
                  <a:extLst>
                    <a:ext uri="{FF2B5EF4-FFF2-40B4-BE49-F238E27FC236}">
                      <a16:creationId xmlns:a16="http://schemas.microsoft.com/office/drawing/2014/main" id="{D15B022D-CD9F-09C9-815B-F298CEA1B6AC}"/>
                    </a:ext>
                  </a:extLst>
                </p:cNvPr>
                <p:cNvSpPr txBox="1">
                  <a:spLocks noRot="1" noChangeAspect="1" noMove="1" noResize="1" noEditPoints="1" noAdjustHandles="1" noChangeArrowheads="1" noChangeShapeType="1" noTextEdit="1"/>
                </p:cNvSpPr>
                <p:nvPr/>
              </p:nvSpPr>
              <p:spPr>
                <a:xfrm>
                  <a:off x="3451696" y="5041028"/>
                  <a:ext cx="1110179" cy="488858"/>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A7E07C5-9F7D-FE0F-51A0-BAB1064C3FAE}"/>
                    </a:ext>
                  </a:extLst>
                </p:cNvPr>
                <p:cNvSpPr txBox="1"/>
                <p:nvPr/>
              </p:nvSpPr>
              <p:spPr>
                <a:xfrm>
                  <a:off x="4565928" y="5041500"/>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27" name="文本框 26">
                  <a:extLst>
                    <a:ext uri="{FF2B5EF4-FFF2-40B4-BE49-F238E27FC236}">
                      <a16:creationId xmlns:a16="http://schemas.microsoft.com/office/drawing/2014/main" id="{9A7E07C5-9F7D-FE0F-51A0-BAB1064C3FAE}"/>
                    </a:ext>
                  </a:extLst>
                </p:cNvPr>
                <p:cNvSpPr txBox="1">
                  <a:spLocks noRot="1" noChangeAspect="1" noMove="1" noResize="1" noEditPoints="1" noAdjustHandles="1" noChangeArrowheads="1" noChangeShapeType="1" noTextEdit="1"/>
                </p:cNvSpPr>
                <p:nvPr/>
              </p:nvSpPr>
              <p:spPr>
                <a:xfrm>
                  <a:off x="4565928" y="5041500"/>
                  <a:ext cx="1110180" cy="488858"/>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1EDA208-00EE-46C8-6E28-935813F19005}"/>
                    </a:ext>
                  </a:extLst>
                </p:cNvPr>
                <p:cNvSpPr txBox="1"/>
                <p:nvPr/>
              </p:nvSpPr>
              <p:spPr>
                <a:xfrm>
                  <a:off x="1224086" y="550581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28" name="文本框 27">
                  <a:extLst>
                    <a:ext uri="{FF2B5EF4-FFF2-40B4-BE49-F238E27FC236}">
                      <a16:creationId xmlns:a16="http://schemas.microsoft.com/office/drawing/2014/main" id="{5901132B-F83D-F382-14ED-99D9BFEF1247}"/>
                    </a:ext>
                  </a:extLst>
                </p:cNvPr>
                <p:cNvSpPr txBox="1">
                  <a:spLocks noRot="1" noChangeAspect="1" noMove="1" noResize="1" noEditPoints="1" noAdjustHandles="1" noChangeArrowheads="1" noChangeShapeType="1" noTextEdit="1"/>
                </p:cNvSpPr>
                <p:nvPr/>
              </p:nvSpPr>
              <p:spPr>
                <a:xfrm>
                  <a:off x="1224086" y="5505812"/>
                  <a:ext cx="1110179" cy="488858"/>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6DDA1C6-1EBC-386B-549E-1D272D209E5D}"/>
                    </a:ext>
                  </a:extLst>
                </p:cNvPr>
                <p:cNvSpPr txBox="1"/>
                <p:nvPr/>
              </p:nvSpPr>
              <p:spPr>
                <a:xfrm>
                  <a:off x="2338319" y="5506284"/>
                  <a:ext cx="111017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29" name="文本框 28">
                  <a:extLst>
                    <a:ext uri="{FF2B5EF4-FFF2-40B4-BE49-F238E27FC236}">
                      <a16:creationId xmlns:a16="http://schemas.microsoft.com/office/drawing/2014/main" id="{0ECDB3BD-230B-81B4-54F2-C292371F428F}"/>
                    </a:ext>
                  </a:extLst>
                </p:cNvPr>
                <p:cNvSpPr txBox="1">
                  <a:spLocks noRot="1" noChangeAspect="1" noMove="1" noResize="1" noEditPoints="1" noAdjustHandles="1" noChangeArrowheads="1" noChangeShapeType="1" noTextEdit="1"/>
                </p:cNvSpPr>
                <p:nvPr/>
              </p:nvSpPr>
              <p:spPr>
                <a:xfrm>
                  <a:off x="2338319" y="5506284"/>
                  <a:ext cx="1110179" cy="461665"/>
                </a:xfrm>
                <a:prstGeom prst="rect">
                  <a:avLst/>
                </a:prstGeom>
                <a:blipFill>
                  <a:blip r:embed="rId23"/>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0EC602A-E034-8E82-6597-8C8D18C73268}"/>
                    </a:ext>
                  </a:extLst>
                </p:cNvPr>
                <p:cNvSpPr txBox="1"/>
                <p:nvPr/>
              </p:nvSpPr>
              <p:spPr>
                <a:xfrm>
                  <a:off x="3451696" y="5507418"/>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30" name="文本框 29">
                  <a:extLst>
                    <a:ext uri="{FF2B5EF4-FFF2-40B4-BE49-F238E27FC236}">
                      <a16:creationId xmlns:a16="http://schemas.microsoft.com/office/drawing/2014/main" id="{C0EC602A-E034-8E82-6597-8C8D18C73268}"/>
                    </a:ext>
                  </a:extLst>
                </p:cNvPr>
                <p:cNvSpPr txBox="1">
                  <a:spLocks noRot="1" noChangeAspect="1" noMove="1" noResize="1" noEditPoints="1" noAdjustHandles="1" noChangeArrowheads="1" noChangeShapeType="1" noTextEdit="1"/>
                </p:cNvSpPr>
                <p:nvPr/>
              </p:nvSpPr>
              <p:spPr>
                <a:xfrm>
                  <a:off x="3451696" y="5507418"/>
                  <a:ext cx="1110180" cy="488858"/>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2439DB7-C645-9603-5846-3F038B0A3936}"/>
                    </a:ext>
                  </a:extLst>
                </p:cNvPr>
                <p:cNvSpPr txBox="1"/>
                <p:nvPr/>
              </p:nvSpPr>
              <p:spPr>
                <a:xfrm>
                  <a:off x="4565929" y="550789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31" name="文本框 30">
                  <a:extLst>
                    <a:ext uri="{FF2B5EF4-FFF2-40B4-BE49-F238E27FC236}">
                      <a16:creationId xmlns:a16="http://schemas.microsoft.com/office/drawing/2014/main" id="{10EE90FA-4F03-B60A-DF13-713841768FEA}"/>
                    </a:ext>
                  </a:extLst>
                </p:cNvPr>
                <p:cNvSpPr txBox="1">
                  <a:spLocks noRot="1" noChangeAspect="1" noMove="1" noResize="1" noEditPoints="1" noAdjustHandles="1" noChangeArrowheads="1" noChangeShapeType="1" noTextEdit="1"/>
                </p:cNvSpPr>
                <p:nvPr/>
              </p:nvSpPr>
              <p:spPr>
                <a:xfrm>
                  <a:off x="4565929" y="5507890"/>
                  <a:ext cx="1110179" cy="488858"/>
                </a:xfrm>
                <a:prstGeom prst="rect">
                  <a:avLst/>
                </a:prstGeom>
                <a:blipFill>
                  <a:blip r:embed="rId25"/>
                  <a:stretch>
                    <a:fillRect/>
                  </a:stretch>
                </a:blipFill>
              </p:spPr>
              <p:txBody>
                <a:bodyPr/>
                <a:lstStyle/>
                <a:p>
                  <a:r>
                    <a:rPr lang="zh-CN" altLang="en-US">
                      <a:noFill/>
                    </a:rPr>
                    <a:t> </a:t>
                  </a:r>
                </a:p>
              </p:txBody>
            </p:sp>
          </mc:Fallback>
        </mc:AlternateContent>
        <p:cxnSp>
          <p:nvCxnSpPr>
            <p:cNvPr id="32" name="直接连接符 31">
              <a:extLst>
                <a:ext uri="{FF2B5EF4-FFF2-40B4-BE49-F238E27FC236}">
                  <a16:creationId xmlns:a16="http://schemas.microsoft.com/office/drawing/2014/main" id="{912F9DBA-261C-7E47-CE77-D61717D643E9}"/>
                </a:ext>
              </a:extLst>
            </p:cNvPr>
            <p:cNvCxnSpPr>
              <a:cxnSpLocks/>
            </p:cNvCxnSpPr>
            <p:nvPr/>
          </p:nvCxnSpPr>
          <p:spPr>
            <a:xfrm>
              <a:off x="3448070"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04D4C4C-9E5D-BEAF-9443-E96BEF467AFC}"/>
                </a:ext>
              </a:extLst>
            </p:cNvPr>
            <p:cNvCxnSpPr>
              <a:cxnSpLocks/>
            </p:cNvCxnSpPr>
            <p:nvPr/>
          </p:nvCxnSpPr>
          <p:spPr>
            <a:xfrm>
              <a:off x="1220031" y="5036740"/>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A0AD59A3-6A63-0575-C0A1-5D24FCF0B821}"/>
                </a:ext>
              </a:extLst>
            </p:cNvPr>
            <p:cNvCxnSpPr>
              <a:cxnSpLocks/>
            </p:cNvCxnSpPr>
            <p:nvPr/>
          </p:nvCxnSpPr>
          <p:spPr>
            <a:xfrm>
              <a:off x="2334265"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C8569F6-FBA7-1DD0-54ED-A9AE9B5D6D98}"/>
                </a:ext>
              </a:extLst>
            </p:cNvPr>
            <p:cNvCxnSpPr>
              <a:cxnSpLocks/>
            </p:cNvCxnSpPr>
            <p:nvPr/>
          </p:nvCxnSpPr>
          <p:spPr>
            <a:xfrm>
              <a:off x="4561875" y="4102552"/>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3C7EA43-89AA-11AD-9918-1540198DF274}"/>
                </a:ext>
              </a:extLst>
            </p:cNvPr>
            <p:cNvCxnSpPr>
              <a:cxnSpLocks/>
            </p:cNvCxnSpPr>
            <p:nvPr/>
          </p:nvCxnSpPr>
          <p:spPr>
            <a:xfrm>
              <a:off x="1220031" y="4567667"/>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31172F8-FB41-CE9D-37C5-D9BE9AEA3808}"/>
                </a:ext>
              </a:extLst>
            </p:cNvPr>
            <p:cNvCxnSpPr>
              <a:cxnSpLocks/>
            </p:cNvCxnSpPr>
            <p:nvPr/>
          </p:nvCxnSpPr>
          <p:spPr>
            <a:xfrm>
              <a:off x="1220030" y="5501856"/>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40A3D942-1BD9-EAAE-C5F8-7A89FFDA9CD8}"/>
                </a:ext>
              </a:extLst>
            </p:cNvPr>
            <p:cNvSpPr/>
            <p:nvPr/>
          </p:nvSpPr>
          <p:spPr>
            <a:xfrm>
              <a:off x="1220031" y="4105234"/>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98F42DC9-05D4-9B68-A2D8-BF0823FD9091}"/>
                    </a:ext>
                  </a:extLst>
                </p:cNvPr>
                <p:cNvSpPr txBox="1"/>
                <p:nvPr/>
              </p:nvSpPr>
              <p:spPr>
                <a:xfrm>
                  <a:off x="1255690" y="3696736"/>
                  <a:ext cx="1083056"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39" name="文本框 38">
                  <a:extLst>
                    <a:ext uri="{FF2B5EF4-FFF2-40B4-BE49-F238E27FC236}">
                      <a16:creationId xmlns:a16="http://schemas.microsoft.com/office/drawing/2014/main" id="{E9F4C153-F1CD-04CB-A6EF-93909544FB6D}"/>
                    </a:ext>
                  </a:extLst>
                </p:cNvPr>
                <p:cNvSpPr txBox="1">
                  <a:spLocks noRot="1" noChangeAspect="1" noMove="1" noResize="1" noEditPoints="1" noAdjustHandles="1" noChangeArrowheads="1" noChangeShapeType="1" noTextEdit="1"/>
                </p:cNvSpPr>
                <p:nvPr/>
              </p:nvSpPr>
              <p:spPr>
                <a:xfrm>
                  <a:off x="1255690" y="3696736"/>
                  <a:ext cx="1083056" cy="488858"/>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06DAE754-80B6-003B-D2EA-A1EA81272C8B}"/>
                    </a:ext>
                  </a:extLst>
                </p:cNvPr>
                <p:cNvSpPr txBox="1"/>
                <p:nvPr/>
              </p:nvSpPr>
              <p:spPr>
                <a:xfrm>
                  <a:off x="2338317" y="3696736"/>
                  <a:ext cx="110612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40" name="文本框 39">
                  <a:extLst>
                    <a:ext uri="{FF2B5EF4-FFF2-40B4-BE49-F238E27FC236}">
                      <a16:creationId xmlns:a16="http://schemas.microsoft.com/office/drawing/2014/main" id="{19B3BD4B-6B7B-83FA-BFA0-2943AE5C0D2A}"/>
                    </a:ext>
                  </a:extLst>
                </p:cNvPr>
                <p:cNvSpPr txBox="1">
                  <a:spLocks noRot="1" noChangeAspect="1" noMove="1" noResize="1" noEditPoints="1" noAdjustHandles="1" noChangeArrowheads="1" noChangeShapeType="1" noTextEdit="1"/>
                </p:cNvSpPr>
                <p:nvPr/>
              </p:nvSpPr>
              <p:spPr>
                <a:xfrm>
                  <a:off x="2338317" y="3696736"/>
                  <a:ext cx="1106127" cy="488858"/>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E58DCB5-7AD5-92FE-26B5-E7744F8DD909}"/>
                    </a:ext>
                  </a:extLst>
                </p:cNvPr>
                <p:cNvSpPr txBox="1"/>
                <p:nvPr/>
              </p:nvSpPr>
              <p:spPr>
                <a:xfrm>
                  <a:off x="3452549" y="3696736"/>
                  <a:ext cx="111893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41" name="文本框 40">
                  <a:extLst>
                    <a:ext uri="{FF2B5EF4-FFF2-40B4-BE49-F238E27FC236}">
                      <a16:creationId xmlns:a16="http://schemas.microsoft.com/office/drawing/2014/main" id="{1BB3BC38-BC3E-57C2-4A1B-2525F338899E}"/>
                    </a:ext>
                  </a:extLst>
                </p:cNvPr>
                <p:cNvSpPr txBox="1">
                  <a:spLocks noRot="1" noChangeAspect="1" noMove="1" noResize="1" noEditPoints="1" noAdjustHandles="1" noChangeArrowheads="1" noChangeShapeType="1" noTextEdit="1"/>
                </p:cNvSpPr>
                <p:nvPr/>
              </p:nvSpPr>
              <p:spPr>
                <a:xfrm>
                  <a:off x="3452549" y="3696736"/>
                  <a:ext cx="1118931" cy="488858"/>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8CF6D010-D377-1365-5D24-E3ACD83C3EEB}"/>
                    </a:ext>
                  </a:extLst>
                </p:cNvPr>
                <p:cNvSpPr txBox="1"/>
                <p:nvPr/>
              </p:nvSpPr>
              <p:spPr>
                <a:xfrm>
                  <a:off x="4575534" y="3696736"/>
                  <a:ext cx="1095668"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42" name="文本框 41">
                  <a:extLst>
                    <a:ext uri="{FF2B5EF4-FFF2-40B4-BE49-F238E27FC236}">
                      <a16:creationId xmlns:a16="http://schemas.microsoft.com/office/drawing/2014/main" id="{0B14A10A-1465-2F00-D6A2-076D2F9C9364}"/>
                    </a:ext>
                  </a:extLst>
                </p:cNvPr>
                <p:cNvSpPr txBox="1">
                  <a:spLocks noRot="1" noChangeAspect="1" noMove="1" noResize="1" noEditPoints="1" noAdjustHandles="1" noChangeArrowheads="1" noChangeShapeType="1" noTextEdit="1"/>
                </p:cNvSpPr>
                <p:nvPr/>
              </p:nvSpPr>
              <p:spPr>
                <a:xfrm>
                  <a:off x="4575534" y="3696736"/>
                  <a:ext cx="1095668" cy="488858"/>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A127C485-DB70-44EE-9166-E0C19B27688F}"/>
                    </a:ext>
                  </a:extLst>
                </p:cNvPr>
                <p:cNvSpPr txBox="1"/>
                <p:nvPr/>
              </p:nvSpPr>
              <p:spPr>
                <a:xfrm>
                  <a:off x="330573" y="3185735"/>
                  <a:ext cx="497394" cy="554039"/>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2800" b="0" i="0" smtClean="0">
                            <a:solidFill>
                              <a:schemeClr val="tx1"/>
                            </a:solidFill>
                            <a:latin typeface="Cambria Math" panose="02040503050406030204" pitchFamily="18" charset="0"/>
                          </a:rPr>
                          <m:t>Y</m:t>
                        </m:r>
                      </m:oMath>
                    </m:oMathPara>
                  </a14:m>
                  <a:endParaRPr lang="zh-CN" altLang="en-US" sz="2800" dirty="0">
                    <a:solidFill>
                      <a:schemeClr val="tx1"/>
                    </a:solidFill>
                  </a:endParaRPr>
                </a:p>
              </p:txBody>
            </p:sp>
          </mc:Choice>
          <mc:Fallback xmlns="">
            <p:sp>
              <p:nvSpPr>
                <p:cNvPr id="44" name="文本框 43">
                  <a:extLst>
                    <a:ext uri="{FF2B5EF4-FFF2-40B4-BE49-F238E27FC236}">
                      <a16:creationId xmlns:a16="http://schemas.microsoft.com/office/drawing/2014/main" id="{A127C485-DB70-44EE-9166-E0C19B27688F}"/>
                    </a:ext>
                  </a:extLst>
                </p:cNvPr>
                <p:cNvSpPr txBox="1">
                  <a:spLocks noRot="1" noChangeAspect="1" noMove="1" noResize="1" noEditPoints="1" noAdjustHandles="1" noChangeArrowheads="1" noChangeShapeType="1" noTextEdit="1"/>
                </p:cNvSpPr>
                <p:nvPr/>
              </p:nvSpPr>
              <p:spPr>
                <a:xfrm>
                  <a:off x="330573" y="3185735"/>
                  <a:ext cx="497394" cy="554039"/>
                </a:xfrm>
                <a:prstGeom prst="rect">
                  <a:avLst/>
                </a:prstGeom>
                <a:blipFill>
                  <a:blip r:embed="rId30"/>
                  <a:stretch>
                    <a:fillRect/>
                  </a:stretch>
                </a:blipFill>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01790255-6CAE-F0D5-F0C3-E87062618B12}"/>
              </a:ext>
            </a:extLst>
          </p:cNvPr>
          <p:cNvGrpSpPr/>
          <p:nvPr/>
        </p:nvGrpSpPr>
        <p:grpSpPr>
          <a:xfrm>
            <a:off x="360000" y="2880000"/>
            <a:ext cx="3933823" cy="2654647"/>
            <a:chOff x="178549" y="3185735"/>
            <a:chExt cx="5497559" cy="2811013"/>
          </a:xfrm>
        </p:grpSpPr>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79BCB0C3-542A-F088-9DDB-F0510239D346}"/>
                    </a:ext>
                  </a:extLst>
                </p:cNvPr>
                <p:cNvSpPr txBox="1"/>
                <p:nvPr/>
              </p:nvSpPr>
              <p:spPr>
                <a:xfrm>
                  <a:off x="838235" y="3402350"/>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57" name="文本框 56">
                  <a:extLst>
                    <a:ext uri="{FF2B5EF4-FFF2-40B4-BE49-F238E27FC236}">
                      <a16:creationId xmlns:a16="http://schemas.microsoft.com/office/drawing/2014/main" id="{F40848E8-FF00-AE9A-081F-F80088E60A33}"/>
                    </a:ext>
                  </a:extLst>
                </p:cNvPr>
                <p:cNvSpPr txBox="1">
                  <a:spLocks noRot="1" noChangeAspect="1" noMove="1" noResize="1" noEditPoints="1" noAdjustHandles="1" noChangeArrowheads="1" noChangeShapeType="1" noTextEdit="1"/>
                </p:cNvSpPr>
                <p:nvPr/>
              </p:nvSpPr>
              <p:spPr>
                <a:xfrm>
                  <a:off x="838235" y="3402350"/>
                  <a:ext cx="608605" cy="523220"/>
                </a:xfrm>
                <a:prstGeom prst="rect">
                  <a:avLst/>
                </a:prstGeom>
                <a:blipFill>
                  <a:blip r:embed="rId31"/>
                  <a:stretch>
                    <a:fillRect r="-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5FED1CFA-B7FB-76E8-5515-7BB973039BD0}"/>
                    </a:ext>
                  </a:extLst>
                </p:cNvPr>
                <p:cNvSpPr txBox="1"/>
                <p:nvPr/>
              </p:nvSpPr>
              <p:spPr>
                <a:xfrm>
                  <a:off x="178549" y="3658815"/>
                  <a:ext cx="725276"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58" name="文本框 57">
                  <a:extLst>
                    <a:ext uri="{FF2B5EF4-FFF2-40B4-BE49-F238E27FC236}">
                      <a16:creationId xmlns:a16="http://schemas.microsoft.com/office/drawing/2014/main" id="{1513A54E-3E9A-9FEF-5D98-E36835BBB396}"/>
                    </a:ext>
                  </a:extLst>
                </p:cNvPr>
                <p:cNvSpPr txBox="1">
                  <a:spLocks noRot="1" noChangeAspect="1" noMove="1" noResize="1" noEditPoints="1" noAdjustHandles="1" noChangeArrowheads="1" noChangeShapeType="1" noTextEdit="1"/>
                </p:cNvSpPr>
                <p:nvPr/>
              </p:nvSpPr>
              <p:spPr>
                <a:xfrm>
                  <a:off x="178549" y="3658815"/>
                  <a:ext cx="725276" cy="523220"/>
                </a:xfrm>
                <a:prstGeom prst="rect">
                  <a:avLst/>
                </a:prstGeom>
                <a:blipFill>
                  <a:blip r:embed="rId32"/>
                  <a:stretch>
                    <a:fillRect/>
                  </a:stretch>
                </a:blipFill>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29866B2D-4E26-B3BE-27AB-82A844561D4E}"/>
                </a:ext>
              </a:extLst>
            </p:cNvPr>
            <p:cNvCxnSpPr>
              <a:cxnSpLocks/>
            </p:cNvCxnSpPr>
            <p:nvPr/>
          </p:nvCxnSpPr>
          <p:spPr>
            <a:xfrm>
              <a:off x="722637" y="3585568"/>
              <a:ext cx="497394" cy="52693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6BADBD29-642F-CD18-AF9E-D0190A85B331}"/>
                    </a:ext>
                  </a:extLst>
                </p:cNvPr>
                <p:cNvSpPr txBox="1"/>
                <p:nvPr/>
              </p:nvSpPr>
              <p:spPr>
                <a:xfrm>
                  <a:off x="511329" y="4105246"/>
                  <a:ext cx="64304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60" name="文本框 59">
                  <a:extLst>
                    <a:ext uri="{FF2B5EF4-FFF2-40B4-BE49-F238E27FC236}">
                      <a16:creationId xmlns:a16="http://schemas.microsoft.com/office/drawing/2014/main" id="{EF99C6B5-E403-5E13-41DB-0D78437DDD77}"/>
                    </a:ext>
                  </a:extLst>
                </p:cNvPr>
                <p:cNvSpPr txBox="1">
                  <a:spLocks noRot="1" noChangeAspect="1" noMove="1" noResize="1" noEditPoints="1" noAdjustHandles="1" noChangeArrowheads="1" noChangeShapeType="1" noTextEdit="1"/>
                </p:cNvSpPr>
                <p:nvPr/>
              </p:nvSpPr>
              <p:spPr>
                <a:xfrm>
                  <a:off x="511329" y="4105246"/>
                  <a:ext cx="643041" cy="488858"/>
                </a:xfrm>
                <a:prstGeom prst="rect">
                  <a:avLst/>
                </a:prstGeom>
                <a:blipFill>
                  <a:blip r:embed="rId33"/>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D44366A0-87A7-E0A4-B2B0-F4C6C184AAD1}"/>
                    </a:ext>
                  </a:extLst>
                </p:cNvPr>
                <p:cNvSpPr txBox="1"/>
                <p:nvPr/>
              </p:nvSpPr>
              <p:spPr>
                <a:xfrm>
                  <a:off x="510903" y="4571471"/>
                  <a:ext cx="64320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61" name="文本框 60">
                  <a:extLst>
                    <a:ext uri="{FF2B5EF4-FFF2-40B4-BE49-F238E27FC236}">
                      <a16:creationId xmlns:a16="http://schemas.microsoft.com/office/drawing/2014/main" id="{D2845629-EEB1-9AC8-A129-41B89D6CAB15}"/>
                    </a:ext>
                  </a:extLst>
                </p:cNvPr>
                <p:cNvSpPr txBox="1">
                  <a:spLocks noRot="1" noChangeAspect="1" noMove="1" noResize="1" noEditPoints="1" noAdjustHandles="1" noChangeArrowheads="1" noChangeShapeType="1" noTextEdit="1"/>
                </p:cNvSpPr>
                <p:nvPr/>
              </p:nvSpPr>
              <p:spPr>
                <a:xfrm>
                  <a:off x="510903" y="4571471"/>
                  <a:ext cx="643201" cy="488858"/>
                </a:xfrm>
                <a:prstGeom prst="rect">
                  <a:avLst/>
                </a:prstGeom>
                <a:blipFill>
                  <a:blip r:embed="rId34"/>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FD4B2BF5-5A36-4317-0BCC-A694728E3D49}"/>
                    </a:ext>
                  </a:extLst>
                </p:cNvPr>
                <p:cNvSpPr txBox="1"/>
                <p:nvPr/>
              </p:nvSpPr>
              <p:spPr>
                <a:xfrm>
                  <a:off x="510905" y="5039507"/>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62" name="文本框 61">
                  <a:extLst>
                    <a:ext uri="{FF2B5EF4-FFF2-40B4-BE49-F238E27FC236}">
                      <a16:creationId xmlns:a16="http://schemas.microsoft.com/office/drawing/2014/main" id="{0F676891-6FCC-D568-95F6-58871FE48307}"/>
                    </a:ext>
                  </a:extLst>
                </p:cNvPr>
                <p:cNvSpPr txBox="1">
                  <a:spLocks noRot="1" noChangeAspect="1" noMove="1" noResize="1" noEditPoints="1" noAdjustHandles="1" noChangeArrowheads="1" noChangeShapeType="1" noTextEdit="1"/>
                </p:cNvSpPr>
                <p:nvPr/>
              </p:nvSpPr>
              <p:spPr>
                <a:xfrm>
                  <a:off x="510905" y="5039507"/>
                  <a:ext cx="643467" cy="488858"/>
                </a:xfrm>
                <a:prstGeom prst="rect">
                  <a:avLst/>
                </a:prstGeom>
                <a:blipFill>
                  <a:blip r:embed="rId35"/>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82ABB51A-10B9-0ADB-FE15-00BA252BD38F}"/>
                    </a:ext>
                  </a:extLst>
                </p:cNvPr>
                <p:cNvSpPr txBox="1"/>
                <p:nvPr/>
              </p:nvSpPr>
              <p:spPr>
                <a:xfrm>
                  <a:off x="510905" y="5506132"/>
                  <a:ext cx="64346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63" name="文本框 62">
                  <a:extLst>
                    <a:ext uri="{FF2B5EF4-FFF2-40B4-BE49-F238E27FC236}">
                      <a16:creationId xmlns:a16="http://schemas.microsoft.com/office/drawing/2014/main" id="{BE86E114-C17E-7666-B301-4A374D86B1DF}"/>
                    </a:ext>
                  </a:extLst>
                </p:cNvPr>
                <p:cNvSpPr txBox="1">
                  <a:spLocks noRot="1" noChangeAspect="1" noMove="1" noResize="1" noEditPoints="1" noAdjustHandles="1" noChangeArrowheads="1" noChangeShapeType="1" noTextEdit="1"/>
                </p:cNvSpPr>
                <p:nvPr/>
              </p:nvSpPr>
              <p:spPr>
                <a:xfrm>
                  <a:off x="510905" y="5506132"/>
                  <a:ext cx="643467" cy="488858"/>
                </a:xfrm>
                <a:prstGeom prst="rect">
                  <a:avLst/>
                </a:prstGeom>
                <a:blipFill>
                  <a:blip r:embed="rId36"/>
                  <a:stretch>
                    <a:fillRect l="-2632" r="-17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A6A7AC81-02BB-88C4-1115-669467EDC01F}"/>
                    </a:ext>
                  </a:extLst>
                </p:cNvPr>
                <p:cNvSpPr txBox="1"/>
                <p:nvPr/>
              </p:nvSpPr>
              <p:spPr>
                <a:xfrm>
                  <a:off x="1224085" y="4105234"/>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64" name="文本框 63">
                  <a:extLst>
                    <a:ext uri="{FF2B5EF4-FFF2-40B4-BE49-F238E27FC236}">
                      <a16:creationId xmlns:a16="http://schemas.microsoft.com/office/drawing/2014/main" id="{A6A7AC81-02BB-88C4-1115-669467EDC01F}"/>
                    </a:ext>
                  </a:extLst>
                </p:cNvPr>
                <p:cNvSpPr txBox="1">
                  <a:spLocks noRot="1" noChangeAspect="1" noMove="1" noResize="1" noEditPoints="1" noAdjustHandles="1" noChangeArrowheads="1" noChangeShapeType="1" noTextEdit="1"/>
                </p:cNvSpPr>
                <p:nvPr/>
              </p:nvSpPr>
              <p:spPr>
                <a:xfrm>
                  <a:off x="1224085" y="4105234"/>
                  <a:ext cx="1110180" cy="488858"/>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EA6BEB2-D3DB-5D64-7C1F-B9422671515D}"/>
                    </a:ext>
                  </a:extLst>
                </p:cNvPr>
                <p:cNvSpPr txBox="1"/>
                <p:nvPr/>
              </p:nvSpPr>
              <p:spPr>
                <a:xfrm>
                  <a:off x="2338319" y="4105705"/>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5" name="文本框 64">
                  <a:extLst>
                    <a:ext uri="{FF2B5EF4-FFF2-40B4-BE49-F238E27FC236}">
                      <a16:creationId xmlns:a16="http://schemas.microsoft.com/office/drawing/2014/main" id="{1F47278D-0C03-434A-DBCC-8138FFD56C00}"/>
                    </a:ext>
                  </a:extLst>
                </p:cNvPr>
                <p:cNvSpPr txBox="1">
                  <a:spLocks noRot="1" noChangeAspect="1" noMove="1" noResize="1" noEditPoints="1" noAdjustHandles="1" noChangeArrowheads="1" noChangeShapeType="1" noTextEdit="1"/>
                </p:cNvSpPr>
                <p:nvPr/>
              </p:nvSpPr>
              <p:spPr>
                <a:xfrm>
                  <a:off x="2338319" y="4105705"/>
                  <a:ext cx="1110180" cy="488858"/>
                </a:xfrm>
                <a:prstGeom prst="rect">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8A00FD4A-7748-0B6B-39D8-6731DF7045F5}"/>
                    </a:ext>
                  </a:extLst>
                </p:cNvPr>
                <p:cNvSpPr txBox="1"/>
                <p:nvPr/>
              </p:nvSpPr>
              <p:spPr>
                <a:xfrm>
                  <a:off x="3451696" y="4106840"/>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66" name="文本框 65">
                  <a:extLst>
                    <a:ext uri="{FF2B5EF4-FFF2-40B4-BE49-F238E27FC236}">
                      <a16:creationId xmlns:a16="http://schemas.microsoft.com/office/drawing/2014/main" id="{8A00FD4A-7748-0B6B-39D8-6731DF7045F5}"/>
                    </a:ext>
                  </a:extLst>
                </p:cNvPr>
                <p:cNvSpPr txBox="1">
                  <a:spLocks noRot="1" noChangeAspect="1" noMove="1" noResize="1" noEditPoints="1" noAdjustHandles="1" noChangeArrowheads="1" noChangeShapeType="1" noTextEdit="1"/>
                </p:cNvSpPr>
                <p:nvPr/>
              </p:nvSpPr>
              <p:spPr>
                <a:xfrm>
                  <a:off x="3451696" y="4106840"/>
                  <a:ext cx="1110180" cy="488858"/>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F74F7C15-A6E3-D8D8-8E09-420FB70B36C4}"/>
                    </a:ext>
                  </a:extLst>
                </p:cNvPr>
                <p:cNvSpPr txBox="1"/>
                <p:nvPr/>
              </p:nvSpPr>
              <p:spPr>
                <a:xfrm>
                  <a:off x="4565928" y="4107312"/>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7" name="文本框 66">
                  <a:extLst>
                    <a:ext uri="{FF2B5EF4-FFF2-40B4-BE49-F238E27FC236}">
                      <a16:creationId xmlns:a16="http://schemas.microsoft.com/office/drawing/2014/main" id="{7ACCB035-9F3A-A962-546F-2F8E2CB86ADE}"/>
                    </a:ext>
                  </a:extLst>
                </p:cNvPr>
                <p:cNvSpPr txBox="1">
                  <a:spLocks noRot="1" noChangeAspect="1" noMove="1" noResize="1" noEditPoints="1" noAdjustHandles="1" noChangeArrowheads="1" noChangeShapeType="1" noTextEdit="1"/>
                </p:cNvSpPr>
                <p:nvPr/>
              </p:nvSpPr>
              <p:spPr>
                <a:xfrm>
                  <a:off x="4565928" y="4107312"/>
                  <a:ext cx="1110180" cy="488858"/>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66EC88E-219D-7F52-38B4-6FA41E6999AE}"/>
                    </a:ext>
                  </a:extLst>
                </p:cNvPr>
                <p:cNvSpPr txBox="1"/>
                <p:nvPr/>
              </p:nvSpPr>
              <p:spPr>
                <a:xfrm>
                  <a:off x="1224086" y="4571624"/>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p>
              </p:txBody>
            </p:sp>
          </mc:Choice>
          <mc:Fallback xmlns="">
            <p:sp>
              <p:nvSpPr>
                <p:cNvPr id="68" name="文本框 67">
                  <a:extLst>
                    <a:ext uri="{FF2B5EF4-FFF2-40B4-BE49-F238E27FC236}">
                      <a16:creationId xmlns:a16="http://schemas.microsoft.com/office/drawing/2014/main" id="{59C01850-A692-5595-7A59-80C6BFBB2A75}"/>
                    </a:ext>
                  </a:extLst>
                </p:cNvPr>
                <p:cNvSpPr txBox="1">
                  <a:spLocks noRot="1" noChangeAspect="1" noMove="1" noResize="1" noEditPoints="1" noAdjustHandles="1" noChangeArrowheads="1" noChangeShapeType="1" noTextEdit="1"/>
                </p:cNvSpPr>
                <p:nvPr/>
              </p:nvSpPr>
              <p:spPr>
                <a:xfrm>
                  <a:off x="1224086" y="4571624"/>
                  <a:ext cx="1110179" cy="488858"/>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0531C2D-3550-B695-9010-B1A89420BAED}"/>
                    </a:ext>
                  </a:extLst>
                </p:cNvPr>
                <p:cNvSpPr txBox="1"/>
                <p:nvPr/>
              </p:nvSpPr>
              <p:spPr>
                <a:xfrm>
                  <a:off x="2338319" y="4572096"/>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69" name="文本框 68">
                  <a:extLst>
                    <a:ext uri="{FF2B5EF4-FFF2-40B4-BE49-F238E27FC236}">
                      <a16:creationId xmlns:a16="http://schemas.microsoft.com/office/drawing/2014/main" id="{40531C2D-3550-B695-9010-B1A89420BAED}"/>
                    </a:ext>
                  </a:extLst>
                </p:cNvPr>
                <p:cNvSpPr txBox="1">
                  <a:spLocks noRot="1" noChangeAspect="1" noMove="1" noResize="1" noEditPoints="1" noAdjustHandles="1" noChangeArrowheads="1" noChangeShapeType="1" noTextEdit="1"/>
                </p:cNvSpPr>
                <p:nvPr/>
              </p:nvSpPr>
              <p:spPr>
                <a:xfrm>
                  <a:off x="2338319" y="4572096"/>
                  <a:ext cx="1110179" cy="488858"/>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89F1A975-0E65-3BA2-9755-460880BB422F}"/>
                    </a:ext>
                  </a:extLst>
                </p:cNvPr>
                <p:cNvSpPr txBox="1"/>
                <p:nvPr/>
              </p:nvSpPr>
              <p:spPr>
                <a:xfrm>
                  <a:off x="3451696" y="457323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CC7E6F5C-10D1-B749-420D-28EC0FB1AC7D}"/>
                    </a:ext>
                  </a:extLst>
                </p:cNvPr>
                <p:cNvSpPr txBox="1">
                  <a:spLocks noRot="1" noChangeAspect="1" noMove="1" noResize="1" noEditPoints="1" noAdjustHandles="1" noChangeArrowheads="1" noChangeShapeType="1" noTextEdit="1"/>
                </p:cNvSpPr>
                <p:nvPr/>
              </p:nvSpPr>
              <p:spPr>
                <a:xfrm>
                  <a:off x="3451696" y="4573230"/>
                  <a:ext cx="1110179" cy="488858"/>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FE7FA6B7-7BCF-061A-03DD-BF5DE5E03D2D}"/>
                    </a:ext>
                  </a:extLst>
                </p:cNvPr>
                <p:cNvSpPr txBox="1"/>
                <p:nvPr/>
              </p:nvSpPr>
              <p:spPr>
                <a:xfrm>
                  <a:off x="4565929" y="457370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p>
              </p:txBody>
            </p:sp>
          </mc:Choice>
          <mc:Fallback xmlns="">
            <p:sp>
              <p:nvSpPr>
                <p:cNvPr id="71" name="文本框 70">
                  <a:extLst>
                    <a:ext uri="{FF2B5EF4-FFF2-40B4-BE49-F238E27FC236}">
                      <a16:creationId xmlns:a16="http://schemas.microsoft.com/office/drawing/2014/main" id="{FE7FA6B7-7BCF-061A-03DD-BF5DE5E03D2D}"/>
                    </a:ext>
                  </a:extLst>
                </p:cNvPr>
                <p:cNvSpPr txBox="1">
                  <a:spLocks noRot="1" noChangeAspect="1" noMove="1" noResize="1" noEditPoints="1" noAdjustHandles="1" noChangeArrowheads="1" noChangeShapeType="1" noTextEdit="1"/>
                </p:cNvSpPr>
                <p:nvPr/>
              </p:nvSpPr>
              <p:spPr>
                <a:xfrm>
                  <a:off x="4565929" y="4573702"/>
                  <a:ext cx="1110179" cy="488858"/>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E0BB0F5D-C8D7-D2DA-2BD9-74FABBB96C5A}"/>
                    </a:ext>
                  </a:extLst>
                </p:cNvPr>
                <p:cNvSpPr txBox="1"/>
                <p:nvPr/>
              </p:nvSpPr>
              <p:spPr>
                <a:xfrm>
                  <a:off x="1224085" y="5039422"/>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E0BB0F5D-C8D7-D2DA-2BD9-74FABBB96C5A}"/>
                    </a:ext>
                  </a:extLst>
                </p:cNvPr>
                <p:cNvSpPr txBox="1">
                  <a:spLocks noRot="1" noChangeAspect="1" noMove="1" noResize="1" noEditPoints="1" noAdjustHandles="1" noChangeArrowheads="1" noChangeShapeType="1" noTextEdit="1"/>
                </p:cNvSpPr>
                <p:nvPr/>
              </p:nvSpPr>
              <p:spPr>
                <a:xfrm>
                  <a:off x="1224085" y="5039422"/>
                  <a:ext cx="1110180" cy="488858"/>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A49492E1-9BB5-4268-2810-369BAE62F6CE}"/>
                    </a:ext>
                  </a:extLst>
                </p:cNvPr>
                <p:cNvSpPr txBox="1"/>
                <p:nvPr/>
              </p:nvSpPr>
              <p:spPr>
                <a:xfrm>
                  <a:off x="2338319" y="5039895"/>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033EAE6A-06C8-CA8A-68C0-6200C072C9B5}"/>
                    </a:ext>
                  </a:extLst>
                </p:cNvPr>
                <p:cNvSpPr txBox="1">
                  <a:spLocks noRot="1" noChangeAspect="1" noMove="1" noResize="1" noEditPoints="1" noAdjustHandles="1" noChangeArrowheads="1" noChangeShapeType="1" noTextEdit="1"/>
                </p:cNvSpPr>
                <p:nvPr/>
              </p:nvSpPr>
              <p:spPr>
                <a:xfrm>
                  <a:off x="2338319" y="5039895"/>
                  <a:ext cx="1110179" cy="488858"/>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5473732C-5EA5-58AA-D796-D25C216C52D9}"/>
                    </a:ext>
                  </a:extLst>
                </p:cNvPr>
                <p:cNvSpPr txBox="1"/>
                <p:nvPr/>
              </p:nvSpPr>
              <p:spPr>
                <a:xfrm>
                  <a:off x="3451696" y="5041028"/>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4" name="文本框 73">
                  <a:extLst>
                    <a:ext uri="{FF2B5EF4-FFF2-40B4-BE49-F238E27FC236}">
                      <a16:creationId xmlns:a16="http://schemas.microsoft.com/office/drawing/2014/main" id="{8C3091AC-F940-AB6D-123A-A34B19FBA2C1}"/>
                    </a:ext>
                  </a:extLst>
                </p:cNvPr>
                <p:cNvSpPr txBox="1">
                  <a:spLocks noRot="1" noChangeAspect="1" noMove="1" noResize="1" noEditPoints="1" noAdjustHandles="1" noChangeArrowheads="1" noChangeShapeType="1" noTextEdit="1"/>
                </p:cNvSpPr>
                <p:nvPr/>
              </p:nvSpPr>
              <p:spPr>
                <a:xfrm>
                  <a:off x="3451696" y="5041028"/>
                  <a:ext cx="1110179" cy="488858"/>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C8B768CA-7A0B-1F21-9A95-3087D758EAEB}"/>
                    </a:ext>
                  </a:extLst>
                </p:cNvPr>
                <p:cNvSpPr txBox="1"/>
                <p:nvPr/>
              </p:nvSpPr>
              <p:spPr>
                <a:xfrm>
                  <a:off x="4565928" y="5041500"/>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5" name="文本框 74">
                  <a:extLst>
                    <a:ext uri="{FF2B5EF4-FFF2-40B4-BE49-F238E27FC236}">
                      <a16:creationId xmlns:a16="http://schemas.microsoft.com/office/drawing/2014/main" id="{C8B768CA-7A0B-1F21-9A95-3087D758EAEB}"/>
                    </a:ext>
                  </a:extLst>
                </p:cNvPr>
                <p:cNvSpPr txBox="1">
                  <a:spLocks noRot="1" noChangeAspect="1" noMove="1" noResize="1" noEditPoints="1" noAdjustHandles="1" noChangeArrowheads="1" noChangeShapeType="1" noTextEdit="1"/>
                </p:cNvSpPr>
                <p:nvPr/>
              </p:nvSpPr>
              <p:spPr>
                <a:xfrm>
                  <a:off x="4565928" y="5041500"/>
                  <a:ext cx="1110180" cy="488858"/>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13C2DE0D-7C4A-9DA5-870A-3F8412997A0B}"/>
                    </a:ext>
                  </a:extLst>
                </p:cNvPr>
                <p:cNvSpPr txBox="1"/>
                <p:nvPr/>
              </p:nvSpPr>
              <p:spPr>
                <a:xfrm>
                  <a:off x="1224086" y="5505812"/>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6" name="文本框 75">
                  <a:extLst>
                    <a:ext uri="{FF2B5EF4-FFF2-40B4-BE49-F238E27FC236}">
                      <a16:creationId xmlns:a16="http://schemas.microsoft.com/office/drawing/2014/main" id="{D6632B7D-8925-F215-AD6D-426CE55FBDD5}"/>
                    </a:ext>
                  </a:extLst>
                </p:cNvPr>
                <p:cNvSpPr txBox="1">
                  <a:spLocks noRot="1" noChangeAspect="1" noMove="1" noResize="1" noEditPoints="1" noAdjustHandles="1" noChangeArrowheads="1" noChangeShapeType="1" noTextEdit="1"/>
                </p:cNvSpPr>
                <p:nvPr/>
              </p:nvSpPr>
              <p:spPr>
                <a:xfrm>
                  <a:off x="1224086" y="5505812"/>
                  <a:ext cx="1110179" cy="488858"/>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47E92EB8-11C2-21D2-F978-8A073B972552}"/>
                    </a:ext>
                  </a:extLst>
                </p:cNvPr>
                <p:cNvSpPr txBox="1"/>
                <p:nvPr/>
              </p:nvSpPr>
              <p:spPr>
                <a:xfrm>
                  <a:off x="2338319" y="5506284"/>
                  <a:ext cx="1110180"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7" name="文本框 76">
                  <a:extLst>
                    <a:ext uri="{FF2B5EF4-FFF2-40B4-BE49-F238E27FC236}">
                      <a16:creationId xmlns:a16="http://schemas.microsoft.com/office/drawing/2014/main" id="{DB202097-BD76-E0DD-9BB7-5D1B24DCE19E}"/>
                    </a:ext>
                  </a:extLst>
                </p:cNvPr>
                <p:cNvSpPr txBox="1">
                  <a:spLocks noRot="1" noChangeAspect="1" noMove="1" noResize="1" noEditPoints="1" noAdjustHandles="1" noChangeArrowheads="1" noChangeShapeType="1" noTextEdit="1"/>
                </p:cNvSpPr>
                <p:nvPr/>
              </p:nvSpPr>
              <p:spPr>
                <a:xfrm>
                  <a:off x="2338319" y="5506284"/>
                  <a:ext cx="1110180" cy="488858"/>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D82FB501-C7B2-2B07-DF2E-EC3A0C705CF7}"/>
                    </a:ext>
                  </a:extLst>
                </p:cNvPr>
                <p:cNvSpPr txBox="1"/>
                <p:nvPr/>
              </p:nvSpPr>
              <p:spPr>
                <a:xfrm>
                  <a:off x="3451696" y="5507418"/>
                  <a:ext cx="1110180" cy="4888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1</m:t>
                        </m:r>
                      </m:oMath>
                    </m:oMathPara>
                  </a14:m>
                  <a:endParaRPr lang="zh-CN" altLang="en-US" sz="2400" dirty="0">
                    <a:solidFill>
                      <a:schemeClr val="tx1"/>
                    </a:solidFill>
                  </a:endParaRPr>
                </a:p>
              </p:txBody>
            </p:sp>
          </mc:Choice>
          <mc:Fallback xmlns="">
            <p:sp>
              <p:nvSpPr>
                <p:cNvPr id="78" name="文本框 77">
                  <a:extLst>
                    <a:ext uri="{FF2B5EF4-FFF2-40B4-BE49-F238E27FC236}">
                      <a16:creationId xmlns:a16="http://schemas.microsoft.com/office/drawing/2014/main" id="{D82FB501-C7B2-2B07-DF2E-EC3A0C705CF7}"/>
                    </a:ext>
                  </a:extLst>
                </p:cNvPr>
                <p:cNvSpPr txBox="1">
                  <a:spLocks noRot="1" noChangeAspect="1" noMove="1" noResize="1" noEditPoints="1" noAdjustHandles="1" noChangeArrowheads="1" noChangeShapeType="1" noTextEdit="1"/>
                </p:cNvSpPr>
                <p:nvPr/>
              </p:nvSpPr>
              <p:spPr>
                <a:xfrm>
                  <a:off x="3451696" y="5507418"/>
                  <a:ext cx="1110180" cy="488858"/>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306BF30D-ABA0-FFBD-2A31-9C91C08C4A17}"/>
                    </a:ext>
                  </a:extLst>
                </p:cNvPr>
                <p:cNvSpPr txBox="1"/>
                <p:nvPr/>
              </p:nvSpPr>
              <p:spPr>
                <a:xfrm>
                  <a:off x="4565929" y="5507890"/>
                  <a:ext cx="1110179"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solidFill>
                      <a:schemeClr val="tx1"/>
                    </a:solidFill>
                  </a:endParaRPr>
                </a:p>
              </p:txBody>
            </p:sp>
          </mc:Choice>
          <mc:Fallback xmlns="">
            <p:sp>
              <p:nvSpPr>
                <p:cNvPr id="79" name="文本框 78">
                  <a:extLst>
                    <a:ext uri="{FF2B5EF4-FFF2-40B4-BE49-F238E27FC236}">
                      <a16:creationId xmlns:a16="http://schemas.microsoft.com/office/drawing/2014/main" id="{CB7A0AB4-B84F-8F65-8E50-D05AA617CF0E}"/>
                    </a:ext>
                  </a:extLst>
                </p:cNvPr>
                <p:cNvSpPr txBox="1">
                  <a:spLocks noRot="1" noChangeAspect="1" noMove="1" noResize="1" noEditPoints="1" noAdjustHandles="1" noChangeArrowheads="1" noChangeShapeType="1" noTextEdit="1"/>
                </p:cNvSpPr>
                <p:nvPr/>
              </p:nvSpPr>
              <p:spPr>
                <a:xfrm>
                  <a:off x="4565929" y="5507890"/>
                  <a:ext cx="1110179" cy="488858"/>
                </a:xfrm>
                <a:prstGeom prst="rect">
                  <a:avLst/>
                </a:prstGeom>
                <a:blipFill>
                  <a:blip r:embed="rId52"/>
                  <a:stretch>
                    <a:fillRect/>
                  </a:stretch>
                </a:blipFill>
              </p:spPr>
              <p:txBody>
                <a:bodyPr/>
                <a:lstStyle/>
                <a:p>
                  <a:r>
                    <a:rPr lang="zh-CN" altLang="en-US">
                      <a:noFill/>
                    </a:rPr>
                    <a:t> </a:t>
                  </a:r>
                </a:p>
              </p:txBody>
            </p:sp>
          </mc:Fallback>
        </mc:AlternateContent>
        <p:cxnSp>
          <p:nvCxnSpPr>
            <p:cNvPr id="80" name="直接连接符 79">
              <a:extLst>
                <a:ext uri="{FF2B5EF4-FFF2-40B4-BE49-F238E27FC236}">
                  <a16:creationId xmlns:a16="http://schemas.microsoft.com/office/drawing/2014/main" id="{828BB527-4A2F-C6B0-36F7-F634FA3B0994}"/>
                </a:ext>
              </a:extLst>
            </p:cNvPr>
            <p:cNvCxnSpPr>
              <a:cxnSpLocks/>
            </p:cNvCxnSpPr>
            <p:nvPr/>
          </p:nvCxnSpPr>
          <p:spPr>
            <a:xfrm>
              <a:off x="3448070"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A6143BAB-F140-37B6-677F-0F115F85662D}"/>
                </a:ext>
              </a:extLst>
            </p:cNvPr>
            <p:cNvCxnSpPr>
              <a:cxnSpLocks/>
            </p:cNvCxnSpPr>
            <p:nvPr/>
          </p:nvCxnSpPr>
          <p:spPr>
            <a:xfrm>
              <a:off x="1220031" y="5036740"/>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4798900-FBF4-A496-28CF-1D67AEE9221F}"/>
                </a:ext>
              </a:extLst>
            </p:cNvPr>
            <p:cNvCxnSpPr>
              <a:cxnSpLocks/>
            </p:cNvCxnSpPr>
            <p:nvPr/>
          </p:nvCxnSpPr>
          <p:spPr>
            <a:xfrm>
              <a:off x="2334265" y="410523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E93C26B3-CBDD-76D8-EAA1-C0BE4550A2D2}"/>
                </a:ext>
              </a:extLst>
            </p:cNvPr>
            <p:cNvCxnSpPr>
              <a:cxnSpLocks/>
            </p:cNvCxnSpPr>
            <p:nvPr/>
          </p:nvCxnSpPr>
          <p:spPr>
            <a:xfrm>
              <a:off x="4561875" y="4102552"/>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1695E69-B52E-E617-AD9B-0D45A0CB631C}"/>
                </a:ext>
              </a:extLst>
            </p:cNvPr>
            <p:cNvCxnSpPr>
              <a:cxnSpLocks/>
            </p:cNvCxnSpPr>
            <p:nvPr/>
          </p:nvCxnSpPr>
          <p:spPr>
            <a:xfrm>
              <a:off x="1220031" y="4567667"/>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AA8F429C-7B5A-EF9E-C830-74A94416523B}"/>
                </a:ext>
              </a:extLst>
            </p:cNvPr>
            <p:cNvCxnSpPr>
              <a:cxnSpLocks/>
            </p:cNvCxnSpPr>
            <p:nvPr/>
          </p:nvCxnSpPr>
          <p:spPr>
            <a:xfrm>
              <a:off x="1220030" y="5501856"/>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D565F316-FB72-182C-B5E2-E0253F778F14}"/>
                </a:ext>
              </a:extLst>
            </p:cNvPr>
            <p:cNvSpPr/>
            <p:nvPr/>
          </p:nvSpPr>
          <p:spPr>
            <a:xfrm>
              <a:off x="1220031" y="4105234"/>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3EA6F603-1752-874E-BC90-F081409DA946}"/>
                    </a:ext>
                  </a:extLst>
                </p:cNvPr>
                <p:cNvSpPr txBox="1"/>
                <p:nvPr/>
              </p:nvSpPr>
              <p:spPr>
                <a:xfrm>
                  <a:off x="1255690" y="3696736"/>
                  <a:ext cx="1083056"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EB0158E2-30B2-5A32-0A56-559C13E7C20D}"/>
                    </a:ext>
                  </a:extLst>
                </p:cNvPr>
                <p:cNvSpPr txBox="1">
                  <a:spLocks noRot="1" noChangeAspect="1" noMove="1" noResize="1" noEditPoints="1" noAdjustHandles="1" noChangeArrowheads="1" noChangeShapeType="1" noTextEdit="1"/>
                </p:cNvSpPr>
                <p:nvPr/>
              </p:nvSpPr>
              <p:spPr>
                <a:xfrm>
                  <a:off x="1255690" y="3696736"/>
                  <a:ext cx="1083056" cy="488858"/>
                </a:xfrm>
                <a:prstGeom prst="rect">
                  <a:avLst/>
                </a:prstGeom>
                <a:blipFill>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0939D4C6-7CD9-8661-EAF0-86CFD6BF0798}"/>
                    </a:ext>
                  </a:extLst>
                </p:cNvPr>
                <p:cNvSpPr txBox="1"/>
                <p:nvPr/>
              </p:nvSpPr>
              <p:spPr>
                <a:xfrm>
                  <a:off x="2338317" y="3696736"/>
                  <a:ext cx="1106127"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413A8C5D-03E8-F7CC-1E08-EE06E28DC972}"/>
                    </a:ext>
                  </a:extLst>
                </p:cNvPr>
                <p:cNvSpPr txBox="1">
                  <a:spLocks noRot="1" noChangeAspect="1" noMove="1" noResize="1" noEditPoints="1" noAdjustHandles="1" noChangeArrowheads="1" noChangeShapeType="1" noTextEdit="1"/>
                </p:cNvSpPr>
                <p:nvPr/>
              </p:nvSpPr>
              <p:spPr>
                <a:xfrm>
                  <a:off x="2338317" y="3696736"/>
                  <a:ext cx="1106127" cy="488858"/>
                </a:xfrm>
                <a:prstGeom prst="rect">
                  <a:avLst/>
                </a:prstGeom>
                <a:blipFill>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9CD9A01F-CFAB-9ED4-2F7C-29718ED43761}"/>
                    </a:ext>
                  </a:extLst>
                </p:cNvPr>
                <p:cNvSpPr txBox="1"/>
                <p:nvPr/>
              </p:nvSpPr>
              <p:spPr>
                <a:xfrm>
                  <a:off x="3452549" y="3696736"/>
                  <a:ext cx="1118931"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89" name="文本框 88">
                  <a:extLst>
                    <a:ext uri="{FF2B5EF4-FFF2-40B4-BE49-F238E27FC236}">
                      <a16:creationId xmlns:a16="http://schemas.microsoft.com/office/drawing/2014/main" id="{65735466-AE3C-4BC6-8F38-0789C4D85804}"/>
                    </a:ext>
                  </a:extLst>
                </p:cNvPr>
                <p:cNvSpPr txBox="1">
                  <a:spLocks noRot="1" noChangeAspect="1" noMove="1" noResize="1" noEditPoints="1" noAdjustHandles="1" noChangeArrowheads="1" noChangeShapeType="1" noTextEdit="1"/>
                </p:cNvSpPr>
                <p:nvPr/>
              </p:nvSpPr>
              <p:spPr>
                <a:xfrm>
                  <a:off x="3452549" y="3696736"/>
                  <a:ext cx="1118931" cy="488858"/>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058ECBE5-BC68-45CC-B356-546559F9408E}"/>
                    </a:ext>
                  </a:extLst>
                </p:cNvPr>
                <p:cNvSpPr txBox="1"/>
                <p:nvPr/>
              </p:nvSpPr>
              <p:spPr>
                <a:xfrm>
                  <a:off x="4575534" y="3696736"/>
                  <a:ext cx="1095668" cy="48885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FC3FAB05-3B4D-1562-72F6-1015ECA03EE6}"/>
                    </a:ext>
                  </a:extLst>
                </p:cNvPr>
                <p:cNvSpPr txBox="1">
                  <a:spLocks noRot="1" noChangeAspect="1" noMove="1" noResize="1" noEditPoints="1" noAdjustHandles="1" noChangeArrowheads="1" noChangeShapeType="1" noTextEdit="1"/>
                </p:cNvSpPr>
                <p:nvPr/>
              </p:nvSpPr>
              <p:spPr>
                <a:xfrm>
                  <a:off x="4575534" y="3696736"/>
                  <a:ext cx="1095668" cy="488858"/>
                </a:xfrm>
                <a:prstGeom prst="rect">
                  <a:avLst/>
                </a:prstGeom>
                <a:blipFill>
                  <a:blip r:embed="rId5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2AFEA85B-C081-D84E-DCAA-CFA84BD08320}"/>
                    </a:ext>
                  </a:extLst>
                </p:cNvPr>
                <p:cNvSpPr txBox="1"/>
                <p:nvPr/>
              </p:nvSpPr>
              <p:spPr>
                <a:xfrm>
                  <a:off x="330573" y="3185735"/>
                  <a:ext cx="497394" cy="554039"/>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800" i="1">
                                <a:latin typeface="Cambria Math" panose="02040503050406030204" pitchFamily="18" charset="0"/>
                              </a:rPr>
                            </m:ctrlPr>
                          </m:accPr>
                          <m:e>
                            <m:r>
                              <m:rPr>
                                <m:sty m:val="p"/>
                              </m:rPr>
                              <a:rPr lang="en-US" altLang="zh-CN" sz="2800">
                                <a:latin typeface="Cambria Math" panose="02040503050406030204" pitchFamily="18" charset="0"/>
                              </a:rPr>
                              <m:t>Y</m:t>
                            </m:r>
                          </m:e>
                        </m:acc>
                      </m:oMath>
                    </m:oMathPara>
                  </a14:m>
                  <a:endParaRPr lang="zh-CN" altLang="en-US" sz="2800" dirty="0">
                    <a:solidFill>
                      <a:schemeClr val="tx1"/>
                    </a:solidFill>
                  </a:endParaRPr>
                </a:p>
              </p:txBody>
            </p:sp>
          </mc:Choice>
          <mc:Fallback xmlns="">
            <p:sp>
              <p:nvSpPr>
                <p:cNvPr id="91" name="文本框 90">
                  <a:extLst>
                    <a:ext uri="{FF2B5EF4-FFF2-40B4-BE49-F238E27FC236}">
                      <a16:creationId xmlns:a16="http://schemas.microsoft.com/office/drawing/2014/main" id="{2AFEA85B-C081-D84E-DCAA-CFA84BD08320}"/>
                    </a:ext>
                  </a:extLst>
                </p:cNvPr>
                <p:cNvSpPr txBox="1">
                  <a:spLocks noRot="1" noChangeAspect="1" noMove="1" noResize="1" noEditPoints="1" noAdjustHandles="1" noChangeArrowheads="1" noChangeShapeType="1" noTextEdit="1"/>
                </p:cNvSpPr>
                <p:nvPr/>
              </p:nvSpPr>
              <p:spPr>
                <a:xfrm>
                  <a:off x="330573" y="3185735"/>
                  <a:ext cx="497394" cy="554039"/>
                </a:xfrm>
                <a:prstGeom prst="rect">
                  <a:avLst/>
                </a:prstGeom>
                <a:blipFill>
                  <a:blip r:embed="rId57"/>
                  <a:stretch>
                    <a:fillRect/>
                  </a:stretch>
                </a:blipFill>
              </p:spPr>
              <p:txBody>
                <a:bodyPr/>
                <a:lstStyle/>
                <a:p>
                  <a:r>
                    <a:rPr lang="zh-CN" altLang="en-US">
                      <a:noFill/>
                    </a:rPr>
                    <a:t> </a:t>
                  </a:r>
                </a:p>
              </p:txBody>
            </p:sp>
          </mc:Fallback>
        </mc:AlternateContent>
      </p:grpSp>
      <p:sp>
        <p:nvSpPr>
          <p:cNvPr id="97" name="箭头: 右 96">
            <a:extLst>
              <a:ext uri="{FF2B5EF4-FFF2-40B4-BE49-F238E27FC236}">
                <a16:creationId xmlns:a16="http://schemas.microsoft.com/office/drawing/2014/main" id="{F8D8D6D8-B790-6496-8531-8ED04F2C8076}"/>
              </a:ext>
            </a:extLst>
          </p:cNvPr>
          <p:cNvSpPr/>
          <p:nvPr/>
        </p:nvSpPr>
        <p:spPr>
          <a:xfrm flipH="1">
            <a:off x="5400000" y="4320000"/>
            <a:ext cx="637564" cy="487931"/>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050FFB1-7AB2-7C08-6CFA-6C5E3A7B4618}"/>
                  </a:ext>
                </a:extLst>
              </p:cNvPr>
              <p:cNvSpPr txBox="1"/>
              <p:nvPr/>
            </p:nvSpPr>
            <p:spPr>
              <a:xfrm>
                <a:off x="360000" y="2037600"/>
                <a:ext cx="6228781" cy="584775"/>
              </a:xfrm>
              <a:prstGeom prst="rect">
                <a:avLst/>
              </a:prstGeom>
              <a:noFill/>
            </p:spPr>
            <p:txBody>
              <a:bodyPr wrap="square">
                <a:spAutoFit/>
              </a:bodyPr>
              <a:lstStyle/>
              <a:p>
                <a14:m>
                  <m:oMath xmlns:m="http://schemas.openxmlformats.org/officeDocument/2006/math">
                    <m:r>
                      <m:rPr>
                        <m:sty m:val="p"/>
                      </m:rPr>
                      <a:rPr lang="en-US" altLang="zh-CN" sz="3200" b="0" i="0" smtClean="0">
                        <a:solidFill>
                          <a:schemeClr val="bg1"/>
                        </a:solidFill>
                        <a:latin typeface="Cambria Math" panose="02040503050406030204" pitchFamily="18" charset="0"/>
                      </a:rPr>
                      <m:t>Y</m:t>
                    </m:r>
                    <m:d>
                      <m:dPr>
                        <m:ctrlPr>
                          <a:rPr lang="en-US" altLang="zh-CN" sz="3200" b="0" i="1" smtClean="0">
                            <a:solidFill>
                              <a:schemeClr val="bg1"/>
                            </a:solidFill>
                            <a:latin typeface="Cambria Math" panose="02040503050406030204" pitchFamily="18" charset="0"/>
                          </a:rPr>
                        </m:ctrlPr>
                      </m:dPr>
                      <m:e>
                        <m:r>
                          <m:rPr>
                            <m:sty m:val="p"/>
                          </m:rPr>
                          <a:rPr lang="en-US" altLang="zh-CN" sz="3200" b="0" i="0" smtClean="0">
                            <a:solidFill>
                              <a:schemeClr val="bg1"/>
                            </a:solidFill>
                            <a:latin typeface="Cambria Math" panose="02040503050406030204" pitchFamily="18" charset="0"/>
                          </a:rPr>
                          <m:t>A</m:t>
                        </m:r>
                        <m:r>
                          <a:rPr lang="en-US" altLang="zh-CN" sz="3200" b="0" i="0" smtClean="0">
                            <a:solidFill>
                              <a:schemeClr val="bg1"/>
                            </a:solidFill>
                            <a:latin typeface="Cambria Math" panose="02040503050406030204" pitchFamily="18" charset="0"/>
                          </a:rPr>
                          <m:t>,</m:t>
                        </m:r>
                        <m:r>
                          <m:rPr>
                            <m:sty m:val="p"/>
                          </m:rPr>
                          <a:rPr lang="en-US" altLang="zh-CN" sz="3200" b="0" i="0" smtClean="0">
                            <a:solidFill>
                              <a:schemeClr val="bg1"/>
                            </a:solidFill>
                            <a:latin typeface="Cambria Math" panose="02040503050406030204" pitchFamily="18" charset="0"/>
                          </a:rPr>
                          <m:t>B</m:t>
                        </m:r>
                        <m:r>
                          <a:rPr lang="en-US" altLang="zh-CN" sz="3200" b="0" i="0" smtClean="0">
                            <a:solidFill>
                              <a:schemeClr val="bg1"/>
                            </a:solidFill>
                            <a:latin typeface="Cambria Math" panose="02040503050406030204" pitchFamily="18" charset="0"/>
                          </a:rPr>
                          <m:t>,</m:t>
                        </m:r>
                        <m:r>
                          <m:rPr>
                            <m:sty m:val="p"/>
                          </m:rPr>
                          <a:rPr lang="en-US" altLang="zh-CN" sz="3200" b="0" i="0" smtClean="0">
                            <a:solidFill>
                              <a:schemeClr val="bg1"/>
                            </a:solidFill>
                            <a:latin typeface="Cambria Math" panose="02040503050406030204" pitchFamily="18" charset="0"/>
                          </a:rPr>
                          <m:t>C</m:t>
                        </m:r>
                        <m:r>
                          <a:rPr lang="en-US" altLang="zh-CN" sz="3200" b="0" i="0" smtClean="0">
                            <a:solidFill>
                              <a:schemeClr val="bg1"/>
                            </a:solidFill>
                            <a:latin typeface="Cambria Math" panose="02040503050406030204" pitchFamily="18" charset="0"/>
                          </a:rPr>
                          <m:t>,</m:t>
                        </m:r>
                        <m:r>
                          <m:rPr>
                            <m:sty m:val="p"/>
                          </m:rPr>
                          <a:rPr lang="en-US" altLang="zh-CN" sz="3200" b="0" i="0" smtClean="0">
                            <a:solidFill>
                              <a:schemeClr val="bg1"/>
                            </a:solidFill>
                            <a:latin typeface="Cambria Math" panose="02040503050406030204" pitchFamily="18" charset="0"/>
                          </a:rPr>
                          <m:t>D</m:t>
                        </m:r>
                      </m:e>
                    </m:d>
                    <m:r>
                      <a:rPr lang="en-US" altLang="zh-CN" sz="3200" b="0" i="0" smtClean="0">
                        <a:solidFill>
                          <a:srgbClr val="002060"/>
                        </a:solidFill>
                        <a:latin typeface="Cambria Math" panose="02040503050406030204" pitchFamily="18" charset="0"/>
                      </a:rPr>
                      <m:t>=</m:t>
                    </m:r>
                    <m:nary>
                      <m:naryPr>
                        <m:chr m:val="∑"/>
                        <m:subHide m:val="on"/>
                        <m:supHide m:val="on"/>
                        <m:ctrlPr>
                          <a:rPr lang="en-US" altLang="zh-CN" sz="3200" b="0" i="1" smtClean="0">
                            <a:solidFill>
                              <a:srgbClr val="002060"/>
                            </a:solidFill>
                            <a:latin typeface="Cambria Math" panose="02040503050406030204" pitchFamily="18" charset="0"/>
                          </a:rPr>
                        </m:ctrlPr>
                      </m:naryPr>
                      <m:sub/>
                      <m:sup/>
                      <m:e>
                        <m:r>
                          <a:rPr lang="en-US" altLang="zh-CN" sz="3200" b="0" i="1" smtClean="0">
                            <a:solidFill>
                              <a:srgbClr val="002060"/>
                            </a:solidFill>
                            <a:latin typeface="Cambria Math" panose="02040503050406030204" pitchFamily="18" charset="0"/>
                          </a:rPr>
                          <m:t>𝑚</m:t>
                        </m:r>
                        <m:r>
                          <a:rPr lang="en-US" altLang="zh-CN" sz="3200" b="0" i="1" smtClean="0">
                            <a:solidFill>
                              <a:srgbClr val="002060"/>
                            </a:solidFill>
                            <a:latin typeface="Cambria Math" panose="02040503050406030204" pitchFamily="18" charset="0"/>
                          </a:rPr>
                          <m:t>(0,1,2,5,8,9,10)</m:t>
                        </m:r>
                      </m:e>
                    </m:nary>
                  </m:oMath>
                </a14:m>
                <a:r>
                  <a:rPr lang="zh-CN" altLang="en-US" sz="3200" dirty="0">
                    <a:solidFill>
                      <a:srgbClr val="002060"/>
                    </a:solidFill>
                  </a:rPr>
                  <a:t> </a:t>
                </a:r>
              </a:p>
            </p:txBody>
          </p:sp>
        </mc:Choice>
        <mc:Fallback xmlns="">
          <p:sp>
            <p:nvSpPr>
              <p:cNvPr id="5" name="文本框 4">
                <a:extLst>
                  <a:ext uri="{FF2B5EF4-FFF2-40B4-BE49-F238E27FC236}">
                    <a16:creationId xmlns:a16="http://schemas.microsoft.com/office/drawing/2014/main" id="{C050FFB1-7AB2-7C08-6CFA-6C5E3A7B4618}"/>
                  </a:ext>
                </a:extLst>
              </p:cNvPr>
              <p:cNvSpPr txBox="1">
                <a:spLocks noRot="1" noChangeAspect="1" noMove="1" noResize="1" noEditPoints="1" noAdjustHandles="1" noChangeArrowheads="1" noChangeShapeType="1" noTextEdit="1"/>
              </p:cNvSpPr>
              <p:nvPr/>
            </p:nvSpPr>
            <p:spPr>
              <a:xfrm>
                <a:off x="360000" y="2037600"/>
                <a:ext cx="6228781" cy="584775"/>
              </a:xfrm>
              <a:prstGeom prst="rect">
                <a:avLst/>
              </a:prstGeom>
              <a:blipFill>
                <a:blip r:embed="rId58"/>
                <a:stretch>
                  <a:fillRect/>
                </a:stretch>
              </a:blipFill>
            </p:spPr>
            <p:txBody>
              <a:bodyPr/>
              <a:lstStyle/>
              <a:p>
                <a:r>
                  <a:rPr lang="zh-CN" altLang="en-US">
                    <a:noFill/>
                  </a:rPr>
                  <a:t> </a:t>
                </a:r>
              </a:p>
            </p:txBody>
          </p:sp>
        </mc:Fallback>
      </mc:AlternateContent>
      <p:sp>
        <p:nvSpPr>
          <p:cNvPr id="7" name="矩形: 圆角 6">
            <a:extLst>
              <a:ext uri="{FF2B5EF4-FFF2-40B4-BE49-F238E27FC236}">
                <a16:creationId xmlns:a16="http://schemas.microsoft.com/office/drawing/2014/main" id="{524C695C-8345-C954-94FB-2B20D203621F}"/>
              </a:ext>
            </a:extLst>
          </p:cNvPr>
          <p:cNvSpPr/>
          <p:nvPr/>
        </p:nvSpPr>
        <p:spPr>
          <a:xfrm>
            <a:off x="1315592" y="4693596"/>
            <a:ext cx="2767263" cy="306441"/>
          </a:xfrm>
          <a:prstGeom prst="roundRect">
            <a:avLst>
              <a:gd name="adj" fmla="val 0"/>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 name="矩形: 圆角 7">
            <a:extLst>
              <a:ext uri="{FF2B5EF4-FFF2-40B4-BE49-F238E27FC236}">
                <a16:creationId xmlns:a16="http://schemas.microsoft.com/office/drawing/2014/main" id="{300C13CD-2A65-E48E-283A-68900BF1E549}"/>
              </a:ext>
            </a:extLst>
          </p:cNvPr>
          <p:cNvSpPr/>
          <p:nvPr/>
        </p:nvSpPr>
        <p:spPr>
          <a:xfrm>
            <a:off x="2878678" y="3821218"/>
            <a:ext cx="449643" cy="1612870"/>
          </a:xfrm>
          <a:prstGeom prst="roundRect">
            <a:avLst>
              <a:gd name="adj" fmla="val 0"/>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B0A29B1-54FF-505E-FB55-DD21BE5E444A}"/>
                  </a:ext>
                </a:extLst>
              </p:cNvPr>
              <p:cNvSpPr txBox="1"/>
              <p:nvPr/>
            </p:nvSpPr>
            <p:spPr>
              <a:xfrm>
                <a:off x="359999" y="5760000"/>
                <a:ext cx="4021001" cy="6482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3200" b="0" i="0" smtClean="0">
                          <a:latin typeface="Cambria Math" panose="02040503050406030204" pitchFamily="18" charset="0"/>
                        </a:rPr>
                        <m:t>Y</m:t>
                      </m:r>
                      <m:r>
                        <a:rPr lang="en-US" altLang="zh-CN" sz="3200" b="0" i="0" smtClean="0">
                          <a:solidFill>
                            <a:srgbClr val="002060"/>
                          </a:solidFill>
                          <a:latin typeface="Cambria Math" panose="02040503050406030204" pitchFamily="18" charset="0"/>
                        </a:rPr>
                        <m:t>=</m:t>
                      </m:r>
                      <m:acc>
                        <m:accPr>
                          <m:chr m:val="̅"/>
                          <m:ctrlPr>
                            <a:rPr lang="en-US" altLang="zh-CN" sz="3200" b="0" i="1" smtClean="0">
                              <a:solidFill>
                                <a:srgbClr val="002060"/>
                              </a:solidFill>
                              <a:latin typeface="Cambria Math" panose="02040503050406030204" pitchFamily="18" charset="0"/>
                            </a:rPr>
                          </m:ctrlPr>
                        </m:accPr>
                        <m:e>
                          <m:r>
                            <m:rPr>
                              <m:sty m:val="p"/>
                            </m:rPr>
                            <a:rPr lang="en-US" altLang="zh-CN" sz="3200">
                              <a:solidFill>
                                <a:srgbClr val="FF0000"/>
                              </a:solidFill>
                              <a:latin typeface="Cambria Math" panose="02040503050406030204" pitchFamily="18" charset="0"/>
                            </a:rPr>
                            <m:t>AB</m:t>
                          </m:r>
                          <m:r>
                            <a:rPr lang="en-US" altLang="zh-CN" sz="3200">
                              <a:solidFill>
                                <a:srgbClr val="002060"/>
                              </a:solidFill>
                              <a:latin typeface="Cambria Math" panose="02040503050406030204" pitchFamily="18" charset="0"/>
                            </a:rPr>
                            <m:t>+</m:t>
                          </m:r>
                          <m:r>
                            <m:rPr>
                              <m:sty m:val="p"/>
                            </m:rPr>
                            <a:rPr lang="en-US" altLang="zh-CN" sz="3200">
                              <a:solidFill>
                                <a:srgbClr val="00B050"/>
                              </a:solidFill>
                              <a:latin typeface="Cambria Math" panose="02040503050406030204" pitchFamily="18" charset="0"/>
                            </a:rPr>
                            <m:t>CD</m:t>
                          </m:r>
                          <m:r>
                            <m:rPr>
                              <m:nor/>
                            </m:rPr>
                            <a:rPr lang="en-US" altLang="zh-CN" sz="3200" dirty="0">
                              <a:solidFill>
                                <a:srgbClr val="002060"/>
                              </a:solidFill>
                            </a:rPr>
                            <m:t> </m:t>
                          </m:r>
                          <m:r>
                            <a:rPr lang="en-US" altLang="zh-CN" sz="3200">
                              <a:solidFill>
                                <a:srgbClr val="002060"/>
                              </a:solidFill>
                              <a:latin typeface="Cambria Math" panose="02040503050406030204" pitchFamily="18" charset="0"/>
                            </a:rPr>
                            <m:t>+</m:t>
                          </m:r>
                          <m:r>
                            <m:rPr>
                              <m:sty m:val="p"/>
                            </m:rPr>
                            <a:rPr lang="en-US" altLang="zh-CN" sz="3200" b="0" i="0" smtClean="0">
                              <a:solidFill>
                                <a:srgbClr val="0000FF"/>
                              </a:solidFill>
                              <a:latin typeface="Cambria Math" panose="02040503050406030204" pitchFamily="18" charset="0"/>
                            </a:rPr>
                            <m:t>B</m:t>
                          </m:r>
                          <m:acc>
                            <m:accPr>
                              <m:chr m:val="̅"/>
                              <m:ctrlPr>
                                <a:rPr lang="en-US" altLang="zh-CN" sz="3200" b="0" i="1" smtClean="0">
                                  <a:solidFill>
                                    <a:srgbClr val="0000FF"/>
                                  </a:solidFill>
                                  <a:latin typeface="Cambria Math" panose="02040503050406030204" pitchFamily="18" charset="0"/>
                                </a:rPr>
                              </m:ctrlPr>
                            </m:accPr>
                            <m:e>
                              <m:r>
                                <m:rPr>
                                  <m:sty m:val="p"/>
                                </m:rPr>
                                <a:rPr lang="en-US" altLang="zh-CN" sz="3200" b="0" i="0" smtClean="0">
                                  <a:solidFill>
                                    <a:srgbClr val="0000FF"/>
                                  </a:solidFill>
                                  <a:latin typeface="Cambria Math" panose="02040503050406030204" pitchFamily="18" charset="0"/>
                                </a:rPr>
                                <m:t>D</m:t>
                              </m:r>
                            </m:e>
                          </m:acc>
                        </m:e>
                      </m:acc>
                    </m:oMath>
                  </m:oMathPara>
                </a14:m>
                <a:endParaRPr lang="zh-CN" altLang="en-US" sz="3200" dirty="0"/>
              </a:p>
            </p:txBody>
          </p:sp>
        </mc:Choice>
        <mc:Fallback xmlns="">
          <p:sp>
            <p:nvSpPr>
              <p:cNvPr id="43" name="文本框 42">
                <a:extLst>
                  <a:ext uri="{FF2B5EF4-FFF2-40B4-BE49-F238E27FC236}">
                    <a16:creationId xmlns:a16="http://schemas.microsoft.com/office/drawing/2014/main" id="{BB0A29B1-54FF-505E-FB55-DD21BE5E444A}"/>
                  </a:ext>
                </a:extLst>
              </p:cNvPr>
              <p:cNvSpPr txBox="1">
                <a:spLocks noRot="1" noChangeAspect="1" noMove="1" noResize="1" noEditPoints="1" noAdjustHandles="1" noChangeArrowheads="1" noChangeShapeType="1" noTextEdit="1"/>
              </p:cNvSpPr>
              <p:nvPr/>
            </p:nvSpPr>
            <p:spPr>
              <a:xfrm>
                <a:off x="359999" y="5760000"/>
                <a:ext cx="4021001" cy="648254"/>
              </a:xfrm>
              <a:prstGeom prst="rect">
                <a:avLst/>
              </a:prstGeom>
              <a:blipFill>
                <a:blip r:embed="rId5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5F43C42-0120-4CA1-683F-F35E2DB109AB}"/>
                  </a:ext>
                </a:extLst>
              </p:cNvPr>
              <p:cNvSpPr txBox="1"/>
              <p:nvPr/>
            </p:nvSpPr>
            <p:spPr>
              <a:xfrm>
                <a:off x="3829747" y="5796000"/>
                <a:ext cx="4837175" cy="5859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3200" b="0" i="0" smtClean="0">
                          <a:solidFill>
                            <a:schemeClr val="tx1"/>
                          </a:solidFill>
                          <a:latin typeface="Cambria Math" panose="02040503050406030204" pitchFamily="18" charset="0"/>
                        </a:rPr>
                        <m:t>=(</m:t>
                      </m:r>
                      <m:acc>
                        <m:accPr>
                          <m:chr m:val="̅"/>
                          <m:ctrlPr>
                            <a:rPr lang="en-US" altLang="zh-CN" sz="3200" b="0" i="1" smtClean="0">
                              <a:solidFill>
                                <a:schemeClr val="tx1"/>
                              </a:solidFill>
                              <a:latin typeface="Cambria Math" panose="02040503050406030204" pitchFamily="18" charset="0"/>
                            </a:rPr>
                          </m:ctrlPr>
                        </m:accPr>
                        <m:e>
                          <m:r>
                            <m:rPr>
                              <m:sty m:val="p"/>
                            </m:rPr>
                            <a:rPr lang="en-US" altLang="zh-CN" sz="3200">
                              <a:solidFill>
                                <a:schemeClr val="tx1"/>
                              </a:solidFill>
                              <a:latin typeface="Cambria Math" panose="02040503050406030204" pitchFamily="18" charset="0"/>
                            </a:rPr>
                            <m:t>A</m:t>
                          </m:r>
                        </m:e>
                      </m:acc>
                      <m:r>
                        <a:rPr lang="en-US" altLang="zh-CN" sz="3200" b="0" i="0" smtClean="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B</m:t>
                          </m:r>
                        </m:e>
                      </m:acc>
                      <m:r>
                        <a:rPr lang="en-US" altLang="zh-CN" sz="3200" b="0" i="1" smtClean="0">
                          <a:solidFill>
                            <a:schemeClr val="tx1"/>
                          </a:solidFill>
                          <a:latin typeface="Cambria Math" panose="02040503050406030204" pitchFamily="18" charset="0"/>
                        </a:rPr>
                        <m:t>)</m:t>
                      </m:r>
                      <m:r>
                        <a:rPr lang="en-US" altLang="zh-CN" sz="3200" b="0" i="0" smtClean="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C</m:t>
                          </m:r>
                        </m:e>
                      </m:acc>
                      <m:r>
                        <a:rPr lang="en-US" altLang="zh-CN" sz="320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b="0" i="0" smtClean="0">
                              <a:solidFill>
                                <a:schemeClr val="tx1"/>
                              </a:solidFill>
                              <a:latin typeface="Cambria Math" panose="02040503050406030204" pitchFamily="18" charset="0"/>
                            </a:rPr>
                            <m:t>D</m:t>
                          </m:r>
                        </m:e>
                      </m:acc>
                      <m:r>
                        <a:rPr lang="en-US" altLang="zh-CN" sz="3200" b="0" i="0" smtClean="0">
                          <a:solidFill>
                            <a:schemeClr val="tx1"/>
                          </a:solidFill>
                          <a:latin typeface="Cambria Math" panose="02040503050406030204" pitchFamily="18" charset="0"/>
                        </a:rPr>
                        <m:t>)(</m:t>
                      </m:r>
                      <m:acc>
                        <m:accPr>
                          <m:chr m:val="̅"/>
                          <m:ctrlPr>
                            <a:rPr lang="en-US" altLang="zh-CN" sz="3200" i="1">
                              <a:solidFill>
                                <a:schemeClr val="tx1"/>
                              </a:solidFill>
                              <a:latin typeface="Cambria Math" panose="02040503050406030204" pitchFamily="18" charset="0"/>
                            </a:rPr>
                          </m:ctrlPr>
                        </m:accPr>
                        <m:e>
                          <m:r>
                            <m:rPr>
                              <m:sty m:val="p"/>
                            </m:rPr>
                            <a:rPr lang="en-US" altLang="zh-CN" sz="3200">
                              <a:solidFill>
                                <a:schemeClr val="tx1"/>
                              </a:solidFill>
                              <a:latin typeface="Cambria Math" panose="02040503050406030204" pitchFamily="18" charset="0"/>
                            </a:rPr>
                            <m:t>B</m:t>
                          </m:r>
                        </m:e>
                      </m:acc>
                      <m:r>
                        <a:rPr lang="en-US" altLang="zh-CN" sz="3200" b="0" i="1" smtClean="0">
                          <a:solidFill>
                            <a:schemeClr val="tx1"/>
                          </a:solidFill>
                          <a:latin typeface="Cambria Math" panose="02040503050406030204" pitchFamily="18" charset="0"/>
                        </a:rPr>
                        <m:t>+</m:t>
                      </m:r>
                      <m:r>
                        <m:rPr>
                          <m:sty m:val="p"/>
                        </m:rPr>
                        <a:rPr lang="en-US" altLang="zh-CN" sz="3200" b="0" i="0" smtClean="0">
                          <a:solidFill>
                            <a:schemeClr val="tx1"/>
                          </a:solidFill>
                          <a:latin typeface="Cambria Math" panose="02040503050406030204" pitchFamily="18" charset="0"/>
                        </a:rPr>
                        <m:t>D</m:t>
                      </m:r>
                      <m:r>
                        <a:rPr lang="en-US" altLang="zh-CN" sz="3200" b="0" i="0" smtClean="0">
                          <a:solidFill>
                            <a:schemeClr val="tx1"/>
                          </a:solidFill>
                          <a:latin typeface="Cambria Math" panose="02040503050406030204" pitchFamily="18" charset="0"/>
                        </a:rPr>
                        <m:t>)</m:t>
                      </m:r>
                    </m:oMath>
                  </m:oMathPara>
                </a14:m>
                <a:endParaRPr lang="zh-CN" altLang="en-US" sz="3200" dirty="0">
                  <a:solidFill>
                    <a:schemeClr val="tx1"/>
                  </a:solidFill>
                </a:endParaRPr>
              </a:p>
            </p:txBody>
          </p:sp>
        </mc:Choice>
        <mc:Fallback xmlns="">
          <p:sp>
            <p:nvSpPr>
              <p:cNvPr id="46" name="文本框 45">
                <a:extLst>
                  <a:ext uri="{FF2B5EF4-FFF2-40B4-BE49-F238E27FC236}">
                    <a16:creationId xmlns:a16="http://schemas.microsoft.com/office/drawing/2014/main" id="{75F43C42-0120-4CA1-683F-F35E2DB109AB}"/>
                  </a:ext>
                </a:extLst>
              </p:cNvPr>
              <p:cNvSpPr txBox="1">
                <a:spLocks noRot="1" noChangeAspect="1" noMove="1" noResize="1" noEditPoints="1" noAdjustHandles="1" noChangeArrowheads="1" noChangeShapeType="1" noTextEdit="1"/>
              </p:cNvSpPr>
              <p:nvPr/>
            </p:nvSpPr>
            <p:spPr>
              <a:xfrm>
                <a:off x="3829747" y="5796000"/>
                <a:ext cx="4837175" cy="585930"/>
              </a:xfrm>
              <a:prstGeom prst="rect">
                <a:avLst/>
              </a:prstGeom>
              <a:blipFill>
                <a:blip r:embed="rId60"/>
                <a:stretch>
                  <a:fillRect/>
                </a:stretch>
              </a:blipFill>
            </p:spPr>
            <p:txBody>
              <a:bodyPr/>
              <a:lstStyle/>
              <a:p>
                <a:r>
                  <a:rPr lang="zh-CN" altLang="en-US">
                    <a:noFill/>
                  </a:rPr>
                  <a:t> </a:t>
                </a:r>
              </a:p>
            </p:txBody>
          </p:sp>
        </mc:Fallback>
      </mc:AlternateContent>
      <p:sp>
        <p:nvSpPr>
          <p:cNvPr id="47" name="左中括号 46">
            <a:extLst>
              <a:ext uri="{FF2B5EF4-FFF2-40B4-BE49-F238E27FC236}">
                <a16:creationId xmlns:a16="http://schemas.microsoft.com/office/drawing/2014/main" id="{47FF831F-97C2-7166-A95B-953A2E37AA0D}"/>
              </a:ext>
            </a:extLst>
          </p:cNvPr>
          <p:cNvSpPr/>
          <p:nvPr/>
        </p:nvSpPr>
        <p:spPr>
          <a:xfrm flipH="1">
            <a:off x="1004540" y="4227817"/>
            <a:ext cx="725618" cy="798974"/>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左中括号 47">
            <a:extLst>
              <a:ext uri="{FF2B5EF4-FFF2-40B4-BE49-F238E27FC236}">
                <a16:creationId xmlns:a16="http://schemas.microsoft.com/office/drawing/2014/main" id="{83459844-AD7F-DFD1-40F6-77995857E47A}"/>
              </a:ext>
            </a:extLst>
          </p:cNvPr>
          <p:cNvSpPr/>
          <p:nvPr/>
        </p:nvSpPr>
        <p:spPr>
          <a:xfrm>
            <a:off x="3655382" y="4227817"/>
            <a:ext cx="725618" cy="798974"/>
          </a:xfrm>
          <a:prstGeom prst="leftBracket">
            <a:avLst>
              <a:gd name="adj" fmla="val 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9" name="组合 48">
            <a:extLst>
              <a:ext uri="{FF2B5EF4-FFF2-40B4-BE49-F238E27FC236}">
                <a16:creationId xmlns:a16="http://schemas.microsoft.com/office/drawing/2014/main" id="{B14934D5-F1F2-FB59-765B-BE518ABC0B1B}"/>
              </a:ext>
            </a:extLst>
          </p:cNvPr>
          <p:cNvGrpSpPr/>
          <p:nvPr/>
        </p:nvGrpSpPr>
        <p:grpSpPr>
          <a:xfrm>
            <a:off x="11449269" y="6198682"/>
            <a:ext cx="786273" cy="548639"/>
            <a:chOff x="11454918" y="5839511"/>
            <a:chExt cx="786273" cy="548639"/>
          </a:xfrm>
        </p:grpSpPr>
        <p:grpSp>
          <p:nvGrpSpPr>
            <p:cNvPr id="50" name="组合 49">
              <a:extLst>
                <a:ext uri="{FF2B5EF4-FFF2-40B4-BE49-F238E27FC236}">
                  <a16:creationId xmlns:a16="http://schemas.microsoft.com/office/drawing/2014/main" id="{C1AB4497-D2D7-AE32-C0D1-8BE14E98C907}"/>
                </a:ext>
              </a:extLst>
            </p:cNvPr>
            <p:cNvGrpSpPr/>
            <p:nvPr/>
          </p:nvGrpSpPr>
          <p:grpSpPr>
            <a:xfrm>
              <a:off x="11454918" y="5867450"/>
              <a:ext cx="737081" cy="520700"/>
              <a:chOff x="11454918" y="5867450"/>
              <a:chExt cx="737081" cy="520700"/>
            </a:xfrm>
          </p:grpSpPr>
          <p:sp>
            <p:nvSpPr>
              <p:cNvPr id="52" name="箭头: 五边形 51">
                <a:extLst>
                  <a:ext uri="{FF2B5EF4-FFF2-40B4-BE49-F238E27FC236}">
                    <a16:creationId xmlns:a16="http://schemas.microsoft.com/office/drawing/2014/main" id="{2CADA94B-8AF6-F17F-8DA8-4EFBBEDECA9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箭头: V 形 52">
                <a:extLst>
                  <a:ext uri="{FF2B5EF4-FFF2-40B4-BE49-F238E27FC236}">
                    <a16:creationId xmlns:a16="http://schemas.microsoft.com/office/drawing/2014/main" id="{E5B4028D-B3B4-D066-433C-AB48D5A2E62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1" name="灯片编号占位符 3">
              <a:extLst>
                <a:ext uri="{FF2B5EF4-FFF2-40B4-BE49-F238E27FC236}">
                  <a16:creationId xmlns:a16="http://schemas.microsoft.com/office/drawing/2014/main" id="{692851BA-CC34-F9BE-9390-7ACB643B7FD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29</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345932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randombar(horizontal)">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randombar(horizontal)">
                                      <p:cBhvr>
                                        <p:cTn id="17" dur="500"/>
                                        <p:tgtEl>
                                          <p:spTgt spid="56"/>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97"/>
                                        </p:tgtEl>
                                        <p:attrNameLst>
                                          <p:attrName>style.visibility</p:attrName>
                                        </p:attrNameLst>
                                      </p:cBhvr>
                                      <p:to>
                                        <p:strVal val="visible"/>
                                      </p:to>
                                    </p:set>
                                    <p:animEffect transition="in" filter="randombar(horizontal)">
                                      <p:cBhvr>
                                        <p:cTn id="20" dur="500"/>
                                        <p:tgtEl>
                                          <p:spTgt spid="97"/>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randombar(horizontal)">
                                      <p:cBhvr>
                                        <p:cTn id="25" dur="500"/>
                                        <p:tgtEl>
                                          <p:spTgt spid="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randombar(horizontal)">
                                      <p:cBhvr>
                                        <p:cTn id="28" dur="500"/>
                                        <p:tgtEl>
                                          <p:spTgt spid="8"/>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randombar(horizontal)">
                                      <p:cBhvr>
                                        <p:cTn id="31" dur="500"/>
                                        <p:tgtEl>
                                          <p:spTgt spid="48"/>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randombar(horizontal)">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randombar(horizontal)">
                                      <p:cBhvr>
                                        <p:cTn id="39" dur="500"/>
                                        <p:tgtEl>
                                          <p:spTgt spid="43"/>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randombar(horizontal)">
                                      <p:cBhvr>
                                        <p:cTn id="4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5" grpId="0"/>
      <p:bldP spid="7" grpId="0" animBg="1"/>
      <p:bldP spid="8" grpId="0" animBg="1"/>
      <p:bldP spid="43" grpId="0"/>
      <p:bldP spid="46" grpId="0"/>
      <p:bldP spid="47" grpId="0" animBg="1"/>
      <p:bldP spid="4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31809-3EA0-94C2-1C2F-CDAA5824EA2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5747F2B-7A66-64A9-6B8C-B2A7FBCEEA3F}"/>
              </a:ext>
            </a:extLst>
          </p:cNvPr>
          <p:cNvSpPr txBox="1"/>
          <p:nvPr/>
        </p:nvSpPr>
        <p:spPr>
          <a:xfrm>
            <a:off x="360000" y="720000"/>
            <a:ext cx="9465072" cy="1504386"/>
          </a:xfrm>
          <a:prstGeom prst="rect">
            <a:avLst/>
          </a:prstGeom>
          <a:noFill/>
        </p:spPr>
        <p:txBody>
          <a:bodyPr wrap="square">
            <a:spAutoFit/>
          </a:bodyPr>
          <a:lstStyle/>
          <a:p>
            <a:pPr algn="just">
              <a:lnSpc>
                <a:spcPct val="110000"/>
              </a:lnSpc>
              <a:spcAft>
                <a:spcPts val="600"/>
              </a:spcAft>
            </a:pPr>
            <a:r>
              <a:rPr lang="zh-CN" altLang="en-US" sz="2800" b="1" dirty="0">
                <a:solidFill>
                  <a:srgbClr val="002060"/>
                </a:solidFill>
                <a:latin typeface="微软雅黑" panose="020B0503020204020204" pitchFamily="34" charset="-122"/>
                <a:ea typeface="微软雅黑" panose="020B0503020204020204" pitchFamily="34" charset="-122"/>
              </a:rPr>
              <a:t>无关项</a:t>
            </a:r>
            <a:r>
              <a:rPr lang="zh-CN" altLang="en-US" sz="2800" dirty="0">
                <a:solidFill>
                  <a:srgbClr val="002060"/>
                </a:solidFill>
                <a:latin typeface="微软雅黑" panose="020B0503020204020204" pitchFamily="34" charset="-122"/>
                <a:ea typeface="微软雅黑" panose="020B0503020204020204" pitchFamily="34" charset="-122"/>
              </a:rPr>
              <a:t>：</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不应该出现的最小项（例如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8421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码中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1010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至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1111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六个项）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gn="just">
              <a:lnSpc>
                <a:spcPct val="11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客观上不会出现的最小项（在某些硬件条件的限制下）</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9FF7D01-47F8-5BEE-9D25-E3A7467885FB}"/>
                  </a:ext>
                </a:extLst>
              </p:cNvPr>
              <p:cNvSpPr txBox="1"/>
              <p:nvPr/>
            </p:nvSpPr>
            <p:spPr>
              <a:xfrm>
                <a:off x="360000" y="2268000"/>
                <a:ext cx="11542557" cy="470257"/>
              </a:xfrm>
              <a:prstGeom prst="rect">
                <a:avLst/>
              </a:prstGeom>
              <a:noFill/>
            </p:spPr>
            <p:txBody>
              <a:bodyPr wrap="square">
                <a:spAutoFit/>
              </a:bodyPr>
              <a:lstStyle/>
              <a:p>
                <a:pPr algn="just">
                  <a:lnSpc>
                    <a:spcPct val="110000"/>
                  </a:lnSpc>
                  <a:spcAft>
                    <a:spcPts val="600"/>
                  </a:spcAft>
                </a:pPr>
                <a:r>
                  <a:rPr lang="zh-CN" altLang="en-US" sz="2400" dirty="0">
                    <a:solidFill>
                      <a:srgbClr val="002060"/>
                    </a:solidFill>
                    <a:latin typeface="微软雅黑" panose="020B0503020204020204" pitchFamily="34" charset="-122"/>
                    <a:ea typeface="微软雅黑" panose="020B0503020204020204" pitchFamily="34" charset="-122"/>
                  </a:rPr>
                  <a:t>填卡诺图时在无关项对应的格内填符号 </a:t>
                </a:r>
                <a:r>
                  <a:rPr lang="en-US" altLang="zh-CN" sz="24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400" i="1" smtClean="0">
                        <a:solidFill>
                          <a:srgbClr val="002060"/>
                        </a:solidFill>
                        <a:latin typeface="Cambria Math" panose="02040503050406030204" pitchFamily="18" charset="0"/>
                        <a:ea typeface="Cambria Math" panose="02040503050406030204" pitchFamily="18" charset="0"/>
                      </a:rPr>
                      <m:t>×</m:t>
                    </m:r>
                  </m:oMath>
                </a14:m>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，化简时可根据需要将无关项视为 </a:t>
                </a:r>
                <a:r>
                  <a:rPr lang="en-US" altLang="zh-CN" sz="2400" dirty="0">
                    <a:solidFill>
                      <a:srgbClr val="002060"/>
                    </a:solidFill>
                    <a:latin typeface="微软雅黑" panose="020B0503020204020204" pitchFamily="34" charset="-122"/>
                    <a:ea typeface="微软雅黑" panose="020B0503020204020204" pitchFamily="34" charset="-122"/>
                  </a:rPr>
                  <a:t>1 </a:t>
                </a:r>
                <a:r>
                  <a:rPr lang="zh-CN" altLang="en-US" sz="2400" dirty="0">
                    <a:solidFill>
                      <a:srgbClr val="002060"/>
                    </a:solidFill>
                    <a:latin typeface="微软雅黑" panose="020B0503020204020204" pitchFamily="34" charset="-122"/>
                    <a:ea typeface="微软雅黑" panose="020B0503020204020204" pitchFamily="34" charset="-122"/>
                  </a:rPr>
                  <a:t>或 </a:t>
                </a:r>
                <a:r>
                  <a:rPr lang="en-US" altLang="zh-CN" sz="2400" dirty="0">
                    <a:solidFill>
                      <a:srgbClr val="002060"/>
                    </a:solidFill>
                    <a:latin typeface="微软雅黑" panose="020B0503020204020204" pitchFamily="34" charset="-122"/>
                    <a:ea typeface="微软雅黑" panose="020B0503020204020204" pitchFamily="34" charset="-122"/>
                  </a:rPr>
                  <a:t>0</a:t>
                </a:r>
              </a:p>
            </p:txBody>
          </p:sp>
        </mc:Choice>
        <mc:Fallback xmlns="">
          <p:sp>
            <p:nvSpPr>
              <p:cNvPr id="4" name="文本框 3">
                <a:extLst>
                  <a:ext uri="{FF2B5EF4-FFF2-40B4-BE49-F238E27FC236}">
                    <a16:creationId xmlns:a16="http://schemas.microsoft.com/office/drawing/2014/main" id="{A9FF7D01-47F8-5BEE-9D25-E3A7467885FB}"/>
                  </a:ext>
                </a:extLst>
              </p:cNvPr>
              <p:cNvSpPr txBox="1">
                <a:spLocks noRot="1" noChangeAspect="1" noMove="1" noResize="1" noEditPoints="1" noAdjustHandles="1" noChangeArrowheads="1" noChangeShapeType="1" noTextEdit="1"/>
              </p:cNvSpPr>
              <p:nvPr/>
            </p:nvSpPr>
            <p:spPr>
              <a:xfrm>
                <a:off x="360000" y="2268000"/>
                <a:ext cx="11542557" cy="470257"/>
              </a:xfrm>
              <a:prstGeom prst="rect">
                <a:avLst/>
              </a:prstGeom>
              <a:blipFill>
                <a:blip r:embed="rId3"/>
                <a:stretch>
                  <a:fillRect l="-792" t="-7792" b="-29870"/>
                </a:stretch>
              </a:blipFill>
            </p:spPr>
            <p:txBody>
              <a:bodyPr/>
              <a:lstStyle/>
              <a:p>
                <a:r>
                  <a:rPr lang="zh-CN" altLang="en-US">
                    <a:noFill/>
                  </a:rPr>
                  <a:t> </a:t>
                </a:r>
              </a:p>
            </p:txBody>
          </p:sp>
        </mc:Fallback>
      </mc:AlternateContent>
      <p:grpSp>
        <p:nvGrpSpPr>
          <p:cNvPr id="42" name="组合 41">
            <a:extLst>
              <a:ext uri="{FF2B5EF4-FFF2-40B4-BE49-F238E27FC236}">
                <a16:creationId xmlns:a16="http://schemas.microsoft.com/office/drawing/2014/main" id="{8011415E-5307-9331-B697-D146A0137EA6}"/>
              </a:ext>
            </a:extLst>
          </p:cNvPr>
          <p:cNvGrpSpPr/>
          <p:nvPr/>
        </p:nvGrpSpPr>
        <p:grpSpPr>
          <a:xfrm>
            <a:off x="6336000" y="3312000"/>
            <a:ext cx="5316108" cy="2541324"/>
            <a:chOff x="5325931" y="1061292"/>
            <a:chExt cx="5316108" cy="2541324"/>
          </a:xfrm>
        </p:grpSpPr>
        <p:cxnSp>
          <p:nvCxnSpPr>
            <p:cNvPr id="43" name="直接连接符 42">
              <a:extLst>
                <a:ext uri="{FF2B5EF4-FFF2-40B4-BE49-F238E27FC236}">
                  <a16:creationId xmlns:a16="http://schemas.microsoft.com/office/drawing/2014/main" id="{9E705BC3-3093-524A-B884-F0006E6F0330}"/>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F704350-291F-E55F-FBCC-544A5F92BDE0}"/>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61F5F8B-746D-E28E-0634-0BEF911AEE4C}"/>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AC64954B-A2E3-3233-B4BB-10D1FE34329A}"/>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83F3C0A3-BABC-BBDD-0C9F-3F1F2FE9CE0A}"/>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5C1975C3-E868-0C1C-2204-F5811D15833F}"/>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80DFDD6C-C6BA-9338-B5F4-BFF2E732AFC3}"/>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4C41A81D-29B4-9113-FB8B-D225CE7C5461}"/>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0" name="文本框 49">
                  <a:extLst>
                    <a:ext uri="{FF2B5EF4-FFF2-40B4-BE49-F238E27FC236}">
                      <a16:creationId xmlns:a16="http://schemas.microsoft.com/office/drawing/2014/main" id="{4650B924-B559-62CF-6013-8242E799BCF9}"/>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8EBDE455-1078-A5DA-7A1D-07D0484524EE}"/>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1" name="文本框 50">
                  <a:extLst>
                    <a:ext uri="{FF2B5EF4-FFF2-40B4-BE49-F238E27FC236}">
                      <a16:creationId xmlns:a16="http://schemas.microsoft.com/office/drawing/2014/main" id="{0F5B48D1-B285-2E40-B299-6F8EAEF75E47}"/>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A56F2532-FF53-0C8E-A9F1-AB76EBAB7F90}"/>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8147B389-72CB-9199-F279-E41B0268A7A8}"/>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802EFC9D-7186-6D48-58CC-E962462391EC}"/>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E7CADE76-2D4C-7AE9-98C3-25E1F0082751}"/>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55BDFB59-A04F-5524-8460-076313ED3CD1}"/>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4" name="文本框 53">
                  <a:extLst>
                    <a:ext uri="{FF2B5EF4-FFF2-40B4-BE49-F238E27FC236}">
                      <a16:creationId xmlns:a16="http://schemas.microsoft.com/office/drawing/2014/main" id="{644D50F2-8BE4-FE50-253F-18F4DD474F94}"/>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6BF1DAC7-F4E9-8BC5-A0A6-3AD6939C4134}"/>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5" name="文本框 54">
                  <a:extLst>
                    <a:ext uri="{FF2B5EF4-FFF2-40B4-BE49-F238E27FC236}">
                      <a16:creationId xmlns:a16="http://schemas.microsoft.com/office/drawing/2014/main" id="{5B5B3D38-900E-2673-68B6-61584C17A1D0}"/>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D3E238E9-0303-BDE0-FFD7-5486AAB0E53B}"/>
                    </a:ext>
                  </a:extLst>
                </p:cNvPr>
                <p:cNvSpPr txBox="1"/>
                <p:nvPr/>
              </p:nvSpPr>
              <p:spPr>
                <a:xfrm>
                  <a:off x="8417627" y="220552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6" name="文本框 55">
                  <a:extLst>
                    <a:ext uri="{FF2B5EF4-FFF2-40B4-BE49-F238E27FC236}">
                      <a16:creationId xmlns:a16="http://schemas.microsoft.com/office/drawing/2014/main" id="{B5BAFF96-D49A-ABB4-C08C-CF693CE6B18A}"/>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42F7463C-F29D-0B4B-0AC5-29AD59BD0565}"/>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7" name="文本框 56">
                  <a:extLst>
                    <a:ext uri="{FF2B5EF4-FFF2-40B4-BE49-F238E27FC236}">
                      <a16:creationId xmlns:a16="http://schemas.microsoft.com/office/drawing/2014/main" id="{6693F466-D906-7D5C-AE94-7D3E9C070B89}"/>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C451DD91-813D-B7B7-A786-A9A06B5BB778}"/>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m:oMathPara>
                  </a14:m>
                  <a:endParaRPr lang="zh-CN" altLang="en-US" sz="2400" dirty="0">
                    <a:solidFill>
                      <a:schemeClr val="tx1"/>
                    </a:solidFill>
                  </a:endParaRPr>
                </a:p>
              </p:txBody>
            </p:sp>
          </mc:Choice>
          <mc:Fallback xmlns="">
            <p:sp>
              <p:nvSpPr>
                <p:cNvPr id="58" name="文本框 57">
                  <a:extLst>
                    <a:ext uri="{FF2B5EF4-FFF2-40B4-BE49-F238E27FC236}">
                      <a16:creationId xmlns:a16="http://schemas.microsoft.com/office/drawing/2014/main" id="{3D8FFCEA-81AF-4E43-7F84-F2F1252A9965}"/>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E508BCF8-E6B2-0317-CC60-AA133EA0AC84}"/>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59" name="文本框 58">
                  <a:extLst>
                    <a:ext uri="{FF2B5EF4-FFF2-40B4-BE49-F238E27FC236}">
                      <a16:creationId xmlns:a16="http://schemas.microsoft.com/office/drawing/2014/main" id="{E7939D5A-5B20-4C74-954B-0BAFA4F3CA8E}"/>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B3AA7D3-B08D-9D9C-5BB2-B35C27B070F7}"/>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0" name="文本框 59">
                  <a:extLst>
                    <a:ext uri="{FF2B5EF4-FFF2-40B4-BE49-F238E27FC236}">
                      <a16:creationId xmlns:a16="http://schemas.microsoft.com/office/drawing/2014/main" id="{28A2CE87-ED7C-EACE-1FCB-9CD023825300}"/>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3337D0F2-903F-CA46-4CCD-17C089872673}"/>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1" name="文本框 60">
                  <a:extLst>
                    <a:ext uri="{FF2B5EF4-FFF2-40B4-BE49-F238E27FC236}">
                      <a16:creationId xmlns:a16="http://schemas.microsoft.com/office/drawing/2014/main" id="{6B99E296-EDF6-2FEA-1D4F-2F908BDD5F34}"/>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5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E34D2CA9-3F6B-7A13-8890-B70710F691FE}"/>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62" name="文本框 61">
                  <a:extLst>
                    <a:ext uri="{FF2B5EF4-FFF2-40B4-BE49-F238E27FC236}">
                      <a16:creationId xmlns:a16="http://schemas.microsoft.com/office/drawing/2014/main" id="{DD19C318-CD63-3052-7A64-4EFCE24D29AF}"/>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31455A2-425E-C53E-434E-60051A3775A7}"/>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63" name="文本框 62">
                  <a:extLst>
                    <a:ext uri="{FF2B5EF4-FFF2-40B4-BE49-F238E27FC236}">
                      <a16:creationId xmlns:a16="http://schemas.microsoft.com/office/drawing/2014/main" id="{E1061015-DF02-8339-57F5-33ADF00F7BA4}"/>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DDBE8E67-4F47-4459-5B7B-2DBFCCE46FA4}"/>
                    </a:ext>
                  </a:extLst>
                </p:cNvPr>
                <p:cNvSpPr txBox="1"/>
                <p:nvPr/>
              </p:nvSpPr>
              <p:spPr>
                <a:xfrm>
                  <a:off x="8417627" y="313971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4" name="文本框 63">
                  <a:extLst>
                    <a:ext uri="{FF2B5EF4-FFF2-40B4-BE49-F238E27FC236}">
                      <a16:creationId xmlns:a16="http://schemas.microsoft.com/office/drawing/2014/main" id="{A1901BA0-9B75-7E09-57DD-C3622D474CEB}"/>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0BF839A6-5910-CC3B-2491-C0D0A22AC3D5}"/>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5" name="文本框 64">
                  <a:extLst>
                    <a:ext uri="{FF2B5EF4-FFF2-40B4-BE49-F238E27FC236}">
                      <a16:creationId xmlns:a16="http://schemas.microsoft.com/office/drawing/2014/main" id="{28181028-E477-248E-70DA-187BAC5E049E}"/>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56"/>
                  <a:stretch>
                    <a:fillRect/>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C6E9F52D-4EC1-F714-0F3C-662989B3A642}"/>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3F1FBA88-CC6D-9230-F8CC-93955F9F9CAB}"/>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2A5F241-CF32-FF9A-10E3-9ADE311DD5E6}"/>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CF6F77C-05F7-AF6E-12F9-314C6240BE39}"/>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1099340-370C-C7AF-CF65-18A97B484AF0}"/>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B30BB4C2-9983-4D51-C0F4-40EE3B72F908}"/>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矩形 71">
              <a:extLst>
                <a:ext uri="{FF2B5EF4-FFF2-40B4-BE49-F238E27FC236}">
                  <a16:creationId xmlns:a16="http://schemas.microsoft.com/office/drawing/2014/main" id="{E84985D6-5F31-09B5-C91C-2A7EF3C5AD8A}"/>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A353C90D-E66E-1A41-BB2C-71CA0CB05E96}"/>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7B1306C0-8A1D-AD99-ED72-E27D02436832}"/>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F40EE56B-EF00-283C-3D8C-0E318C023DA9}"/>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7AD709C6-00ED-0D5C-4A08-96125EFA9030}"/>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38446C68-BAFC-20FD-EEFB-A0683A55EBC4}"/>
                  </a:ext>
                </a:extLst>
              </p:cNvPr>
              <p:cNvSpPr txBox="1"/>
              <p:nvPr/>
            </p:nvSpPr>
            <p:spPr>
              <a:xfrm>
                <a:off x="2448000" y="2772000"/>
                <a:ext cx="6184336" cy="523220"/>
              </a:xfrm>
              <a:prstGeom prst="rect">
                <a:avLst/>
              </a:prstGeom>
              <a:noFill/>
            </p:spPr>
            <p:txBody>
              <a:bodyPr wrap="square">
                <a:spAutoFit/>
              </a:bodyPr>
              <a:lstStyle/>
              <a:p>
                <a:pPr algn="ctr"/>
                <a14:m>
                  <m:oMath xmlns:m="http://schemas.openxmlformats.org/officeDocument/2006/math">
                    <m:r>
                      <m:rPr>
                        <m:sty m:val="p"/>
                      </m:rPr>
                      <a:rPr lang="en-US" altLang="zh-CN" sz="2800" b="0" i="0" smtClean="0">
                        <a:solidFill>
                          <a:schemeClr val="accent5">
                            <a:lumMod val="75000"/>
                          </a:schemeClr>
                        </a:solidFill>
                        <a:latin typeface="Cambria Math" panose="02040503050406030204" pitchFamily="18" charset="0"/>
                      </a:rPr>
                      <m:t>Y</m:t>
                    </m:r>
                    <m:r>
                      <a:rPr lang="en-US" altLang="zh-CN" sz="2800" b="0" i="0" smtClean="0">
                        <a:solidFill>
                          <a:schemeClr val="accent5">
                            <a:lumMod val="75000"/>
                          </a:schemeClr>
                        </a:solidFill>
                        <a:latin typeface="Cambria Math" panose="02040503050406030204" pitchFamily="18" charset="0"/>
                      </a:rPr>
                      <m:t>=</m:t>
                    </m:r>
                    <m:nary>
                      <m:naryPr>
                        <m:chr m:val="∑"/>
                        <m:subHide m:val="on"/>
                        <m:supHide m:val="on"/>
                        <m:ctrlPr>
                          <a:rPr lang="en-US" altLang="zh-CN" sz="2800" b="0" i="1" smtClean="0">
                            <a:solidFill>
                              <a:schemeClr val="accent5">
                                <a:lumMod val="75000"/>
                              </a:schemeClr>
                            </a:solidFill>
                            <a:latin typeface="Cambria Math" panose="02040503050406030204" pitchFamily="18" charset="0"/>
                          </a:rPr>
                        </m:ctrlPr>
                      </m:naryPr>
                      <m:sub/>
                      <m:sup/>
                      <m:e>
                        <m:r>
                          <a:rPr lang="en-US" altLang="zh-CN" sz="2800" b="0" i="1" smtClean="0">
                            <a:solidFill>
                              <a:schemeClr val="accent5">
                                <a:lumMod val="75000"/>
                              </a:schemeClr>
                            </a:solidFill>
                            <a:latin typeface="Cambria Math" panose="02040503050406030204" pitchFamily="18" charset="0"/>
                          </a:rPr>
                          <m:t>𝑚</m:t>
                        </m:r>
                        <m:r>
                          <a:rPr lang="en-US" altLang="zh-CN" sz="2800" b="0" i="1" smtClean="0">
                            <a:solidFill>
                              <a:schemeClr val="accent5">
                                <a:lumMod val="75000"/>
                              </a:schemeClr>
                            </a:solidFill>
                            <a:latin typeface="Cambria Math" panose="02040503050406030204" pitchFamily="18" charset="0"/>
                          </a:rPr>
                          <m:t>(1,3,5,7,9)</m:t>
                        </m:r>
                      </m:e>
                    </m:nary>
                    <m:r>
                      <a:rPr lang="en-US" altLang="zh-CN" sz="2800" b="0" i="1" smtClean="0">
                        <a:solidFill>
                          <a:schemeClr val="accent5">
                            <a:lumMod val="75000"/>
                          </a:schemeClr>
                        </a:solidFill>
                        <a:latin typeface="Cambria Math" panose="02040503050406030204" pitchFamily="18" charset="0"/>
                      </a:rPr>
                      <m:t>+</m:t>
                    </m:r>
                    <m:nary>
                      <m:naryPr>
                        <m:chr m:val="∑"/>
                        <m:subHide m:val="on"/>
                        <m:supHide m:val="on"/>
                        <m:ctrlPr>
                          <a:rPr lang="en-US" altLang="zh-CN" sz="2800" i="1" smtClean="0">
                            <a:solidFill>
                              <a:schemeClr val="accent5">
                                <a:lumMod val="75000"/>
                              </a:schemeClr>
                            </a:solidFill>
                            <a:latin typeface="Cambria Math" panose="02040503050406030204" pitchFamily="18" charset="0"/>
                          </a:rPr>
                        </m:ctrlPr>
                      </m:naryPr>
                      <m:sub/>
                      <m:sup/>
                      <m:e>
                        <m:r>
                          <a:rPr lang="en-US" altLang="zh-CN" sz="2800" b="0" i="1" smtClean="0">
                            <a:solidFill>
                              <a:schemeClr val="accent5">
                                <a:lumMod val="75000"/>
                              </a:schemeClr>
                            </a:solidFill>
                            <a:latin typeface="Cambria Math" panose="02040503050406030204" pitchFamily="18" charset="0"/>
                          </a:rPr>
                          <m:t>𝑑</m:t>
                        </m:r>
                        <m:r>
                          <a:rPr lang="en-US" altLang="zh-CN" sz="2800" i="1">
                            <a:solidFill>
                              <a:schemeClr val="accent5">
                                <a:lumMod val="75000"/>
                              </a:schemeClr>
                            </a:solidFill>
                            <a:latin typeface="Cambria Math" panose="02040503050406030204" pitchFamily="18" charset="0"/>
                          </a:rPr>
                          <m:t>(</m:t>
                        </m:r>
                        <m:r>
                          <a:rPr lang="en-US" altLang="zh-CN" sz="2800" b="0" i="1" smtClean="0">
                            <a:solidFill>
                              <a:schemeClr val="accent5">
                                <a:lumMod val="75000"/>
                              </a:schemeClr>
                            </a:solidFill>
                            <a:latin typeface="Cambria Math" panose="02040503050406030204" pitchFamily="18" charset="0"/>
                          </a:rPr>
                          <m:t>10~15</m:t>
                        </m:r>
                        <m:r>
                          <a:rPr lang="en-US" altLang="zh-CN" sz="2800" i="1">
                            <a:solidFill>
                              <a:schemeClr val="accent5">
                                <a:lumMod val="75000"/>
                              </a:schemeClr>
                            </a:solidFill>
                            <a:latin typeface="Cambria Math" panose="02040503050406030204" pitchFamily="18" charset="0"/>
                          </a:rPr>
                          <m:t>)</m:t>
                        </m:r>
                      </m:e>
                    </m:nary>
                  </m:oMath>
                </a14:m>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77" name="文本框 76">
                <a:extLst>
                  <a:ext uri="{FF2B5EF4-FFF2-40B4-BE49-F238E27FC236}">
                    <a16:creationId xmlns:a16="http://schemas.microsoft.com/office/drawing/2014/main" id="{38446C68-BAFC-20FD-EEFB-A0683A55EBC4}"/>
                  </a:ext>
                </a:extLst>
              </p:cNvPr>
              <p:cNvSpPr txBox="1">
                <a:spLocks noRot="1" noChangeAspect="1" noMove="1" noResize="1" noEditPoints="1" noAdjustHandles="1" noChangeArrowheads="1" noChangeShapeType="1" noTextEdit="1"/>
              </p:cNvSpPr>
              <p:nvPr/>
            </p:nvSpPr>
            <p:spPr>
              <a:xfrm>
                <a:off x="2448000" y="2772000"/>
                <a:ext cx="6184336" cy="523220"/>
              </a:xfrm>
              <a:prstGeom prst="rect">
                <a:avLst/>
              </a:prstGeom>
              <a:blipFill>
                <a:blip r:embed="rId61"/>
                <a:stretch>
                  <a:fillRect/>
                </a:stretch>
              </a:blipFill>
            </p:spPr>
            <p:txBody>
              <a:bodyPr/>
              <a:lstStyle/>
              <a:p>
                <a:r>
                  <a:rPr lang="zh-CN" altLang="en-US">
                    <a:noFill/>
                  </a:rPr>
                  <a:t> </a:t>
                </a:r>
              </a:p>
            </p:txBody>
          </p:sp>
        </mc:Fallback>
      </mc:AlternateContent>
      <p:sp>
        <p:nvSpPr>
          <p:cNvPr id="78" name="矩形: 圆角 77">
            <a:extLst>
              <a:ext uri="{FF2B5EF4-FFF2-40B4-BE49-F238E27FC236}">
                <a16:creationId xmlns:a16="http://schemas.microsoft.com/office/drawing/2014/main" id="{E887885E-02DE-3191-D0AB-4D6B0A2DCF50}"/>
              </a:ext>
            </a:extLst>
          </p:cNvPr>
          <p:cNvSpPr/>
          <p:nvPr/>
        </p:nvSpPr>
        <p:spPr>
          <a:xfrm>
            <a:off x="8580793" y="4070826"/>
            <a:ext cx="1688105" cy="1699167"/>
          </a:xfrm>
          <a:prstGeom prst="roundRect">
            <a:avLst>
              <a:gd name="adj" fmla="val 0"/>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文本框 5">
            <a:extLst>
              <a:ext uri="{FF2B5EF4-FFF2-40B4-BE49-F238E27FC236}">
                <a16:creationId xmlns:a16="http://schemas.microsoft.com/office/drawing/2014/main" id="{FF62E70E-6EB7-D2F4-8D47-B00BA7DCBE76}"/>
              </a:ext>
            </a:extLst>
          </p:cNvPr>
          <p:cNvSpPr txBox="1"/>
          <p:nvPr/>
        </p:nvSpPr>
        <p:spPr>
          <a:xfrm>
            <a:off x="360000" y="5976000"/>
            <a:ext cx="2020749" cy="461665"/>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不考虑无关项：</a:t>
            </a:r>
            <a:endParaRPr lang="zh-CN" altLang="en-US" sz="2400" dirty="0">
              <a:solidFill>
                <a:schemeClr val="accent5">
                  <a:lumMod val="75000"/>
                </a:schemeClr>
              </a:solidFill>
            </a:endParaRPr>
          </a:p>
        </p:txBody>
      </p:sp>
      <p:cxnSp>
        <p:nvCxnSpPr>
          <p:cNvPr id="10" name="直接箭头连接符 9">
            <a:extLst>
              <a:ext uri="{FF2B5EF4-FFF2-40B4-BE49-F238E27FC236}">
                <a16:creationId xmlns:a16="http://schemas.microsoft.com/office/drawing/2014/main" id="{4F87D06B-5972-0D96-64CB-F06BA176C55F}"/>
              </a:ext>
            </a:extLst>
          </p:cNvPr>
          <p:cNvCxnSpPr>
            <a:cxnSpLocks/>
          </p:cNvCxnSpPr>
          <p:nvPr/>
        </p:nvCxnSpPr>
        <p:spPr>
          <a:xfrm>
            <a:off x="6262671" y="3312000"/>
            <a:ext cx="2094097" cy="0"/>
          </a:xfrm>
          <a:prstGeom prst="straightConnector1">
            <a:avLst/>
          </a:prstGeom>
          <a:ln w="25400">
            <a:solidFill>
              <a:srgbClr val="0000FF"/>
            </a:solidFill>
            <a:tailEnd type="arrow" w="lg"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2D0F223-2211-9742-BAF4-4CA6F3FBB493}"/>
              </a:ext>
            </a:extLst>
          </p:cNvPr>
          <p:cNvSpPr txBox="1"/>
          <p:nvPr/>
        </p:nvSpPr>
        <p:spPr>
          <a:xfrm>
            <a:off x="8362800" y="2988000"/>
            <a:ext cx="1290832" cy="400110"/>
          </a:xfrm>
          <a:prstGeom prst="rect">
            <a:avLst/>
          </a:prstGeom>
          <a:noFill/>
        </p:spPr>
        <p:txBody>
          <a:bodyPr wrap="square">
            <a:spAutoFit/>
          </a:bodyPr>
          <a:lstStyle/>
          <a:p>
            <a:r>
              <a:rPr lang="zh-CN" altLang="en-US" sz="2000" dirty="0">
                <a:solidFill>
                  <a:srgbClr val="0000FF"/>
                </a:solidFill>
                <a:latin typeface="微软雅黑" panose="020B0503020204020204" pitchFamily="34" charset="-122"/>
                <a:ea typeface="微软雅黑" panose="020B0503020204020204" pitchFamily="34" charset="-122"/>
              </a:rPr>
              <a:t>无关项</a:t>
            </a:r>
            <a:endParaRPr lang="zh-CN" altLang="en-US" sz="2000" dirty="0">
              <a:solidFill>
                <a:srgbClr val="0000FF"/>
              </a:solidFill>
            </a:endParaRPr>
          </a:p>
        </p:txBody>
      </p:sp>
      <p:grpSp>
        <p:nvGrpSpPr>
          <p:cNvPr id="15" name="组合 14">
            <a:extLst>
              <a:ext uri="{FF2B5EF4-FFF2-40B4-BE49-F238E27FC236}">
                <a16:creationId xmlns:a16="http://schemas.microsoft.com/office/drawing/2014/main" id="{C81D5C79-7343-B4CE-AA16-7B301425F724}"/>
              </a:ext>
            </a:extLst>
          </p:cNvPr>
          <p:cNvGrpSpPr/>
          <p:nvPr/>
        </p:nvGrpSpPr>
        <p:grpSpPr>
          <a:xfrm>
            <a:off x="360000" y="3312000"/>
            <a:ext cx="5316108" cy="2541324"/>
            <a:chOff x="5325931" y="1061292"/>
            <a:chExt cx="5316108" cy="2541324"/>
          </a:xfrm>
        </p:grpSpPr>
        <p:cxnSp>
          <p:nvCxnSpPr>
            <p:cNvPr id="16" name="直接连接符 15">
              <a:extLst>
                <a:ext uri="{FF2B5EF4-FFF2-40B4-BE49-F238E27FC236}">
                  <a16:creationId xmlns:a16="http://schemas.microsoft.com/office/drawing/2014/main" id="{13C0E0B3-5D51-51F5-ED33-FF76E3DF374F}"/>
                </a:ext>
              </a:extLst>
            </p:cNvPr>
            <p:cNvCxnSpPr>
              <a:cxnSpLocks/>
            </p:cNvCxnSpPr>
            <p:nvPr/>
          </p:nvCxnSpPr>
          <p:spPr>
            <a:xfrm>
              <a:off x="5793339" y="1350550"/>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99BD720-3C5E-FD60-2EED-2069F2F4D8B3}"/>
                    </a:ext>
                  </a:extLst>
                </p:cNvPr>
                <p:cNvSpPr txBox="1"/>
                <p:nvPr/>
              </p:nvSpPr>
              <p:spPr>
                <a:xfrm>
                  <a:off x="5827614" y="106129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CD</m:t>
                        </m:r>
                      </m:oMath>
                    </m:oMathPara>
                  </a14:m>
                  <a:endParaRPr lang="zh-CN" altLang="en-US" sz="2800" dirty="0">
                    <a:solidFill>
                      <a:schemeClr val="tx1"/>
                    </a:solidFill>
                  </a:endParaRPr>
                </a:p>
              </p:txBody>
            </p:sp>
          </mc:Choice>
          <mc:Fallback xmlns="">
            <p:sp>
              <p:nvSpPr>
                <p:cNvPr id="215" name="文本框 214">
                  <a:extLst>
                    <a:ext uri="{FF2B5EF4-FFF2-40B4-BE49-F238E27FC236}">
                      <a16:creationId xmlns:a16="http://schemas.microsoft.com/office/drawing/2014/main" id="{BDB83EC0-69A8-0860-DBFD-B3B40CE11CC1}"/>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A33C779-54A3-2BD9-FE10-2DA2AE838484}"/>
                    </a:ext>
                  </a:extLst>
                </p:cNvPr>
                <p:cNvSpPr txBox="1"/>
                <p:nvPr/>
              </p:nvSpPr>
              <p:spPr>
                <a:xfrm>
                  <a:off x="5325931" y="1277908"/>
                  <a:ext cx="72527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latin typeface="Cambria Math" panose="02040503050406030204" pitchFamily="18" charset="0"/>
                          </a:rPr>
                          <m:t>AB</m:t>
                        </m:r>
                      </m:oMath>
                    </m:oMathPara>
                  </a14:m>
                  <a:endParaRPr lang="zh-CN" altLang="en-US" sz="2800" dirty="0">
                    <a:solidFill>
                      <a:schemeClr val="tx1"/>
                    </a:solidFill>
                  </a:endParaRPr>
                </a:p>
              </p:txBody>
            </p:sp>
          </mc:Choice>
          <mc:Fallback xmlns="">
            <p:sp>
              <p:nvSpPr>
                <p:cNvPr id="222" name="文本框 221">
                  <a:extLst>
                    <a:ext uri="{FF2B5EF4-FFF2-40B4-BE49-F238E27FC236}">
                      <a16:creationId xmlns:a16="http://schemas.microsoft.com/office/drawing/2014/main" id="{DA457D90-0938-FE8B-D73B-37887A8348FD}"/>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D49A479-6A41-7ABE-E420-B9F5E902AB86}"/>
                    </a:ext>
                  </a:extLst>
                </p:cNvPr>
                <p:cNvSpPr txBox="1"/>
                <p:nvPr/>
              </p:nvSpPr>
              <p:spPr>
                <a:xfrm>
                  <a:off x="5672106" y="1737538"/>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p>
              </p:txBody>
            </p:sp>
          </mc:Choice>
          <mc:Fallback xmlns="">
            <p:sp>
              <p:nvSpPr>
                <p:cNvPr id="246" name="文本框 245">
                  <a:extLst>
                    <a:ext uri="{FF2B5EF4-FFF2-40B4-BE49-F238E27FC236}">
                      <a16:creationId xmlns:a16="http://schemas.microsoft.com/office/drawing/2014/main" id="{AD9FD642-0267-3ACD-2C92-71E2FAC93102}"/>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37"/>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819A401-A9C7-44D0-5B64-2D6D8885BAE9}"/>
                    </a:ext>
                  </a:extLst>
                </p:cNvPr>
                <p:cNvSpPr txBox="1"/>
                <p:nvPr/>
              </p:nvSpPr>
              <p:spPr>
                <a:xfrm>
                  <a:off x="5672449" y="2203763"/>
                  <a:ext cx="51324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01</m:t>
                        </m:r>
                      </m:oMath>
                    </m:oMathPara>
                  </a14:m>
                  <a:endParaRPr lang="zh-CN" altLang="en-US" sz="2400" dirty="0"/>
                </a:p>
              </p:txBody>
            </p:sp>
          </mc:Choice>
          <mc:Fallback xmlns="">
            <p:sp>
              <p:nvSpPr>
                <p:cNvPr id="247" name="文本框 246">
                  <a:extLst>
                    <a:ext uri="{FF2B5EF4-FFF2-40B4-BE49-F238E27FC236}">
                      <a16:creationId xmlns:a16="http://schemas.microsoft.com/office/drawing/2014/main" id="{C9CCCC7C-2B97-FF19-0DC4-F1A9A85830BE}"/>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38"/>
                  <a:stretch>
                    <a:fillRect l="-2381" r="-5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02CF4D0-B317-ABAF-FCD0-4B23E67D90D4}"/>
                    </a:ext>
                  </a:extLst>
                </p:cNvPr>
                <p:cNvSpPr txBox="1"/>
                <p:nvPr/>
              </p:nvSpPr>
              <p:spPr>
                <a:xfrm>
                  <a:off x="5672106" y="2671799"/>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latin typeface="Cambria Math" panose="02040503050406030204" pitchFamily="18" charset="0"/>
                          </a:rPr>
                          <m:t>1</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248" name="文本框 247">
                  <a:extLst>
                    <a:ext uri="{FF2B5EF4-FFF2-40B4-BE49-F238E27FC236}">
                      <a16:creationId xmlns:a16="http://schemas.microsoft.com/office/drawing/2014/main" id="{01360CB4-2090-07B2-8724-78FD629A298E}"/>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39"/>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30A384E-B415-59C8-5A1C-51DBE567D667}"/>
                    </a:ext>
                  </a:extLst>
                </p:cNvPr>
                <p:cNvSpPr txBox="1"/>
                <p:nvPr/>
              </p:nvSpPr>
              <p:spPr>
                <a:xfrm>
                  <a:off x="5672106" y="3138424"/>
                  <a:ext cx="513855"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10</m:t>
                        </m:r>
                      </m:oMath>
                    </m:oMathPara>
                  </a14:m>
                  <a:endParaRPr lang="zh-CN" altLang="en-US" sz="2400" dirty="0"/>
                </a:p>
              </p:txBody>
            </p:sp>
          </mc:Choice>
          <mc:Fallback xmlns="">
            <p:sp>
              <p:nvSpPr>
                <p:cNvPr id="249" name="文本框 248">
                  <a:extLst>
                    <a:ext uri="{FF2B5EF4-FFF2-40B4-BE49-F238E27FC236}">
                      <a16:creationId xmlns:a16="http://schemas.microsoft.com/office/drawing/2014/main" id="{A1A57354-2C5C-670B-69AB-852A09AC726F}"/>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40"/>
                  <a:stretch>
                    <a:fillRect l="-2353" r="-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8E2B6D6-6E2D-542D-8D08-878BAD1AADC5}"/>
                    </a:ext>
                  </a:extLst>
                </p:cNvPr>
                <p:cNvSpPr txBox="1"/>
                <p:nvPr/>
              </p:nvSpPr>
              <p:spPr>
                <a:xfrm>
                  <a:off x="6190017" y="173752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0" name="文本框 49">
                  <a:extLst>
                    <a:ext uri="{FF2B5EF4-FFF2-40B4-BE49-F238E27FC236}">
                      <a16:creationId xmlns:a16="http://schemas.microsoft.com/office/drawing/2014/main" id="{4650B924-B559-62CF-6013-8242E799BCF9}"/>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72C69B1-8615-7554-0D40-57199C81D59B}"/>
                    </a:ext>
                  </a:extLst>
                </p:cNvPr>
                <p:cNvSpPr txBox="1"/>
                <p:nvPr/>
              </p:nvSpPr>
              <p:spPr>
                <a:xfrm>
                  <a:off x="7304250" y="173799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1" name="文本框 50">
                  <a:extLst>
                    <a:ext uri="{FF2B5EF4-FFF2-40B4-BE49-F238E27FC236}">
                      <a16:creationId xmlns:a16="http://schemas.microsoft.com/office/drawing/2014/main" id="{0F5B48D1-B285-2E40-B299-6F8EAEF75E47}"/>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B14DC4C-ECF8-095A-4D06-B68B1B3534BB}"/>
                    </a:ext>
                  </a:extLst>
                </p:cNvPr>
                <p:cNvSpPr txBox="1"/>
                <p:nvPr/>
              </p:nvSpPr>
              <p:spPr>
                <a:xfrm>
                  <a:off x="8417627" y="173913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8147B389-72CB-9199-F279-E41B0268A7A8}"/>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B903B80-DFD1-ADC3-F5CB-F0591FAEDF9A}"/>
                    </a:ext>
                  </a:extLst>
                </p:cNvPr>
                <p:cNvSpPr txBox="1"/>
                <p:nvPr/>
              </p:nvSpPr>
              <p:spPr>
                <a:xfrm>
                  <a:off x="9531860" y="17396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3" name="文本框 52">
                  <a:extLst>
                    <a:ext uri="{FF2B5EF4-FFF2-40B4-BE49-F238E27FC236}">
                      <a16:creationId xmlns:a16="http://schemas.microsoft.com/office/drawing/2014/main" id="{E7CADE76-2D4C-7AE9-98C3-25E1F0082751}"/>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01A6C953-AD25-22FE-0386-F829A2C0C862}"/>
                    </a:ext>
                  </a:extLst>
                </p:cNvPr>
                <p:cNvSpPr txBox="1"/>
                <p:nvPr/>
              </p:nvSpPr>
              <p:spPr>
                <a:xfrm>
                  <a:off x="6190017" y="220391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4" name="文本框 53">
                  <a:extLst>
                    <a:ext uri="{FF2B5EF4-FFF2-40B4-BE49-F238E27FC236}">
                      <a16:creationId xmlns:a16="http://schemas.microsoft.com/office/drawing/2014/main" id="{644D50F2-8BE4-FE50-253F-18F4DD474F94}"/>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3F588C42-1F88-4ED8-458C-FF07AA2A9BB2}"/>
                    </a:ext>
                  </a:extLst>
                </p:cNvPr>
                <p:cNvSpPr txBox="1"/>
                <p:nvPr/>
              </p:nvSpPr>
              <p:spPr>
                <a:xfrm>
                  <a:off x="7304250" y="2204388"/>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5" name="文本框 54">
                  <a:extLst>
                    <a:ext uri="{FF2B5EF4-FFF2-40B4-BE49-F238E27FC236}">
                      <a16:creationId xmlns:a16="http://schemas.microsoft.com/office/drawing/2014/main" id="{5B5B3D38-900E-2673-68B6-61584C17A1D0}"/>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9B25743-6BA3-CA4B-11AA-3D6D76B3D48F}"/>
                    </a:ext>
                  </a:extLst>
                </p:cNvPr>
                <p:cNvSpPr txBox="1"/>
                <p:nvPr/>
              </p:nvSpPr>
              <p:spPr>
                <a:xfrm>
                  <a:off x="8417627" y="220552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56" name="文本框 55">
                  <a:extLst>
                    <a:ext uri="{FF2B5EF4-FFF2-40B4-BE49-F238E27FC236}">
                      <a16:creationId xmlns:a16="http://schemas.microsoft.com/office/drawing/2014/main" id="{B5BAFF96-D49A-ABB4-C08C-CF693CE6B18A}"/>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70A2BE6-146F-EB17-8AAB-916951340C59}"/>
                    </a:ext>
                  </a:extLst>
                </p:cNvPr>
                <p:cNvSpPr txBox="1"/>
                <p:nvPr/>
              </p:nvSpPr>
              <p:spPr>
                <a:xfrm>
                  <a:off x="9531860" y="220599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57" name="文本框 56">
                  <a:extLst>
                    <a:ext uri="{FF2B5EF4-FFF2-40B4-BE49-F238E27FC236}">
                      <a16:creationId xmlns:a16="http://schemas.microsoft.com/office/drawing/2014/main" id="{6693F466-D906-7D5C-AE94-7D3E9C070B89}"/>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75C43B4-3810-58A5-8A56-637135B9E48A}"/>
                    </a:ext>
                  </a:extLst>
                </p:cNvPr>
                <p:cNvSpPr txBox="1"/>
                <p:nvPr/>
              </p:nvSpPr>
              <p:spPr>
                <a:xfrm>
                  <a:off x="6190017" y="267171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m:oMathPara>
                  </a14:m>
                  <a:endParaRPr lang="zh-CN" altLang="en-US" sz="2400" dirty="0">
                    <a:solidFill>
                      <a:schemeClr val="tx1"/>
                    </a:solidFill>
                  </a:endParaRPr>
                </a:p>
              </p:txBody>
            </p:sp>
          </mc:Choice>
          <mc:Fallback xmlns="">
            <p:sp>
              <p:nvSpPr>
                <p:cNvPr id="58" name="文本框 57">
                  <a:extLst>
                    <a:ext uri="{FF2B5EF4-FFF2-40B4-BE49-F238E27FC236}">
                      <a16:creationId xmlns:a16="http://schemas.microsoft.com/office/drawing/2014/main" id="{3D8FFCEA-81AF-4E43-7F84-F2F1252A9965}"/>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ADA10DA-2F25-F9F1-F9FB-2BC0795F435D}"/>
                    </a:ext>
                  </a:extLst>
                </p:cNvPr>
                <p:cNvSpPr txBox="1"/>
                <p:nvPr/>
              </p:nvSpPr>
              <p:spPr>
                <a:xfrm>
                  <a:off x="7304250" y="267218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59" name="文本框 58">
                  <a:extLst>
                    <a:ext uri="{FF2B5EF4-FFF2-40B4-BE49-F238E27FC236}">
                      <a16:creationId xmlns:a16="http://schemas.microsoft.com/office/drawing/2014/main" id="{E7939D5A-5B20-4C74-954B-0BAFA4F3CA8E}"/>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999FA006-F357-1620-A3BD-03BD26FA62DF}"/>
                    </a:ext>
                  </a:extLst>
                </p:cNvPr>
                <p:cNvSpPr txBox="1"/>
                <p:nvPr/>
              </p:nvSpPr>
              <p:spPr>
                <a:xfrm>
                  <a:off x="8417627" y="267332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0" name="文本框 59">
                  <a:extLst>
                    <a:ext uri="{FF2B5EF4-FFF2-40B4-BE49-F238E27FC236}">
                      <a16:creationId xmlns:a16="http://schemas.microsoft.com/office/drawing/2014/main" id="{28A2CE87-ED7C-EACE-1FCB-9CD023825300}"/>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462A051-68B7-18CC-B583-1D786F3AC929}"/>
                    </a:ext>
                  </a:extLst>
                </p:cNvPr>
                <p:cNvSpPr txBox="1"/>
                <p:nvPr/>
              </p:nvSpPr>
              <p:spPr>
                <a:xfrm>
                  <a:off x="9531860" y="267379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1" name="文本框 60">
                  <a:extLst>
                    <a:ext uri="{FF2B5EF4-FFF2-40B4-BE49-F238E27FC236}">
                      <a16:creationId xmlns:a16="http://schemas.microsoft.com/office/drawing/2014/main" id="{6B99E296-EDF6-2FEA-1D4F-2F908BDD5F34}"/>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5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8A2E01E6-ED88-E3C5-475F-664D8B220850}"/>
                    </a:ext>
                  </a:extLst>
                </p:cNvPr>
                <p:cNvSpPr txBox="1"/>
                <p:nvPr/>
              </p:nvSpPr>
              <p:spPr>
                <a:xfrm>
                  <a:off x="6190017" y="3138104"/>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0</m:t>
                        </m:r>
                      </m:oMath>
                    </m:oMathPara>
                  </a14:m>
                  <a:endParaRPr lang="zh-CN" altLang="en-US" sz="2400" dirty="0">
                    <a:solidFill>
                      <a:schemeClr val="tx1"/>
                    </a:solidFill>
                  </a:endParaRPr>
                </a:p>
              </p:txBody>
            </p:sp>
          </mc:Choice>
          <mc:Fallback xmlns="">
            <p:sp>
              <p:nvSpPr>
                <p:cNvPr id="62" name="文本框 61">
                  <a:extLst>
                    <a:ext uri="{FF2B5EF4-FFF2-40B4-BE49-F238E27FC236}">
                      <a16:creationId xmlns:a16="http://schemas.microsoft.com/office/drawing/2014/main" id="{DD19C318-CD63-3052-7A64-4EFCE24D29AF}"/>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15989E53-68BE-2F72-D78E-719343AF4982}"/>
                    </a:ext>
                  </a:extLst>
                </p:cNvPr>
                <p:cNvSpPr txBox="1"/>
                <p:nvPr/>
              </p:nvSpPr>
              <p:spPr>
                <a:xfrm>
                  <a:off x="7304250" y="3138576"/>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rPr>
                          <m:t>1</m:t>
                        </m:r>
                      </m:oMath>
                    </m:oMathPara>
                  </a14:m>
                  <a:endParaRPr lang="zh-CN" altLang="en-US" sz="2400" dirty="0">
                    <a:solidFill>
                      <a:schemeClr val="tx1"/>
                    </a:solidFill>
                  </a:endParaRPr>
                </a:p>
              </p:txBody>
            </p:sp>
          </mc:Choice>
          <mc:Fallback xmlns="">
            <p:sp>
              <p:nvSpPr>
                <p:cNvPr id="63" name="文本框 62">
                  <a:extLst>
                    <a:ext uri="{FF2B5EF4-FFF2-40B4-BE49-F238E27FC236}">
                      <a16:creationId xmlns:a16="http://schemas.microsoft.com/office/drawing/2014/main" id="{E1061015-DF02-8339-57F5-33ADF00F7BA4}"/>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3EB233A-9C49-448F-B0BA-3BA63853E989}"/>
                    </a:ext>
                  </a:extLst>
                </p:cNvPr>
                <p:cNvSpPr txBox="1"/>
                <p:nvPr/>
              </p:nvSpPr>
              <p:spPr>
                <a:xfrm>
                  <a:off x="8417627" y="3139710"/>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4" name="文本框 63">
                  <a:extLst>
                    <a:ext uri="{FF2B5EF4-FFF2-40B4-BE49-F238E27FC236}">
                      <a16:creationId xmlns:a16="http://schemas.microsoft.com/office/drawing/2014/main" id="{A1901BA0-9B75-7E09-57DD-C3622D474CEB}"/>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DFC94D48-7850-1EEC-9252-F5CEF0907A76}"/>
                    </a:ext>
                  </a:extLst>
                </p:cNvPr>
                <p:cNvSpPr txBox="1"/>
                <p:nvPr/>
              </p:nvSpPr>
              <p:spPr>
                <a:xfrm>
                  <a:off x="9531860" y="3140182"/>
                  <a:ext cx="1110179"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5" name="文本框 64">
                  <a:extLst>
                    <a:ext uri="{FF2B5EF4-FFF2-40B4-BE49-F238E27FC236}">
                      <a16:creationId xmlns:a16="http://schemas.microsoft.com/office/drawing/2014/main" id="{28181028-E477-248E-70DA-187BAC5E049E}"/>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56"/>
                  <a:stretch>
                    <a:fillRect/>
                  </a:stretch>
                </a:blipFill>
              </p:spPr>
              <p:txBody>
                <a:bodyPr/>
                <a:lstStyle/>
                <a:p>
                  <a:r>
                    <a:rPr lang="zh-CN" altLang="en-US">
                      <a:noFill/>
                    </a:rPr>
                    <a:t> </a:t>
                  </a:r>
                </a:p>
              </p:txBody>
            </p:sp>
          </mc:Fallback>
        </mc:AlternateContent>
        <p:cxnSp>
          <p:nvCxnSpPr>
            <p:cNvPr id="39" name="直接连接符 38">
              <a:extLst>
                <a:ext uri="{FF2B5EF4-FFF2-40B4-BE49-F238E27FC236}">
                  <a16:creationId xmlns:a16="http://schemas.microsoft.com/office/drawing/2014/main" id="{C326ACF0-CDE5-D336-4E75-45010505AF49}"/>
                </a:ext>
              </a:extLst>
            </p:cNvPr>
            <p:cNvCxnSpPr>
              <a:cxnSpLocks/>
            </p:cNvCxnSpPr>
            <p:nvPr/>
          </p:nvCxnSpPr>
          <p:spPr>
            <a:xfrm>
              <a:off x="8414001"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4727FC5-2459-D706-8EF9-3CF7D5ACAC54}"/>
                </a:ext>
              </a:extLst>
            </p:cNvPr>
            <p:cNvCxnSpPr>
              <a:cxnSpLocks/>
            </p:cNvCxnSpPr>
            <p:nvPr/>
          </p:nvCxnSpPr>
          <p:spPr>
            <a:xfrm>
              <a:off x="6185962" y="2669032"/>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A3DBB387-BE80-E5BB-61A0-E4BC14642FF1}"/>
                </a:ext>
              </a:extLst>
            </p:cNvPr>
            <p:cNvCxnSpPr>
              <a:cxnSpLocks/>
            </p:cNvCxnSpPr>
            <p:nvPr/>
          </p:nvCxnSpPr>
          <p:spPr>
            <a:xfrm>
              <a:off x="7300196" y="1737526"/>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AC35B01-EA73-E5F4-679D-4A95C77C32BF}"/>
                </a:ext>
              </a:extLst>
            </p:cNvPr>
            <p:cNvCxnSpPr>
              <a:cxnSpLocks/>
            </p:cNvCxnSpPr>
            <p:nvPr/>
          </p:nvCxnSpPr>
          <p:spPr>
            <a:xfrm>
              <a:off x="9527806" y="1734844"/>
              <a:ext cx="0" cy="18630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5561294-92A7-88BA-AA50-F3719A2B03B4}"/>
                </a:ext>
              </a:extLst>
            </p:cNvPr>
            <p:cNvCxnSpPr>
              <a:cxnSpLocks/>
            </p:cNvCxnSpPr>
            <p:nvPr/>
          </p:nvCxnSpPr>
          <p:spPr>
            <a:xfrm>
              <a:off x="6185962" y="2199959"/>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E3A92C97-6846-AEE0-BFB0-FB00BBEBCE0C}"/>
                </a:ext>
              </a:extLst>
            </p:cNvPr>
            <p:cNvCxnSpPr>
              <a:cxnSpLocks/>
            </p:cNvCxnSpPr>
            <p:nvPr/>
          </p:nvCxnSpPr>
          <p:spPr>
            <a:xfrm>
              <a:off x="6185961" y="3134148"/>
              <a:ext cx="445607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957EF6F4-CF52-D8CC-529A-98438FD785B8}"/>
                </a:ext>
              </a:extLst>
            </p:cNvPr>
            <p:cNvSpPr/>
            <p:nvPr/>
          </p:nvSpPr>
          <p:spPr>
            <a:xfrm>
              <a:off x="6185962" y="1737526"/>
              <a:ext cx="4456077" cy="1863012"/>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645BFBF3-C0A6-1725-9AEA-1AF52CC0C2BD}"/>
                    </a:ext>
                  </a:extLst>
                </p:cNvPr>
                <p:cNvSpPr txBox="1"/>
                <p:nvPr/>
              </p:nvSpPr>
              <p:spPr>
                <a:xfrm>
                  <a:off x="6504363"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latin typeface="Cambria Math" panose="02040503050406030204" pitchFamily="18" charset="0"/>
                          </a:rPr>
                          <m:t>00</m:t>
                        </m:r>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AB602024-EEDD-91DD-035C-0EF2F5BDF0BD}"/>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57"/>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FF7BF375-9AAC-4B36-9F15-BB26ED6B3918}"/>
                    </a:ext>
                  </a:extLst>
                </p:cNvPr>
                <p:cNvSpPr txBox="1"/>
                <p:nvPr/>
              </p:nvSpPr>
              <p:spPr>
                <a:xfrm>
                  <a:off x="762264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6187AA6A-9AA3-EA33-7F7A-4836DE907D98}"/>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58"/>
                  <a:stretch>
                    <a:fillRect l="-2564" r="-14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8AFF1667-B7D4-25BF-790E-3AF55274AC24}"/>
                    </a:ext>
                  </a:extLst>
                </p:cNvPr>
                <p:cNvSpPr txBox="1"/>
                <p:nvPr/>
              </p:nvSpPr>
              <p:spPr>
                <a:xfrm>
                  <a:off x="8736025"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5F871355-3765-909B-B550-446F57318F9B}"/>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5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F88E4E9F-F761-4C6E-9BAF-37B565878721}"/>
                    </a:ext>
                  </a:extLst>
                </p:cNvPr>
                <p:cNvSpPr txBox="1"/>
                <p:nvPr/>
              </p:nvSpPr>
              <p:spPr>
                <a:xfrm>
                  <a:off x="9850258" y="1329028"/>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E7F7F9C0-34AA-FAE7-7148-65E7755875D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60"/>
                  <a:stretch>
                    <a:fillRect l="-3896" r="-14286"/>
                  </a:stretch>
                </a:blipFill>
              </p:spPr>
              <p:txBody>
                <a:bodyPr/>
                <a:lstStyle/>
                <a:p>
                  <a:r>
                    <a:rPr lang="zh-CN" altLang="en-US">
                      <a:noFill/>
                    </a:rPr>
                    <a:t> </a:t>
                  </a:r>
                </a:p>
              </p:txBody>
            </p:sp>
          </mc:Fallback>
        </mc:AlternateContent>
      </p:grpSp>
      <p:sp>
        <p:nvSpPr>
          <p:cNvPr id="89" name="矩形: 圆角 88">
            <a:extLst>
              <a:ext uri="{FF2B5EF4-FFF2-40B4-BE49-F238E27FC236}">
                <a16:creationId xmlns:a16="http://schemas.microsoft.com/office/drawing/2014/main" id="{5409AD0C-6E15-39CB-DD4D-29DD4FD2755A}"/>
              </a:ext>
            </a:extLst>
          </p:cNvPr>
          <p:cNvSpPr/>
          <p:nvPr/>
        </p:nvSpPr>
        <p:spPr>
          <a:xfrm>
            <a:off x="2528704" y="4065266"/>
            <a:ext cx="1839751" cy="770540"/>
          </a:xfrm>
          <a:prstGeom prst="roundRect">
            <a:avLst>
              <a:gd name="adj" fmla="val 0"/>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4D8A245B-A506-A5C7-0800-73E70D16F67E}"/>
                  </a:ext>
                </a:extLst>
              </p:cNvPr>
              <p:cNvSpPr txBox="1"/>
              <p:nvPr/>
            </p:nvSpPr>
            <p:spPr>
              <a:xfrm>
                <a:off x="2586368" y="5976000"/>
                <a:ext cx="2723051" cy="524118"/>
              </a:xfrm>
              <a:prstGeom prst="rect">
                <a:avLst/>
              </a:prstGeom>
              <a:noFill/>
            </p:spPr>
            <p:txBody>
              <a:bodyPr wrap="square">
                <a:spAutoFit/>
              </a:bodyPr>
              <a:lstStyle/>
              <a:p>
                <a14:m>
                  <m:oMath xmlns:m="http://schemas.openxmlformats.org/officeDocument/2006/math">
                    <m:r>
                      <m:rPr>
                        <m:sty m:val="p"/>
                      </m:rPr>
                      <a:rPr lang="en-US" altLang="zh-CN" sz="2800" i="0" smtClean="0">
                        <a:solidFill>
                          <a:schemeClr val="accent5">
                            <a:lumMod val="75000"/>
                          </a:schemeClr>
                        </a:solidFill>
                        <a:latin typeface="Cambria Math" panose="02040503050406030204" pitchFamily="18" charset="0"/>
                      </a:rPr>
                      <m:t>Y</m:t>
                    </m:r>
                    <m:r>
                      <a:rPr lang="en-US" altLang="zh-CN" sz="2800" i="0" smtClean="0">
                        <a:solidFill>
                          <a:schemeClr val="accent5">
                            <a:lumMod val="75000"/>
                          </a:schemeClr>
                        </a:solidFill>
                        <a:latin typeface="Cambria Math" panose="02040503050406030204" pitchFamily="18" charset="0"/>
                      </a:rPr>
                      <m:t>=</m:t>
                    </m:r>
                    <m:acc>
                      <m:accPr>
                        <m:chr m:val="̅"/>
                        <m:ctrlPr>
                          <a:rPr lang="en-US" altLang="zh-CN" sz="2800" i="1" smtClean="0">
                            <a:solidFill>
                              <a:srgbClr val="FF0000"/>
                            </a:solidFill>
                            <a:latin typeface="Cambria Math" panose="02040503050406030204" pitchFamily="18" charset="0"/>
                          </a:rPr>
                        </m:ctrlPr>
                      </m:accPr>
                      <m:e>
                        <m:r>
                          <m:rPr>
                            <m:sty m:val="p"/>
                          </m:rPr>
                          <a:rPr lang="en-US" altLang="zh-CN" sz="2800" b="0" i="0" smtClean="0">
                            <a:solidFill>
                              <a:srgbClr val="FF0000"/>
                            </a:solidFill>
                            <a:latin typeface="Cambria Math" panose="02040503050406030204" pitchFamily="18" charset="0"/>
                          </a:rPr>
                          <m:t>A</m:t>
                        </m:r>
                      </m:e>
                    </m:acc>
                    <m:r>
                      <m:rPr>
                        <m:sty m:val="p"/>
                      </m:rPr>
                      <a:rPr lang="en-US" altLang="zh-CN" sz="2800" b="0" i="0" smtClean="0">
                        <a:solidFill>
                          <a:srgbClr val="FF0000"/>
                        </a:solidFill>
                        <a:latin typeface="Cambria Math" panose="02040503050406030204" pitchFamily="18" charset="0"/>
                      </a:rPr>
                      <m:t>D</m:t>
                    </m:r>
                    <m:r>
                      <a:rPr lang="en-US" altLang="zh-CN" sz="2800" i="0">
                        <a:solidFill>
                          <a:schemeClr val="accent5">
                            <a:lumMod val="75000"/>
                          </a:schemeClr>
                        </a:solidFill>
                        <a:latin typeface="Cambria Math" panose="02040503050406030204" pitchFamily="18" charset="0"/>
                      </a:rPr>
                      <m:t>+</m:t>
                    </m:r>
                    <m:acc>
                      <m:accPr>
                        <m:chr m:val="̅"/>
                        <m:ctrlPr>
                          <a:rPr lang="en-US" altLang="zh-CN" sz="2800" i="1">
                            <a:solidFill>
                              <a:srgbClr val="00B050"/>
                            </a:solidFill>
                            <a:latin typeface="Cambria Math" panose="02040503050406030204" pitchFamily="18" charset="0"/>
                          </a:rPr>
                        </m:ctrlPr>
                      </m:accPr>
                      <m:e>
                        <m:r>
                          <m:rPr>
                            <m:sty m:val="p"/>
                          </m:rPr>
                          <a:rPr lang="en-US" altLang="zh-CN" sz="2800" b="0" i="0" smtClean="0">
                            <a:solidFill>
                              <a:srgbClr val="00B050"/>
                            </a:solidFill>
                            <a:latin typeface="Cambria Math" panose="02040503050406030204" pitchFamily="18" charset="0"/>
                          </a:rPr>
                          <m:t>B</m:t>
                        </m:r>
                      </m:e>
                    </m:acc>
                    <m:acc>
                      <m:accPr>
                        <m:chr m:val="̅"/>
                        <m:ctrlPr>
                          <a:rPr lang="en-US" altLang="zh-CN" sz="2800" i="1">
                            <a:solidFill>
                              <a:srgbClr val="00B050"/>
                            </a:solidFill>
                            <a:latin typeface="Cambria Math" panose="02040503050406030204" pitchFamily="18" charset="0"/>
                          </a:rPr>
                        </m:ctrlPr>
                      </m:accPr>
                      <m:e>
                        <m:r>
                          <m:rPr>
                            <m:sty m:val="p"/>
                          </m:rPr>
                          <a:rPr lang="en-US" altLang="zh-CN" sz="2800" b="0" i="0" smtClean="0">
                            <a:solidFill>
                              <a:srgbClr val="00B050"/>
                            </a:solidFill>
                            <a:latin typeface="Cambria Math" panose="02040503050406030204" pitchFamily="18" charset="0"/>
                          </a:rPr>
                          <m:t>C</m:t>
                        </m:r>
                      </m:e>
                    </m:acc>
                    <m:r>
                      <m:rPr>
                        <m:sty m:val="p"/>
                      </m:rPr>
                      <a:rPr lang="en-US" altLang="zh-CN" sz="2800" b="0" i="0" smtClean="0">
                        <a:solidFill>
                          <a:srgbClr val="00B050"/>
                        </a:solidFill>
                        <a:latin typeface="Cambria Math" panose="02040503050406030204" pitchFamily="18" charset="0"/>
                      </a:rPr>
                      <m:t>D</m:t>
                    </m:r>
                  </m:oMath>
                </a14:m>
                <a:r>
                  <a:rPr lang="zh-CN" altLang="en-US" sz="2800" dirty="0">
                    <a:solidFill>
                      <a:srgbClr val="00B050"/>
                    </a:solidFill>
                  </a:rPr>
                  <a:t> </a:t>
                </a:r>
                <a:endParaRPr lang="zh-CN" altLang="en-US" sz="2800" dirty="0"/>
              </a:p>
            </p:txBody>
          </p:sp>
        </mc:Choice>
        <mc:Fallback xmlns="">
          <p:sp>
            <p:nvSpPr>
              <p:cNvPr id="92" name="文本框 91">
                <a:extLst>
                  <a:ext uri="{FF2B5EF4-FFF2-40B4-BE49-F238E27FC236}">
                    <a16:creationId xmlns:a16="http://schemas.microsoft.com/office/drawing/2014/main" id="{4D8A245B-A506-A5C7-0800-73E70D16F67E}"/>
                  </a:ext>
                </a:extLst>
              </p:cNvPr>
              <p:cNvSpPr txBox="1">
                <a:spLocks noRot="1" noChangeAspect="1" noMove="1" noResize="1" noEditPoints="1" noAdjustHandles="1" noChangeArrowheads="1" noChangeShapeType="1" noTextEdit="1"/>
              </p:cNvSpPr>
              <p:nvPr/>
            </p:nvSpPr>
            <p:spPr>
              <a:xfrm>
                <a:off x="2586368" y="5976000"/>
                <a:ext cx="2723051" cy="524118"/>
              </a:xfrm>
              <a:prstGeom prst="rect">
                <a:avLst/>
              </a:prstGeom>
              <a:blipFill>
                <a:blip r:embed="rId6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B5AE6A92-FAE5-B259-1E97-7CCAAFDEA26F}"/>
                  </a:ext>
                </a:extLst>
              </p:cNvPr>
              <p:cNvSpPr txBox="1"/>
              <p:nvPr/>
            </p:nvSpPr>
            <p:spPr>
              <a:xfrm>
                <a:off x="8590319" y="5976000"/>
                <a:ext cx="1149516" cy="524118"/>
              </a:xfrm>
              <a:prstGeom prst="rect">
                <a:avLst/>
              </a:prstGeom>
              <a:noFill/>
            </p:spPr>
            <p:txBody>
              <a:bodyPr wrap="square">
                <a:spAutoFit/>
              </a:bodyPr>
              <a:lstStyle/>
              <a:p>
                <a14:m>
                  <m:oMath xmlns:m="http://schemas.openxmlformats.org/officeDocument/2006/math">
                    <m:r>
                      <m:rPr>
                        <m:sty m:val="p"/>
                      </m:rPr>
                      <a:rPr lang="en-US" altLang="zh-CN" sz="2800" i="0" smtClean="0">
                        <a:solidFill>
                          <a:schemeClr val="accent5">
                            <a:lumMod val="75000"/>
                          </a:schemeClr>
                        </a:solidFill>
                        <a:latin typeface="Cambria Math" panose="02040503050406030204" pitchFamily="18" charset="0"/>
                      </a:rPr>
                      <m:t>Y</m:t>
                    </m:r>
                    <m:r>
                      <a:rPr lang="en-US" altLang="zh-CN" sz="2800" i="0" smtClean="0">
                        <a:solidFill>
                          <a:schemeClr val="accent5">
                            <a:lumMod val="75000"/>
                          </a:schemeClr>
                        </a:solidFill>
                        <a:latin typeface="Cambria Math" panose="02040503050406030204" pitchFamily="18" charset="0"/>
                      </a:rPr>
                      <m:t>=</m:t>
                    </m:r>
                    <m:r>
                      <m:rPr>
                        <m:sty m:val="p"/>
                      </m:rPr>
                      <a:rPr lang="en-US" altLang="zh-CN" sz="2800" b="0" i="0" smtClean="0">
                        <a:solidFill>
                          <a:srgbClr val="FF0000"/>
                        </a:solidFill>
                        <a:latin typeface="Cambria Math" panose="02040503050406030204" pitchFamily="18" charset="0"/>
                      </a:rPr>
                      <m:t>D</m:t>
                    </m:r>
                  </m:oMath>
                </a14:m>
                <a:r>
                  <a:rPr lang="zh-CN" altLang="en-US" sz="2800" dirty="0"/>
                  <a:t> </a:t>
                </a:r>
              </a:p>
            </p:txBody>
          </p:sp>
        </mc:Choice>
        <mc:Fallback xmlns="">
          <p:sp>
            <p:nvSpPr>
              <p:cNvPr id="94" name="文本框 93">
                <a:extLst>
                  <a:ext uri="{FF2B5EF4-FFF2-40B4-BE49-F238E27FC236}">
                    <a16:creationId xmlns:a16="http://schemas.microsoft.com/office/drawing/2014/main" id="{B5AE6A92-FAE5-B259-1E97-7CCAAFDEA26F}"/>
                  </a:ext>
                </a:extLst>
              </p:cNvPr>
              <p:cNvSpPr txBox="1">
                <a:spLocks noRot="1" noChangeAspect="1" noMove="1" noResize="1" noEditPoints="1" noAdjustHandles="1" noChangeArrowheads="1" noChangeShapeType="1" noTextEdit="1"/>
              </p:cNvSpPr>
              <p:nvPr/>
            </p:nvSpPr>
            <p:spPr>
              <a:xfrm>
                <a:off x="8590319" y="5976000"/>
                <a:ext cx="1149516" cy="524118"/>
              </a:xfrm>
              <a:prstGeom prst="rect">
                <a:avLst/>
              </a:prstGeom>
              <a:blipFill>
                <a:blip r:embed="rId63"/>
                <a:stretch>
                  <a:fillRect/>
                </a:stretch>
              </a:blipFill>
            </p:spPr>
            <p:txBody>
              <a:bodyPr/>
              <a:lstStyle/>
              <a:p>
                <a:r>
                  <a:rPr lang="zh-CN" altLang="en-US">
                    <a:noFill/>
                  </a:rPr>
                  <a:t> </a:t>
                </a:r>
              </a:p>
            </p:txBody>
          </p:sp>
        </mc:Fallback>
      </mc:AlternateContent>
      <p:sp>
        <p:nvSpPr>
          <p:cNvPr id="95" name="文本框 94">
            <a:extLst>
              <a:ext uri="{FF2B5EF4-FFF2-40B4-BE49-F238E27FC236}">
                <a16:creationId xmlns:a16="http://schemas.microsoft.com/office/drawing/2014/main" id="{9AC33C15-22D2-05FE-7ED5-99168E7F0670}"/>
              </a:ext>
            </a:extLst>
          </p:cNvPr>
          <p:cNvSpPr txBox="1"/>
          <p:nvPr/>
        </p:nvSpPr>
        <p:spPr>
          <a:xfrm>
            <a:off x="6660000" y="5976000"/>
            <a:ext cx="1728399" cy="461665"/>
          </a:xfrm>
          <a:prstGeom prst="rect">
            <a:avLst/>
          </a:prstGeom>
          <a:noFill/>
        </p:spPr>
        <p:txBody>
          <a:bodyPr wrap="square">
            <a:spAutoFit/>
          </a:bodyPr>
          <a:lstStyle/>
          <a:p>
            <a:pPr algn="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考虑无关项：</a:t>
            </a:r>
            <a:endParaRPr lang="zh-CN" altLang="en-US" sz="2400" dirty="0">
              <a:solidFill>
                <a:schemeClr val="accent5">
                  <a:lumMod val="75000"/>
                </a:schemeClr>
              </a:solidFill>
            </a:endParaRPr>
          </a:p>
        </p:txBody>
      </p:sp>
      <p:sp>
        <p:nvSpPr>
          <p:cNvPr id="96" name="文本框 95">
            <a:extLst>
              <a:ext uri="{FF2B5EF4-FFF2-40B4-BE49-F238E27FC236}">
                <a16:creationId xmlns:a16="http://schemas.microsoft.com/office/drawing/2014/main" id="{EB175AB1-2412-C3AC-0615-6D815CB86D83}"/>
              </a:ext>
            </a:extLst>
          </p:cNvPr>
          <p:cNvSpPr txBox="1"/>
          <p:nvPr/>
        </p:nvSpPr>
        <p:spPr>
          <a:xfrm>
            <a:off x="9792000" y="5976000"/>
            <a:ext cx="1935653" cy="461665"/>
          </a:xfrm>
          <a:prstGeom prst="rect">
            <a:avLst/>
          </a:prstGeom>
          <a:noFill/>
        </p:spPr>
        <p:txBody>
          <a:bodyPr wrap="square">
            <a:spAutoFit/>
          </a:bodyPr>
          <a:lstStyle/>
          <a:p>
            <a:r>
              <a:rPr lang="zh-CN" altLang="en-US" sz="2400" dirty="0">
                <a:solidFill>
                  <a:srgbClr val="0000FF"/>
                </a:solidFill>
                <a:latin typeface="微软雅黑" panose="020B0503020204020204" pitchFamily="34" charset="-122"/>
                <a:ea typeface="微软雅黑" panose="020B0503020204020204" pitchFamily="34" charset="-122"/>
              </a:rPr>
              <a:t>式子更简短</a:t>
            </a:r>
            <a:endParaRPr lang="zh-CN" altLang="en-US" sz="2400" dirty="0">
              <a:solidFill>
                <a:srgbClr val="0000FF"/>
              </a:solidFill>
            </a:endParaRPr>
          </a:p>
        </p:txBody>
      </p:sp>
      <p:grpSp>
        <p:nvGrpSpPr>
          <p:cNvPr id="97" name="组合 96">
            <a:extLst>
              <a:ext uri="{FF2B5EF4-FFF2-40B4-BE49-F238E27FC236}">
                <a16:creationId xmlns:a16="http://schemas.microsoft.com/office/drawing/2014/main" id="{DEB7F399-722B-6022-B697-0BED7DA10EAB}"/>
              </a:ext>
            </a:extLst>
          </p:cNvPr>
          <p:cNvGrpSpPr/>
          <p:nvPr/>
        </p:nvGrpSpPr>
        <p:grpSpPr>
          <a:xfrm>
            <a:off x="11449269" y="6198682"/>
            <a:ext cx="786273" cy="548639"/>
            <a:chOff x="11454918" y="5839511"/>
            <a:chExt cx="786273" cy="548639"/>
          </a:xfrm>
        </p:grpSpPr>
        <p:grpSp>
          <p:nvGrpSpPr>
            <p:cNvPr id="98" name="组合 97">
              <a:extLst>
                <a:ext uri="{FF2B5EF4-FFF2-40B4-BE49-F238E27FC236}">
                  <a16:creationId xmlns:a16="http://schemas.microsoft.com/office/drawing/2014/main" id="{23CEC714-6780-0FE2-3864-84A69DA2322B}"/>
                </a:ext>
              </a:extLst>
            </p:cNvPr>
            <p:cNvGrpSpPr/>
            <p:nvPr/>
          </p:nvGrpSpPr>
          <p:grpSpPr>
            <a:xfrm>
              <a:off x="11454918" y="5867450"/>
              <a:ext cx="737081" cy="520700"/>
              <a:chOff x="11454918" y="5867450"/>
              <a:chExt cx="737081" cy="520700"/>
            </a:xfrm>
          </p:grpSpPr>
          <p:sp>
            <p:nvSpPr>
              <p:cNvPr id="100" name="箭头: 五边形 99">
                <a:extLst>
                  <a:ext uri="{FF2B5EF4-FFF2-40B4-BE49-F238E27FC236}">
                    <a16:creationId xmlns:a16="http://schemas.microsoft.com/office/drawing/2014/main" id="{94FB16CC-B8D3-1784-4547-DD4DC36B2F7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V 形 100">
                <a:extLst>
                  <a:ext uri="{FF2B5EF4-FFF2-40B4-BE49-F238E27FC236}">
                    <a16:creationId xmlns:a16="http://schemas.microsoft.com/office/drawing/2014/main" id="{5CB16253-A515-414B-C1F5-AFFF9D61DA3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9" name="灯片编号占位符 3">
              <a:extLst>
                <a:ext uri="{FF2B5EF4-FFF2-40B4-BE49-F238E27FC236}">
                  <a16:creationId xmlns:a16="http://schemas.microsoft.com/office/drawing/2014/main" id="{F903A619-CC29-0F8E-F536-85124E38DCB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30</a:t>
              </a:fld>
              <a:endParaRPr lang="zh-CN" altLang="en-US" sz="3200" dirty="0">
                <a:solidFill>
                  <a:schemeClr val="bg1"/>
                </a:solidFill>
                <a:latin typeface="Candara"/>
                <a:ea typeface="微软雅黑"/>
              </a:endParaRPr>
            </a:p>
          </p:txBody>
        </p:sp>
      </p:grpSp>
      <p:sp>
        <p:nvSpPr>
          <p:cNvPr id="102" name="左中括号 101">
            <a:extLst>
              <a:ext uri="{FF2B5EF4-FFF2-40B4-BE49-F238E27FC236}">
                <a16:creationId xmlns:a16="http://schemas.microsoft.com/office/drawing/2014/main" id="{02878465-9686-E237-0A6A-E6053AAFD2E5}"/>
              </a:ext>
            </a:extLst>
          </p:cNvPr>
          <p:cNvSpPr/>
          <p:nvPr/>
        </p:nvSpPr>
        <p:spPr>
          <a:xfrm rot="5400000">
            <a:off x="2660541" y="5430839"/>
            <a:ext cx="474717" cy="568743"/>
          </a:xfrm>
          <a:prstGeom prst="leftBracket">
            <a:avLst>
              <a:gd name="adj" fmla="val 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 name="左中括号 102">
            <a:extLst>
              <a:ext uri="{FF2B5EF4-FFF2-40B4-BE49-F238E27FC236}">
                <a16:creationId xmlns:a16="http://schemas.microsoft.com/office/drawing/2014/main" id="{774B25CC-BC5A-34DA-18F5-023FD4CF359C}"/>
              </a:ext>
            </a:extLst>
          </p:cNvPr>
          <p:cNvSpPr/>
          <p:nvPr/>
        </p:nvSpPr>
        <p:spPr>
          <a:xfrm rot="16200000" flipV="1">
            <a:off x="2660541" y="3832629"/>
            <a:ext cx="474717" cy="568743"/>
          </a:xfrm>
          <a:prstGeom prst="leftBracket">
            <a:avLst>
              <a:gd name="adj" fmla="val 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B9325235-96B3-A1B9-2AF0-B687300326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逻辑函数的化简 </a:t>
            </a:r>
            <a:r>
              <a:rPr lang="en-US" altLang="zh-CN" sz="3000" dirty="0"/>
              <a:t>—— </a:t>
            </a:r>
            <a:r>
              <a:rPr lang="zh-CN" altLang="en-US" sz="3000" dirty="0">
                <a:solidFill>
                  <a:srgbClr val="FFFF00"/>
                </a:solidFill>
              </a:rPr>
              <a:t>基于卡诺图的化简示例</a:t>
            </a:r>
            <a:endParaRPr lang="en-US" altLang="zh-CN" sz="3000" dirty="0">
              <a:solidFill>
                <a:srgbClr val="FFFF00"/>
              </a:solidFill>
            </a:endParaRPr>
          </a:p>
        </p:txBody>
      </p:sp>
    </p:spTree>
    <p:extLst>
      <p:ext uri="{BB962C8B-B14F-4D97-AF65-F5344CB8AC3E}">
        <p14:creationId xmlns:p14="http://schemas.microsoft.com/office/powerpoint/2010/main" val="342810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randombar(horizontal)">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randombar(horizontal)">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randombar(horizontal)">
                                      <p:cBhvr>
                                        <p:cTn id="25" dur="500"/>
                                        <p:tgtEl>
                                          <p:spTgt spid="89"/>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03"/>
                                        </p:tgtEl>
                                        <p:attrNameLst>
                                          <p:attrName>style.visibility</p:attrName>
                                        </p:attrNameLst>
                                      </p:cBhvr>
                                      <p:to>
                                        <p:strVal val="visible"/>
                                      </p:to>
                                    </p:set>
                                    <p:animEffect transition="in" filter="randombar(horizontal)">
                                      <p:cBhvr>
                                        <p:cTn id="30" dur="500"/>
                                        <p:tgtEl>
                                          <p:spTgt spid="103"/>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animEffect transition="in" filter="randombar(horizontal)">
                                      <p:cBhvr>
                                        <p:cTn id="33" dur="500"/>
                                        <p:tgtEl>
                                          <p:spTgt spid="102"/>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randombar(horizontal)">
                                      <p:cBhvr>
                                        <p:cTn id="38" dur="500"/>
                                        <p:tgtEl>
                                          <p:spTgt spid="6"/>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92"/>
                                        </p:tgtEl>
                                        <p:attrNameLst>
                                          <p:attrName>style.visibility</p:attrName>
                                        </p:attrNameLst>
                                      </p:cBhvr>
                                      <p:to>
                                        <p:strVal val="visible"/>
                                      </p:to>
                                    </p:set>
                                    <p:animEffect transition="in" filter="randombar(horizontal)">
                                      <p:cBhvr>
                                        <p:cTn id="41" dur="500"/>
                                        <p:tgtEl>
                                          <p:spTgt spid="92"/>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randombar(horizontal)">
                                      <p:cBhvr>
                                        <p:cTn id="46" dur="500"/>
                                        <p:tgtEl>
                                          <p:spTgt spid="42"/>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78"/>
                                        </p:tgtEl>
                                        <p:attrNameLst>
                                          <p:attrName>style.visibility</p:attrName>
                                        </p:attrNameLst>
                                      </p:cBhvr>
                                      <p:to>
                                        <p:strVal val="visible"/>
                                      </p:to>
                                    </p:set>
                                    <p:animEffect transition="in" filter="randombar(horizontal)">
                                      <p:cBhvr>
                                        <p:cTn id="51" dur="500"/>
                                        <p:tgtEl>
                                          <p:spTgt spid="78"/>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4"/>
                                        </p:tgtEl>
                                        <p:attrNameLst>
                                          <p:attrName>style.visibility</p:attrName>
                                        </p:attrNameLst>
                                      </p:cBhvr>
                                      <p:to>
                                        <p:strVal val="visible"/>
                                      </p:to>
                                    </p:set>
                                    <p:animEffect transition="in" filter="randombar(horizontal)">
                                      <p:cBhvr>
                                        <p:cTn id="56" dur="500"/>
                                        <p:tgtEl>
                                          <p:spTgt spid="94"/>
                                        </p:tgtEl>
                                      </p:cBhvr>
                                    </p:animEffect>
                                  </p:childTnLst>
                                </p:cTn>
                              </p:par>
                              <p:par>
                                <p:cTn id="57" presetID="14" presetClass="entr" presetSubtype="10" fill="hold" grpId="0" nodeType="withEffect">
                                  <p:stCondLst>
                                    <p:cond delay="0"/>
                                  </p:stCondLst>
                                  <p:childTnLst>
                                    <p:set>
                                      <p:cBhvr>
                                        <p:cTn id="58" dur="1" fill="hold">
                                          <p:stCondLst>
                                            <p:cond delay="0"/>
                                          </p:stCondLst>
                                        </p:cTn>
                                        <p:tgtEl>
                                          <p:spTgt spid="95"/>
                                        </p:tgtEl>
                                        <p:attrNameLst>
                                          <p:attrName>style.visibility</p:attrName>
                                        </p:attrNameLst>
                                      </p:cBhvr>
                                      <p:to>
                                        <p:strVal val="visible"/>
                                      </p:to>
                                    </p:set>
                                    <p:animEffect transition="in" filter="randombar(horizontal)">
                                      <p:cBhvr>
                                        <p:cTn id="59" dur="500"/>
                                        <p:tgtEl>
                                          <p:spTgt spid="95"/>
                                        </p:tgtEl>
                                      </p:cBhvr>
                                    </p:animEffect>
                                  </p:childTnLst>
                                </p:cTn>
                              </p:par>
                              <p:par>
                                <p:cTn id="60" presetID="14" presetClass="entr" presetSubtype="10" fill="hold" grpId="0" nodeType="withEffect">
                                  <p:stCondLst>
                                    <p:cond delay="0"/>
                                  </p:stCondLst>
                                  <p:childTnLst>
                                    <p:set>
                                      <p:cBhvr>
                                        <p:cTn id="61" dur="1" fill="hold">
                                          <p:stCondLst>
                                            <p:cond delay="0"/>
                                          </p:stCondLst>
                                        </p:cTn>
                                        <p:tgtEl>
                                          <p:spTgt spid="96"/>
                                        </p:tgtEl>
                                        <p:attrNameLst>
                                          <p:attrName>style.visibility</p:attrName>
                                        </p:attrNameLst>
                                      </p:cBhvr>
                                      <p:to>
                                        <p:strVal val="visible"/>
                                      </p:to>
                                    </p:set>
                                    <p:animEffect transition="in" filter="randombar(horizontal)">
                                      <p:cBhvr>
                                        <p:cTn id="6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animBg="1"/>
      <p:bldP spid="6" grpId="0"/>
      <p:bldP spid="13" grpId="0"/>
      <p:bldP spid="89" grpId="0" animBg="1"/>
      <p:bldP spid="92" grpId="0"/>
      <p:bldP spid="94" grpId="0"/>
      <p:bldP spid="95" grpId="0"/>
      <p:bldP spid="96" grpId="0"/>
      <p:bldP spid="102" grpId="0" animBg="1"/>
      <p:bldP spid="10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17535-5ED6-9A2E-4C2C-3BF6F252C63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作业</a:t>
            </a:r>
            <a:endParaRPr lang="en-US" altLang="zh-CN" sz="3000" dirty="0">
              <a:solidFill>
                <a:srgbClr val="FFFF00"/>
              </a:solidFill>
            </a:endParaRPr>
          </a:p>
        </p:txBody>
      </p:sp>
      <p:sp>
        <p:nvSpPr>
          <p:cNvPr id="3" name="文本框 2">
            <a:extLst>
              <a:ext uri="{FF2B5EF4-FFF2-40B4-BE49-F238E27FC236}">
                <a16:creationId xmlns:a16="http://schemas.microsoft.com/office/drawing/2014/main" id="{CC469DA2-B888-8B11-6456-48B9B38F5802}"/>
              </a:ext>
            </a:extLst>
          </p:cNvPr>
          <p:cNvSpPr txBox="1"/>
          <p:nvPr/>
        </p:nvSpPr>
        <p:spPr>
          <a:xfrm>
            <a:off x="360000" y="828000"/>
            <a:ext cx="4966743" cy="2946256"/>
          </a:xfrm>
          <a:prstGeom prst="rect">
            <a:avLst/>
          </a:prstGeom>
          <a:noFill/>
        </p:spPr>
        <p:txBody>
          <a:bodyPr wrap="square">
            <a:spAutoFit/>
          </a:bodyPr>
          <a:lstStyle/>
          <a:p>
            <a:pPr>
              <a:lnSpc>
                <a:spcPct val="110000"/>
              </a:lnSpc>
              <a:spcAft>
                <a:spcPct val="30000"/>
              </a:spcAft>
              <a:defRPr/>
            </a:pPr>
            <a:r>
              <a:rPr lang="zh-CN" altLang="en-US" sz="2800" kern="0" dirty="0">
                <a:solidFill>
                  <a:srgbClr val="C00000"/>
                </a:solidFill>
                <a:latin typeface="微软雅黑" panose="020B0503020204020204" pitchFamily="34" charset="-122"/>
                <a:ea typeface="微软雅黑" panose="020B0503020204020204" pitchFamily="34" charset="-122"/>
              </a:rPr>
              <a:t>电子技术基础（数字部分）</a:t>
            </a:r>
            <a:endParaRPr lang="en-US" altLang="zh-CN" sz="2800" kern="0" dirty="0">
              <a:solidFill>
                <a:srgbClr val="C00000"/>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9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月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19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日的作业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a:t>
            </a: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P74</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2.2.1</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(3)	</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2.2.3</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(4)</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	</a:t>
            </a:r>
          </a:p>
        </p:txBody>
      </p:sp>
      <p:sp>
        <p:nvSpPr>
          <p:cNvPr id="4" name="文本框 3">
            <a:extLst>
              <a:ext uri="{FF2B5EF4-FFF2-40B4-BE49-F238E27FC236}">
                <a16:creationId xmlns:a16="http://schemas.microsoft.com/office/drawing/2014/main" id="{24D513E9-14CF-5501-8AB1-EDB398DD3966}"/>
              </a:ext>
            </a:extLst>
          </p:cNvPr>
          <p:cNvSpPr txBox="1"/>
          <p:nvPr/>
        </p:nvSpPr>
        <p:spPr>
          <a:xfrm>
            <a:off x="6120000" y="828000"/>
            <a:ext cx="5712000" cy="4152740"/>
          </a:xfrm>
          <a:prstGeom prst="rect">
            <a:avLst/>
          </a:prstGeom>
          <a:noFill/>
        </p:spPr>
        <p:txBody>
          <a:bodyPr wrap="square">
            <a:spAutoFit/>
          </a:bodyPr>
          <a:lstStyle/>
          <a:p>
            <a:pPr>
              <a:lnSpc>
                <a:spcPct val="110000"/>
              </a:lnSpc>
              <a:spcAft>
                <a:spcPct val="30000"/>
              </a:spcAft>
              <a:defRPr/>
            </a:pP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9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月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24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日的作业</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P74 - 75</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2.2.5			2.4.2</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2.2.6 (2)			2.4.3 (2)</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2.3.1 (1)	</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2.3.5	</a:t>
            </a:r>
          </a:p>
        </p:txBody>
      </p:sp>
    </p:spTree>
    <p:extLst>
      <p:ext uri="{BB962C8B-B14F-4D97-AF65-F5344CB8AC3E}">
        <p14:creationId xmlns:p14="http://schemas.microsoft.com/office/powerpoint/2010/main" val="2556702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10258</TotalTime>
  <Words>5604</Words>
  <Application>Microsoft Office PowerPoint</Application>
  <PresentationFormat>宽屏</PresentationFormat>
  <Paragraphs>1198</Paragraphs>
  <Slides>31</Slides>
  <Notes>20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等线</vt:lpstr>
      <vt:lpstr>宋体</vt:lpstr>
      <vt:lpstr>Microsoft YaHei</vt:lpstr>
      <vt:lpstr>Microsoft YaHei</vt:lpstr>
      <vt:lpstr>Arial</vt:lpstr>
      <vt:lpstr>Cambria</vt:lpstr>
      <vt:lpstr>Cambria Math</vt:lpstr>
      <vt:lpstr>Candara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685</cp:revision>
  <dcterms:created xsi:type="dcterms:W3CDTF">2024-12-23T04:28:42Z</dcterms:created>
  <dcterms:modified xsi:type="dcterms:W3CDTF">2025-11-04T16:29:28Z</dcterms:modified>
</cp:coreProperties>
</file>