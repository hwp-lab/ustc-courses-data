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1354" r:id="rId2"/>
    <p:sldId id="6935" r:id="rId3"/>
    <p:sldId id="7280" r:id="rId4"/>
    <p:sldId id="7281" r:id="rId5"/>
    <p:sldId id="7287" r:id="rId6"/>
    <p:sldId id="7286" r:id="rId7"/>
    <p:sldId id="7283" r:id="rId8"/>
    <p:sldId id="7288" r:id="rId9"/>
    <p:sldId id="7289" r:id="rId10"/>
    <p:sldId id="7290" r:id="rId11"/>
    <p:sldId id="7292" r:id="rId12"/>
    <p:sldId id="7284" r:id="rId13"/>
    <p:sldId id="7293" r:id="rId14"/>
    <p:sldId id="7285" r:id="rId15"/>
    <p:sldId id="7294" r:id="rId16"/>
    <p:sldId id="7295" r:id="rId17"/>
    <p:sldId id="7297" r:id="rId18"/>
    <p:sldId id="7298" r:id="rId19"/>
    <p:sldId id="7282" r:id="rId20"/>
    <p:sldId id="7299" r:id="rId21"/>
    <p:sldId id="7300" r:id="rId22"/>
    <p:sldId id="7301" r:id="rId23"/>
    <p:sldId id="7302" r:id="rId24"/>
    <p:sldId id="7304" r:id="rId25"/>
    <p:sldId id="7305" r:id="rId26"/>
    <p:sldId id="7307" r:id="rId27"/>
    <p:sldId id="7306" r:id="rId28"/>
    <p:sldId id="7007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FF"/>
    <a:srgbClr val="00FF00"/>
    <a:srgbClr val="FF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2" autoAdjust="0"/>
    <p:restoredTop sz="58771" autoAdjust="0"/>
  </p:normalViewPr>
  <p:slideViewPr>
    <p:cSldViewPr snapToGrid="0">
      <p:cViewPr varScale="1">
        <p:scale>
          <a:sx n="56" d="100"/>
          <a:sy n="56" d="100"/>
        </p:scale>
        <p:origin x="141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位权越大，对应的电阻值越小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780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开关切换时，</a:t>
            </a:r>
            <a:r>
              <a:rPr lang="en-US" altLang="zh-CN" dirty="0"/>
              <a:t>2R </a:t>
            </a:r>
            <a:r>
              <a:rPr lang="zh-CN" altLang="en-US" dirty="0"/>
              <a:t>支路的电流不变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对应于每一个数字量 </a:t>
            </a:r>
            <a:r>
              <a:rPr lang="en-US" altLang="zh-CN" dirty="0"/>
              <a:t>D</a:t>
            </a:r>
            <a:r>
              <a:rPr lang="zh-CN" altLang="en-US" dirty="0"/>
              <a:t>，输出端都能得到绝对值与之成正比的电压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952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开关切换时，</a:t>
            </a:r>
            <a:r>
              <a:rPr lang="en-US" altLang="zh-CN" dirty="0"/>
              <a:t>2R </a:t>
            </a:r>
            <a:r>
              <a:rPr lang="zh-CN" altLang="en-US" dirty="0"/>
              <a:t>支路的电流不变</a:t>
            </a:r>
          </a:p>
          <a:p>
            <a:endParaRPr lang="en-US" altLang="zh-CN" dirty="0"/>
          </a:p>
          <a:p>
            <a:r>
              <a:rPr lang="zh-CN" altLang="en-US" dirty="0"/>
              <a:t>对应于每一个数字量 </a:t>
            </a:r>
            <a:r>
              <a:rPr lang="en-US" altLang="zh-CN" dirty="0"/>
              <a:t>D</a:t>
            </a:r>
            <a:r>
              <a:rPr lang="zh-CN" altLang="en-US" dirty="0"/>
              <a:t>，输出端都能得到绝对值与之成正比的电压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8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使用芯片内部的反馈电阻，公差一致性比较好，可消去电阻差异带来的影响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579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03E6-4992-9283-944D-0D1A85BA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AE497F-AD3E-8BBA-0AA6-BCB4AE8DD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1DF58C-5691-1A73-B801-C62653798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/>
              <a:t>P418 - 419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41C8D0-8655-289F-FEA7-1A05809A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14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/>
              <a:t>P418 - 419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226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b="0" dirty="0"/>
              <a:t>常用 </a:t>
            </a:r>
            <a:r>
              <a:rPr kumimoji="1" lang="en-US" altLang="zh-CN" b="0" dirty="0"/>
              <a:t>A/D </a:t>
            </a:r>
            <a:r>
              <a:rPr kumimoji="1" lang="zh-CN" altLang="en-US" b="0" dirty="0"/>
              <a:t>转换器的工作特点</a:t>
            </a:r>
          </a:p>
          <a:p>
            <a:pPr eaLnBrk="1" hangingPunct="1"/>
            <a:r>
              <a:rPr kumimoji="1" lang="zh-CN" altLang="en-US" dirty="0"/>
              <a:t>转换速度最高的是：并联比较型 </a:t>
            </a:r>
            <a:r>
              <a:rPr kumimoji="1" lang="en-US" altLang="zh-CN" dirty="0"/>
              <a:t>ADC</a:t>
            </a:r>
            <a:endParaRPr kumimoji="1" lang="zh-CN" altLang="en-US" dirty="0"/>
          </a:p>
          <a:p>
            <a:pPr eaLnBrk="1" hangingPunct="1"/>
            <a:r>
              <a:rPr kumimoji="1" lang="zh-CN" altLang="en-US" dirty="0"/>
              <a:t>转换速度最低的是：双积分型 </a:t>
            </a:r>
            <a:r>
              <a:rPr kumimoji="1" lang="en-US" altLang="zh-CN" dirty="0"/>
              <a:t>ADC</a:t>
            </a:r>
            <a:endParaRPr kumimoji="1" lang="zh-CN" altLang="en-US" dirty="0"/>
          </a:p>
          <a:p>
            <a:pPr eaLnBrk="1" hangingPunct="1"/>
            <a:r>
              <a:rPr kumimoji="1" lang="zh-CN" altLang="en-US" dirty="0"/>
              <a:t>转换精度最高的是：双积分型 </a:t>
            </a:r>
            <a:r>
              <a:rPr kumimoji="1" lang="en-US" altLang="zh-CN" dirty="0"/>
              <a:t>ADC</a:t>
            </a:r>
            <a:endParaRPr kumimoji="1" lang="zh-CN" altLang="en-US" dirty="0"/>
          </a:p>
          <a:p>
            <a:pPr eaLnBrk="1" hangingPunct="1"/>
            <a:r>
              <a:rPr kumimoji="1" lang="zh-CN" altLang="en-US" dirty="0"/>
              <a:t>转换精度最低的是：并联比较型 </a:t>
            </a:r>
            <a:r>
              <a:rPr kumimoji="1" lang="en-US" altLang="zh-CN" dirty="0"/>
              <a:t>ADC</a:t>
            </a:r>
            <a:endParaRPr kumimoji="1" lang="zh-CN" altLang="en-US" dirty="0"/>
          </a:p>
          <a:p>
            <a:pPr eaLnBrk="1" hangingPunct="1"/>
            <a:r>
              <a:rPr kumimoji="1" lang="zh-CN" altLang="en-US" dirty="0"/>
              <a:t>转换速度和转换精度均较高的是：逐次比较型 </a:t>
            </a:r>
            <a:r>
              <a:rPr kumimoji="1" lang="en-US" altLang="zh-CN" dirty="0"/>
              <a:t>ADC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148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>
                <a:solidFill>
                  <a:srgbClr val="000099"/>
                </a:solidFill>
              </a:rPr>
              <a:t>A_1 </a:t>
            </a:r>
            <a:r>
              <a:rPr kumimoji="1" lang="zh-CN" altLang="en-US" dirty="0">
                <a:solidFill>
                  <a:srgbClr val="000099"/>
                </a:solidFill>
              </a:rPr>
              <a:t>和 </a:t>
            </a:r>
            <a:r>
              <a:rPr kumimoji="1" lang="en-US" altLang="zh-CN" dirty="0">
                <a:solidFill>
                  <a:srgbClr val="000099"/>
                </a:solidFill>
              </a:rPr>
              <a:t>A_2 </a:t>
            </a:r>
            <a:r>
              <a:rPr kumimoji="1" lang="zh-CN" altLang="en-US" dirty="0">
                <a:solidFill>
                  <a:srgbClr val="000099"/>
                </a:solidFill>
              </a:rPr>
              <a:t>为缓冲器（电压跟随器），减轻对输入信号的影响，提高带负载能力</a:t>
            </a:r>
            <a:endParaRPr kumimoji="1" lang="en-US" altLang="zh-CN" dirty="0">
              <a:solidFill>
                <a:srgbClr val="000099"/>
              </a:solidFill>
            </a:endParaRPr>
          </a:p>
          <a:p>
            <a:pPr eaLnBrk="1" hangingPunct="1"/>
            <a:endParaRPr kumimoji="1" lang="en-US" altLang="zh-CN" sz="1100" dirty="0">
              <a:solidFill>
                <a:srgbClr val="000099"/>
              </a:solidFill>
            </a:endParaRPr>
          </a:p>
          <a:p>
            <a:pPr eaLnBrk="1" hangingPunct="1"/>
            <a:r>
              <a:rPr kumimoji="1" lang="zh-CN" altLang="en-US" sz="1200" dirty="0"/>
              <a:t>取样电路每次取得的模拟信号转换为数字信号时都需要一定的时间；同时，为了给后续的量化编码提供一个稳定值，则每次取得的模拟信号必须通过保持电路保持一段时间</a:t>
            </a:r>
            <a:endParaRPr kumimoji="1" lang="en-US" altLang="zh-CN" sz="1200" dirty="0"/>
          </a:p>
          <a:p>
            <a:pPr eaLnBrk="1" hangingPunct="1"/>
            <a:r>
              <a:rPr kumimoji="1" lang="zh-CN" altLang="en-US" sz="1200" dirty="0"/>
              <a:t>一般取样和保持过程往往是通过取样－保持电路同时完成的</a:t>
            </a:r>
            <a:endParaRPr kumimoji="1" lang="en-US" altLang="zh-CN" sz="1200" dirty="0"/>
          </a:p>
          <a:p>
            <a:pPr eaLnBrk="1" hangingPunct="1"/>
            <a:endParaRPr kumimoji="1" lang="zh-CN" altLang="en-US" sz="1200" dirty="0"/>
          </a:p>
          <a:p>
            <a:pPr eaLnBrk="1" hangingPunct="1"/>
            <a:r>
              <a:rPr kumimoji="1" lang="zh-CN" altLang="en-US" sz="1200" dirty="0"/>
              <a:t>为了使得取样信号能逼近输入模拟信号，则取样信号应该有足够高的频率</a:t>
            </a:r>
            <a:endParaRPr kumimoji="1" lang="en-US" altLang="zh-CN" sz="1200" dirty="0"/>
          </a:p>
          <a:p>
            <a:pPr eaLnBrk="1" hangingPunct="1"/>
            <a:r>
              <a:rPr kumimoji="1" lang="zh-CN" altLang="en-US" sz="1200" dirty="0"/>
              <a:t>为了保证取样信号将被取样信号恢复，其频率关系必须满足取样定理</a:t>
            </a:r>
            <a:endParaRPr kumimoji="1" lang="en-US" altLang="zh-CN" dirty="0">
              <a:solidFill>
                <a:srgbClr val="000099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99"/>
                </a:solidFill>
              </a:rPr>
              <a:t>一般 </a:t>
            </a:r>
            <a:r>
              <a:rPr kumimoji="1" lang="en-US" altLang="zh-CN" dirty="0" err="1">
                <a:solidFill>
                  <a:srgbClr val="000099"/>
                </a:solidFill>
              </a:rPr>
              <a:t>f_s</a:t>
            </a:r>
            <a:r>
              <a:rPr kumimoji="1" lang="en-US" altLang="zh-CN" dirty="0">
                <a:solidFill>
                  <a:srgbClr val="000099"/>
                </a:solidFill>
              </a:rPr>
              <a:t> </a:t>
            </a:r>
            <a:r>
              <a:rPr kumimoji="1" lang="zh-CN" altLang="en-US" dirty="0">
                <a:solidFill>
                  <a:srgbClr val="000099"/>
                </a:solidFill>
              </a:rPr>
              <a:t>为 </a:t>
            </a:r>
            <a:r>
              <a:rPr kumimoji="1" lang="en-US" altLang="zh-CN" dirty="0">
                <a:solidFill>
                  <a:srgbClr val="000099"/>
                </a:solidFill>
              </a:rPr>
              <a:t>3 </a:t>
            </a:r>
            <a:r>
              <a:rPr kumimoji="1" lang="zh-CN" altLang="en-US" dirty="0">
                <a:solidFill>
                  <a:srgbClr val="000099"/>
                </a:solidFill>
              </a:rPr>
              <a:t>到 </a:t>
            </a:r>
            <a:r>
              <a:rPr kumimoji="1" lang="en-US" altLang="zh-CN" dirty="0">
                <a:solidFill>
                  <a:srgbClr val="000099"/>
                </a:solidFill>
              </a:rPr>
              <a:t>5 </a:t>
            </a:r>
            <a:r>
              <a:rPr kumimoji="1" lang="zh-CN" altLang="en-US" dirty="0">
                <a:solidFill>
                  <a:srgbClr val="000099"/>
                </a:solidFill>
              </a:rPr>
              <a:t>倍的 </a:t>
            </a:r>
            <a:r>
              <a:rPr kumimoji="1" lang="en-US" altLang="zh-CN" i="0" dirty="0">
                <a:solidFill>
                  <a:srgbClr val="000099"/>
                </a:solidFill>
              </a:rPr>
              <a:t>f_{</a:t>
            </a:r>
            <a:r>
              <a:rPr kumimoji="1" lang="en-US" altLang="zh-CN" dirty="0" err="1">
                <a:solidFill>
                  <a:srgbClr val="000099"/>
                </a:solidFill>
              </a:rPr>
              <a:t>i</a:t>
            </a:r>
            <a:r>
              <a:rPr kumimoji="1" lang="en-US" altLang="zh-CN" dirty="0">
                <a:solidFill>
                  <a:srgbClr val="000099"/>
                </a:solidFill>
              </a:rPr>
              <a:t>(max)}</a:t>
            </a:r>
          </a:p>
          <a:p>
            <a:pPr eaLnBrk="1" hangingPunct="1"/>
            <a:endParaRPr kumimoji="1" lang="en-US" altLang="zh-CN" dirty="0">
              <a:solidFill>
                <a:srgbClr val="000099"/>
              </a:solidFill>
            </a:endParaRPr>
          </a:p>
          <a:p>
            <a:pPr algn="just"/>
            <a:r>
              <a:rPr kumimoji="1" lang="zh-CN" altLang="en-US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</a:t>
            </a:r>
            <a:r>
              <a:rPr kumimoji="1"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tip</a:t>
            </a:r>
            <a:r>
              <a:rPr kumimoji="1" lang="zh-CN" altLang="en-US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：快速估计信号的最高频率分量</a:t>
            </a:r>
            <a:endParaRPr kumimoji="1" lang="en-US" altLang="zh-CN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找到最陡峭且幅度高的边沿，假设此边沿为正弦波的一部分，此正弦波频率大致就是信号最高频率分量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47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AACC-1D59-3099-4829-A5675CBF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3DC51D-D538-264A-1CE2-E362318C6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1B816C-EB87-4BAC-9316-36BD8C1B3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C594E8-47A0-3CAE-10A1-E445F6260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60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6665-28F8-D4CD-FA28-BA8EFCE3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B9F4C-D102-A43F-9C82-DD9DE0297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1218B5C8-AB40-01D0-C7E6-BB4A072A47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kumimoji="1" lang="zh-CN" altLang="en-US" dirty="0"/>
                  <a:t>只舍不入量化方式：取量化单位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zh-CN" altLang="en-US" dirty="0"/>
                  <a:t>＝</a:t>
                </a:r>
                <a:r>
                  <a:rPr kumimoji="1" lang="en-US" altLang="zh-CN" dirty="0"/>
                  <a:t>1/8 V</a:t>
                </a:r>
                <a:r>
                  <a:rPr kumimoji="1" lang="zh-CN" altLang="en-US" dirty="0"/>
                  <a:t>，量化中把不足量化单位部分舍弃，比如：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0 ~ 1/8 V </a:t>
                </a:r>
                <a:r>
                  <a:rPr kumimoji="1" lang="zh-CN" altLang="en-US" dirty="0"/>
                  <a:t>都当成 </a:t>
                </a:r>
                <a:r>
                  <a:rPr kumimoji="1" lang="en-US" altLang="zh-CN" dirty="0"/>
                  <a:t>0 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000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1/8 ~ 2/8 V </a:t>
                </a:r>
                <a:r>
                  <a:rPr kumimoji="1" lang="zh-CN" altLang="en-US" dirty="0"/>
                  <a:t>都当成 </a:t>
                </a:r>
                <a:r>
                  <a:rPr kumimoji="1" lang="en-US" altLang="zh-CN" dirty="0"/>
                  <a:t>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zh-CN" altLang="en-US" dirty="0"/>
                  <a:t> 处理，即当成 </a:t>
                </a:r>
                <a:r>
                  <a:rPr kumimoji="1" lang="en-US" altLang="zh-CN" dirty="0"/>
                  <a:t>1/8V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001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zh-CN" altLang="en-US" dirty="0"/>
                  <a:t>依此类推，这样最大量化误差为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kumimoji="1" lang="en-US" altLang="zh-CN" dirty="0"/>
              </a:p>
              <a:p>
                <a:pPr eaLnBrk="1" hangingPunct="1"/>
                <a:endParaRPr kumimoji="1" lang="zh-CN" altLang="en-US" dirty="0"/>
              </a:p>
              <a:p>
                <a:pPr eaLnBrk="1" hangingPunct="1"/>
                <a:r>
                  <a:rPr kumimoji="1" lang="zh-CN" altLang="en-US" sz="800" dirty="0">
                    <a:latin typeface="楷体_GB2312" pitchFamily="49" charset="-122"/>
                    <a:ea typeface="楷体_GB2312" pitchFamily="49" charset="-122"/>
                  </a:rPr>
                  <a:t>四舍五入量化方式：</a:t>
                </a:r>
                <a:r>
                  <a:rPr kumimoji="1" lang="zh-CN" altLang="en-US" dirty="0"/>
                  <a:t>取量化单位为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zh-CN" altLang="en-US" dirty="0"/>
                  <a:t>＝</a:t>
                </a:r>
                <a:r>
                  <a:rPr kumimoji="1" lang="en-US" altLang="zh-CN" dirty="0"/>
                  <a:t>2/15 V</a:t>
                </a:r>
                <a:r>
                  <a:rPr kumimoji="1" lang="zh-CN" altLang="en-US" dirty="0"/>
                  <a:t>，量化中将不足半个量化单位部分舍去，对于大于或等于半个量化单位的部分按一个量化单位处理，比如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0 ~ 1/15 V </a:t>
                </a:r>
                <a:r>
                  <a:rPr kumimoji="1" lang="zh-CN" altLang="en-US" dirty="0"/>
                  <a:t>当 </a:t>
                </a:r>
                <a:r>
                  <a:rPr kumimoji="1" lang="en-US" altLang="zh-CN" dirty="0"/>
                  <a:t>0 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000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1/15 </a:t>
                </a:r>
                <a:r>
                  <a:rPr kumimoji="1" lang="zh-CN" altLang="en-US" dirty="0"/>
                  <a:t>～ </a:t>
                </a:r>
                <a:r>
                  <a:rPr kumimoji="1" lang="en-US" altLang="zh-CN" dirty="0"/>
                  <a:t>3/15 V </a:t>
                </a:r>
                <a:r>
                  <a:rPr kumimoji="1" lang="zh-CN" altLang="en-US" dirty="0"/>
                  <a:t>当成 </a:t>
                </a:r>
                <a:r>
                  <a:rPr kumimoji="1" lang="en-US" altLang="zh-CN" dirty="0"/>
                  <a:t>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zh-CN" altLang="en-US" dirty="0"/>
                  <a:t> 处理，即 </a:t>
                </a:r>
                <a:r>
                  <a:rPr kumimoji="1" lang="en-US" altLang="zh-CN" dirty="0"/>
                  <a:t>2/15 V</a:t>
                </a:r>
                <a:r>
                  <a:rPr kumimoji="1" lang="zh-CN" altLang="en-US" dirty="0"/>
                  <a:t>，用 </a:t>
                </a:r>
                <a:r>
                  <a:rPr kumimoji="1" lang="en-US" altLang="zh-CN" dirty="0"/>
                  <a:t>001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zh-CN" altLang="en-US" dirty="0"/>
                  <a:t>依此类推，这样最大量化误差为 </a:t>
                </a:r>
                <a:r>
                  <a:rPr kumimoji="1" lang="en-US" altLang="zh-CN" dirty="0"/>
                  <a:t>0.5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kumimoji="1" lang="en-US" altLang="zh-CN" sz="1200" dirty="0">
                  <a:solidFill>
                    <a:schemeClr val="accent5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eaLnBrk="1" hangingPunct="1"/>
                <a:endParaRPr kumimoji="1" lang="zh-CN" altLang="en-US" dirty="0"/>
              </a:p>
              <a:p>
                <a:pPr eaLnBrk="1" hangingPunct="1"/>
                <a:r>
                  <a:rPr kumimoji="1" lang="zh-CN" altLang="en-US" dirty="0"/>
                  <a:t>注：由于后者的量化误差比前者小，所以大多数 </a:t>
                </a:r>
                <a:r>
                  <a:rPr kumimoji="1" lang="en-US" altLang="zh-CN" dirty="0"/>
                  <a:t>A/D </a:t>
                </a:r>
                <a:r>
                  <a:rPr kumimoji="1" lang="zh-CN" altLang="en-US" dirty="0"/>
                  <a:t>转换器采用四舍五入的量化方式</a:t>
                </a:r>
              </a:p>
              <a:p>
                <a:pPr eaLnBrk="1" hangingPunct="1"/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1218B5C8-AB40-01D0-C7E6-BB4A072A47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kumimoji="1" lang="zh-CN" altLang="en-US" dirty="0"/>
                  <a:t>只舍不入量化方式：取量化单位 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kumimoji="1" lang="zh-CN" altLang="en-US" dirty="0"/>
                  <a:t>＝</a:t>
                </a:r>
                <a:r>
                  <a:rPr kumimoji="1" lang="en-US" altLang="zh-CN" dirty="0"/>
                  <a:t>1/8 V</a:t>
                </a:r>
                <a:r>
                  <a:rPr kumimoji="1" lang="zh-CN" altLang="en-US" dirty="0"/>
                  <a:t>，量化中把不足量化单位部分舍弃，比如：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0 ~ 1/8 V </a:t>
                </a:r>
                <a:r>
                  <a:rPr kumimoji="1" lang="zh-CN" altLang="en-US" dirty="0"/>
                  <a:t>都当成 </a:t>
                </a:r>
                <a:r>
                  <a:rPr kumimoji="1" lang="en-US" altLang="zh-CN" dirty="0"/>
                  <a:t>0 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000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1/8 ~ 2/8 V </a:t>
                </a:r>
                <a:r>
                  <a:rPr kumimoji="1" lang="zh-CN" altLang="en-US" dirty="0"/>
                  <a:t>都当成 </a:t>
                </a:r>
                <a:r>
                  <a:rPr kumimoji="1" lang="en-US" altLang="zh-CN" dirty="0"/>
                  <a:t>1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kumimoji="1" lang="zh-CN" altLang="en-US" dirty="0"/>
                  <a:t> 处理，即当成 </a:t>
                </a:r>
                <a:r>
                  <a:rPr kumimoji="1" lang="en-US" altLang="zh-CN" dirty="0"/>
                  <a:t>1/8V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001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zh-CN" altLang="en-US" dirty="0"/>
                  <a:t>依此类推，这样最大量化误差为 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endParaRPr kumimoji="1" lang="en-US" altLang="zh-CN" dirty="0"/>
              </a:p>
              <a:p>
                <a:pPr eaLnBrk="1" hangingPunct="1"/>
                <a:endParaRPr kumimoji="1" lang="zh-CN" altLang="en-US" dirty="0"/>
              </a:p>
              <a:p>
                <a:pPr eaLnBrk="1" hangingPunct="1"/>
                <a:r>
                  <a:rPr kumimoji="1" lang="zh-CN" altLang="en-US" sz="800" dirty="0">
                    <a:latin typeface="楷体_GB2312" pitchFamily="49" charset="-122"/>
                    <a:ea typeface="楷体_GB2312" pitchFamily="49" charset="-122"/>
                  </a:rPr>
                  <a:t>四舍五入量化方式：</a:t>
                </a:r>
                <a:r>
                  <a:rPr kumimoji="1" lang="zh-CN" altLang="en-US" dirty="0"/>
                  <a:t>取量化单位为 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kumimoji="1" lang="zh-CN" altLang="en-US" dirty="0"/>
                  <a:t>＝</a:t>
                </a:r>
                <a:r>
                  <a:rPr kumimoji="1" lang="en-US" altLang="zh-CN" dirty="0"/>
                  <a:t>2/15 V</a:t>
                </a:r>
                <a:r>
                  <a:rPr kumimoji="1" lang="zh-CN" altLang="en-US" dirty="0"/>
                  <a:t>，量化中将不足半个量化单位部分舍去，对于大于或等于半个量化单位的部分按一个量化单位处理，比如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0 ~ 1/15 V </a:t>
                </a:r>
                <a:r>
                  <a:rPr kumimoji="1" lang="zh-CN" altLang="en-US" dirty="0"/>
                  <a:t>当 </a:t>
                </a:r>
                <a:r>
                  <a:rPr kumimoji="1" lang="en-US" altLang="zh-CN" dirty="0"/>
                  <a:t>0 V </a:t>
                </a:r>
                <a:r>
                  <a:rPr kumimoji="1" lang="zh-CN" altLang="en-US" dirty="0"/>
                  <a:t>处理，用 </a:t>
                </a:r>
                <a:r>
                  <a:rPr kumimoji="1" lang="en-US" altLang="zh-CN" dirty="0"/>
                  <a:t>000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en-US" altLang="zh-CN" dirty="0"/>
                  <a:t>1/15 </a:t>
                </a:r>
                <a:r>
                  <a:rPr kumimoji="1" lang="zh-CN" altLang="en-US" dirty="0"/>
                  <a:t>～ </a:t>
                </a:r>
                <a:r>
                  <a:rPr kumimoji="1" lang="en-US" altLang="zh-CN" dirty="0"/>
                  <a:t>3/15 V </a:t>
                </a:r>
                <a:r>
                  <a:rPr kumimoji="1" lang="zh-CN" altLang="en-US" dirty="0"/>
                  <a:t>当成 </a:t>
                </a:r>
                <a:r>
                  <a:rPr kumimoji="1" lang="en-US" altLang="zh-CN" dirty="0"/>
                  <a:t>1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r>
                  <a:rPr kumimoji="1" lang="zh-CN" altLang="en-US" dirty="0"/>
                  <a:t> 处理，即 </a:t>
                </a:r>
                <a:r>
                  <a:rPr kumimoji="1" lang="en-US" altLang="zh-CN" dirty="0"/>
                  <a:t>2/15 V</a:t>
                </a:r>
                <a:r>
                  <a:rPr kumimoji="1" lang="zh-CN" altLang="en-US" dirty="0"/>
                  <a:t>，用 </a:t>
                </a:r>
                <a:r>
                  <a:rPr kumimoji="1" lang="en-US" altLang="zh-CN" dirty="0"/>
                  <a:t>001 </a:t>
                </a:r>
                <a:r>
                  <a:rPr kumimoji="1" lang="zh-CN" altLang="en-US" dirty="0"/>
                  <a:t>表示</a:t>
                </a:r>
                <a:endParaRPr kumimoji="1" lang="en-US" altLang="zh-CN" dirty="0"/>
              </a:p>
              <a:p>
                <a:pPr eaLnBrk="1" hangingPunct="1"/>
                <a:r>
                  <a:rPr kumimoji="1" lang="zh-CN" altLang="en-US" dirty="0"/>
                  <a:t>依此类推，这样最大量化误差为 </a:t>
                </a:r>
                <a:r>
                  <a:rPr kumimoji="1" lang="en-US" altLang="zh-CN" dirty="0"/>
                  <a:t>0.5</a:t>
                </a:r>
                <a:r>
                  <a:rPr kumimoji="1" lang="el-GR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</a:t>
                </a:r>
                <a:endParaRPr kumimoji="1" lang="en-US" altLang="zh-CN" sz="1200" dirty="0">
                  <a:solidFill>
                    <a:schemeClr val="accent5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eaLnBrk="1" hangingPunct="1"/>
                <a:endParaRPr kumimoji="1" lang="zh-CN" altLang="en-US" dirty="0"/>
              </a:p>
              <a:p>
                <a:pPr eaLnBrk="1" hangingPunct="1"/>
                <a:r>
                  <a:rPr kumimoji="1" lang="zh-CN" altLang="en-US" dirty="0"/>
                  <a:t>注：由于后者的量化误差比前者小，所以大多数</a:t>
                </a:r>
                <a:r>
                  <a:rPr kumimoji="1" lang="en-US" altLang="zh-CN" dirty="0"/>
                  <a:t>A/D</a:t>
                </a:r>
                <a:r>
                  <a:rPr kumimoji="1" lang="zh-CN" altLang="en-US" dirty="0"/>
                  <a:t>转换器采用四舍五入的量化方式</a:t>
                </a:r>
              </a:p>
              <a:p>
                <a:pPr eaLnBrk="1" hangingPunct="1"/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7B1BB6-232E-6B8B-7580-DBEDA1748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08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 </a:t>
            </a:r>
            <a:r>
              <a:rPr lang="en-US" altLang="zh-CN" dirty="0"/>
              <a:t>n </a:t>
            </a:r>
            <a:r>
              <a:rPr lang="zh-CN" altLang="en-US" dirty="0"/>
              <a:t>位转换器，要用到 </a:t>
            </a:r>
            <a:r>
              <a:rPr lang="en-US" altLang="zh-CN" dirty="0"/>
              <a:t>2^n </a:t>
            </a:r>
            <a:r>
              <a:rPr lang="zh-CN" altLang="en-US" dirty="0"/>
              <a:t>个分压电阻、</a:t>
            </a:r>
            <a:r>
              <a:rPr lang="en-US" altLang="zh-CN" dirty="0"/>
              <a:t>2^n-1 </a:t>
            </a:r>
            <a:r>
              <a:rPr lang="zh-CN" altLang="en-US" dirty="0"/>
              <a:t>个比较器、</a:t>
            </a:r>
            <a:r>
              <a:rPr lang="en-US" altLang="zh-CN" dirty="0"/>
              <a:t>2^n-1 </a:t>
            </a:r>
            <a:r>
              <a:rPr lang="zh-CN" altLang="en-US" dirty="0"/>
              <a:t>个触发器</a:t>
            </a:r>
            <a:endParaRPr lang="en-US" altLang="zh-CN" dirty="0"/>
          </a:p>
          <a:p>
            <a:r>
              <a:rPr lang="zh-CN" altLang="en-US" dirty="0"/>
              <a:t>另外每个比较器需要工作在较高的工作电压下，引起功耗较大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488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 </a:t>
            </a:r>
            <a:r>
              <a:rPr lang="en-US" altLang="zh-CN" dirty="0"/>
              <a:t>n </a:t>
            </a:r>
            <a:r>
              <a:rPr lang="zh-CN" altLang="en-US" dirty="0"/>
              <a:t>位转换器，要用到 </a:t>
            </a:r>
            <a:r>
              <a:rPr lang="en-US" altLang="zh-CN" dirty="0"/>
              <a:t>2^n </a:t>
            </a:r>
            <a:r>
              <a:rPr lang="zh-CN" altLang="en-US" dirty="0"/>
              <a:t>个分压电阻、</a:t>
            </a:r>
            <a:r>
              <a:rPr lang="en-US" altLang="zh-CN" dirty="0"/>
              <a:t>2^n-1 </a:t>
            </a:r>
            <a:r>
              <a:rPr lang="zh-CN" altLang="en-US" dirty="0"/>
              <a:t>个比较器、</a:t>
            </a:r>
            <a:r>
              <a:rPr lang="en-US" altLang="zh-CN" dirty="0"/>
              <a:t>2^n-1 </a:t>
            </a:r>
            <a:r>
              <a:rPr lang="zh-CN" altLang="en-US" dirty="0"/>
              <a:t>个触发器</a:t>
            </a:r>
            <a:endParaRPr lang="en-US" altLang="zh-CN" dirty="0"/>
          </a:p>
          <a:p>
            <a:r>
              <a:rPr lang="zh-CN" altLang="en-US" dirty="0"/>
              <a:t>另外每个比较器需要工作在较高的工作电压下，引起功耗较大</a:t>
            </a:r>
            <a:r>
              <a:rPr lang="en-US" altLang="zh-CN" dirty="0"/>
              <a:t>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01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S </a:t>
                </a:r>
                <a:r>
                  <a:rPr lang="zh-CN" altLang="en-US" dirty="0"/>
                  <a:t>从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变为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，给输出寄存器一个下降沿（有效沿）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最长转换时间：</a:t>
                </a:r>
                <a14:m>
                  <m:oMath xmlns:m="http://schemas.openxmlformats.org/officeDocument/2006/math">
                    <m: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  <m:r>
                      <a:rPr lang="en-US" altLang="zh-CN" sz="1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为输出二进制码的，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r>
                  <a:rPr lang="zh-CN" altLang="en-US" dirty="0"/>
                  <a:t> 为时钟脉冲信号的周期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S </a:t>
                </a:r>
                <a:r>
                  <a:rPr lang="zh-CN" altLang="en-US" dirty="0"/>
                  <a:t>从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变为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，给输出寄存器一个下降沿（有效沿）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最长转换时间：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(2^𝑛−1)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∙𝑇_CP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zh-CN" altLang="en-US" dirty="0"/>
                  <a:t>其中，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𝑛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为输出二进制码的，</a:t>
                </a:r>
                <a:r>
                  <a:rPr lang="en-US" altLang="zh-CN" sz="1200" b="0" i="0">
                    <a:solidFill>
                      <a:srgbClr val="0000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𝑇_CP</a:t>
                </a:r>
                <a:r>
                  <a:rPr lang="zh-CN" altLang="en-US" dirty="0"/>
                  <a:t> 为时钟脉冲信号的周期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512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为了提高转换速度，在计数型</a:t>
            </a:r>
            <a:r>
              <a:rPr kumimoji="1" lang="en-US" altLang="zh-CN" dirty="0"/>
              <a:t> ADC </a:t>
            </a:r>
            <a:r>
              <a:rPr kumimoji="1" lang="zh-CN" altLang="en-US" dirty="0"/>
              <a:t>的基础上，产生逐次渐近型 </a:t>
            </a:r>
            <a:r>
              <a:rPr kumimoji="1" lang="en-US" altLang="zh-CN" dirty="0"/>
              <a:t>ADC</a:t>
            </a:r>
          </a:p>
          <a:p>
            <a:pPr eaLnBrk="1" hangingPunct="1"/>
            <a:endParaRPr kumimoji="1" lang="en-US" altLang="zh-CN" dirty="0"/>
          </a:p>
          <a:p>
            <a:pPr eaLnBrk="1" hangingPunct="1"/>
            <a:r>
              <a:rPr kumimoji="1" lang="zh-CN" altLang="en-US" dirty="0"/>
              <a:t>虽然也是反馈比较型</a:t>
            </a:r>
            <a:r>
              <a:rPr kumimoji="1" lang="en-US" altLang="zh-CN" dirty="0"/>
              <a:t> ADC</a:t>
            </a:r>
            <a:r>
              <a:rPr kumimoji="1" lang="zh-CN" altLang="en-US" dirty="0"/>
              <a:t>，但其中的 </a:t>
            </a:r>
            <a:r>
              <a:rPr kumimoji="1" lang="en-US" altLang="zh-CN" dirty="0"/>
              <a:t>DAC </a:t>
            </a:r>
            <a:r>
              <a:rPr kumimoji="1" lang="zh-CN" altLang="en-US" dirty="0"/>
              <a:t>的数字量的给出方式不同</a:t>
            </a:r>
            <a:endParaRPr kumimoji="1" lang="en-US" altLang="zh-CN" dirty="0"/>
          </a:p>
          <a:p>
            <a:pPr eaLnBrk="1" hangingPunct="1"/>
            <a:endParaRPr kumimoji="1" lang="zh-CN" altLang="en-US" dirty="0"/>
          </a:p>
          <a:p>
            <a:pPr eaLnBrk="1" hangingPunct="1"/>
            <a:r>
              <a:rPr lang="zh-CN" altLang="en-US" dirty="0"/>
              <a:t>逐次渐近就如称重物，如 </a:t>
            </a:r>
            <a:r>
              <a:rPr lang="en-US" altLang="zh-CN" dirty="0"/>
              <a:t>13g </a:t>
            </a:r>
            <a:r>
              <a:rPr lang="zh-CN" altLang="en-US" dirty="0"/>
              <a:t>的重物，有砝码 </a:t>
            </a:r>
            <a:r>
              <a:rPr lang="en-US" altLang="zh-CN" dirty="0"/>
              <a:t>8g</a:t>
            </a:r>
            <a:r>
              <a:rPr lang="zh-CN" altLang="en-US" dirty="0"/>
              <a:t>、</a:t>
            </a:r>
            <a:r>
              <a:rPr lang="en-US" altLang="zh-CN" dirty="0"/>
              <a:t>4g</a:t>
            </a:r>
            <a:r>
              <a:rPr lang="zh-CN" altLang="en-US" dirty="0"/>
              <a:t>、</a:t>
            </a:r>
            <a:r>
              <a:rPr lang="en-US" altLang="zh-CN" dirty="0"/>
              <a:t>2g</a:t>
            </a:r>
            <a:r>
              <a:rPr lang="zh-CN" altLang="en-US" dirty="0"/>
              <a:t>、</a:t>
            </a:r>
            <a:r>
              <a:rPr lang="en-US" altLang="zh-CN" dirty="0"/>
              <a:t>1g</a:t>
            </a:r>
          </a:p>
          <a:p>
            <a:pPr eaLnBrk="1" hangingPunct="1"/>
            <a:endParaRPr kumimoji="1" lang="en-US" altLang="zh-CN" dirty="0"/>
          </a:p>
          <a:p>
            <a:pPr eaLnBrk="1" hangingPunct="1"/>
            <a:r>
              <a:rPr kumimoji="1" lang="zh-CN" altLang="en-US" dirty="0"/>
              <a:t>此种类型的</a:t>
            </a:r>
            <a:r>
              <a:rPr kumimoji="1" lang="en-US" altLang="zh-CN" dirty="0"/>
              <a:t> ADC </a:t>
            </a:r>
            <a:r>
              <a:rPr kumimoji="1" lang="zh-CN" altLang="en-US" dirty="0"/>
              <a:t>是最常用的一种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731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828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2B90-86DA-40CB-7C4A-2974D689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47A770-D2F9-6573-E2EE-3F193D766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B357C6-0292-3219-AADF-5D2D61A88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800" u="none" dirty="0">
                <a:latin typeface="Times New Roman" panose="02020603050405020304" pitchFamily="18" charset="0"/>
                <a:ea typeface="楷体_GB2312" pitchFamily="49" charset="-122"/>
              </a:rPr>
              <a:t>双积分型</a:t>
            </a:r>
            <a:r>
              <a:rPr lang="en-US" altLang="zh-CN" sz="800" u="none" dirty="0">
                <a:latin typeface="Times New Roman" panose="02020603050405020304" pitchFamily="18" charset="0"/>
                <a:ea typeface="楷体_GB2312" pitchFamily="49" charset="-122"/>
              </a:rPr>
              <a:t> ADC </a:t>
            </a:r>
            <a:r>
              <a:rPr lang="zh-CN" altLang="en-US" sz="800" u="none" dirty="0">
                <a:latin typeface="Times New Roman" panose="02020603050405020304" pitchFamily="18" charset="0"/>
                <a:ea typeface="楷体_GB2312" pitchFamily="49" charset="-122"/>
              </a:rPr>
              <a:t>的优点：</a:t>
            </a:r>
            <a:endParaRPr lang="zh-CN" altLang="en-US" sz="800" u="sng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kumimoji="1" lang="en-US" altLang="zh-CN" dirty="0"/>
              <a:t>1. </a:t>
            </a:r>
            <a:r>
              <a:rPr kumimoji="1" lang="zh-CN" altLang="en-US" dirty="0"/>
              <a:t>工作性能稳定</a:t>
            </a:r>
            <a:endParaRPr kumimoji="1" lang="en-US" altLang="zh-CN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结果与积分常数 </a:t>
            </a:r>
            <a:r>
              <a:rPr kumimoji="1" lang="en-US" altLang="zh-CN" dirty="0"/>
              <a:t>RC </a:t>
            </a:r>
            <a:r>
              <a:rPr kumimoji="1" lang="zh-CN" altLang="en-US" dirty="0"/>
              <a:t>无关；当选择 </a:t>
            </a:r>
            <a:r>
              <a:rPr kumimoji="1" lang="en-US" altLang="zh-CN" dirty="0"/>
              <a:t>T_1=N</a:t>
            </a:r>
            <a:r>
              <a:rPr kumimoji="1" lang="zh-CN" altLang="en-US" dirty="0"/>
              <a:t>*</a:t>
            </a:r>
            <a:r>
              <a:rPr kumimoji="1" lang="en-US" altLang="zh-CN" dirty="0"/>
              <a:t>T_{CP} </a:t>
            </a:r>
            <a:r>
              <a:rPr kumimoji="1" lang="zh-CN" altLang="en-US" dirty="0"/>
              <a:t>时，结果也与时钟周期无关，因此可以用精度比较低的元器件获得较高精度的双积分型</a:t>
            </a:r>
            <a:r>
              <a:rPr kumimoji="1" lang="en-US" altLang="zh-CN" dirty="0"/>
              <a:t> ADC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2. </a:t>
            </a:r>
            <a:r>
              <a:rPr kumimoji="1" lang="zh-CN" altLang="en-US" dirty="0"/>
              <a:t>抗干扰能力强</a:t>
            </a:r>
          </a:p>
          <a:p>
            <a:pPr marL="457200" lvl="1" indent="0" eaLnBrk="1" hangingPunct="1">
              <a:spcBef>
                <a:spcPct val="50000"/>
              </a:spcBef>
              <a:buNone/>
            </a:pPr>
            <a:r>
              <a:rPr kumimoji="1" lang="zh-CN" altLang="en-US" dirty="0"/>
              <a:t>第一次积分（</a:t>
            </a:r>
            <a:r>
              <a:rPr kumimoji="1" lang="en-US" altLang="zh-CN" dirty="0"/>
              <a:t>T_1 </a:t>
            </a:r>
            <a:r>
              <a:rPr kumimoji="1" lang="zh-CN" altLang="en-US" dirty="0"/>
              <a:t>时段内的积分）采的是输入电压的平均值，因此对平均值为零的工频或工频的倍频具有很强的抗干扰能力</a:t>
            </a:r>
            <a:endParaRPr kumimoji="1" lang="en-US" altLang="zh-CN" dirty="0"/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kumimoji="1" lang="en-US" altLang="zh-CN" dirty="0"/>
          </a:p>
          <a:p>
            <a:pPr eaLnBrk="1" hangingPunct="1">
              <a:spcBef>
                <a:spcPct val="50000"/>
              </a:spcBef>
            </a:pPr>
            <a:r>
              <a:rPr kumimoji="1" lang="zh-CN" altLang="en-US" dirty="0"/>
              <a:t>双积分型</a:t>
            </a:r>
            <a:r>
              <a:rPr kumimoji="1" lang="en-US" altLang="zh-CN" dirty="0"/>
              <a:t> ADC </a:t>
            </a:r>
            <a:r>
              <a:rPr kumimoji="1" lang="zh-CN" altLang="en-US" dirty="0"/>
              <a:t>的缺点：</a:t>
            </a:r>
            <a:endParaRPr kumimoji="1" lang="en-US" altLang="zh-CN" dirty="0"/>
          </a:p>
          <a:p>
            <a:pPr eaLnBrk="1" hangingPunct="1">
              <a:spcBef>
                <a:spcPct val="50000"/>
              </a:spcBef>
            </a:pPr>
            <a:r>
              <a:rPr kumimoji="1" lang="en-US" altLang="zh-CN" dirty="0"/>
              <a:t>1. </a:t>
            </a:r>
            <a:r>
              <a:rPr kumimoji="1" lang="zh-CN" altLang="en-US" dirty="0"/>
              <a:t>工作速度低 </a:t>
            </a:r>
            <a:endParaRPr kumimoji="1" lang="en-US" altLang="zh-CN" dirty="0"/>
          </a:p>
          <a:p>
            <a:pPr lvl="1" eaLnBrk="1" hangingPunct="1">
              <a:spcBef>
                <a:spcPct val="50000"/>
              </a:spcBef>
            </a:pPr>
            <a:r>
              <a:rPr kumimoji="1" lang="zh-CN" altLang="en-US" dirty="0"/>
              <a:t>两次积分导致转换时间较长（典型值 </a:t>
            </a:r>
            <a:r>
              <a:rPr kumimoji="1" lang="en-US" altLang="zh-CN" dirty="0"/>
              <a:t>1-10 </a:t>
            </a:r>
            <a:r>
              <a:rPr kumimoji="1" lang="en-US" altLang="zh-CN" dirty="0" err="1"/>
              <a:t>ms</a:t>
            </a:r>
            <a:r>
              <a:rPr kumimoji="1" lang="zh-CN" altLang="en-US" dirty="0"/>
              <a:t>），因此无法处理连续快速变化的信号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8E0F4-CB05-D1CA-C531-73F41B1B4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02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FF0000"/>
                </a:solidFill>
              </a:rPr>
              <a:t>例如：</a:t>
            </a:r>
            <a:r>
              <a:rPr kumimoji="1" lang="zh-CN" altLang="en-US" dirty="0">
                <a:solidFill>
                  <a:schemeClr val="bg1"/>
                </a:solidFill>
              </a:rPr>
              <a:t>输入模拟电压的变化范围为 </a:t>
            </a:r>
            <a:r>
              <a:rPr kumimoji="1" lang="en-US" altLang="zh-CN" dirty="0">
                <a:solidFill>
                  <a:schemeClr val="bg1"/>
                </a:solidFill>
              </a:rPr>
              <a:t>0</a:t>
            </a:r>
            <a:r>
              <a:rPr kumimoji="1" lang="zh-CN" altLang="en-US" dirty="0">
                <a:solidFill>
                  <a:schemeClr val="bg1"/>
                </a:solidFill>
              </a:rPr>
              <a:t>～</a:t>
            </a:r>
            <a:r>
              <a:rPr kumimoji="1" lang="en-US" altLang="zh-CN" dirty="0">
                <a:solidFill>
                  <a:schemeClr val="bg1"/>
                </a:solidFill>
              </a:rPr>
              <a:t>5 V</a:t>
            </a:r>
            <a:endParaRPr kumimoji="1" lang="zh-CN" altLang="en-US" dirty="0">
              <a:solidFill>
                <a:schemeClr val="bg1"/>
              </a:solidFill>
            </a:endParaRPr>
          </a:p>
          <a:p>
            <a:pPr eaLnBrk="1" hangingPunct="1"/>
            <a:endParaRPr kumimoji="1"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chemeClr val="bg1"/>
                </a:solidFill>
              </a:rPr>
              <a:t>输出 </a:t>
            </a:r>
            <a:r>
              <a:rPr kumimoji="1" lang="en-US" altLang="zh-CN" dirty="0">
                <a:solidFill>
                  <a:schemeClr val="bg1"/>
                </a:solidFill>
              </a:rPr>
              <a:t> 8  </a:t>
            </a:r>
            <a:r>
              <a:rPr kumimoji="1" lang="zh-CN" altLang="en-US" dirty="0">
                <a:solidFill>
                  <a:schemeClr val="bg1"/>
                </a:solidFill>
              </a:rPr>
              <a:t>位二进制数可以分辨的最小输入模拟电压为：</a:t>
            </a:r>
            <a:r>
              <a:rPr kumimoji="1" lang="en-US" altLang="zh-CN" dirty="0">
                <a:solidFill>
                  <a:schemeClr val="bg1"/>
                </a:solidFill>
              </a:rPr>
              <a:t>5/(2^8) ≈ </a:t>
            </a:r>
            <a:r>
              <a:rPr kumimoji="1" lang="en-US" altLang="zh-CN" dirty="0">
                <a:solidFill>
                  <a:srgbClr val="FF0000"/>
                </a:solidFill>
              </a:rPr>
              <a:t>20 mV</a:t>
            </a:r>
            <a:endParaRPr kumimoji="1" lang="zh-CN" altLang="en-US" dirty="0">
              <a:solidFill>
                <a:schemeClr val="bg1"/>
              </a:solidFill>
            </a:endParaRPr>
          </a:p>
          <a:p>
            <a:pPr eaLnBrk="1" hangingPunct="1"/>
            <a:endParaRPr kumimoji="1"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chemeClr val="bg1"/>
                </a:solidFill>
              </a:rPr>
              <a:t>输出 </a:t>
            </a:r>
            <a:r>
              <a:rPr kumimoji="1" lang="en-US" altLang="zh-CN" dirty="0">
                <a:solidFill>
                  <a:schemeClr val="bg1"/>
                </a:solidFill>
              </a:rPr>
              <a:t>12 </a:t>
            </a:r>
            <a:r>
              <a:rPr kumimoji="1" lang="zh-CN" altLang="en-US" dirty="0">
                <a:solidFill>
                  <a:schemeClr val="bg1"/>
                </a:solidFill>
              </a:rPr>
              <a:t>位二进制数可以分辨的最小输入模拟电压为：</a:t>
            </a:r>
            <a:r>
              <a:rPr kumimoji="1" lang="en-US" altLang="zh-CN" dirty="0">
                <a:solidFill>
                  <a:schemeClr val="bg1"/>
                </a:solidFill>
              </a:rPr>
              <a:t>5/(2^12)≈</a:t>
            </a:r>
            <a:r>
              <a:rPr kumimoji="1" lang="en-US" altLang="zh-CN" dirty="0">
                <a:solidFill>
                  <a:srgbClr val="FF0000"/>
                </a:solidFill>
              </a:rPr>
              <a:t>1.22mV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738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47" Type="http://schemas.openxmlformats.org/officeDocument/2006/relationships/image" Target="../media/image81.png"/><Relationship Id="rId50" Type="http://schemas.openxmlformats.org/officeDocument/2006/relationships/image" Target="../media/image84.png"/><Relationship Id="rId55" Type="http://schemas.openxmlformats.org/officeDocument/2006/relationships/image" Target="../media/image8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9" Type="http://schemas.openxmlformats.org/officeDocument/2006/relationships/image" Target="../media/image63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53" Type="http://schemas.openxmlformats.org/officeDocument/2006/relationships/image" Target="../media/image87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52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image" Target="../media/image82.png"/><Relationship Id="rId56" Type="http://schemas.openxmlformats.org/officeDocument/2006/relationships/image" Target="../media/image90.png"/><Relationship Id="rId8" Type="http://schemas.openxmlformats.org/officeDocument/2006/relationships/image" Target="../media/image42.png"/><Relationship Id="rId51" Type="http://schemas.openxmlformats.org/officeDocument/2006/relationships/image" Target="../media/image85.png"/><Relationship Id="rId3" Type="http://schemas.openxmlformats.org/officeDocument/2006/relationships/image" Target="../media/image37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0" Type="http://schemas.openxmlformats.org/officeDocument/2006/relationships/image" Target="../media/image54.png"/><Relationship Id="rId41" Type="http://schemas.openxmlformats.org/officeDocument/2006/relationships/image" Target="../media/image75.png"/><Relationship Id="rId54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49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47" Type="http://schemas.openxmlformats.org/officeDocument/2006/relationships/image" Target="../media/image81.png"/><Relationship Id="rId50" Type="http://schemas.openxmlformats.org/officeDocument/2006/relationships/image" Target="../media/image84.png"/><Relationship Id="rId55" Type="http://schemas.openxmlformats.org/officeDocument/2006/relationships/image" Target="../media/image8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29" Type="http://schemas.openxmlformats.org/officeDocument/2006/relationships/image" Target="../media/image63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91.png"/><Relationship Id="rId53" Type="http://schemas.openxmlformats.org/officeDocument/2006/relationships/image" Target="../media/image87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52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image" Target="../media/image82.png"/><Relationship Id="rId56" Type="http://schemas.openxmlformats.org/officeDocument/2006/relationships/image" Target="../media/image90.png"/><Relationship Id="rId8" Type="http://schemas.openxmlformats.org/officeDocument/2006/relationships/image" Target="../media/image42.png"/><Relationship Id="rId51" Type="http://schemas.openxmlformats.org/officeDocument/2006/relationships/image" Target="../media/image85.png"/><Relationship Id="rId3" Type="http://schemas.openxmlformats.org/officeDocument/2006/relationships/image" Target="../media/image37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0" Type="http://schemas.openxmlformats.org/officeDocument/2006/relationships/image" Target="../media/image54.png"/><Relationship Id="rId41" Type="http://schemas.openxmlformats.org/officeDocument/2006/relationships/image" Target="../media/image75.png"/><Relationship Id="rId54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49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" Type="http://schemas.openxmlformats.org/officeDocument/2006/relationships/image" Target="../media/image93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38" Type="http://schemas.openxmlformats.org/officeDocument/2006/relationships/image" Target="../media/image15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Relationship Id="rId8" Type="http://schemas.openxmlformats.org/officeDocument/2006/relationships/image" Target="../media/image123.png"/><Relationship Id="rId3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56.png"/><Relationship Id="rId42" Type="http://schemas.openxmlformats.org/officeDocument/2006/relationships/image" Target="../media/image159.png"/><Relationship Id="rId47" Type="http://schemas.openxmlformats.org/officeDocument/2006/relationships/image" Target="../media/image164.png"/><Relationship Id="rId50" Type="http://schemas.openxmlformats.org/officeDocument/2006/relationships/image" Target="../media/image167.png"/><Relationship Id="rId55" Type="http://schemas.openxmlformats.org/officeDocument/2006/relationships/image" Target="../media/image172.png"/><Relationship Id="rId63" Type="http://schemas.openxmlformats.org/officeDocument/2006/relationships/image" Target="../media/image180.png"/><Relationship Id="rId68" Type="http://schemas.openxmlformats.org/officeDocument/2006/relationships/image" Target="../media/image185.png"/><Relationship Id="rId38" Type="http://schemas.openxmlformats.org/officeDocument/2006/relationships/image" Target="../media/image155.png"/><Relationship Id="rId46" Type="http://schemas.openxmlformats.org/officeDocument/2006/relationships/image" Target="../media/image163.png"/><Relationship Id="rId59" Type="http://schemas.openxmlformats.org/officeDocument/2006/relationships/image" Target="../media/image176.png"/><Relationship Id="rId67" Type="http://schemas.openxmlformats.org/officeDocument/2006/relationships/image" Target="../media/image184.png"/><Relationship Id="rId2" Type="http://schemas.openxmlformats.org/officeDocument/2006/relationships/notesSlide" Target="../notesSlides/notesSlide7.xml"/><Relationship Id="rId41" Type="http://schemas.openxmlformats.org/officeDocument/2006/relationships/image" Target="../media/image158.png"/><Relationship Id="rId54" Type="http://schemas.openxmlformats.org/officeDocument/2006/relationships/image" Target="../media/image171.png"/><Relationship Id="rId6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54.png"/><Relationship Id="rId40" Type="http://schemas.openxmlformats.org/officeDocument/2006/relationships/image" Target="../media/image157.png"/><Relationship Id="rId45" Type="http://schemas.openxmlformats.org/officeDocument/2006/relationships/image" Target="../media/image162.png"/><Relationship Id="rId53" Type="http://schemas.openxmlformats.org/officeDocument/2006/relationships/image" Target="../media/image170.png"/><Relationship Id="rId58" Type="http://schemas.openxmlformats.org/officeDocument/2006/relationships/image" Target="../media/image175.png"/><Relationship Id="rId66" Type="http://schemas.openxmlformats.org/officeDocument/2006/relationships/image" Target="../media/image183.png"/><Relationship Id="rId36" Type="http://schemas.openxmlformats.org/officeDocument/2006/relationships/image" Target="../media/image187.png"/><Relationship Id="rId49" Type="http://schemas.openxmlformats.org/officeDocument/2006/relationships/image" Target="../media/image166.png"/><Relationship Id="rId57" Type="http://schemas.openxmlformats.org/officeDocument/2006/relationships/image" Target="../media/image174.png"/><Relationship Id="rId61" Type="http://schemas.openxmlformats.org/officeDocument/2006/relationships/image" Target="../media/image178.png"/><Relationship Id="rId44" Type="http://schemas.openxmlformats.org/officeDocument/2006/relationships/image" Target="../media/image161.png"/><Relationship Id="rId52" Type="http://schemas.openxmlformats.org/officeDocument/2006/relationships/image" Target="../media/image169.png"/><Relationship Id="rId60" Type="http://schemas.openxmlformats.org/officeDocument/2006/relationships/image" Target="../media/image177.png"/><Relationship Id="rId65" Type="http://schemas.openxmlformats.org/officeDocument/2006/relationships/image" Target="../media/image182.png"/><Relationship Id="rId35" Type="http://schemas.openxmlformats.org/officeDocument/2006/relationships/image" Target="../media/image186.png"/><Relationship Id="rId43" Type="http://schemas.openxmlformats.org/officeDocument/2006/relationships/image" Target="../media/image160.png"/><Relationship Id="rId48" Type="http://schemas.openxmlformats.org/officeDocument/2006/relationships/image" Target="../media/image165.png"/><Relationship Id="rId56" Type="http://schemas.openxmlformats.org/officeDocument/2006/relationships/image" Target="../media/image173.png"/><Relationship Id="rId64" Type="http://schemas.openxmlformats.org/officeDocument/2006/relationships/image" Target="../media/image181.png"/><Relationship Id="rId51" Type="http://schemas.openxmlformats.org/officeDocument/2006/relationships/image" Target="../media/image1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10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199.png"/><Relationship Id="rId10" Type="http://schemas.openxmlformats.org/officeDocument/2006/relationships/image" Target="../media/image204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5.png"/><Relationship Id="rId21" Type="http://schemas.openxmlformats.org/officeDocument/2006/relationships/image" Target="../media/image230.png"/><Relationship Id="rId42" Type="http://schemas.openxmlformats.org/officeDocument/2006/relationships/image" Target="../media/image251.png"/><Relationship Id="rId47" Type="http://schemas.openxmlformats.org/officeDocument/2006/relationships/image" Target="../media/image256.png"/><Relationship Id="rId63" Type="http://schemas.openxmlformats.org/officeDocument/2006/relationships/image" Target="../media/image272.png"/><Relationship Id="rId68" Type="http://schemas.openxmlformats.org/officeDocument/2006/relationships/image" Target="../media/image27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25.png"/><Relationship Id="rId29" Type="http://schemas.openxmlformats.org/officeDocument/2006/relationships/image" Target="../media/image238.png"/><Relationship Id="rId11" Type="http://schemas.openxmlformats.org/officeDocument/2006/relationships/image" Target="../media/image220.png"/><Relationship Id="rId24" Type="http://schemas.openxmlformats.org/officeDocument/2006/relationships/image" Target="../media/image233.png"/><Relationship Id="rId32" Type="http://schemas.openxmlformats.org/officeDocument/2006/relationships/image" Target="../media/image241.png"/><Relationship Id="rId37" Type="http://schemas.openxmlformats.org/officeDocument/2006/relationships/image" Target="../media/image246.png"/><Relationship Id="rId40" Type="http://schemas.openxmlformats.org/officeDocument/2006/relationships/image" Target="../media/image249.png"/><Relationship Id="rId45" Type="http://schemas.openxmlformats.org/officeDocument/2006/relationships/image" Target="../media/image254.png"/><Relationship Id="rId53" Type="http://schemas.openxmlformats.org/officeDocument/2006/relationships/image" Target="../media/image262.png"/><Relationship Id="rId58" Type="http://schemas.openxmlformats.org/officeDocument/2006/relationships/image" Target="../media/image267.png"/><Relationship Id="rId66" Type="http://schemas.openxmlformats.org/officeDocument/2006/relationships/image" Target="../media/image275.png"/><Relationship Id="rId5" Type="http://schemas.openxmlformats.org/officeDocument/2006/relationships/image" Target="../media/image214.png"/><Relationship Id="rId61" Type="http://schemas.openxmlformats.org/officeDocument/2006/relationships/image" Target="../media/image270.png"/><Relationship Id="rId19" Type="http://schemas.openxmlformats.org/officeDocument/2006/relationships/image" Target="../media/image228.png"/><Relationship Id="rId14" Type="http://schemas.openxmlformats.org/officeDocument/2006/relationships/image" Target="../media/image223.png"/><Relationship Id="rId22" Type="http://schemas.openxmlformats.org/officeDocument/2006/relationships/image" Target="../media/image231.png"/><Relationship Id="rId27" Type="http://schemas.openxmlformats.org/officeDocument/2006/relationships/image" Target="../media/image236.png"/><Relationship Id="rId30" Type="http://schemas.openxmlformats.org/officeDocument/2006/relationships/image" Target="../media/image239.png"/><Relationship Id="rId35" Type="http://schemas.openxmlformats.org/officeDocument/2006/relationships/image" Target="../media/image244.png"/><Relationship Id="rId43" Type="http://schemas.openxmlformats.org/officeDocument/2006/relationships/image" Target="../media/image252.png"/><Relationship Id="rId48" Type="http://schemas.openxmlformats.org/officeDocument/2006/relationships/image" Target="../media/image257.png"/><Relationship Id="rId56" Type="http://schemas.openxmlformats.org/officeDocument/2006/relationships/image" Target="../media/image265.png"/><Relationship Id="rId64" Type="http://schemas.openxmlformats.org/officeDocument/2006/relationships/image" Target="../media/image273.png"/><Relationship Id="rId69" Type="http://schemas.openxmlformats.org/officeDocument/2006/relationships/image" Target="../media/image278.png"/><Relationship Id="rId8" Type="http://schemas.openxmlformats.org/officeDocument/2006/relationships/image" Target="../media/image217.png"/><Relationship Id="rId51" Type="http://schemas.openxmlformats.org/officeDocument/2006/relationships/image" Target="../media/image260.png"/><Relationship Id="rId72" Type="http://schemas.openxmlformats.org/officeDocument/2006/relationships/image" Target="../media/image281.png"/><Relationship Id="rId3" Type="http://schemas.openxmlformats.org/officeDocument/2006/relationships/image" Target="../media/image212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5" Type="http://schemas.openxmlformats.org/officeDocument/2006/relationships/image" Target="../media/image234.png"/><Relationship Id="rId33" Type="http://schemas.openxmlformats.org/officeDocument/2006/relationships/image" Target="../media/image242.png"/><Relationship Id="rId38" Type="http://schemas.openxmlformats.org/officeDocument/2006/relationships/image" Target="../media/image247.png"/><Relationship Id="rId46" Type="http://schemas.openxmlformats.org/officeDocument/2006/relationships/image" Target="../media/image255.png"/><Relationship Id="rId59" Type="http://schemas.openxmlformats.org/officeDocument/2006/relationships/image" Target="../media/image268.png"/><Relationship Id="rId67" Type="http://schemas.openxmlformats.org/officeDocument/2006/relationships/image" Target="../media/image276.png"/><Relationship Id="rId20" Type="http://schemas.openxmlformats.org/officeDocument/2006/relationships/image" Target="../media/image229.png"/><Relationship Id="rId41" Type="http://schemas.openxmlformats.org/officeDocument/2006/relationships/image" Target="../media/image250.png"/><Relationship Id="rId54" Type="http://schemas.openxmlformats.org/officeDocument/2006/relationships/image" Target="../media/image263.png"/><Relationship Id="rId62" Type="http://schemas.openxmlformats.org/officeDocument/2006/relationships/image" Target="../media/image271.png"/><Relationship Id="rId70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5" Type="http://schemas.openxmlformats.org/officeDocument/2006/relationships/image" Target="../media/image224.png"/><Relationship Id="rId23" Type="http://schemas.openxmlformats.org/officeDocument/2006/relationships/image" Target="../media/image232.png"/><Relationship Id="rId28" Type="http://schemas.openxmlformats.org/officeDocument/2006/relationships/image" Target="../media/image237.png"/><Relationship Id="rId36" Type="http://schemas.openxmlformats.org/officeDocument/2006/relationships/image" Target="../media/image245.png"/><Relationship Id="rId49" Type="http://schemas.openxmlformats.org/officeDocument/2006/relationships/image" Target="../media/image258.png"/><Relationship Id="rId57" Type="http://schemas.openxmlformats.org/officeDocument/2006/relationships/image" Target="../media/image266.png"/><Relationship Id="rId10" Type="http://schemas.openxmlformats.org/officeDocument/2006/relationships/image" Target="../media/image219.png"/><Relationship Id="rId31" Type="http://schemas.openxmlformats.org/officeDocument/2006/relationships/image" Target="../media/image240.png"/><Relationship Id="rId44" Type="http://schemas.openxmlformats.org/officeDocument/2006/relationships/image" Target="../media/image253.png"/><Relationship Id="rId52" Type="http://schemas.openxmlformats.org/officeDocument/2006/relationships/image" Target="../media/image261.png"/><Relationship Id="rId60" Type="http://schemas.openxmlformats.org/officeDocument/2006/relationships/image" Target="../media/image269.png"/><Relationship Id="rId65" Type="http://schemas.openxmlformats.org/officeDocument/2006/relationships/image" Target="../media/image274.png"/><Relationship Id="rId73" Type="http://schemas.openxmlformats.org/officeDocument/2006/relationships/image" Target="../media/image282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39" Type="http://schemas.openxmlformats.org/officeDocument/2006/relationships/image" Target="../media/image248.png"/><Relationship Id="rId34" Type="http://schemas.openxmlformats.org/officeDocument/2006/relationships/image" Target="../media/image243.png"/><Relationship Id="rId50" Type="http://schemas.openxmlformats.org/officeDocument/2006/relationships/image" Target="../media/image259.png"/><Relationship Id="rId55" Type="http://schemas.openxmlformats.org/officeDocument/2006/relationships/image" Target="../media/image264.png"/><Relationship Id="rId7" Type="http://schemas.openxmlformats.org/officeDocument/2006/relationships/image" Target="../media/image216.png"/><Relationship Id="rId71" Type="http://schemas.openxmlformats.org/officeDocument/2006/relationships/image" Target="../media/image28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5.png"/><Relationship Id="rId21" Type="http://schemas.openxmlformats.org/officeDocument/2006/relationships/image" Target="../media/image230.png"/><Relationship Id="rId42" Type="http://schemas.openxmlformats.org/officeDocument/2006/relationships/image" Target="../media/image251.png"/><Relationship Id="rId47" Type="http://schemas.openxmlformats.org/officeDocument/2006/relationships/image" Target="../media/image256.png"/><Relationship Id="rId63" Type="http://schemas.openxmlformats.org/officeDocument/2006/relationships/image" Target="../media/image272.png"/><Relationship Id="rId68" Type="http://schemas.openxmlformats.org/officeDocument/2006/relationships/image" Target="../media/image27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25.png"/><Relationship Id="rId29" Type="http://schemas.openxmlformats.org/officeDocument/2006/relationships/image" Target="../media/image238.png"/><Relationship Id="rId11" Type="http://schemas.openxmlformats.org/officeDocument/2006/relationships/image" Target="../media/image220.png"/><Relationship Id="rId24" Type="http://schemas.openxmlformats.org/officeDocument/2006/relationships/image" Target="../media/image233.png"/><Relationship Id="rId32" Type="http://schemas.openxmlformats.org/officeDocument/2006/relationships/image" Target="../media/image241.png"/><Relationship Id="rId37" Type="http://schemas.openxmlformats.org/officeDocument/2006/relationships/image" Target="../media/image246.png"/><Relationship Id="rId40" Type="http://schemas.openxmlformats.org/officeDocument/2006/relationships/image" Target="../media/image249.png"/><Relationship Id="rId45" Type="http://schemas.openxmlformats.org/officeDocument/2006/relationships/image" Target="../media/image254.png"/><Relationship Id="rId53" Type="http://schemas.openxmlformats.org/officeDocument/2006/relationships/image" Target="../media/image262.png"/><Relationship Id="rId58" Type="http://schemas.openxmlformats.org/officeDocument/2006/relationships/image" Target="../media/image267.png"/><Relationship Id="rId66" Type="http://schemas.openxmlformats.org/officeDocument/2006/relationships/image" Target="../media/image275.png"/><Relationship Id="rId5" Type="http://schemas.openxmlformats.org/officeDocument/2006/relationships/image" Target="../media/image214.png"/><Relationship Id="rId61" Type="http://schemas.openxmlformats.org/officeDocument/2006/relationships/image" Target="../media/image270.png"/><Relationship Id="rId19" Type="http://schemas.openxmlformats.org/officeDocument/2006/relationships/image" Target="../media/image228.png"/><Relationship Id="rId14" Type="http://schemas.openxmlformats.org/officeDocument/2006/relationships/image" Target="../media/image223.png"/><Relationship Id="rId22" Type="http://schemas.openxmlformats.org/officeDocument/2006/relationships/image" Target="../media/image231.png"/><Relationship Id="rId27" Type="http://schemas.openxmlformats.org/officeDocument/2006/relationships/image" Target="../media/image236.png"/><Relationship Id="rId30" Type="http://schemas.openxmlformats.org/officeDocument/2006/relationships/image" Target="../media/image239.png"/><Relationship Id="rId35" Type="http://schemas.openxmlformats.org/officeDocument/2006/relationships/image" Target="../media/image244.png"/><Relationship Id="rId43" Type="http://schemas.openxmlformats.org/officeDocument/2006/relationships/image" Target="../media/image252.png"/><Relationship Id="rId48" Type="http://schemas.openxmlformats.org/officeDocument/2006/relationships/image" Target="../media/image257.png"/><Relationship Id="rId56" Type="http://schemas.openxmlformats.org/officeDocument/2006/relationships/image" Target="../media/image265.png"/><Relationship Id="rId64" Type="http://schemas.openxmlformats.org/officeDocument/2006/relationships/image" Target="../media/image273.png"/><Relationship Id="rId69" Type="http://schemas.openxmlformats.org/officeDocument/2006/relationships/image" Target="../media/image278.png"/><Relationship Id="rId8" Type="http://schemas.openxmlformats.org/officeDocument/2006/relationships/image" Target="../media/image217.png"/><Relationship Id="rId51" Type="http://schemas.openxmlformats.org/officeDocument/2006/relationships/image" Target="../media/image260.png"/><Relationship Id="rId72" Type="http://schemas.openxmlformats.org/officeDocument/2006/relationships/image" Target="../media/image281.png"/><Relationship Id="rId3" Type="http://schemas.openxmlformats.org/officeDocument/2006/relationships/image" Target="../media/image212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5" Type="http://schemas.openxmlformats.org/officeDocument/2006/relationships/image" Target="../media/image234.png"/><Relationship Id="rId33" Type="http://schemas.openxmlformats.org/officeDocument/2006/relationships/image" Target="../media/image242.png"/><Relationship Id="rId38" Type="http://schemas.openxmlformats.org/officeDocument/2006/relationships/image" Target="../media/image247.png"/><Relationship Id="rId46" Type="http://schemas.openxmlformats.org/officeDocument/2006/relationships/image" Target="../media/image255.png"/><Relationship Id="rId59" Type="http://schemas.openxmlformats.org/officeDocument/2006/relationships/image" Target="../media/image268.png"/><Relationship Id="rId67" Type="http://schemas.openxmlformats.org/officeDocument/2006/relationships/image" Target="../media/image276.png"/><Relationship Id="rId20" Type="http://schemas.openxmlformats.org/officeDocument/2006/relationships/image" Target="../media/image229.png"/><Relationship Id="rId41" Type="http://schemas.openxmlformats.org/officeDocument/2006/relationships/image" Target="../media/image250.png"/><Relationship Id="rId54" Type="http://schemas.openxmlformats.org/officeDocument/2006/relationships/image" Target="../media/image263.png"/><Relationship Id="rId62" Type="http://schemas.openxmlformats.org/officeDocument/2006/relationships/image" Target="../media/image271.png"/><Relationship Id="rId70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5" Type="http://schemas.openxmlformats.org/officeDocument/2006/relationships/image" Target="../media/image224.png"/><Relationship Id="rId23" Type="http://schemas.openxmlformats.org/officeDocument/2006/relationships/image" Target="../media/image232.png"/><Relationship Id="rId28" Type="http://schemas.openxmlformats.org/officeDocument/2006/relationships/image" Target="../media/image237.png"/><Relationship Id="rId36" Type="http://schemas.openxmlformats.org/officeDocument/2006/relationships/image" Target="../media/image245.png"/><Relationship Id="rId49" Type="http://schemas.openxmlformats.org/officeDocument/2006/relationships/image" Target="../media/image258.png"/><Relationship Id="rId57" Type="http://schemas.openxmlformats.org/officeDocument/2006/relationships/image" Target="../media/image266.png"/><Relationship Id="rId10" Type="http://schemas.openxmlformats.org/officeDocument/2006/relationships/image" Target="../media/image219.png"/><Relationship Id="rId31" Type="http://schemas.openxmlformats.org/officeDocument/2006/relationships/image" Target="../media/image240.png"/><Relationship Id="rId44" Type="http://schemas.openxmlformats.org/officeDocument/2006/relationships/image" Target="../media/image253.png"/><Relationship Id="rId52" Type="http://schemas.openxmlformats.org/officeDocument/2006/relationships/image" Target="../media/image261.png"/><Relationship Id="rId60" Type="http://schemas.openxmlformats.org/officeDocument/2006/relationships/image" Target="../media/image269.png"/><Relationship Id="rId65" Type="http://schemas.openxmlformats.org/officeDocument/2006/relationships/image" Target="../media/image274.png"/><Relationship Id="rId73" Type="http://schemas.openxmlformats.org/officeDocument/2006/relationships/image" Target="../media/image283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39" Type="http://schemas.openxmlformats.org/officeDocument/2006/relationships/image" Target="../media/image248.png"/><Relationship Id="rId34" Type="http://schemas.openxmlformats.org/officeDocument/2006/relationships/image" Target="../media/image243.png"/><Relationship Id="rId50" Type="http://schemas.openxmlformats.org/officeDocument/2006/relationships/image" Target="../media/image259.png"/><Relationship Id="rId55" Type="http://schemas.openxmlformats.org/officeDocument/2006/relationships/image" Target="../media/image264.png"/><Relationship Id="rId7" Type="http://schemas.openxmlformats.org/officeDocument/2006/relationships/image" Target="../media/image216.png"/><Relationship Id="rId71" Type="http://schemas.openxmlformats.org/officeDocument/2006/relationships/image" Target="../media/image28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85.png"/><Relationship Id="rId7" Type="http://schemas.openxmlformats.org/officeDocument/2006/relationships/image" Target="../media/image289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Relationship Id="rId11" Type="http://schemas.openxmlformats.org/officeDocument/2006/relationships/image" Target="../media/image293.png"/><Relationship Id="rId5" Type="http://schemas.openxmlformats.org/officeDocument/2006/relationships/image" Target="../media/image287.png"/><Relationship Id="rId10" Type="http://schemas.openxmlformats.org/officeDocument/2006/relationships/image" Target="../media/image292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image" Target="../media/image294.png"/><Relationship Id="rId7" Type="http://schemas.openxmlformats.org/officeDocument/2006/relationships/image" Target="../media/image298.png"/><Relationship Id="rId12" Type="http://schemas.openxmlformats.org/officeDocument/2006/relationships/image" Target="../media/image30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7.png"/><Relationship Id="rId11" Type="http://schemas.openxmlformats.org/officeDocument/2006/relationships/image" Target="../media/image302.png"/><Relationship Id="rId5" Type="http://schemas.openxmlformats.org/officeDocument/2006/relationships/image" Target="../media/image296.png"/><Relationship Id="rId10" Type="http://schemas.openxmlformats.org/officeDocument/2006/relationships/image" Target="../media/image301.png"/><Relationship Id="rId4" Type="http://schemas.openxmlformats.org/officeDocument/2006/relationships/image" Target="../media/image295.png"/><Relationship Id="rId9" Type="http://schemas.openxmlformats.org/officeDocument/2006/relationships/image" Target="../media/image3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image" Target="../media/image304.png"/><Relationship Id="rId7" Type="http://schemas.openxmlformats.org/officeDocument/2006/relationships/image" Target="../media/image29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7.png"/><Relationship Id="rId11" Type="http://schemas.openxmlformats.org/officeDocument/2006/relationships/image" Target="../media/image306.png"/><Relationship Id="rId5" Type="http://schemas.openxmlformats.org/officeDocument/2006/relationships/image" Target="../media/image296.png"/><Relationship Id="rId10" Type="http://schemas.openxmlformats.org/officeDocument/2006/relationships/image" Target="../media/image305.png"/><Relationship Id="rId4" Type="http://schemas.openxmlformats.org/officeDocument/2006/relationships/image" Target="../media/image295.png"/><Relationship Id="rId9" Type="http://schemas.openxmlformats.org/officeDocument/2006/relationships/image" Target="../media/image30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13" Type="http://schemas.openxmlformats.org/officeDocument/2006/relationships/image" Target="../media/image318.png"/><Relationship Id="rId3" Type="http://schemas.openxmlformats.org/officeDocument/2006/relationships/image" Target="../media/image308.png"/><Relationship Id="rId7" Type="http://schemas.openxmlformats.org/officeDocument/2006/relationships/image" Target="../media/image312.png"/><Relationship Id="rId12" Type="http://schemas.openxmlformats.org/officeDocument/2006/relationships/image" Target="../media/image317.png"/><Relationship Id="rId17" Type="http://schemas.openxmlformats.org/officeDocument/2006/relationships/image" Target="../media/image322.png"/><Relationship Id="rId2" Type="http://schemas.openxmlformats.org/officeDocument/2006/relationships/image" Target="../media/image307.png"/><Relationship Id="rId16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.png"/><Relationship Id="rId11" Type="http://schemas.openxmlformats.org/officeDocument/2006/relationships/image" Target="../media/image316.png"/><Relationship Id="rId5" Type="http://schemas.openxmlformats.org/officeDocument/2006/relationships/image" Target="../media/image310.png"/><Relationship Id="rId15" Type="http://schemas.openxmlformats.org/officeDocument/2006/relationships/image" Target="../media/image320.png"/><Relationship Id="rId10" Type="http://schemas.openxmlformats.org/officeDocument/2006/relationships/image" Target="../media/image315.png"/><Relationship Id="rId4" Type="http://schemas.openxmlformats.org/officeDocument/2006/relationships/image" Target="../media/image309.png"/><Relationship Id="rId9" Type="http://schemas.openxmlformats.org/officeDocument/2006/relationships/image" Target="../media/image314.png"/><Relationship Id="rId14" Type="http://schemas.openxmlformats.org/officeDocument/2006/relationships/image" Target="../media/image3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13" Type="http://schemas.openxmlformats.org/officeDocument/2006/relationships/image" Target="../media/image334.png"/><Relationship Id="rId18" Type="http://schemas.openxmlformats.org/officeDocument/2006/relationships/image" Target="../media/image339.png"/><Relationship Id="rId3" Type="http://schemas.openxmlformats.org/officeDocument/2006/relationships/image" Target="../media/image324.png"/><Relationship Id="rId7" Type="http://schemas.openxmlformats.org/officeDocument/2006/relationships/image" Target="../media/image328.png"/><Relationship Id="rId12" Type="http://schemas.openxmlformats.org/officeDocument/2006/relationships/image" Target="../media/image333.png"/><Relationship Id="rId17" Type="http://schemas.openxmlformats.org/officeDocument/2006/relationships/image" Target="../media/image338.png"/><Relationship Id="rId2" Type="http://schemas.openxmlformats.org/officeDocument/2006/relationships/image" Target="../media/image323.png"/><Relationship Id="rId16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.png"/><Relationship Id="rId11" Type="http://schemas.openxmlformats.org/officeDocument/2006/relationships/image" Target="../media/image332.png"/><Relationship Id="rId5" Type="http://schemas.openxmlformats.org/officeDocument/2006/relationships/image" Target="../media/image326.png"/><Relationship Id="rId15" Type="http://schemas.openxmlformats.org/officeDocument/2006/relationships/image" Target="../media/image336.png"/><Relationship Id="rId10" Type="http://schemas.openxmlformats.org/officeDocument/2006/relationships/image" Target="../media/image331.png"/><Relationship Id="rId4" Type="http://schemas.openxmlformats.org/officeDocument/2006/relationships/image" Target="../media/image325.png"/><Relationship Id="rId9" Type="http://schemas.openxmlformats.org/officeDocument/2006/relationships/image" Target="../media/image330.png"/><Relationship Id="rId14" Type="http://schemas.openxmlformats.org/officeDocument/2006/relationships/image" Target="../media/image3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3.png"/><Relationship Id="rId18" Type="http://schemas.openxmlformats.org/officeDocument/2006/relationships/image" Target="../media/image338.png"/><Relationship Id="rId3" Type="http://schemas.openxmlformats.org/officeDocument/2006/relationships/image" Target="../media/image341.png"/><Relationship Id="rId7" Type="http://schemas.openxmlformats.org/officeDocument/2006/relationships/image" Target="../media/image327.png"/><Relationship Id="rId12" Type="http://schemas.openxmlformats.org/officeDocument/2006/relationships/image" Target="../media/image332.png"/><Relationship Id="rId17" Type="http://schemas.openxmlformats.org/officeDocument/2006/relationships/image" Target="../media/image337.png"/><Relationship Id="rId2" Type="http://schemas.openxmlformats.org/officeDocument/2006/relationships/image" Target="../media/image340.png"/><Relationship Id="rId16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11" Type="http://schemas.openxmlformats.org/officeDocument/2006/relationships/image" Target="../media/image331.png"/><Relationship Id="rId5" Type="http://schemas.openxmlformats.org/officeDocument/2006/relationships/image" Target="../media/image325.png"/><Relationship Id="rId15" Type="http://schemas.openxmlformats.org/officeDocument/2006/relationships/image" Target="../media/image335.png"/><Relationship Id="rId10" Type="http://schemas.openxmlformats.org/officeDocument/2006/relationships/image" Target="../media/image330.png"/><Relationship Id="rId19" Type="http://schemas.openxmlformats.org/officeDocument/2006/relationships/image" Target="../media/image339.png"/><Relationship Id="rId4" Type="http://schemas.openxmlformats.org/officeDocument/2006/relationships/image" Target="../media/image342.png"/><Relationship Id="rId9" Type="http://schemas.openxmlformats.org/officeDocument/2006/relationships/image" Target="../media/image329.png"/><Relationship Id="rId14" Type="http://schemas.openxmlformats.org/officeDocument/2006/relationships/image" Target="../media/image3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13" Type="http://schemas.openxmlformats.org/officeDocument/2006/relationships/image" Target="../media/image334.png"/><Relationship Id="rId18" Type="http://schemas.openxmlformats.org/officeDocument/2006/relationships/image" Target="../media/image339.png"/><Relationship Id="rId3" Type="http://schemas.openxmlformats.org/officeDocument/2006/relationships/image" Target="../media/image343.png"/><Relationship Id="rId7" Type="http://schemas.openxmlformats.org/officeDocument/2006/relationships/image" Target="../media/image328.png"/><Relationship Id="rId12" Type="http://schemas.openxmlformats.org/officeDocument/2006/relationships/image" Target="../media/image333.png"/><Relationship Id="rId17" Type="http://schemas.openxmlformats.org/officeDocument/2006/relationships/image" Target="../media/image33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.png"/><Relationship Id="rId11" Type="http://schemas.openxmlformats.org/officeDocument/2006/relationships/image" Target="../media/image332.png"/><Relationship Id="rId5" Type="http://schemas.openxmlformats.org/officeDocument/2006/relationships/image" Target="../media/image326.png"/><Relationship Id="rId15" Type="http://schemas.openxmlformats.org/officeDocument/2006/relationships/image" Target="../media/image336.png"/><Relationship Id="rId10" Type="http://schemas.openxmlformats.org/officeDocument/2006/relationships/image" Target="../media/image331.png"/><Relationship Id="rId4" Type="http://schemas.openxmlformats.org/officeDocument/2006/relationships/image" Target="../media/image325.png"/><Relationship Id="rId9" Type="http://schemas.openxmlformats.org/officeDocument/2006/relationships/image" Target="../media/image330.png"/><Relationship Id="rId14" Type="http://schemas.openxmlformats.org/officeDocument/2006/relationships/image" Target="../media/image33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0.png"/><Relationship Id="rId13" Type="http://schemas.openxmlformats.org/officeDocument/2006/relationships/image" Target="../media/image3340.png"/><Relationship Id="rId26" Type="http://schemas.openxmlformats.org/officeDocument/2006/relationships/image" Target="../media/image347.png"/><Relationship Id="rId3" Type="http://schemas.openxmlformats.org/officeDocument/2006/relationships/image" Target="../media/image3240.png"/><Relationship Id="rId21" Type="http://schemas.openxmlformats.org/officeDocument/2006/relationships/image" Target="../media/image339.png"/><Relationship Id="rId7" Type="http://schemas.openxmlformats.org/officeDocument/2006/relationships/image" Target="../media/image3280.png"/><Relationship Id="rId12" Type="http://schemas.openxmlformats.org/officeDocument/2006/relationships/image" Target="../media/image3330.png"/><Relationship Id="rId17" Type="http://schemas.openxmlformats.org/officeDocument/2006/relationships/image" Target="../media/image3380.png"/><Relationship Id="rId25" Type="http://schemas.openxmlformats.org/officeDocument/2006/relationships/image" Target="../media/image34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370.png"/><Relationship Id="rId20" Type="http://schemas.openxmlformats.org/officeDocument/2006/relationships/image" Target="../media/image3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0.png"/><Relationship Id="rId24" Type="http://schemas.openxmlformats.org/officeDocument/2006/relationships/image" Target="../media/image345.png"/><Relationship Id="rId5" Type="http://schemas.openxmlformats.org/officeDocument/2006/relationships/image" Target="../media/image3260.png"/><Relationship Id="rId15" Type="http://schemas.openxmlformats.org/officeDocument/2006/relationships/image" Target="../media/image3360.png"/><Relationship Id="rId23" Type="http://schemas.openxmlformats.org/officeDocument/2006/relationships/image" Target="../media/image344.png"/><Relationship Id="rId10" Type="http://schemas.openxmlformats.org/officeDocument/2006/relationships/image" Target="../media/image3310.png"/><Relationship Id="rId19" Type="http://schemas.openxmlformats.org/officeDocument/2006/relationships/image" Target="../media/image3400.png"/><Relationship Id="rId4" Type="http://schemas.openxmlformats.org/officeDocument/2006/relationships/image" Target="../media/image3250.png"/><Relationship Id="rId9" Type="http://schemas.openxmlformats.org/officeDocument/2006/relationships/image" Target="../media/image3300.png"/><Relationship Id="rId14" Type="http://schemas.openxmlformats.org/officeDocument/2006/relationships/image" Target="../media/image3350.png"/><Relationship Id="rId22" Type="http://schemas.openxmlformats.org/officeDocument/2006/relationships/image" Target="../media/image3430.png"/><Relationship Id="rId27" Type="http://schemas.openxmlformats.org/officeDocument/2006/relationships/image" Target="../media/image3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数模与模数转换器</a:t>
            </a:r>
            <a:endParaRPr lang="en-US" altLang="zh-CN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3756617" y="5040000"/>
            <a:ext cx="46787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P402 – 437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50FB66A-3771-66BC-722B-E3FF571B488E}"/>
              </a:ext>
            </a:extLst>
          </p:cNvPr>
          <p:cNvSpPr txBox="1"/>
          <p:nvPr/>
        </p:nvSpPr>
        <p:spPr>
          <a:xfrm>
            <a:off x="1296000" y="1296000"/>
            <a:ext cx="8828388" cy="3156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数模和模数转换器概述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数模转换器（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模数转换器（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的主要参数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DF58175-BB65-6BF9-C225-AAA6FBC7FD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数模和模数转换器概述</a:t>
            </a:r>
            <a:endParaRPr lang="en-US" altLang="zh-CN" sz="3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EBAC9DF-9453-17EB-876B-8BEF108CB2D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03A92A3-C908-3B34-AD0D-8C8C4BA8178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A33BB666-8C23-6893-5519-52FFD0A0266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BFB36078-9133-35DD-E260-70C8A42645E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87955F5F-BE71-EB2B-AC99-D7821D97226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1D1C67C-31BF-EFCF-EA28-852EDEADB1FE}"/>
              </a:ext>
            </a:extLst>
          </p:cNvPr>
          <p:cNvSpPr txBox="1"/>
          <p:nvPr/>
        </p:nvSpPr>
        <p:spPr>
          <a:xfrm>
            <a:off x="359993" y="828000"/>
            <a:ext cx="10800000" cy="280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数模和模数转换器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数模转换器（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Digital to Analog Converter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能够将数字信号转换成模拟信号的电路，简称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D/A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转换器或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Analog to Digital Converter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能够将模拟信号转换成数字信号的电路，简称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A/D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转换器或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7DD8C-698E-8887-0A38-940814F018FE}"/>
              </a:ext>
            </a:extLst>
          </p:cNvPr>
          <p:cNvSpPr/>
          <p:nvPr/>
        </p:nvSpPr>
        <p:spPr>
          <a:xfrm>
            <a:off x="828000" y="4536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EA2BC6-3B16-D70B-8DE4-04A73441A57F}"/>
              </a:ext>
            </a:extLst>
          </p:cNvPr>
          <p:cNvSpPr/>
          <p:nvPr/>
        </p:nvSpPr>
        <p:spPr>
          <a:xfrm>
            <a:off x="2628000" y="4536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D99F9B-2BDF-A852-3E47-BB63AF9A3037}"/>
              </a:ext>
            </a:extLst>
          </p:cNvPr>
          <p:cNvSpPr/>
          <p:nvPr/>
        </p:nvSpPr>
        <p:spPr>
          <a:xfrm>
            <a:off x="4428000" y="4536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3A1118-DCDD-90E8-7A41-3CC1B5CE9454}"/>
              </a:ext>
            </a:extLst>
          </p:cNvPr>
          <p:cNvSpPr/>
          <p:nvPr/>
        </p:nvSpPr>
        <p:spPr>
          <a:xfrm>
            <a:off x="6228000" y="4536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4423A2-F349-8FDA-4350-C917F43D0B1D}"/>
              </a:ext>
            </a:extLst>
          </p:cNvPr>
          <p:cNvSpPr/>
          <p:nvPr/>
        </p:nvSpPr>
        <p:spPr>
          <a:xfrm>
            <a:off x="8028000" y="4536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7E5D0B-357A-C0EA-5C6F-658D34A07495}"/>
              </a:ext>
            </a:extLst>
          </p:cNvPr>
          <p:cNvSpPr/>
          <p:nvPr/>
        </p:nvSpPr>
        <p:spPr>
          <a:xfrm>
            <a:off x="9828000" y="4536000"/>
            <a:ext cx="1548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执行元件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A96E11-CB18-BFC9-D193-F471D350D4BB}"/>
              </a:ext>
            </a:extLst>
          </p:cNvPr>
          <p:cNvSpPr/>
          <p:nvPr/>
        </p:nvSpPr>
        <p:spPr>
          <a:xfrm>
            <a:off x="6120000" y="5616000"/>
            <a:ext cx="1548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控制对象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C8395AD-838F-AE71-0A18-4EFA9EA2A046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2088000" y="4824000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F32D11B-3E26-388E-B403-8FD666DAAE2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888000" y="4824000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EE131C6-F345-FDED-601F-FF11F04E8B3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688000" y="4824000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DECB97D-E422-AF0A-2FD7-0BB05E88FA3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488000" y="4824000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7D59A8C-3654-F911-7832-F2FEF7D858F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9288000" y="4824000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CB3ABF1D-F74C-51F2-09A1-5CF5CB20C3E4}"/>
              </a:ext>
            </a:extLst>
          </p:cNvPr>
          <p:cNvCxnSpPr>
            <a:cxnSpLocks/>
            <a:stCxn id="14" idx="2"/>
            <a:endCxn id="15" idx="3"/>
          </p:cNvCxnSpPr>
          <p:nvPr/>
        </p:nvCxnSpPr>
        <p:spPr>
          <a:xfrm rot="5400000">
            <a:off x="8739000" y="4041000"/>
            <a:ext cx="792000" cy="2934000"/>
          </a:xfrm>
          <a:prstGeom prst="bentConnector2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FCA3091A-0CE5-500C-A939-25F4F12C2E07}"/>
              </a:ext>
            </a:extLst>
          </p:cNvPr>
          <p:cNvCxnSpPr>
            <a:cxnSpLocks/>
            <a:stCxn id="15" idx="1"/>
            <a:endCxn id="3" idx="2"/>
          </p:cNvCxnSpPr>
          <p:nvPr/>
        </p:nvCxnSpPr>
        <p:spPr>
          <a:xfrm rot="10800000">
            <a:off x="1458000" y="5112000"/>
            <a:ext cx="4662000" cy="792000"/>
          </a:xfrm>
          <a:prstGeom prst="bentConnector2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03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7E30E-9C50-45B9-5384-CA58043D73B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48ED86-8D44-6511-366B-1A41E669FBD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906A8C-971D-893F-3644-FE0776FD975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AE835AF3-3B7F-1592-E11E-34D9AE38E91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4CBE6A8-4FFB-2731-1B47-3D0684DE5BE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E5C2D1A2-CF78-D0B4-D659-642F8C6EAD2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D27C115-3E9D-651D-354E-012721B8FF6D}"/>
              </a:ext>
            </a:extLst>
          </p:cNvPr>
          <p:cNvSpPr txBox="1"/>
          <p:nvPr/>
        </p:nvSpPr>
        <p:spPr>
          <a:xfrm>
            <a:off x="359993" y="828000"/>
            <a:ext cx="10735355" cy="1676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数模转换器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基本思想：将数字量的每一数位，按其权值的大小转换成相应的模拟量，然后将这些模拟量相加，得与该数字量成比例的模拟量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EC004-8313-4113-1D36-88ECEE4AA756}"/>
              </a:ext>
            </a:extLst>
          </p:cNvPr>
          <p:cNvSpPr/>
          <p:nvPr/>
        </p:nvSpPr>
        <p:spPr>
          <a:xfrm>
            <a:off x="3780000" y="3060000"/>
            <a:ext cx="1260000" cy="57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56779E-D7E4-BC7A-5683-CFBE67CAB48A}"/>
                  </a:ext>
                </a:extLst>
              </p:cNvPr>
              <p:cNvSpPr txBox="1"/>
              <p:nvPr/>
            </p:nvSpPr>
            <p:spPr>
              <a:xfrm>
                <a:off x="2340000" y="3060000"/>
                <a:ext cx="576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56779E-D7E4-BC7A-5683-CFBE67CAB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000" y="3060000"/>
                <a:ext cx="576000" cy="57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FCC82AB-F935-0204-9125-60BAD85EF67C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2916000" y="3348000"/>
            <a:ext cx="864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173BA92-95D3-6499-4BB6-7B93E3E7F288}"/>
                  </a:ext>
                </a:extLst>
              </p:cNvPr>
              <p:cNvSpPr txBox="1"/>
              <p:nvPr/>
            </p:nvSpPr>
            <p:spPr>
              <a:xfrm>
                <a:off x="5904000" y="3060000"/>
                <a:ext cx="576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173BA92-95D3-6499-4BB6-7B93E3E7F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000" y="3060000"/>
                <a:ext cx="576000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213E955-0BB4-A5C9-9F80-66E661DD8893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5040000" y="3348000"/>
            <a:ext cx="864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92267C5-061D-1763-57A2-EF0486384E7D}"/>
              </a:ext>
            </a:extLst>
          </p:cNvPr>
          <p:cNvSpPr txBox="1"/>
          <p:nvPr/>
        </p:nvSpPr>
        <p:spPr>
          <a:xfrm>
            <a:off x="1800000" y="3671999"/>
            <a:ext cx="16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（数字量）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A63EFF-16E1-447B-6A23-DDFA066E4B99}"/>
              </a:ext>
            </a:extLst>
          </p:cNvPr>
          <p:cNvSpPr txBox="1"/>
          <p:nvPr/>
        </p:nvSpPr>
        <p:spPr>
          <a:xfrm>
            <a:off x="5364000" y="3672000"/>
            <a:ext cx="165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（模拟量）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2AAE4C2-A16F-CEF0-9FB1-4228BAD4A432}"/>
                  </a:ext>
                </a:extLst>
              </p:cNvPr>
              <p:cNvSpPr txBox="1"/>
              <p:nvPr/>
            </p:nvSpPr>
            <p:spPr>
              <a:xfrm>
                <a:off x="7370945" y="3060000"/>
                <a:ext cx="27155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K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2AAE4C2-A16F-CEF0-9FB1-4228BAD4A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945" y="3060000"/>
                <a:ext cx="27155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A6071F92-24AB-7C31-C926-D01CB7A4E86D}"/>
              </a:ext>
            </a:extLst>
          </p:cNvPr>
          <p:cNvSpPr txBox="1"/>
          <p:nvPr/>
        </p:nvSpPr>
        <p:spPr>
          <a:xfrm>
            <a:off x="360000" y="4320000"/>
            <a:ext cx="9858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数字量可以并行或串行输入，模拟量通常为电压或电流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297A7C-4982-B6A0-8640-E862E3B5A20B}"/>
              </a:ext>
            </a:extLst>
          </p:cNvPr>
          <p:cNvSpPr txBox="1"/>
          <p:nvPr/>
        </p:nvSpPr>
        <p:spPr>
          <a:xfrm>
            <a:off x="359993" y="5040000"/>
            <a:ext cx="756000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 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 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基本权电阻网络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、倒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形电阻网络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</a:p>
        </p:txBody>
      </p:sp>
    </p:spTree>
    <p:extLst>
      <p:ext uri="{BB962C8B-B14F-4D97-AF65-F5344CB8AC3E}">
        <p14:creationId xmlns:p14="http://schemas.microsoft.com/office/powerpoint/2010/main" val="211224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A577-2BEB-AC37-894D-93BDACB4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ECA06-7C00-24E8-5832-2C195B80192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权电阻网络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E1C298-7B52-FC4F-21D3-4DD52A6B0F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FCBC55C-DBBE-488B-7925-FFB4D75C7B3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45D77822-9C5E-F672-83D3-784EB9683A3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D2A46B7-1FF8-EF6C-043E-CE445EF50B4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9A955F80-B486-3BCD-F234-2C5B6F16257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1D19B6B-A0E0-70C4-955B-1E1E605D3667}"/>
              </a:ext>
            </a:extLst>
          </p:cNvPr>
          <p:cNvSpPr txBox="1"/>
          <p:nvPr/>
        </p:nvSpPr>
        <p:spPr>
          <a:xfrm>
            <a:off x="359994" y="828000"/>
            <a:ext cx="396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权电阻网络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0C67D70-5306-EC50-0D43-29FD0E2D179E}"/>
              </a:ext>
            </a:extLst>
          </p:cNvPr>
          <p:cNvGrpSpPr/>
          <p:nvPr/>
        </p:nvGrpSpPr>
        <p:grpSpPr>
          <a:xfrm>
            <a:off x="720000" y="1548000"/>
            <a:ext cx="10332000" cy="5183338"/>
            <a:chOff x="1260000" y="1152000"/>
            <a:chExt cx="10332000" cy="5183338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CC8CBB6-F0DE-36FF-86F6-52B79BBA6EE7}"/>
                </a:ext>
              </a:extLst>
            </p:cNvPr>
            <p:cNvCxnSpPr>
              <a:cxnSpLocks/>
            </p:cNvCxnSpPr>
            <p:nvPr/>
          </p:nvCxnSpPr>
          <p:spPr>
            <a:xfrm>
              <a:off x="3924000" y="3905338"/>
              <a:ext cx="547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ACBBE6FC-8DE3-EC55-215B-286CFF414893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745338"/>
              <a:ext cx="0" cy="21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9DCC2970-41C2-A913-BF55-9F20C9539847}"/>
                </a:ext>
              </a:extLst>
            </p:cNvPr>
            <p:cNvSpPr/>
            <p:nvPr/>
          </p:nvSpPr>
          <p:spPr>
            <a:xfrm>
              <a:off x="7974000" y="385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F3FCAF69-6B38-EA5B-38E5-C3EC7B3F75CA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00" y="3185338"/>
              <a:ext cx="349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B0EC867D-B44D-AA32-4E2A-FCC1BAFA96DC}"/>
                </a:ext>
              </a:extLst>
            </p:cNvPr>
            <p:cNvCxnSpPr>
              <a:cxnSpLocks/>
            </p:cNvCxnSpPr>
            <p:nvPr/>
          </p:nvCxnSpPr>
          <p:spPr>
            <a:xfrm>
              <a:off x="5148000" y="2465338"/>
              <a:ext cx="28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76624995-0F9C-66C8-09BE-39F3C659AB76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0" y="1745338"/>
              <a:ext cx="22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5E0BCBD5-C94F-AF72-AC51-587496084774}"/>
                </a:ext>
              </a:extLst>
            </p:cNvPr>
            <p:cNvSpPr/>
            <p:nvPr/>
          </p:nvSpPr>
          <p:spPr>
            <a:xfrm>
              <a:off x="7974000" y="313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C25031DA-2D23-B6D3-6F17-9FEA34FF60C6}"/>
                </a:ext>
              </a:extLst>
            </p:cNvPr>
            <p:cNvSpPr/>
            <p:nvPr/>
          </p:nvSpPr>
          <p:spPr>
            <a:xfrm>
              <a:off x="7974000" y="241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A150926E-0D7F-8B4A-8076-4E994C863485}"/>
                </a:ext>
              </a:extLst>
            </p:cNvPr>
            <p:cNvSpPr/>
            <p:nvPr/>
          </p:nvSpPr>
          <p:spPr>
            <a:xfrm>
              <a:off x="5184000" y="1673338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D3D8934-5AD4-AB49-7CA0-BCBE92350B3E}"/>
                </a:ext>
              </a:extLst>
            </p:cNvPr>
            <p:cNvCxnSpPr>
              <a:cxnSpLocks/>
              <a:stCxn id="106" idx="6"/>
            </p:cNvCxnSpPr>
            <p:nvPr/>
          </p:nvCxnSpPr>
          <p:spPr>
            <a:xfrm flipV="1">
              <a:off x="5328000" y="1565339"/>
              <a:ext cx="431994" cy="179999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B5FE23A0-791B-32F7-2C37-106A39AFBA64}"/>
                </a:ext>
              </a:extLst>
            </p:cNvPr>
            <p:cNvCxnSpPr>
              <a:cxnSpLocks/>
            </p:cNvCxnSpPr>
            <p:nvPr/>
          </p:nvCxnSpPr>
          <p:spPr>
            <a:xfrm>
              <a:off x="5543999" y="1655338"/>
              <a:ext cx="0" cy="306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0A811463-19B7-6149-5006-DBE7664940B9}"/>
                </a:ext>
              </a:extLst>
            </p:cNvPr>
            <p:cNvCxnSpPr>
              <a:cxnSpLocks/>
            </p:cNvCxnSpPr>
            <p:nvPr/>
          </p:nvCxnSpPr>
          <p:spPr>
            <a:xfrm>
              <a:off x="4931999" y="2375337"/>
              <a:ext cx="0" cy="23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74856885-C69A-8BEE-7D1A-EA6D388D618C}"/>
                </a:ext>
              </a:extLst>
            </p:cNvPr>
            <p:cNvSpPr/>
            <p:nvPr/>
          </p:nvSpPr>
          <p:spPr>
            <a:xfrm>
              <a:off x="4572000" y="2393337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2C82BF6E-73C8-75B2-7822-A8067007340D}"/>
                </a:ext>
              </a:extLst>
            </p:cNvPr>
            <p:cNvCxnSpPr>
              <a:cxnSpLocks/>
              <a:stCxn id="165" idx="6"/>
            </p:cNvCxnSpPr>
            <p:nvPr/>
          </p:nvCxnSpPr>
          <p:spPr>
            <a:xfrm flipV="1">
              <a:off x="4716000" y="2285338"/>
              <a:ext cx="431994" cy="179999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A6EB53EC-D3F3-5ACC-10A1-17EF0C30D877}"/>
                </a:ext>
              </a:extLst>
            </p:cNvPr>
            <p:cNvCxnSpPr>
              <a:cxnSpLocks/>
            </p:cNvCxnSpPr>
            <p:nvPr/>
          </p:nvCxnSpPr>
          <p:spPr>
            <a:xfrm>
              <a:off x="4319999" y="3095337"/>
              <a:ext cx="0" cy="162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F4D41F8B-DE0A-1EC7-5258-9EF6A8184FB9}"/>
                </a:ext>
              </a:extLst>
            </p:cNvPr>
            <p:cNvSpPr/>
            <p:nvPr/>
          </p:nvSpPr>
          <p:spPr>
            <a:xfrm>
              <a:off x="3960000" y="3113337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292A1DCE-2510-9E64-27D2-B07200C638E7}"/>
                </a:ext>
              </a:extLst>
            </p:cNvPr>
            <p:cNvCxnSpPr>
              <a:cxnSpLocks/>
              <a:stCxn id="175" idx="6"/>
            </p:cNvCxnSpPr>
            <p:nvPr/>
          </p:nvCxnSpPr>
          <p:spPr>
            <a:xfrm flipV="1">
              <a:off x="4104000" y="3005338"/>
              <a:ext cx="431994" cy="179999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44657363-D116-0270-175D-5F410AB5AFCA}"/>
                </a:ext>
              </a:extLst>
            </p:cNvPr>
            <p:cNvCxnSpPr>
              <a:cxnSpLocks/>
            </p:cNvCxnSpPr>
            <p:nvPr/>
          </p:nvCxnSpPr>
          <p:spPr>
            <a:xfrm>
              <a:off x="3708000" y="3815337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FA82C8C6-3C54-C4E6-88D0-E5FD6428E7F3}"/>
                </a:ext>
              </a:extLst>
            </p:cNvPr>
            <p:cNvSpPr/>
            <p:nvPr/>
          </p:nvSpPr>
          <p:spPr>
            <a:xfrm>
              <a:off x="3348000" y="3833337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DD8EE71D-47BB-D40A-626B-8C4B9D1036C5}"/>
                </a:ext>
              </a:extLst>
            </p:cNvPr>
            <p:cNvCxnSpPr>
              <a:cxnSpLocks/>
              <a:stCxn id="184" idx="6"/>
            </p:cNvCxnSpPr>
            <p:nvPr/>
          </p:nvCxnSpPr>
          <p:spPr>
            <a:xfrm flipV="1">
              <a:off x="3492000" y="3725338"/>
              <a:ext cx="431994" cy="179999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099FBA4C-8B95-B721-71E7-09FA0146F62E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>
              <a:off x="2232000" y="1745338"/>
              <a:ext cx="29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997AEB3E-6A9D-6951-EC35-8350FDACF965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465338"/>
              <a:ext cx="241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370D6E18-C46B-06DD-3212-B100F2BF7A38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3185337"/>
              <a:ext cx="176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EA17C67A-870C-C323-2043-27C624BFEE6C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3905337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434A3D51-0FB2-DBA2-872C-72E180A7AA3C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1745338"/>
              <a:ext cx="0" cy="39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E9A6D84C-3DEF-DA36-8011-EB17A37F7EB3}"/>
                </a:ext>
              </a:extLst>
            </p:cNvPr>
            <p:cNvSpPr/>
            <p:nvPr/>
          </p:nvSpPr>
          <p:spPr>
            <a:xfrm>
              <a:off x="2178000" y="385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DBD3CDAF-E9C8-FE1A-48DE-EC4BDB4E8607}"/>
                </a:ext>
              </a:extLst>
            </p:cNvPr>
            <p:cNvSpPr/>
            <p:nvPr/>
          </p:nvSpPr>
          <p:spPr>
            <a:xfrm>
              <a:off x="2178000" y="313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7D25CBC2-5251-58F4-7345-D1A46A718B5D}"/>
                </a:ext>
              </a:extLst>
            </p:cNvPr>
            <p:cNvSpPr/>
            <p:nvPr/>
          </p:nvSpPr>
          <p:spPr>
            <a:xfrm>
              <a:off x="2178000" y="241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996F5944-4329-7296-5118-E6B28D1B151B}"/>
                </a:ext>
              </a:extLst>
            </p:cNvPr>
            <p:cNvCxnSpPr>
              <a:cxnSpLocks/>
            </p:cNvCxnSpPr>
            <p:nvPr/>
          </p:nvCxnSpPr>
          <p:spPr>
            <a:xfrm>
              <a:off x="2016000" y="5723338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347E7418-AC18-C84A-3286-2B374D5D7FE3}"/>
                </a:ext>
              </a:extLst>
            </p:cNvPr>
            <p:cNvSpPr/>
            <p:nvPr/>
          </p:nvSpPr>
          <p:spPr>
            <a:xfrm>
              <a:off x="1944000" y="4535338"/>
              <a:ext cx="576000" cy="576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AFA1D1DE-5CE7-927A-CDA6-BEA077B33BF7}"/>
                    </a:ext>
                  </a:extLst>
                </p:cNvPr>
                <p:cNvSpPr txBox="1"/>
                <p:nvPr/>
              </p:nvSpPr>
              <p:spPr>
                <a:xfrm>
                  <a:off x="1260000" y="4175338"/>
                  <a:ext cx="682046" cy="13388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/>
                </a:p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en-US" altLang="zh-CN" sz="2400" dirty="0"/>
                </a:p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400" dirty="0"/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AFA1D1DE-5CE7-927A-CDA6-BEA077B33B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000" y="4175338"/>
                  <a:ext cx="682046" cy="133882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CD2DC2E3-2852-88CB-7E5D-58A9099A58A2}"/>
                    </a:ext>
                  </a:extLst>
                </p:cNvPr>
                <p:cNvSpPr txBox="1"/>
                <p:nvPr/>
              </p:nvSpPr>
              <p:spPr>
                <a:xfrm>
                  <a:off x="5220000" y="1223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CD2DC2E3-2852-88CB-7E5D-58A9099A5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000" y="1223338"/>
                  <a:ext cx="396000" cy="396000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A2A16F2A-7D79-18D5-0962-420B2C6FE5C5}"/>
                    </a:ext>
                  </a:extLst>
                </p:cNvPr>
                <p:cNvSpPr txBox="1"/>
                <p:nvPr/>
              </p:nvSpPr>
              <p:spPr>
                <a:xfrm>
                  <a:off x="4607999" y="1943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A2A16F2A-7D79-18D5-0962-420B2C6FE5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999" y="1943338"/>
                  <a:ext cx="396000" cy="396000"/>
                </a:xfrm>
                <a:prstGeom prst="rect">
                  <a:avLst/>
                </a:prstGeom>
                <a:blipFill>
                  <a:blip r:embed="rId4"/>
                  <a:stretch>
                    <a:fillRect l="-12308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AA56CF0C-816D-51D9-65EB-D214EA199C45}"/>
                    </a:ext>
                  </a:extLst>
                </p:cNvPr>
                <p:cNvSpPr txBox="1"/>
                <p:nvPr/>
              </p:nvSpPr>
              <p:spPr>
                <a:xfrm>
                  <a:off x="3996000" y="2663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AA56CF0C-816D-51D9-65EB-D214EA199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6000" y="2663338"/>
                  <a:ext cx="396000" cy="396000"/>
                </a:xfrm>
                <a:prstGeom prst="rect">
                  <a:avLst/>
                </a:prstGeom>
                <a:blipFill>
                  <a:blip r:embed="rId5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79CF9506-B3B7-CE12-C486-C932C0254178}"/>
                    </a:ext>
                  </a:extLst>
                </p:cNvPr>
                <p:cNvSpPr txBox="1"/>
                <p:nvPr/>
              </p:nvSpPr>
              <p:spPr>
                <a:xfrm>
                  <a:off x="3384000" y="3383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79CF9506-B3B7-CE12-C486-C932C0254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4000" y="3383338"/>
                  <a:ext cx="396000" cy="396000"/>
                </a:xfrm>
                <a:prstGeom prst="rect">
                  <a:avLst/>
                </a:prstGeom>
                <a:blipFill>
                  <a:blip r:embed="rId6"/>
                  <a:stretch>
                    <a:fillRect l="-15625" r="-3125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8B6033B-85F2-6230-D26D-AADCB4DB1BDB}"/>
                </a:ext>
              </a:extLst>
            </p:cNvPr>
            <p:cNvSpPr/>
            <p:nvPr/>
          </p:nvSpPr>
          <p:spPr>
            <a:xfrm>
              <a:off x="6930000" y="1673338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9CA6B732-8897-2459-9D9C-DEB952F5D082}"/>
                </a:ext>
              </a:extLst>
            </p:cNvPr>
            <p:cNvSpPr/>
            <p:nvPr/>
          </p:nvSpPr>
          <p:spPr>
            <a:xfrm>
              <a:off x="6930000" y="2393338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FB2867CA-F14C-C6D5-9F9D-A57ECD0B20F5}"/>
                </a:ext>
              </a:extLst>
            </p:cNvPr>
            <p:cNvSpPr/>
            <p:nvPr/>
          </p:nvSpPr>
          <p:spPr>
            <a:xfrm>
              <a:off x="6930000" y="3113338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91920D7-A24F-27C3-AB99-EC93477C93C7}"/>
                </a:ext>
              </a:extLst>
            </p:cNvPr>
            <p:cNvSpPr/>
            <p:nvPr/>
          </p:nvSpPr>
          <p:spPr>
            <a:xfrm>
              <a:off x="6930000" y="3833338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D45CD6ED-B5C0-EECF-B14C-EF76AC00E55C}"/>
                    </a:ext>
                  </a:extLst>
                </p:cNvPr>
                <p:cNvSpPr txBox="1"/>
                <p:nvPr/>
              </p:nvSpPr>
              <p:spPr>
                <a:xfrm>
                  <a:off x="6930000" y="1836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D45CD6ED-B5C0-EECF-B14C-EF76AC00E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0000" y="1836000"/>
                  <a:ext cx="503998" cy="396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4A569439-6ECC-B296-DB77-481AF0169657}"/>
                    </a:ext>
                  </a:extLst>
                </p:cNvPr>
                <p:cNvSpPr txBox="1"/>
                <p:nvPr/>
              </p:nvSpPr>
              <p:spPr>
                <a:xfrm>
                  <a:off x="6768000" y="2556000"/>
                  <a:ext cx="8280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4A569439-6ECC-B296-DB77-481AF0169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2556000"/>
                  <a:ext cx="82800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44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AAD54C99-CF29-DD03-12F8-B567961571C8}"/>
                    </a:ext>
                  </a:extLst>
                </p:cNvPr>
                <p:cNvSpPr txBox="1"/>
                <p:nvPr/>
              </p:nvSpPr>
              <p:spPr>
                <a:xfrm>
                  <a:off x="6768000" y="3276000"/>
                  <a:ext cx="8280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/4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AAD54C99-CF29-DD03-12F8-B56796157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3276000"/>
                  <a:ext cx="82800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344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64A9F83D-F5C8-628F-650D-5819116983C5}"/>
                    </a:ext>
                  </a:extLst>
                </p:cNvPr>
                <p:cNvSpPr txBox="1"/>
                <p:nvPr/>
              </p:nvSpPr>
              <p:spPr>
                <a:xfrm>
                  <a:off x="6768000" y="3996000"/>
                  <a:ext cx="8280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/8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64A9F83D-F5C8-628F-650D-581911698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3996000"/>
                  <a:ext cx="828000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344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50DADE-3A9D-5E52-551F-52FF98E2BF37}"/>
                    </a:ext>
                  </a:extLst>
                </p:cNvPr>
                <p:cNvSpPr txBox="1"/>
                <p:nvPr/>
              </p:nvSpPr>
              <p:spPr>
                <a:xfrm>
                  <a:off x="11051999" y="3833338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50DADE-3A9D-5E52-551F-52FF98E2B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1999" y="3833338"/>
                  <a:ext cx="468000" cy="396000"/>
                </a:xfrm>
                <a:prstGeom prst="rect">
                  <a:avLst/>
                </a:prstGeom>
                <a:blipFill>
                  <a:blip r:embed="rId11"/>
                  <a:stretch>
                    <a:fillRect l="-2597" r="-1299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E82FBE5-83BA-E219-0385-3E2322E4A372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99" y="3095338"/>
              <a:ext cx="0" cy="79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A186892-7562-6E8D-1908-BDCE52DCAAFB}"/>
                </a:ext>
              </a:extLst>
            </p:cNvPr>
            <p:cNvSpPr/>
            <p:nvPr/>
          </p:nvSpPr>
          <p:spPr>
            <a:xfrm>
              <a:off x="8873999" y="3851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1F59B8C1-E9C6-09E7-19B8-716843E65AC4}"/>
                </a:ext>
              </a:extLst>
            </p:cNvPr>
            <p:cNvSpPr/>
            <p:nvPr/>
          </p:nvSpPr>
          <p:spPr>
            <a:xfrm rot="5400000">
              <a:off x="9251999" y="3653338"/>
              <a:ext cx="1440000" cy="118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750E51E-018F-6CDC-671A-AD0E7C1C3604}"/>
                    </a:ext>
                  </a:extLst>
                </p:cNvPr>
                <p:cNvSpPr txBox="1"/>
                <p:nvPr/>
              </p:nvSpPr>
              <p:spPr>
                <a:xfrm>
                  <a:off x="9323999" y="4301338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750E51E-018F-6CDC-671A-AD0E7C1C3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3999" y="4301338"/>
                  <a:ext cx="468000" cy="54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46DEAEF-29B6-BF89-2956-9662106C6F35}"/>
                    </a:ext>
                  </a:extLst>
                </p:cNvPr>
                <p:cNvSpPr txBox="1"/>
                <p:nvPr/>
              </p:nvSpPr>
              <p:spPr>
                <a:xfrm>
                  <a:off x="9323999" y="3617338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46DEAEF-29B6-BF89-2956-9662106C6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3999" y="3617338"/>
                  <a:ext cx="468000" cy="54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AF7425F-001F-CDB2-3103-FB53D914FE8B}"/>
                </a:ext>
              </a:extLst>
            </p:cNvPr>
            <p:cNvSpPr txBox="1"/>
            <p:nvPr/>
          </p:nvSpPr>
          <p:spPr>
            <a:xfrm>
              <a:off x="9845362" y="3995338"/>
              <a:ext cx="25327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4CB83FDA-6845-67C3-3B51-5D55C5805101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4571338"/>
              <a:ext cx="3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14AD101-D204-0514-9809-1FAAE4A5A1CE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4571338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EE3DEFE-3ACC-6A0F-DFA6-055165D303CD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949338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390F8FDF-1ECA-D115-3F27-F16B20B97BE7}"/>
                </a:ext>
              </a:extLst>
            </p:cNvPr>
            <p:cNvCxnSpPr>
              <a:cxnSpLocks/>
            </p:cNvCxnSpPr>
            <p:nvPr/>
          </p:nvCxnSpPr>
          <p:spPr>
            <a:xfrm>
              <a:off x="10547999" y="4247338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0499509-3F44-0E4F-B005-7EAE6EAF3C38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99" y="3095338"/>
              <a:ext cx="190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90750A4-005B-5546-40B7-675EEFFC226A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999" y="3095338"/>
              <a:ext cx="0" cy="115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4C565FD2-A7AB-B792-CE3A-9655C5E60059}"/>
                </a:ext>
              </a:extLst>
            </p:cNvPr>
            <p:cNvSpPr/>
            <p:nvPr/>
          </p:nvSpPr>
          <p:spPr>
            <a:xfrm>
              <a:off x="10781999" y="419333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9A0B529-A666-ABC3-39AC-1994E25FFDC9}"/>
                </a:ext>
              </a:extLst>
            </p:cNvPr>
            <p:cNvSpPr/>
            <p:nvPr/>
          </p:nvSpPr>
          <p:spPr>
            <a:xfrm>
              <a:off x="9647999" y="3023338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DC9897BD-171D-5335-19A9-6E0CF6BF209F}"/>
                    </a:ext>
                  </a:extLst>
                </p:cNvPr>
                <p:cNvSpPr txBox="1"/>
                <p:nvPr/>
              </p:nvSpPr>
              <p:spPr>
                <a:xfrm>
                  <a:off x="9647999" y="3131338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DC9897BD-171D-5335-19A9-6E0CF6BF2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7999" y="3131338"/>
                  <a:ext cx="503998" cy="396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362C8141-D5F6-55F7-BE07-A359D4026CB1}"/>
                </a:ext>
              </a:extLst>
            </p:cNvPr>
            <p:cNvSpPr txBox="1"/>
            <p:nvPr/>
          </p:nvSpPr>
          <p:spPr>
            <a:xfrm>
              <a:off x="10116000" y="4463338"/>
              <a:ext cx="1476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模拟量输出</a:t>
              </a:r>
              <a:endParaRPr lang="zh-CN" altLang="en-US" sz="2000" dirty="0"/>
            </a:p>
          </p:txBody>
        </p: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DDEC755A-1D13-0496-4B9A-1254A67E0004}"/>
                </a:ext>
              </a:extLst>
            </p:cNvPr>
            <p:cNvCxnSpPr>
              <a:cxnSpLocks/>
            </p:cNvCxnSpPr>
            <p:nvPr/>
          </p:nvCxnSpPr>
          <p:spPr>
            <a:xfrm>
              <a:off x="7920000" y="1620000"/>
              <a:ext cx="0" cy="360000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  <a:prstDash val="lg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FCE3EADA-079D-CDD4-8E96-D22A36207D08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1620000"/>
              <a:ext cx="0" cy="360000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  <a:prstDash val="lg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6A988BC-3173-B93C-5CD5-914684366D81}"/>
                </a:ext>
              </a:extLst>
            </p:cNvPr>
            <p:cNvCxnSpPr/>
            <p:nvPr/>
          </p:nvCxnSpPr>
          <p:spPr>
            <a:xfrm>
              <a:off x="5832000" y="1835338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70B178C-87B1-C05F-AE3E-8E91D85EE4FA}"/>
                    </a:ext>
                  </a:extLst>
                </p:cNvPr>
                <p:cNvSpPr txBox="1"/>
                <p:nvPr/>
              </p:nvSpPr>
              <p:spPr>
                <a:xfrm>
                  <a:off x="5904000" y="183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70B178C-87B1-C05F-AE3E-8E91D85E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00" y="1835338"/>
                  <a:ext cx="396000" cy="396000"/>
                </a:xfrm>
                <a:prstGeom prst="rect">
                  <a:avLst/>
                </a:prstGeom>
                <a:blipFill>
                  <a:blip r:embed="rId15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36BEA88-C910-559B-479B-795CEA392AAA}"/>
                </a:ext>
              </a:extLst>
            </p:cNvPr>
            <p:cNvCxnSpPr/>
            <p:nvPr/>
          </p:nvCxnSpPr>
          <p:spPr>
            <a:xfrm>
              <a:off x="5832000" y="2555338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05B7C26-AF50-B168-C3F7-EF48A008D1FF}"/>
                    </a:ext>
                  </a:extLst>
                </p:cNvPr>
                <p:cNvSpPr txBox="1"/>
                <p:nvPr/>
              </p:nvSpPr>
              <p:spPr>
                <a:xfrm>
                  <a:off x="5904000" y="255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05B7C26-AF50-B168-C3F7-EF48A008D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00" y="2555338"/>
                  <a:ext cx="396000" cy="396000"/>
                </a:xfrm>
                <a:prstGeom prst="rect">
                  <a:avLst/>
                </a:prstGeom>
                <a:blipFill>
                  <a:blip r:embed="rId16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550C4F9-F2E2-DCF9-7685-71B78C88A332}"/>
                </a:ext>
              </a:extLst>
            </p:cNvPr>
            <p:cNvCxnSpPr/>
            <p:nvPr/>
          </p:nvCxnSpPr>
          <p:spPr>
            <a:xfrm>
              <a:off x="5832000" y="3275338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8CD11F29-8FDF-F647-482D-F7BF18841927}"/>
                </a:ext>
              </a:extLst>
            </p:cNvPr>
            <p:cNvCxnSpPr/>
            <p:nvPr/>
          </p:nvCxnSpPr>
          <p:spPr>
            <a:xfrm>
              <a:off x="5832000" y="3995338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A2CFF1F-BC20-DAC2-6E4A-CB698659F5AE}"/>
                    </a:ext>
                  </a:extLst>
                </p:cNvPr>
                <p:cNvSpPr txBox="1"/>
                <p:nvPr/>
              </p:nvSpPr>
              <p:spPr>
                <a:xfrm>
                  <a:off x="5904000" y="327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A2CFF1F-BC20-DAC2-6E4A-CB698659F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00" y="3275338"/>
                  <a:ext cx="396000" cy="396000"/>
                </a:xfrm>
                <a:prstGeom prst="rect">
                  <a:avLst/>
                </a:prstGeom>
                <a:blipFill>
                  <a:blip r:embed="rId17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5330244-2B3B-3AF6-6C02-3D4492D182FD}"/>
                    </a:ext>
                  </a:extLst>
                </p:cNvPr>
                <p:cNvSpPr txBox="1"/>
                <p:nvPr/>
              </p:nvSpPr>
              <p:spPr>
                <a:xfrm>
                  <a:off x="5904000" y="399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5330244-2B3B-3AF6-6C02-3D4492D182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00" y="3995338"/>
                  <a:ext cx="396000" cy="396000"/>
                </a:xfrm>
                <a:prstGeom prst="rect">
                  <a:avLst/>
                </a:prstGeom>
                <a:blipFill>
                  <a:blip r:embed="rId18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371C445-E7E3-5D67-FA81-0B738874B7A9}"/>
                </a:ext>
              </a:extLst>
            </p:cNvPr>
            <p:cNvCxnSpPr>
              <a:cxnSpLocks/>
            </p:cNvCxnSpPr>
            <p:nvPr/>
          </p:nvCxnSpPr>
          <p:spPr>
            <a:xfrm>
              <a:off x="2772000" y="1620000"/>
              <a:ext cx="0" cy="360000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  <a:prstDash val="lg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BCA229F-1C2B-309C-14ED-C85A3DE08286}"/>
                </a:ext>
              </a:extLst>
            </p:cNvPr>
            <p:cNvSpPr txBox="1"/>
            <p:nvPr/>
          </p:nvSpPr>
          <p:spPr>
            <a:xfrm>
              <a:off x="1260000" y="1152000"/>
              <a:ext cx="1548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基准电压</a:t>
              </a:r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6D71C6A-A435-799C-296E-E3B676421F38}"/>
                </a:ext>
              </a:extLst>
            </p:cNvPr>
            <p:cNvSpPr txBox="1"/>
            <p:nvPr/>
          </p:nvSpPr>
          <p:spPr>
            <a:xfrm>
              <a:off x="3600000" y="1152000"/>
              <a:ext cx="1548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电子开关</a:t>
              </a:r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813D01F-1BE6-5ADF-FE4D-23F0767C748F}"/>
                </a:ext>
              </a:extLst>
            </p:cNvPr>
            <p:cNvSpPr txBox="1"/>
            <p:nvPr/>
          </p:nvSpPr>
          <p:spPr>
            <a:xfrm>
              <a:off x="6372000" y="1152000"/>
              <a:ext cx="162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权电阻网络</a:t>
              </a:r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2F35AEA-972E-9E3C-1920-B74FC9C7923E}"/>
                </a:ext>
              </a:extLst>
            </p:cNvPr>
            <p:cNvSpPr txBox="1"/>
            <p:nvPr/>
          </p:nvSpPr>
          <p:spPr>
            <a:xfrm>
              <a:off x="9108000" y="1152000"/>
              <a:ext cx="1548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求和电路</a:t>
              </a:r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D8907320-1D5F-0F97-482D-98005508EE46}"/>
                </a:ext>
              </a:extLst>
            </p:cNvPr>
            <p:cNvSpPr/>
            <p:nvPr/>
          </p:nvSpPr>
          <p:spPr>
            <a:xfrm>
              <a:off x="3132000" y="4715338"/>
              <a:ext cx="2988000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F6DC60B3-56D1-365C-BDAC-D2CB78D126E3}"/>
                    </a:ext>
                  </a:extLst>
                </p:cNvPr>
                <p:cNvSpPr txBox="1"/>
                <p:nvPr/>
              </p:nvSpPr>
              <p:spPr>
                <a:xfrm>
                  <a:off x="3492000" y="471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F6DC60B3-56D1-365C-BDAC-D2CB78D12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4715338"/>
                  <a:ext cx="396000" cy="396000"/>
                </a:xfrm>
                <a:prstGeom prst="rect">
                  <a:avLst/>
                </a:prstGeom>
                <a:blipFill>
                  <a:blip r:embed="rId19"/>
                  <a:stretch>
                    <a:fillRect l="-20000" r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EBF15858-63A4-A4F3-BC1E-DFCAA6049FBC}"/>
                    </a:ext>
                  </a:extLst>
                </p:cNvPr>
                <p:cNvSpPr txBox="1"/>
                <p:nvPr/>
              </p:nvSpPr>
              <p:spPr>
                <a:xfrm>
                  <a:off x="4103999" y="471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EBF15858-63A4-A4F3-BC1E-DFCAA6049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3999" y="4715338"/>
                  <a:ext cx="396000" cy="396000"/>
                </a:xfrm>
                <a:prstGeom prst="rect">
                  <a:avLst/>
                </a:prstGeom>
                <a:blipFill>
                  <a:blip r:embed="rId20"/>
                  <a:stretch>
                    <a:fillRect l="-21538" r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59120FC0-BF57-0B22-DCE1-4BEAF9E82ACF}"/>
                    </a:ext>
                  </a:extLst>
                </p:cNvPr>
                <p:cNvSpPr txBox="1"/>
                <p:nvPr/>
              </p:nvSpPr>
              <p:spPr>
                <a:xfrm>
                  <a:off x="4715999" y="471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59120FC0-BF57-0B22-DCE1-4BEAF9E82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5999" y="4715338"/>
                  <a:ext cx="396000" cy="396000"/>
                </a:xfrm>
                <a:prstGeom prst="rect">
                  <a:avLst/>
                </a:prstGeom>
                <a:blipFill>
                  <a:blip r:embed="rId21"/>
                  <a:stretch>
                    <a:fillRect l="-18462" r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17232757-7742-05CB-E549-0C236E26352C}"/>
                    </a:ext>
                  </a:extLst>
                </p:cNvPr>
                <p:cNvSpPr txBox="1"/>
                <p:nvPr/>
              </p:nvSpPr>
              <p:spPr>
                <a:xfrm>
                  <a:off x="5327999" y="4715338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17232757-7742-05CB-E549-0C236E263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7999" y="4715338"/>
                  <a:ext cx="396000" cy="396000"/>
                </a:xfrm>
                <a:prstGeom prst="rect">
                  <a:avLst/>
                </a:prstGeom>
                <a:blipFill>
                  <a:blip r:embed="rId22"/>
                  <a:stretch>
                    <a:fillRect l="-20000" r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960C2716-19B4-0197-0C09-EC8DEB48CEF4}"/>
                </a:ext>
              </a:extLst>
            </p:cNvPr>
            <p:cNvSpPr txBox="1"/>
            <p:nvPr/>
          </p:nvSpPr>
          <p:spPr>
            <a:xfrm>
              <a:off x="3996000" y="5147338"/>
              <a:ext cx="1260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  <a:endParaRPr lang="zh-CN" altLang="en-US" sz="2000" dirty="0"/>
            </a:p>
          </p:txBody>
        </p: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8D14A16A-4BF2-5A34-BFFC-9781A673FF31}"/>
                </a:ext>
              </a:extLst>
            </p:cNvPr>
            <p:cNvCxnSpPr>
              <a:cxnSpLocks/>
            </p:cNvCxnSpPr>
            <p:nvPr/>
          </p:nvCxnSpPr>
          <p:spPr>
            <a:xfrm>
              <a:off x="3708000" y="5615338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ECF6D481-221B-A7B1-299D-8BD5A88E1908}"/>
                </a:ext>
              </a:extLst>
            </p:cNvPr>
            <p:cNvCxnSpPr>
              <a:cxnSpLocks/>
            </p:cNvCxnSpPr>
            <p:nvPr/>
          </p:nvCxnSpPr>
          <p:spPr>
            <a:xfrm>
              <a:off x="4320000" y="5615338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40162922-10ED-6C44-4473-E6765E8D4581}"/>
                </a:ext>
              </a:extLst>
            </p:cNvPr>
            <p:cNvCxnSpPr>
              <a:cxnSpLocks/>
            </p:cNvCxnSpPr>
            <p:nvPr/>
          </p:nvCxnSpPr>
          <p:spPr>
            <a:xfrm>
              <a:off x="4932000" y="5615338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992260E7-4325-20AA-D793-2FB5669B157C}"/>
                </a:ext>
              </a:extLst>
            </p:cNvPr>
            <p:cNvCxnSpPr>
              <a:cxnSpLocks/>
            </p:cNvCxnSpPr>
            <p:nvPr/>
          </p:nvCxnSpPr>
          <p:spPr>
            <a:xfrm>
              <a:off x="5544000" y="5615338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DE972C88-1A6C-A42D-3F7A-D89315C6FB03}"/>
                </a:ext>
              </a:extLst>
            </p:cNvPr>
            <p:cNvSpPr txBox="1"/>
            <p:nvPr/>
          </p:nvSpPr>
          <p:spPr>
            <a:xfrm>
              <a:off x="3546000" y="5975338"/>
              <a:ext cx="21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  字  量  输  入</a:t>
              </a:r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4565B21-6102-158B-6B66-A56540C6A36C}"/>
                    </a:ext>
                  </a:extLst>
                </p:cNvPr>
                <p:cNvSpPr txBox="1"/>
                <p:nvPr/>
              </p:nvSpPr>
              <p:spPr>
                <a:xfrm>
                  <a:off x="2916000" y="4391338"/>
                  <a:ext cx="77425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MSB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4565B21-6102-158B-6B66-A56540C6A3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000" y="4391338"/>
                  <a:ext cx="774251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11024" t="-1961" r="-1102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9BE9BF1-45C2-876F-9743-585EE8830264}"/>
                    </a:ext>
                  </a:extLst>
                </p:cNvPr>
                <p:cNvSpPr txBox="1"/>
                <p:nvPr/>
              </p:nvSpPr>
              <p:spPr>
                <a:xfrm>
                  <a:off x="5580000" y="4391338"/>
                  <a:ext cx="70371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LSB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9BE9BF1-45C2-876F-9743-585EE8830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4391338"/>
                  <a:ext cx="703719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12174" t="-1961" r="-13043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A7F58F6-FAAA-574E-F91C-13D47EC00B98}"/>
                </a:ext>
              </a:extLst>
            </p:cNvPr>
            <p:cNvCxnSpPr/>
            <p:nvPr/>
          </p:nvCxnSpPr>
          <p:spPr>
            <a:xfrm>
              <a:off x="8208000" y="379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6D1CF76-E983-7AB7-E98A-CC7DFFC75D4E}"/>
                    </a:ext>
                  </a:extLst>
                </p:cNvPr>
                <p:cNvSpPr txBox="1"/>
                <p:nvPr/>
              </p:nvSpPr>
              <p:spPr>
                <a:xfrm>
                  <a:off x="8244000" y="338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6D1CF76-E983-7AB7-E98A-CC7DFFC75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000" y="3384000"/>
                  <a:ext cx="396000" cy="396000"/>
                </a:xfrm>
                <a:prstGeom prst="rect">
                  <a:avLst/>
                </a:prstGeom>
                <a:blipFill>
                  <a:blip r:embed="rId25"/>
                  <a:stretch>
                    <a:fillRect l="-9231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D240F35-0B3F-919D-ACA3-DC1274A79135}"/>
                  </a:ext>
                </a:extLst>
              </p:cNvPr>
              <p:cNvSpPr txBox="1"/>
              <p:nvPr/>
            </p:nvSpPr>
            <p:spPr>
              <a:xfrm>
                <a:off x="7200000" y="5940000"/>
                <a:ext cx="31680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闭合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打开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D240F35-0B3F-919D-ACA3-DC1274A79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5940000"/>
                <a:ext cx="3168000" cy="738664"/>
              </a:xfrm>
              <a:prstGeom prst="rect">
                <a:avLst/>
              </a:prstGeom>
              <a:blipFill>
                <a:blip r:embed="rId26"/>
                <a:stretch>
                  <a:fillRect l="-3269" t="-12295" b="-23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64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8895-072B-7A7B-F9FC-C5CF110A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19635-B6BF-B401-9A51-41FE61E2B45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权电阻网络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20028C-3482-1938-FA2D-C16BB592411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F3E2FB1-325B-8DCC-1F62-9EF6E1725D5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02DE817-0EAF-1278-3F80-7CE8DE89746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1D4E83AC-1D30-8D0C-F277-612D3DB50A8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9E187BE0-0280-CB9C-2EF1-2096659BE83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F6FD9A6-67BA-0A5D-A459-F011CEF3E1E4}"/>
              </a:ext>
            </a:extLst>
          </p:cNvPr>
          <p:cNvSpPr txBox="1"/>
          <p:nvPr/>
        </p:nvSpPr>
        <p:spPr>
          <a:xfrm>
            <a:off x="359994" y="828000"/>
            <a:ext cx="396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权电阻网络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F8E0B40-3D41-6DFB-62F7-82A60EFBB19E}"/>
                  </a:ext>
                </a:extLst>
              </p:cNvPr>
              <p:cNvSpPr txBox="1"/>
              <p:nvPr/>
            </p:nvSpPr>
            <p:spPr>
              <a:xfrm>
                <a:off x="719998" y="1619999"/>
                <a:ext cx="3240000" cy="201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F8E0B40-3D41-6DFB-62F7-82A60EFBB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8" y="1619999"/>
                <a:ext cx="3240000" cy="2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9377464-7CEB-01C9-86A3-4842F7CBC7F9}"/>
                  </a:ext>
                </a:extLst>
              </p:cNvPr>
              <p:cNvSpPr txBox="1"/>
              <p:nvPr/>
            </p:nvSpPr>
            <p:spPr>
              <a:xfrm>
                <a:off x="720000" y="3960000"/>
                <a:ext cx="7713786" cy="17724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9377464-7CEB-01C9-86A3-4842F7CBC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960000"/>
                <a:ext cx="7713786" cy="1772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4">
            <a:extLst>
              <a:ext uri="{FF2B5EF4-FFF2-40B4-BE49-F238E27FC236}">
                <a16:creationId xmlns:a16="http://schemas.microsoft.com/office/drawing/2014/main" id="{701F1D19-9AAB-9B67-12AD-16340721D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00" y="6048000"/>
            <a:ext cx="9000000" cy="57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缺点：电阻值相差大，难于保证精度，且大电阻不利于电路集成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9A3049-4706-1E4C-91C7-6D85D7F8D979}"/>
                  </a:ext>
                </a:extLst>
              </p:cNvPr>
              <p:cNvSpPr txBox="1"/>
              <p:nvPr/>
            </p:nvSpPr>
            <p:spPr>
              <a:xfrm>
                <a:off x="9360000" y="3960000"/>
                <a:ext cx="2628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9A3049-4706-1E4C-91C7-6D85D7F8D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00" y="3960000"/>
                <a:ext cx="2628000" cy="540000"/>
              </a:xfrm>
              <a:prstGeom prst="rect">
                <a:avLst/>
              </a:prstGeom>
              <a:blipFill>
                <a:blip r:embed="rId5"/>
                <a:stretch>
                  <a:fillRect l="-463" t="-109091" r="-231" b="-15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示, 示意图&#10;&#10;AI 生成的内容可能不正确。">
            <a:extLst>
              <a:ext uri="{FF2B5EF4-FFF2-40B4-BE49-F238E27FC236}">
                <a16:creationId xmlns:a16="http://schemas.microsoft.com/office/drawing/2014/main" id="{CDD70085-7DDF-8425-EECA-7C1895637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000" y="828000"/>
            <a:ext cx="5976001" cy="29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2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69704-61B6-00CF-EB68-CDEABB78DBD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倒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形电阻网络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AEFE51C-F4F7-1F98-C117-D6E33F26F68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9A4449F-96A3-FBFF-9793-28EF75DF6D3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7AF45115-AC64-5AB1-860C-4B585B367BB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362B91E-D4BA-4588-6B96-14E279395E6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C8AF3315-3622-807D-A310-73864B415DD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3A9D03F-B394-A2FB-4AE8-ACFC9C7D0FC7}"/>
                  </a:ext>
                </a:extLst>
              </p:cNvPr>
              <p:cNvSpPr txBox="1"/>
              <p:nvPr/>
            </p:nvSpPr>
            <p:spPr>
              <a:xfrm>
                <a:off x="359993" y="828000"/>
                <a:ext cx="5070989" cy="2055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倒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形电阻网络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只有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两种电阻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不管开关如何设置，电阻网络的电特性不变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3A9D03F-B394-A2FB-4AE8-ACFC9C7D0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3" y="828000"/>
                <a:ext cx="5070989" cy="2055306"/>
              </a:xfrm>
              <a:prstGeom prst="rect">
                <a:avLst/>
              </a:prstGeom>
              <a:blipFill>
                <a:blip r:embed="rId3"/>
                <a:stretch>
                  <a:fillRect l="-2163" t="-1187" r="-1683" b="-5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6" name="组合 305">
            <a:extLst>
              <a:ext uri="{FF2B5EF4-FFF2-40B4-BE49-F238E27FC236}">
                <a16:creationId xmlns:a16="http://schemas.microsoft.com/office/drawing/2014/main" id="{2DE558D4-4D86-BE3E-A0D0-F5C3F8CA1950}"/>
              </a:ext>
            </a:extLst>
          </p:cNvPr>
          <p:cNvGrpSpPr/>
          <p:nvPr/>
        </p:nvGrpSpPr>
        <p:grpSpPr>
          <a:xfrm>
            <a:off x="360000" y="2700000"/>
            <a:ext cx="7632000" cy="3744000"/>
            <a:chOff x="360000" y="2520000"/>
            <a:chExt cx="7632000" cy="374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A6698FC9-76A6-4A4A-F7E3-D61FCC68FA10}"/>
                    </a:ext>
                  </a:extLst>
                </p:cNvPr>
                <p:cNvSpPr txBox="1"/>
                <p:nvPr/>
              </p:nvSpPr>
              <p:spPr>
                <a:xfrm>
                  <a:off x="1260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A6698FC9-76A6-4A4A-F7E3-D61FCC68F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000" y="3708000"/>
                  <a:ext cx="396000" cy="396000"/>
                </a:xfrm>
                <a:prstGeom prst="rect">
                  <a:avLst/>
                </a:prstGeom>
                <a:blipFill>
                  <a:blip r:embed="rId4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09053D1E-94A5-8688-4DA8-F77A5E083F4B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4194000"/>
              <a:ext cx="52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A5B99F6A-0178-72C8-9D19-FB58F55DEC4C}"/>
                </a:ext>
              </a:extLst>
            </p:cNvPr>
            <p:cNvCxnSpPr>
              <a:cxnSpLocks/>
            </p:cNvCxnSpPr>
            <p:nvPr/>
          </p:nvCxnSpPr>
          <p:spPr>
            <a:xfrm>
              <a:off x="1710000" y="3582000"/>
              <a:ext cx="439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0FAFE6F-BB1C-4236-86A8-2742746D9A32}"/>
                    </a:ext>
                  </a:extLst>
                </p:cNvPr>
                <p:cNvSpPr txBox="1"/>
                <p:nvPr/>
              </p:nvSpPr>
              <p:spPr>
                <a:xfrm>
                  <a:off x="7524000" y="3492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0FAFE6F-BB1C-4236-86A8-2742746D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00" y="3492000"/>
                  <a:ext cx="468000" cy="396000"/>
                </a:xfrm>
                <a:prstGeom prst="rect">
                  <a:avLst/>
                </a:prstGeom>
                <a:blipFill>
                  <a:blip r:embed="rId5"/>
                  <a:stretch>
                    <a:fillRect l="-2597" r="-1299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等腰三角形 62">
              <a:extLst>
                <a:ext uri="{FF2B5EF4-FFF2-40B4-BE49-F238E27FC236}">
                  <a16:creationId xmlns:a16="http://schemas.microsoft.com/office/drawing/2014/main" id="{E49382F5-126B-57A8-4E03-F770AD80BE79}"/>
                </a:ext>
              </a:extLst>
            </p:cNvPr>
            <p:cNvSpPr/>
            <p:nvPr/>
          </p:nvSpPr>
          <p:spPr>
            <a:xfrm rot="5400000">
              <a:off x="5976000" y="3348000"/>
              <a:ext cx="1260000" cy="108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435885B-3B17-E6C2-2FB6-D441DC12172E}"/>
                    </a:ext>
                  </a:extLst>
                </p:cNvPr>
                <p:cNvSpPr txBox="1"/>
                <p:nvPr/>
              </p:nvSpPr>
              <p:spPr>
                <a:xfrm flipH="1">
                  <a:off x="5976000" y="334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435885B-3B17-E6C2-2FB6-D441DC121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76000" y="3348000"/>
                  <a:ext cx="540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8A5C5DDD-A98F-172F-6959-91BED3D5033F}"/>
                </a:ext>
              </a:extLst>
            </p:cNvPr>
            <p:cNvSpPr txBox="1"/>
            <p:nvPr/>
          </p:nvSpPr>
          <p:spPr>
            <a:xfrm>
              <a:off x="6372000" y="3672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A6236D27-4C47-0AA8-701A-E2F059E7D0D9}"/>
                </a:ext>
              </a:extLst>
            </p:cNvPr>
            <p:cNvSpPr/>
            <p:nvPr/>
          </p:nvSpPr>
          <p:spPr>
            <a:xfrm>
              <a:off x="5562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7C1E062-EA70-E7AF-5D22-021CA64C3BC5}"/>
                    </a:ext>
                  </a:extLst>
                </p:cNvPr>
                <p:cNvSpPr txBox="1"/>
                <p:nvPr/>
              </p:nvSpPr>
              <p:spPr>
                <a:xfrm>
                  <a:off x="6336000" y="3060000"/>
                  <a:ext cx="50399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7C1E062-EA70-E7AF-5D22-021CA64C3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000" y="3060000"/>
                  <a:ext cx="50399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3FEF4EBB-341A-4726-BD17-DE46BB933284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2916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5969151-9D6E-4896-0A46-73C55042DA6C}"/>
                    </a:ext>
                  </a:extLst>
                </p:cNvPr>
                <p:cNvSpPr txBox="1"/>
                <p:nvPr/>
              </p:nvSpPr>
              <p:spPr>
                <a:xfrm>
                  <a:off x="5580000" y="2520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5969151-9D6E-4896-0A46-73C55042D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2520000"/>
                  <a:ext cx="396000" cy="396000"/>
                </a:xfrm>
                <a:prstGeom prst="rect">
                  <a:avLst/>
                </a:prstGeom>
                <a:blipFill>
                  <a:blip r:embed="rId8"/>
                  <a:stretch>
                    <a:fillRect l="-7692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ADA557D-A15E-804E-98BD-7BA025A64794}"/>
                    </a:ext>
                  </a:extLst>
                </p:cNvPr>
                <p:cNvSpPr txBox="1"/>
                <p:nvPr/>
              </p:nvSpPr>
              <p:spPr>
                <a:xfrm flipH="1">
                  <a:off x="5976000" y="396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ADA557D-A15E-804E-98BD-7BA025A64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76000" y="3960000"/>
                  <a:ext cx="540000" cy="432000"/>
                </a:xfrm>
                <a:prstGeom prst="rect">
                  <a:avLst/>
                </a:prstGeom>
                <a:blipFill>
                  <a:blip r:embed="rId9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4C575130-C21F-6FAD-0F70-FF46F5B90717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3888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46855941-7C17-03F6-DB8E-F18346F63481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3024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E6081505-30AC-D355-B23C-A0279C4424B5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3024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D258B43E-50ED-ED8C-E80F-A42B7362080C}"/>
                </a:ext>
              </a:extLst>
            </p:cNvPr>
            <p:cNvCxnSpPr>
              <a:cxnSpLocks/>
            </p:cNvCxnSpPr>
            <p:nvPr/>
          </p:nvCxnSpPr>
          <p:spPr>
            <a:xfrm>
              <a:off x="7416000" y="3024000"/>
              <a:ext cx="0" cy="86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4BA2DDC0-8739-D45C-6012-7DF4492DD07A}"/>
                </a:ext>
              </a:extLst>
            </p:cNvPr>
            <p:cNvSpPr/>
            <p:nvPr/>
          </p:nvSpPr>
          <p:spPr>
            <a:xfrm>
              <a:off x="7362000" y="383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2A08AFE2-0B9F-56AF-B962-A678F7B6371F}"/>
                </a:ext>
              </a:extLst>
            </p:cNvPr>
            <p:cNvSpPr/>
            <p:nvPr/>
          </p:nvSpPr>
          <p:spPr>
            <a:xfrm>
              <a:off x="5562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872C3F7F-6C22-01FB-2816-5D54845D4EB9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421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27F51103-01E9-F3BE-D7F5-8A204EA976F0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00" y="4788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083DCBA-E90E-ACC5-45C1-98F32F04FC08}"/>
                </a:ext>
              </a:extLst>
            </p:cNvPr>
            <p:cNvSpPr/>
            <p:nvPr/>
          </p:nvSpPr>
          <p:spPr>
            <a:xfrm>
              <a:off x="6336000" y="295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A262D508-1621-6016-EC9F-660FF8826806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5868000"/>
              <a:ext cx="482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EE74F01-5F90-8FE6-27A8-0B03E65D3505}"/>
                </a:ext>
              </a:extLst>
            </p:cNvPr>
            <p:cNvCxnSpPr>
              <a:cxnSpLocks/>
            </p:cNvCxnSpPr>
            <p:nvPr/>
          </p:nvCxnSpPr>
          <p:spPr>
            <a:xfrm>
              <a:off x="5094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0DDA38C-CE0B-60F8-4072-06929868C682}"/>
                </a:ext>
              </a:extLst>
            </p:cNvPr>
            <p:cNvCxnSpPr>
              <a:cxnSpLocks/>
            </p:cNvCxnSpPr>
            <p:nvPr/>
          </p:nvCxnSpPr>
          <p:spPr>
            <a:xfrm>
              <a:off x="4734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6BBAA945-A132-9B5F-7C25-281805B01B9C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3C5E6F17-9BCA-6FDB-0134-75DFD7A1F39D}"/>
                </a:ext>
              </a:extLst>
            </p:cNvPr>
            <p:cNvSpPr/>
            <p:nvPr/>
          </p:nvSpPr>
          <p:spPr>
            <a:xfrm>
              <a:off x="4680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A545A022-AEB9-7EC3-F536-53243A00AF7A}"/>
                </a:ext>
              </a:extLst>
            </p:cNvPr>
            <p:cNvCxnSpPr>
              <a:cxnSpLocks/>
            </p:cNvCxnSpPr>
            <p:nvPr/>
          </p:nvCxnSpPr>
          <p:spPr>
            <a:xfrm>
              <a:off x="4914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1CF11389-FDD1-3FCC-D273-D0B0D265A3EB}"/>
                </a:ext>
              </a:extLst>
            </p:cNvPr>
            <p:cNvSpPr/>
            <p:nvPr/>
          </p:nvSpPr>
          <p:spPr>
            <a:xfrm>
              <a:off x="4842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A385F1F2-CA83-F417-6D1F-3C9613837453}"/>
                </a:ext>
              </a:extLst>
            </p:cNvPr>
            <p:cNvSpPr/>
            <p:nvPr/>
          </p:nvSpPr>
          <p:spPr>
            <a:xfrm>
              <a:off x="4860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DFA68B49-23B4-A46B-2E67-0503013128BF}"/>
                </a:ext>
              </a:extLst>
            </p:cNvPr>
            <p:cNvCxnSpPr>
              <a:cxnSpLocks/>
            </p:cNvCxnSpPr>
            <p:nvPr/>
          </p:nvCxnSpPr>
          <p:spPr>
            <a:xfrm>
              <a:off x="4086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5FA0CEC5-AEE4-C6EF-4AF8-C58EF3856709}"/>
                </a:ext>
              </a:extLst>
            </p:cNvPr>
            <p:cNvCxnSpPr>
              <a:cxnSpLocks/>
            </p:cNvCxnSpPr>
            <p:nvPr/>
          </p:nvCxnSpPr>
          <p:spPr>
            <a:xfrm>
              <a:off x="3726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A6DC57FD-7D6F-39BD-CF15-77ECAC33CD23}"/>
                </a:ext>
              </a:extLst>
            </p:cNvPr>
            <p:cNvSpPr/>
            <p:nvPr/>
          </p:nvSpPr>
          <p:spPr>
            <a:xfrm>
              <a:off x="4032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36E8517C-6325-687F-8191-1BB592A32218}"/>
                </a:ext>
              </a:extLst>
            </p:cNvPr>
            <p:cNvSpPr/>
            <p:nvPr/>
          </p:nvSpPr>
          <p:spPr>
            <a:xfrm>
              <a:off x="3672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CAB6182D-F7FB-C4C2-7520-BF40E77076D0}"/>
                </a:ext>
              </a:extLst>
            </p:cNvPr>
            <p:cNvCxnSpPr>
              <a:cxnSpLocks/>
            </p:cNvCxnSpPr>
            <p:nvPr/>
          </p:nvCxnSpPr>
          <p:spPr>
            <a:xfrm>
              <a:off x="3906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064D3ED7-4404-ACD7-9449-56EF3698FA52}"/>
                </a:ext>
              </a:extLst>
            </p:cNvPr>
            <p:cNvSpPr/>
            <p:nvPr/>
          </p:nvSpPr>
          <p:spPr>
            <a:xfrm>
              <a:off x="3834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6E30CF7C-7E25-3529-5D8E-E9A1E6F3C996}"/>
                </a:ext>
              </a:extLst>
            </p:cNvPr>
            <p:cNvSpPr/>
            <p:nvPr/>
          </p:nvSpPr>
          <p:spPr>
            <a:xfrm>
              <a:off x="3852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3192F7C3-D3BC-F1A5-6A47-36837AD3A434}"/>
                </a:ext>
              </a:extLst>
            </p:cNvPr>
            <p:cNvCxnSpPr>
              <a:cxnSpLocks/>
            </p:cNvCxnSpPr>
            <p:nvPr/>
          </p:nvCxnSpPr>
          <p:spPr>
            <a:xfrm>
              <a:off x="3078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7EE8AD09-D775-E1E9-7765-F955354DA0B1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8BDFEF1A-2F5B-9160-6D29-CE2B5254152A}"/>
                </a:ext>
              </a:extLst>
            </p:cNvPr>
            <p:cNvSpPr/>
            <p:nvPr/>
          </p:nvSpPr>
          <p:spPr>
            <a:xfrm>
              <a:off x="3024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2C79D314-FFC1-5950-1ED5-FCCA2ADC74A4}"/>
                </a:ext>
              </a:extLst>
            </p:cNvPr>
            <p:cNvSpPr/>
            <p:nvPr/>
          </p:nvSpPr>
          <p:spPr>
            <a:xfrm>
              <a:off x="2664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9016A55F-ADBA-2B97-37BE-2738CFF829A9}"/>
                </a:ext>
              </a:extLst>
            </p:cNvPr>
            <p:cNvCxnSpPr>
              <a:cxnSpLocks/>
            </p:cNvCxnSpPr>
            <p:nvPr/>
          </p:nvCxnSpPr>
          <p:spPr>
            <a:xfrm>
              <a:off x="2898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616B7395-6179-C4B5-B840-0BB1F954F084}"/>
                </a:ext>
              </a:extLst>
            </p:cNvPr>
            <p:cNvSpPr/>
            <p:nvPr/>
          </p:nvSpPr>
          <p:spPr>
            <a:xfrm>
              <a:off x="2826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6DE963C-45F0-AF69-C574-DE78B6950439}"/>
                </a:ext>
              </a:extLst>
            </p:cNvPr>
            <p:cNvSpPr/>
            <p:nvPr/>
          </p:nvSpPr>
          <p:spPr>
            <a:xfrm>
              <a:off x="2844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18086600-D5EE-242C-BED4-C739C873FDBC}"/>
                </a:ext>
              </a:extLst>
            </p:cNvPr>
            <p:cNvCxnSpPr>
              <a:cxnSpLocks/>
            </p:cNvCxnSpPr>
            <p:nvPr/>
          </p:nvCxnSpPr>
          <p:spPr>
            <a:xfrm>
              <a:off x="2070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9D47F942-AD5E-4D63-AF83-E57034BB6CC4}"/>
                </a:ext>
              </a:extLst>
            </p:cNvPr>
            <p:cNvCxnSpPr>
              <a:cxnSpLocks/>
            </p:cNvCxnSpPr>
            <p:nvPr/>
          </p:nvCxnSpPr>
          <p:spPr>
            <a:xfrm>
              <a:off x="1710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7DCCFC4E-BE16-C184-57A8-B2F42827A528}"/>
                </a:ext>
              </a:extLst>
            </p:cNvPr>
            <p:cNvSpPr/>
            <p:nvPr/>
          </p:nvSpPr>
          <p:spPr>
            <a:xfrm>
              <a:off x="2016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B5F2AEF8-409D-E313-877F-D1CB57A7E9B8}"/>
                </a:ext>
              </a:extLst>
            </p:cNvPr>
            <p:cNvCxnSpPr>
              <a:cxnSpLocks/>
            </p:cNvCxnSpPr>
            <p:nvPr/>
          </p:nvCxnSpPr>
          <p:spPr>
            <a:xfrm>
              <a:off x="1890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164DEEFD-7BE0-697C-182A-F50E489A038E}"/>
                </a:ext>
              </a:extLst>
            </p:cNvPr>
            <p:cNvSpPr/>
            <p:nvPr/>
          </p:nvSpPr>
          <p:spPr>
            <a:xfrm>
              <a:off x="1818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1014FF90-9097-0C4B-0070-74A228E39ACB}"/>
                </a:ext>
              </a:extLst>
            </p:cNvPr>
            <p:cNvSpPr/>
            <p:nvPr/>
          </p:nvSpPr>
          <p:spPr>
            <a:xfrm>
              <a:off x="1836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B5A18472-BB45-AAA8-2734-2BAEA686ABC3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4194000"/>
              <a:ext cx="0" cy="167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E7878E2E-FF38-F691-EB0A-06A69C6DB47B}"/>
                </a:ext>
              </a:extLst>
            </p:cNvPr>
            <p:cNvSpPr/>
            <p:nvPr/>
          </p:nvSpPr>
          <p:spPr>
            <a:xfrm>
              <a:off x="810000" y="4824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00518791-873C-8F2A-3B7B-007F0ED30C63}"/>
                    </a:ext>
                  </a:extLst>
                </p:cNvPr>
                <p:cNvSpPr txBox="1"/>
                <p:nvPr/>
              </p:nvSpPr>
              <p:spPr>
                <a:xfrm>
                  <a:off x="360000" y="4896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00518791-873C-8F2A-3B7B-007F0ED30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896000"/>
                  <a:ext cx="503998" cy="360000"/>
                </a:xfrm>
                <a:prstGeom prst="rect">
                  <a:avLst/>
                </a:prstGeom>
                <a:blipFill>
                  <a:blip r:embed="rId10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527B4B-45AE-13E8-B34A-E5E7823543C5}"/>
                    </a:ext>
                  </a:extLst>
                </p:cNvPr>
                <p:cNvSpPr txBox="1"/>
                <p:nvPr/>
              </p:nvSpPr>
              <p:spPr>
                <a:xfrm>
                  <a:off x="1368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527B4B-45AE-13E8-B34A-E5E782354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000" y="5220000"/>
                  <a:ext cx="503998" cy="360000"/>
                </a:xfrm>
                <a:prstGeom prst="rect">
                  <a:avLst/>
                </a:prstGeom>
                <a:blipFill>
                  <a:blip r:embed="rId11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8B55BF8-4307-BA11-98AF-4B12363CA84F}"/>
                    </a:ext>
                  </a:extLst>
                </p:cNvPr>
                <p:cNvSpPr txBox="1"/>
                <p:nvPr/>
              </p:nvSpPr>
              <p:spPr>
                <a:xfrm>
                  <a:off x="2376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8B55BF8-4307-BA11-98AF-4B12363CA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220000"/>
                  <a:ext cx="503998" cy="360000"/>
                </a:xfrm>
                <a:prstGeom prst="rect">
                  <a:avLst/>
                </a:prstGeom>
                <a:blipFill>
                  <a:blip r:embed="rId12"/>
                  <a:stretch>
                    <a:fillRect l="-8537" r="-7317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F9F39E1-07A0-B94B-20B1-95722994D927}"/>
                    </a:ext>
                  </a:extLst>
                </p:cNvPr>
                <p:cNvSpPr txBox="1"/>
                <p:nvPr/>
              </p:nvSpPr>
              <p:spPr>
                <a:xfrm>
                  <a:off x="3384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F9F39E1-07A0-B94B-20B1-95722994D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4000" y="5220000"/>
                  <a:ext cx="503998" cy="360000"/>
                </a:xfrm>
                <a:prstGeom prst="rect">
                  <a:avLst/>
                </a:prstGeom>
                <a:blipFill>
                  <a:blip r:embed="rId13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FA6E989-2BF4-0737-D19D-E9BC3A80437C}"/>
                    </a:ext>
                  </a:extLst>
                </p:cNvPr>
                <p:cNvSpPr txBox="1"/>
                <p:nvPr/>
              </p:nvSpPr>
              <p:spPr>
                <a:xfrm>
                  <a:off x="4392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FA6E989-2BF4-0737-D19D-E9BC3A804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5220000"/>
                  <a:ext cx="503998" cy="360000"/>
                </a:xfrm>
                <a:prstGeom prst="rect">
                  <a:avLst/>
                </a:prstGeom>
                <a:blipFill>
                  <a:blip r:embed="rId14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3526B4A0-2FD1-158B-DA23-452F1D0B7FDA}"/>
                </a:ext>
              </a:extLst>
            </p:cNvPr>
            <p:cNvSpPr/>
            <p:nvPr/>
          </p:nvSpPr>
          <p:spPr>
            <a:xfrm>
              <a:off x="1836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297CA034-0FDB-8460-69D3-D7FF95C1A40B}"/>
                </a:ext>
              </a:extLst>
            </p:cNvPr>
            <p:cNvSpPr/>
            <p:nvPr/>
          </p:nvSpPr>
          <p:spPr>
            <a:xfrm>
              <a:off x="2844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5F754D54-1308-6CD3-DC89-DE1347B03795}"/>
                </a:ext>
              </a:extLst>
            </p:cNvPr>
            <p:cNvSpPr/>
            <p:nvPr/>
          </p:nvSpPr>
          <p:spPr>
            <a:xfrm>
              <a:off x="3852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788ED401-48D8-31AC-5D7A-5C3E31340642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3DA2F1DC-15BF-7A5D-67CA-C1D31C357910}"/>
                </a:ext>
              </a:extLst>
            </p:cNvPr>
            <p:cNvCxnSpPr>
              <a:cxnSpLocks/>
            </p:cNvCxnSpPr>
            <p:nvPr/>
          </p:nvCxnSpPr>
          <p:spPr>
            <a:xfrm>
              <a:off x="1692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C228EBB7-DE08-A4E9-5DAF-700B6D9FFC6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4134B87F-1554-D2B7-2438-6DB3C4CB1AD8}"/>
                </a:ext>
              </a:extLst>
            </p:cNvPr>
            <p:cNvCxnSpPr>
              <a:cxnSpLocks/>
            </p:cNvCxnSpPr>
            <p:nvPr/>
          </p:nvCxnSpPr>
          <p:spPr>
            <a:xfrm>
              <a:off x="3708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A6D977B1-4FB3-4BFD-9F50-A8CF46FD3356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503C3168-9811-AABE-660C-8DD08A9761F1}"/>
                </a:ext>
              </a:extLst>
            </p:cNvPr>
            <p:cNvSpPr/>
            <p:nvPr/>
          </p:nvSpPr>
          <p:spPr>
            <a:xfrm>
              <a:off x="2142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9D720DA5-CFCC-B0A1-575E-68065AADB781}"/>
                </a:ext>
              </a:extLst>
            </p:cNvPr>
            <p:cNvSpPr/>
            <p:nvPr/>
          </p:nvSpPr>
          <p:spPr>
            <a:xfrm>
              <a:off x="3150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DB33B134-E5EA-3EAC-6D31-F7B9FCA45C59}"/>
                </a:ext>
              </a:extLst>
            </p:cNvPr>
            <p:cNvSpPr/>
            <p:nvPr/>
          </p:nvSpPr>
          <p:spPr>
            <a:xfrm>
              <a:off x="4158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B97A6EDD-491D-A7EE-61DC-E89ABE082A1F}"/>
                    </a:ext>
                  </a:extLst>
                </p:cNvPr>
                <p:cNvSpPr txBox="1"/>
                <p:nvPr/>
              </p:nvSpPr>
              <p:spPr>
                <a:xfrm>
                  <a:off x="2142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B97A6EDD-491D-A7EE-61DC-E89ABE082A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000" y="5904000"/>
                  <a:ext cx="503998" cy="360000"/>
                </a:xfrm>
                <a:prstGeom prst="rect">
                  <a:avLst/>
                </a:prstGeom>
                <a:blipFill>
                  <a:blip r:embed="rId15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2D70FA5E-2DAA-52D7-08C6-24B122DBD65E}"/>
                    </a:ext>
                  </a:extLst>
                </p:cNvPr>
                <p:cNvSpPr txBox="1"/>
                <p:nvPr/>
              </p:nvSpPr>
              <p:spPr>
                <a:xfrm>
                  <a:off x="3150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2D70FA5E-2DAA-52D7-08C6-24B122DBD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000" y="5904000"/>
                  <a:ext cx="503998" cy="360000"/>
                </a:xfrm>
                <a:prstGeom prst="rect">
                  <a:avLst/>
                </a:prstGeom>
                <a:blipFill>
                  <a:blip r:embed="rId16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9B27B73E-6DF5-61FF-EC22-CD2A41263B07}"/>
                    </a:ext>
                  </a:extLst>
                </p:cNvPr>
                <p:cNvSpPr txBox="1"/>
                <p:nvPr/>
              </p:nvSpPr>
              <p:spPr>
                <a:xfrm>
                  <a:off x="4158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9B27B73E-6DF5-61FF-EC22-CD2A41263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000" y="5904000"/>
                  <a:ext cx="503998" cy="360000"/>
                </a:xfrm>
                <a:prstGeom prst="rect">
                  <a:avLst/>
                </a:prstGeom>
                <a:blipFill>
                  <a:blip r:embed="rId17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788308B-C9F6-6FF5-DFA6-47EEA42F47A5}"/>
                    </a:ext>
                  </a:extLst>
                </p:cNvPr>
                <p:cNvSpPr txBox="1"/>
                <p:nvPr/>
              </p:nvSpPr>
              <p:spPr>
                <a:xfrm>
                  <a:off x="1440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788308B-C9F6-6FF5-DFA6-47EEA42F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000" y="4536000"/>
                  <a:ext cx="396000" cy="396000"/>
                </a:xfrm>
                <a:prstGeom prst="rect">
                  <a:avLst/>
                </a:prstGeom>
                <a:blipFill>
                  <a:blip r:embed="rId18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912A355D-B593-BB7E-9779-2FE8404632EB}"/>
                    </a:ext>
                  </a:extLst>
                </p:cNvPr>
                <p:cNvSpPr txBox="1"/>
                <p:nvPr/>
              </p:nvSpPr>
              <p:spPr>
                <a:xfrm>
                  <a:off x="2448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912A355D-B593-BB7E-9779-2FE84046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000" y="4536000"/>
                  <a:ext cx="396000" cy="396000"/>
                </a:xfrm>
                <a:prstGeom prst="rect">
                  <a:avLst/>
                </a:prstGeom>
                <a:blipFill>
                  <a:blip r:embed="rId19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0E4D415A-0AB2-FF50-08A5-A7E7A53F1C40}"/>
                    </a:ext>
                  </a:extLst>
                </p:cNvPr>
                <p:cNvSpPr txBox="1"/>
                <p:nvPr/>
              </p:nvSpPr>
              <p:spPr>
                <a:xfrm>
                  <a:off x="3456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0E4D415A-0AB2-FF50-08A5-A7E7A53F1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00" y="4536000"/>
                  <a:ext cx="396000" cy="396000"/>
                </a:xfrm>
                <a:prstGeom prst="rect">
                  <a:avLst/>
                </a:prstGeom>
                <a:blipFill>
                  <a:blip r:embed="rId20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9C1668A9-1D75-5E0B-D6D5-3F5803FA3CDA}"/>
                    </a:ext>
                  </a:extLst>
                </p:cNvPr>
                <p:cNvSpPr txBox="1"/>
                <p:nvPr/>
              </p:nvSpPr>
              <p:spPr>
                <a:xfrm>
                  <a:off x="4464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9C1668A9-1D75-5E0B-D6D5-3F5803FA3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000" y="4536000"/>
                  <a:ext cx="396000" cy="396000"/>
                </a:xfrm>
                <a:prstGeom prst="rect">
                  <a:avLst/>
                </a:prstGeom>
                <a:blipFill>
                  <a:blip r:embed="rId21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BE4784A-96D0-2C6F-269A-55097532FCA6}"/>
                </a:ext>
              </a:extLst>
            </p:cNvPr>
            <p:cNvCxnSpPr>
              <a:cxnSpLocks/>
            </p:cNvCxnSpPr>
            <p:nvPr/>
          </p:nvCxnSpPr>
          <p:spPr>
            <a:xfrm>
              <a:off x="1800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5047F481-B4FD-DA6E-939B-EFC7412AB26A}"/>
                </a:ext>
              </a:extLst>
            </p:cNvPr>
            <p:cNvCxnSpPr>
              <a:cxnSpLocks/>
            </p:cNvCxnSpPr>
            <p:nvPr/>
          </p:nvCxnSpPr>
          <p:spPr>
            <a:xfrm>
              <a:off x="2808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F13E3FAF-FED9-4FE1-7E84-86645364B7CD}"/>
                </a:ext>
              </a:extLst>
            </p:cNvPr>
            <p:cNvCxnSpPr>
              <a:cxnSpLocks/>
            </p:cNvCxnSpPr>
            <p:nvPr/>
          </p:nvCxnSpPr>
          <p:spPr>
            <a:xfrm>
              <a:off x="3816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60ADBF4-EA61-941A-B66F-AAA5DF377D1D}"/>
                </a:ext>
              </a:extLst>
            </p:cNvPr>
            <p:cNvCxnSpPr>
              <a:cxnSpLocks/>
            </p:cNvCxnSpPr>
            <p:nvPr/>
          </p:nvCxnSpPr>
          <p:spPr>
            <a:xfrm>
              <a:off x="4824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87500AC-9370-DB6C-13C0-6DA790158336}"/>
                    </a:ext>
                  </a:extLst>
                </p:cNvPr>
                <p:cNvSpPr txBox="1"/>
                <p:nvPr/>
              </p:nvSpPr>
              <p:spPr>
                <a:xfrm>
                  <a:off x="4608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587500AC-9370-DB6C-13C0-6DA790158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000" y="2844000"/>
                  <a:ext cx="432000" cy="396000"/>
                </a:xfrm>
                <a:prstGeom prst="rect">
                  <a:avLst/>
                </a:prstGeom>
                <a:blipFill>
                  <a:blip r:embed="rId22"/>
                  <a:stretch>
                    <a:fillRect l="-15493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9C22389C-A18E-B5D0-80C5-6320D662EB52}"/>
                    </a:ext>
                  </a:extLst>
                </p:cNvPr>
                <p:cNvSpPr txBox="1"/>
                <p:nvPr/>
              </p:nvSpPr>
              <p:spPr>
                <a:xfrm>
                  <a:off x="3600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9C22389C-A18E-B5D0-80C5-6320D662E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0" y="2844000"/>
                  <a:ext cx="432000" cy="396000"/>
                </a:xfrm>
                <a:prstGeom prst="rect">
                  <a:avLst/>
                </a:prstGeom>
                <a:blipFill>
                  <a:blip r:embed="rId23"/>
                  <a:stretch>
                    <a:fillRect l="-15714" r="-4286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B0E6EA9-1D50-7EFB-70B1-4175B8E97D01}"/>
                    </a:ext>
                  </a:extLst>
                </p:cNvPr>
                <p:cNvSpPr txBox="1"/>
                <p:nvPr/>
              </p:nvSpPr>
              <p:spPr>
                <a:xfrm>
                  <a:off x="2592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B0E6EA9-1D50-7EFB-70B1-4175B8E97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000" y="2844000"/>
                  <a:ext cx="432000" cy="396000"/>
                </a:xfrm>
                <a:prstGeom prst="rect">
                  <a:avLst/>
                </a:prstGeom>
                <a:blipFill>
                  <a:blip r:embed="rId24"/>
                  <a:stretch>
                    <a:fillRect l="-12676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5CBBB82D-32A0-834A-6C17-D9D7494A0389}"/>
                    </a:ext>
                  </a:extLst>
                </p:cNvPr>
                <p:cNvSpPr txBox="1"/>
                <p:nvPr/>
              </p:nvSpPr>
              <p:spPr>
                <a:xfrm>
                  <a:off x="1584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5CBBB82D-32A0-834A-6C17-D9D7494A0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000" y="2844000"/>
                  <a:ext cx="432000" cy="396000"/>
                </a:xfrm>
                <a:prstGeom prst="rect">
                  <a:avLst/>
                </a:prstGeom>
                <a:blipFill>
                  <a:blip r:embed="rId25"/>
                  <a:stretch>
                    <a:fillRect l="-15493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A7DDBFBA-5D0F-EF77-73DB-FD09104BF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0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E455C3B3-CB98-A367-5DC6-3191F06C3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FAF6180-0721-DB16-8769-73664764A87B}"/>
                    </a:ext>
                  </a:extLst>
                </p:cNvPr>
                <p:cNvSpPr txBox="1"/>
                <p:nvPr/>
              </p:nvSpPr>
              <p:spPr>
                <a:xfrm>
                  <a:off x="2268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FAF6180-0721-DB16-8769-73664764A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000" y="3708000"/>
                  <a:ext cx="396000" cy="396000"/>
                </a:xfrm>
                <a:prstGeom prst="rect">
                  <a:avLst/>
                </a:prstGeom>
                <a:blipFill>
                  <a:blip r:embed="rId26"/>
                  <a:stretch>
                    <a:fillRect l="-6154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8989DF62-8082-7517-BD2D-8FB632212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6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D487DF0B-1119-98C1-96A1-02ACB89B335B}"/>
                    </a:ext>
                  </a:extLst>
                </p:cNvPr>
                <p:cNvSpPr txBox="1"/>
                <p:nvPr/>
              </p:nvSpPr>
              <p:spPr>
                <a:xfrm>
                  <a:off x="3276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D487DF0B-1119-98C1-96A1-02ACB89B3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000" y="3708000"/>
                  <a:ext cx="396000" cy="396000"/>
                </a:xfrm>
                <a:prstGeom prst="rect">
                  <a:avLst/>
                </a:prstGeom>
                <a:blipFill>
                  <a:blip r:embed="rId27"/>
                  <a:stretch>
                    <a:fillRect l="-6154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C232C845-DF8A-86DC-5F7E-C9B513295510}"/>
                    </a:ext>
                  </a:extLst>
                </p:cNvPr>
                <p:cNvSpPr txBox="1"/>
                <p:nvPr/>
              </p:nvSpPr>
              <p:spPr>
                <a:xfrm>
                  <a:off x="4284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C232C845-DF8A-86DC-5F7E-C9B513295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000" y="3708000"/>
                  <a:ext cx="396000" cy="396000"/>
                </a:xfrm>
                <a:prstGeom prst="rect">
                  <a:avLst/>
                </a:prstGeom>
                <a:blipFill>
                  <a:blip r:embed="rId28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0D84288B-0E07-CA55-6346-30FC5054E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4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1E15DAB0-0D36-09F1-1F17-C2273BF3A871}"/>
                    </a:ext>
                  </a:extLst>
                </p:cNvPr>
                <p:cNvSpPr txBox="1"/>
                <p:nvPr/>
              </p:nvSpPr>
              <p:spPr>
                <a:xfrm>
                  <a:off x="5760000" y="5634000"/>
                  <a:ext cx="72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en-US" altLang="zh-CN" sz="2400" dirty="0"/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1E15DAB0-0D36-09F1-1F17-C2273BF3A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0" y="5634000"/>
                  <a:ext cx="720000" cy="46800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文本框 303">
                  <a:extLst>
                    <a:ext uri="{FF2B5EF4-FFF2-40B4-BE49-F238E27FC236}">
                      <a16:creationId xmlns:a16="http://schemas.microsoft.com/office/drawing/2014/main" id="{158A056F-7CC6-DCA6-8598-AAEE42C0C844}"/>
                    </a:ext>
                  </a:extLst>
                </p:cNvPr>
                <p:cNvSpPr txBox="1"/>
                <p:nvPr/>
              </p:nvSpPr>
              <p:spPr>
                <a:xfrm>
                  <a:off x="5580000" y="3186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4" name="文本框 303">
                  <a:extLst>
                    <a:ext uri="{FF2B5EF4-FFF2-40B4-BE49-F238E27FC236}">
                      <a16:creationId xmlns:a16="http://schemas.microsoft.com/office/drawing/2014/main" id="{158A056F-7CC6-DCA6-8598-AAEE42C0C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3186000"/>
                  <a:ext cx="503998" cy="396000"/>
                </a:xfrm>
                <a:prstGeom prst="rect">
                  <a:avLst/>
                </a:prstGeom>
                <a:blipFill>
                  <a:blip r:embed="rId30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14AD37F0-F7F4-11B0-1BE7-582242BBB123}"/>
                    </a:ext>
                  </a:extLst>
                </p:cNvPr>
                <p:cNvSpPr txBox="1"/>
                <p:nvPr/>
              </p:nvSpPr>
              <p:spPr>
                <a:xfrm>
                  <a:off x="5580000" y="3798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14AD37F0-F7F4-11B0-1BE7-582242BBB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3798000"/>
                  <a:ext cx="503998" cy="396000"/>
                </a:xfrm>
                <a:prstGeom prst="rect">
                  <a:avLst/>
                </a:prstGeom>
                <a:blipFill>
                  <a:blip r:embed="rId31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62698C61-BC88-2A13-BFAE-897D57EDB1EF}"/>
              </a:ext>
            </a:extLst>
          </p:cNvPr>
          <p:cNvGrpSpPr/>
          <p:nvPr/>
        </p:nvGrpSpPr>
        <p:grpSpPr>
          <a:xfrm>
            <a:off x="6120000" y="648000"/>
            <a:ext cx="5976000" cy="2160000"/>
            <a:chOff x="6120000" y="648000"/>
            <a:chExt cx="5976000" cy="2160000"/>
          </a:xfrm>
        </p:grpSpPr>
        <p:sp>
          <p:nvSpPr>
            <p:cNvPr id="399" name="矩形 398">
              <a:extLst>
                <a:ext uri="{FF2B5EF4-FFF2-40B4-BE49-F238E27FC236}">
                  <a16:creationId xmlns:a16="http://schemas.microsoft.com/office/drawing/2014/main" id="{86B05CAD-3EB3-6723-9545-398BD96C43FE}"/>
                </a:ext>
              </a:extLst>
            </p:cNvPr>
            <p:cNvSpPr/>
            <p:nvPr/>
          </p:nvSpPr>
          <p:spPr>
            <a:xfrm>
              <a:off x="6120000" y="648000"/>
              <a:ext cx="5976000" cy="21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6" name="组合 355">
              <a:extLst>
                <a:ext uri="{FF2B5EF4-FFF2-40B4-BE49-F238E27FC236}">
                  <a16:creationId xmlns:a16="http://schemas.microsoft.com/office/drawing/2014/main" id="{0B844352-5AB4-7C1E-89A7-B069E9D96AE2}"/>
                </a:ext>
              </a:extLst>
            </p:cNvPr>
            <p:cNvGrpSpPr/>
            <p:nvPr/>
          </p:nvGrpSpPr>
          <p:grpSpPr>
            <a:xfrm>
              <a:off x="6156000" y="828000"/>
              <a:ext cx="5940000" cy="1960887"/>
              <a:chOff x="3960000" y="1566000"/>
              <a:chExt cx="5940000" cy="19608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7" name="文本框 356">
                    <a:extLst>
                      <a:ext uri="{FF2B5EF4-FFF2-40B4-BE49-F238E27FC236}">
                        <a16:creationId xmlns:a16="http://schemas.microsoft.com/office/drawing/2014/main" id="{5A67DAAF-17D4-C506-4B60-AC34186C27E7}"/>
                      </a:ext>
                    </a:extLst>
                  </p:cNvPr>
                  <p:cNvSpPr txBox="1"/>
                  <p:nvPr/>
                </p:nvSpPr>
                <p:spPr>
                  <a:xfrm>
                    <a:off x="5292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7" name="文本框 356">
                    <a:extLst>
                      <a:ext uri="{FF2B5EF4-FFF2-40B4-BE49-F238E27FC236}">
                        <a16:creationId xmlns:a16="http://schemas.microsoft.com/office/drawing/2014/main" id="{5A67DAAF-17D4-C506-4B60-AC34186C2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2000" y="3096000"/>
                    <a:ext cx="360000" cy="43088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4F12E319-8AA9-CCFB-02C8-287EFBA5DC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62000" y="1854000"/>
                <a:ext cx="0" cy="21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13BC4A74-EC77-D7E8-A0D6-6CBCA45CB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2000" y="2088000"/>
                <a:ext cx="360000" cy="0"/>
              </a:xfrm>
              <a:prstGeom prst="line">
                <a:avLst/>
              </a:prstGeom>
              <a:ln w="1016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接连接符 359">
                <a:extLst>
                  <a:ext uri="{FF2B5EF4-FFF2-40B4-BE49-F238E27FC236}">
                    <a16:creationId xmlns:a16="http://schemas.microsoft.com/office/drawing/2014/main" id="{467545D7-C399-B823-69B8-24642D50BA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2808000"/>
                <a:ext cx="46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9346A004-DDBE-8CF0-F631-D384F65058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14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2" name="矩形 361">
                <a:extLst>
                  <a:ext uri="{FF2B5EF4-FFF2-40B4-BE49-F238E27FC236}">
                    <a16:creationId xmlns:a16="http://schemas.microsoft.com/office/drawing/2014/main" id="{C736DA07-02E5-9295-47C9-253FF752C897}"/>
                  </a:ext>
                </a:extLst>
              </p:cNvPr>
              <p:cNvSpPr/>
              <p:nvPr/>
            </p:nvSpPr>
            <p:spPr>
              <a:xfrm>
                <a:off x="8442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25828BD0-EAB6-8868-FA06-D22BCD1FCB4E}"/>
                  </a:ext>
                </a:extLst>
              </p:cNvPr>
              <p:cNvSpPr/>
              <p:nvPr/>
            </p:nvSpPr>
            <p:spPr>
              <a:xfrm>
                <a:off x="8460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3B36E91C-D27B-B638-6243-9B63E881F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6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F927EB0D-C5D7-2412-73C1-AE800CA6341F}"/>
                  </a:ext>
                </a:extLst>
              </p:cNvPr>
              <p:cNvSpPr/>
              <p:nvPr/>
            </p:nvSpPr>
            <p:spPr>
              <a:xfrm>
                <a:off x="7434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椭圆 365">
                <a:extLst>
                  <a:ext uri="{FF2B5EF4-FFF2-40B4-BE49-F238E27FC236}">
                    <a16:creationId xmlns:a16="http://schemas.microsoft.com/office/drawing/2014/main" id="{B10BCA5E-F13F-D020-9582-059BB34D7E65}"/>
                  </a:ext>
                </a:extLst>
              </p:cNvPr>
              <p:cNvSpPr/>
              <p:nvPr/>
            </p:nvSpPr>
            <p:spPr>
              <a:xfrm>
                <a:off x="7452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7" name="直接连接符 366">
                <a:extLst>
                  <a:ext uri="{FF2B5EF4-FFF2-40B4-BE49-F238E27FC236}">
                    <a16:creationId xmlns:a16="http://schemas.microsoft.com/office/drawing/2014/main" id="{5FCA255D-BE4E-1924-5673-B4FBC259F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98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矩形 367">
                <a:extLst>
                  <a:ext uri="{FF2B5EF4-FFF2-40B4-BE49-F238E27FC236}">
                    <a16:creationId xmlns:a16="http://schemas.microsoft.com/office/drawing/2014/main" id="{98852AFD-A87F-D8FF-93E2-24BD5C5C1F88}"/>
                  </a:ext>
                </a:extLst>
              </p:cNvPr>
              <p:cNvSpPr/>
              <p:nvPr/>
            </p:nvSpPr>
            <p:spPr>
              <a:xfrm>
                <a:off x="6426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椭圆 368">
                <a:extLst>
                  <a:ext uri="{FF2B5EF4-FFF2-40B4-BE49-F238E27FC236}">
                    <a16:creationId xmlns:a16="http://schemas.microsoft.com/office/drawing/2014/main" id="{51001591-0F36-12CD-910D-D3347A493492}"/>
                  </a:ext>
                </a:extLst>
              </p:cNvPr>
              <p:cNvSpPr/>
              <p:nvPr/>
            </p:nvSpPr>
            <p:spPr>
              <a:xfrm>
                <a:off x="6444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26CD6F5B-B451-249E-2467-8D5D862DC3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0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矩形 370">
                <a:extLst>
                  <a:ext uri="{FF2B5EF4-FFF2-40B4-BE49-F238E27FC236}">
                    <a16:creationId xmlns:a16="http://schemas.microsoft.com/office/drawing/2014/main" id="{B9257A52-C7A2-7845-5E0E-1F24056164E2}"/>
                  </a:ext>
                </a:extLst>
              </p:cNvPr>
              <p:cNvSpPr/>
              <p:nvPr/>
            </p:nvSpPr>
            <p:spPr>
              <a:xfrm>
                <a:off x="5418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>
                <a:extLst>
                  <a:ext uri="{FF2B5EF4-FFF2-40B4-BE49-F238E27FC236}">
                    <a16:creationId xmlns:a16="http://schemas.microsoft.com/office/drawing/2014/main" id="{C6A361E5-B658-6610-78AB-602FF0D27706}"/>
                  </a:ext>
                </a:extLst>
              </p:cNvPr>
              <p:cNvSpPr/>
              <p:nvPr/>
            </p:nvSpPr>
            <p:spPr>
              <a:xfrm>
                <a:off x="5436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6C475024-0579-D8D9-683C-869B24020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1854000"/>
                <a:ext cx="0" cy="954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E2AC71A6-4C70-01F6-16AB-EDD7F905FF94}"/>
                  </a:ext>
                </a:extLst>
              </p:cNvPr>
              <p:cNvSpPr/>
              <p:nvPr/>
            </p:nvSpPr>
            <p:spPr>
              <a:xfrm>
                <a:off x="4410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5" name="文本框 374">
                    <a:extLst>
                      <a:ext uri="{FF2B5EF4-FFF2-40B4-BE49-F238E27FC236}">
                        <a16:creationId xmlns:a16="http://schemas.microsoft.com/office/drawing/2014/main" id="{32BFB019-158F-AA15-6E3B-A16E930B854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0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5" name="文本框 374">
                    <a:extLst>
                      <a:ext uri="{FF2B5EF4-FFF2-40B4-BE49-F238E27FC236}">
                        <a16:creationId xmlns:a16="http://schemas.microsoft.com/office/drawing/2014/main" id="{32BFB019-158F-AA15-6E3B-A16E930B85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0000" y="2160000"/>
                    <a:ext cx="503998" cy="36000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8434" r="-6024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66B0C7E4-10E5-FC44-86DD-5FB88F2B4271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66B0C7E4-10E5-FC44-86DD-5FB88F2B42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000" y="2160000"/>
                    <a:ext cx="503998" cy="360000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7229" r="-7229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9BFB6306-AC05-7C57-F5BB-6262639446A4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9BFB6306-AC05-7C57-F5BB-6262639446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000" y="2160000"/>
                    <a:ext cx="503998" cy="36000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8537" r="-7317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8" name="文本框 377">
                    <a:extLst>
                      <a:ext uri="{FF2B5EF4-FFF2-40B4-BE49-F238E27FC236}">
                        <a16:creationId xmlns:a16="http://schemas.microsoft.com/office/drawing/2014/main" id="{10DA69C6-7807-AD53-8C8E-9B32D1AD0D7B}"/>
                      </a:ext>
                    </a:extLst>
                  </p:cNvPr>
                  <p:cNvSpPr txBox="1"/>
                  <p:nvPr/>
                </p:nvSpPr>
                <p:spPr>
                  <a:xfrm>
                    <a:off x="6984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8" name="文本框 377">
                    <a:extLst>
                      <a:ext uri="{FF2B5EF4-FFF2-40B4-BE49-F238E27FC236}">
                        <a16:creationId xmlns:a16="http://schemas.microsoft.com/office/drawing/2014/main" id="{10DA69C6-7807-AD53-8C8E-9B32D1AD0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4000" y="2160000"/>
                    <a:ext cx="503998" cy="360000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8434" r="-6024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" name="文本框 378">
                    <a:extLst>
                      <a:ext uri="{FF2B5EF4-FFF2-40B4-BE49-F238E27FC236}">
                        <a16:creationId xmlns:a16="http://schemas.microsoft.com/office/drawing/2014/main" id="{D35B9EAE-9F2B-D3F4-1B2E-807F7DC51B80}"/>
                      </a:ext>
                    </a:extLst>
                  </p:cNvPr>
                  <p:cNvSpPr txBox="1"/>
                  <p:nvPr/>
                </p:nvSpPr>
                <p:spPr>
                  <a:xfrm>
                    <a:off x="7992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9" name="文本框 378">
                    <a:extLst>
                      <a:ext uri="{FF2B5EF4-FFF2-40B4-BE49-F238E27FC236}">
                        <a16:creationId xmlns:a16="http://schemas.microsoft.com/office/drawing/2014/main" id="{D35B9EAE-9F2B-D3F4-1B2E-807F7DC51B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2000" y="2160000"/>
                    <a:ext cx="503998" cy="36000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7229" r="-7229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0" name="椭圆 379">
                <a:extLst>
                  <a:ext uri="{FF2B5EF4-FFF2-40B4-BE49-F238E27FC236}">
                    <a16:creationId xmlns:a16="http://schemas.microsoft.com/office/drawing/2014/main" id="{65799BCF-D888-3BB7-7D2D-EC222ED737DF}"/>
                  </a:ext>
                </a:extLst>
              </p:cNvPr>
              <p:cNvSpPr/>
              <p:nvPr/>
            </p:nvSpPr>
            <p:spPr>
              <a:xfrm>
                <a:off x="5436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椭圆 380">
                <a:extLst>
                  <a:ext uri="{FF2B5EF4-FFF2-40B4-BE49-F238E27FC236}">
                    <a16:creationId xmlns:a16="http://schemas.microsoft.com/office/drawing/2014/main" id="{3E8E3319-CDEB-82C0-689B-D74523ED51EC}"/>
                  </a:ext>
                </a:extLst>
              </p:cNvPr>
              <p:cNvSpPr/>
              <p:nvPr/>
            </p:nvSpPr>
            <p:spPr>
              <a:xfrm>
                <a:off x="6444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" name="椭圆 381">
                <a:extLst>
                  <a:ext uri="{FF2B5EF4-FFF2-40B4-BE49-F238E27FC236}">
                    <a16:creationId xmlns:a16="http://schemas.microsoft.com/office/drawing/2014/main" id="{19954D3B-13D3-3777-9794-B6BAA2DA9339}"/>
                  </a:ext>
                </a:extLst>
              </p:cNvPr>
              <p:cNvSpPr/>
              <p:nvPr/>
            </p:nvSpPr>
            <p:spPr>
              <a:xfrm>
                <a:off x="7452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椭圆 382">
                <a:extLst>
                  <a:ext uri="{FF2B5EF4-FFF2-40B4-BE49-F238E27FC236}">
                    <a16:creationId xmlns:a16="http://schemas.microsoft.com/office/drawing/2014/main" id="{FF624872-83C3-275E-FCFD-DE480D18CC06}"/>
                  </a:ext>
                </a:extLst>
              </p:cNvPr>
              <p:cNvSpPr/>
              <p:nvPr/>
            </p:nvSpPr>
            <p:spPr>
              <a:xfrm>
                <a:off x="8460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" name="矩形 383">
                <a:extLst>
                  <a:ext uri="{FF2B5EF4-FFF2-40B4-BE49-F238E27FC236}">
                    <a16:creationId xmlns:a16="http://schemas.microsoft.com/office/drawing/2014/main" id="{BD31CE7B-D729-8B05-5139-54DCB5191086}"/>
                  </a:ext>
                </a:extLst>
              </p:cNvPr>
              <p:cNvSpPr/>
              <p:nvPr/>
            </p:nvSpPr>
            <p:spPr>
              <a:xfrm>
                <a:off x="5742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" name="矩形 384">
                <a:extLst>
                  <a:ext uri="{FF2B5EF4-FFF2-40B4-BE49-F238E27FC236}">
                    <a16:creationId xmlns:a16="http://schemas.microsoft.com/office/drawing/2014/main" id="{8EA9DEBF-4512-9B97-8C3D-A9BA375E1937}"/>
                  </a:ext>
                </a:extLst>
              </p:cNvPr>
              <p:cNvSpPr/>
              <p:nvPr/>
            </p:nvSpPr>
            <p:spPr>
              <a:xfrm>
                <a:off x="6750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矩形 385">
                <a:extLst>
                  <a:ext uri="{FF2B5EF4-FFF2-40B4-BE49-F238E27FC236}">
                    <a16:creationId xmlns:a16="http://schemas.microsoft.com/office/drawing/2014/main" id="{00068F75-4A2B-8EE7-6DEA-AE400B790E59}"/>
                  </a:ext>
                </a:extLst>
              </p:cNvPr>
              <p:cNvSpPr/>
              <p:nvPr/>
            </p:nvSpPr>
            <p:spPr>
              <a:xfrm>
                <a:off x="7758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7" name="文本框 386">
                    <a:extLst>
                      <a:ext uri="{FF2B5EF4-FFF2-40B4-BE49-F238E27FC236}">
                        <a16:creationId xmlns:a16="http://schemas.microsoft.com/office/drawing/2014/main" id="{C5425E20-4178-B10B-90B1-2AE2F5712919}"/>
                      </a:ext>
                    </a:extLst>
                  </p:cNvPr>
                  <p:cNvSpPr txBox="1"/>
                  <p:nvPr/>
                </p:nvSpPr>
                <p:spPr>
                  <a:xfrm>
                    <a:off x="5742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7" name="文本框 386">
                    <a:extLst>
                      <a:ext uri="{FF2B5EF4-FFF2-40B4-BE49-F238E27FC236}">
                        <a16:creationId xmlns:a16="http://schemas.microsoft.com/office/drawing/2014/main" id="{C5425E20-4178-B10B-90B1-2AE2F57129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2000" y="2844000"/>
                    <a:ext cx="503998" cy="360000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8" name="文本框 387">
                    <a:extLst>
                      <a:ext uri="{FF2B5EF4-FFF2-40B4-BE49-F238E27FC236}">
                        <a16:creationId xmlns:a16="http://schemas.microsoft.com/office/drawing/2014/main" id="{C55A1583-14A6-998D-41AA-3469BA3E3EF3}"/>
                      </a:ext>
                    </a:extLst>
                  </p:cNvPr>
                  <p:cNvSpPr txBox="1"/>
                  <p:nvPr/>
                </p:nvSpPr>
                <p:spPr>
                  <a:xfrm>
                    <a:off x="6750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8" name="文本框 387">
                    <a:extLst>
                      <a:ext uri="{FF2B5EF4-FFF2-40B4-BE49-F238E27FC236}">
                        <a16:creationId xmlns:a16="http://schemas.microsoft.com/office/drawing/2014/main" id="{C55A1583-14A6-998D-41AA-3469BA3E3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0000" y="2844000"/>
                    <a:ext cx="503998" cy="360000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9" name="文本框 388">
                    <a:extLst>
                      <a:ext uri="{FF2B5EF4-FFF2-40B4-BE49-F238E27FC236}">
                        <a16:creationId xmlns:a16="http://schemas.microsoft.com/office/drawing/2014/main" id="{EA33F9B0-6A49-E9E9-B5C7-45C4FCE88DC2}"/>
                      </a:ext>
                    </a:extLst>
                  </p:cNvPr>
                  <p:cNvSpPr txBox="1"/>
                  <p:nvPr/>
                </p:nvSpPr>
                <p:spPr>
                  <a:xfrm>
                    <a:off x="7758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9" name="文本框 388">
                    <a:extLst>
                      <a:ext uri="{FF2B5EF4-FFF2-40B4-BE49-F238E27FC236}">
                        <a16:creationId xmlns:a16="http://schemas.microsoft.com/office/drawing/2014/main" id="{EA33F9B0-6A49-E9E9-B5C7-45C4FCE88D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8000" y="2844000"/>
                    <a:ext cx="503998" cy="360000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0" name="文本框 389">
                    <a:extLst>
                      <a:ext uri="{FF2B5EF4-FFF2-40B4-BE49-F238E27FC236}">
                        <a16:creationId xmlns:a16="http://schemas.microsoft.com/office/drawing/2014/main" id="{C2C3BD67-DFF2-8313-D8A5-5602337F249D}"/>
                      </a:ext>
                    </a:extLst>
                  </p:cNvPr>
                  <p:cNvSpPr txBox="1"/>
                  <p:nvPr/>
                </p:nvSpPr>
                <p:spPr>
                  <a:xfrm>
                    <a:off x="9180000" y="2574000"/>
                    <a:ext cx="720000" cy="468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dirty="0"/>
                  </a:p>
                </p:txBody>
              </p:sp>
            </mc:Choice>
            <mc:Fallback xmlns="">
              <p:sp>
                <p:nvSpPr>
                  <p:cNvPr id="390" name="文本框 389">
                    <a:extLst>
                      <a:ext uri="{FF2B5EF4-FFF2-40B4-BE49-F238E27FC236}">
                        <a16:creationId xmlns:a16="http://schemas.microsoft.com/office/drawing/2014/main" id="{C2C3BD67-DFF2-8313-D8A5-5602337F24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0000" y="2574000"/>
                    <a:ext cx="720000" cy="468000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FED63579-7B2A-2B60-AEBD-0081CB27D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1854000"/>
                <a:ext cx="46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右中括号 391">
                <a:extLst>
                  <a:ext uri="{FF2B5EF4-FFF2-40B4-BE49-F238E27FC236}">
                    <a16:creationId xmlns:a16="http://schemas.microsoft.com/office/drawing/2014/main" id="{1701EEFC-24EF-AA29-432E-AA610DEE96D3}"/>
                  </a:ext>
                </a:extLst>
              </p:cNvPr>
              <p:cNvSpPr/>
              <p:nvPr/>
            </p:nvSpPr>
            <p:spPr>
              <a:xfrm>
                <a:off x="5292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" name="右中括号 392">
                <a:extLst>
                  <a:ext uri="{FF2B5EF4-FFF2-40B4-BE49-F238E27FC236}">
                    <a16:creationId xmlns:a16="http://schemas.microsoft.com/office/drawing/2014/main" id="{B541B925-AD0F-EEA8-AB89-5D28C8AF82E9}"/>
                  </a:ext>
                </a:extLst>
              </p:cNvPr>
              <p:cNvSpPr/>
              <p:nvPr/>
            </p:nvSpPr>
            <p:spPr>
              <a:xfrm>
                <a:off x="6300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右中括号 393">
                <a:extLst>
                  <a:ext uri="{FF2B5EF4-FFF2-40B4-BE49-F238E27FC236}">
                    <a16:creationId xmlns:a16="http://schemas.microsoft.com/office/drawing/2014/main" id="{5111A1B4-19AE-330B-0255-FAE493D9CFA7}"/>
                  </a:ext>
                </a:extLst>
              </p:cNvPr>
              <p:cNvSpPr/>
              <p:nvPr/>
            </p:nvSpPr>
            <p:spPr>
              <a:xfrm>
                <a:off x="7308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右中括号 394">
                <a:extLst>
                  <a:ext uri="{FF2B5EF4-FFF2-40B4-BE49-F238E27FC236}">
                    <a16:creationId xmlns:a16="http://schemas.microsoft.com/office/drawing/2014/main" id="{7C70C941-16ED-245A-85CC-AA3C16F6B3A8}"/>
                  </a:ext>
                </a:extLst>
              </p:cNvPr>
              <p:cNvSpPr/>
              <p:nvPr/>
            </p:nvSpPr>
            <p:spPr>
              <a:xfrm>
                <a:off x="8316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6" name="文本框 395">
                    <a:extLst>
                      <a:ext uri="{FF2B5EF4-FFF2-40B4-BE49-F238E27FC236}">
                        <a16:creationId xmlns:a16="http://schemas.microsoft.com/office/drawing/2014/main" id="{2A20B9FF-669E-5ED5-3EF9-EB04C0CFFFB5}"/>
                      </a:ext>
                    </a:extLst>
                  </p:cNvPr>
                  <p:cNvSpPr txBox="1"/>
                  <p:nvPr/>
                </p:nvSpPr>
                <p:spPr>
                  <a:xfrm>
                    <a:off x="6300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6" name="文本框 395">
                    <a:extLst>
                      <a:ext uri="{FF2B5EF4-FFF2-40B4-BE49-F238E27FC236}">
                        <a16:creationId xmlns:a16="http://schemas.microsoft.com/office/drawing/2014/main" id="{2A20B9FF-669E-5ED5-3EF9-EB04C0CFFF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0000" y="3096000"/>
                    <a:ext cx="360000" cy="430887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7" name="文本框 396">
                    <a:extLst>
                      <a:ext uri="{FF2B5EF4-FFF2-40B4-BE49-F238E27FC236}">
                        <a16:creationId xmlns:a16="http://schemas.microsoft.com/office/drawing/2014/main" id="{170DAF13-116A-58F7-7A10-0D241009E690}"/>
                      </a:ext>
                    </a:extLst>
                  </p:cNvPr>
                  <p:cNvSpPr txBox="1"/>
                  <p:nvPr/>
                </p:nvSpPr>
                <p:spPr>
                  <a:xfrm>
                    <a:off x="7308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7" name="文本框 396">
                    <a:extLst>
                      <a:ext uri="{FF2B5EF4-FFF2-40B4-BE49-F238E27FC236}">
                        <a16:creationId xmlns:a16="http://schemas.microsoft.com/office/drawing/2014/main" id="{170DAF13-116A-58F7-7A10-0D241009E6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8000" y="3096000"/>
                    <a:ext cx="360000" cy="430887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D8E00102-FD4A-1489-BEEB-AC59FB8F4C36}"/>
                      </a:ext>
                    </a:extLst>
                  </p:cNvPr>
                  <p:cNvSpPr txBox="1"/>
                  <p:nvPr/>
                </p:nvSpPr>
                <p:spPr>
                  <a:xfrm>
                    <a:off x="8316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D8E00102-FD4A-1489-BEEB-AC59FB8F4C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6000" y="3096000"/>
                    <a:ext cx="360000" cy="430887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9E9FC10A-A285-045F-988E-0170EFDC5F3D}"/>
                  </a:ext>
                </a:extLst>
              </p:cNvPr>
              <p:cNvSpPr txBox="1"/>
              <p:nvPr/>
            </p:nvSpPr>
            <p:spPr>
              <a:xfrm>
                <a:off x="7920000" y="4500000"/>
                <a:ext cx="4140000" cy="20905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=0,⋯,3</m:t>
                    </m:r>
                  </m:oMath>
                </a14:m>
                <a:endParaRPr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9E9FC10A-A285-045F-988E-0170EFDC5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0" y="4500000"/>
                <a:ext cx="4140000" cy="2090509"/>
              </a:xfrm>
              <a:prstGeom prst="rect">
                <a:avLst/>
              </a:prstGeom>
              <a:blipFill>
                <a:blip r:embed="rId45"/>
                <a:stretch>
                  <a:fillRect t="-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2954A47C-0329-4086-C42F-959BDFADCE45}"/>
                  </a:ext>
                </a:extLst>
              </p:cNvPr>
              <p:cNvSpPr txBox="1"/>
              <p:nvPr/>
            </p:nvSpPr>
            <p:spPr>
              <a:xfrm>
                <a:off x="8280000" y="3240000"/>
                <a:ext cx="3600000" cy="79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接反相端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接同相端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2954A47C-0329-4086-C42F-959BDFADC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000" y="3240000"/>
                <a:ext cx="3600000" cy="792000"/>
              </a:xfrm>
              <a:prstGeom prst="rect">
                <a:avLst/>
              </a:prstGeom>
              <a:blipFill>
                <a:blip r:embed="rId46"/>
                <a:stretch>
                  <a:fillRect l="-2876" t="-11538" b="-1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4" name="组合 433">
            <a:extLst>
              <a:ext uri="{FF2B5EF4-FFF2-40B4-BE49-F238E27FC236}">
                <a16:creationId xmlns:a16="http://schemas.microsoft.com/office/drawing/2014/main" id="{6DB6F73A-576C-CFA3-8013-9337375D5C82}"/>
              </a:ext>
            </a:extLst>
          </p:cNvPr>
          <p:cNvGrpSpPr/>
          <p:nvPr/>
        </p:nvGrpSpPr>
        <p:grpSpPr>
          <a:xfrm>
            <a:off x="792000" y="5292000"/>
            <a:ext cx="4968000" cy="1440000"/>
            <a:chOff x="792000" y="5292000"/>
            <a:chExt cx="4968000" cy="14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C043B179-EBA1-DDC6-BD2E-1942E6D6FE9F}"/>
                    </a:ext>
                  </a:extLst>
                </p:cNvPr>
                <p:cNvSpPr txBox="1"/>
                <p:nvPr/>
              </p:nvSpPr>
              <p:spPr>
                <a:xfrm>
                  <a:off x="4032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C043B179-EBA1-DDC6-BD2E-1942E6D6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000" y="5292000"/>
                  <a:ext cx="360000" cy="57600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86D4C506-C33A-A416-C49B-3F7466A45216}"/>
                    </a:ext>
                  </a:extLst>
                </p:cNvPr>
                <p:cNvSpPr txBox="1"/>
                <p:nvPr/>
              </p:nvSpPr>
              <p:spPr>
                <a:xfrm>
                  <a:off x="5040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86D4C506-C33A-A416-C49B-3F7466A45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000" y="5292000"/>
                  <a:ext cx="360000" cy="57600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AB211B84-194B-3014-410C-FD230899BC8D}"/>
                    </a:ext>
                  </a:extLst>
                </p:cNvPr>
                <p:cNvSpPr txBox="1"/>
                <p:nvPr/>
              </p:nvSpPr>
              <p:spPr>
                <a:xfrm>
                  <a:off x="3024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AB211B84-194B-3014-410C-FD230899B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5292000"/>
                  <a:ext cx="360000" cy="576000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9B48F6D0-3FD5-069D-3B48-EE2997DBEE1A}"/>
                    </a:ext>
                  </a:extLst>
                </p:cNvPr>
                <p:cNvSpPr txBox="1"/>
                <p:nvPr/>
              </p:nvSpPr>
              <p:spPr>
                <a:xfrm>
                  <a:off x="2016000" y="5292000"/>
                  <a:ext cx="432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9B48F6D0-3FD5-069D-3B48-EE2997DBE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000" y="5292000"/>
                  <a:ext cx="432000" cy="57600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E9EE5EF3-DDF9-1E9C-CEB7-981715C5A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31B2A8F9-FE0C-529F-B201-6E1083DAFDB9}"/>
                    </a:ext>
                  </a:extLst>
                </p:cNvPr>
                <p:cNvSpPr txBox="1"/>
                <p:nvPr/>
              </p:nvSpPr>
              <p:spPr>
                <a:xfrm>
                  <a:off x="5400000" y="6336000"/>
                  <a:ext cx="360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31B2A8F9-FE0C-529F-B201-6E1083DAF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0" y="6336000"/>
                  <a:ext cx="360000" cy="39600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2B6E96D4-F290-3D4C-87B4-CBD2769E2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542D089C-E639-2D8D-291A-A674EEF5BDAC}"/>
                    </a:ext>
                  </a:extLst>
                </p:cNvPr>
                <p:cNvSpPr txBox="1"/>
                <p:nvPr/>
              </p:nvSpPr>
              <p:spPr>
                <a:xfrm>
                  <a:off x="432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542D089C-E639-2D8D-291A-A674EEF5B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000" y="6336000"/>
                  <a:ext cx="612000" cy="396000"/>
                </a:xfrm>
                <a:prstGeom prst="rect">
                  <a:avLst/>
                </a:prstGeom>
                <a:blipFill>
                  <a:blip r:embed="rId52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FADC6EF9-AACA-85CF-5355-CB11F53F2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C1703A0B-D533-0B3C-4199-C2FFAAC5F783}"/>
                    </a:ext>
                  </a:extLst>
                </p:cNvPr>
                <p:cNvSpPr txBox="1"/>
                <p:nvPr/>
              </p:nvSpPr>
              <p:spPr>
                <a:xfrm>
                  <a:off x="324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/4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C1703A0B-D533-0B3C-4199-C2FFAAC5F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000" y="6336000"/>
                  <a:ext cx="612000" cy="396000"/>
                </a:xfrm>
                <a:prstGeom prst="rect">
                  <a:avLst/>
                </a:prstGeom>
                <a:blipFill>
                  <a:blip r:embed="rId53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5471F1D4-E317-C80A-793A-76EE4473E2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90DE2BC9-A1DE-E3A6-F23F-541D63855DD6}"/>
                    </a:ext>
                  </a:extLst>
                </p:cNvPr>
                <p:cNvSpPr txBox="1"/>
                <p:nvPr/>
              </p:nvSpPr>
              <p:spPr>
                <a:xfrm>
                  <a:off x="216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90DE2BC9-A1DE-E3A6-F23F-541D63855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6336000"/>
                  <a:ext cx="612000" cy="396000"/>
                </a:xfrm>
                <a:prstGeom prst="rect">
                  <a:avLst/>
                </a:prstGeom>
                <a:blipFill>
                  <a:blip r:embed="rId54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34022BF3-F662-2330-FC30-100AC183A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A3704248-D2F9-2BD9-BD19-11DD3687717F}"/>
                    </a:ext>
                  </a:extLst>
                </p:cNvPr>
                <p:cNvSpPr txBox="1"/>
                <p:nvPr/>
              </p:nvSpPr>
              <p:spPr>
                <a:xfrm>
                  <a:off x="1079999" y="6336000"/>
                  <a:ext cx="75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/16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A3704248-D2F9-2BD9-BD19-11DD36877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99" y="6336000"/>
                  <a:ext cx="756000" cy="396000"/>
                </a:xfrm>
                <a:prstGeom prst="rect">
                  <a:avLst/>
                </a:prstGeom>
                <a:blipFill>
                  <a:blip r:embed="rId55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DD805179-BDD0-7F78-ABBF-6274A24C5C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2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01B7CE93-7B88-1F92-BB6B-B7E11C6558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0351B7BE-7799-9730-9E77-4719F05F2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8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C2DDB83E-FEC4-AE1E-D50F-660FF98BA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1AD72F74-0C2B-1A1C-58AC-68FE90960457}"/>
                  </a:ext>
                </a:extLst>
              </p:cNvPr>
              <p:cNvSpPr txBox="1"/>
              <p:nvPr/>
            </p:nvSpPr>
            <p:spPr>
              <a:xfrm>
                <a:off x="5760000" y="5220000"/>
                <a:ext cx="1080000" cy="54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1AD72F74-0C2B-1A1C-58AC-68FE90960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0" y="5220000"/>
                <a:ext cx="1080000" cy="54000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89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/>
      <p:bldP spid="4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F9BE-5292-D93B-E1F5-0D5C32E9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F36A2-1284-76FE-1A8B-1F270077D4C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倒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形电阻网络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C99748-EED0-9EF3-6513-6C27B871FA6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FB6C06E-3565-10E2-9725-DD6DB3470FB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7770353-286B-488A-96D3-3BEE41B1452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775EA5D-5054-6EE8-3DD9-4A9F05B8284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1FC8B3B1-32BC-A5D5-EFC8-DF2233125AC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EEB49CA-8BAB-4989-1262-7C1E9D7E2E34}"/>
                  </a:ext>
                </a:extLst>
              </p:cNvPr>
              <p:cNvSpPr txBox="1"/>
              <p:nvPr/>
            </p:nvSpPr>
            <p:spPr>
              <a:xfrm>
                <a:off x="359993" y="828000"/>
                <a:ext cx="5070989" cy="2055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倒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形电阻网络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只有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两种电阻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不管开关如何设置，电阻网络的电特性不变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EEB49CA-8BAB-4989-1262-7C1E9D7E2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3" y="828000"/>
                <a:ext cx="5070989" cy="2055306"/>
              </a:xfrm>
              <a:prstGeom prst="rect">
                <a:avLst/>
              </a:prstGeom>
              <a:blipFill>
                <a:blip r:embed="rId3"/>
                <a:stretch>
                  <a:fillRect l="-2163" t="-1187" r="-1683" b="-5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6" name="组合 305">
            <a:extLst>
              <a:ext uri="{FF2B5EF4-FFF2-40B4-BE49-F238E27FC236}">
                <a16:creationId xmlns:a16="http://schemas.microsoft.com/office/drawing/2014/main" id="{7C95CBB3-3E1E-1B64-5047-179C18232912}"/>
              </a:ext>
            </a:extLst>
          </p:cNvPr>
          <p:cNvGrpSpPr/>
          <p:nvPr/>
        </p:nvGrpSpPr>
        <p:grpSpPr>
          <a:xfrm>
            <a:off x="360000" y="2700000"/>
            <a:ext cx="7632000" cy="3744000"/>
            <a:chOff x="360000" y="2520000"/>
            <a:chExt cx="7632000" cy="374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DDA869CE-D359-9326-1A49-F13348012A3E}"/>
                    </a:ext>
                  </a:extLst>
                </p:cNvPr>
                <p:cNvSpPr txBox="1"/>
                <p:nvPr/>
              </p:nvSpPr>
              <p:spPr>
                <a:xfrm>
                  <a:off x="1260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DDA869CE-D359-9326-1A49-F13348012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000" y="3708000"/>
                  <a:ext cx="396000" cy="396000"/>
                </a:xfrm>
                <a:prstGeom prst="rect">
                  <a:avLst/>
                </a:prstGeom>
                <a:blipFill>
                  <a:blip r:embed="rId4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96FDE6D3-3384-25EE-B1D8-0CE4B424FCAF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4194000"/>
              <a:ext cx="52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482B81D1-82A0-9B2B-7563-14F4AFEFA4FC}"/>
                </a:ext>
              </a:extLst>
            </p:cNvPr>
            <p:cNvCxnSpPr>
              <a:cxnSpLocks/>
            </p:cNvCxnSpPr>
            <p:nvPr/>
          </p:nvCxnSpPr>
          <p:spPr>
            <a:xfrm>
              <a:off x="1710000" y="3582000"/>
              <a:ext cx="439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6E72D66-6AA2-A80A-3AAB-38E99CBC19F0}"/>
                    </a:ext>
                  </a:extLst>
                </p:cNvPr>
                <p:cNvSpPr txBox="1"/>
                <p:nvPr/>
              </p:nvSpPr>
              <p:spPr>
                <a:xfrm>
                  <a:off x="7524000" y="3492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6E72D66-6AA2-A80A-3AAB-38E99CBC19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00" y="3492000"/>
                  <a:ext cx="468000" cy="396000"/>
                </a:xfrm>
                <a:prstGeom prst="rect">
                  <a:avLst/>
                </a:prstGeom>
                <a:blipFill>
                  <a:blip r:embed="rId5"/>
                  <a:stretch>
                    <a:fillRect l="-2597" r="-1299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等腰三角形 62">
              <a:extLst>
                <a:ext uri="{FF2B5EF4-FFF2-40B4-BE49-F238E27FC236}">
                  <a16:creationId xmlns:a16="http://schemas.microsoft.com/office/drawing/2014/main" id="{7DB89A46-B914-E406-0B48-A0E234E6FA73}"/>
                </a:ext>
              </a:extLst>
            </p:cNvPr>
            <p:cNvSpPr/>
            <p:nvPr/>
          </p:nvSpPr>
          <p:spPr>
            <a:xfrm rot="5400000">
              <a:off x="5976000" y="3348000"/>
              <a:ext cx="1260000" cy="108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FF8CBD5-AA71-334A-E352-F08F710E2E78}"/>
                    </a:ext>
                  </a:extLst>
                </p:cNvPr>
                <p:cNvSpPr txBox="1"/>
                <p:nvPr/>
              </p:nvSpPr>
              <p:spPr>
                <a:xfrm flipH="1">
                  <a:off x="5976000" y="334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FF8CBD5-AA71-334A-E352-F08F710E2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76000" y="3348000"/>
                  <a:ext cx="540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8BA54AC-D300-BAB3-CBA0-8C9ED4E00477}"/>
                </a:ext>
              </a:extLst>
            </p:cNvPr>
            <p:cNvSpPr txBox="1"/>
            <p:nvPr/>
          </p:nvSpPr>
          <p:spPr>
            <a:xfrm>
              <a:off x="6372000" y="3672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286E74F3-25FC-2277-28A1-A6294D3B6D66}"/>
                </a:ext>
              </a:extLst>
            </p:cNvPr>
            <p:cNvSpPr/>
            <p:nvPr/>
          </p:nvSpPr>
          <p:spPr>
            <a:xfrm>
              <a:off x="5562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D913706-D656-48B7-34E4-9387105BE002}"/>
                    </a:ext>
                  </a:extLst>
                </p:cNvPr>
                <p:cNvSpPr txBox="1"/>
                <p:nvPr/>
              </p:nvSpPr>
              <p:spPr>
                <a:xfrm>
                  <a:off x="6336000" y="3060000"/>
                  <a:ext cx="50399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D913706-D656-48B7-34E4-9387105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000" y="3060000"/>
                  <a:ext cx="50399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0F9F05A7-52F1-3572-A3F3-8FB6059848DD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2916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486E81B-06F0-AF15-B397-7D881122BB09}"/>
                    </a:ext>
                  </a:extLst>
                </p:cNvPr>
                <p:cNvSpPr txBox="1"/>
                <p:nvPr/>
              </p:nvSpPr>
              <p:spPr>
                <a:xfrm>
                  <a:off x="5580000" y="2520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486E81B-06F0-AF15-B397-7D881122B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2520000"/>
                  <a:ext cx="396000" cy="396000"/>
                </a:xfrm>
                <a:prstGeom prst="rect">
                  <a:avLst/>
                </a:prstGeom>
                <a:blipFill>
                  <a:blip r:embed="rId8"/>
                  <a:stretch>
                    <a:fillRect l="-7692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1A6DB248-B6F5-85D5-0EB8-DEDB1AD9DDB0}"/>
                    </a:ext>
                  </a:extLst>
                </p:cNvPr>
                <p:cNvSpPr txBox="1"/>
                <p:nvPr/>
              </p:nvSpPr>
              <p:spPr>
                <a:xfrm flipH="1">
                  <a:off x="5976000" y="396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1A6DB248-B6F5-85D5-0EB8-DEDB1AD9DD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76000" y="3960000"/>
                  <a:ext cx="540000" cy="432000"/>
                </a:xfrm>
                <a:prstGeom prst="rect">
                  <a:avLst/>
                </a:prstGeom>
                <a:blipFill>
                  <a:blip r:embed="rId9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4A35CE77-FC4D-71D6-0564-A12A13FA92D9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3888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7354477A-723E-B89D-9864-7482D2B02F5D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3024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5D16E910-9101-CDF2-BA33-B4CABA89483E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3024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94FF934C-70FD-C867-DBDB-1C1E231A3429}"/>
                </a:ext>
              </a:extLst>
            </p:cNvPr>
            <p:cNvCxnSpPr>
              <a:cxnSpLocks/>
            </p:cNvCxnSpPr>
            <p:nvPr/>
          </p:nvCxnSpPr>
          <p:spPr>
            <a:xfrm>
              <a:off x="7416000" y="3024000"/>
              <a:ext cx="0" cy="86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8D1C94A9-EBA9-16DC-6EA2-F97778676AD1}"/>
                </a:ext>
              </a:extLst>
            </p:cNvPr>
            <p:cNvSpPr/>
            <p:nvPr/>
          </p:nvSpPr>
          <p:spPr>
            <a:xfrm>
              <a:off x="7362000" y="383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F89EC510-F7F9-B55A-CBA0-F556331E1EA4}"/>
                </a:ext>
              </a:extLst>
            </p:cNvPr>
            <p:cNvSpPr/>
            <p:nvPr/>
          </p:nvSpPr>
          <p:spPr>
            <a:xfrm>
              <a:off x="5562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87593BD-68CF-5730-47FD-73DD4749E09C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421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2BB8A8AD-D414-9AE6-AABA-F5A199195D13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00" y="4788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E2F430E-5F89-CF8C-230C-5ACF1D527943}"/>
                </a:ext>
              </a:extLst>
            </p:cNvPr>
            <p:cNvSpPr/>
            <p:nvPr/>
          </p:nvSpPr>
          <p:spPr>
            <a:xfrm>
              <a:off x="6336000" y="295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0591304C-17FD-77D0-1F39-2FA951C8D76B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5868000"/>
              <a:ext cx="482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3165677-E538-43A1-F1CD-E224455247E5}"/>
                </a:ext>
              </a:extLst>
            </p:cNvPr>
            <p:cNvCxnSpPr>
              <a:cxnSpLocks/>
            </p:cNvCxnSpPr>
            <p:nvPr/>
          </p:nvCxnSpPr>
          <p:spPr>
            <a:xfrm>
              <a:off x="5094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095F576E-F151-B9D6-3EC5-9651D20A192D}"/>
                </a:ext>
              </a:extLst>
            </p:cNvPr>
            <p:cNvCxnSpPr>
              <a:cxnSpLocks/>
            </p:cNvCxnSpPr>
            <p:nvPr/>
          </p:nvCxnSpPr>
          <p:spPr>
            <a:xfrm>
              <a:off x="4734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7EB050DA-AA78-EFD2-4A8D-7CA35134A77A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0C7190F1-ED62-97B6-6680-904A7927759D}"/>
                </a:ext>
              </a:extLst>
            </p:cNvPr>
            <p:cNvSpPr/>
            <p:nvPr/>
          </p:nvSpPr>
          <p:spPr>
            <a:xfrm>
              <a:off x="4680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F43C3C9F-1ABC-B238-5730-E329AECD3F1A}"/>
                </a:ext>
              </a:extLst>
            </p:cNvPr>
            <p:cNvCxnSpPr>
              <a:cxnSpLocks/>
            </p:cNvCxnSpPr>
            <p:nvPr/>
          </p:nvCxnSpPr>
          <p:spPr>
            <a:xfrm>
              <a:off x="4914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7D2758B-9F13-48F9-0A87-9EA585626F14}"/>
                </a:ext>
              </a:extLst>
            </p:cNvPr>
            <p:cNvSpPr/>
            <p:nvPr/>
          </p:nvSpPr>
          <p:spPr>
            <a:xfrm>
              <a:off x="4842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98D370C2-3951-E30E-8B6B-FEB2EA4E5D37}"/>
                </a:ext>
              </a:extLst>
            </p:cNvPr>
            <p:cNvSpPr/>
            <p:nvPr/>
          </p:nvSpPr>
          <p:spPr>
            <a:xfrm>
              <a:off x="4860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7FB4B6A0-0699-DC9B-43EB-F4ECC8922055}"/>
                </a:ext>
              </a:extLst>
            </p:cNvPr>
            <p:cNvCxnSpPr>
              <a:cxnSpLocks/>
            </p:cNvCxnSpPr>
            <p:nvPr/>
          </p:nvCxnSpPr>
          <p:spPr>
            <a:xfrm>
              <a:off x="4086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49A899EF-283C-0656-3905-66BF64B306F5}"/>
                </a:ext>
              </a:extLst>
            </p:cNvPr>
            <p:cNvCxnSpPr>
              <a:cxnSpLocks/>
            </p:cNvCxnSpPr>
            <p:nvPr/>
          </p:nvCxnSpPr>
          <p:spPr>
            <a:xfrm>
              <a:off x="3726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B4A0F730-D89A-2F55-E3DD-4C2A9341C5F0}"/>
                </a:ext>
              </a:extLst>
            </p:cNvPr>
            <p:cNvSpPr/>
            <p:nvPr/>
          </p:nvSpPr>
          <p:spPr>
            <a:xfrm>
              <a:off x="4032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B23F6EBB-2BC4-7A80-0B40-BBC9557957E8}"/>
                </a:ext>
              </a:extLst>
            </p:cNvPr>
            <p:cNvSpPr/>
            <p:nvPr/>
          </p:nvSpPr>
          <p:spPr>
            <a:xfrm>
              <a:off x="3672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4C6F3AE6-27AF-39DC-FBA9-7B3F07ACE005}"/>
                </a:ext>
              </a:extLst>
            </p:cNvPr>
            <p:cNvCxnSpPr>
              <a:cxnSpLocks/>
            </p:cNvCxnSpPr>
            <p:nvPr/>
          </p:nvCxnSpPr>
          <p:spPr>
            <a:xfrm>
              <a:off x="3906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91ED5ED0-1C7A-7750-E388-6966EEAB6EF2}"/>
                </a:ext>
              </a:extLst>
            </p:cNvPr>
            <p:cNvSpPr/>
            <p:nvPr/>
          </p:nvSpPr>
          <p:spPr>
            <a:xfrm>
              <a:off x="3834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F7782FE8-3178-8907-0AA5-8BBDE81A8077}"/>
                </a:ext>
              </a:extLst>
            </p:cNvPr>
            <p:cNvSpPr/>
            <p:nvPr/>
          </p:nvSpPr>
          <p:spPr>
            <a:xfrm>
              <a:off x="3852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4D3EBD8-13F6-4DB7-1235-615548091406}"/>
                </a:ext>
              </a:extLst>
            </p:cNvPr>
            <p:cNvCxnSpPr>
              <a:cxnSpLocks/>
            </p:cNvCxnSpPr>
            <p:nvPr/>
          </p:nvCxnSpPr>
          <p:spPr>
            <a:xfrm>
              <a:off x="3078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DFD09A24-4522-A4D9-5065-959C859A1880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8412246D-02F1-B8DE-A63C-55C6AC13DB56}"/>
                </a:ext>
              </a:extLst>
            </p:cNvPr>
            <p:cNvSpPr/>
            <p:nvPr/>
          </p:nvSpPr>
          <p:spPr>
            <a:xfrm>
              <a:off x="3024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C44BF70A-F217-3F60-E34C-13E354DD3439}"/>
                </a:ext>
              </a:extLst>
            </p:cNvPr>
            <p:cNvSpPr/>
            <p:nvPr/>
          </p:nvSpPr>
          <p:spPr>
            <a:xfrm>
              <a:off x="2664000" y="352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948A30D4-359C-1664-0526-0CFB02C249C5}"/>
                </a:ext>
              </a:extLst>
            </p:cNvPr>
            <p:cNvCxnSpPr>
              <a:cxnSpLocks/>
            </p:cNvCxnSpPr>
            <p:nvPr/>
          </p:nvCxnSpPr>
          <p:spPr>
            <a:xfrm>
              <a:off x="2898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CFBFCEA7-C0DE-A1DF-5842-82C033C2DC53}"/>
                </a:ext>
              </a:extLst>
            </p:cNvPr>
            <p:cNvSpPr/>
            <p:nvPr/>
          </p:nvSpPr>
          <p:spPr>
            <a:xfrm>
              <a:off x="2826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4F176BC4-857E-809E-5C3E-B5D56BDE5846}"/>
                </a:ext>
              </a:extLst>
            </p:cNvPr>
            <p:cNvSpPr/>
            <p:nvPr/>
          </p:nvSpPr>
          <p:spPr>
            <a:xfrm>
              <a:off x="2844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4D39ACE9-7B4D-7305-FC92-B57A05A3C254}"/>
                </a:ext>
              </a:extLst>
            </p:cNvPr>
            <p:cNvCxnSpPr>
              <a:cxnSpLocks/>
            </p:cNvCxnSpPr>
            <p:nvPr/>
          </p:nvCxnSpPr>
          <p:spPr>
            <a:xfrm>
              <a:off x="2070000" y="419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F3C4BD2B-31D5-A834-0653-365DA243C29A}"/>
                </a:ext>
              </a:extLst>
            </p:cNvPr>
            <p:cNvCxnSpPr>
              <a:cxnSpLocks/>
            </p:cNvCxnSpPr>
            <p:nvPr/>
          </p:nvCxnSpPr>
          <p:spPr>
            <a:xfrm>
              <a:off x="1710000" y="358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0874E114-14AD-1811-6526-1D91383C9710}"/>
                </a:ext>
              </a:extLst>
            </p:cNvPr>
            <p:cNvSpPr/>
            <p:nvPr/>
          </p:nvSpPr>
          <p:spPr>
            <a:xfrm>
              <a:off x="2016000" y="41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CD0ABBC4-90A0-1FEF-AB08-A0FB295A43F0}"/>
                </a:ext>
              </a:extLst>
            </p:cNvPr>
            <p:cNvCxnSpPr>
              <a:cxnSpLocks/>
            </p:cNvCxnSpPr>
            <p:nvPr/>
          </p:nvCxnSpPr>
          <p:spPr>
            <a:xfrm>
              <a:off x="1890000" y="489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9B6A419B-46D7-0A64-C02A-2AED05437AA4}"/>
                </a:ext>
              </a:extLst>
            </p:cNvPr>
            <p:cNvSpPr/>
            <p:nvPr/>
          </p:nvSpPr>
          <p:spPr>
            <a:xfrm>
              <a:off x="1818000" y="514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A42ABB0C-82C1-7EDE-6480-5D9D52BE6971}"/>
                </a:ext>
              </a:extLst>
            </p:cNvPr>
            <p:cNvSpPr/>
            <p:nvPr/>
          </p:nvSpPr>
          <p:spPr>
            <a:xfrm>
              <a:off x="1836000" y="58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181DBF15-8628-1B76-C4D4-DFFBE06D79A3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" y="4194000"/>
              <a:ext cx="0" cy="167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0F7A398A-0817-0B8A-3F0C-6710CCE6525F}"/>
                </a:ext>
              </a:extLst>
            </p:cNvPr>
            <p:cNvSpPr/>
            <p:nvPr/>
          </p:nvSpPr>
          <p:spPr>
            <a:xfrm>
              <a:off x="810000" y="4824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69B3B20F-910C-E4CB-13FE-5D391F76F8EC}"/>
                    </a:ext>
                  </a:extLst>
                </p:cNvPr>
                <p:cNvSpPr txBox="1"/>
                <p:nvPr/>
              </p:nvSpPr>
              <p:spPr>
                <a:xfrm>
                  <a:off x="360000" y="4896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69B3B20F-910C-E4CB-13FE-5D391F76F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896000"/>
                  <a:ext cx="503998" cy="360000"/>
                </a:xfrm>
                <a:prstGeom prst="rect">
                  <a:avLst/>
                </a:prstGeom>
                <a:blipFill>
                  <a:blip r:embed="rId10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04C3D44A-A53C-A44F-5C67-1BA1CB8869A9}"/>
                    </a:ext>
                  </a:extLst>
                </p:cNvPr>
                <p:cNvSpPr txBox="1"/>
                <p:nvPr/>
              </p:nvSpPr>
              <p:spPr>
                <a:xfrm>
                  <a:off x="1368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04C3D44A-A53C-A44F-5C67-1BA1CB886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8000" y="5220000"/>
                  <a:ext cx="503998" cy="360000"/>
                </a:xfrm>
                <a:prstGeom prst="rect">
                  <a:avLst/>
                </a:prstGeom>
                <a:blipFill>
                  <a:blip r:embed="rId11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D9478246-B3A3-A38C-70DF-BD02D6996F5A}"/>
                    </a:ext>
                  </a:extLst>
                </p:cNvPr>
                <p:cNvSpPr txBox="1"/>
                <p:nvPr/>
              </p:nvSpPr>
              <p:spPr>
                <a:xfrm>
                  <a:off x="2376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D9478246-B3A3-A38C-70DF-BD02D6996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220000"/>
                  <a:ext cx="503998" cy="360000"/>
                </a:xfrm>
                <a:prstGeom prst="rect">
                  <a:avLst/>
                </a:prstGeom>
                <a:blipFill>
                  <a:blip r:embed="rId12"/>
                  <a:stretch>
                    <a:fillRect l="-8537" r="-7317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0D638814-7DA0-BEB1-1CF3-06EE1B1A877F}"/>
                    </a:ext>
                  </a:extLst>
                </p:cNvPr>
                <p:cNvSpPr txBox="1"/>
                <p:nvPr/>
              </p:nvSpPr>
              <p:spPr>
                <a:xfrm>
                  <a:off x="3384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0D638814-7DA0-BEB1-1CF3-06EE1B1A8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4000" y="5220000"/>
                  <a:ext cx="503998" cy="360000"/>
                </a:xfrm>
                <a:prstGeom prst="rect">
                  <a:avLst/>
                </a:prstGeom>
                <a:blipFill>
                  <a:blip r:embed="rId13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9DCEA63-424E-2D6B-97D0-DE9092CF73C7}"/>
                    </a:ext>
                  </a:extLst>
                </p:cNvPr>
                <p:cNvSpPr txBox="1"/>
                <p:nvPr/>
              </p:nvSpPr>
              <p:spPr>
                <a:xfrm>
                  <a:off x="4392000" y="522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19DCEA63-424E-2D6B-97D0-DE9092CF7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5220000"/>
                  <a:ext cx="503998" cy="360000"/>
                </a:xfrm>
                <a:prstGeom prst="rect">
                  <a:avLst/>
                </a:prstGeom>
                <a:blipFill>
                  <a:blip r:embed="rId14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23FA4944-B174-18EE-5E1B-8BD0ED9CBBF9}"/>
                </a:ext>
              </a:extLst>
            </p:cNvPr>
            <p:cNvSpPr/>
            <p:nvPr/>
          </p:nvSpPr>
          <p:spPr>
            <a:xfrm>
              <a:off x="1836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A6F432C5-283F-3E51-48B8-DC0BC811E292}"/>
                </a:ext>
              </a:extLst>
            </p:cNvPr>
            <p:cNvSpPr/>
            <p:nvPr/>
          </p:nvSpPr>
          <p:spPr>
            <a:xfrm>
              <a:off x="2844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8F55E7DC-5166-B7A2-27F0-BAC45834DCFD}"/>
                </a:ext>
              </a:extLst>
            </p:cNvPr>
            <p:cNvSpPr/>
            <p:nvPr/>
          </p:nvSpPr>
          <p:spPr>
            <a:xfrm>
              <a:off x="3852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419AC828-BD4E-0E7A-41A4-58A2CC2A5961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EF6E1E07-A137-11B8-A38A-4DC4D963C038}"/>
                </a:ext>
              </a:extLst>
            </p:cNvPr>
            <p:cNvCxnSpPr>
              <a:cxnSpLocks/>
            </p:cNvCxnSpPr>
            <p:nvPr/>
          </p:nvCxnSpPr>
          <p:spPr>
            <a:xfrm>
              <a:off x="1692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EBB716BC-AFF5-F26F-675D-F85910C93831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3A5AE897-47AD-430A-7BEC-8110D2FDB40B}"/>
                </a:ext>
              </a:extLst>
            </p:cNvPr>
            <p:cNvCxnSpPr>
              <a:cxnSpLocks/>
            </p:cNvCxnSpPr>
            <p:nvPr/>
          </p:nvCxnSpPr>
          <p:spPr>
            <a:xfrm>
              <a:off x="3708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085F0A5A-8A10-7016-87EA-0112933618DA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00" y="453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58E69A51-38E5-4EA7-F7DC-318A68E7CACA}"/>
                </a:ext>
              </a:extLst>
            </p:cNvPr>
            <p:cNvSpPr/>
            <p:nvPr/>
          </p:nvSpPr>
          <p:spPr>
            <a:xfrm>
              <a:off x="2142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D1E6AEFE-11BB-D9F2-E373-E011457B18CB}"/>
                </a:ext>
              </a:extLst>
            </p:cNvPr>
            <p:cNvSpPr/>
            <p:nvPr/>
          </p:nvSpPr>
          <p:spPr>
            <a:xfrm>
              <a:off x="3150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D16F024E-C477-80D7-6505-1BBA20CF6E80}"/>
                </a:ext>
              </a:extLst>
            </p:cNvPr>
            <p:cNvSpPr/>
            <p:nvPr/>
          </p:nvSpPr>
          <p:spPr>
            <a:xfrm>
              <a:off x="4158000" y="579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5F8D87BF-4642-6AB0-EA4B-047DCCD8C09E}"/>
                    </a:ext>
                  </a:extLst>
                </p:cNvPr>
                <p:cNvSpPr txBox="1"/>
                <p:nvPr/>
              </p:nvSpPr>
              <p:spPr>
                <a:xfrm>
                  <a:off x="2142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5F8D87BF-4642-6AB0-EA4B-047DCCD8C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000" y="5904000"/>
                  <a:ext cx="503998" cy="360000"/>
                </a:xfrm>
                <a:prstGeom prst="rect">
                  <a:avLst/>
                </a:prstGeom>
                <a:blipFill>
                  <a:blip r:embed="rId15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B026944A-DE77-77EF-9C0C-034568AF9B18}"/>
                    </a:ext>
                  </a:extLst>
                </p:cNvPr>
                <p:cNvSpPr txBox="1"/>
                <p:nvPr/>
              </p:nvSpPr>
              <p:spPr>
                <a:xfrm>
                  <a:off x="3150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B026944A-DE77-77EF-9C0C-034568AF9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000" y="5904000"/>
                  <a:ext cx="503998" cy="360000"/>
                </a:xfrm>
                <a:prstGeom prst="rect">
                  <a:avLst/>
                </a:prstGeom>
                <a:blipFill>
                  <a:blip r:embed="rId16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489F0ED9-3AE1-03B4-7997-906186349B22}"/>
                    </a:ext>
                  </a:extLst>
                </p:cNvPr>
                <p:cNvSpPr txBox="1"/>
                <p:nvPr/>
              </p:nvSpPr>
              <p:spPr>
                <a:xfrm>
                  <a:off x="4158000" y="590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489F0ED9-3AE1-03B4-7997-906186349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000" y="5904000"/>
                  <a:ext cx="503998" cy="360000"/>
                </a:xfrm>
                <a:prstGeom prst="rect">
                  <a:avLst/>
                </a:prstGeom>
                <a:blipFill>
                  <a:blip r:embed="rId17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951CA4F5-8FBC-6779-0157-EF4D8BB0E72D}"/>
                    </a:ext>
                  </a:extLst>
                </p:cNvPr>
                <p:cNvSpPr txBox="1"/>
                <p:nvPr/>
              </p:nvSpPr>
              <p:spPr>
                <a:xfrm>
                  <a:off x="1440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951CA4F5-8FBC-6779-0157-EF4D8BB0E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000" y="4536000"/>
                  <a:ext cx="396000" cy="396000"/>
                </a:xfrm>
                <a:prstGeom prst="rect">
                  <a:avLst/>
                </a:prstGeom>
                <a:blipFill>
                  <a:blip r:embed="rId18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D4FDAE86-B639-5F10-6ED4-7C18D22CC952}"/>
                    </a:ext>
                  </a:extLst>
                </p:cNvPr>
                <p:cNvSpPr txBox="1"/>
                <p:nvPr/>
              </p:nvSpPr>
              <p:spPr>
                <a:xfrm>
                  <a:off x="2448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D4FDAE86-B639-5F10-6ED4-7C18D22CC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000" y="4536000"/>
                  <a:ext cx="396000" cy="396000"/>
                </a:xfrm>
                <a:prstGeom prst="rect">
                  <a:avLst/>
                </a:prstGeom>
                <a:blipFill>
                  <a:blip r:embed="rId19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1299E709-B360-407C-9EEC-70AE9AF62FC4}"/>
                    </a:ext>
                  </a:extLst>
                </p:cNvPr>
                <p:cNvSpPr txBox="1"/>
                <p:nvPr/>
              </p:nvSpPr>
              <p:spPr>
                <a:xfrm>
                  <a:off x="3456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1299E709-B360-407C-9EEC-70AE9AF62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00" y="4536000"/>
                  <a:ext cx="396000" cy="396000"/>
                </a:xfrm>
                <a:prstGeom prst="rect">
                  <a:avLst/>
                </a:prstGeom>
                <a:blipFill>
                  <a:blip r:embed="rId20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18F28E75-160A-D97E-DAE6-82A2B629AF5B}"/>
                    </a:ext>
                  </a:extLst>
                </p:cNvPr>
                <p:cNvSpPr txBox="1"/>
                <p:nvPr/>
              </p:nvSpPr>
              <p:spPr>
                <a:xfrm>
                  <a:off x="4464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18F28E75-160A-D97E-DAE6-82A2B629A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000" y="4536000"/>
                  <a:ext cx="396000" cy="396000"/>
                </a:xfrm>
                <a:prstGeom prst="rect">
                  <a:avLst/>
                </a:prstGeom>
                <a:blipFill>
                  <a:blip r:embed="rId21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8D62A6E6-5755-0D17-4F3E-7B757BE6243F}"/>
                </a:ext>
              </a:extLst>
            </p:cNvPr>
            <p:cNvCxnSpPr>
              <a:cxnSpLocks/>
            </p:cNvCxnSpPr>
            <p:nvPr/>
          </p:nvCxnSpPr>
          <p:spPr>
            <a:xfrm>
              <a:off x="1800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D2D6930B-7AD4-02EE-4263-C252A8FEF0F1}"/>
                </a:ext>
              </a:extLst>
            </p:cNvPr>
            <p:cNvCxnSpPr>
              <a:cxnSpLocks/>
            </p:cNvCxnSpPr>
            <p:nvPr/>
          </p:nvCxnSpPr>
          <p:spPr>
            <a:xfrm>
              <a:off x="2808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9E91588F-EF75-B819-02B3-AEE27DDF615F}"/>
                </a:ext>
              </a:extLst>
            </p:cNvPr>
            <p:cNvCxnSpPr>
              <a:cxnSpLocks/>
            </p:cNvCxnSpPr>
            <p:nvPr/>
          </p:nvCxnSpPr>
          <p:spPr>
            <a:xfrm>
              <a:off x="3816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215CE912-96B0-DB6E-1BA3-8F1AE2BA09C2}"/>
                </a:ext>
              </a:extLst>
            </p:cNvPr>
            <p:cNvCxnSpPr>
              <a:cxnSpLocks/>
            </p:cNvCxnSpPr>
            <p:nvPr/>
          </p:nvCxnSpPr>
          <p:spPr>
            <a:xfrm>
              <a:off x="4824000" y="327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2D2B7972-BBBA-DA35-3B8D-C744BF77BB42}"/>
                    </a:ext>
                  </a:extLst>
                </p:cNvPr>
                <p:cNvSpPr txBox="1"/>
                <p:nvPr/>
              </p:nvSpPr>
              <p:spPr>
                <a:xfrm>
                  <a:off x="4608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2D2B7972-BBBA-DA35-3B8D-C744BF77B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000" y="2844000"/>
                  <a:ext cx="432000" cy="396000"/>
                </a:xfrm>
                <a:prstGeom prst="rect">
                  <a:avLst/>
                </a:prstGeom>
                <a:blipFill>
                  <a:blip r:embed="rId22"/>
                  <a:stretch>
                    <a:fillRect l="-15493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9DEC7E4A-D644-541B-B09F-8D173D3D5345}"/>
                    </a:ext>
                  </a:extLst>
                </p:cNvPr>
                <p:cNvSpPr txBox="1"/>
                <p:nvPr/>
              </p:nvSpPr>
              <p:spPr>
                <a:xfrm>
                  <a:off x="3600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9DEC7E4A-D644-541B-B09F-8D173D3D5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0" y="2844000"/>
                  <a:ext cx="432000" cy="396000"/>
                </a:xfrm>
                <a:prstGeom prst="rect">
                  <a:avLst/>
                </a:prstGeom>
                <a:blipFill>
                  <a:blip r:embed="rId23"/>
                  <a:stretch>
                    <a:fillRect l="-15714" r="-4286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C9F0A410-2FD7-8EDD-4907-77DB74D2B8CE}"/>
                    </a:ext>
                  </a:extLst>
                </p:cNvPr>
                <p:cNvSpPr txBox="1"/>
                <p:nvPr/>
              </p:nvSpPr>
              <p:spPr>
                <a:xfrm>
                  <a:off x="2592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C9F0A410-2FD7-8EDD-4907-77DB74D2B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000" y="2844000"/>
                  <a:ext cx="432000" cy="396000"/>
                </a:xfrm>
                <a:prstGeom prst="rect">
                  <a:avLst/>
                </a:prstGeom>
                <a:blipFill>
                  <a:blip r:embed="rId24"/>
                  <a:stretch>
                    <a:fillRect l="-12676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AF859727-5F80-D9CA-675E-96C5727813F6}"/>
                    </a:ext>
                  </a:extLst>
                </p:cNvPr>
                <p:cNvSpPr txBox="1"/>
                <p:nvPr/>
              </p:nvSpPr>
              <p:spPr>
                <a:xfrm>
                  <a:off x="1584000" y="284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AF859727-5F80-D9CA-675E-96C572781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000" y="2844000"/>
                  <a:ext cx="432000" cy="396000"/>
                </a:xfrm>
                <a:prstGeom prst="rect">
                  <a:avLst/>
                </a:prstGeom>
                <a:blipFill>
                  <a:blip r:embed="rId25"/>
                  <a:stretch>
                    <a:fillRect l="-15493" r="-281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32BC6FA8-1AED-CBE0-38AA-19A073208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0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55373B80-97D0-42B0-C269-ED96D2B2C5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E5F65AE3-9FD7-916F-476C-1E7247F3E20D}"/>
                    </a:ext>
                  </a:extLst>
                </p:cNvPr>
                <p:cNvSpPr txBox="1"/>
                <p:nvPr/>
              </p:nvSpPr>
              <p:spPr>
                <a:xfrm>
                  <a:off x="2268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E5F65AE3-9FD7-916F-476C-1E7247F3E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000" y="3708000"/>
                  <a:ext cx="396000" cy="396000"/>
                </a:xfrm>
                <a:prstGeom prst="rect">
                  <a:avLst/>
                </a:prstGeom>
                <a:blipFill>
                  <a:blip r:embed="rId26"/>
                  <a:stretch>
                    <a:fillRect l="-6154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05E0C2B7-7466-25BC-979D-9DEB45F97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6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90359F1B-4B2A-79FD-35E6-363C31926550}"/>
                    </a:ext>
                  </a:extLst>
                </p:cNvPr>
                <p:cNvSpPr txBox="1"/>
                <p:nvPr/>
              </p:nvSpPr>
              <p:spPr>
                <a:xfrm>
                  <a:off x="3276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90359F1B-4B2A-79FD-35E6-363C31926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000" y="3708000"/>
                  <a:ext cx="396000" cy="396000"/>
                </a:xfrm>
                <a:prstGeom prst="rect">
                  <a:avLst/>
                </a:prstGeom>
                <a:blipFill>
                  <a:blip r:embed="rId27"/>
                  <a:stretch>
                    <a:fillRect l="-6154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88AEB131-BCC3-670F-83C9-8F4AD119FF7F}"/>
                    </a:ext>
                  </a:extLst>
                </p:cNvPr>
                <p:cNvSpPr txBox="1"/>
                <p:nvPr/>
              </p:nvSpPr>
              <p:spPr>
                <a:xfrm>
                  <a:off x="4284000" y="37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88AEB131-BCC3-670F-83C9-8F4AD119FF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4000" y="3708000"/>
                  <a:ext cx="396000" cy="396000"/>
                </a:xfrm>
                <a:prstGeom prst="rect">
                  <a:avLst/>
                </a:prstGeom>
                <a:blipFill>
                  <a:blip r:embed="rId28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97F5A196-1C9A-3F13-F10D-5FB542FF4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4000" y="370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A1992D9F-D239-C108-11B3-28F4AA3125FF}"/>
                    </a:ext>
                  </a:extLst>
                </p:cNvPr>
                <p:cNvSpPr txBox="1"/>
                <p:nvPr/>
              </p:nvSpPr>
              <p:spPr>
                <a:xfrm>
                  <a:off x="5760000" y="5634000"/>
                  <a:ext cx="72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en-US" altLang="zh-CN" sz="2400" dirty="0"/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A1992D9F-D239-C108-11B3-28F4AA312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0" y="5634000"/>
                  <a:ext cx="720000" cy="46800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文本框 303">
                  <a:extLst>
                    <a:ext uri="{FF2B5EF4-FFF2-40B4-BE49-F238E27FC236}">
                      <a16:creationId xmlns:a16="http://schemas.microsoft.com/office/drawing/2014/main" id="{35D3F807-0285-AED9-6DA4-C511D6D2645D}"/>
                    </a:ext>
                  </a:extLst>
                </p:cNvPr>
                <p:cNvSpPr txBox="1"/>
                <p:nvPr/>
              </p:nvSpPr>
              <p:spPr>
                <a:xfrm>
                  <a:off x="5580000" y="3186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4" name="文本框 303">
                  <a:extLst>
                    <a:ext uri="{FF2B5EF4-FFF2-40B4-BE49-F238E27FC236}">
                      <a16:creationId xmlns:a16="http://schemas.microsoft.com/office/drawing/2014/main" id="{35D3F807-0285-AED9-6DA4-C511D6D26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3186000"/>
                  <a:ext cx="503998" cy="396000"/>
                </a:xfrm>
                <a:prstGeom prst="rect">
                  <a:avLst/>
                </a:prstGeom>
                <a:blipFill>
                  <a:blip r:embed="rId30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40A39000-6BBC-9081-8FB3-70CCDE4821AA}"/>
                    </a:ext>
                  </a:extLst>
                </p:cNvPr>
                <p:cNvSpPr txBox="1"/>
                <p:nvPr/>
              </p:nvSpPr>
              <p:spPr>
                <a:xfrm>
                  <a:off x="5580000" y="3798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5" name="文本框 304">
                  <a:extLst>
                    <a:ext uri="{FF2B5EF4-FFF2-40B4-BE49-F238E27FC236}">
                      <a16:creationId xmlns:a16="http://schemas.microsoft.com/office/drawing/2014/main" id="{40A39000-6BBC-9081-8FB3-70CCDE482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000" y="3798000"/>
                  <a:ext cx="503998" cy="396000"/>
                </a:xfrm>
                <a:prstGeom prst="rect">
                  <a:avLst/>
                </a:prstGeom>
                <a:blipFill>
                  <a:blip r:embed="rId31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DDA8EBC4-9181-293A-365A-8CD0CD7413B5}"/>
              </a:ext>
            </a:extLst>
          </p:cNvPr>
          <p:cNvGrpSpPr/>
          <p:nvPr/>
        </p:nvGrpSpPr>
        <p:grpSpPr>
          <a:xfrm>
            <a:off x="6120000" y="648000"/>
            <a:ext cx="5976000" cy="2160000"/>
            <a:chOff x="6120000" y="648000"/>
            <a:chExt cx="5976000" cy="2160000"/>
          </a:xfrm>
        </p:grpSpPr>
        <p:sp>
          <p:nvSpPr>
            <p:cNvPr id="399" name="矩形 398">
              <a:extLst>
                <a:ext uri="{FF2B5EF4-FFF2-40B4-BE49-F238E27FC236}">
                  <a16:creationId xmlns:a16="http://schemas.microsoft.com/office/drawing/2014/main" id="{20B2BEC7-6082-D6FE-AC9E-CD15C0D89A54}"/>
                </a:ext>
              </a:extLst>
            </p:cNvPr>
            <p:cNvSpPr/>
            <p:nvPr/>
          </p:nvSpPr>
          <p:spPr>
            <a:xfrm>
              <a:off x="6120000" y="648000"/>
              <a:ext cx="5976000" cy="21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6" name="组合 355">
              <a:extLst>
                <a:ext uri="{FF2B5EF4-FFF2-40B4-BE49-F238E27FC236}">
                  <a16:creationId xmlns:a16="http://schemas.microsoft.com/office/drawing/2014/main" id="{5B529A90-8078-6957-66F6-A11801CEE037}"/>
                </a:ext>
              </a:extLst>
            </p:cNvPr>
            <p:cNvGrpSpPr/>
            <p:nvPr/>
          </p:nvGrpSpPr>
          <p:grpSpPr>
            <a:xfrm>
              <a:off x="6156000" y="828000"/>
              <a:ext cx="5940000" cy="1960887"/>
              <a:chOff x="3960000" y="1566000"/>
              <a:chExt cx="5940000" cy="19608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7" name="文本框 356">
                    <a:extLst>
                      <a:ext uri="{FF2B5EF4-FFF2-40B4-BE49-F238E27FC236}">
                        <a16:creationId xmlns:a16="http://schemas.microsoft.com/office/drawing/2014/main" id="{3D3ED0F2-5523-61B4-99CA-60E0AAFFF915}"/>
                      </a:ext>
                    </a:extLst>
                  </p:cNvPr>
                  <p:cNvSpPr txBox="1"/>
                  <p:nvPr/>
                </p:nvSpPr>
                <p:spPr>
                  <a:xfrm>
                    <a:off x="5292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7" name="文本框 356">
                    <a:extLst>
                      <a:ext uri="{FF2B5EF4-FFF2-40B4-BE49-F238E27FC236}">
                        <a16:creationId xmlns:a16="http://schemas.microsoft.com/office/drawing/2014/main" id="{3D3ED0F2-5523-61B4-99CA-60E0AAFFF9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2000" y="3096000"/>
                    <a:ext cx="360000" cy="43088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8152C624-3F5C-03CA-F446-92ABFD1E5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62000" y="1854000"/>
                <a:ext cx="0" cy="21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9E27C3A2-DAB0-9C0B-F6A8-BF455657D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2000" y="2088000"/>
                <a:ext cx="360000" cy="0"/>
              </a:xfrm>
              <a:prstGeom prst="line">
                <a:avLst/>
              </a:prstGeom>
              <a:ln w="1016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接连接符 359">
                <a:extLst>
                  <a:ext uri="{FF2B5EF4-FFF2-40B4-BE49-F238E27FC236}">
                    <a16:creationId xmlns:a16="http://schemas.microsoft.com/office/drawing/2014/main" id="{6BC7B31B-E176-00BD-30DE-FA955A7B7D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2808000"/>
                <a:ext cx="46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054A2E57-D1AA-FB0A-C77E-1186895DDD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14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2" name="矩形 361">
                <a:extLst>
                  <a:ext uri="{FF2B5EF4-FFF2-40B4-BE49-F238E27FC236}">
                    <a16:creationId xmlns:a16="http://schemas.microsoft.com/office/drawing/2014/main" id="{5FAD3BEC-36C5-A5B5-62AE-D60E93A5E674}"/>
                  </a:ext>
                </a:extLst>
              </p:cNvPr>
              <p:cNvSpPr/>
              <p:nvPr/>
            </p:nvSpPr>
            <p:spPr>
              <a:xfrm>
                <a:off x="8442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F31461C4-2FC1-0DC5-16EC-9D536DD5D24E}"/>
                  </a:ext>
                </a:extLst>
              </p:cNvPr>
              <p:cNvSpPr/>
              <p:nvPr/>
            </p:nvSpPr>
            <p:spPr>
              <a:xfrm>
                <a:off x="8460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13EC827D-FEF6-7384-29FC-86BDEEB4C0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6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D7715DF3-F038-1FBD-AFC3-E01E8DBC566F}"/>
                  </a:ext>
                </a:extLst>
              </p:cNvPr>
              <p:cNvSpPr/>
              <p:nvPr/>
            </p:nvSpPr>
            <p:spPr>
              <a:xfrm>
                <a:off x="7434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椭圆 365">
                <a:extLst>
                  <a:ext uri="{FF2B5EF4-FFF2-40B4-BE49-F238E27FC236}">
                    <a16:creationId xmlns:a16="http://schemas.microsoft.com/office/drawing/2014/main" id="{4AB69C3E-E983-3C1F-6FC2-002B5F054FD1}"/>
                  </a:ext>
                </a:extLst>
              </p:cNvPr>
              <p:cNvSpPr/>
              <p:nvPr/>
            </p:nvSpPr>
            <p:spPr>
              <a:xfrm>
                <a:off x="7452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7" name="直接连接符 366">
                <a:extLst>
                  <a:ext uri="{FF2B5EF4-FFF2-40B4-BE49-F238E27FC236}">
                    <a16:creationId xmlns:a16="http://schemas.microsoft.com/office/drawing/2014/main" id="{08F129D9-61C6-10BD-D9A1-C877403D5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98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矩形 367">
                <a:extLst>
                  <a:ext uri="{FF2B5EF4-FFF2-40B4-BE49-F238E27FC236}">
                    <a16:creationId xmlns:a16="http://schemas.microsoft.com/office/drawing/2014/main" id="{D191A1F8-95A1-DA2F-5C33-711DE3F976EC}"/>
                  </a:ext>
                </a:extLst>
              </p:cNvPr>
              <p:cNvSpPr/>
              <p:nvPr/>
            </p:nvSpPr>
            <p:spPr>
              <a:xfrm>
                <a:off x="6426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椭圆 368">
                <a:extLst>
                  <a:ext uri="{FF2B5EF4-FFF2-40B4-BE49-F238E27FC236}">
                    <a16:creationId xmlns:a16="http://schemas.microsoft.com/office/drawing/2014/main" id="{C35E6D45-6E1D-FB37-7366-709BF2514568}"/>
                  </a:ext>
                </a:extLst>
              </p:cNvPr>
              <p:cNvSpPr/>
              <p:nvPr/>
            </p:nvSpPr>
            <p:spPr>
              <a:xfrm>
                <a:off x="6444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609009C5-F5E3-00D0-1E25-10FB595FF4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0000" y="1836000"/>
                <a:ext cx="0" cy="93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矩形 370">
                <a:extLst>
                  <a:ext uri="{FF2B5EF4-FFF2-40B4-BE49-F238E27FC236}">
                    <a16:creationId xmlns:a16="http://schemas.microsoft.com/office/drawing/2014/main" id="{5711A02E-3605-ADA2-6EE5-5E22100D8BF7}"/>
                  </a:ext>
                </a:extLst>
              </p:cNvPr>
              <p:cNvSpPr/>
              <p:nvPr/>
            </p:nvSpPr>
            <p:spPr>
              <a:xfrm>
                <a:off x="5418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>
                <a:extLst>
                  <a:ext uri="{FF2B5EF4-FFF2-40B4-BE49-F238E27FC236}">
                    <a16:creationId xmlns:a16="http://schemas.microsoft.com/office/drawing/2014/main" id="{4B1EB9B3-EDDD-CF52-A5F7-5C0232723BA2}"/>
                  </a:ext>
                </a:extLst>
              </p:cNvPr>
              <p:cNvSpPr/>
              <p:nvPr/>
            </p:nvSpPr>
            <p:spPr>
              <a:xfrm>
                <a:off x="5436000" y="2754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CA6417A1-9F79-1599-D260-2D5EC932EB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1854000"/>
                <a:ext cx="0" cy="95400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53F9051F-D2CE-502A-F592-EBC5EE2CCB2D}"/>
                  </a:ext>
                </a:extLst>
              </p:cNvPr>
              <p:cNvSpPr/>
              <p:nvPr/>
            </p:nvSpPr>
            <p:spPr>
              <a:xfrm>
                <a:off x="4410000" y="2088000"/>
                <a:ext cx="144000" cy="50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5" name="文本框 374">
                    <a:extLst>
                      <a:ext uri="{FF2B5EF4-FFF2-40B4-BE49-F238E27FC236}">
                        <a16:creationId xmlns:a16="http://schemas.microsoft.com/office/drawing/2014/main" id="{A855DB65-B2F8-4698-0C84-748C5795270F}"/>
                      </a:ext>
                    </a:extLst>
                  </p:cNvPr>
                  <p:cNvSpPr txBox="1"/>
                  <p:nvPr/>
                </p:nvSpPr>
                <p:spPr>
                  <a:xfrm>
                    <a:off x="3960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5" name="文本框 374">
                    <a:extLst>
                      <a:ext uri="{FF2B5EF4-FFF2-40B4-BE49-F238E27FC236}">
                        <a16:creationId xmlns:a16="http://schemas.microsoft.com/office/drawing/2014/main" id="{A855DB65-B2F8-4698-0C84-748C579527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0000" y="2160000"/>
                    <a:ext cx="503998" cy="36000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8434" r="-6024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1395C133-295B-E4A2-43DE-EA2D25466036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1395C133-295B-E4A2-43DE-EA2D254660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000" y="2160000"/>
                    <a:ext cx="503998" cy="360000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7229" r="-7229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DCF21049-0C3F-1FBD-4B2F-D466C9DA7C3E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DCF21049-0C3F-1FBD-4B2F-D466C9DA7C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000" y="2160000"/>
                    <a:ext cx="503998" cy="36000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8537" r="-7317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8" name="文本框 377">
                    <a:extLst>
                      <a:ext uri="{FF2B5EF4-FFF2-40B4-BE49-F238E27FC236}">
                        <a16:creationId xmlns:a16="http://schemas.microsoft.com/office/drawing/2014/main" id="{B1645BBB-332F-6FD9-B228-1421915EB73D}"/>
                      </a:ext>
                    </a:extLst>
                  </p:cNvPr>
                  <p:cNvSpPr txBox="1"/>
                  <p:nvPr/>
                </p:nvSpPr>
                <p:spPr>
                  <a:xfrm>
                    <a:off x="6984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8" name="文本框 377">
                    <a:extLst>
                      <a:ext uri="{FF2B5EF4-FFF2-40B4-BE49-F238E27FC236}">
                        <a16:creationId xmlns:a16="http://schemas.microsoft.com/office/drawing/2014/main" id="{B1645BBB-332F-6FD9-B228-1421915EB7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4000" y="2160000"/>
                    <a:ext cx="503998" cy="360000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8434" r="-6024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" name="文本框 378">
                    <a:extLst>
                      <a:ext uri="{FF2B5EF4-FFF2-40B4-BE49-F238E27FC236}">
                        <a16:creationId xmlns:a16="http://schemas.microsoft.com/office/drawing/2014/main" id="{D45B8866-B53A-7808-D5E2-FAFADFEBF29B}"/>
                      </a:ext>
                    </a:extLst>
                  </p:cNvPr>
                  <p:cNvSpPr txBox="1"/>
                  <p:nvPr/>
                </p:nvSpPr>
                <p:spPr>
                  <a:xfrm>
                    <a:off x="7992000" y="2160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9" name="文本框 378">
                    <a:extLst>
                      <a:ext uri="{FF2B5EF4-FFF2-40B4-BE49-F238E27FC236}">
                        <a16:creationId xmlns:a16="http://schemas.microsoft.com/office/drawing/2014/main" id="{D45B8866-B53A-7808-D5E2-FAFADFEBF2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2000" y="2160000"/>
                    <a:ext cx="503998" cy="36000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7229" r="-7229" b="-101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0" name="椭圆 379">
                <a:extLst>
                  <a:ext uri="{FF2B5EF4-FFF2-40B4-BE49-F238E27FC236}">
                    <a16:creationId xmlns:a16="http://schemas.microsoft.com/office/drawing/2014/main" id="{5ED5D2F9-44B3-A3F5-FF06-2CE4C9ED0603}"/>
                  </a:ext>
                </a:extLst>
              </p:cNvPr>
              <p:cNvSpPr/>
              <p:nvPr/>
            </p:nvSpPr>
            <p:spPr>
              <a:xfrm>
                <a:off x="5436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椭圆 380">
                <a:extLst>
                  <a:ext uri="{FF2B5EF4-FFF2-40B4-BE49-F238E27FC236}">
                    <a16:creationId xmlns:a16="http://schemas.microsoft.com/office/drawing/2014/main" id="{81BD053E-469A-5D9C-F213-CB23CBD6B53F}"/>
                  </a:ext>
                </a:extLst>
              </p:cNvPr>
              <p:cNvSpPr/>
              <p:nvPr/>
            </p:nvSpPr>
            <p:spPr>
              <a:xfrm>
                <a:off x="6444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2" name="椭圆 381">
                <a:extLst>
                  <a:ext uri="{FF2B5EF4-FFF2-40B4-BE49-F238E27FC236}">
                    <a16:creationId xmlns:a16="http://schemas.microsoft.com/office/drawing/2014/main" id="{AC638D5E-0935-7FC7-853F-5F416F083084}"/>
                  </a:ext>
                </a:extLst>
              </p:cNvPr>
              <p:cNvSpPr/>
              <p:nvPr/>
            </p:nvSpPr>
            <p:spPr>
              <a:xfrm>
                <a:off x="7452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椭圆 382">
                <a:extLst>
                  <a:ext uri="{FF2B5EF4-FFF2-40B4-BE49-F238E27FC236}">
                    <a16:creationId xmlns:a16="http://schemas.microsoft.com/office/drawing/2014/main" id="{009521C9-00B8-3F50-936D-877099B8EF7F}"/>
                  </a:ext>
                </a:extLst>
              </p:cNvPr>
              <p:cNvSpPr/>
              <p:nvPr/>
            </p:nvSpPr>
            <p:spPr>
              <a:xfrm>
                <a:off x="8460000" y="180000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" name="矩形 383">
                <a:extLst>
                  <a:ext uri="{FF2B5EF4-FFF2-40B4-BE49-F238E27FC236}">
                    <a16:creationId xmlns:a16="http://schemas.microsoft.com/office/drawing/2014/main" id="{9E906D51-8568-1F29-720B-C73EFFEE0E4F}"/>
                  </a:ext>
                </a:extLst>
              </p:cNvPr>
              <p:cNvSpPr/>
              <p:nvPr/>
            </p:nvSpPr>
            <p:spPr>
              <a:xfrm>
                <a:off x="5742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" name="矩形 384">
                <a:extLst>
                  <a:ext uri="{FF2B5EF4-FFF2-40B4-BE49-F238E27FC236}">
                    <a16:creationId xmlns:a16="http://schemas.microsoft.com/office/drawing/2014/main" id="{5D7EB52B-68CD-3CFD-AEAE-9A8D35580019}"/>
                  </a:ext>
                </a:extLst>
              </p:cNvPr>
              <p:cNvSpPr/>
              <p:nvPr/>
            </p:nvSpPr>
            <p:spPr>
              <a:xfrm>
                <a:off x="6750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矩形 385">
                <a:extLst>
                  <a:ext uri="{FF2B5EF4-FFF2-40B4-BE49-F238E27FC236}">
                    <a16:creationId xmlns:a16="http://schemas.microsoft.com/office/drawing/2014/main" id="{3610C406-124F-B3B9-0934-62BE55BD92CF}"/>
                  </a:ext>
                </a:extLst>
              </p:cNvPr>
              <p:cNvSpPr/>
              <p:nvPr/>
            </p:nvSpPr>
            <p:spPr>
              <a:xfrm>
                <a:off x="7758000" y="2736000"/>
                <a:ext cx="504000" cy="144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7" name="文本框 386">
                    <a:extLst>
                      <a:ext uri="{FF2B5EF4-FFF2-40B4-BE49-F238E27FC236}">
                        <a16:creationId xmlns:a16="http://schemas.microsoft.com/office/drawing/2014/main" id="{38FC2452-125C-F5D5-6D61-9A95EF14DD02}"/>
                      </a:ext>
                    </a:extLst>
                  </p:cNvPr>
                  <p:cNvSpPr txBox="1"/>
                  <p:nvPr/>
                </p:nvSpPr>
                <p:spPr>
                  <a:xfrm>
                    <a:off x="5742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7" name="文本框 386">
                    <a:extLst>
                      <a:ext uri="{FF2B5EF4-FFF2-40B4-BE49-F238E27FC236}">
                        <a16:creationId xmlns:a16="http://schemas.microsoft.com/office/drawing/2014/main" id="{38FC2452-125C-F5D5-6D61-9A95EF14DD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2000" y="2844000"/>
                    <a:ext cx="503998" cy="360000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8" name="文本框 387">
                    <a:extLst>
                      <a:ext uri="{FF2B5EF4-FFF2-40B4-BE49-F238E27FC236}">
                        <a16:creationId xmlns:a16="http://schemas.microsoft.com/office/drawing/2014/main" id="{BAAFE11C-17BE-A352-9E5D-F2A413A86BA6}"/>
                      </a:ext>
                    </a:extLst>
                  </p:cNvPr>
                  <p:cNvSpPr txBox="1"/>
                  <p:nvPr/>
                </p:nvSpPr>
                <p:spPr>
                  <a:xfrm>
                    <a:off x="6750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8" name="文本框 387">
                    <a:extLst>
                      <a:ext uri="{FF2B5EF4-FFF2-40B4-BE49-F238E27FC236}">
                        <a16:creationId xmlns:a16="http://schemas.microsoft.com/office/drawing/2014/main" id="{BAAFE11C-17BE-A352-9E5D-F2A413A86B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50000" y="2844000"/>
                    <a:ext cx="503998" cy="360000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9" name="文本框 388">
                    <a:extLst>
                      <a:ext uri="{FF2B5EF4-FFF2-40B4-BE49-F238E27FC236}">
                        <a16:creationId xmlns:a16="http://schemas.microsoft.com/office/drawing/2014/main" id="{3CBBE341-5546-2E42-1A99-AD4077207F87}"/>
                      </a:ext>
                    </a:extLst>
                  </p:cNvPr>
                  <p:cNvSpPr txBox="1"/>
                  <p:nvPr/>
                </p:nvSpPr>
                <p:spPr>
                  <a:xfrm>
                    <a:off x="7758000" y="2844000"/>
                    <a:ext cx="503998" cy="3600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9" name="文本框 388">
                    <a:extLst>
                      <a:ext uri="{FF2B5EF4-FFF2-40B4-BE49-F238E27FC236}">
                        <a16:creationId xmlns:a16="http://schemas.microsoft.com/office/drawing/2014/main" id="{3CBBE341-5546-2E42-1A99-AD4077207F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8000" y="2844000"/>
                    <a:ext cx="503998" cy="360000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0" name="文本框 389">
                    <a:extLst>
                      <a:ext uri="{FF2B5EF4-FFF2-40B4-BE49-F238E27FC236}">
                        <a16:creationId xmlns:a16="http://schemas.microsoft.com/office/drawing/2014/main" id="{8AF3D118-19D8-758B-F90F-C16DBB997298}"/>
                      </a:ext>
                    </a:extLst>
                  </p:cNvPr>
                  <p:cNvSpPr txBox="1"/>
                  <p:nvPr/>
                </p:nvSpPr>
                <p:spPr>
                  <a:xfrm>
                    <a:off x="9180000" y="2574000"/>
                    <a:ext cx="720000" cy="4680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dirty="0"/>
                  </a:p>
                </p:txBody>
              </p:sp>
            </mc:Choice>
            <mc:Fallback xmlns="">
              <p:sp>
                <p:nvSpPr>
                  <p:cNvPr id="390" name="文本框 389">
                    <a:extLst>
                      <a:ext uri="{FF2B5EF4-FFF2-40B4-BE49-F238E27FC236}">
                        <a16:creationId xmlns:a16="http://schemas.microsoft.com/office/drawing/2014/main" id="{8AF3D118-19D8-758B-F90F-C16DBB997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0000" y="2574000"/>
                    <a:ext cx="720000" cy="468000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EA955EC1-D32A-00D2-5AC9-F6031BE0B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000" y="1854000"/>
                <a:ext cx="46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右中括号 391">
                <a:extLst>
                  <a:ext uri="{FF2B5EF4-FFF2-40B4-BE49-F238E27FC236}">
                    <a16:creationId xmlns:a16="http://schemas.microsoft.com/office/drawing/2014/main" id="{5AF06DFA-361D-E07F-177B-B585C4788996}"/>
                  </a:ext>
                </a:extLst>
              </p:cNvPr>
              <p:cNvSpPr/>
              <p:nvPr/>
            </p:nvSpPr>
            <p:spPr>
              <a:xfrm>
                <a:off x="5292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" name="右中括号 392">
                <a:extLst>
                  <a:ext uri="{FF2B5EF4-FFF2-40B4-BE49-F238E27FC236}">
                    <a16:creationId xmlns:a16="http://schemas.microsoft.com/office/drawing/2014/main" id="{B4DBBF16-BA72-B0BE-1C90-3FC260C64A22}"/>
                  </a:ext>
                </a:extLst>
              </p:cNvPr>
              <p:cNvSpPr/>
              <p:nvPr/>
            </p:nvSpPr>
            <p:spPr>
              <a:xfrm>
                <a:off x="6300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右中括号 393">
                <a:extLst>
                  <a:ext uri="{FF2B5EF4-FFF2-40B4-BE49-F238E27FC236}">
                    <a16:creationId xmlns:a16="http://schemas.microsoft.com/office/drawing/2014/main" id="{DC95DC97-9144-3FDB-D797-03C9CD3064C2}"/>
                  </a:ext>
                </a:extLst>
              </p:cNvPr>
              <p:cNvSpPr/>
              <p:nvPr/>
            </p:nvSpPr>
            <p:spPr>
              <a:xfrm>
                <a:off x="7308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右中括号 394">
                <a:extLst>
                  <a:ext uri="{FF2B5EF4-FFF2-40B4-BE49-F238E27FC236}">
                    <a16:creationId xmlns:a16="http://schemas.microsoft.com/office/drawing/2014/main" id="{02011A9E-4EBF-A333-487A-786D17D70D9F}"/>
                  </a:ext>
                </a:extLst>
              </p:cNvPr>
              <p:cNvSpPr/>
              <p:nvPr/>
            </p:nvSpPr>
            <p:spPr>
              <a:xfrm>
                <a:off x="8316000" y="1566000"/>
                <a:ext cx="360000" cy="1548000"/>
              </a:xfrm>
              <a:prstGeom prst="rightBracket">
                <a:avLst/>
              </a:prstGeom>
              <a:ln w="25400">
                <a:solidFill>
                  <a:schemeClr val="accent5">
                    <a:lumMod val="75000"/>
                  </a:schemeClr>
                </a:solidFill>
                <a:prstDash val="lgDashDot"/>
                <a:headEnd type="triangl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6" name="文本框 395">
                    <a:extLst>
                      <a:ext uri="{FF2B5EF4-FFF2-40B4-BE49-F238E27FC236}">
                        <a16:creationId xmlns:a16="http://schemas.microsoft.com/office/drawing/2014/main" id="{DC089083-E8C4-A3B5-E329-7527D8C5DC5E}"/>
                      </a:ext>
                    </a:extLst>
                  </p:cNvPr>
                  <p:cNvSpPr txBox="1"/>
                  <p:nvPr/>
                </p:nvSpPr>
                <p:spPr>
                  <a:xfrm>
                    <a:off x="6300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6" name="文本框 395">
                    <a:extLst>
                      <a:ext uri="{FF2B5EF4-FFF2-40B4-BE49-F238E27FC236}">
                        <a16:creationId xmlns:a16="http://schemas.microsoft.com/office/drawing/2014/main" id="{DC089083-E8C4-A3B5-E329-7527D8C5DC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0000" y="3096000"/>
                    <a:ext cx="360000" cy="430887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7" name="文本框 396">
                    <a:extLst>
                      <a:ext uri="{FF2B5EF4-FFF2-40B4-BE49-F238E27FC236}">
                        <a16:creationId xmlns:a16="http://schemas.microsoft.com/office/drawing/2014/main" id="{79924591-0BA0-A868-CDAA-9C8129FFA3BF}"/>
                      </a:ext>
                    </a:extLst>
                  </p:cNvPr>
                  <p:cNvSpPr txBox="1"/>
                  <p:nvPr/>
                </p:nvSpPr>
                <p:spPr>
                  <a:xfrm>
                    <a:off x="7308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7" name="文本框 396">
                    <a:extLst>
                      <a:ext uri="{FF2B5EF4-FFF2-40B4-BE49-F238E27FC236}">
                        <a16:creationId xmlns:a16="http://schemas.microsoft.com/office/drawing/2014/main" id="{79924591-0BA0-A868-CDAA-9C8129FFA3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8000" y="3096000"/>
                    <a:ext cx="360000" cy="430887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4DDEA039-3D49-C452-3D8C-C732BF6A5676}"/>
                      </a:ext>
                    </a:extLst>
                  </p:cNvPr>
                  <p:cNvSpPr txBox="1"/>
                  <p:nvPr/>
                </p:nvSpPr>
                <p:spPr>
                  <a:xfrm>
                    <a:off x="8316000" y="3096000"/>
                    <a:ext cx="3600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8" name="文本框 397">
                    <a:extLst>
                      <a:ext uri="{FF2B5EF4-FFF2-40B4-BE49-F238E27FC236}">
                        <a16:creationId xmlns:a16="http://schemas.microsoft.com/office/drawing/2014/main" id="{4DDEA039-3D49-C452-3D8C-C732BF6A56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6000" y="3096000"/>
                    <a:ext cx="360000" cy="430887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3B219913-70BD-D202-4D3E-4741532114FA}"/>
                  </a:ext>
                </a:extLst>
              </p:cNvPr>
              <p:cNvSpPr txBox="1"/>
              <p:nvPr/>
            </p:nvSpPr>
            <p:spPr>
              <a:xfrm>
                <a:off x="7920000" y="4500000"/>
                <a:ext cx="4126832" cy="18815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3B219913-70BD-D202-4D3E-474153211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0" y="4500000"/>
                <a:ext cx="4126832" cy="188154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5C4BBECB-1BEF-94D4-4471-4687B77BDC2D}"/>
                  </a:ext>
                </a:extLst>
              </p:cNvPr>
              <p:cNvSpPr txBox="1"/>
              <p:nvPr/>
            </p:nvSpPr>
            <p:spPr>
              <a:xfrm>
                <a:off x="8280000" y="3240000"/>
                <a:ext cx="3600000" cy="79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接反相端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接同相端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5C4BBECB-1BEF-94D4-4471-4687B77BD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000" y="3240000"/>
                <a:ext cx="3600000" cy="792000"/>
              </a:xfrm>
              <a:prstGeom prst="rect">
                <a:avLst/>
              </a:prstGeom>
              <a:blipFill>
                <a:blip r:embed="rId46"/>
                <a:stretch>
                  <a:fillRect l="-2876" t="-11538" b="-1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4" name="组合 433">
            <a:extLst>
              <a:ext uri="{FF2B5EF4-FFF2-40B4-BE49-F238E27FC236}">
                <a16:creationId xmlns:a16="http://schemas.microsoft.com/office/drawing/2014/main" id="{D36C37CC-7913-FF42-34B0-B7BA2DEA0C87}"/>
              </a:ext>
            </a:extLst>
          </p:cNvPr>
          <p:cNvGrpSpPr/>
          <p:nvPr/>
        </p:nvGrpSpPr>
        <p:grpSpPr>
          <a:xfrm>
            <a:off x="792000" y="5292000"/>
            <a:ext cx="4968000" cy="1440000"/>
            <a:chOff x="792000" y="5292000"/>
            <a:chExt cx="4968000" cy="14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EFC7DD7-5CC0-B0D7-4F55-9308B3C270DA}"/>
                    </a:ext>
                  </a:extLst>
                </p:cNvPr>
                <p:cNvSpPr txBox="1"/>
                <p:nvPr/>
              </p:nvSpPr>
              <p:spPr>
                <a:xfrm>
                  <a:off x="4032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EFC7DD7-5CC0-B0D7-4F55-9308B3C27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000" y="5292000"/>
                  <a:ext cx="360000" cy="57600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60771631-781D-A12C-CEDA-B882B14B7843}"/>
                    </a:ext>
                  </a:extLst>
                </p:cNvPr>
                <p:cNvSpPr txBox="1"/>
                <p:nvPr/>
              </p:nvSpPr>
              <p:spPr>
                <a:xfrm>
                  <a:off x="5040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60771631-781D-A12C-CEDA-B882B14B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000" y="5292000"/>
                  <a:ext cx="360000" cy="57600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3DBD1379-4789-1D08-EB24-CE9E2EA78EA6}"/>
                    </a:ext>
                  </a:extLst>
                </p:cNvPr>
                <p:cNvSpPr txBox="1"/>
                <p:nvPr/>
              </p:nvSpPr>
              <p:spPr>
                <a:xfrm>
                  <a:off x="3024000" y="529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3DBD1379-4789-1D08-EB24-CE9E2EA78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5292000"/>
                  <a:ext cx="360000" cy="576000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C16D5751-DBA9-86D5-C9D0-5CC2C3B288C8}"/>
                    </a:ext>
                  </a:extLst>
                </p:cNvPr>
                <p:cNvSpPr txBox="1"/>
                <p:nvPr/>
              </p:nvSpPr>
              <p:spPr>
                <a:xfrm>
                  <a:off x="2016000" y="5292000"/>
                  <a:ext cx="432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3" name="文本框 422">
                  <a:extLst>
                    <a:ext uri="{FF2B5EF4-FFF2-40B4-BE49-F238E27FC236}">
                      <a16:creationId xmlns:a16="http://schemas.microsoft.com/office/drawing/2014/main" id="{C16D5751-DBA9-86D5-C9D0-5CC2C3B28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000" y="5292000"/>
                  <a:ext cx="432000" cy="57600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2F7E0AFA-4B5B-96D3-ED0B-78733F73E6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265471A-BDC5-78B6-E302-BBC26E21A5D9}"/>
                    </a:ext>
                  </a:extLst>
                </p:cNvPr>
                <p:cNvSpPr txBox="1"/>
                <p:nvPr/>
              </p:nvSpPr>
              <p:spPr>
                <a:xfrm>
                  <a:off x="5400000" y="6336000"/>
                  <a:ext cx="360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265471A-BDC5-78B6-E302-BBC26E21A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0" y="6336000"/>
                  <a:ext cx="360000" cy="39600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58748868-BFE9-9E35-212B-93AEF11F0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4C8B5E10-6E92-C090-B315-C0C7C1E58F5C}"/>
                    </a:ext>
                  </a:extLst>
                </p:cNvPr>
                <p:cNvSpPr txBox="1"/>
                <p:nvPr/>
              </p:nvSpPr>
              <p:spPr>
                <a:xfrm>
                  <a:off x="432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4C8B5E10-6E92-C090-B315-C0C7C1E58F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000" y="6336000"/>
                  <a:ext cx="612000" cy="396000"/>
                </a:xfrm>
                <a:prstGeom prst="rect">
                  <a:avLst/>
                </a:prstGeom>
                <a:blipFill>
                  <a:blip r:embed="rId52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1AE2B786-ECE5-FD01-E66D-7328B4CFD9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61621553-A22C-300B-4417-3C781490C65A}"/>
                    </a:ext>
                  </a:extLst>
                </p:cNvPr>
                <p:cNvSpPr txBox="1"/>
                <p:nvPr/>
              </p:nvSpPr>
              <p:spPr>
                <a:xfrm>
                  <a:off x="324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/4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61621553-A22C-300B-4417-3C781490C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000" y="6336000"/>
                  <a:ext cx="612000" cy="396000"/>
                </a:xfrm>
                <a:prstGeom prst="rect">
                  <a:avLst/>
                </a:prstGeom>
                <a:blipFill>
                  <a:blip r:embed="rId53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B9AE21E1-8910-0915-5A96-00104885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6D9ABAFE-3A1A-60F4-7E0A-5699015D9B47}"/>
                    </a:ext>
                  </a:extLst>
                </p:cNvPr>
                <p:cNvSpPr txBox="1"/>
                <p:nvPr/>
              </p:nvSpPr>
              <p:spPr>
                <a:xfrm>
                  <a:off x="2160000" y="6336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/8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6D9ABAFE-3A1A-60F4-7E0A-5699015D9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6336000"/>
                  <a:ext cx="612000" cy="396000"/>
                </a:xfrm>
                <a:prstGeom prst="rect">
                  <a:avLst/>
                </a:prstGeom>
                <a:blipFill>
                  <a:blip r:embed="rId54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AB706401-676F-C033-E56F-1C92953BD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000" y="6534000"/>
              <a:ext cx="360000" cy="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AFC37FC9-C143-1E2E-FE05-6E406C67965B}"/>
                    </a:ext>
                  </a:extLst>
                </p:cNvPr>
                <p:cNvSpPr txBox="1"/>
                <p:nvPr/>
              </p:nvSpPr>
              <p:spPr>
                <a:xfrm>
                  <a:off x="1079999" y="6336000"/>
                  <a:ext cx="75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/16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AFC37FC9-C143-1E2E-FE05-6E406C679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99" y="6336000"/>
                  <a:ext cx="756000" cy="396000"/>
                </a:xfrm>
                <a:prstGeom prst="rect">
                  <a:avLst/>
                </a:prstGeom>
                <a:blipFill>
                  <a:blip r:embed="rId55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C3F27FC6-EEEC-7E0E-8167-5A86EA1C9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2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59AE7DCF-6861-F4EB-4A10-162ACB4012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BD68AD78-E0EB-87EE-3E57-C367E0ED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8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468A985E-1281-C545-5149-09FDE96D11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000" y="5400000"/>
              <a:ext cx="0" cy="36000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4A6823B4-E943-8C91-0D4B-D4C3106EB6B9}"/>
                  </a:ext>
                </a:extLst>
              </p:cNvPr>
              <p:cNvSpPr txBox="1"/>
              <p:nvPr/>
            </p:nvSpPr>
            <p:spPr>
              <a:xfrm>
                <a:off x="5760000" y="5220000"/>
                <a:ext cx="1080000" cy="54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4A6823B4-E943-8C91-0D4B-D4C3106EB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0" y="5220000"/>
                <a:ext cx="1080000" cy="54000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7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0B17-B28F-E337-F11B-7B173949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24B40-9329-8D96-3E9B-458F8471409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倒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形电阻网络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9755722-AD8C-F97C-D01F-279ABE7C396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0848916-C7A9-0173-7AD1-05DF741CB25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0F244E24-61F8-AC5D-F3A8-52EF2020213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819014E4-48FB-5AB8-B16F-E17DE445001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B19E0016-933E-3599-87C0-C6942D45053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0F4344-12A4-EB70-3136-D7CE411A2A9A}"/>
                  </a:ext>
                </a:extLst>
              </p:cNvPr>
              <p:cNvSpPr txBox="1"/>
              <p:nvPr/>
            </p:nvSpPr>
            <p:spPr>
              <a:xfrm>
                <a:off x="359993" y="828000"/>
                <a:ext cx="7949506" cy="5783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倒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形电阻网络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扩展到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位，可得：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0F4344-12A4-EB70-3136-D7CE411A2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3" y="828000"/>
                <a:ext cx="7949506" cy="5783827"/>
              </a:xfrm>
              <a:prstGeom prst="rect">
                <a:avLst/>
              </a:prstGeom>
              <a:blipFill>
                <a:blip r:embed="rId2"/>
                <a:stretch>
                  <a:fillRect l="-1380" t="-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9" name="组合 528">
            <a:extLst>
              <a:ext uri="{FF2B5EF4-FFF2-40B4-BE49-F238E27FC236}">
                <a16:creationId xmlns:a16="http://schemas.microsoft.com/office/drawing/2014/main" id="{49989813-B565-D83F-2D48-2FF138E7563A}"/>
              </a:ext>
            </a:extLst>
          </p:cNvPr>
          <p:cNvGrpSpPr/>
          <p:nvPr/>
        </p:nvGrpSpPr>
        <p:grpSpPr>
          <a:xfrm>
            <a:off x="4932000" y="2160000"/>
            <a:ext cx="7164000" cy="3744000"/>
            <a:chOff x="216000" y="2700000"/>
            <a:chExt cx="7164000" cy="3744000"/>
          </a:xfrm>
        </p:grpSpPr>
        <p:cxnSp>
          <p:nvCxnSpPr>
            <p:cNvPr id="520" name="直接连接符 519">
              <a:extLst>
                <a:ext uri="{FF2B5EF4-FFF2-40B4-BE49-F238E27FC236}">
                  <a16:creationId xmlns:a16="http://schemas.microsoft.com/office/drawing/2014/main" id="{1D9826C9-4C60-42F4-0197-0E4D3ED4BD28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437400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>
              <a:extLst>
                <a:ext uri="{FF2B5EF4-FFF2-40B4-BE49-F238E27FC236}">
                  <a16:creationId xmlns:a16="http://schemas.microsoft.com/office/drawing/2014/main" id="{1EB29BC6-E024-5B91-61D2-F1F117B03990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376200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569C9BC-B06B-C24A-02EA-FDAB54E7B5E0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9" y="4374000"/>
              <a:ext cx="219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3B7C9B3-E113-07FF-EDD5-0D276D841E0B}"/>
                </a:ext>
              </a:extLst>
            </p:cNvPr>
            <p:cNvCxnSpPr>
              <a:cxnSpLocks/>
            </p:cNvCxnSpPr>
            <p:nvPr/>
          </p:nvCxnSpPr>
          <p:spPr>
            <a:xfrm>
              <a:off x="1278000" y="3762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2F5F7D49-6B01-1950-E724-B5BDDD201AEE}"/>
                </a:ext>
              </a:extLst>
            </p:cNvPr>
            <p:cNvCxnSpPr>
              <a:cxnSpLocks/>
            </p:cNvCxnSpPr>
            <p:nvPr/>
          </p:nvCxnSpPr>
          <p:spPr>
            <a:xfrm>
              <a:off x="738000" y="6048000"/>
              <a:ext cx="27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2F7CEA3-A2AC-F763-7BD4-0DC8468BB3DC}"/>
                    </a:ext>
                  </a:extLst>
                </p:cNvPr>
                <p:cNvSpPr txBox="1"/>
                <p:nvPr/>
              </p:nvSpPr>
              <p:spPr>
                <a:xfrm>
                  <a:off x="828000" y="388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2F7CEA3-A2AC-F763-7BD4-0DC8468BB3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" y="3888000"/>
                  <a:ext cx="396000" cy="396000"/>
                </a:xfrm>
                <a:prstGeom prst="rect">
                  <a:avLst/>
                </a:prstGeom>
                <a:blipFill>
                  <a:blip r:embed="rId3"/>
                  <a:stretch>
                    <a:fillRect l="-6154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8BD0FFC9-88BD-6CB0-5A6B-E125D1A7E885}"/>
                </a:ext>
              </a:extLst>
            </p:cNvPr>
            <p:cNvCxnSpPr>
              <a:cxnSpLocks/>
            </p:cNvCxnSpPr>
            <p:nvPr/>
          </p:nvCxnSpPr>
          <p:spPr>
            <a:xfrm>
              <a:off x="2646000" y="437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>
              <a:extLst>
                <a:ext uri="{FF2B5EF4-FFF2-40B4-BE49-F238E27FC236}">
                  <a16:creationId xmlns:a16="http://schemas.microsoft.com/office/drawing/2014/main" id="{6AD33EB3-C6BE-90EB-7718-756449042D75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376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椭圆 447">
              <a:extLst>
                <a:ext uri="{FF2B5EF4-FFF2-40B4-BE49-F238E27FC236}">
                  <a16:creationId xmlns:a16="http://schemas.microsoft.com/office/drawing/2014/main" id="{05D12B9A-8B0B-90F3-B814-138C613F97BD}"/>
                </a:ext>
              </a:extLst>
            </p:cNvPr>
            <p:cNvSpPr/>
            <p:nvPr/>
          </p:nvSpPr>
          <p:spPr>
            <a:xfrm>
              <a:off x="2592000" y="432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2AAC00A2-1A84-D1E9-5AA5-476300672C34}"/>
                </a:ext>
              </a:extLst>
            </p:cNvPr>
            <p:cNvSpPr/>
            <p:nvPr/>
          </p:nvSpPr>
          <p:spPr>
            <a:xfrm>
              <a:off x="2232000" y="370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FA122970-738E-E408-4BA1-063535BB78DA}"/>
                </a:ext>
              </a:extLst>
            </p:cNvPr>
            <p:cNvCxnSpPr>
              <a:cxnSpLocks/>
            </p:cNvCxnSpPr>
            <p:nvPr/>
          </p:nvCxnSpPr>
          <p:spPr>
            <a:xfrm>
              <a:off x="2466000" y="507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矩形 450">
              <a:extLst>
                <a:ext uri="{FF2B5EF4-FFF2-40B4-BE49-F238E27FC236}">
                  <a16:creationId xmlns:a16="http://schemas.microsoft.com/office/drawing/2014/main" id="{3A12ECF8-2766-064C-F97A-6A88D6AC0F02}"/>
                </a:ext>
              </a:extLst>
            </p:cNvPr>
            <p:cNvSpPr/>
            <p:nvPr/>
          </p:nvSpPr>
          <p:spPr>
            <a:xfrm>
              <a:off x="2394000" y="532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D16B62EF-49BA-0FDE-D884-707FABE0F5EA}"/>
                </a:ext>
              </a:extLst>
            </p:cNvPr>
            <p:cNvSpPr/>
            <p:nvPr/>
          </p:nvSpPr>
          <p:spPr>
            <a:xfrm>
              <a:off x="2412000" y="599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92337D7E-F4BF-56B0-C978-29A9AB95E36F}"/>
                </a:ext>
              </a:extLst>
            </p:cNvPr>
            <p:cNvCxnSpPr>
              <a:cxnSpLocks/>
            </p:cNvCxnSpPr>
            <p:nvPr/>
          </p:nvCxnSpPr>
          <p:spPr>
            <a:xfrm>
              <a:off x="1638000" y="437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5A3FA381-AC1F-F9E8-282A-53E3623ADBA4}"/>
                </a:ext>
              </a:extLst>
            </p:cNvPr>
            <p:cNvCxnSpPr>
              <a:cxnSpLocks/>
            </p:cNvCxnSpPr>
            <p:nvPr/>
          </p:nvCxnSpPr>
          <p:spPr>
            <a:xfrm>
              <a:off x="1278000" y="376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0A740DA6-D912-0149-9A9D-5F378C71AA8A}"/>
                </a:ext>
              </a:extLst>
            </p:cNvPr>
            <p:cNvSpPr/>
            <p:nvPr/>
          </p:nvSpPr>
          <p:spPr>
            <a:xfrm>
              <a:off x="1584000" y="432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20EEEFA6-DDE6-3FD9-6EBB-5A4E8EBF00F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000" y="507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矩形 456">
              <a:extLst>
                <a:ext uri="{FF2B5EF4-FFF2-40B4-BE49-F238E27FC236}">
                  <a16:creationId xmlns:a16="http://schemas.microsoft.com/office/drawing/2014/main" id="{1F75CA84-6666-52AF-1A1A-B349ED6EA59B}"/>
                </a:ext>
              </a:extLst>
            </p:cNvPr>
            <p:cNvSpPr/>
            <p:nvPr/>
          </p:nvSpPr>
          <p:spPr>
            <a:xfrm>
              <a:off x="1386000" y="532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8" name="椭圆 457">
              <a:extLst>
                <a:ext uri="{FF2B5EF4-FFF2-40B4-BE49-F238E27FC236}">
                  <a16:creationId xmlns:a16="http://schemas.microsoft.com/office/drawing/2014/main" id="{07123C01-7F5F-C9A3-5E47-7DCC457CB043}"/>
                </a:ext>
              </a:extLst>
            </p:cNvPr>
            <p:cNvSpPr/>
            <p:nvPr/>
          </p:nvSpPr>
          <p:spPr>
            <a:xfrm>
              <a:off x="1404000" y="599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F10563F9-2640-3852-A2D3-2D684217F642}"/>
                </a:ext>
              </a:extLst>
            </p:cNvPr>
            <p:cNvCxnSpPr>
              <a:cxnSpLocks/>
            </p:cNvCxnSpPr>
            <p:nvPr/>
          </p:nvCxnSpPr>
          <p:spPr>
            <a:xfrm>
              <a:off x="738000" y="4374000"/>
              <a:ext cx="0" cy="167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4631EC9D-CC27-5F50-A57D-5AC39956190B}"/>
                </a:ext>
              </a:extLst>
            </p:cNvPr>
            <p:cNvSpPr/>
            <p:nvPr/>
          </p:nvSpPr>
          <p:spPr>
            <a:xfrm>
              <a:off x="666000" y="5004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99F85740-9482-5FB5-E24E-CECBC97A2A3B}"/>
                    </a:ext>
                  </a:extLst>
                </p:cNvPr>
                <p:cNvSpPr txBox="1"/>
                <p:nvPr/>
              </p:nvSpPr>
              <p:spPr>
                <a:xfrm>
                  <a:off x="216000" y="5076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99F85740-9482-5FB5-E24E-CECBC97A2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" y="5076000"/>
                  <a:ext cx="503998" cy="360000"/>
                </a:xfrm>
                <a:prstGeom prst="rect">
                  <a:avLst/>
                </a:prstGeom>
                <a:blipFill>
                  <a:blip r:embed="rId4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本框 461">
                  <a:extLst>
                    <a:ext uri="{FF2B5EF4-FFF2-40B4-BE49-F238E27FC236}">
                      <a16:creationId xmlns:a16="http://schemas.microsoft.com/office/drawing/2014/main" id="{89177A02-D158-DD6F-E8A2-E9D2BA92EF70}"/>
                    </a:ext>
                  </a:extLst>
                </p:cNvPr>
                <p:cNvSpPr txBox="1"/>
                <p:nvPr/>
              </p:nvSpPr>
              <p:spPr>
                <a:xfrm>
                  <a:off x="936000" y="540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2" name="文本框 461">
                  <a:extLst>
                    <a:ext uri="{FF2B5EF4-FFF2-40B4-BE49-F238E27FC236}">
                      <a16:creationId xmlns:a16="http://schemas.microsoft.com/office/drawing/2014/main" id="{89177A02-D158-DD6F-E8A2-E9D2BA92E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" y="5400000"/>
                  <a:ext cx="503998" cy="360000"/>
                </a:xfrm>
                <a:prstGeom prst="rect">
                  <a:avLst/>
                </a:prstGeom>
                <a:blipFill>
                  <a:blip r:embed="rId5"/>
                  <a:stretch>
                    <a:fillRect l="-7229" r="-7229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189F3650-D607-E3B4-4A0A-0987F7ECC3F2}"/>
                    </a:ext>
                  </a:extLst>
                </p:cNvPr>
                <p:cNvSpPr txBox="1"/>
                <p:nvPr/>
              </p:nvSpPr>
              <p:spPr>
                <a:xfrm>
                  <a:off x="1944000" y="540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189F3650-D607-E3B4-4A0A-0987F7ECC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4000" y="5400000"/>
                  <a:ext cx="503998" cy="360000"/>
                </a:xfrm>
                <a:prstGeom prst="rect">
                  <a:avLst/>
                </a:prstGeom>
                <a:blipFill>
                  <a:blip r:embed="rId6"/>
                  <a:stretch>
                    <a:fillRect l="-8537" r="-7317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9849863C-5B81-7DDC-A927-894ADD6A46A7}"/>
                </a:ext>
              </a:extLst>
            </p:cNvPr>
            <p:cNvSpPr/>
            <p:nvPr/>
          </p:nvSpPr>
          <p:spPr>
            <a:xfrm>
              <a:off x="1404000" y="50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7" name="椭圆 466">
              <a:extLst>
                <a:ext uri="{FF2B5EF4-FFF2-40B4-BE49-F238E27FC236}">
                  <a16:creationId xmlns:a16="http://schemas.microsoft.com/office/drawing/2014/main" id="{1C3CA56E-C18A-8331-6D5F-F52382064947}"/>
                </a:ext>
              </a:extLst>
            </p:cNvPr>
            <p:cNvSpPr/>
            <p:nvPr/>
          </p:nvSpPr>
          <p:spPr>
            <a:xfrm>
              <a:off x="2412000" y="50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D44AC56D-B868-7C25-C19F-8C3214063815}"/>
                </a:ext>
              </a:extLst>
            </p:cNvPr>
            <p:cNvCxnSpPr>
              <a:cxnSpLocks/>
            </p:cNvCxnSpPr>
            <p:nvPr/>
          </p:nvCxnSpPr>
          <p:spPr>
            <a:xfrm>
              <a:off x="1260000" y="471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连接符 470">
              <a:extLst>
                <a:ext uri="{FF2B5EF4-FFF2-40B4-BE49-F238E27FC236}">
                  <a16:creationId xmlns:a16="http://schemas.microsoft.com/office/drawing/2014/main" id="{D3A26FDD-3CB5-A6EF-F61E-8F37A821EA4E}"/>
                </a:ext>
              </a:extLst>
            </p:cNvPr>
            <p:cNvCxnSpPr>
              <a:cxnSpLocks/>
            </p:cNvCxnSpPr>
            <p:nvPr/>
          </p:nvCxnSpPr>
          <p:spPr>
            <a:xfrm>
              <a:off x="2268000" y="471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矩形 473">
              <a:extLst>
                <a:ext uri="{FF2B5EF4-FFF2-40B4-BE49-F238E27FC236}">
                  <a16:creationId xmlns:a16="http://schemas.microsoft.com/office/drawing/2014/main" id="{929F3CC7-5979-5AFB-2640-A0A426A4D440}"/>
                </a:ext>
              </a:extLst>
            </p:cNvPr>
            <p:cNvSpPr/>
            <p:nvPr/>
          </p:nvSpPr>
          <p:spPr>
            <a:xfrm>
              <a:off x="1710000" y="597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5" name="矩形 474">
              <a:extLst>
                <a:ext uri="{FF2B5EF4-FFF2-40B4-BE49-F238E27FC236}">
                  <a16:creationId xmlns:a16="http://schemas.microsoft.com/office/drawing/2014/main" id="{8952ECB6-54A7-B2ED-2EFF-7D85C292C8C5}"/>
                </a:ext>
              </a:extLst>
            </p:cNvPr>
            <p:cNvSpPr/>
            <p:nvPr/>
          </p:nvSpPr>
          <p:spPr>
            <a:xfrm>
              <a:off x="2718000" y="5976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C6702BEB-BA38-9B66-07C4-4449DBE40F79}"/>
                    </a:ext>
                  </a:extLst>
                </p:cNvPr>
                <p:cNvSpPr txBox="1"/>
                <p:nvPr/>
              </p:nvSpPr>
              <p:spPr>
                <a:xfrm>
                  <a:off x="1710000" y="608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C6702BEB-BA38-9B66-07C4-4449DBE40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0000" y="6084000"/>
                  <a:ext cx="503998" cy="360000"/>
                </a:xfrm>
                <a:prstGeom prst="rect">
                  <a:avLst/>
                </a:prstGeom>
                <a:blipFill>
                  <a:blip r:embed="rId7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文本框 477">
                  <a:extLst>
                    <a:ext uri="{FF2B5EF4-FFF2-40B4-BE49-F238E27FC236}">
                      <a16:creationId xmlns:a16="http://schemas.microsoft.com/office/drawing/2014/main" id="{47FE447B-C11D-C84F-DF99-37D2A79CD7C3}"/>
                    </a:ext>
                  </a:extLst>
                </p:cNvPr>
                <p:cNvSpPr txBox="1"/>
                <p:nvPr/>
              </p:nvSpPr>
              <p:spPr>
                <a:xfrm>
                  <a:off x="2718000" y="6084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8" name="文本框 477">
                  <a:extLst>
                    <a:ext uri="{FF2B5EF4-FFF2-40B4-BE49-F238E27FC236}">
                      <a16:creationId xmlns:a16="http://schemas.microsoft.com/office/drawing/2014/main" id="{47FE447B-C11D-C84F-DF99-37D2A79CD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000" y="6084000"/>
                  <a:ext cx="503998" cy="360000"/>
                </a:xfrm>
                <a:prstGeom prst="rect">
                  <a:avLst/>
                </a:prstGeom>
                <a:blipFill>
                  <a:blip r:embed="rId8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09FCFA32-FD11-FD73-072A-C1D68B8B0BDB}"/>
                    </a:ext>
                  </a:extLst>
                </p:cNvPr>
                <p:cNvSpPr txBox="1"/>
                <p:nvPr/>
              </p:nvSpPr>
              <p:spPr>
                <a:xfrm>
                  <a:off x="1008000" y="471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09FCFA32-FD11-FD73-072A-C1D68B8B0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000" y="4716000"/>
                  <a:ext cx="396000" cy="396000"/>
                </a:xfrm>
                <a:prstGeom prst="rect">
                  <a:avLst/>
                </a:prstGeom>
                <a:blipFill>
                  <a:blip r:embed="rId9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ACA82EB3-B23C-C1F1-2E7E-6F7A3E595136}"/>
                    </a:ext>
                  </a:extLst>
                </p:cNvPr>
                <p:cNvSpPr txBox="1"/>
                <p:nvPr/>
              </p:nvSpPr>
              <p:spPr>
                <a:xfrm>
                  <a:off x="2016000" y="471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ACA82EB3-B23C-C1F1-2E7E-6F7A3E5951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000" y="4716000"/>
                  <a:ext cx="396000" cy="396000"/>
                </a:xfrm>
                <a:prstGeom prst="rect">
                  <a:avLst/>
                </a:prstGeom>
                <a:blipFill>
                  <a:blip r:embed="rId10"/>
                  <a:stretch>
                    <a:fillRect l="-12308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FAC49539-D42F-70B8-11CE-1A1C067DED49}"/>
                </a:ext>
              </a:extLst>
            </p:cNvPr>
            <p:cNvCxnSpPr>
              <a:cxnSpLocks/>
            </p:cNvCxnSpPr>
            <p:nvPr/>
          </p:nvCxnSpPr>
          <p:spPr>
            <a:xfrm>
              <a:off x="1368000" y="345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100A017F-0451-59A1-CACE-04480855E04D}"/>
                </a:ext>
              </a:extLst>
            </p:cNvPr>
            <p:cNvCxnSpPr>
              <a:cxnSpLocks/>
            </p:cNvCxnSpPr>
            <p:nvPr/>
          </p:nvCxnSpPr>
          <p:spPr>
            <a:xfrm>
              <a:off x="2376000" y="345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93C33E18-665F-4FC9-F1BE-967D837102A6}"/>
                    </a:ext>
                  </a:extLst>
                </p:cNvPr>
                <p:cNvSpPr txBox="1"/>
                <p:nvPr/>
              </p:nvSpPr>
              <p:spPr>
                <a:xfrm>
                  <a:off x="2160000" y="3024000"/>
                  <a:ext cx="424027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93C33E18-665F-4FC9-F1BE-967D83710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3024000"/>
                  <a:ext cx="424027" cy="432000"/>
                </a:xfrm>
                <a:prstGeom prst="rect">
                  <a:avLst/>
                </a:prstGeom>
                <a:blipFill>
                  <a:blip r:embed="rId11"/>
                  <a:stretch>
                    <a:fillRect l="-15714" r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DCE504F2-C185-EA2E-3F17-376DCA31BE7B}"/>
                    </a:ext>
                  </a:extLst>
                </p:cNvPr>
                <p:cNvSpPr txBox="1"/>
                <p:nvPr/>
              </p:nvSpPr>
              <p:spPr>
                <a:xfrm>
                  <a:off x="1152000" y="3024000"/>
                  <a:ext cx="431144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DCE504F2-C185-EA2E-3F17-376DCA31B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2000" y="3024000"/>
                  <a:ext cx="431144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5714" r="-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2" name="直接箭头连接符 491">
              <a:extLst>
                <a:ext uri="{FF2B5EF4-FFF2-40B4-BE49-F238E27FC236}">
                  <a16:creationId xmlns:a16="http://schemas.microsoft.com/office/drawing/2014/main" id="{2DA41C79-4B0E-ECD9-9816-588A74EB9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8000" y="388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箭头连接符 492">
              <a:extLst>
                <a:ext uri="{FF2B5EF4-FFF2-40B4-BE49-F238E27FC236}">
                  <a16:creationId xmlns:a16="http://schemas.microsoft.com/office/drawing/2014/main" id="{521EBD0C-9917-CF4E-A919-1B9C5094B0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6000" y="388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文本框 493">
                  <a:extLst>
                    <a:ext uri="{FF2B5EF4-FFF2-40B4-BE49-F238E27FC236}">
                      <a16:creationId xmlns:a16="http://schemas.microsoft.com/office/drawing/2014/main" id="{53D477FF-A5B6-C493-3B98-4045ACF84BAA}"/>
                    </a:ext>
                  </a:extLst>
                </p:cNvPr>
                <p:cNvSpPr txBox="1"/>
                <p:nvPr/>
              </p:nvSpPr>
              <p:spPr>
                <a:xfrm>
                  <a:off x="1836000" y="388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4" name="文本框 493">
                  <a:extLst>
                    <a:ext uri="{FF2B5EF4-FFF2-40B4-BE49-F238E27FC236}">
                      <a16:creationId xmlns:a16="http://schemas.microsoft.com/office/drawing/2014/main" id="{53D477FF-A5B6-C493-3B98-4045ACF84B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000" y="3888000"/>
                  <a:ext cx="396000" cy="396000"/>
                </a:xfrm>
                <a:prstGeom prst="rect">
                  <a:avLst/>
                </a:prstGeom>
                <a:blipFill>
                  <a:blip r:embed="rId13"/>
                  <a:stretch>
                    <a:fillRect l="-7692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CC073A7B-B7C1-DF21-02A4-969BDA932BA6}"/>
                </a:ext>
              </a:extLst>
            </p:cNvPr>
            <p:cNvCxnSpPr>
              <a:cxnSpLocks/>
            </p:cNvCxnSpPr>
            <p:nvPr/>
          </p:nvCxnSpPr>
          <p:spPr>
            <a:xfrm>
              <a:off x="4104000" y="6048000"/>
              <a:ext cx="100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文本框 412">
                  <a:extLst>
                    <a:ext uri="{FF2B5EF4-FFF2-40B4-BE49-F238E27FC236}">
                      <a16:creationId xmlns:a16="http://schemas.microsoft.com/office/drawing/2014/main" id="{843A904B-866E-B691-DE27-B175C4F63BFC}"/>
                    </a:ext>
                  </a:extLst>
                </p:cNvPr>
                <p:cNvSpPr txBox="1"/>
                <p:nvPr/>
              </p:nvSpPr>
              <p:spPr>
                <a:xfrm>
                  <a:off x="6912000" y="3672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3" name="文本框 412">
                  <a:extLst>
                    <a:ext uri="{FF2B5EF4-FFF2-40B4-BE49-F238E27FC236}">
                      <a16:creationId xmlns:a16="http://schemas.microsoft.com/office/drawing/2014/main" id="{843A904B-866E-B691-DE27-B175C4F63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000" y="3672000"/>
                  <a:ext cx="468000" cy="396000"/>
                </a:xfrm>
                <a:prstGeom prst="rect">
                  <a:avLst/>
                </a:prstGeom>
                <a:blipFill>
                  <a:blip r:embed="rId14"/>
                  <a:stretch>
                    <a:fillRect l="-2597" r="-1299" b="-9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4" name="等腰三角形 413">
              <a:extLst>
                <a:ext uri="{FF2B5EF4-FFF2-40B4-BE49-F238E27FC236}">
                  <a16:creationId xmlns:a16="http://schemas.microsoft.com/office/drawing/2014/main" id="{22E54D88-E514-F49A-5F39-B92A18CE5388}"/>
                </a:ext>
              </a:extLst>
            </p:cNvPr>
            <p:cNvSpPr/>
            <p:nvPr/>
          </p:nvSpPr>
          <p:spPr>
            <a:xfrm rot="5400000">
              <a:off x="5364000" y="3528000"/>
              <a:ext cx="1260000" cy="108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BD598C3-B586-5C1B-0444-E56462548112}"/>
                    </a:ext>
                  </a:extLst>
                </p:cNvPr>
                <p:cNvSpPr txBox="1"/>
                <p:nvPr/>
              </p:nvSpPr>
              <p:spPr>
                <a:xfrm flipH="1">
                  <a:off x="5364000" y="352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BD598C3-B586-5C1B-0444-E56462548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364000" y="3528000"/>
                  <a:ext cx="540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A3038C3-0C11-D915-E76E-9EF4788B5C8D}"/>
                </a:ext>
              </a:extLst>
            </p:cNvPr>
            <p:cNvSpPr txBox="1"/>
            <p:nvPr/>
          </p:nvSpPr>
          <p:spPr>
            <a:xfrm>
              <a:off x="5760000" y="3852000"/>
              <a:ext cx="4320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B6E5F499-4B36-7FFE-CAC9-90FC7A9E7667}"/>
                </a:ext>
              </a:extLst>
            </p:cNvPr>
            <p:cNvSpPr/>
            <p:nvPr/>
          </p:nvSpPr>
          <p:spPr>
            <a:xfrm>
              <a:off x="4950000" y="370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463713E-0C02-5F39-F38D-6AA902F913F5}"/>
                    </a:ext>
                  </a:extLst>
                </p:cNvPr>
                <p:cNvSpPr txBox="1"/>
                <p:nvPr/>
              </p:nvSpPr>
              <p:spPr>
                <a:xfrm>
                  <a:off x="5724000" y="3240000"/>
                  <a:ext cx="50399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463713E-0C02-5F39-F38D-6AA902F91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4000" y="3240000"/>
                  <a:ext cx="503998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C15324A-3642-164E-E37A-B8BEAE89B76F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00" y="3096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" name="文本框 419">
                  <a:extLst>
                    <a:ext uri="{FF2B5EF4-FFF2-40B4-BE49-F238E27FC236}">
                      <a16:creationId xmlns:a16="http://schemas.microsoft.com/office/drawing/2014/main" id="{1F59544F-4B63-C06C-90F6-65846CDAF870}"/>
                    </a:ext>
                  </a:extLst>
                </p:cNvPr>
                <p:cNvSpPr txBox="1"/>
                <p:nvPr/>
              </p:nvSpPr>
              <p:spPr>
                <a:xfrm>
                  <a:off x="4968000" y="2700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20" name="文本框 419">
                  <a:extLst>
                    <a:ext uri="{FF2B5EF4-FFF2-40B4-BE49-F238E27FC236}">
                      <a16:creationId xmlns:a16="http://schemas.microsoft.com/office/drawing/2014/main" id="{1F59544F-4B63-C06C-90F6-65846CDAF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000" y="2700000"/>
                  <a:ext cx="396000" cy="396000"/>
                </a:xfrm>
                <a:prstGeom prst="rect">
                  <a:avLst/>
                </a:prstGeom>
                <a:blipFill>
                  <a:blip r:embed="rId17"/>
                  <a:stretch>
                    <a:fillRect l="-9231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BE88902-7E7F-4617-F0E4-48FAD59E944B}"/>
                    </a:ext>
                  </a:extLst>
                </p:cNvPr>
                <p:cNvSpPr txBox="1"/>
                <p:nvPr/>
              </p:nvSpPr>
              <p:spPr>
                <a:xfrm flipH="1">
                  <a:off x="5364000" y="414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BE88902-7E7F-4617-F0E4-48FAD59E9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364000" y="4140000"/>
                  <a:ext cx="540000" cy="432000"/>
                </a:xfrm>
                <a:prstGeom prst="rect">
                  <a:avLst/>
                </a:prstGeom>
                <a:blipFill>
                  <a:blip r:embed="rId18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0DD87310-0C90-BAA1-14E4-DEF9D7B6E0A0}"/>
                </a:ext>
              </a:extLst>
            </p:cNvPr>
            <p:cNvCxnSpPr>
              <a:cxnSpLocks/>
            </p:cNvCxnSpPr>
            <p:nvPr/>
          </p:nvCxnSpPr>
          <p:spPr>
            <a:xfrm>
              <a:off x="6516000" y="4068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B598A78-E0E5-5228-76CC-980F220C3E72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00" y="3204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FF7A098F-2B1D-55F1-A881-22DA817C52EB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00" y="3204000"/>
              <a:ext cx="180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F24AEE96-A11F-61E9-9F14-3B17335EA7F2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3204000"/>
              <a:ext cx="0" cy="864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322CB53-60FD-F6B0-2169-A19B74F161A7}"/>
                </a:ext>
              </a:extLst>
            </p:cNvPr>
            <p:cNvSpPr/>
            <p:nvPr/>
          </p:nvSpPr>
          <p:spPr>
            <a:xfrm>
              <a:off x="6750000" y="401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734DC08-EC8F-8245-7E04-4E61422761E5}"/>
                </a:ext>
              </a:extLst>
            </p:cNvPr>
            <p:cNvSpPr/>
            <p:nvPr/>
          </p:nvSpPr>
          <p:spPr>
            <a:xfrm>
              <a:off x="4950000" y="432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E1B9DCFE-3173-EB4D-7C88-B49B86D9C8AA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00" y="43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54656F9-39EC-F104-A34F-611ABD3A79C2}"/>
                </a:ext>
              </a:extLst>
            </p:cNvPr>
            <p:cNvCxnSpPr>
              <a:cxnSpLocks/>
            </p:cNvCxnSpPr>
            <p:nvPr/>
          </p:nvCxnSpPr>
          <p:spPr>
            <a:xfrm>
              <a:off x="4824000" y="4968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4893E46-7401-AD2A-6DC4-A7D42061C4B3}"/>
                </a:ext>
              </a:extLst>
            </p:cNvPr>
            <p:cNvSpPr/>
            <p:nvPr/>
          </p:nvSpPr>
          <p:spPr>
            <a:xfrm>
              <a:off x="5724000" y="313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B8DC8E4-CDE1-9975-93E8-4E0E7C5E1880}"/>
                </a:ext>
              </a:extLst>
            </p:cNvPr>
            <p:cNvCxnSpPr>
              <a:cxnSpLocks/>
            </p:cNvCxnSpPr>
            <p:nvPr/>
          </p:nvCxnSpPr>
          <p:spPr>
            <a:xfrm>
              <a:off x="4482000" y="437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DE17072-52B1-89E2-7C9D-284FD5C72013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3762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C50F008-4C03-41E4-C214-CE75F3ADFC5A}"/>
                </a:ext>
              </a:extLst>
            </p:cNvPr>
            <p:cNvSpPr/>
            <p:nvPr/>
          </p:nvSpPr>
          <p:spPr>
            <a:xfrm>
              <a:off x="4428000" y="432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D844D19-15A5-55E4-9CAC-A4CF91D0C913}"/>
                </a:ext>
              </a:extLst>
            </p:cNvPr>
            <p:cNvSpPr/>
            <p:nvPr/>
          </p:nvSpPr>
          <p:spPr>
            <a:xfrm>
              <a:off x="4068000" y="370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46C1507-7D9D-E13D-C9B8-0123820ADE85}"/>
                </a:ext>
              </a:extLst>
            </p:cNvPr>
            <p:cNvCxnSpPr>
              <a:cxnSpLocks/>
            </p:cNvCxnSpPr>
            <p:nvPr/>
          </p:nvCxnSpPr>
          <p:spPr>
            <a:xfrm>
              <a:off x="4302000" y="5076000"/>
              <a:ext cx="0" cy="93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矩形 436">
              <a:extLst>
                <a:ext uri="{FF2B5EF4-FFF2-40B4-BE49-F238E27FC236}">
                  <a16:creationId xmlns:a16="http://schemas.microsoft.com/office/drawing/2014/main" id="{48959D8B-B4FB-4557-F3F3-8A6FC39132D1}"/>
                </a:ext>
              </a:extLst>
            </p:cNvPr>
            <p:cNvSpPr/>
            <p:nvPr/>
          </p:nvSpPr>
          <p:spPr>
            <a:xfrm>
              <a:off x="4230000" y="5328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8064D524-2ADA-89C3-8373-E427B10C7F59}"/>
                </a:ext>
              </a:extLst>
            </p:cNvPr>
            <p:cNvSpPr/>
            <p:nvPr/>
          </p:nvSpPr>
          <p:spPr>
            <a:xfrm>
              <a:off x="4248000" y="599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1E832FE9-5EB0-017E-1FE1-26AF77FE755C}"/>
                    </a:ext>
                  </a:extLst>
                </p:cNvPr>
                <p:cNvSpPr txBox="1"/>
                <p:nvPr/>
              </p:nvSpPr>
              <p:spPr>
                <a:xfrm>
                  <a:off x="3780000" y="5400000"/>
                  <a:ext cx="503998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1E832FE9-5EB0-017E-1FE1-26AF77FE7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5400000"/>
                  <a:ext cx="503998" cy="360000"/>
                </a:xfrm>
                <a:prstGeom prst="rect">
                  <a:avLst/>
                </a:prstGeom>
                <a:blipFill>
                  <a:blip r:embed="rId19"/>
                  <a:stretch>
                    <a:fillRect l="-8537" r="-7317"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9" name="椭圆 468">
              <a:extLst>
                <a:ext uri="{FF2B5EF4-FFF2-40B4-BE49-F238E27FC236}">
                  <a16:creationId xmlns:a16="http://schemas.microsoft.com/office/drawing/2014/main" id="{DB3AE7B3-CEA8-5C8B-8B27-265F2679ABBA}"/>
                </a:ext>
              </a:extLst>
            </p:cNvPr>
            <p:cNvSpPr/>
            <p:nvPr/>
          </p:nvSpPr>
          <p:spPr>
            <a:xfrm>
              <a:off x="4248000" y="504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F13FB61C-92F5-1B86-2F58-0E63EEBE7F4A}"/>
                </a:ext>
              </a:extLst>
            </p:cNvPr>
            <p:cNvCxnSpPr>
              <a:cxnSpLocks/>
            </p:cNvCxnSpPr>
            <p:nvPr/>
          </p:nvCxnSpPr>
          <p:spPr>
            <a:xfrm>
              <a:off x="4104000" y="4716000"/>
              <a:ext cx="198000" cy="37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83531AAC-A41D-8AEA-0595-D4EAACBBF4F6}"/>
                    </a:ext>
                  </a:extLst>
                </p:cNvPr>
                <p:cNvSpPr txBox="1"/>
                <p:nvPr/>
              </p:nvSpPr>
              <p:spPr>
                <a:xfrm>
                  <a:off x="3564000" y="4716000"/>
                  <a:ext cx="720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83531AAC-A41D-8AEA-0595-D4EAACBBF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4000" y="4716000"/>
                  <a:ext cx="720000" cy="396000"/>
                </a:xfrm>
                <a:prstGeom prst="rect">
                  <a:avLst/>
                </a:prstGeom>
                <a:blipFill>
                  <a:blip r:embed="rId20"/>
                  <a:stretch>
                    <a:fillRect l="-5932" r="-847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3F25A6CD-2B9F-2AD9-2DF9-FF1DD2D97655}"/>
                </a:ext>
              </a:extLst>
            </p:cNvPr>
            <p:cNvCxnSpPr>
              <a:cxnSpLocks/>
            </p:cNvCxnSpPr>
            <p:nvPr/>
          </p:nvCxnSpPr>
          <p:spPr>
            <a:xfrm>
              <a:off x="4212000" y="3456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文本框 487">
                  <a:extLst>
                    <a:ext uri="{FF2B5EF4-FFF2-40B4-BE49-F238E27FC236}">
                      <a16:creationId xmlns:a16="http://schemas.microsoft.com/office/drawing/2014/main" id="{71311FE2-C062-53EA-0EA5-A54728247272}"/>
                    </a:ext>
                  </a:extLst>
                </p:cNvPr>
                <p:cNvSpPr txBox="1"/>
                <p:nvPr/>
              </p:nvSpPr>
              <p:spPr>
                <a:xfrm>
                  <a:off x="3996000" y="3024000"/>
                  <a:ext cx="744370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8" name="文本框 487">
                  <a:extLst>
                    <a:ext uri="{FF2B5EF4-FFF2-40B4-BE49-F238E27FC236}">
                      <a16:creationId xmlns:a16="http://schemas.microsoft.com/office/drawing/2014/main" id="{71311FE2-C062-53EA-0EA5-A54728247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6000" y="3024000"/>
                  <a:ext cx="744370" cy="432000"/>
                </a:xfrm>
                <a:prstGeom prst="rect">
                  <a:avLst/>
                </a:prstGeom>
                <a:blipFill>
                  <a:blip r:embed="rId21"/>
                  <a:stretch>
                    <a:fillRect l="-8197" r="-2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FE5BB72C-B9A8-ADE1-F903-4DDB94630942}"/>
                    </a:ext>
                  </a:extLst>
                </p:cNvPr>
                <p:cNvSpPr txBox="1"/>
                <p:nvPr/>
              </p:nvSpPr>
              <p:spPr>
                <a:xfrm>
                  <a:off x="3420000" y="3888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FE5BB72C-B9A8-ADE1-F903-4DDB94630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000" y="3888000"/>
                  <a:ext cx="612000" cy="396000"/>
                </a:xfrm>
                <a:prstGeom prst="rect">
                  <a:avLst/>
                </a:prstGeom>
                <a:blipFill>
                  <a:blip r:embed="rId22"/>
                  <a:stretch>
                    <a:fillRect l="-13000" r="-5000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8" name="直接箭头连接符 497">
              <a:extLst>
                <a:ext uri="{FF2B5EF4-FFF2-40B4-BE49-F238E27FC236}">
                  <a16:creationId xmlns:a16="http://schemas.microsoft.com/office/drawing/2014/main" id="{1790804B-1F9C-EF5D-B079-85AFCD953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2000" y="3888000"/>
              <a:ext cx="0" cy="36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C8B74D7F-9C61-E54E-9119-F273C76488FD}"/>
                    </a:ext>
                  </a:extLst>
                </p:cNvPr>
                <p:cNvSpPr txBox="1"/>
                <p:nvPr/>
              </p:nvSpPr>
              <p:spPr>
                <a:xfrm>
                  <a:off x="5148000" y="5814000"/>
                  <a:ext cx="72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en-US" altLang="zh-CN" sz="2400" dirty="0"/>
                </a:p>
              </p:txBody>
            </p:sp>
          </mc:Choice>
          <mc:Fallback xmlns="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C8B74D7F-9C61-E54E-9119-F273C7648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00" y="5814000"/>
                  <a:ext cx="720000" cy="4680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F5B27FDD-CB8F-453A-3474-31F1FD86DB5F}"/>
                    </a:ext>
                  </a:extLst>
                </p:cNvPr>
                <p:cNvSpPr txBox="1"/>
                <p:nvPr/>
              </p:nvSpPr>
              <p:spPr>
                <a:xfrm>
                  <a:off x="4968000" y="3366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F5B27FDD-CB8F-453A-3474-31F1FD86D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000" y="3366000"/>
                  <a:ext cx="503998" cy="396000"/>
                </a:xfrm>
                <a:prstGeom prst="rect">
                  <a:avLst/>
                </a:prstGeom>
                <a:blipFill>
                  <a:blip r:embed="rId2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文本框 500">
                  <a:extLst>
                    <a:ext uri="{FF2B5EF4-FFF2-40B4-BE49-F238E27FC236}">
                      <a16:creationId xmlns:a16="http://schemas.microsoft.com/office/drawing/2014/main" id="{DB6C6FC8-996E-5484-209D-15621E4733DB}"/>
                    </a:ext>
                  </a:extLst>
                </p:cNvPr>
                <p:cNvSpPr txBox="1"/>
                <p:nvPr/>
              </p:nvSpPr>
              <p:spPr>
                <a:xfrm>
                  <a:off x="4968000" y="3978000"/>
                  <a:ext cx="503998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1" name="文本框 500">
                  <a:extLst>
                    <a:ext uri="{FF2B5EF4-FFF2-40B4-BE49-F238E27FC236}">
                      <a16:creationId xmlns:a16="http://schemas.microsoft.com/office/drawing/2014/main" id="{DB6C6FC8-996E-5484-209D-15621E473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000" y="3978000"/>
                  <a:ext cx="503998" cy="396000"/>
                </a:xfrm>
                <a:prstGeom prst="rect">
                  <a:avLst/>
                </a:prstGeom>
                <a:blipFill>
                  <a:blip r:embed="rId25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674FAEBA-F31B-7C59-AA02-F8B8E6273A69}"/>
                </a:ext>
              </a:extLst>
            </p:cNvPr>
            <p:cNvCxnSpPr>
              <a:cxnSpLocks/>
            </p:cNvCxnSpPr>
            <p:nvPr/>
          </p:nvCxnSpPr>
          <p:spPr>
            <a:xfrm>
              <a:off x="3564000" y="6048000"/>
              <a:ext cx="48873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>
              <a:extLst>
                <a:ext uri="{FF2B5EF4-FFF2-40B4-BE49-F238E27FC236}">
                  <a16:creationId xmlns:a16="http://schemas.microsoft.com/office/drawing/2014/main" id="{04789A57-CEF1-4ADC-1DF3-BF7096F6BF15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374000"/>
              <a:ext cx="48873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>
              <a:extLst>
                <a:ext uri="{FF2B5EF4-FFF2-40B4-BE49-F238E27FC236}">
                  <a16:creationId xmlns:a16="http://schemas.microsoft.com/office/drawing/2014/main" id="{24F34250-ABA9-897A-C06C-F13958F4F61E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762000"/>
              <a:ext cx="48873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文本框 523">
                  <a:extLst>
                    <a:ext uri="{FF2B5EF4-FFF2-40B4-BE49-F238E27FC236}">
                      <a16:creationId xmlns:a16="http://schemas.microsoft.com/office/drawing/2014/main" id="{9FC1200F-6FEC-F13D-9815-8DCEDFCBA65A}"/>
                    </a:ext>
                  </a:extLst>
                </p:cNvPr>
                <p:cNvSpPr txBox="1"/>
                <p:nvPr/>
              </p:nvSpPr>
              <p:spPr>
                <a:xfrm>
                  <a:off x="2988000" y="5148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24" name="文本框 523">
                  <a:extLst>
                    <a:ext uri="{FF2B5EF4-FFF2-40B4-BE49-F238E27FC236}">
                      <a16:creationId xmlns:a16="http://schemas.microsoft.com/office/drawing/2014/main" id="{9FC1200F-6FEC-F13D-9815-8DCEDFCBA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00" y="5148000"/>
                  <a:ext cx="612000" cy="3960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文本框 524">
                  <a:extLst>
                    <a:ext uri="{FF2B5EF4-FFF2-40B4-BE49-F238E27FC236}">
                      <a16:creationId xmlns:a16="http://schemas.microsoft.com/office/drawing/2014/main" id="{AD84F5EC-8A82-D561-AAEF-B4F2F7803633}"/>
                    </a:ext>
                  </a:extLst>
                </p:cNvPr>
                <p:cNvSpPr txBox="1"/>
                <p:nvPr/>
              </p:nvSpPr>
              <p:spPr>
                <a:xfrm>
                  <a:off x="2988000" y="3024000"/>
                  <a:ext cx="612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25" name="文本框 524">
                  <a:extLst>
                    <a:ext uri="{FF2B5EF4-FFF2-40B4-BE49-F238E27FC236}">
                      <a16:creationId xmlns:a16="http://schemas.microsoft.com/office/drawing/2014/main" id="{AD84F5EC-8A82-D561-AAEF-B4F2F7803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00" y="3024000"/>
                  <a:ext cx="612000" cy="39600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203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D46C-6CD1-DDF7-746D-314AB4E1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68F7B-A7A9-6321-2920-43C5E86A703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倒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形电阻网络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456A3F-5CA3-B2B2-47B4-970F1F601AC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7DB54A4-F8EA-DA59-D97B-2AAD99129D0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4C462768-7706-ABEF-4DBA-4D6FE1FA0F4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8B1296AF-7E17-3245-D445-9C5201ECF6C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6310B625-2AC1-1B58-23D6-8459E0DD8BE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A4D1DBC-6736-A7AB-B04B-F7128947A600}"/>
                  </a:ext>
                </a:extLst>
              </p:cNvPr>
              <p:cNvSpPr txBox="1"/>
              <p:nvPr/>
            </p:nvSpPr>
            <p:spPr>
              <a:xfrm>
                <a:off x="359990" y="828000"/>
                <a:ext cx="4680000" cy="342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CB7520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AD7520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l-GR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由外部提供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建议使用内部反馈电阻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A4D1DBC-6736-A7AB-B04B-F7128947A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0" y="828000"/>
                <a:ext cx="4680000" cy="3420000"/>
              </a:xfrm>
              <a:prstGeom prst="rect">
                <a:avLst/>
              </a:prstGeom>
              <a:blipFill>
                <a:blip r:embed="rId3"/>
                <a:stretch>
                  <a:fillRect l="-2344" t="-713" r="-5599" b="-1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C634375C-9D36-9642-8269-93BCC5B57656}"/>
              </a:ext>
            </a:extLst>
          </p:cNvPr>
          <p:cNvCxnSpPr>
            <a:cxnSpLocks/>
          </p:cNvCxnSpPr>
          <p:nvPr/>
        </p:nvCxnSpPr>
        <p:spPr>
          <a:xfrm>
            <a:off x="5364000" y="2052000"/>
            <a:ext cx="0" cy="252000"/>
          </a:xfrm>
          <a:prstGeom prst="line">
            <a:avLst/>
          </a:prstGeom>
          <a:ln w="25400">
            <a:solidFill>
              <a:schemeClr val="tx1"/>
            </a:solidFill>
            <a:prstDash val="soli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E86A0A9-92EB-AED8-E7D7-340A8B74043B}"/>
              </a:ext>
            </a:extLst>
          </p:cNvPr>
          <p:cNvCxnSpPr>
            <a:cxnSpLocks/>
          </p:cNvCxnSpPr>
          <p:nvPr/>
        </p:nvCxnSpPr>
        <p:spPr>
          <a:xfrm>
            <a:off x="8172000" y="3834000"/>
            <a:ext cx="2160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4F063CD-DCAC-D7C5-AAAA-964F3313C2D8}"/>
              </a:ext>
            </a:extLst>
          </p:cNvPr>
          <p:cNvCxnSpPr>
            <a:cxnSpLocks/>
          </p:cNvCxnSpPr>
          <p:nvPr/>
        </p:nvCxnSpPr>
        <p:spPr>
          <a:xfrm>
            <a:off x="8172000" y="3222000"/>
            <a:ext cx="2160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2D7BA47-171A-FA92-4B64-E2006481759B}"/>
              </a:ext>
            </a:extLst>
          </p:cNvPr>
          <p:cNvCxnSpPr>
            <a:cxnSpLocks/>
          </p:cNvCxnSpPr>
          <p:nvPr/>
        </p:nvCxnSpPr>
        <p:spPr>
          <a:xfrm>
            <a:off x="5453999" y="3834000"/>
            <a:ext cx="2196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C207F60-1AC9-FB3A-95DF-62D4AFFA9C4B}"/>
              </a:ext>
            </a:extLst>
          </p:cNvPr>
          <p:cNvCxnSpPr>
            <a:cxnSpLocks/>
          </p:cNvCxnSpPr>
          <p:nvPr/>
        </p:nvCxnSpPr>
        <p:spPr>
          <a:xfrm>
            <a:off x="5994000" y="3222000"/>
            <a:ext cx="1656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A64EEDF-6C87-98B7-4FA4-9FEBF6202FC8}"/>
              </a:ext>
            </a:extLst>
          </p:cNvPr>
          <p:cNvCxnSpPr>
            <a:cxnSpLocks/>
          </p:cNvCxnSpPr>
          <p:nvPr/>
        </p:nvCxnSpPr>
        <p:spPr>
          <a:xfrm>
            <a:off x="5454000" y="5508000"/>
            <a:ext cx="2700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64EF9E9-2060-5FEC-5EA2-2191F6F416B0}"/>
                  </a:ext>
                </a:extLst>
              </p:cNvPr>
              <p:cNvSpPr txBox="1"/>
              <p:nvPr/>
            </p:nvSpPr>
            <p:spPr>
              <a:xfrm>
                <a:off x="5544000" y="3348000"/>
                <a:ext cx="39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64EF9E9-2060-5FEC-5EA2-2191F6F41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00" y="3348000"/>
                <a:ext cx="396000" cy="396000"/>
              </a:xfrm>
              <a:prstGeom prst="rect">
                <a:avLst/>
              </a:prstGeom>
              <a:blipFill>
                <a:blip r:embed="rId4"/>
                <a:stretch>
                  <a:fillRect l="-6154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A34CFAB-CE01-78EE-04F1-B1755399423D}"/>
              </a:ext>
            </a:extLst>
          </p:cNvPr>
          <p:cNvCxnSpPr>
            <a:cxnSpLocks/>
          </p:cNvCxnSpPr>
          <p:nvPr/>
        </p:nvCxnSpPr>
        <p:spPr>
          <a:xfrm>
            <a:off x="7362000" y="3834000"/>
            <a:ext cx="0" cy="360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C040581-56DE-999F-94B5-A50BB709DA51}"/>
              </a:ext>
            </a:extLst>
          </p:cNvPr>
          <p:cNvCxnSpPr>
            <a:cxnSpLocks/>
          </p:cNvCxnSpPr>
          <p:nvPr/>
        </p:nvCxnSpPr>
        <p:spPr>
          <a:xfrm>
            <a:off x="7002000" y="3222000"/>
            <a:ext cx="0" cy="972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6C2DFCA4-430A-6DD7-EFDA-DC5FD41ABB5A}"/>
              </a:ext>
            </a:extLst>
          </p:cNvPr>
          <p:cNvSpPr/>
          <p:nvPr/>
        </p:nvSpPr>
        <p:spPr>
          <a:xfrm>
            <a:off x="7308000" y="378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B1C3F83-05FF-6EC2-9DAF-5D94E3406441}"/>
              </a:ext>
            </a:extLst>
          </p:cNvPr>
          <p:cNvSpPr/>
          <p:nvPr/>
        </p:nvSpPr>
        <p:spPr>
          <a:xfrm>
            <a:off x="6948000" y="3168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B271144-62EF-F054-D346-025D9E0E8C40}"/>
              </a:ext>
            </a:extLst>
          </p:cNvPr>
          <p:cNvCxnSpPr>
            <a:cxnSpLocks/>
          </p:cNvCxnSpPr>
          <p:nvPr/>
        </p:nvCxnSpPr>
        <p:spPr>
          <a:xfrm>
            <a:off x="7182000" y="4536000"/>
            <a:ext cx="0" cy="936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7E039B4-B671-CE5D-445E-755FCFA2E447}"/>
              </a:ext>
            </a:extLst>
          </p:cNvPr>
          <p:cNvSpPr/>
          <p:nvPr/>
        </p:nvSpPr>
        <p:spPr>
          <a:xfrm>
            <a:off x="7110000" y="4788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A2D68B40-B76C-8DB5-BBCE-1C4B2C21D132}"/>
              </a:ext>
            </a:extLst>
          </p:cNvPr>
          <p:cNvSpPr/>
          <p:nvPr/>
        </p:nvSpPr>
        <p:spPr>
          <a:xfrm>
            <a:off x="7128000" y="5454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4" name="直接连接符 463">
            <a:extLst>
              <a:ext uri="{FF2B5EF4-FFF2-40B4-BE49-F238E27FC236}">
                <a16:creationId xmlns:a16="http://schemas.microsoft.com/office/drawing/2014/main" id="{D443C11F-7D7D-1011-ED5A-3FCFB94611BF}"/>
              </a:ext>
            </a:extLst>
          </p:cNvPr>
          <p:cNvCxnSpPr>
            <a:cxnSpLocks/>
          </p:cNvCxnSpPr>
          <p:nvPr/>
        </p:nvCxnSpPr>
        <p:spPr>
          <a:xfrm>
            <a:off x="6354000" y="3834000"/>
            <a:ext cx="0" cy="360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4E53F99D-891E-0B7A-09FD-9F98E540B76F}"/>
              </a:ext>
            </a:extLst>
          </p:cNvPr>
          <p:cNvCxnSpPr>
            <a:cxnSpLocks/>
          </p:cNvCxnSpPr>
          <p:nvPr/>
        </p:nvCxnSpPr>
        <p:spPr>
          <a:xfrm>
            <a:off x="5994000" y="3222000"/>
            <a:ext cx="0" cy="972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椭圆 471">
            <a:extLst>
              <a:ext uri="{FF2B5EF4-FFF2-40B4-BE49-F238E27FC236}">
                <a16:creationId xmlns:a16="http://schemas.microsoft.com/office/drawing/2014/main" id="{0E2DA979-B11A-34D2-618D-BF3A7355C5BF}"/>
              </a:ext>
            </a:extLst>
          </p:cNvPr>
          <p:cNvSpPr/>
          <p:nvPr/>
        </p:nvSpPr>
        <p:spPr>
          <a:xfrm>
            <a:off x="6300000" y="378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6" name="直接连接符 475">
            <a:extLst>
              <a:ext uri="{FF2B5EF4-FFF2-40B4-BE49-F238E27FC236}">
                <a16:creationId xmlns:a16="http://schemas.microsoft.com/office/drawing/2014/main" id="{7892D8D0-546F-8D53-C9BD-43813A9A0D3E}"/>
              </a:ext>
            </a:extLst>
          </p:cNvPr>
          <p:cNvCxnSpPr>
            <a:cxnSpLocks/>
          </p:cNvCxnSpPr>
          <p:nvPr/>
        </p:nvCxnSpPr>
        <p:spPr>
          <a:xfrm>
            <a:off x="6174000" y="4536000"/>
            <a:ext cx="0" cy="936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矩形 478">
            <a:extLst>
              <a:ext uri="{FF2B5EF4-FFF2-40B4-BE49-F238E27FC236}">
                <a16:creationId xmlns:a16="http://schemas.microsoft.com/office/drawing/2014/main" id="{D392A497-A510-C9EE-F393-74341F49191D}"/>
              </a:ext>
            </a:extLst>
          </p:cNvPr>
          <p:cNvSpPr/>
          <p:nvPr/>
        </p:nvSpPr>
        <p:spPr>
          <a:xfrm>
            <a:off x="6102000" y="4788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椭圆 481">
            <a:extLst>
              <a:ext uri="{FF2B5EF4-FFF2-40B4-BE49-F238E27FC236}">
                <a16:creationId xmlns:a16="http://schemas.microsoft.com/office/drawing/2014/main" id="{28847567-14D2-D2D3-8553-8F1CE2B0DC92}"/>
              </a:ext>
            </a:extLst>
          </p:cNvPr>
          <p:cNvSpPr/>
          <p:nvPr/>
        </p:nvSpPr>
        <p:spPr>
          <a:xfrm>
            <a:off x="6120000" y="5454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C6FEBEC9-BD11-E3B1-BD31-7CDA066DE6AE}"/>
              </a:ext>
            </a:extLst>
          </p:cNvPr>
          <p:cNvCxnSpPr>
            <a:cxnSpLocks/>
          </p:cNvCxnSpPr>
          <p:nvPr/>
        </p:nvCxnSpPr>
        <p:spPr>
          <a:xfrm>
            <a:off x="5454000" y="3834000"/>
            <a:ext cx="0" cy="1674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矩形 488">
            <a:extLst>
              <a:ext uri="{FF2B5EF4-FFF2-40B4-BE49-F238E27FC236}">
                <a16:creationId xmlns:a16="http://schemas.microsoft.com/office/drawing/2014/main" id="{7E8D2074-B043-7136-5F52-215945AFA0F5}"/>
              </a:ext>
            </a:extLst>
          </p:cNvPr>
          <p:cNvSpPr/>
          <p:nvPr/>
        </p:nvSpPr>
        <p:spPr>
          <a:xfrm>
            <a:off x="5382000" y="4464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8A836739-9655-3E6E-B56E-3ECBCB242DFC}"/>
                  </a:ext>
                </a:extLst>
              </p:cNvPr>
              <p:cNvSpPr txBox="1"/>
              <p:nvPr/>
            </p:nvSpPr>
            <p:spPr>
              <a:xfrm>
                <a:off x="4932000" y="4536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8A836739-9655-3E6E-B56E-3ECBCB24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00" y="4536000"/>
                <a:ext cx="503998" cy="360000"/>
              </a:xfrm>
              <a:prstGeom prst="rect">
                <a:avLst/>
              </a:prstGeom>
              <a:blipFill>
                <a:blip r:embed="rId5"/>
                <a:stretch>
                  <a:fillRect l="-7229" r="-7229"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124CD8E4-C026-E52B-311D-4A02A08FE745}"/>
                  </a:ext>
                </a:extLst>
              </p:cNvPr>
              <p:cNvSpPr txBox="1"/>
              <p:nvPr/>
            </p:nvSpPr>
            <p:spPr>
              <a:xfrm>
                <a:off x="5652000" y="4860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124CD8E4-C026-E52B-311D-4A02A08FE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00" y="4860000"/>
                <a:ext cx="503998" cy="360000"/>
              </a:xfrm>
              <a:prstGeom prst="rect">
                <a:avLst/>
              </a:prstGeom>
              <a:blipFill>
                <a:blip r:embed="rId6"/>
                <a:stretch>
                  <a:fillRect l="-7229" r="-7229"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文本框 501">
                <a:extLst>
                  <a:ext uri="{FF2B5EF4-FFF2-40B4-BE49-F238E27FC236}">
                    <a16:creationId xmlns:a16="http://schemas.microsoft.com/office/drawing/2014/main" id="{018F1417-0F86-C74E-FC37-BE4A62587857}"/>
                  </a:ext>
                </a:extLst>
              </p:cNvPr>
              <p:cNvSpPr txBox="1"/>
              <p:nvPr/>
            </p:nvSpPr>
            <p:spPr>
              <a:xfrm>
                <a:off x="6660000" y="4860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02" name="文本框 501">
                <a:extLst>
                  <a:ext uri="{FF2B5EF4-FFF2-40B4-BE49-F238E27FC236}">
                    <a16:creationId xmlns:a16="http://schemas.microsoft.com/office/drawing/2014/main" id="{018F1417-0F86-C74E-FC37-BE4A62587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4860000"/>
                <a:ext cx="503998" cy="360000"/>
              </a:xfrm>
              <a:prstGeom prst="rect">
                <a:avLst/>
              </a:prstGeom>
              <a:blipFill>
                <a:blip r:embed="rId7"/>
                <a:stretch>
                  <a:fillRect l="-8537" r="-7317"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3" name="椭圆 502">
            <a:extLst>
              <a:ext uri="{FF2B5EF4-FFF2-40B4-BE49-F238E27FC236}">
                <a16:creationId xmlns:a16="http://schemas.microsoft.com/office/drawing/2014/main" id="{D32F3222-D7BF-EA80-D6FD-EA9F96609E68}"/>
              </a:ext>
            </a:extLst>
          </p:cNvPr>
          <p:cNvSpPr/>
          <p:nvPr/>
        </p:nvSpPr>
        <p:spPr>
          <a:xfrm>
            <a:off x="6120000" y="450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椭圆 503">
            <a:extLst>
              <a:ext uri="{FF2B5EF4-FFF2-40B4-BE49-F238E27FC236}">
                <a16:creationId xmlns:a16="http://schemas.microsoft.com/office/drawing/2014/main" id="{2488E09F-48E6-B105-912B-6251AC80FEC4}"/>
              </a:ext>
            </a:extLst>
          </p:cNvPr>
          <p:cNvSpPr/>
          <p:nvPr/>
        </p:nvSpPr>
        <p:spPr>
          <a:xfrm>
            <a:off x="7128000" y="450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5" name="直接连接符 504">
            <a:extLst>
              <a:ext uri="{FF2B5EF4-FFF2-40B4-BE49-F238E27FC236}">
                <a16:creationId xmlns:a16="http://schemas.microsoft.com/office/drawing/2014/main" id="{F6B337C0-B12F-8095-503A-38A4399449AA}"/>
              </a:ext>
            </a:extLst>
          </p:cNvPr>
          <p:cNvCxnSpPr>
            <a:cxnSpLocks/>
          </p:cNvCxnSpPr>
          <p:nvPr/>
        </p:nvCxnSpPr>
        <p:spPr>
          <a:xfrm>
            <a:off x="5976000" y="4176000"/>
            <a:ext cx="198000" cy="378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DCC52A68-C172-76EF-31E7-331E8BFC1552}"/>
              </a:ext>
            </a:extLst>
          </p:cNvPr>
          <p:cNvCxnSpPr>
            <a:cxnSpLocks/>
          </p:cNvCxnSpPr>
          <p:nvPr/>
        </p:nvCxnSpPr>
        <p:spPr>
          <a:xfrm>
            <a:off x="6984000" y="4176000"/>
            <a:ext cx="198000" cy="378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矩形 506">
            <a:extLst>
              <a:ext uri="{FF2B5EF4-FFF2-40B4-BE49-F238E27FC236}">
                <a16:creationId xmlns:a16="http://schemas.microsoft.com/office/drawing/2014/main" id="{567BBFE3-511C-DF45-C5A8-319BB8869F43}"/>
              </a:ext>
            </a:extLst>
          </p:cNvPr>
          <p:cNvSpPr/>
          <p:nvPr/>
        </p:nvSpPr>
        <p:spPr>
          <a:xfrm>
            <a:off x="6426000" y="5436000"/>
            <a:ext cx="504000" cy="14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ADDC017B-FEAC-C3E4-DB55-91412ACCCFE1}"/>
              </a:ext>
            </a:extLst>
          </p:cNvPr>
          <p:cNvSpPr/>
          <p:nvPr/>
        </p:nvSpPr>
        <p:spPr>
          <a:xfrm>
            <a:off x="7434000" y="5436000"/>
            <a:ext cx="504000" cy="14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文本框 508">
                <a:extLst>
                  <a:ext uri="{FF2B5EF4-FFF2-40B4-BE49-F238E27FC236}">
                    <a16:creationId xmlns:a16="http://schemas.microsoft.com/office/drawing/2014/main" id="{84017ACB-58C1-C433-8BAF-D4C5F2DC985F}"/>
                  </a:ext>
                </a:extLst>
              </p:cNvPr>
              <p:cNvSpPr txBox="1"/>
              <p:nvPr/>
            </p:nvSpPr>
            <p:spPr>
              <a:xfrm>
                <a:off x="6426000" y="5544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09" name="文本框 508">
                <a:extLst>
                  <a:ext uri="{FF2B5EF4-FFF2-40B4-BE49-F238E27FC236}">
                    <a16:creationId xmlns:a16="http://schemas.microsoft.com/office/drawing/2014/main" id="{84017ACB-58C1-C433-8BAF-D4C5F2DC9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00" y="5544000"/>
                <a:ext cx="503998" cy="360000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0679FB4E-D00F-B5D3-E742-A3C637779BD1}"/>
                  </a:ext>
                </a:extLst>
              </p:cNvPr>
              <p:cNvSpPr txBox="1"/>
              <p:nvPr/>
            </p:nvSpPr>
            <p:spPr>
              <a:xfrm>
                <a:off x="7434000" y="5544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0679FB4E-D00F-B5D3-E742-A3C637779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000" y="5544000"/>
                <a:ext cx="503998" cy="360000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1BDA3996-07B7-891B-8117-3AAFAD1DB432}"/>
                  </a:ext>
                </a:extLst>
              </p:cNvPr>
              <p:cNvSpPr txBox="1"/>
              <p:nvPr/>
            </p:nvSpPr>
            <p:spPr>
              <a:xfrm>
                <a:off x="5724000" y="4176000"/>
                <a:ext cx="396000" cy="39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1BDA3996-07B7-891B-8117-3AAFAD1DB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00" y="4176000"/>
                <a:ext cx="396000" cy="396000"/>
              </a:xfrm>
              <a:prstGeom prst="rect">
                <a:avLst/>
              </a:prstGeom>
              <a:blipFill>
                <a:blip r:embed="rId10"/>
                <a:stretch>
                  <a:fillRect l="-15385" r="-1538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0EF3A7BC-5D65-C067-E037-AD8452D789F4}"/>
                  </a:ext>
                </a:extLst>
              </p:cNvPr>
              <p:cNvSpPr txBox="1"/>
              <p:nvPr/>
            </p:nvSpPr>
            <p:spPr>
              <a:xfrm>
                <a:off x="6732000" y="4176000"/>
                <a:ext cx="396000" cy="39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0EF3A7BC-5D65-C067-E037-AD8452D78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000" y="4176000"/>
                <a:ext cx="396000" cy="396000"/>
              </a:xfrm>
              <a:prstGeom prst="rect">
                <a:avLst/>
              </a:prstGeom>
              <a:blipFill>
                <a:blip r:embed="rId11"/>
                <a:stretch>
                  <a:fillRect l="-12308" r="-1538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5" name="直接连接符 514">
            <a:extLst>
              <a:ext uri="{FF2B5EF4-FFF2-40B4-BE49-F238E27FC236}">
                <a16:creationId xmlns:a16="http://schemas.microsoft.com/office/drawing/2014/main" id="{1064FBE6-8CF6-69E6-B995-6B943B0925D2}"/>
              </a:ext>
            </a:extLst>
          </p:cNvPr>
          <p:cNvCxnSpPr>
            <a:cxnSpLocks/>
          </p:cNvCxnSpPr>
          <p:nvPr/>
        </p:nvCxnSpPr>
        <p:spPr>
          <a:xfrm>
            <a:off x="6084000" y="2052000"/>
            <a:ext cx="0" cy="230400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16166DB1-DD92-19AF-19F5-862AFCD7557A}"/>
              </a:ext>
            </a:extLst>
          </p:cNvPr>
          <p:cNvCxnSpPr>
            <a:cxnSpLocks/>
          </p:cNvCxnSpPr>
          <p:nvPr/>
        </p:nvCxnSpPr>
        <p:spPr>
          <a:xfrm>
            <a:off x="7092000" y="2052000"/>
            <a:ext cx="0" cy="230400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文本框 516">
                <a:extLst>
                  <a:ext uri="{FF2B5EF4-FFF2-40B4-BE49-F238E27FC236}">
                    <a16:creationId xmlns:a16="http://schemas.microsoft.com/office/drawing/2014/main" id="{2A69FDDF-B82E-2DFB-18CE-22910727C3C7}"/>
                  </a:ext>
                </a:extLst>
              </p:cNvPr>
              <p:cNvSpPr txBox="1"/>
              <p:nvPr/>
            </p:nvSpPr>
            <p:spPr>
              <a:xfrm>
                <a:off x="6876000" y="1620000"/>
                <a:ext cx="424027" cy="432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17" name="文本框 516">
                <a:extLst>
                  <a:ext uri="{FF2B5EF4-FFF2-40B4-BE49-F238E27FC236}">
                    <a16:creationId xmlns:a16="http://schemas.microsoft.com/office/drawing/2014/main" id="{2A69FDDF-B82E-2DFB-18CE-22910727C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000" y="1620000"/>
                <a:ext cx="424027" cy="432000"/>
              </a:xfrm>
              <a:prstGeom prst="rect">
                <a:avLst/>
              </a:prstGeom>
              <a:blipFill>
                <a:blip r:embed="rId12"/>
                <a:stretch>
                  <a:fillRect l="-15714" r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F6C2B823-4655-C583-85D4-17C9AD78896A}"/>
                  </a:ext>
                </a:extLst>
              </p:cNvPr>
              <p:cNvSpPr txBox="1"/>
              <p:nvPr/>
            </p:nvSpPr>
            <p:spPr>
              <a:xfrm>
                <a:off x="5868000" y="1620000"/>
                <a:ext cx="431144" cy="432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F6C2B823-4655-C583-85D4-17C9AD788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1620000"/>
                <a:ext cx="431144" cy="432000"/>
              </a:xfrm>
              <a:prstGeom prst="rect">
                <a:avLst/>
              </a:prstGeom>
              <a:blipFill>
                <a:blip r:embed="rId13"/>
                <a:stretch>
                  <a:fillRect l="-15714" r="-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1" name="直接箭头连接符 520">
            <a:extLst>
              <a:ext uri="{FF2B5EF4-FFF2-40B4-BE49-F238E27FC236}">
                <a16:creationId xmlns:a16="http://schemas.microsoft.com/office/drawing/2014/main" id="{34B194A5-B28B-6C34-68AF-EBE232F31EEA}"/>
              </a:ext>
            </a:extLst>
          </p:cNvPr>
          <p:cNvCxnSpPr>
            <a:cxnSpLocks/>
          </p:cNvCxnSpPr>
          <p:nvPr/>
        </p:nvCxnSpPr>
        <p:spPr>
          <a:xfrm flipV="1">
            <a:off x="5904000" y="3348000"/>
            <a:ext cx="0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直接箭头连接符 525">
            <a:extLst>
              <a:ext uri="{FF2B5EF4-FFF2-40B4-BE49-F238E27FC236}">
                <a16:creationId xmlns:a16="http://schemas.microsoft.com/office/drawing/2014/main" id="{E875C0DC-E4F0-FB7A-AC99-C109A642FDC9}"/>
              </a:ext>
            </a:extLst>
          </p:cNvPr>
          <p:cNvCxnSpPr>
            <a:cxnSpLocks/>
          </p:cNvCxnSpPr>
          <p:nvPr/>
        </p:nvCxnSpPr>
        <p:spPr>
          <a:xfrm flipV="1">
            <a:off x="6912000" y="3348000"/>
            <a:ext cx="0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文本框 526">
                <a:extLst>
                  <a:ext uri="{FF2B5EF4-FFF2-40B4-BE49-F238E27FC236}">
                    <a16:creationId xmlns:a16="http://schemas.microsoft.com/office/drawing/2014/main" id="{1081EF44-D155-6B2B-698C-D6D927A0DE53}"/>
                  </a:ext>
                </a:extLst>
              </p:cNvPr>
              <p:cNvSpPr txBox="1"/>
              <p:nvPr/>
            </p:nvSpPr>
            <p:spPr>
              <a:xfrm>
                <a:off x="6552000" y="3348000"/>
                <a:ext cx="39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7" name="文本框 526">
                <a:extLst>
                  <a:ext uri="{FF2B5EF4-FFF2-40B4-BE49-F238E27FC236}">
                    <a16:creationId xmlns:a16="http://schemas.microsoft.com/office/drawing/2014/main" id="{1081EF44-D155-6B2B-698C-D6D927A0D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000" y="3348000"/>
                <a:ext cx="396000" cy="396000"/>
              </a:xfrm>
              <a:prstGeom prst="rect">
                <a:avLst/>
              </a:prstGeom>
              <a:blipFill>
                <a:blip r:embed="rId14"/>
                <a:stretch>
                  <a:fillRect l="-7692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6CE54E9B-B275-D388-2D2E-133A7AC5CA0C}"/>
                  </a:ext>
                </a:extLst>
              </p:cNvPr>
              <p:cNvSpPr txBox="1"/>
              <p:nvPr/>
            </p:nvSpPr>
            <p:spPr>
              <a:xfrm>
                <a:off x="11628000" y="3132000"/>
                <a:ext cx="468000" cy="39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6CE54E9B-B275-D388-2D2E-133A7AC5C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000" y="3132000"/>
                <a:ext cx="468000" cy="396000"/>
              </a:xfrm>
              <a:prstGeom prst="rect">
                <a:avLst/>
              </a:prstGeom>
              <a:blipFill>
                <a:blip r:embed="rId15"/>
                <a:stretch>
                  <a:fillRect l="-2597" r="-129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1" name="等腰三角形 530">
            <a:extLst>
              <a:ext uri="{FF2B5EF4-FFF2-40B4-BE49-F238E27FC236}">
                <a16:creationId xmlns:a16="http://schemas.microsoft.com/office/drawing/2014/main" id="{65DC3F5B-42FF-27BC-D1B4-085B4CB724D6}"/>
              </a:ext>
            </a:extLst>
          </p:cNvPr>
          <p:cNvSpPr/>
          <p:nvPr/>
        </p:nvSpPr>
        <p:spPr>
          <a:xfrm rot="5400000">
            <a:off x="10080000" y="2988000"/>
            <a:ext cx="1260000" cy="1080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" name="文本框 531">
                <a:extLst>
                  <a:ext uri="{FF2B5EF4-FFF2-40B4-BE49-F238E27FC236}">
                    <a16:creationId xmlns:a16="http://schemas.microsoft.com/office/drawing/2014/main" id="{EF0A854A-AC82-81BA-AF88-573634C029C5}"/>
                  </a:ext>
                </a:extLst>
              </p:cNvPr>
              <p:cNvSpPr txBox="1"/>
              <p:nvPr/>
            </p:nvSpPr>
            <p:spPr>
              <a:xfrm flipH="1">
                <a:off x="10080000" y="2988000"/>
                <a:ext cx="540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2" name="文本框 531">
                <a:extLst>
                  <a:ext uri="{FF2B5EF4-FFF2-40B4-BE49-F238E27FC236}">
                    <a16:creationId xmlns:a16="http://schemas.microsoft.com/office/drawing/2014/main" id="{EF0A854A-AC82-81BA-AF88-573634C02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80000" y="2988000"/>
                <a:ext cx="540000" cy="432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3" name="文本框 532">
            <a:extLst>
              <a:ext uri="{FF2B5EF4-FFF2-40B4-BE49-F238E27FC236}">
                <a16:creationId xmlns:a16="http://schemas.microsoft.com/office/drawing/2014/main" id="{4A0B076B-CE43-9F25-EB66-F9251CBCE07D}"/>
              </a:ext>
            </a:extLst>
          </p:cNvPr>
          <p:cNvSpPr txBox="1"/>
          <p:nvPr/>
        </p:nvSpPr>
        <p:spPr>
          <a:xfrm>
            <a:off x="10476000" y="3312000"/>
            <a:ext cx="4320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2C419C83-C0BB-6D85-CD91-F6A6B9D60D3A}"/>
                  </a:ext>
                </a:extLst>
              </p:cNvPr>
              <p:cNvSpPr txBox="1"/>
              <p:nvPr/>
            </p:nvSpPr>
            <p:spPr>
              <a:xfrm>
                <a:off x="9720000" y="1980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2C419C83-C0BB-6D85-CD91-F6A6B9D60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000" y="1980000"/>
                <a:ext cx="432000" cy="396000"/>
              </a:xfrm>
              <a:prstGeom prst="rect">
                <a:avLst/>
              </a:prstGeom>
              <a:blipFill>
                <a:blip r:embed="rId17"/>
                <a:stretch>
                  <a:fillRect l="-704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8A965934-305B-BBD8-945D-471C9D238B05}"/>
              </a:ext>
            </a:extLst>
          </p:cNvPr>
          <p:cNvGrpSpPr/>
          <p:nvPr/>
        </p:nvGrpSpPr>
        <p:grpSpPr>
          <a:xfrm>
            <a:off x="8712000" y="2736000"/>
            <a:ext cx="468000" cy="396000"/>
            <a:chOff x="9684000" y="1872000"/>
            <a:chExt cx="468000" cy="396000"/>
          </a:xfrm>
        </p:grpSpPr>
        <p:cxnSp>
          <p:nvCxnSpPr>
            <p:cNvPr id="536" name="直接箭头连接符 535">
              <a:extLst>
                <a:ext uri="{FF2B5EF4-FFF2-40B4-BE49-F238E27FC236}">
                  <a16:creationId xmlns:a16="http://schemas.microsoft.com/office/drawing/2014/main" id="{C1DF9186-F662-A09B-4A3B-10ED76C33998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2268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文本框 536">
                  <a:extLst>
                    <a:ext uri="{FF2B5EF4-FFF2-40B4-BE49-F238E27FC236}">
                      <a16:creationId xmlns:a16="http://schemas.microsoft.com/office/drawing/2014/main" id="{04FE12AD-4978-136B-9DEC-F2DC375120C4}"/>
                    </a:ext>
                  </a:extLst>
                </p:cNvPr>
                <p:cNvSpPr txBox="1"/>
                <p:nvPr/>
              </p:nvSpPr>
              <p:spPr>
                <a:xfrm>
                  <a:off x="9684000" y="187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37" name="文本框 536">
                  <a:extLst>
                    <a:ext uri="{FF2B5EF4-FFF2-40B4-BE49-F238E27FC236}">
                      <a16:creationId xmlns:a16="http://schemas.microsoft.com/office/drawing/2014/main" id="{04FE12AD-4978-136B-9DEC-F2DC37512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1872000"/>
                  <a:ext cx="396000" cy="396000"/>
                </a:xfrm>
                <a:prstGeom prst="rect">
                  <a:avLst/>
                </a:prstGeom>
                <a:blipFill>
                  <a:blip r:embed="rId18"/>
                  <a:stretch>
                    <a:fillRect l="-7692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0BACD0E4-0738-5382-62A5-EEAD568CB29F}"/>
                  </a:ext>
                </a:extLst>
              </p:cNvPr>
              <p:cNvSpPr txBox="1"/>
              <p:nvPr/>
            </p:nvSpPr>
            <p:spPr>
              <a:xfrm flipH="1">
                <a:off x="10080000" y="3600000"/>
                <a:ext cx="540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0BACD0E4-0738-5382-62A5-EEAD568CB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80000" y="3600000"/>
                <a:ext cx="540000" cy="432000"/>
              </a:xfrm>
              <a:prstGeom prst="rect">
                <a:avLst/>
              </a:prstGeom>
              <a:blipFill>
                <a:blip r:embed="rId19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F73D8D5A-C8C4-2C96-92BF-34A9D7A1F9EE}"/>
              </a:ext>
            </a:extLst>
          </p:cNvPr>
          <p:cNvCxnSpPr>
            <a:cxnSpLocks/>
          </p:cNvCxnSpPr>
          <p:nvPr/>
        </p:nvCxnSpPr>
        <p:spPr>
          <a:xfrm>
            <a:off x="11232000" y="3528000"/>
            <a:ext cx="576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直接连接符 540">
            <a:extLst>
              <a:ext uri="{FF2B5EF4-FFF2-40B4-BE49-F238E27FC236}">
                <a16:creationId xmlns:a16="http://schemas.microsoft.com/office/drawing/2014/main" id="{1C12B1DB-C8D6-5DFB-8B7E-C614FD7650AE}"/>
              </a:ext>
            </a:extLst>
          </p:cNvPr>
          <p:cNvCxnSpPr>
            <a:cxnSpLocks/>
          </p:cNvCxnSpPr>
          <p:nvPr/>
        </p:nvCxnSpPr>
        <p:spPr>
          <a:xfrm>
            <a:off x="9396000" y="2376000"/>
            <a:ext cx="2124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连接符 541">
            <a:extLst>
              <a:ext uri="{FF2B5EF4-FFF2-40B4-BE49-F238E27FC236}">
                <a16:creationId xmlns:a16="http://schemas.microsoft.com/office/drawing/2014/main" id="{262AB760-0FDB-493A-6044-A7BC5D92D1ED}"/>
              </a:ext>
            </a:extLst>
          </p:cNvPr>
          <p:cNvCxnSpPr>
            <a:cxnSpLocks/>
          </p:cNvCxnSpPr>
          <p:nvPr/>
        </p:nvCxnSpPr>
        <p:spPr>
          <a:xfrm>
            <a:off x="11520000" y="2376000"/>
            <a:ext cx="0" cy="1152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椭圆 542">
            <a:extLst>
              <a:ext uri="{FF2B5EF4-FFF2-40B4-BE49-F238E27FC236}">
                <a16:creationId xmlns:a16="http://schemas.microsoft.com/office/drawing/2014/main" id="{0A91EDBB-C2C6-7835-54E1-54AF06AE68D4}"/>
              </a:ext>
            </a:extLst>
          </p:cNvPr>
          <p:cNvSpPr/>
          <p:nvPr/>
        </p:nvSpPr>
        <p:spPr>
          <a:xfrm>
            <a:off x="11466000" y="3474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C84BFA32-4DDE-866B-A619-E8F409A56916}"/>
              </a:ext>
            </a:extLst>
          </p:cNvPr>
          <p:cNvCxnSpPr>
            <a:cxnSpLocks/>
          </p:cNvCxnSpPr>
          <p:nvPr/>
        </p:nvCxnSpPr>
        <p:spPr>
          <a:xfrm>
            <a:off x="8568000" y="5508000"/>
            <a:ext cx="1296000" cy="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直接连接符 547">
            <a:extLst>
              <a:ext uri="{FF2B5EF4-FFF2-40B4-BE49-F238E27FC236}">
                <a16:creationId xmlns:a16="http://schemas.microsoft.com/office/drawing/2014/main" id="{C1F8FC4C-13D8-E7CE-DC85-599118197142}"/>
              </a:ext>
            </a:extLst>
          </p:cNvPr>
          <p:cNvCxnSpPr>
            <a:cxnSpLocks/>
          </p:cNvCxnSpPr>
          <p:nvPr/>
        </p:nvCxnSpPr>
        <p:spPr>
          <a:xfrm>
            <a:off x="8946000" y="3834000"/>
            <a:ext cx="0" cy="360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CF6C9BFB-AB84-EF7D-0DE6-2260103D878F}"/>
              </a:ext>
            </a:extLst>
          </p:cNvPr>
          <p:cNvCxnSpPr>
            <a:cxnSpLocks/>
          </p:cNvCxnSpPr>
          <p:nvPr/>
        </p:nvCxnSpPr>
        <p:spPr>
          <a:xfrm>
            <a:off x="8586000" y="3222000"/>
            <a:ext cx="0" cy="972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椭圆 549">
            <a:extLst>
              <a:ext uri="{FF2B5EF4-FFF2-40B4-BE49-F238E27FC236}">
                <a16:creationId xmlns:a16="http://schemas.microsoft.com/office/drawing/2014/main" id="{47E9E4F6-44E5-01E5-1413-080F274572B1}"/>
              </a:ext>
            </a:extLst>
          </p:cNvPr>
          <p:cNvSpPr/>
          <p:nvPr/>
        </p:nvSpPr>
        <p:spPr>
          <a:xfrm>
            <a:off x="8892000" y="378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椭圆 550">
            <a:extLst>
              <a:ext uri="{FF2B5EF4-FFF2-40B4-BE49-F238E27FC236}">
                <a16:creationId xmlns:a16="http://schemas.microsoft.com/office/drawing/2014/main" id="{9C86DEB6-D0C2-9B59-628C-10F63B36E80B}"/>
              </a:ext>
            </a:extLst>
          </p:cNvPr>
          <p:cNvSpPr/>
          <p:nvPr/>
        </p:nvSpPr>
        <p:spPr>
          <a:xfrm>
            <a:off x="8532000" y="3168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2" name="直接连接符 551">
            <a:extLst>
              <a:ext uri="{FF2B5EF4-FFF2-40B4-BE49-F238E27FC236}">
                <a16:creationId xmlns:a16="http://schemas.microsoft.com/office/drawing/2014/main" id="{B2A1B4C2-5D9F-7C57-0A68-A0FE6F1E1FE5}"/>
              </a:ext>
            </a:extLst>
          </p:cNvPr>
          <p:cNvCxnSpPr>
            <a:cxnSpLocks/>
          </p:cNvCxnSpPr>
          <p:nvPr/>
        </p:nvCxnSpPr>
        <p:spPr>
          <a:xfrm>
            <a:off x="8766000" y="4536000"/>
            <a:ext cx="0" cy="936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矩形 552">
            <a:extLst>
              <a:ext uri="{FF2B5EF4-FFF2-40B4-BE49-F238E27FC236}">
                <a16:creationId xmlns:a16="http://schemas.microsoft.com/office/drawing/2014/main" id="{6B595EB3-4207-1FA9-3C57-223A7CEA209C}"/>
              </a:ext>
            </a:extLst>
          </p:cNvPr>
          <p:cNvSpPr/>
          <p:nvPr/>
        </p:nvSpPr>
        <p:spPr>
          <a:xfrm>
            <a:off x="8694000" y="4788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4" name="椭圆 553">
            <a:extLst>
              <a:ext uri="{FF2B5EF4-FFF2-40B4-BE49-F238E27FC236}">
                <a16:creationId xmlns:a16="http://schemas.microsoft.com/office/drawing/2014/main" id="{3EFF6731-5EDB-E496-16D2-0CEAEAA9979A}"/>
              </a:ext>
            </a:extLst>
          </p:cNvPr>
          <p:cNvSpPr/>
          <p:nvPr/>
        </p:nvSpPr>
        <p:spPr>
          <a:xfrm>
            <a:off x="8712000" y="5454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F7DBCCD7-A4C5-A91F-59CE-C79E537BE2E4}"/>
                  </a:ext>
                </a:extLst>
              </p:cNvPr>
              <p:cNvSpPr txBox="1"/>
              <p:nvPr/>
            </p:nvSpPr>
            <p:spPr>
              <a:xfrm>
                <a:off x="8244000" y="4860000"/>
                <a:ext cx="503998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F7DBCCD7-A4C5-A91F-59CE-C79E537BE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000" y="4860000"/>
                <a:ext cx="503998" cy="360000"/>
              </a:xfrm>
              <a:prstGeom prst="rect">
                <a:avLst/>
              </a:prstGeom>
              <a:blipFill>
                <a:blip r:embed="rId20"/>
                <a:stretch>
                  <a:fillRect l="-7229" r="-7229"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6" name="椭圆 555">
            <a:extLst>
              <a:ext uri="{FF2B5EF4-FFF2-40B4-BE49-F238E27FC236}">
                <a16:creationId xmlns:a16="http://schemas.microsoft.com/office/drawing/2014/main" id="{3AF2B428-68B5-D5B8-5119-FC56BF8A7F95}"/>
              </a:ext>
            </a:extLst>
          </p:cNvPr>
          <p:cNvSpPr/>
          <p:nvPr/>
        </p:nvSpPr>
        <p:spPr>
          <a:xfrm>
            <a:off x="8712000" y="4500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7" name="直接连接符 556">
            <a:extLst>
              <a:ext uri="{FF2B5EF4-FFF2-40B4-BE49-F238E27FC236}">
                <a16:creationId xmlns:a16="http://schemas.microsoft.com/office/drawing/2014/main" id="{0D9F3EA6-36A8-5256-AA1C-0C37414F437B}"/>
              </a:ext>
            </a:extLst>
          </p:cNvPr>
          <p:cNvCxnSpPr>
            <a:cxnSpLocks/>
          </p:cNvCxnSpPr>
          <p:nvPr/>
        </p:nvCxnSpPr>
        <p:spPr>
          <a:xfrm>
            <a:off x="8568000" y="4176000"/>
            <a:ext cx="198000" cy="378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99B3E540-EAAD-E390-B5E8-84E55270984E}"/>
                  </a:ext>
                </a:extLst>
              </p:cNvPr>
              <p:cNvSpPr txBox="1"/>
              <p:nvPr/>
            </p:nvSpPr>
            <p:spPr>
              <a:xfrm>
                <a:off x="8316000" y="4176000"/>
                <a:ext cx="396000" cy="39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99B3E540-EAAD-E390-B5E8-84E552709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00" y="4176000"/>
                <a:ext cx="396000" cy="396000"/>
              </a:xfrm>
              <a:prstGeom prst="rect">
                <a:avLst/>
              </a:prstGeom>
              <a:blipFill>
                <a:blip r:embed="rId21"/>
                <a:stretch>
                  <a:fillRect l="-12308" r="-1538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9" name="直接连接符 558">
            <a:extLst>
              <a:ext uri="{FF2B5EF4-FFF2-40B4-BE49-F238E27FC236}">
                <a16:creationId xmlns:a16="http://schemas.microsoft.com/office/drawing/2014/main" id="{F240D17F-FCEF-D85A-C7C7-D2DB6B8CD8F6}"/>
              </a:ext>
            </a:extLst>
          </p:cNvPr>
          <p:cNvCxnSpPr>
            <a:cxnSpLocks/>
          </p:cNvCxnSpPr>
          <p:nvPr/>
        </p:nvCxnSpPr>
        <p:spPr>
          <a:xfrm>
            <a:off x="8676000" y="2052000"/>
            <a:ext cx="0" cy="230400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68372CAF-1B02-ED77-D1A7-41969E96C56D}"/>
                  </a:ext>
                </a:extLst>
              </p:cNvPr>
              <p:cNvSpPr txBox="1"/>
              <p:nvPr/>
            </p:nvSpPr>
            <p:spPr>
              <a:xfrm>
                <a:off x="8459999" y="1620000"/>
                <a:ext cx="424732" cy="432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68372CAF-1B02-ED77-D1A7-41969E96C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999" y="1620000"/>
                <a:ext cx="424732" cy="432000"/>
              </a:xfrm>
              <a:prstGeom prst="rect">
                <a:avLst/>
              </a:prstGeom>
              <a:blipFill>
                <a:blip r:embed="rId22"/>
                <a:stretch>
                  <a:fillRect l="-15942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1" name="文本框 560">
                <a:extLst>
                  <a:ext uri="{FF2B5EF4-FFF2-40B4-BE49-F238E27FC236}">
                    <a16:creationId xmlns:a16="http://schemas.microsoft.com/office/drawing/2014/main" id="{4AEA6ADB-80BC-0D34-F28D-CEAAAED7A688}"/>
                  </a:ext>
                </a:extLst>
              </p:cNvPr>
              <p:cNvSpPr txBox="1"/>
              <p:nvPr/>
            </p:nvSpPr>
            <p:spPr>
              <a:xfrm>
                <a:off x="8136000" y="3348000"/>
                <a:ext cx="39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1" name="文本框 560">
                <a:extLst>
                  <a:ext uri="{FF2B5EF4-FFF2-40B4-BE49-F238E27FC236}">
                    <a16:creationId xmlns:a16="http://schemas.microsoft.com/office/drawing/2014/main" id="{4AEA6ADB-80BC-0D34-F28D-CEAAAED7A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000" y="3348000"/>
                <a:ext cx="396000" cy="396000"/>
              </a:xfrm>
              <a:prstGeom prst="rect">
                <a:avLst/>
              </a:prstGeom>
              <a:blipFill>
                <a:blip r:embed="rId23"/>
                <a:stretch>
                  <a:fillRect l="-7692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2" name="直接箭头连接符 561">
            <a:extLst>
              <a:ext uri="{FF2B5EF4-FFF2-40B4-BE49-F238E27FC236}">
                <a16:creationId xmlns:a16="http://schemas.microsoft.com/office/drawing/2014/main" id="{8C6D85A2-C018-8506-E0F8-184BB9C1E496}"/>
              </a:ext>
            </a:extLst>
          </p:cNvPr>
          <p:cNvCxnSpPr>
            <a:cxnSpLocks/>
          </p:cNvCxnSpPr>
          <p:nvPr/>
        </p:nvCxnSpPr>
        <p:spPr>
          <a:xfrm flipV="1">
            <a:off x="8496000" y="3348000"/>
            <a:ext cx="0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3" name="文本框 562">
                <a:extLst>
                  <a:ext uri="{FF2B5EF4-FFF2-40B4-BE49-F238E27FC236}">
                    <a16:creationId xmlns:a16="http://schemas.microsoft.com/office/drawing/2014/main" id="{6D1DA8D1-3D95-9AF0-A188-D5026DF69A41}"/>
                  </a:ext>
                </a:extLst>
              </p:cNvPr>
              <p:cNvSpPr txBox="1"/>
              <p:nvPr/>
            </p:nvSpPr>
            <p:spPr>
              <a:xfrm>
                <a:off x="9900000" y="5274000"/>
                <a:ext cx="682046" cy="446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3" name="文本框 562">
                <a:extLst>
                  <a:ext uri="{FF2B5EF4-FFF2-40B4-BE49-F238E27FC236}">
                    <a16:creationId xmlns:a16="http://schemas.microsoft.com/office/drawing/2014/main" id="{6D1DA8D1-3D95-9AF0-A188-D5026DF69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000" y="5274000"/>
                <a:ext cx="682046" cy="44627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4" name="椭圆 533">
            <a:extLst>
              <a:ext uri="{FF2B5EF4-FFF2-40B4-BE49-F238E27FC236}">
                <a16:creationId xmlns:a16="http://schemas.microsoft.com/office/drawing/2014/main" id="{2C2EABBE-F5A2-4FBF-8380-E03CEE0750D3}"/>
              </a:ext>
            </a:extLst>
          </p:cNvPr>
          <p:cNvSpPr/>
          <p:nvPr/>
        </p:nvSpPr>
        <p:spPr>
          <a:xfrm>
            <a:off x="9342000" y="316800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0" name="直接连接符 539">
            <a:extLst>
              <a:ext uri="{FF2B5EF4-FFF2-40B4-BE49-F238E27FC236}">
                <a16:creationId xmlns:a16="http://schemas.microsoft.com/office/drawing/2014/main" id="{00E2A014-A892-1852-026D-D32C3E922660}"/>
              </a:ext>
            </a:extLst>
          </p:cNvPr>
          <p:cNvCxnSpPr>
            <a:cxnSpLocks/>
          </p:cNvCxnSpPr>
          <p:nvPr/>
        </p:nvCxnSpPr>
        <p:spPr>
          <a:xfrm>
            <a:off x="9396000" y="2376000"/>
            <a:ext cx="0" cy="828000"/>
          </a:xfrm>
          <a:prstGeom prst="line">
            <a:avLst/>
          </a:prstGeom>
          <a:ln w="381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49600F88-E7D1-FE5E-103E-B3B7C8EBA53F}"/>
              </a:ext>
            </a:extLst>
          </p:cNvPr>
          <p:cNvGrpSpPr/>
          <p:nvPr/>
        </p:nvGrpSpPr>
        <p:grpSpPr>
          <a:xfrm>
            <a:off x="9756000" y="3780000"/>
            <a:ext cx="360000" cy="648000"/>
            <a:chOff x="9503442" y="3780000"/>
            <a:chExt cx="360000" cy="648000"/>
          </a:xfrm>
        </p:grpSpPr>
        <p:sp>
          <p:nvSpPr>
            <p:cNvPr id="544" name="椭圆 543">
              <a:extLst>
                <a:ext uri="{FF2B5EF4-FFF2-40B4-BE49-F238E27FC236}">
                  <a16:creationId xmlns:a16="http://schemas.microsoft.com/office/drawing/2014/main" id="{B03CBD75-AC47-E3F2-CEBC-3FFB1E9773A4}"/>
                </a:ext>
              </a:extLst>
            </p:cNvPr>
            <p:cNvSpPr/>
            <p:nvPr/>
          </p:nvSpPr>
          <p:spPr>
            <a:xfrm>
              <a:off x="9629442" y="378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5" name="直接连接符 544">
              <a:extLst>
                <a:ext uri="{FF2B5EF4-FFF2-40B4-BE49-F238E27FC236}">
                  <a16:creationId xmlns:a16="http://schemas.microsoft.com/office/drawing/2014/main" id="{96B97310-1A34-2C85-67A2-181C241D3A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442" y="385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189F508C-11FE-3E47-55A4-1D83981263EF}"/>
                </a:ext>
              </a:extLst>
            </p:cNvPr>
            <p:cNvCxnSpPr>
              <a:cxnSpLocks/>
            </p:cNvCxnSpPr>
            <p:nvPr/>
          </p:nvCxnSpPr>
          <p:spPr>
            <a:xfrm>
              <a:off x="9503442" y="4428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F7F9BE33-8397-5CDC-17CF-A35D13611578}"/>
              </a:ext>
            </a:extLst>
          </p:cNvPr>
          <p:cNvCxnSpPr>
            <a:cxnSpLocks/>
          </p:cNvCxnSpPr>
          <p:nvPr/>
        </p:nvCxnSpPr>
        <p:spPr>
          <a:xfrm>
            <a:off x="8280000" y="5508000"/>
            <a:ext cx="48873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750C2FC7-3996-D791-E49D-A9A58ACEE4DD}"/>
              </a:ext>
            </a:extLst>
          </p:cNvPr>
          <p:cNvCxnSpPr>
            <a:cxnSpLocks/>
          </p:cNvCxnSpPr>
          <p:nvPr/>
        </p:nvCxnSpPr>
        <p:spPr>
          <a:xfrm>
            <a:off x="7704000" y="3834000"/>
            <a:ext cx="48873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A1198BF9-77E8-8684-AB26-A4021537E8D4}"/>
              </a:ext>
            </a:extLst>
          </p:cNvPr>
          <p:cNvCxnSpPr>
            <a:cxnSpLocks/>
          </p:cNvCxnSpPr>
          <p:nvPr/>
        </p:nvCxnSpPr>
        <p:spPr>
          <a:xfrm>
            <a:off x="7704000" y="3222000"/>
            <a:ext cx="48873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文本框 568">
                <a:extLst>
                  <a:ext uri="{FF2B5EF4-FFF2-40B4-BE49-F238E27FC236}">
                    <a16:creationId xmlns:a16="http://schemas.microsoft.com/office/drawing/2014/main" id="{5D775EE4-1167-15A0-025F-6463B3A95F6C}"/>
                  </a:ext>
                </a:extLst>
              </p:cNvPr>
              <p:cNvSpPr txBox="1"/>
              <p:nvPr/>
            </p:nvSpPr>
            <p:spPr>
              <a:xfrm>
                <a:off x="7560000" y="4608000"/>
                <a:ext cx="612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9" name="文本框 568">
                <a:extLst>
                  <a:ext uri="{FF2B5EF4-FFF2-40B4-BE49-F238E27FC236}">
                    <a16:creationId xmlns:a16="http://schemas.microsoft.com/office/drawing/2014/main" id="{5D775EE4-1167-15A0-025F-6463B3A95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4608000"/>
                <a:ext cx="612000" cy="396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81D056A4-9D8B-A1E6-8728-2FBA979FF9E1}"/>
                  </a:ext>
                </a:extLst>
              </p:cNvPr>
              <p:cNvSpPr txBox="1"/>
              <p:nvPr/>
            </p:nvSpPr>
            <p:spPr>
              <a:xfrm>
                <a:off x="7560000" y="1620000"/>
                <a:ext cx="612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81D056A4-9D8B-A1E6-8728-2FBA979FF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1620000"/>
                <a:ext cx="612000" cy="396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7" name="矩形 546">
            <a:extLst>
              <a:ext uri="{FF2B5EF4-FFF2-40B4-BE49-F238E27FC236}">
                <a16:creationId xmlns:a16="http://schemas.microsoft.com/office/drawing/2014/main" id="{C4A5203D-C917-8813-5100-73D80CC5BAF3}"/>
              </a:ext>
            </a:extLst>
          </p:cNvPr>
          <p:cNvSpPr/>
          <p:nvPr/>
        </p:nvSpPr>
        <p:spPr>
          <a:xfrm>
            <a:off x="9324000" y="2520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21966141-2A06-8B1D-A3E3-5AA192512EBA}"/>
                  </a:ext>
                </a:extLst>
              </p:cNvPr>
              <p:cNvSpPr txBox="1"/>
              <p:nvPr/>
            </p:nvSpPr>
            <p:spPr>
              <a:xfrm>
                <a:off x="9036000" y="2592000"/>
                <a:ext cx="360000" cy="36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21966141-2A06-8B1D-A3E3-5AA192512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000" y="2592000"/>
                <a:ext cx="360000" cy="360000"/>
              </a:xfrm>
              <a:prstGeom prst="rect">
                <a:avLst/>
              </a:prstGeom>
              <a:blipFill>
                <a:blip r:embed="rId27"/>
                <a:stretch>
                  <a:fillRect l="-6780" r="-6780"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" name="矩形 387">
            <a:extLst>
              <a:ext uri="{FF2B5EF4-FFF2-40B4-BE49-F238E27FC236}">
                <a16:creationId xmlns:a16="http://schemas.microsoft.com/office/drawing/2014/main" id="{85DB7993-11BA-FC6C-A967-45D193E1E8CE}"/>
              </a:ext>
            </a:extLst>
          </p:cNvPr>
          <p:cNvSpPr/>
          <p:nvPr/>
        </p:nvSpPr>
        <p:spPr>
          <a:xfrm>
            <a:off x="4896000" y="2304000"/>
            <a:ext cx="4680000" cy="3600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70142C85-8247-4F4E-7BAF-02CB50CF1EFC}"/>
                  </a:ext>
                </a:extLst>
              </p:cNvPr>
              <p:cNvSpPr txBox="1"/>
              <p:nvPr/>
            </p:nvSpPr>
            <p:spPr>
              <a:xfrm>
                <a:off x="9576000" y="2790000"/>
                <a:ext cx="503998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70142C85-8247-4F4E-7BAF-02CB50CF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00" y="2790000"/>
                <a:ext cx="503998" cy="396000"/>
              </a:xfrm>
              <a:prstGeom prst="rect">
                <a:avLst/>
              </a:prstGeom>
              <a:blipFill>
                <a:blip r:embed="rId28"/>
                <a:stretch>
                  <a:fillRect l="-12048" r="-120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BAB8DE4B-633F-D3D9-7CCA-D76236ED0424}"/>
                  </a:ext>
                </a:extLst>
              </p:cNvPr>
              <p:cNvSpPr txBox="1"/>
              <p:nvPr/>
            </p:nvSpPr>
            <p:spPr>
              <a:xfrm>
                <a:off x="9576000" y="3402000"/>
                <a:ext cx="503998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BAB8DE4B-633F-D3D9-7CCA-D76236ED0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00" y="3402000"/>
                <a:ext cx="503998" cy="396000"/>
              </a:xfrm>
              <a:prstGeom prst="rect">
                <a:avLst/>
              </a:prstGeom>
              <a:blipFill>
                <a:blip r:embed="rId29"/>
                <a:stretch>
                  <a:fillRect l="-12048" r="-120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" name="文本框 390">
                <a:extLst>
                  <a:ext uri="{FF2B5EF4-FFF2-40B4-BE49-F238E27FC236}">
                    <a16:creationId xmlns:a16="http://schemas.microsoft.com/office/drawing/2014/main" id="{46B38576-0994-87D8-3AB1-240AD814BDB1}"/>
                  </a:ext>
                </a:extLst>
              </p:cNvPr>
              <p:cNvSpPr txBox="1"/>
              <p:nvPr/>
            </p:nvSpPr>
            <p:spPr>
              <a:xfrm>
                <a:off x="5076000" y="1620000"/>
                <a:ext cx="576000" cy="39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1" name="文本框 390">
                <a:extLst>
                  <a:ext uri="{FF2B5EF4-FFF2-40B4-BE49-F238E27FC236}">
                    <a16:creationId xmlns:a16="http://schemas.microsoft.com/office/drawing/2014/main" id="{46B38576-0994-87D8-3AB1-240AD814B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1620000"/>
                <a:ext cx="576000" cy="396000"/>
              </a:xfrm>
              <a:prstGeom prst="rect">
                <a:avLst/>
              </a:prstGeom>
              <a:blipFill>
                <a:blip r:embed="rId30"/>
                <a:stretch>
                  <a:fillRect l="-11702" r="-425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文本框 395">
            <a:extLst>
              <a:ext uri="{FF2B5EF4-FFF2-40B4-BE49-F238E27FC236}">
                <a16:creationId xmlns:a16="http://schemas.microsoft.com/office/drawing/2014/main" id="{E59D1496-31A3-DDE5-676B-2C132262E9C8}"/>
              </a:ext>
            </a:extLst>
          </p:cNvPr>
          <p:cNvSpPr txBox="1"/>
          <p:nvPr/>
        </p:nvSpPr>
        <p:spPr>
          <a:xfrm>
            <a:off x="4896000" y="2520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CB7520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DDE9EDC2-A66C-38A5-B0A5-42A26C79F59B}"/>
                  </a:ext>
                </a:extLst>
              </p:cNvPr>
              <p:cNvSpPr txBox="1"/>
              <p:nvPr/>
            </p:nvSpPr>
            <p:spPr>
              <a:xfrm>
                <a:off x="8280000" y="1295999"/>
                <a:ext cx="720000" cy="3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MSB</m:t>
                      </m:r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DDE9EDC2-A66C-38A5-B0A5-42A26C79F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000" y="1295999"/>
                <a:ext cx="720000" cy="360000"/>
              </a:xfrm>
              <a:prstGeom prst="rect">
                <a:avLst/>
              </a:prstGeom>
              <a:blipFill>
                <a:blip r:embed="rId31"/>
                <a:stretch>
                  <a:fillRect l="-15254" t="-3390" r="-16102" b="-15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888AB1B1-91BD-926C-1BCB-F0D46D54D574}"/>
                  </a:ext>
                </a:extLst>
              </p:cNvPr>
              <p:cNvSpPr txBox="1"/>
              <p:nvPr/>
            </p:nvSpPr>
            <p:spPr>
              <a:xfrm>
                <a:off x="5760000" y="1295999"/>
                <a:ext cx="720000" cy="3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LSB</m:t>
                      </m:r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888AB1B1-91BD-926C-1BCB-F0D46D54D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0" y="1295999"/>
                <a:ext cx="720000" cy="360000"/>
              </a:xfrm>
              <a:prstGeom prst="rect">
                <a:avLst/>
              </a:prstGeom>
              <a:blipFill>
                <a:blip r:embed="rId32"/>
                <a:stretch>
                  <a:fillRect l="-10169" t="-3390" r="-11017" b="-15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2D15074F-4DDE-3DC4-5493-1A1D3BA88530}"/>
              </a:ext>
            </a:extLst>
          </p:cNvPr>
          <p:cNvGrpSpPr/>
          <p:nvPr/>
        </p:nvGrpSpPr>
        <p:grpSpPr>
          <a:xfrm>
            <a:off x="720000" y="4320000"/>
            <a:ext cx="3060000" cy="2160000"/>
            <a:chOff x="720000" y="3744000"/>
            <a:chExt cx="3060000" cy="2160000"/>
          </a:xfrm>
        </p:grpSpPr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F10879CC-BCE1-AA62-30B6-983F979B14B2}"/>
                </a:ext>
              </a:extLst>
            </p:cNvPr>
            <p:cNvSpPr/>
            <p:nvPr/>
          </p:nvSpPr>
          <p:spPr>
            <a:xfrm>
              <a:off x="1080000" y="4104000"/>
              <a:ext cx="2340000" cy="1800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CB7520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文本框 402">
                  <a:extLst>
                    <a:ext uri="{FF2B5EF4-FFF2-40B4-BE49-F238E27FC236}">
                      <a16:creationId xmlns:a16="http://schemas.microsoft.com/office/drawing/2014/main" id="{8BAA6EA8-5440-28C2-D0F2-B679BF5989BE}"/>
                    </a:ext>
                  </a:extLst>
                </p:cNvPr>
                <p:cNvSpPr txBox="1"/>
                <p:nvPr/>
              </p:nvSpPr>
              <p:spPr>
                <a:xfrm>
                  <a:off x="1206000" y="4104000"/>
                  <a:ext cx="212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en-US" altLang="zh-CN" sz="2000" i="0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000" i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03" name="文本框 402">
                  <a:extLst>
                    <a:ext uri="{FF2B5EF4-FFF2-40B4-BE49-F238E27FC236}">
                      <a16:creationId xmlns:a16="http://schemas.microsoft.com/office/drawing/2014/main" id="{8BAA6EA8-5440-28C2-D0F2-B679BF598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000" y="4104000"/>
                  <a:ext cx="2124000" cy="39600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8A578DD4-229A-58BB-E5C6-82DB164BC837}"/>
                </a:ext>
              </a:extLst>
            </p:cNvPr>
            <p:cNvCxnSpPr>
              <a:cxnSpLocks/>
            </p:cNvCxnSpPr>
            <p:nvPr/>
          </p:nvCxnSpPr>
          <p:spPr>
            <a:xfrm>
              <a:off x="3420000" y="468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F235720C-AB52-91D8-0A28-8801BB5E18CE}"/>
                </a:ext>
              </a:extLst>
            </p:cNvPr>
            <p:cNvCxnSpPr>
              <a:cxnSpLocks/>
            </p:cNvCxnSpPr>
            <p:nvPr/>
          </p:nvCxnSpPr>
          <p:spPr>
            <a:xfrm>
              <a:off x="3420000" y="5184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D2093F3F-0B52-D599-D628-768ADC516CF8}"/>
                </a:ext>
              </a:extLst>
            </p:cNvPr>
            <p:cNvCxnSpPr>
              <a:cxnSpLocks/>
            </p:cNvCxnSpPr>
            <p:nvPr/>
          </p:nvCxnSpPr>
          <p:spPr>
            <a:xfrm>
              <a:off x="3420000" y="5688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9" name="文本框 428">
                  <a:extLst>
                    <a:ext uri="{FF2B5EF4-FFF2-40B4-BE49-F238E27FC236}">
                      <a16:creationId xmlns:a16="http://schemas.microsoft.com/office/drawing/2014/main" id="{2C3B30E8-F89B-1225-B17F-AB8C9F407328}"/>
                    </a:ext>
                  </a:extLst>
                </p:cNvPr>
                <p:cNvSpPr txBox="1"/>
                <p:nvPr/>
              </p:nvSpPr>
              <p:spPr>
                <a:xfrm>
                  <a:off x="3060000" y="4500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9" name="文本框 428">
                  <a:extLst>
                    <a:ext uri="{FF2B5EF4-FFF2-40B4-BE49-F238E27FC236}">
                      <a16:creationId xmlns:a16="http://schemas.microsoft.com/office/drawing/2014/main" id="{2C3B30E8-F89B-1225-B17F-AB8C9F407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00" y="4500000"/>
                  <a:ext cx="360000" cy="360000"/>
                </a:xfrm>
                <a:prstGeom prst="rect">
                  <a:avLst/>
                </a:prstGeom>
                <a:blipFill>
                  <a:blip r:embed="rId34"/>
                  <a:stretch>
                    <a:fillRect l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0AC60AC-E9D4-FC6B-A784-ACCECBB82284}"/>
                    </a:ext>
                  </a:extLst>
                </p:cNvPr>
                <p:cNvSpPr txBox="1"/>
                <p:nvPr/>
              </p:nvSpPr>
              <p:spPr>
                <a:xfrm>
                  <a:off x="3024000" y="5004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0AC60AC-E9D4-FC6B-A784-ACCECBB82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5004000"/>
                  <a:ext cx="360000" cy="360000"/>
                </a:xfrm>
                <a:prstGeom prst="rect">
                  <a:avLst/>
                </a:prstGeom>
                <a:blipFill>
                  <a:blip r:embed="rId35"/>
                  <a:stretch>
                    <a:fillRect l="-20339" r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AE44192D-B1CD-682E-7EC3-B686702308CF}"/>
                    </a:ext>
                  </a:extLst>
                </p:cNvPr>
                <p:cNvSpPr txBox="1"/>
                <p:nvPr/>
              </p:nvSpPr>
              <p:spPr>
                <a:xfrm>
                  <a:off x="3024000" y="5508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AE44192D-B1CD-682E-7EC3-B68670230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5508000"/>
                  <a:ext cx="360000" cy="360000"/>
                </a:xfrm>
                <a:prstGeom prst="rect">
                  <a:avLst/>
                </a:prstGeom>
                <a:blipFill>
                  <a:blip r:embed="rId36"/>
                  <a:stretch>
                    <a:fillRect l="-20339" r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E218B6D0-9295-AEAB-F8B8-7E49E2225C38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5184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文本框 433">
                  <a:extLst>
                    <a:ext uri="{FF2B5EF4-FFF2-40B4-BE49-F238E27FC236}">
                      <a16:creationId xmlns:a16="http://schemas.microsoft.com/office/drawing/2014/main" id="{07E9CE06-D7E8-4C8B-72EE-27252ABCCA69}"/>
                    </a:ext>
                  </a:extLst>
                </p:cNvPr>
                <p:cNvSpPr txBox="1"/>
                <p:nvPr/>
              </p:nvSpPr>
              <p:spPr>
                <a:xfrm>
                  <a:off x="1116000" y="5004000"/>
                  <a:ext cx="54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4" name="文本框 433">
                  <a:extLst>
                    <a:ext uri="{FF2B5EF4-FFF2-40B4-BE49-F238E27FC236}">
                      <a16:creationId xmlns:a16="http://schemas.microsoft.com/office/drawing/2014/main" id="{07E9CE06-D7E8-4C8B-72EE-27252ABCC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000" y="5004000"/>
                  <a:ext cx="540000" cy="360000"/>
                </a:xfrm>
                <a:prstGeom prst="rect">
                  <a:avLst/>
                </a:prstGeom>
                <a:blipFill>
                  <a:blip r:embed="rId37"/>
                  <a:stretch>
                    <a:fillRect l="-11236" r="-44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27F764EB-7943-B5F4-DB0A-4A2B8B8E05B2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381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773E75D0-E497-5F19-45F7-3C19EDF12FE0}"/>
                </a:ext>
              </a:extLst>
            </p:cNvPr>
            <p:cNvCxnSpPr>
              <a:cxnSpLocks/>
            </p:cNvCxnSpPr>
            <p:nvPr/>
          </p:nvCxnSpPr>
          <p:spPr>
            <a:xfrm>
              <a:off x="1872000" y="381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8B7AA209-E56F-1BB7-DA1F-6CBE1B605435}"/>
                </a:ext>
              </a:extLst>
            </p:cNvPr>
            <p:cNvCxnSpPr>
              <a:cxnSpLocks/>
            </p:cNvCxnSpPr>
            <p:nvPr/>
          </p:nvCxnSpPr>
          <p:spPr>
            <a:xfrm>
              <a:off x="2628000" y="381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CE26A09C-8235-5986-2E92-5DA515F5F0C0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381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F39FEF92-B84A-1965-1364-73D5557189C4}"/>
                    </a:ext>
                  </a:extLst>
                </p:cNvPr>
                <p:cNvSpPr txBox="1"/>
                <p:nvPr/>
              </p:nvSpPr>
              <p:spPr>
                <a:xfrm>
                  <a:off x="2034000" y="3744000"/>
                  <a:ext cx="432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F39FEF92-B84A-1965-1364-73D555718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4000" y="3744000"/>
                  <a:ext cx="432000" cy="36000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745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7995-F6D3-4C43-52B1-58554330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标题 1">
            <a:extLst>
              <a:ext uri="{FF2B5EF4-FFF2-40B4-BE49-F238E27FC236}">
                <a16:creationId xmlns:a16="http://schemas.microsoft.com/office/drawing/2014/main" id="{6991C80D-58A9-5EAA-DE3E-1248900A836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应用示例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0BB34C76-8A6D-274A-A99F-4567E1B53DB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556B4346-0332-39C5-1D89-D0F00A26C95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06" name="箭头: 五边形 405">
                <a:extLst>
                  <a:ext uri="{FF2B5EF4-FFF2-40B4-BE49-F238E27FC236}">
                    <a16:creationId xmlns:a16="http://schemas.microsoft.com/office/drawing/2014/main" id="{5A7BF24B-2DD2-C777-E1CC-FFCB79E23ED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7" name="箭头: V 形 406">
                <a:extLst>
                  <a:ext uri="{FF2B5EF4-FFF2-40B4-BE49-F238E27FC236}">
                    <a16:creationId xmlns:a16="http://schemas.microsoft.com/office/drawing/2014/main" id="{2E4DCB78-6A4D-0E11-3DFD-A7C2ADE4CEF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5" name="灯片编号占位符 3">
              <a:extLst>
                <a:ext uri="{FF2B5EF4-FFF2-40B4-BE49-F238E27FC236}">
                  <a16:creationId xmlns:a16="http://schemas.microsoft.com/office/drawing/2014/main" id="{E1209D46-E97C-2DB5-5177-FC5233258BE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08" name="文本框 407">
            <a:extLst>
              <a:ext uri="{FF2B5EF4-FFF2-40B4-BE49-F238E27FC236}">
                <a16:creationId xmlns:a16="http://schemas.microsoft.com/office/drawing/2014/main" id="{0FF50E5E-30F0-DC65-C3AE-AA1F4D94F9E3}"/>
              </a:ext>
            </a:extLst>
          </p:cNvPr>
          <p:cNvSpPr txBox="1"/>
          <p:nvPr/>
        </p:nvSpPr>
        <p:spPr>
          <a:xfrm>
            <a:off x="359993" y="828000"/>
            <a:ext cx="4847733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波形产生器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74x161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位二进制计数器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150011B-82CC-0BDD-1BB7-E3978E9CC2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567744"/>
                  </p:ext>
                </p:extLst>
              </p:nvPr>
            </p:nvGraphicFramePr>
            <p:xfrm>
              <a:off x="719999" y="2376000"/>
              <a:ext cx="4068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14526">
                      <a:extLst>
                        <a:ext uri="{9D8B030D-6E8A-4147-A177-3AD203B41FA5}">
                          <a16:colId xmlns:a16="http://schemas.microsoft.com/office/drawing/2014/main" val="1320656512"/>
                        </a:ext>
                      </a:extLst>
                    </a:gridCol>
                    <a:gridCol w="1153474">
                      <a:extLst>
                        <a:ext uri="{9D8B030D-6E8A-4147-A177-3AD203B41FA5}">
                          <a16:colId xmlns:a16="http://schemas.microsoft.com/office/drawing/2014/main" val="38586322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CR</m:t>
                                  </m:r>
                                </m:e>
                              </m:acc>
                            </m:oMath>
                          </a14:m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PE</m:t>
                                  </m:r>
                                </m:e>
                              </m:acc>
                            </m:oMath>
                          </a14:m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CEP</m:t>
                              </m:r>
                            </m:oMath>
                          </a14:m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CET</m:t>
                              </m:r>
                            </m:oMath>
                          </a14:m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CP</m:t>
                              </m:r>
                            </m:oMath>
                          </a14:m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  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5484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x       x       x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异步清零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3148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x       </a:t>
                          </a:r>
                          <a:r>
                            <a:rPr lang="en-US" altLang="zh-CN" sz="18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↑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同步置数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211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      </a:t>
                          </a:r>
                          <a:r>
                            <a:rPr lang="en-US" altLang="zh-CN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7259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x       0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993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      </a:t>
                          </a:r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↑</a:t>
                          </a:r>
                          <a:endParaRPr lang="zh-CN" altLang="en-US" sz="1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2356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150011B-82CC-0BDD-1BB7-E3978E9CC2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567744"/>
                  </p:ext>
                </p:extLst>
              </p:nvPr>
            </p:nvGraphicFramePr>
            <p:xfrm>
              <a:off x="719999" y="2376000"/>
              <a:ext cx="4068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14526">
                      <a:extLst>
                        <a:ext uri="{9D8B030D-6E8A-4147-A177-3AD203B41FA5}">
                          <a16:colId xmlns:a16="http://schemas.microsoft.com/office/drawing/2014/main" val="1320656512"/>
                        </a:ext>
                      </a:extLst>
                    </a:gridCol>
                    <a:gridCol w="1153474">
                      <a:extLst>
                        <a:ext uri="{9D8B030D-6E8A-4147-A177-3AD203B41FA5}">
                          <a16:colId xmlns:a16="http://schemas.microsoft.com/office/drawing/2014/main" val="38586322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5"/>
                          <a:stretch>
                            <a:fillRect l="-209" t="-8197" r="-3987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  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5484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x       x       x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异步清零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3148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x       </a:t>
                          </a:r>
                          <a:r>
                            <a:rPr lang="en-US" altLang="zh-CN" sz="18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↑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同步置数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211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      </a:t>
                          </a:r>
                          <a:r>
                            <a:rPr lang="en-US" altLang="zh-CN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7259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x       0      x</a:t>
                          </a:r>
                          <a:endParaRPr lang="zh-CN" altLang="en-US" sz="18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993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      </a:t>
                          </a:r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↑</a:t>
                          </a:r>
                          <a:endParaRPr lang="zh-CN" altLang="en-US" sz="1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计数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2356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FD37B46-B04F-6C33-A2FD-3A7A344FC366}"/>
              </a:ext>
            </a:extLst>
          </p:cNvPr>
          <p:cNvSpPr txBox="1"/>
          <p:nvPr/>
        </p:nvSpPr>
        <p:spPr>
          <a:xfrm>
            <a:off x="720000" y="2016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74x161 </a:t>
            </a:r>
            <a:r>
              <a:rPr lang="zh-CN" altLang="en-US" dirty="0">
                <a:latin typeface="Cambria Math" panose="02040503050406030204" pitchFamily="18" charset="0"/>
                <a:ea typeface="微软雅黑" panose="020B0503020204020204" pitchFamily="34" charset="-122"/>
              </a:rPr>
              <a:t>功能表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7C01B9-A9AA-FACE-1816-437CDABD1F71}"/>
                  </a:ext>
                </a:extLst>
              </p:cNvPr>
              <p:cNvSpPr txBox="1"/>
              <p:nvPr/>
            </p:nvSpPr>
            <p:spPr>
              <a:xfrm>
                <a:off x="359994" y="5040000"/>
                <a:ext cx="4680000" cy="1213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CB7520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7C01B9-A9AA-FACE-1816-437CDABD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4" y="5040000"/>
                <a:ext cx="4680000" cy="1213409"/>
              </a:xfrm>
              <a:prstGeom prst="rect">
                <a:avLst/>
              </a:prstGeom>
              <a:blipFill>
                <a:blip r:embed="rId36"/>
                <a:stretch>
                  <a:fillRect l="-1693" t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2828929E-DABB-830F-D9F3-A3271899F75D}"/>
              </a:ext>
            </a:extLst>
          </p:cNvPr>
          <p:cNvGrpSpPr/>
          <p:nvPr/>
        </p:nvGrpSpPr>
        <p:grpSpPr>
          <a:xfrm>
            <a:off x="5400000" y="1080000"/>
            <a:ext cx="6696000" cy="4896000"/>
            <a:chOff x="5400000" y="1080000"/>
            <a:chExt cx="6696000" cy="4896000"/>
          </a:xfrm>
        </p:grpSpPr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3BAA6029-F0B2-BB56-D951-C54E9B2CBB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8000" y="2178000"/>
              <a:ext cx="75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6266974-8C23-4A55-B9AC-239170FC5181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7992000" y="365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5470B5A-ECF7-18F6-683B-2F495185C8BE}"/>
                </a:ext>
              </a:extLst>
            </p:cNvPr>
            <p:cNvSpPr/>
            <p:nvPr/>
          </p:nvSpPr>
          <p:spPr>
            <a:xfrm>
              <a:off x="6354000" y="4014000"/>
              <a:ext cx="3708000" cy="1800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CB7520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A40D828-4673-8E99-1D84-830834E4B1DA}"/>
                    </a:ext>
                  </a:extLst>
                </p:cNvPr>
                <p:cNvSpPr txBox="1"/>
                <p:nvPr/>
              </p:nvSpPr>
              <p:spPr>
                <a:xfrm>
                  <a:off x="635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A40D828-4673-8E99-1D84-830834E4B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00" y="4014000"/>
                  <a:ext cx="396000" cy="396000"/>
                </a:xfrm>
                <a:prstGeom prst="rect">
                  <a:avLst/>
                </a:prstGeom>
                <a:blipFill>
                  <a:blip r:embed="rId37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FB64494-C024-E549-20BD-9B86B473DFE6}"/>
                    </a:ext>
                  </a:extLst>
                </p:cNvPr>
                <p:cNvSpPr txBox="1"/>
                <p:nvPr/>
              </p:nvSpPr>
              <p:spPr>
                <a:xfrm>
                  <a:off x="671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EFB64494-C024-E549-20BD-9B86B473D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000" y="4014000"/>
                  <a:ext cx="396000" cy="396000"/>
                </a:xfrm>
                <a:prstGeom prst="rect">
                  <a:avLst/>
                </a:prstGeom>
                <a:blipFill>
                  <a:blip r:embed="rId38"/>
                  <a:stretch>
                    <a:fillRect r="-6154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B5875D8-2CD4-915B-9A0E-7744D06A06ED}"/>
                    </a:ext>
                  </a:extLst>
                </p:cNvPr>
                <p:cNvSpPr txBox="1"/>
                <p:nvPr/>
              </p:nvSpPr>
              <p:spPr>
                <a:xfrm>
                  <a:off x="707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B5875D8-2CD4-915B-9A0E-7744D06A0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4000" y="4014000"/>
                  <a:ext cx="396000" cy="396000"/>
                </a:xfrm>
                <a:prstGeom prst="rect">
                  <a:avLst/>
                </a:prstGeom>
                <a:blipFill>
                  <a:blip r:embed="rId39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5D08C6E5-E8F7-5E69-B26B-251399FC5DD3}"/>
                    </a:ext>
                  </a:extLst>
                </p:cNvPr>
                <p:cNvSpPr txBox="1"/>
                <p:nvPr/>
              </p:nvSpPr>
              <p:spPr>
                <a:xfrm>
                  <a:off x="743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5D08C6E5-E8F7-5E69-B26B-251399FC5D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4000" y="4014000"/>
                  <a:ext cx="396000" cy="396000"/>
                </a:xfrm>
                <a:prstGeom prst="rect">
                  <a:avLst/>
                </a:prstGeom>
                <a:blipFill>
                  <a:blip r:embed="rId40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C5ECE8E-0F20-4DE2-7077-E64F14080BEC}"/>
                    </a:ext>
                  </a:extLst>
                </p:cNvPr>
                <p:cNvSpPr txBox="1"/>
                <p:nvPr/>
              </p:nvSpPr>
              <p:spPr>
                <a:xfrm>
                  <a:off x="779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C5ECE8E-0F20-4DE2-7077-E64F14080B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000" y="4014000"/>
                  <a:ext cx="396000" cy="396000"/>
                </a:xfrm>
                <a:prstGeom prst="rect">
                  <a:avLst/>
                </a:prstGeom>
                <a:blipFill>
                  <a:blip r:embed="rId41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9E801B9-4190-EFE0-44B2-6109A2FC0522}"/>
                    </a:ext>
                  </a:extLst>
                </p:cNvPr>
                <p:cNvSpPr txBox="1"/>
                <p:nvPr/>
              </p:nvSpPr>
              <p:spPr>
                <a:xfrm>
                  <a:off x="815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9E801B9-4190-EFE0-44B2-6109A2FC0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4000" y="4014000"/>
                  <a:ext cx="396000" cy="396000"/>
                </a:xfrm>
                <a:prstGeom prst="rect">
                  <a:avLst/>
                </a:prstGeom>
                <a:blipFill>
                  <a:blip r:embed="rId42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90EE172-DD39-BDEE-DA9C-1E0878762935}"/>
                    </a:ext>
                  </a:extLst>
                </p:cNvPr>
                <p:cNvSpPr txBox="1"/>
                <p:nvPr/>
              </p:nvSpPr>
              <p:spPr>
                <a:xfrm>
                  <a:off x="851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90EE172-DD39-BDEE-DA9C-1E0878762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4000" y="4014000"/>
                  <a:ext cx="396000" cy="396000"/>
                </a:xfrm>
                <a:prstGeom prst="rect">
                  <a:avLst/>
                </a:prstGeom>
                <a:blipFill>
                  <a:blip r:embed="rId43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78378C7-B21B-B5FF-3D9B-18F7F19172F2}"/>
                    </a:ext>
                  </a:extLst>
                </p:cNvPr>
                <p:cNvSpPr txBox="1"/>
                <p:nvPr/>
              </p:nvSpPr>
              <p:spPr>
                <a:xfrm>
                  <a:off x="887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78378C7-B21B-B5FF-3D9B-18F7F1917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4000" y="4014000"/>
                  <a:ext cx="396000" cy="396000"/>
                </a:xfrm>
                <a:prstGeom prst="rect">
                  <a:avLst/>
                </a:prstGeom>
                <a:blipFill>
                  <a:blip r:embed="rId44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F9A99C6-8FA9-4C45-4AE7-D3C00C3BB6B6}"/>
                    </a:ext>
                  </a:extLst>
                </p:cNvPr>
                <p:cNvSpPr txBox="1"/>
                <p:nvPr/>
              </p:nvSpPr>
              <p:spPr>
                <a:xfrm>
                  <a:off x="923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F9A99C6-8FA9-4C45-4AE7-D3C00C3BB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000" y="4014000"/>
                  <a:ext cx="396000" cy="396000"/>
                </a:xfrm>
                <a:prstGeom prst="rect">
                  <a:avLst/>
                </a:prstGeom>
                <a:blipFill>
                  <a:blip r:embed="rId45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E17F746-E36D-E175-69A0-2768FEC86226}"/>
                    </a:ext>
                  </a:extLst>
                </p:cNvPr>
                <p:cNvSpPr txBox="1"/>
                <p:nvPr/>
              </p:nvSpPr>
              <p:spPr>
                <a:xfrm>
                  <a:off x="9594000" y="401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E17F746-E36D-E175-69A0-2768FEC86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000" y="4014000"/>
                  <a:ext cx="396000" cy="396000"/>
                </a:xfrm>
                <a:prstGeom prst="rect">
                  <a:avLst/>
                </a:prstGeom>
                <a:blipFill>
                  <a:blip r:embed="rId46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E8524F3-FF3B-A527-7CCF-4FE283E5AC8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1999" y="5076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9C0FE50-1154-8A6B-3A97-2292332A7C51}"/>
                    </a:ext>
                  </a:extLst>
                </p:cNvPr>
                <p:cNvSpPr txBox="1"/>
                <p:nvPr/>
              </p:nvSpPr>
              <p:spPr>
                <a:xfrm>
                  <a:off x="9702000" y="4392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9C0FE50-1154-8A6B-3A97-2292332A7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2000" y="4392000"/>
                  <a:ext cx="360000" cy="360000"/>
                </a:xfrm>
                <a:prstGeom prst="rect">
                  <a:avLst/>
                </a:prstGeom>
                <a:blipFill>
                  <a:blip r:embed="rId47"/>
                  <a:stretch>
                    <a:fillRect l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4A7941-EEE7-B3C2-F440-17834F1FE3BF}"/>
                    </a:ext>
                  </a:extLst>
                </p:cNvPr>
                <p:cNvSpPr txBox="1"/>
                <p:nvPr/>
              </p:nvSpPr>
              <p:spPr>
                <a:xfrm>
                  <a:off x="9666000" y="4896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4A7941-EEE7-B3C2-F440-17834F1FE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6000" y="4896000"/>
                  <a:ext cx="360000" cy="360000"/>
                </a:xfrm>
                <a:prstGeom prst="rect">
                  <a:avLst/>
                </a:prstGeom>
                <a:blipFill>
                  <a:blip r:embed="rId48"/>
                  <a:stretch>
                    <a:fillRect l="-22034" r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B6DCE0A-B946-1C06-5D59-59D5B1D5A44D}"/>
                    </a:ext>
                  </a:extLst>
                </p:cNvPr>
                <p:cNvSpPr txBox="1"/>
                <p:nvPr/>
              </p:nvSpPr>
              <p:spPr>
                <a:xfrm>
                  <a:off x="9666000" y="5400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B6DCE0A-B946-1C06-5D59-59D5B1D5A4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6000" y="5400000"/>
                  <a:ext cx="360000" cy="360000"/>
                </a:xfrm>
                <a:prstGeom prst="rect">
                  <a:avLst/>
                </a:prstGeom>
                <a:blipFill>
                  <a:blip r:embed="rId49"/>
                  <a:stretch>
                    <a:fillRect l="-22034" r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9D8983A-9F4A-9C08-CBDA-EBFC78A0B586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000" y="4572000"/>
              <a:ext cx="149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190FB25-F2F3-9F32-0963-ED00B0C3FEE8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000" y="5580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03768C73-943A-D904-6E9F-7118FA03CB59}"/>
                </a:ext>
              </a:extLst>
            </p:cNvPr>
            <p:cNvSpPr/>
            <p:nvPr/>
          </p:nvSpPr>
          <p:spPr>
            <a:xfrm rot="5400000">
              <a:off x="10458000" y="4878000"/>
              <a:ext cx="1080000" cy="90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4109EC8-40B8-1D8A-C08C-14BEA452E7E6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>
              <a:off x="11448000" y="5328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56B0687-67A2-E8CD-688F-2D57D0FF1DF7}"/>
                </a:ext>
              </a:extLst>
            </p:cNvPr>
            <p:cNvCxnSpPr>
              <a:cxnSpLocks/>
            </p:cNvCxnSpPr>
            <p:nvPr/>
          </p:nvCxnSpPr>
          <p:spPr>
            <a:xfrm>
              <a:off x="11556000" y="4572000"/>
              <a:ext cx="0" cy="75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8670539-DE07-5F42-0A0C-020849DEB8C1}"/>
                </a:ext>
              </a:extLst>
            </p:cNvPr>
            <p:cNvSpPr/>
            <p:nvPr/>
          </p:nvSpPr>
          <p:spPr>
            <a:xfrm>
              <a:off x="11502000" y="527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B6010DA-21AD-9FCC-D0CE-29227A673655}"/>
                    </a:ext>
                  </a:extLst>
                </p:cNvPr>
                <p:cNvSpPr txBox="1"/>
                <p:nvPr/>
              </p:nvSpPr>
              <p:spPr>
                <a:xfrm flipH="1">
                  <a:off x="10494000" y="4860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B6010DA-21AD-9FCC-D0CE-29227A673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494000" y="4860000"/>
                  <a:ext cx="396000" cy="39600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968DD9E-1FFC-2B3F-0195-7B2439D83C23}"/>
                    </a:ext>
                  </a:extLst>
                </p:cNvPr>
                <p:cNvSpPr txBox="1"/>
                <p:nvPr/>
              </p:nvSpPr>
              <p:spPr>
                <a:xfrm flipH="1">
                  <a:off x="10494000" y="536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968DD9E-1FFC-2B3F-0195-7B2439D83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494000" y="5364000"/>
                  <a:ext cx="396000" cy="39600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256BE56-DBBE-8489-CFD2-04D7827C070F}"/>
                </a:ext>
              </a:extLst>
            </p:cNvPr>
            <p:cNvSpPr txBox="1"/>
            <p:nvPr/>
          </p:nvSpPr>
          <p:spPr>
            <a:xfrm>
              <a:off x="10818000" y="5130000"/>
              <a:ext cx="360000" cy="396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9D9C27D-0EC8-2B10-42A9-26A78D646E4E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8350596" y="3654000"/>
              <a:ext cx="1404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7DA400C-2034-EDE6-42D4-6D9A1612E6E9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8712000" y="365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9AF28043-9BA1-04CD-CD21-7D5315865CB4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9072000" y="365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6239F5DA-155F-0C18-9632-C4560DADD2F3}"/>
                </a:ext>
              </a:extLst>
            </p:cNvPr>
            <p:cNvCxnSpPr>
              <a:cxnSpLocks/>
            </p:cNvCxnSpPr>
            <p:nvPr/>
          </p:nvCxnSpPr>
          <p:spPr>
            <a:xfrm>
              <a:off x="9432000" y="365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48777040-F93F-72F1-8500-28DD4CF71F94}"/>
                </a:ext>
              </a:extLst>
            </p:cNvPr>
            <p:cNvCxnSpPr>
              <a:cxnSpLocks/>
            </p:cNvCxnSpPr>
            <p:nvPr/>
          </p:nvCxnSpPr>
          <p:spPr>
            <a:xfrm>
              <a:off x="9791999" y="3654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FD0A49AB-B8E2-A32A-03FB-B92216EA8142}"/>
                </a:ext>
              </a:extLst>
            </p:cNvPr>
            <p:cNvCxnSpPr>
              <a:cxnSpLocks/>
            </p:cNvCxnSpPr>
            <p:nvPr/>
          </p:nvCxnSpPr>
          <p:spPr>
            <a:xfrm>
              <a:off x="7974000" y="3654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F59CD203-5C76-399A-1692-D1DEFE948DA3}"/>
                </a:ext>
              </a:extLst>
            </p:cNvPr>
            <p:cNvSpPr/>
            <p:nvPr/>
          </p:nvSpPr>
          <p:spPr>
            <a:xfrm>
              <a:off x="9738000" y="360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5B31661E-C452-4983-CB01-F0BC400C4028}"/>
                </a:ext>
              </a:extLst>
            </p:cNvPr>
            <p:cNvSpPr/>
            <p:nvPr/>
          </p:nvSpPr>
          <p:spPr>
            <a:xfrm>
              <a:off x="9378000" y="360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826CF6DF-0CCE-FDB0-4D40-1C051DE4D8D4}"/>
                </a:ext>
              </a:extLst>
            </p:cNvPr>
            <p:cNvSpPr/>
            <p:nvPr/>
          </p:nvSpPr>
          <p:spPr>
            <a:xfrm>
              <a:off x="9018000" y="360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3A05F7F8-2024-C0EA-A8A0-0B2ABF65B999}"/>
                </a:ext>
              </a:extLst>
            </p:cNvPr>
            <p:cNvSpPr/>
            <p:nvPr/>
          </p:nvSpPr>
          <p:spPr>
            <a:xfrm>
              <a:off x="8658000" y="360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A369A748-DDB1-713D-243B-E05CA41E026B}"/>
                </a:ext>
              </a:extLst>
            </p:cNvPr>
            <p:cNvSpPr/>
            <p:nvPr/>
          </p:nvSpPr>
          <p:spPr>
            <a:xfrm>
              <a:off x="8298000" y="360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6DC7AEA7-3DC1-F04A-A7AC-A28259A41A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94000" y="3654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15AF6038-9727-1A22-2937-E98D1F744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14000" y="4030519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矩形 410">
              <a:extLst>
                <a:ext uri="{FF2B5EF4-FFF2-40B4-BE49-F238E27FC236}">
                  <a16:creationId xmlns:a16="http://schemas.microsoft.com/office/drawing/2014/main" id="{BDE9ECBB-7EC2-8943-34AE-E85F5C2A2AF7}"/>
                </a:ext>
              </a:extLst>
            </p:cNvPr>
            <p:cNvSpPr/>
            <p:nvPr/>
          </p:nvSpPr>
          <p:spPr>
            <a:xfrm>
              <a:off x="5922000" y="1584000"/>
              <a:ext cx="2376000" cy="1224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74x161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8366E57B-BE41-80E4-A44F-B31062064B20}"/>
                    </a:ext>
                  </a:extLst>
                </p:cNvPr>
                <p:cNvSpPr txBox="1"/>
                <p:nvPr/>
              </p:nvSpPr>
              <p:spPr>
                <a:xfrm>
                  <a:off x="6354000" y="24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8366E57B-BE41-80E4-A44F-B31062064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00" y="2412000"/>
                  <a:ext cx="396000" cy="396000"/>
                </a:xfrm>
                <a:prstGeom prst="rect">
                  <a:avLst/>
                </a:prstGeom>
                <a:blipFill>
                  <a:blip r:embed="rId52"/>
                  <a:stretch>
                    <a:fillRect l="-4615" r="-7692" b="-1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文本框 412">
                  <a:extLst>
                    <a:ext uri="{FF2B5EF4-FFF2-40B4-BE49-F238E27FC236}">
                      <a16:creationId xmlns:a16="http://schemas.microsoft.com/office/drawing/2014/main" id="{F78F8DB5-096C-D6F4-3F3C-D15E6AA87F5B}"/>
                    </a:ext>
                  </a:extLst>
                </p:cNvPr>
                <p:cNvSpPr txBox="1"/>
                <p:nvPr/>
              </p:nvSpPr>
              <p:spPr>
                <a:xfrm>
                  <a:off x="6714000" y="24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3" name="文本框 412">
                  <a:extLst>
                    <a:ext uri="{FF2B5EF4-FFF2-40B4-BE49-F238E27FC236}">
                      <a16:creationId xmlns:a16="http://schemas.microsoft.com/office/drawing/2014/main" id="{F78F8DB5-096C-D6F4-3F3C-D15E6AA87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000" y="2412000"/>
                  <a:ext cx="396000" cy="396000"/>
                </a:xfrm>
                <a:prstGeom prst="rect">
                  <a:avLst/>
                </a:prstGeom>
                <a:blipFill>
                  <a:blip r:embed="rId53"/>
                  <a:stretch>
                    <a:fillRect l="-4615" r="-6154" b="-1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4" name="文本框 413">
                  <a:extLst>
                    <a:ext uri="{FF2B5EF4-FFF2-40B4-BE49-F238E27FC236}">
                      <a16:creationId xmlns:a16="http://schemas.microsoft.com/office/drawing/2014/main" id="{FE3DC1D0-5F51-AB5F-3690-510D2FEE53F5}"/>
                    </a:ext>
                  </a:extLst>
                </p:cNvPr>
                <p:cNvSpPr txBox="1"/>
                <p:nvPr/>
              </p:nvSpPr>
              <p:spPr>
                <a:xfrm>
                  <a:off x="7074000" y="24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4" name="文本框 413">
                  <a:extLst>
                    <a:ext uri="{FF2B5EF4-FFF2-40B4-BE49-F238E27FC236}">
                      <a16:creationId xmlns:a16="http://schemas.microsoft.com/office/drawing/2014/main" id="{FE3DC1D0-5F51-AB5F-3690-510D2FEE5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4000" y="2412000"/>
                  <a:ext cx="396000" cy="396000"/>
                </a:xfrm>
                <a:prstGeom prst="rect">
                  <a:avLst/>
                </a:prstGeom>
                <a:blipFill>
                  <a:blip r:embed="rId54"/>
                  <a:stretch>
                    <a:fillRect l="-4615" r="-7692" b="-1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" name="文本框 414">
                  <a:extLst>
                    <a:ext uri="{FF2B5EF4-FFF2-40B4-BE49-F238E27FC236}">
                      <a16:creationId xmlns:a16="http://schemas.microsoft.com/office/drawing/2014/main" id="{820AE2D6-88D8-E9AC-CF3F-0468C683C07A}"/>
                    </a:ext>
                  </a:extLst>
                </p:cNvPr>
                <p:cNvSpPr txBox="1"/>
                <p:nvPr/>
              </p:nvSpPr>
              <p:spPr>
                <a:xfrm>
                  <a:off x="7434000" y="24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5" name="文本框 414">
                  <a:extLst>
                    <a:ext uri="{FF2B5EF4-FFF2-40B4-BE49-F238E27FC236}">
                      <a16:creationId xmlns:a16="http://schemas.microsoft.com/office/drawing/2014/main" id="{820AE2D6-88D8-E9AC-CF3F-0468C683C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4000" y="2412000"/>
                  <a:ext cx="396000" cy="396000"/>
                </a:xfrm>
                <a:prstGeom prst="rect">
                  <a:avLst/>
                </a:prstGeom>
                <a:blipFill>
                  <a:blip r:embed="rId55"/>
                  <a:stretch>
                    <a:fillRect l="-4615" r="-7692" b="-13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EDA520E9-1C65-B2F3-6F4C-809A13BE3318}"/>
                    </a:ext>
                  </a:extLst>
                </p:cNvPr>
                <p:cNvSpPr txBox="1"/>
                <p:nvPr/>
              </p:nvSpPr>
              <p:spPr>
                <a:xfrm>
                  <a:off x="6354000" y="15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EDA520E9-1C65-B2F3-6F4C-809A13BE3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00" y="1512000"/>
                  <a:ext cx="396000" cy="396000"/>
                </a:xfrm>
                <a:prstGeom prst="rect">
                  <a:avLst/>
                </a:prstGeom>
                <a:blipFill>
                  <a:blip r:embed="rId56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8" name="文本框 417">
                  <a:extLst>
                    <a:ext uri="{FF2B5EF4-FFF2-40B4-BE49-F238E27FC236}">
                      <a16:creationId xmlns:a16="http://schemas.microsoft.com/office/drawing/2014/main" id="{60BB43FC-8AD1-F0C3-7D50-E8E529D0FEC4}"/>
                    </a:ext>
                  </a:extLst>
                </p:cNvPr>
                <p:cNvSpPr txBox="1"/>
                <p:nvPr/>
              </p:nvSpPr>
              <p:spPr>
                <a:xfrm>
                  <a:off x="6714000" y="15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8" name="文本框 417">
                  <a:extLst>
                    <a:ext uri="{FF2B5EF4-FFF2-40B4-BE49-F238E27FC236}">
                      <a16:creationId xmlns:a16="http://schemas.microsoft.com/office/drawing/2014/main" id="{60BB43FC-8AD1-F0C3-7D50-E8E529D0F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000" y="1512000"/>
                  <a:ext cx="396000" cy="396000"/>
                </a:xfrm>
                <a:prstGeom prst="rect">
                  <a:avLst/>
                </a:prstGeom>
                <a:blipFill>
                  <a:blip r:embed="rId57"/>
                  <a:stretch>
                    <a:fillRect r="-6154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97F1BFB6-76F6-EF9C-0537-D49A2FEC28A3}"/>
                    </a:ext>
                  </a:extLst>
                </p:cNvPr>
                <p:cNvSpPr txBox="1"/>
                <p:nvPr/>
              </p:nvSpPr>
              <p:spPr>
                <a:xfrm>
                  <a:off x="7074000" y="15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97F1BFB6-76F6-EF9C-0537-D49A2FEC2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4000" y="1512000"/>
                  <a:ext cx="396000" cy="396000"/>
                </a:xfrm>
                <a:prstGeom prst="rect">
                  <a:avLst/>
                </a:prstGeom>
                <a:blipFill>
                  <a:blip r:embed="rId58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0" name="文本框 419">
                  <a:extLst>
                    <a:ext uri="{FF2B5EF4-FFF2-40B4-BE49-F238E27FC236}">
                      <a16:creationId xmlns:a16="http://schemas.microsoft.com/office/drawing/2014/main" id="{FF54CD76-0D84-D7AE-9F31-E2EF9AB17FDC}"/>
                    </a:ext>
                  </a:extLst>
                </p:cNvPr>
                <p:cNvSpPr txBox="1"/>
                <p:nvPr/>
              </p:nvSpPr>
              <p:spPr>
                <a:xfrm>
                  <a:off x="7434000" y="151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0" name="文本框 419">
                  <a:extLst>
                    <a:ext uri="{FF2B5EF4-FFF2-40B4-BE49-F238E27FC236}">
                      <a16:creationId xmlns:a16="http://schemas.microsoft.com/office/drawing/2014/main" id="{FF54CD76-0D84-D7AE-9F31-E2EF9AB17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4000" y="1512000"/>
                  <a:ext cx="396000" cy="396000"/>
                </a:xfrm>
                <a:prstGeom prst="rect">
                  <a:avLst/>
                </a:prstGeom>
                <a:blipFill>
                  <a:blip r:embed="rId59"/>
                  <a:stretch>
                    <a:fillRect r="-7692"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60E7F12F-9719-2C9C-EB4A-512586B2121C}"/>
                </a:ext>
              </a:extLst>
            </p:cNvPr>
            <p:cNvCxnSpPr>
              <a:cxnSpLocks/>
              <a:stCxn id="412" idx="2"/>
              <a:endCxn id="29" idx="0"/>
            </p:cNvCxnSpPr>
            <p:nvPr/>
          </p:nvCxnSpPr>
          <p:spPr>
            <a:xfrm>
              <a:off x="6552000" y="2808000"/>
              <a:ext cx="0" cy="120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EA4FE042-DD5E-527B-C384-95EB7379F601}"/>
                </a:ext>
              </a:extLst>
            </p:cNvPr>
            <p:cNvCxnSpPr>
              <a:cxnSpLocks/>
              <a:stCxn id="413" idx="2"/>
              <a:endCxn id="30" idx="0"/>
            </p:cNvCxnSpPr>
            <p:nvPr/>
          </p:nvCxnSpPr>
          <p:spPr>
            <a:xfrm>
              <a:off x="6912000" y="2808000"/>
              <a:ext cx="0" cy="120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EB5CFD-33CC-7A07-874F-F82D3D7B55F3}"/>
                </a:ext>
              </a:extLst>
            </p:cNvPr>
            <p:cNvCxnSpPr>
              <a:cxnSpLocks/>
              <a:stCxn id="414" idx="2"/>
              <a:endCxn id="31" idx="0"/>
            </p:cNvCxnSpPr>
            <p:nvPr/>
          </p:nvCxnSpPr>
          <p:spPr>
            <a:xfrm>
              <a:off x="7272000" y="2808000"/>
              <a:ext cx="0" cy="120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2823FEC4-2474-760B-105E-E5A8372D037E}"/>
                </a:ext>
              </a:extLst>
            </p:cNvPr>
            <p:cNvCxnSpPr>
              <a:cxnSpLocks/>
              <a:stCxn id="415" idx="2"/>
              <a:endCxn id="32" idx="0"/>
            </p:cNvCxnSpPr>
            <p:nvPr/>
          </p:nvCxnSpPr>
          <p:spPr>
            <a:xfrm>
              <a:off x="7632000" y="2808000"/>
              <a:ext cx="0" cy="120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8" name="文本框 437">
                  <a:extLst>
                    <a:ext uri="{FF2B5EF4-FFF2-40B4-BE49-F238E27FC236}">
                      <a16:creationId xmlns:a16="http://schemas.microsoft.com/office/drawing/2014/main" id="{4D470185-20DD-55B1-8FF1-0D263EFEE1A3}"/>
                    </a:ext>
                  </a:extLst>
                </p:cNvPr>
                <p:cNvSpPr txBox="1"/>
                <p:nvPr/>
              </p:nvSpPr>
              <p:spPr>
                <a:xfrm>
                  <a:off x="7866000" y="1980000"/>
                  <a:ext cx="46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PE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8" name="文本框 437">
                  <a:extLst>
                    <a:ext uri="{FF2B5EF4-FFF2-40B4-BE49-F238E27FC236}">
                      <a16:creationId xmlns:a16="http://schemas.microsoft.com/office/drawing/2014/main" id="{4D470185-20DD-55B1-8FF1-0D263EFEE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6000" y="1980000"/>
                  <a:ext cx="468000" cy="432000"/>
                </a:xfrm>
                <a:prstGeom prst="rect">
                  <a:avLst/>
                </a:prstGeom>
                <a:blipFill>
                  <a:blip r:embed="rId60"/>
                  <a:stretch>
                    <a:fillRect r="-12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9" name="文本框 438">
                  <a:extLst>
                    <a:ext uri="{FF2B5EF4-FFF2-40B4-BE49-F238E27FC236}">
                      <a16:creationId xmlns:a16="http://schemas.microsoft.com/office/drawing/2014/main" id="{83CBEB76-D6CA-6C9E-4158-1BE7342F466D}"/>
                    </a:ext>
                  </a:extLst>
                </p:cNvPr>
                <p:cNvSpPr txBox="1"/>
                <p:nvPr/>
              </p:nvSpPr>
              <p:spPr>
                <a:xfrm>
                  <a:off x="5850000" y="1836000"/>
                  <a:ext cx="68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CEP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9" name="文本框 438">
                  <a:extLst>
                    <a:ext uri="{FF2B5EF4-FFF2-40B4-BE49-F238E27FC236}">
                      <a16:creationId xmlns:a16="http://schemas.microsoft.com/office/drawing/2014/main" id="{83CBEB76-D6CA-6C9E-4158-1BE7342F4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000" y="1836000"/>
                  <a:ext cx="684000" cy="396000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48D6A245-2902-DDFF-970C-7312779F561B}"/>
                    </a:ext>
                  </a:extLst>
                </p:cNvPr>
                <p:cNvSpPr txBox="1"/>
                <p:nvPr/>
              </p:nvSpPr>
              <p:spPr>
                <a:xfrm>
                  <a:off x="5850000" y="2088000"/>
                  <a:ext cx="68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CET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48D6A245-2902-DDFF-970C-7312779F5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000" y="2088000"/>
                  <a:ext cx="684000" cy="360000"/>
                </a:xfrm>
                <a:prstGeom prst="rect">
                  <a:avLst/>
                </a:prstGeom>
                <a:blipFill>
                  <a:blip r:embed="rId62"/>
                  <a:stretch>
                    <a:fillRect b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38C7A08D-AFBD-3D0A-3CD6-9F2DFFCF9CE9}"/>
                    </a:ext>
                  </a:extLst>
                </p:cNvPr>
                <p:cNvSpPr txBox="1"/>
                <p:nvPr/>
              </p:nvSpPr>
              <p:spPr>
                <a:xfrm>
                  <a:off x="5851503" y="2340000"/>
                  <a:ext cx="540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CR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38C7A08D-AFBD-3D0A-3CD6-9F2DFFCF9C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1503" y="2340000"/>
                  <a:ext cx="540000" cy="360000"/>
                </a:xfrm>
                <a:prstGeom prst="rect">
                  <a:avLst/>
                </a:prstGeom>
                <a:blipFill>
                  <a:blip r:embed="rId63"/>
                  <a:stretch>
                    <a:fillRect b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2" name="椭圆 441">
              <a:extLst>
                <a:ext uri="{FF2B5EF4-FFF2-40B4-BE49-F238E27FC236}">
                  <a16:creationId xmlns:a16="http://schemas.microsoft.com/office/drawing/2014/main" id="{D221F182-2E6E-7435-278A-6956E0C9019A}"/>
                </a:ext>
              </a:extLst>
            </p:cNvPr>
            <p:cNvSpPr/>
            <p:nvPr/>
          </p:nvSpPr>
          <p:spPr>
            <a:xfrm>
              <a:off x="8316000" y="212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dk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2672B462-6F21-4CF1-B53D-E33A2779B4F1}"/>
                </a:ext>
              </a:extLst>
            </p:cNvPr>
            <p:cNvCxnSpPr>
              <a:cxnSpLocks/>
              <a:stCxn id="445" idx="6"/>
            </p:cNvCxnSpPr>
            <p:nvPr/>
          </p:nvCxnSpPr>
          <p:spPr>
            <a:xfrm flipH="1">
              <a:off x="5544000" y="2556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椭圆 444">
              <a:extLst>
                <a:ext uri="{FF2B5EF4-FFF2-40B4-BE49-F238E27FC236}">
                  <a16:creationId xmlns:a16="http://schemas.microsoft.com/office/drawing/2014/main" id="{90110943-D1B7-E3BE-0D14-774B6CF02214}"/>
                </a:ext>
              </a:extLst>
            </p:cNvPr>
            <p:cNvSpPr/>
            <p:nvPr/>
          </p:nvSpPr>
          <p:spPr>
            <a:xfrm>
              <a:off x="5796000" y="250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dk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67D19862-2EF2-0DB1-0F20-1B59C336F0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4000" y="2304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8298E326-1472-2C84-40CF-A48A19AC25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4000" y="2052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8AFC5699-20D6-E6B4-83A2-B8D3D9838B2F}"/>
                </a:ext>
              </a:extLst>
            </p:cNvPr>
            <p:cNvCxnSpPr>
              <a:cxnSpLocks/>
            </p:cNvCxnSpPr>
            <p:nvPr/>
          </p:nvCxnSpPr>
          <p:spPr>
            <a:xfrm>
              <a:off x="5544000" y="1782000"/>
              <a:ext cx="0" cy="79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52F87241-488F-4680-0127-8899756A45A1}"/>
                </a:ext>
              </a:extLst>
            </p:cNvPr>
            <p:cNvSpPr/>
            <p:nvPr/>
          </p:nvSpPr>
          <p:spPr>
            <a:xfrm>
              <a:off x="5490000" y="199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7" name="椭圆 456">
              <a:extLst>
                <a:ext uri="{FF2B5EF4-FFF2-40B4-BE49-F238E27FC236}">
                  <a16:creationId xmlns:a16="http://schemas.microsoft.com/office/drawing/2014/main" id="{28FF249F-B2EC-69FE-911B-8B38F15EE619}"/>
                </a:ext>
              </a:extLst>
            </p:cNvPr>
            <p:cNvSpPr/>
            <p:nvPr/>
          </p:nvSpPr>
          <p:spPr>
            <a:xfrm>
              <a:off x="5490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8" name="等腰三角形 457">
              <a:extLst>
                <a:ext uri="{FF2B5EF4-FFF2-40B4-BE49-F238E27FC236}">
                  <a16:creationId xmlns:a16="http://schemas.microsoft.com/office/drawing/2014/main" id="{87FA2E90-E658-C2FE-53BF-0760C46CA176}"/>
                </a:ext>
              </a:extLst>
            </p:cNvPr>
            <p:cNvSpPr/>
            <p:nvPr/>
          </p:nvSpPr>
          <p:spPr>
            <a:xfrm rot="10800000">
              <a:off x="6066000" y="1584000"/>
              <a:ext cx="216000" cy="144000"/>
            </a:xfrm>
            <a:prstGeom prst="triangl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5B34A648-7006-28C7-B662-D2E56313AE2A}"/>
                </a:ext>
              </a:extLst>
            </p:cNvPr>
            <p:cNvCxnSpPr>
              <a:cxnSpLocks/>
            </p:cNvCxnSpPr>
            <p:nvPr/>
          </p:nvCxnSpPr>
          <p:spPr>
            <a:xfrm>
              <a:off x="6174000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CAD6C9D2-46AE-F617-B608-76BBC36CEC15}"/>
                    </a:ext>
                  </a:extLst>
                </p:cNvPr>
                <p:cNvSpPr txBox="1"/>
                <p:nvPr/>
              </p:nvSpPr>
              <p:spPr>
                <a:xfrm>
                  <a:off x="5490000" y="1080000"/>
                  <a:ext cx="504192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CAD6C9D2-46AE-F617-B608-76BBC36CE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0000" y="1080000"/>
                  <a:ext cx="504192" cy="396000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2" name="直接连接符 461">
              <a:extLst>
                <a:ext uri="{FF2B5EF4-FFF2-40B4-BE49-F238E27FC236}">
                  <a16:creationId xmlns:a16="http://schemas.microsoft.com/office/drawing/2014/main" id="{414A6798-02A0-64F2-5F9E-5E3290D60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2000" y="1296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CFB31CE1-8863-78CC-AFD2-3A0EA6B889FE}"/>
                </a:ext>
              </a:extLst>
            </p:cNvPr>
            <p:cNvCxnSpPr>
              <a:cxnSpLocks/>
              <a:endCxn id="417" idx="0"/>
            </p:cNvCxnSpPr>
            <p:nvPr/>
          </p:nvCxnSpPr>
          <p:spPr>
            <a:xfrm>
              <a:off x="6552000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88FA2C9C-57B3-3079-C013-C320DF909CF2}"/>
                </a:ext>
              </a:extLst>
            </p:cNvPr>
            <p:cNvCxnSpPr>
              <a:cxnSpLocks/>
            </p:cNvCxnSpPr>
            <p:nvPr/>
          </p:nvCxnSpPr>
          <p:spPr>
            <a:xfrm>
              <a:off x="6911998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06C4F53A-719F-FF3A-EC06-8C4D6AEC89C3}"/>
                </a:ext>
              </a:extLst>
            </p:cNvPr>
            <p:cNvCxnSpPr>
              <a:cxnSpLocks/>
            </p:cNvCxnSpPr>
            <p:nvPr/>
          </p:nvCxnSpPr>
          <p:spPr>
            <a:xfrm>
              <a:off x="7271998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7129ED61-4439-ABDC-413E-8164B1F472FC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57FA1F0B-5F35-E7ED-0773-88C63D56C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000" y="1296000"/>
              <a:ext cx="21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椭圆 477">
              <a:extLst>
                <a:ext uri="{FF2B5EF4-FFF2-40B4-BE49-F238E27FC236}">
                  <a16:creationId xmlns:a16="http://schemas.microsoft.com/office/drawing/2014/main" id="{7A8A431A-8A8C-6C41-34FE-9536BC9026EC}"/>
                </a:ext>
              </a:extLst>
            </p:cNvPr>
            <p:cNvSpPr/>
            <p:nvPr/>
          </p:nvSpPr>
          <p:spPr>
            <a:xfrm>
              <a:off x="6858000" y="12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9" name="椭圆 478">
              <a:extLst>
                <a:ext uri="{FF2B5EF4-FFF2-40B4-BE49-F238E27FC236}">
                  <a16:creationId xmlns:a16="http://schemas.microsoft.com/office/drawing/2014/main" id="{F627AA10-3D8B-3AC8-882C-4CCDDED54C99}"/>
                </a:ext>
              </a:extLst>
            </p:cNvPr>
            <p:cNvSpPr/>
            <p:nvPr/>
          </p:nvSpPr>
          <p:spPr>
            <a:xfrm>
              <a:off x="7218000" y="12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2EB20DAF-EB63-463F-9B31-F7C6E02A1A9E}"/>
                </a:ext>
              </a:extLst>
            </p:cNvPr>
            <p:cNvSpPr/>
            <p:nvPr/>
          </p:nvSpPr>
          <p:spPr>
            <a:xfrm>
              <a:off x="7578000" y="12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86BA7548-5B32-84EA-B50E-A669EE632CE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129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732013CD-77C4-9421-55DB-13CC9D9DC8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32000" y="1620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D98B765E-249C-5154-26A9-4665E1136476}"/>
                    </a:ext>
                  </a:extLst>
                </p:cNvPr>
                <p:cNvSpPr txBox="1"/>
                <p:nvPr/>
              </p:nvSpPr>
              <p:spPr>
                <a:xfrm>
                  <a:off x="5400000" y="1422000"/>
                  <a:ext cx="360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D98B765E-249C-5154-26A9-4665E1136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0" y="1422000"/>
                  <a:ext cx="360000" cy="360000"/>
                </a:xfrm>
                <a:prstGeom prst="rect">
                  <a:avLst/>
                </a:prstGeom>
                <a:blipFill>
                  <a:blip r:embed="rId65"/>
                  <a:stretch>
                    <a:fillRect l="-5085" b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4" name="流程图: 延期 483">
              <a:extLst>
                <a:ext uri="{FF2B5EF4-FFF2-40B4-BE49-F238E27FC236}">
                  <a16:creationId xmlns:a16="http://schemas.microsoft.com/office/drawing/2014/main" id="{B7CDEDD6-9B68-9CB5-F390-39CA1B338286}"/>
                </a:ext>
              </a:extLst>
            </p:cNvPr>
            <p:cNvSpPr/>
            <p:nvPr/>
          </p:nvSpPr>
          <p:spPr>
            <a:xfrm>
              <a:off x="8153999" y="2952000"/>
              <a:ext cx="540000" cy="468000"/>
            </a:xfrm>
            <a:prstGeom prst="flowChartDelay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07A2A977-C00F-A503-4663-3A476DC15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4000" y="3060000"/>
              <a:ext cx="16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A7C7CFF9-3858-0B8D-F084-A532DD867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2000" y="3312000"/>
              <a:ext cx="52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F794E3DB-FEBD-BC96-4585-A84BD58C78B7}"/>
                </a:ext>
              </a:extLst>
            </p:cNvPr>
            <p:cNvCxnSpPr>
              <a:cxnSpLocks/>
              <a:endCxn id="484" idx="3"/>
            </p:cNvCxnSpPr>
            <p:nvPr/>
          </p:nvCxnSpPr>
          <p:spPr>
            <a:xfrm flipH="1">
              <a:off x="8693999" y="3186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3FB4C602-4961-5AC9-84F2-249D7B4336C7}"/>
                </a:ext>
              </a:extLst>
            </p:cNvPr>
            <p:cNvCxnSpPr>
              <a:cxnSpLocks/>
            </p:cNvCxnSpPr>
            <p:nvPr/>
          </p:nvCxnSpPr>
          <p:spPr>
            <a:xfrm>
              <a:off x="9054000" y="2178000"/>
              <a:ext cx="0" cy="100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8180074E-E372-7773-EFA6-CA3C1F91A8A3}"/>
                </a:ext>
              </a:extLst>
            </p:cNvPr>
            <p:cNvSpPr/>
            <p:nvPr/>
          </p:nvSpPr>
          <p:spPr>
            <a:xfrm>
              <a:off x="6498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F021BE09-730B-74F3-C724-3F173B58CCC3}"/>
                </a:ext>
              </a:extLst>
            </p:cNvPr>
            <p:cNvSpPr/>
            <p:nvPr/>
          </p:nvSpPr>
          <p:spPr>
            <a:xfrm>
              <a:off x="7578000" y="325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FBF3B152-6C7A-DB55-C7EE-753ADEDC8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4000" y="522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文本框 503">
                  <a:extLst>
                    <a:ext uri="{FF2B5EF4-FFF2-40B4-BE49-F238E27FC236}">
                      <a16:creationId xmlns:a16="http://schemas.microsoft.com/office/drawing/2014/main" id="{3CC7865A-C1A9-0B71-D8D6-9654E6400750}"/>
                    </a:ext>
                  </a:extLst>
                </p:cNvPr>
                <p:cNvSpPr txBox="1"/>
                <p:nvPr/>
              </p:nvSpPr>
              <p:spPr>
                <a:xfrm>
                  <a:off x="6390000" y="5040000"/>
                  <a:ext cx="540000" cy="36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文本框 503">
                  <a:extLst>
                    <a:ext uri="{FF2B5EF4-FFF2-40B4-BE49-F238E27FC236}">
                      <a16:creationId xmlns:a16="http://schemas.microsoft.com/office/drawing/2014/main" id="{3CC7865A-C1A9-0B71-D8D6-9654E6400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0000" y="5040000"/>
                  <a:ext cx="540000" cy="360000"/>
                </a:xfrm>
                <a:prstGeom prst="rect">
                  <a:avLst/>
                </a:prstGeom>
                <a:blipFill>
                  <a:blip r:embed="rId66"/>
                  <a:stretch>
                    <a:fillRect l="-11236" r="-44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D63CC765-9744-CA19-C3B7-E6026266617A}"/>
                    </a:ext>
                  </a:extLst>
                </p:cNvPr>
                <p:cNvSpPr txBox="1"/>
                <p:nvPr/>
              </p:nvSpPr>
              <p:spPr>
                <a:xfrm>
                  <a:off x="5418000" y="4824000"/>
                  <a:ext cx="90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−10 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D63CC765-9744-CA19-C3B7-E60262666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000" y="4824000"/>
                  <a:ext cx="900000" cy="432000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C2B301D3-5577-F871-6F17-202C54DA7E06}"/>
                </a:ext>
              </a:extLst>
            </p:cNvPr>
            <p:cNvSpPr/>
            <p:nvPr/>
          </p:nvSpPr>
          <p:spPr>
            <a:xfrm>
              <a:off x="10260000" y="5526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9" name="直接连接符 508">
              <a:extLst>
                <a:ext uri="{FF2B5EF4-FFF2-40B4-BE49-F238E27FC236}">
                  <a16:creationId xmlns:a16="http://schemas.microsoft.com/office/drawing/2014/main" id="{9E55B47D-E480-198F-DD90-3195F3CF698A}"/>
                </a:ext>
              </a:extLst>
            </p:cNvPr>
            <p:cNvCxnSpPr>
              <a:cxnSpLocks/>
            </p:cNvCxnSpPr>
            <p:nvPr/>
          </p:nvCxnSpPr>
          <p:spPr>
            <a:xfrm>
              <a:off x="10314000" y="5580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110545B8-BE6B-CD7C-EA9B-434BC48B7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4000" y="5976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16E5CA8C-D6B3-CB37-8CCB-BDF5866CD702}"/>
                    </a:ext>
                  </a:extLst>
                </p:cNvPr>
                <p:cNvSpPr txBox="1"/>
                <p:nvPr/>
              </p:nvSpPr>
              <p:spPr>
                <a:xfrm>
                  <a:off x="11628000" y="4968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16E5CA8C-D6B3-CB37-8CCB-BDF5866CD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4968000"/>
                  <a:ext cx="468000" cy="396000"/>
                </a:xfrm>
                <a:prstGeom prst="rect">
                  <a:avLst/>
                </a:prstGeom>
                <a:blipFill>
                  <a:blip r:embed="rId68"/>
                  <a:stretch>
                    <a:fillRect l="-2597" r="-1299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62AF544-A17B-D2B8-7352-11A8C92488BB}"/>
                </a:ext>
              </a:extLst>
            </p:cNvPr>
            <p:cNvSpPr/>
            <p:nvPr/>
          </p:nvSpPr>
          <p:spPr>
            <a:xfrm>
              <a:off x="8712000" y="313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dk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0969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标题 1">
            <a:extLst>
              <a:ext uri="{FF2B5EF4-FFF2-40B4-BE49-F238E27FC236}">
                <a16:creationId xmlns:a16="http://schemas.microsoft.com/office/drawing/2014/main" id="{92BF9CB0-C249-1765-93E2-561B6079B89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数模转换器（</a:t>
            </a:r>
            <a:r>
              <a:rPr lang="en-US" altLang="zh-CN" sz="3000" dirty="0"/>
              <a:t>DAC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应用示例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1A7FFB74-9C7C-1D8A-0104-E3A6FBD1F12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AD59DEC8-6DF6-76A0-E323-238BF6B8AF6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06" name="箭头: 五边形 405">
                <a:extLst>
                  <a:ext uri="{FF2B5EF4-FFF2-40B4-BE49-F238E27FC236}">
                    <a16:creationId xmlns:a16="http://schemas.microsoft.com/office/drawing/2014/main" id="{349F1855-56E9-E70F-6D5D-E68B635BD40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7" name="箭头: V 形 406">
                <a:extLst>
                  <a:ext uri="{FF2B5EF4-FFF2-40B4-BE49-F238E27FC236}">
                    <a16:creationId xmlns:a16="http://schemas.microsoft.com/office/drawing/2014/main" id="{9FFBDB2B-C0AD-C235-434C-CE6F77B1359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5" name="灯片编号占位符 3">
              <a:extLst>
                <a:ext uri="{FF2B5EF4-FFF2-40B4-BE49-F238E27FC236}">
                  <a16:creationId xmlns:a16="http://schemas.microsoft.com/office/drawing/2014/main" id="{7232D0F5-5C39-D28C-22B9-E91A4441AFB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08" name="文本框 407">
            <a:extLst>
              <a:ext uri="{FF2B5EF4-FFF2-40B4-BE49-F238E27FC236}">
                <a16:creationId xmlns:a16="http://schemas.microsoft.com/office/drawing/2014/main" id="{80A2747B-DF18-F282-9D9E-1ACE201391A9}"/>
              </a:ext>
            </a:extLst>
          </p:cNvPr>
          <p:cNvSpPr txBox="1"/>
          <p:nvPr/>
        </p:nvSpPr>
        <p:spPr>
          <a:xfrm>
            <a:off x="359993" y="828000"/>
            <a:ext cx="507098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波形产生器</a:t>
            </a:r>
          </a:p>
        </p:txBody>
      </p: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3F28A3FC-513C-6847-864D-9261C564CB13}"/>
              </a:ext>
            </a:extLst>
          </p:cNvPr>
          <p:cNvGrpSpPr/>
          <p:nvPr/>
        </p:nvGrpSpPr>
        <p:grpSpPr>
          <a:xfrm>
            <a:off x="360000" y="1619999"/>
            <a:ext cx="5400192" cy="4505201"/>
            <a:chOff x="504000" y="1619999"/>
            <a:chExt cx="5400192" cy="4505201"/>
          </a:xfrm>
        </p:grpSpPr>
        <p:pic>
          <p:nvPicPr>
            <p:cNvPr id="528" name="图片 527">
              <a:extLst>
                <a:ext uri="{FF2B5EF4-FFF2-40B4-BE49-F238E27FC236}">
                  <a16:creationId xmlns:a16="http://schemas.microsoft.com/office/drawing/2014/main" id="{E34FEB9B-6C1D-439A-1107-EC29F68E7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00" y="1800000"/>
              <a:ext cx="4789034" cy="4212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5" name="文本框 624">
                  <a:extLst>
                    <a:ext uri="{FF2B5EF4-FFF2-40B4-BE49-F238E27FC236}">
                      <a16:creationId xmlns:a16="http://schemas.microsoft.com/office/drawing/2014/main" id="{4EDACE2D-F09E-12F2-88ED-37A9D347150D}"/>
                    </a:ext>
                  </a:extLst>
                </p:cNvPr>
                <p:cNvSpPr txBox="1"/>
                <p:nvPr/>
              </p:nvSpPr>
              <p:spPr>
                <a:xfrm>
                  <a:off x="504000" y="5220000"/>
                  <a:ext cx="504192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5" name="文本框 624">
                  <a:extLst>
                    <a:ext uri="{FF2B5EF4-FFF2-40B4-BE49-F238E27FC236}">
                      <a16:creationId xmlns:a16="http://schemas.microsoft.com/office/drawing/2014/main" id="{4EDACE2D-F09E-12F2-88ED-37A9D3471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00" y="5220000"/>
                  <a:ext cx="504192" cy="396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7" name="文本框 626">
                  <a:extLst>
                    <a:ext uri="{FF2B5EF4-FFF2-40B4-BE49-F238E27FC236}">
                      <a16:creationId xmlns:a16="http://schemas.microsoft.com/office/drawing/2014/main" id="{8712D1A8-C2C8-F2F5-AD36-B1379A97D1C0}"/>
                    </a:ext>
                  </a:extLst>
                </p:cNvPr>
                <p:cNvSpPr txBox="1"/>
                <p:nvPr/>
              </p:nvSpPr>
              <p:spPr>
                <a:xfrm>
                  <a:off x="1080000" y="1619999"/>
                  <a:ext cx="900000" cy="324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7" name="文本框 626">
                  <a:extLst>
                    <a:ext uri="{FF2B5EF4-FFF2-40B4-BE49-F238E27FC236}">
                      <a16:creationId xmlns:a16="http://schemas.microsoft.com/office/drawing/2014/main" id="{8712D1A8-C2C8-F2F5-AD36-B1379A97D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00" y="1619999"/>
                  <a:ext cx="900000" cy="324000"/>
                </a:xfrm>
                <a:prstGeom prst="rect">
                  <a:avLst/>
                </a:prstGeom>
                <a:blipFill>
                  <a:blip r:embed="rId6"/>
                  <a:stretch>
                    <a:fillRect r="-3401" b="-264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文本框 627">
                  <a:extLst>
                    <a:ext uri="{FF2B5EF4-FFF2-40B4-BE49-F238E27FC236}">
                      <a16:creationId xmlns:a16="http://schemas.microsoft.com/office/drawing/2014/main" id="{BC595390-951E-CAD1-755D-6F881109B5EA}"/>
                    </a:ext>
                  </a:extLst>
                </p:cNvPr>
                <p:cNvSpPr txBox="1"/>
                <p:nvPr/>
              </p:nvSpPr>
              <p:spPr>
                <a:xfrm>
                  <a:off x="5400000" y="4788000"/>
                  <a:ext cx="5041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8" name="文本框 627">
                  <a:extLst>
                    <a:ext uri="{FF2B5EF4-FFF2-40B4-BE49-F238E27FC236}">
                      <a16:creationId xmlns:a16="http://schemas.microsoft.com/office/drawing/2014/main" id="{BC595390-951E-CAD1-755D-6F881109B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0" y="4788000"/>
                  <a:ext cx="50419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9" name="文本框 628">
                  <a:extLst>
                    <a:ext uri="{FF2B5EF4-FFF2-40B4-BE49-F238E27FC236}">
                      <a16:creationId xmlns:a16="http://schemas.microsoft.com/office/drawing/2014/main" id="{C417121A-3F3F-1450-95C7-FC15F04F3A0F}"/>
                    </a:ext>
                  </a:extLst>
                </p:cNvPr>
                <p:cNvSpPr txBox="1"/>
                <p:nvPr/>
              </p:nvSpPr>
              <p:spPr>
                <a:xfrm>
                  <a:off x="5400000" y="5724000"/>
                  <a:ext cx="504192" cy="4012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zh-CN" altLang="en-US" sz="20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9" name="文本框 628">
                  <a:extLst>
                    <a:ext uri="{FF2B5EF4-FFF2-40B4-BE49-F238E27FC236}">
                      <a16:creationId xmlns:a16="http://schemas.microsoft.com/office/drawing/2014/main" id="{C417121A-3F3F-1450-95C7-FC15F04F3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0" y="5724000"/>
                  <a:ext cx="504192" cy="4012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34CB3C9E-A478-119E-341D-FF3D0BE00021}"/>
                  </a:ext>
                </a:extLst>
              </p:cNvPr>
              <p:cNvSpPr txBox="1"/>
              <p:nvPr/>
            </p:nvSpPr>
            <p:spPr>
              <a:xfrm>
                <a:off x="6768000" y="4895998"/>
                <a:ext cx="4320000" cy="18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∑"/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10∙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 </a:t>
                </a:r>
                <a:endParaRPr lang="en-US" altLang="zh-CN" sz="2800" dirty="0">
                  <a:solidFill>
                    <a:srgbClr val="0000FF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9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）</a:t>
                </a:r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34CB3C9E-A478-119E-341D-FF3D0BE00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000" y="4895998"/>
                <a:ext cx="4320000" cy="1800000"/>
              </a:xfrm>
              <a:prstGeom prst="rect">
                <a:avLst/>
              </a:prstGeom>
              <a:blipFill>
                <a:blip r:embed="rId9"/>
                <a:stretch>
                  <a:fillRect r="-1693" b="-4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87B2419F-CE1C-7FDA-80DD-F84536CB37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0000" y="648000"/>
            <a:ext cx="5580000" cy="41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1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01FC-2D81-C448-FEB0-EA6D882F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A685D-F33F-AF7F-8C94-5DC7DF126F0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E848A1-8FB2-162D-A9C3-A26C14D96A6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A007820-F21F-85DC-207D-E535EA43005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6D89E95-B9E7-09BA-B933-351EF3DCF44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6C5C37A3-0A71-0208-927A-955DF0BA12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8B99795-0B29-2A52-214E-7F7A61646F1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7CD88FBF-6DF1-7940-7321-0D7A16B7618C}"/>
              </a:ext>
            </a:extLst>
          </p:cNvPr>
          <p:cNvSpPr txBox="1"/>
          <p:nvPr/>
        </p:nvSpPr>
        <p:spPr>
          <a:xfrm>
            <a:off x="359992" y="828000"/>
            <a:ext cx="11306455" cy="115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模数转换器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基本思想：将连续的模拟电压成正比地转换成对应的离散的数字量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C0A525-5BF6-8FD9-3529-8268104A069B}"/>
              </a:ext>
            </a:extLst>
          </p:cNvPr>
          <p:cNvGrpSpPr/>
          <p:nvPr/>
        </p:nvGrpSpPr>
        <p:grpSpPr>
          <a:xfrm>
            <a:off x="1800000" y="2340000"/>
            <a:ext cx="5220000" cy="1080000"/>
            <a:chOff x="1800000" y="3060000"/>
            <a:chExt cx="5220000" cy="1073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1B48CD9-C07A-CE84-2131-453338FC4BD3}"/>
                </a:ext>
              </a:extLst>
            </p:cNvPr>
            <p:cNvSpPr/>
            <p:nvPr/>
          </p:nvSpPr>
          <p:spPr>
            <a:xfrm>
              <a:off x="3780000" y="3060000"/>
              <a:ext cx="1260000" cy="576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ADC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CD61367-3436-E30A-EA69-2B16799008B1}"/>
                    </a:ext>
                  </a:extLst>
                </p:cNvPr>
                <p:cNvSpPr txBox="1"/>
                <p:nvPr/>
              </p:nvSpPr>
              <p:spPr>
                <a:xfrm>
                  <a:off x="2340000" y="306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2ADB9B5-BEED-5833-F189-5BB672607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000" y="3060000"/>
                  <a:ext cx="576000" cy="57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B5B1B81-0E1F-3B35-28BE-1BC54BB5C2F6}"/>
                </a:ext>
              </a:extLst>
            </p:cNvPr>
            <p:cNvCxnSpPr>
              <a:cxnSpLocks/>
              <a:stCxn id="10" idx="3"/>
              <a:endCxn id="9" idx="1"/>
            </p:cNvCxnSpPr>
            <p:nvPr/>
          </p:nvCxnSpPr>
          <p:spPr>
            <a:xfrm>
              <a:off x="2916000" y="3348000"/>
              <a:ext cx="864000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24FF694-ED9F-794D-CFBD-1D51E7DDFB5D}"/>
                    </a:ext>
                  </a:extLst>
                </p:cNvPr>
                <p:cNvSpPr txBox="1"/>
                <p:nvPr/>
              </p:nvSpPr>
              <p:spPr>
                <a:xfrm>
                  <a:off x="5904000" y="306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1CBD0E9-2596-A696-7C45-9197490F2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00" y="3060000"/>
                  <a:ext cx="576000" cy="576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E4E0FEC-49DD-4541-E6AC-6081256AFABD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>
              <a:off x="5040000" y="3348000"/>
              <a:ext cx="864000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7FCF85-8C53-D60E-59D8-17C560F802F2}"/>
                </a:ext>
              </a:extLst>
            </p:cNvPr>
            <p:cNvSpPr txBox="1"/>
            <p:nvPr/>
          </p:nvSpPr>
          <p:spPr>
            <a:xfrm>
              <a:off x="1800000" y="3671999"/>
              <a:ext cx="165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（模拟量）</a:t>
              </a:r>
              <a:endParaRPr lang="zh-CN" alt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AD66F1-D890-A2B7-0A7F-511B2227A323}"/>
                </a:ext>
              </a:extLst>
            </p:cNvPr>
            <p:cNvSpPr txBox="1"/>
            <p:nvPr/>
          </p:nvSpPr>
          <p:spPr>
            <a:xfrm>
              <a:off x="5364000" y="3672000"/>
              <a:ext cx="165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（数字量）</a:t>
              </a:r>
              <a:endParaRPr lang="zh-CN" altLang="en-US" sz="2400" dirty="0">
                <a:solidFill>
                  <a:srgbClr val="002060"/>
                </a:solidFill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2B04CA46-EE73-0C75-374B-9C310ACF2AA9}"/>
              </a:ext>
            </a:extLst>
          </p:cNvPr>
          <p:cNvSpPr txBox="1"/>
          <p:nvPr/>
        </p:nvSpPr>
        <p:spPr>
          <a:xfrm>
            <a:off x="360000" y="3600000"/>
            <a:ext cx="9360000" cy="115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一般工作过程：采样、保持、量化、编码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D6879A9-5BE2-9764-5F51-633F1EFE0A04}"/>
              </a:ext>
            </a:extLst>
          </p:cNvPr>
          <p:cNvGrpSpPr/>
          <p:nvPr/>
        </p:nvGrpSpPr>
        <p:grpSpPr>
          <a:xfrm>
            <a:off x="2520000" y="4536000"/>
            <a:ext cx="5687999" cy="2088000"/>
            <a:chOff x="2880000" y="4608000"/>
            <a:chExt cx="5687999" cy="2088000"/>
          </a:xfrm>
        </p:grpSpPr>
        <p:sp>
          <p:nvSpPr>
            <p:cNvPr id="18" name="左大括号 17">
              <a:extLst>
                <a:ext uri="{FF2B5EF4-FFF2-40B4-BE49-F238E27FC236}">
                  <a16:creationId xmlns:a16="http://schemas.microsoft.com/office/drawing/2014/main" id="{5AE2F741-5A0C-0B08-B502-04AFB0DEFA91}"/>
                </a:ext>
              </a:extLst>
            </p:cNvPr>
            <p:cNvSpPr/>
            <p:nvPr/>
          </p:nvSpPr>
          <p:spPr>
            <a:xfrm>
              <a:off x="2880000" y="5112000"/>
              <a:ext cx="360000" cy="1080000"/>
            </a:xfrm>
            <a:prstGeom prst="leftBrace">
              <a:avLst>
                <a:gd name="adj1" fmla="val 42619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00206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4A46FD8-3D1E-CF95-8829-A7A4DD2005E6}"/>
                </a:ext>
              </a:extLst>
            </p:cNvPr>
            <p:cNvSpPr txBox="1"/>
            <p:nvPr/>
          </p:nvSpPr>
          <p:spPr>
            <a:xfrm>
              <a:off x="3240000" y="4896000"/>
              <a:ext cx="1260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直接型</a:t>
              </a:r>
              <a:endParaRPr lang="zh-CN" alt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DE4BF8D-8219-E34E-4FF1-9270B96A36AC}"/>
                </a:ext>
              </a:extLst>
            </p:cNvPr>
            <p:cNvSpPr txBox="1"/>
            <p:nvPr/>
          </p:nvSpPr>
          <p:spPr>
            <a:xfrm>
              <a:off x="3240000" y="5976000"/>
              <a:ext cx="1260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间接型</a:t>
              </a:r>
              <a:endParaRPr lang="zh-CN" alt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AF1DABF5-9C12-83C4-204F-1F0AB6C39CB0}"/>
                </a:ext>
              </a:extLst>
            </p:cNvPr>
            <p:cNvSpPr/>
            <p:nvPr/>
          </p:nvSpPr>
          <p:spPr>
            <a:xfrm>
              <a:off x="4356000" y="4752000"/>
              <a:ext cx="216000" cy="612000"/>
            </a:xfrm>
            <a:prstGeom prst="leftBrace">
              <a:avLst>
                <a:gd name="adj1" fmla="val 42619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002060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713EED5-C871-79E6-F6B6-446D2E0043D9}"/>
                </a:ext>
              </a:extLst>
            </p:cNvPr>
            <p:cNvSpPr txBox="1"/>
            <p:nvPr/>
          </p:nvSpPr>
          <p:spPr>
            <a:xfrm>
              <a:off x="4608000" y="4608000"/>
              <a:ext cx="162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并行比较型</a:t>
              </a:r>
              <a:endParaRPr lang="zh-CN" altLang="en-US" sz="2200" b="1" dirty="0">
                <a:solidFill>
                  <a:srgbClr val="002060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6BD0DE-A2A7-C1C4-E211-31AE1C843686}"/>
                </a:ext>
              </a:extLst>
            </p:cNvPr>
            <p:cNvSpPr txBox="1"/>
            <p:nvPr/>
          </p:nvSpPr>
          <p:spPr>
            <a:xfrm>
              <a:off x="4608000" y="5112000"/>
              <a:ext cx="162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反馈比较型</a:t>
              </a:r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DE8EE5E-1897-F0E2-8536-22B25D6E4B79}"/>
                </a:ext>
              </a:extLst>
            </p:cNvPr>
            <p:cNvSpPr txBox="1"/>
            <p:nvPr/>
          </p:nvSpPr>
          <p:spPr>
            <a:xfrm>
              <a:off x="6408000" y="4895999"/>
              <a:ext cx="108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计数型</a:t>
              </a:r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FD3BBC3-348A-8A12-0DB2-768DDE6DF53F}"/>
                </a:ext>
              </a:extLst>
            </p:cNvPr>
            <p:cNvSpPr txBox="1"/>
            <p:nvPr/>
          </p:nvSpPr>
          <p:spPr>
            <a:xfrm>
              <a:off x="6408000" y="5328000"/>
              <a:ext cx="162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逐次比较型</a:t>
              </a:r>
              <a:endParaRPr lang="zh-CN" altLang="en-US" sz="2200" b="1" dirty="0">
                <a:solidFill>
                  <a:srgbClr val="002060"/>
                </a:solidFill>
              </a:endParaRPr>
            </a:p>
          </p:txBody>
        </p:sp>
        <p:sp>
          <p:nvSpPr>
            <p:cNvPr id="34" name="左大括号 33">
              <a:extLst>
                <a:ext uri="{FF2B5EF4-FFF2-40B4-BE49-F238E27FC236}">
                  <a16:creationId xmlns:a16="http://schemas.microsoft.com/office/drawing/2014/main" id="{C8A5BD80-BC34-32C0-56EA-01C1D5543715}"/>
                </a:ext>
              </a:extLst>
            </p:cNvPr>
            <p:cNvSpPr/>
            <p:nvPr/>
          </p:nvSpPr>
          <p:spPr>
            <a:xfrm>
              <a:off x="6156000" y="5040000"/>
              <a:ext cx="216000" cy="540000"/>
            </a:xfrm>
            <a:prstGeom prst="leftBrace">
              <a:avLst>
                <a:gd name="adj1" fmla="val 42619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002060"/>
                </a:solidFill>
              </a:endParaRPr>
            </a:p>
          </p:txBody>
        </p:sp>
        <p:sp>
          <p:nvSpPr>
            <p:cNvPr id="35" name="左大括号 34">
              <a:extLst>
                <a:ext uri="{FF2B5EF4-FFF2-40B4-BE49-F238E27FC236}">
                  <a16:creationId xmlns:a16="http://schemas.microsoft.com/office/drawing/2014/main" id="{3D572EA1-50E0-AD4C-11B6-CCCD73F0D8C9}"/>
                </a:ext>
              </a:extLst>
            </p:cNvPr>
            <p:cNvSpPr/>
            <p:nvPr/>
          </p:nvSpPr>
          <p:spPr>
            <a:xfrm>
              <a:off x="4356000" y="5904000"/>
              <a:ext cx="216000" cy="612000"/>
            </a:xfrm>
            <a:prstGeom prst="leftBrace">
              <a:avLst>
                <a:gd name="adj1" fmla="val 42619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002060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A06F6AF-60B8-733E-1AAC-E471985C864C}"/>
                </a:ext>
              </a:extLst>
            </p:cNvPr>
            <p:cNvSpPr txBox="1"/>
            <p:nvPr/>
          </p:nvSpPr>
          <p:spPr>
            <a:xfrm>
              <a:off x="4608000" y="5760000"/>
              <a:ext cx="252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 </a:t>
              </a:r>
              <a:r>
                <a:rPr kumimoji="1"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</a:t>
              </a:r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频率变换型</a:t>
              </a:r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21DAC7F-924D-84E0-56E6-044005774B61}"/>
                </a:ext>
              </a:extLst>
            </p:cNvPr>
            <p:cNvSpPr txBox="1"/>
            <p:nvPr/>
          </p:nvSpPr>
          <p:spPr>
            <a:xfrm>
              <a:off x="4607999" y="6264000"/>
              <a:ext cx="396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 </a:t>
              </a:r>
              <a:r>
                <a:rPr kumimoji="1"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</a:t>
              </a:r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时间变换型（</a:t>
              </a:r>
              <a:r>
                <a:rPr kumimoji="1" lang="zh-CN" altLang="en-US" sz="22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双积分型</a:t>
              </a:r>
              <a:r>
                <a:rPr kumimoji="1"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22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59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F066-5D32-8A0B-5018-AF458759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551C7-89B4-19AB-ABCA-5EE80FAC067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7E6F41-2EFB-A1D3-C540-44CDDDFBBA3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0B1F8B4-E95E-5D1A-6A4B-FE3537246D1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D8F6251-0C72-A901-AE93-336E067A5A2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2F91F819-F2E6-5393-4DE5-51742BB84A5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B64437AC-DA7F-9586-029A-03850B0145D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6DAAE6E-1736-B9C4-B8E0-7461E9E0DE7F}"/>
                  </a:ext>
                </a:extLst>
              </p:cNvPr>
              <p:cNvSpPr txBox="1"/>
              <p:nvPr/>
            </p:nvSpPr>
            <p:spPr>
              <a:xfrm>
                <a:off x="359992" y="828000"/>
                <a:ext cx="11268000" cy="2652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采样和保持：将随时间连续变化的模拟量转换为时间离散的模拟量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采样阶段（比如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~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闭合，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充电，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跟随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变化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保持阶段（比如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~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断开，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保持不变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6DAAE6E-1736-B9C4-B8E0-7461E9E0D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2" y="828000"/>
                <a:ext cx="11268000" cy="2652393"/>
              </a:xfrm>
              <a:prstGeom prst="rect">
                <a:avLst/>
              </a:prstGeom>
              <a:blipFill>
                <a:blip r:embed="rId3"/>
                <a:stretch>
                  <a:fillRect l="-974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DBE47403-7A47-A4E4-B7A8-025F9FA87DBA}"/>
              </a:ext>
            </a:extLst>
          </p:cNvPr>
          <p:cNvGrpSpPr/>
          <p:nvPr/>
        </p:nvGrpSpPr>
        <p:grpSpPr>
          <a:xfrm>
            <a:off x="7272000" y="1548000"/>
            <a:ext cx="4860000" cy="2159998"/>
            <a:chOff x="6912000" y="1548000"/>
            <a:chExt cx="4860000" cy="2159998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427C365-5A9D-08B9-85A9-D256AC1A3A6E}"/>
                </a:ext>
              </a:extLst>
            </p:cNvPr>
            <p:cNvCxnSpPr>
              <a:cxnSpLocks/>
            </p:cNvCxnSpPr>
            <p:nvPr/>
          </p:nvCxnSpPr>
          <p:spPr>
            <a:xfrm>
              <a:off x="7344000" y="2106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DF793080-FEE7-08F1-F014-3E2B963BA1A3}"/>
                </a:ext>
              </a:extLst>
            </p:cNvPr>
            <p:cNvSpPr/>
            <p:nvPr/>
          </p:nvSpPr>
          <p:spPr>
            <a:xfrm rot="5400000">
              <a:off x="7560000" y="1656000"/>
              <a:ext cx="1080000" cy="90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BF14F0A-8812-2B4F-299E-F2E8CBA24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6000" y="1890000"/>
              <a:ext cx="360000" cy="21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895A7B9-BBCB-A524-64B2-DC1A77C7A006}"/>
                </a:ext>
              </a:extLst>
            </p:cNvPr>
            <p:cNvSpPr/>
            <p:nvPr/>
          </p:nvSpPr>
          <p:spPr>
            <a:xfrm>
              <a:off x="8712000" y="205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BA05CFE-3043-64F7-35E3-C9FF5B4C769D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106000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2CF383FA-3D8B-A0F1-E593-C47BAC4844E9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16000"/>
              <a:ext cx="0" cy="720000"/>
            </a:xfrm>
            <a:prstGeom prst="line">
              <a:avLst/>
            </a:prstGeom>
            <a:ln w="25400">
              <a:solidFill>
                <a:schemeClr val="accent5">
                  <a:lumMod val="75000"/>
                </a:schemeClr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CD02ECD-A3D0-4DBA-F24F-8972C83FEC31}"/>
                    </a:ext>
                  </a:extLst>
                </p:cNvPr>
                <p:cNvSpPr txBox="1"/>
                <p:nvPr/>
              </p:nvSpPr>
              <p:spPr>
                <a:xfrm>
                  <a:off x="6912000" y="180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CD02ECD-A3D0-4DBA-F24F-8972C83FE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000" y="1800000"/>
                  <a:ext cx="576000" cy="576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7B92AD7-B68C-2933-B0D5-735DDAD1E6CA}"/>
                    </a:ext>
                  </a:extLst>
                </p:cNvPr>
                <p:cNvSpPr txBox="1"/>
                <p:nvPr/>
              </p:nvSpPr>
              <p:spPr>
                <a:xfrm>
                  <a:off x="7776000" y="180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7B92AD7-B68C-2933-B0D5-735DDAD1E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000" y="1800000"/>
                  <a:ext cx="576000" cy="576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EEF7BE07-11D3-4DA9-D467-C6A06FD54CC2}"/>
                </a:ext>
              </a:extLst>
            </p:cNvPr>
            <p:cNvSpPr/>
            <p:nvPr/>
          </p:nvSpPr>
          <p:spPr>
            <a:xfrm rot="5400000">
              <a:off x="9990000" y="1656000"/>
              <a:ext cx="1080000" cy="90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555ED142-08AA-DC63-CF52-CFE3713DBFB2}"/>
                    </a:ext>
                  </a:extLst>
                </p:cNvPr>
                <p:cNvSpPr txBox="1"/>
                <p:nvPr/>
              </p:nvSpPr>
              <p:spPr>
                <a:xfrm>
                  <a:off x="11196000" y="180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555ED142-08AA-DC63-CF52-CFE3713DB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800000"/>
                  <a:ext cx="576000" cy="576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237145B-742F-7DEF-A91C-A1BBB40D82C0}"/>
                    </a:ext>
                  </a:extLst>
                </p:cNvPr>
                <p:cNvSpPr txBox="1"/>
                <p:nvPr/>
              </p:nvSpPr>
              <p:spPr>
                <a:xfrm>
                  <a:off x="10206000" y="180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237145B-742F-7DEF-A91C-A1BBB40D8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6000" y="1800000"/>
                  <a:ext cx="576000" cy="576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C21A8D3-2557-D8E4-2BDB-DA23BF5B85CA}"/>
                    </a:ext>
                  </a:extLst>
                </p:cNvPr>
                <p:cNvSpPr txBox="1"/>
                <p:nvPr/>
              </p:nvSpPr>
              <p:spPr>
                <a:xfrm>
                  <a:off x="8640000" y="154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C21A8D3-2557-D8E4-2BDB-DA23BF5B8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548000"/>
                  <a:ext cx="576000" cy="576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A64AD995-1A69-50B5-7306-5A832E0B2EC1}"/>
                </a:ext>
              </a:extLst>
            </p:cNvPr>
            <p:cNvSpPr/>
            <p:nvPr/>
          </p:nvSpPr>
          <p:spPr>
            <a:xfrm>
              <a:off x="9702000" y="205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D58CBF0-8A7B-C467-6F7D-8CE8AE05B9D6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2106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50483CF-0A7D-7691-1FCE-96838D3982D9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2484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2EDFA36-614C-4E56-CD99-4ABD05E5F86A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2592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1288E9A-DB2F-76A9-4B48-2331FE0BCA0E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259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5FE0B64-AF43-8243-A134-E33CF98915EE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2952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931AF31-77D4-182B-B202-EFF0B4CFCD14}"/>
                    </a:ext>
                  </a:extLst>
                </p:cNvPr>
                <p:cNvSpPr txBox="1"/>
                <p:nvPr/>
              </p:nvSpPr>
              <p:spPr>
                <a:xfrm>
                  <a:off x="9108000" y="216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931AF31-77D4-182B-B202-EFF0B4CFC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2160000"/>
                  <a:ext cx="576000" cy="576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09128C1A-26B6-D2A8-D9D4-8EC4139F15F1}"/>
                </a:ext>
              </a:extLst>
            </p:cNvPr>
            <p:cNvSpPr/>
            <p:nvPr/>
          </p:nvSpPr>
          <p:spPr>
            <a:xfrm>
              <a:off x="8568000" y="2771998"/>
              <a:ext cx="720000" cy="936000"/>
            </a:xfrm>
            <a:prstGeom prst="rect">
              <a:avLst/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开关驱动电路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C900FC5B-8312-B50C-48C7-3E73C792C3F5}"/>
                  </a:ext>
                </a:extLst>
              </p:cNvPr>
              <p:cNvSpPr txBox="1"/>
              <p:nvPr/>
            </p:nvSpPr>
            <p:spPr>
              <a:xfrm>
                <a:off x="359992" y="3960000"/>
                <a:ext cx="6300008" cy="1896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采样定理：采样频率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与输入信号最高频率分量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之间应满足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</m:t>
                          </m:r>
                        </m:sub>
                      </m:sSub>
                      <m:r>
                        <a:rPr lang="en-US" altLang="zh-CN" sz="28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max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C900FC5B-8312-B50C-48C7-3E73C792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2" y="3960000"/>
                <a:ext cx="6300008" cy="1896930"/>
              </a:xfrm>
              <a:prstGeom prst="rect">
                <a:avLst/>
              </a:prstGeom>
              <a:blipFill>
                <a:blip r:embed="rId10"/>
                <a:stretch>
                  <a:fillRect l="-1741" t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图片 75">
            <a:extLst>
              <a:ext uri="{FF2B5EF4-FFF2-40B4-BE49-F238E27FC236}">
                <a16:creationId xmlns:a16="http://schemas.microsoft.com/office/drawing/2014/main" id="{6426392F-FA7D-7EEF-21C5-A5B6F14411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000" y="3779999"/>
            <a:ext cx="4284000" cy="284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2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5E5C-64AB-8B74-641F-C06E3988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AC151-74EF-63CB-D216-AE3947A5930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3986525-3A6E-9E8A-24EB-72D84775BDB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AD1C709-64BE-0FD3-5C03-A9AA5FB590B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5B71CBB-277C-D16D-2BB6-85A5C457EC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555CDD51-2F5C-C32C-DA8D-3CBA52F26E6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A4F09971-A27E-EA53-B077-19A1DD08070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DFF2E0-E0BA-CB25-242D-6DEB4043801B}"/>
                  </a:ext>
                </a:extLst>
              </p:cNvPr>
              <p:cNvSpPr txBox="1"/>
              <p:nvPr/>
            </p:nvSpPr>
            <p:spPr>
              <a:xfrm>
                <a:off x="359991" y="828000"/>
                <a:ext cx="11520000" cy="111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量化：将采样得到的电压值转化为某个最小数量单位的整数倍的过程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最小数量单位称为量化单位，表示为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DFF2E0-E0BA-CB25-242D-6DEB40438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1" y="828000"/>
                <a:ext cx="11520000" cy="1116000"/>
              </a:xfrm>
              <a:prstGeom prst="rect">
                <a:avLst/>
              </a:prstGeom>
              <a:blipFill>
                <a:blip r:embed="rId3"/>
                <a:stretch>
                  <a:fillRect l="-952" t="-2186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FE3F6F-B222-0F6D-6026-6874BF03EB15}"/>
                  </a:ext>
                </a:extLst>
              </p:cNvPr>
              <p:cNvSpPr txBox="1"/>
              <p:nvPr/>
            </p:nvSpPr>
            <p:spPr>
              <a:xfrm>
                <a:off x="360000" y="2160000"/>
                <a:ext cx="11520000" cy="20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量化方法：当采样电压不能被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整除时候，对多余部分的处理方式：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只舍不入：把不足一个量化单位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的部分舍弃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四舍五入：将不足半个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量化单位，即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，的部分舍弃；将大于或等于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的部分按一个量化单位处理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FE3F6F-B222-0F6D-6026-6874BF03E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160000"/>
                <a:ext cx="11520000" cy="2088000"/>
              </a:xfrm>
              <a:prstGeom prst="rect">
                <a:avLst/>
              </a:prstGeom>
              <a:blipFill>
                <a:blip r:embed="rId4"/>
                <a:stretch>
                  <a:fillRect l="-952" t="-875" r="-794"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51ABEEC-B500-AD05-C769-47FD0BF624F6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7920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量化误差 </a:t>
                </a:r>
                <a14:m>
                  <m:oMath xmlns:m="http://schemas.openxmlformats.org/officeDocument/2006/math">
                    <m:r>
                      <a:rPr kumimoji="1" lang="zh-CN" altLang="el-GR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：量化前的电压与量化后的电压差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51ABEEC-B500-AD05-C769-47FD0BF62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7920000" cy="576000"/>
              </a:xfrm>
              <a:prstGeom prst="rect">
                <a:avLst/>
              </a:prstGeom>
              <a:blipFill>
                <a:blip r:embed="rId5"/>
                <a:stretch>
                  <a:fillRect l="-1386" t="-4255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EAEAB85B-56D0-E0BD-9E5A-FB000037D28F}"/>
              </a:ext>
            </a:extLst>
          </p:cNvPr>
          <p:cNvSpPr txBox="1"/>
          <p:nvPr/>
        </p:nvSpPr>
        <p:spPr>
          <a:xfrm>
            <a:off x="359999" y="5580000"/>
            <a:ext cx="1120879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编码：将量化结果用代码表示出来（如二进制码、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码等）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195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F99C-61F4-810D-4C14-9948FE3B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9BC4E-0357-F99C-06C9-92E975A93BE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3BF79D-54E8-0B79-12A9-5BE6C2515E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4EC58F2-DA26-B96C-621B-4AA60D89120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B8E4E89B-AE18-6630-AB2B-18B1349DEDF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9E6B03F2-6F0D-A506-65DD-793B09EFCB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0D148F6-8693-7BB7-B143-F4D30A3570A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7DBB14-91AE-3E85-73F9-2CDF18658080}"/>
              </a:ext>
            </a:extLst>
          </p:cNvPr>
          <p:cNvSpPr txBox="1"/>
          <p:nvPr/>
        </p:nvSpPr>
        <p:spPr>
          <a:xfrm>
            <a:off x="360000" y="828000"/>
            <a:ext cx="1080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量化和编码示例：将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~ 1 V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模拟电压转换为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位二进制代码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7054827-E5C5-49A0-DC25-E598507F7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0" y="1908000"/>
            <a:ext cx="8676000" cy="486006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E41353A-67FB-079D-478C-3710037D4278}"/>
              </a:ext>
            </a:extLst>
          </p:cNvPr>
          <p:cNvSpPr txBox="1"/>
          <p:nvPr/>
        </p:nvSpPr>
        <p:spPr>
          <a:xfrm>
            <a:off x="972000" y="3420000"/>
            <a:ext cx="5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只舍不入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639100-5B6A-6152-3CA3-D9BC89B8DB43}"/>
              </a:ext>
            </a:extLst>
          </p:cNvPr>
          <p:cNvSpPr txBox="1"/>
          <p:nvPr/>
        </p:nvSpPr>
        <p:spPr>
          <a:xfrm>
            <a:off x="10800000" y="3420000"/>
            <a:ext cx="54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四舍五入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925E7C-9520-706C-B872-473CDD82E4AB}"/>
              </a:ext>
            </a:extLst>
          </p:cNvPr>
          <p:cNvSpPr txBox="1"/>
          <p:nvPr/>
        </p:nvSpPr>
        <p:spPr>
          <a:xfrm>
            <a:off x="972000" y="1512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输入的模拟电压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0ECD9C-580E-EA56-F4EE-1C6D0B9B9B72}"/>
              </a:ext>
            </a:extLst>
          </p:cNvPr>
          <p:cNvSpPr txBox="1"/>
          <p:nvPr/>
        </p:nvSpPr>
        <p:spPr>
          <a:xfrm>
            <a:off x="3456000" y="1512000"/>
            <a:ext cx="7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F1F302-8D2E-86F6-E3FA-ED8C0E86CD05}"/>
              </a:ext>
            </a:extLst>
          </p:cNvPr>
          <p:cNvSpPr txBox="1"/>
          <p:nvPr/>
        </p:nvSpPr>
        <p:spPr>
          <a:xfrm>
            <a:off x="4176000" y="1512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代表电压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E4397D-F600-B38A-84A5-569E5B8E7E4A}"/>
              </a:ext>
            </a:extLst>
          </p:cNvPr>
          <p:cNvSpPr txBox="1"/>
          <p:nvPr/>
        </p:nvSpPr>
        <p:spPr>
          <a:xfrm>
            <a:off x="5976000" y="1512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输入的模拟电压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FE285F-3493-6268-0404-7E8E699E17FE}"/>
              </a:ext>
            </a:extLst>
          </p:cNvPr>
          <p:cNvSpPr txBox="1"/>
          <p:nvPr/>
        </p:nvSpPr>
        <p:spPr>
          <a:xfrm>
            <a:off x="8460000" y="1512000"/>
            <a:ext cx="7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zh-CN" altLang="en-US" sz="2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B27659A-5697-78CF-B3AB-E8ACCB674853}"/>
              </a:ext>
            </a:extLst>
          </p:cNvPr>
          <p:cNvSpPr txBox="1"/>
          <p:nvPr/>
        </p:nvSpPr>
        <p:spPr>
          <a:xfrm>
            <a:off x="9180000" y="1512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代表电压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19A9560-3F7E-A912-AA04-5F2991B2ED31}"/>
                  </a:ext>
                </a:extLst>
              </p:cNvPr>
              <p:cNvSpPr txBox="1"/>
              <p:nvPr/>
            </p:nvSpPr>
            <p:spPr>
              <a:xfrm>
                <a:off x="720000" y="5040000"/>
                <a:ext cx="1080629" cy="64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1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l-G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=1/8 </m:t>
                      </m:r>
                      <m:r>
                        <m:rPr>
                          <m:sty m:val="p"/>
                        </m:rPr>
                        <a:rPr kumimoji="1" lang="en-US" altLang="zh-CN" sz="1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19A9560-3F7E-A912-AA04-5F2991B2E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5040000"/>
                <a:ext cx="1080629" cy="648000"/>
              </a:xfrm>
              <a:prstGeom prst="rect">
                <a:avLst/>
              </a:prstGeom>
              <a:blipFill>
                <a:blip r:embed="rId4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E149610-2E86-85AA-381A-84CBA8CA924F}"/>
                  </a:ext>
                </a:extLst>
              </p:cNvPr>
              <p:cNvSpPr txBox="1"/>
              <p:nvPr/>
            </p:nvSpPr>
            <p:spPr>
              <a:xfrm>
                <a:off x="10547999" y="5040000"/>
                <a:ext cx="1188000" cy="64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1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l-G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=1/15 </m:t>
                      </m:r>
                      <m:r>
                        <m:rPr>
                          <m:sty m:val="p"/>
                        </m:rPr>
                        <a:rPr kumimoji="1" lang="en-US" altLang="zh-CN" sz="1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E149610-2E86-85AA-381A-84CBA8CA9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999" y="5040000"/>
                <a:ext cx="1188000" cy="648000"/>
              </a:xfrm>
              <a:prstGeom prst="rect">
                <a:avLst/>
              </a:prstGeom>
              <a:blipFill>
                <a:blip r:embed="rId5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716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F80F-4E7D-7C9C-EE90-19864B40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组合 398">
            <a:extLst>
              <a:ext uri="{FF2B5EF4-FFF2-40B4-BE49-F238E27FC236}">
                <a16:creationId xmlns:a16="http://schemas.microsoft.com/office/drawing/2014/main" id="{DF737391-868C-72DE-90E1-048965E7AA35}"/>
              </a:ext>
            </a:extLst>
          </p:cNvPr>
          <p:cNvGrpSpPr/>
          <p:nvPr/>
        </p:nvGrpSpPr>
        <p:grpSpPr>
          <a:xfrm>
            <a:off x="7344000" y="612000"/>
            <a:ext cx="4752000" cy="6084000"/>
            <a:chOff x="7236000" y="648000"/>
            <a:chExt cx="4752000" cy="6084000"/>
          </a:xfrm>
        </p:grpSpPr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5BFF3D4F-F7DB-A5B9-44C8-789E9EEF8CFF}"/>
                </a:ext>
              </a:extLst>
            </p:cNvPr>
            <p:cNvCxnSpPr>
              <a:cxnSpLocks/>
            </p:cNvCxnSpPr>
            <p:nvPr/>
          </p:nvCxnSpPr>
          <p:spPr>
            <a:xfrm>
              <a:off x="9216000" y="446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4F6F9371-A286-05DD-AD07-2F85EB969515}"/>
                </a:ext>
              </a:extLst>
            </p:cNvPr>
            <p:cNvCxnSpPr>
              <a:cxnSpLocks/>
              <a:stCxn id="470" idx="0"/>
            </p:cNvCxnSpPr>
            <p:nvPr/>
          </p:nvCxnSpPr>
          <p:spPr>
            <a:xfrm>
              <a:off x="9215999" y="302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>
              <a:extLst>
                <a:ext uri="{FF2B5EF4-FFF2-40B4-BE49-F238E27FC236}">
                  <a16:creationId xmlns:a16="http://schemas.microsoft.com/office/drawing/2014/main" id="{95796321-35F5-2CD2-A5B5-981CF0B21332}"/>
                </a:ext>
              </a:extLst>
            </p:cNvPr>
            <p:cNvCxnSpPr>
              <a:cxnSpLocks/>
              <a:stCxn id="488" idx="0"/>
            </p:cNvCxnSpPr>
            <p:nvPr/>
          </p:nvCxnSpPr>
          <p:spPr>
            <a:xfrm>
              <a:off x="9216000" y="374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矩形 402">
              <a:extLst>
                <a:ext uri="{FF2B5EF4-FFF2-40B4-BE49-F238E27FC236}">
                  <a16:creationId xmlns:a16="http://schemas.microsoft.com/office/drawing/2014/main" id="{9E239665-EB19-1ABB-2CFD-0A814B72FDAF}"/>
                </a:ext>
              </a:extLst>
            </p:cNvPr>
            <p:cNvSpPr/>
            <p:nvPr/>
          </p:nvSpPr>
          <p:spPr>
            <a:xfrm>
              <a:off x="10512000" y="1044000"/>
              <a:ext cx="720000" cy="540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换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4" name="文本框 403">
                  <a:extLst>
                    <a:ext uri="{FF2B5EF4-FFF2-40B4-BE49-F238E27FC236}">
                      <a16:creationId xmlns:a16="http://schemas.microsoft.com/office/drawing/2014/main" id="{349A741C-A324-A6AC-727D-F9760D8B93B7}"/>
                    </a:ext>
                  </a:extLst>
                </p:cNvPr>
                <p:cNvSpPr txBox="1"/>
                <p:nvPr/>
              </p:nvSpPr>
              <p:spPr>
                <a:xfrm>
                  <a:off x="11412000" y="277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04" name="文本框 403">
                  <a:extLst>
                    <a:ext uri="{FF2B5EF4-FFF2-40B4-BE49-F238E27FC236}">
                      <a16:creationId xmlns:a16="http://schemas.microsoft.com/office/drawing/2014/main" id="{349A741C-A324-A6AC-727D-F9760D8B9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2772000"/>
                  <a:ext cx="504000" cy="504000"/>
                </a:xfrm>
                <a:prstGeom prst="rect">
                  <a:avLst/>
                </a:prstGeom>
                <a:blipFill>
                  <a:blip r:embed="rId3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AD49889C-C2CF-5614-0A93-19726C548995}"/>
                    </a:ext>
                  </a:extLst>
                </p:cNvPr>
                <p:cNvSpPr txBox="1"/>
                <p:nvPr/>
              </p:nvSpPr>
              <p:spPr>
                <a:xfrm>
                  <a:off x="11412000" y="34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AD49889C-C2CF-5614-0A93-19726C5489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3492000"/>
                  <a:ext cx="504000" cy="504000"/>
                </a:xfrm>
                <a:prstGeom prst="rect">
                  <a:avLst/>
                </a:prstGeom>
                <a:blipFill>
                  <a:blip r:embed="rId4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3E61ECAD-34EB-49E8-C8A3-E2E23E33EF35}"/>
                    </a:ext>
                  </a:extLst>
                </p:cNvPr>
                <p:cNvSpPr txBox="1"/>
                <p:nvPr/>
              </p:nvSpPr>
              <p:spPr>
                <a:xfrm>
                  <a:off x="11412000" y="421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3E61ECAD-34EB-49E8-C8A3-E2E23E33E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4212000"/>
                  <a:ext cx="504000" cy="504000"/>
                </a:xfrm>
                <a:prstGeom prst="rect">
                  <a:avLst/>
                </a:prstGeom>
                <a:blipFill>
                  <a:blip r:embed="rId5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7" name="文本框 406">
                  <a:extLst>
                    <a:ext uri="{FF2B5EF4-FFF2-40B4-BE49-F238E27FC236}">
                      <a16:creationId xmlns:a16="http://schemas.microsoft.com/office/drawing/2014/main" id="{28320432-A2EB-FEC5-FB35-6FCFAAED9C63}"/>
                    </a:ext>
                  </a:extLst>
                </p:cNvPr>
                <p:cNvSpPr txBox="1"/>
                <p:nvPr/>
              </p:nvSpPr>
              <p:spPr>
                <a:xfrm>
                  <a:off x="11232000" y="2556000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MSB</m:t>
                        </m:r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7" name="文本框 406">
                  <a:extLst>
                    <a:ext uri="{FF2B5EF4-FFF2-40B4-BE49-F238E27FC236}">
                      <a16:creationId xmlns:a16="http://schemas.microsoft.com/office/drawing/2014/main" id="{28320432-A2EB-FEC5-FB35-6FCFAAED9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2556000"/>
                  <a:ext cx="75600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419" r="-10484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E7B5E48E-58E6-9D62-117C-545101141C7C}"/>
                    </a:ext>
                  </a:extLst>
                </p:cNvPr>
                <p:cNvSpPr txBox="1"/>
                <p:nvPr/>
              </p:nvSpPr>
              <p:spPr>
                <a:xfrm>
                  <a:off x="11232000" y="4572000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LSB</m:t>
                        </m:r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E7B5E48E-58E6-9D62-117C-545101141C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4572000"/>
                  <a:ext cx="75600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419" r="-2419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A3F85668-4260-5847-1890-1BCC1B4DB9DB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36000"/>
              <a:ext cx="0" cy="45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2AEA6DF8-1EC4-FCFA-51D2-126AD843FB9C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1476000"/>
              <a:ext cx="0" cy="48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28F378A6-7F36-1EF5-ECEB-8BEE2ABEB96B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044000"/>
              <a:ext cx="0" cy="56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F1D0A7DA-D8A1-92B5-09C3-B50FCDE01A3B}"/>
                    </a:ext>
                  </a:extLst>
                </p:cNvPr>
                <p:cNvSpPr txBox="1"/>
                <p:nvPr/>
              </p:nvSpPr>
              <p:spPr>
                <a:xfrm>
                  <a:off x="10152000" y="486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2" name="文本框 411">
                  <a:extLst>
                    <a:ext uri="{FF2B5EF4-FFF2-40B4-BE49-F238E27FC236}">
                      <a16:creationId xmlns:a16="http://schemas.microsoft.com/office/drawing/2014/main" id="{F1D0A7DA-D8A1-92B5-09C3-B50FCDE01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4860000"/>
                  <a:ext cx="360000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DB6769D3-36E5-711B-CE52-6950F48CDCF4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543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等腰三角形 413">
              <a:extLst>
                <a:ext uri="{FF2B5EF4-FFF2-40B4-BE49-F238E27FC236}">
                  <a16:creationId xmlns:a16="http://schemas.microsoft.com/office/drawing/2014/main" id="{42CAC807-EC09-91D7-847E-F69D8E63C81F}"/>
                </a:ext>
              </a:extLst>
            </p:cNvPr>
            <p:cNvSpPr/>
            <p:nvPr/>
          </p:nvSpPr>
          <p:spPr>
            <a:xfrm rot="5400000">
              <a:off x="8532000" y="482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" name="文本框 414">
                  <a:extLst>
                    <a:ext uri="{FF2B5EF4-FFF2-40B4-BE49-F238E27FC236}">
                      <a16:creationId xmlns:a16="http://schemas.microsoft.com/office/drawing/2014/main" id="{BAA1CCFD-974A-CBA5-77DF-EEA0D30FA3C1}"/>
                    </a:ext>
                  </a:extLst>
                </p:cNvPr>
                <p:cNvSpPr txBox="1"/>
                <p:nvPr/>
              </p:nvSpPr>
              <p:spPr>
                <a:xfrm>
                  <a:off x="8640000" y="500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5" name="文本框 414">
                  <a:extLst>
                    <a:ext uri="{FF2B5EF4-FFF2-40B4-BE49-F238E27FC236}">
                      <a16:creationId xmlns:a16="http://schemas.microsoft.com/office/drawing/2014/main" id="{BAA1CCFD-974A-CBA5-77DF-EEA0D30FA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5004000"/>
                  <a:ext cx="3600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44CD3EC9-2A75-4845-A837-AE1EE09EB1E1}"/>
                    </a:ext>
                  </a:extLst>
                </p:cNvPr>
                <p:cNvSpPr txBox="1"/>
                <p:nvPr/>
              </p:nvSpPr>
              <p:spPr>
                <a:xfrm>
                  <a:off x="8424000" y="489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44CD3EC9-2A75-4845-A837-AE1EE09EB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896000"/>
                  <a:ext cx="3600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6618749A-D20E-D367-A0B6-E63EF645AEFF}"/>
                    </a:ext>
                  </a:extLst>
                </p:cNvPr>
                <p:cNvSpPr txBox="1"/>
                <p:nvPr/>
              </p:nvSpPr>
              <p:spPr>
                <a:xfrm>
                  <a:off x="8424000" y="514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6618749A-D20E-D367-A0B6-E63EF645AE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148000"/>
                  <a:ext cx="36000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5278BCD7-DD57-969D-C304-6A7757383C4A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07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F8BF288C-F616-503A-CCD9-2EEC8C15516C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53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连接符 419">
              <a:extLst>
                <a:ext uri="{FF2B5EF4-FFF2-40B4-BE49-F238E27FC236}">
                  <a16:creationId xmlns:a16="http://schemas.microsoft.com/office/drawing/2014/main" id="{C06D9BAB-7D7D-2611-E359-5A896CAF3601}"/>
                </a:ext>
              </a:extLst>
            </p:cNvPr>
            <p:cNvCxnSpPr>
              <a:cxnSpLocks/>
              <a:stCxn id="414" idx="0"/>
            </p:cNvCxnSpPr>
            <p:nvPr/>
          </p:nvCxnSpPr>
          <p:spPr>
            <a:xfrm>
              <a:off x="9216000" y="518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矩形 420">
              <a:extLst>
                <a:ext uri="{FF2B5EF4-FFF2-40B4-BE49-F238E27FC236}">
                  <a16:creationId xmlns:a16="http://schemas.microsoft.com/office/drawing/2014/main" id="{7927C5F3-5B2A-71B4-B66C-5615111D29CD}"/>
                </a:ext>
              </a:extLst>
            </p:cNvPr>
            <p:cNvSpPr/>
            <p:nvPr/>
          </p:nvSpPr>
          <p:spPr>
            <a:xfrm>
              <a:off x="9720000" y="504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43EF8223-894A-AF74-4A8C-4454DB29C873}"/>
                    </a:ext>
                  </a:extLst>
                </p:cNvPr>
                <p:cNvSpPr txBox="1"/>
                <p:nvPr/>
              </p:nvSpPr>
              <p:spPr>
                <a:xfrm>
                  <a:off x="9684000" y="525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43EF8223-894A-AF74-4A8C-4454DB29C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5256000"/>
                  <a:ext cx="504000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3" name="等腰三角形 422">
              <a:extLst>
                <a:ext uri="{FF2B5EF4-FFF2-40B4-BE49-F238E27FC236}">
                  <a16:creationId xmlns:a16="http://schemas.microsoft.com/office/drawing/2014/main" id="{A173C734-E93A-D199-E8B3-8B51041D5CCC}"/>
                </a:ext>
              </a:extLst>
            </p:cNvPr>
            <p:cNvSpPr/>
            <p:nvPr/>
          </p:nvSpPr>
          <p:spPr>
            <a:xfrm rot="5400000">
              <a:off x="9702000" y="540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4" name="椭圆 423">
              <a:extLst>
                <a:ext uri="{FF2B5EF4-FFF2-40B4-BE49-F238E27FC236}">
                  <a16:creationId xmlns:a16="http://schemas.microsoft.com/office/drawing/2014/main" id="{1218B4E4-DC95-E0C5-8C2F-4B196651AEC6}"/>
                </a:ext>
              </a:extLst>
            </p:cNvPr>
            <p:cNvSpPr/>
            <p:nvPr/>
          </p:nvSpPr>
          <p:spPr>
            <a:xfrm>
              <a:off x="9504000" y="540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5" name="椭圆 424">
              <a:extLst>
                <a:ext uri="{FF2B5EF4-FFF2-40B4-BE49-F238E27FC236}">
                  <a16:creationId xmlns:a16="http://schemas.microsoft.com/office/drawing/2014/main" id="{7422C4C2-7220-E2FB-951A-E37EFB6D6611}"/>
                </a:ext>
              </a:extLst>
            </p:cNvPr>
            <p:cNvSpPr/>
            <p:nvPr/>
          </p:nvSpPr>
          <p:spPr>
            <a:xfrm>
              <a:off x="8244000" y="504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文本框 425">
                  <a:extLst>
                    <a:ext uri="{FF2B5EF4-FFF2-40B4-BE49-F238E27FC236}">
                      <a16:creationId xmlns:a16="http://schemas.microsoft.com/office/drawing/2014/main" id="{CAD14B4E-B797-1F9A-34E2-F1C5AC48F100}"/>
                    </a:ext>
                  </a:extLst>
                </p:cNvPr>
                <p:cNvSpPr txBox="1"/>
                <p:nvPr/>
              </p:nvSpPr>
              <p:spPr>
                <a:xfrm>
                  <a:off x="9108000" y="486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26" name="文本框 425">
                  <a:extLst>
                    <a:ext uri="{FF2B5EF4-FFF2-40B4-BE49-F238E27FC236}">
                      <a16:creationId xmlns:a16="http://schemas.microsoft.com/office/drawing/2014/main" id="{CAD14B4E-B797-1F9A-34E2-F1C5AC48F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4860000"/>
                  <a:ext cx="504000" cy="36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7" name="椭圆 426">
              <a:extLst>
                <a:ext uri="{FF2B5EF4-FFF2-40B4-BE49-F238E27FC236}">
                  <a16:creationId xmlns:a16="http://schemas.microsoft.com/office/drawing/2014/main" id="{8E28867B-C47F-E587-5955-19BF8A8D1827}"/>
                </a:ext>
              </a:extLst>
            </p:cNvPr>
            <p:cNvSpPr/>
            <p:nvPr/>
          </p:nvSpPr>
          <p:spPr>
            <a:xfrm>
              <a:off x="7992000" y="529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8" name="文本框 427">
                  <a:extLst>
                    <a:ext uri="{FF2B5EF4-FFF2-40B4-BE49-F238E27FC236}">
                      <a16:creationId xmlns:a16="http://schemas.microsoft.com/office/drawing/2014/main" id="{51451957-E9B7-645D-B244-3D48CBB4CAC8}"/>
                    </a:ext>
                  </a:extLst>
                </p:cNvPr>
                <p:cNvSpPr txBox="1"/>
                <p:nvPr/>
              </p:nvSpPr>
              <p:spPr>
                <a:xfrm>
                  <a:off x="9612000" y="500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8" name="文本框 427">
                  <a:extLst>
                    <a:ext uri="{FF2B5EF4-FFF2-40B4-BE49-F238E27FC236}">
                      <a16:creationId xmlns:a16="http://schemas.microsoft.com/office/drawing/2014/main" id="{51451957-E9B7-645D-B244-3D48CBB4C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5004000"/>
                  <a:ext cx="504000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9" name="矩形 428">
              <a:extLst>
                <a:ext uri="{FF2B5EF4-FFF2-40B4-BE49-F238E27FC236}">
                  <a16:creationId xmlns:a16="http://schemas.microsoft.com/office/drawing/2014/main" id="{5488F8E3-2404-05D4-428D-26B7D3EE533F}"/>
                </a:ext>
              </a:extLst>
            </p:cNvPr>
            <p:cNvSpPr/>
            <p:nvPr/>
          </p:nvSpPr>
          <p:spPr>
            <a:xfrm>
              <a:off x="7974000" y="475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A475E3C4-52B4-8C60-A9F7-21A9269D4C68}"/>
                    </a:ext>
                  </a:extLst>
                </p:cNvPr>
                <p:cNvSpPr txBox="1"/>
                <p:nvPr/>
              </p:nvSpPr>
              <p:spPr>
                <a:xfrm>
                  <a:off x="7704000" y="475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A475E3C4-52B4-8C60-A9F7-21A9269D4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4752000"/>
                  <a:ext cx="360000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5DCBFA9B-63DC-CAC1-9667-4A769F49F692}"/>
                    </a:ext>
                  </a:extLst>
                </p:cNvPr>
                <p:cNvSpPr txBox="1"/>
                <p:nvPr/>
              </p:nvSpPr>
              <p:spPr>
                <a:xfrm>
                  <a:off x="7704000" y="547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5DCBFA9B-63DC-CAC1-9667-4A769F49F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5472000"/>
                  <a:ext cx="360000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22F69ECD-C38B-D0E9-07FA-859123477FB3}"/>
                    </a:ext>
                  </a:extLst>
                </p:cNvPr>
                <p:cNvSpPr txBox="1"/>
                <p:nvPr/>
              </p:nvSpPr>
              <p:spPr>
                <a:xfrm>
                  <a:off x="10152000" y="558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22F69ECD-C38B-D0E9-07FA-859123477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5580000"/>
                  <a:ext cx="360000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21D933AA-C2C0-6DFA-2F60-17689DD89A5C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615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" name="等腰三角形 433">
              <a:extLst>
                <a:ext uri="{FF2B5EF4-FFF2-40B4-BE49-F238E27FC236}">
                  <a16:creationId xmlns:a16="http://schemas.microsoft.com/office/drawing/2014/main" id="{E6B9071A-792E-437A-A981-2ACD60C19631}"/>
                </a:ext>
              </a:extLst>
            </p:cNvPr>
            <p:cNvSpPr/>
            <p:nvPr/>
          </p:nvSpPr>
          <p:spPr>
            <a:xfrm rot="5400000">
              <a:off x="8532000" y="554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5D019E5E-529E-4CF0-8E21-7EA718E35A6A}"/>
                    </a:ext>
                  </a:extLst>
                </p:cNvPr>
                <p:cNvSpPr txBox="1"/>
                <p:nvPr/>
              </p:nvSpPr>
              <p:spPr>
                <a:xfrm>
                  <a:off x="8640000" y="572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5D019E5E-529E-4CF0-8E21-7EA718E35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5724000"/>
                  <a:ext cx="360000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4AE83FE3-A7A4-BB41-0FE9-7D82B78D8533}"/>
                    </a:ext>
                  </a:extLst>
                </p:cNvPr>
                <p:cNvSpPr txBox="1"/>
                <p:nvPr/>
              </p:nvSpPr>
              <p:spPr>
                <a:xfrm>
                  <a:off x="8424000" y="561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4AE83FE3-A7A4-BB41-0FE9-7D82B78D8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616000"/>
                  <a:ext cx="360000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7" name="文本框 436">
                  <a:extLst>
                    <a:ext uri="{FF2B5EF4-FFF2-40B4-BE49-F238E27FC236}">
                      <a16:creationId xmlns:a16="http://schemas.microsoft.com/office/drawing/2014/main" id="{F882C88A-E926-3EE1-A716-ADD3C1B9243D}"/>
                    </a:ext>
                  </a:extLst>
                </p:cNvPr>
                <p:cNvSpPr txBox="1"/>
                <p:nvPr/>
              </p:nvSpPr>
              <p:spPr>
                <a:xfrm>
                  <a:off x="8424000" y="586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7" name="文本框 436">
                  <a:extLst>
                    <a:ext uri="{FF2B5EF4-FFF2-40B4-BE49-F238E27FC236}">
                      <a16:creationId xmlns:a16="http://schemas.microsoft.com/office/drawing/2014/main" id="{F882C88A-E926-3EE1-A716-ADD3C1B92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868000"/>
                  <a:ext cx="360000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8" name="直接连接符 437">
              <a:extLst>
                <a:ext uri="{FF2B5EF4-FFF2-40B4-BE49-F238E27FC236}">
                  <a16:creationId xmlns:a16="http://schemas.microsoft.com/office/drawing/2014/main" id="{0C4D2178-8C4A-DF96-568F-DF56331DF517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79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D234CBEA-08DD-D5CA-BFC7-F00FAAA2A8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60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4B9F0D60-6AF4-BADF-1FB6-A330005E9A06}"/>
                </a:ext>
              </a:extLst>
            </p:cNvPr>
            <p:cNvCxnSpPr>
              <a:cxnSpLocks/>
              <a:stCxn id="434" idx="0"/>
            </p:cNvCxnSpPr>
            <p:nvPr/>
          </p:nvCxnSpPr>
          <p:spPr>
            <a:xfrm>
              <a:off x="9216000" y="590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矩形 440">
              <a:extLst>
                <a:ext uri="{FF2B5EF4-FFF2-40B4-BE49-F238E27FC236}">
                  <a16:creationId xmlns:a16="http://schemas.microsoft.com/office/drawing/2014/main" id="{248CE5FE-E99F-396F-8753-832FEA9C8B25}"/>
                </a:ext>
              </a:extLst>
            </p:cNvPr>
            <p:cNvSpPr/>
            <p:nvPr/>
          </p:nvSpPr>
          <p:spPr>
            <a:xfrm>
              <a:off x="9720000" y="576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2" name="文本框 441">
                  <a:extLst>
                    <a:ext uri="{FF2B5EF4-FFF2-40B4-BE49-F238E27FC236}">
                      <a16:creationId xmlns:a16="http://schemas.microsoft.com/office/drawing/2014/main" id="{7702456D-0FC0-E10B-7DD4-3462308EE29E}"/>
                    </a:ext>
                  </a:extLst>
                </p:cNvPr>
                <p:cNvSpPr txBox="1"/>
                <p:nvPr/>
              </p:nvSpPr>
              <p:spPr>
                <a:xfrm>
                  <a:off x="9684000" y="597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2" name="文本框 441">
                  <a:extLst>
                    <a:ext uri="{FF2B5EF4-FFF2-40B4-BE49-F238E27FC236}">
                      <a16:creationId xmlns:a16="http://schemas.microsoft.com/office/drawing/2014/main" id="{7702456D-0FC0-E10B-7DD4-3462308EE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5976000"/>
                  <a:ext cx="504000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3" name="等腰三角形 442">
              <a:extLst>
                <a:ext uri="{FF2B5EF4-FFF2-40B4-BE49-F238E27FC236}">
                  <a16:creationId xmlns:a16="http://schemas.microsoft.com/office/drawing/2014/main" id="{6E8B2A2F-5CE1-2C21-E863-4CE06028DBE3}"/>
                </a:ext>
              </a:extLst>
            </p:cNvPr>
            <p:cNvSpPr/>
            <p:nvPr/>
          </p:nvSpPr>
          <p:spPr>
            <a:xfrm rot="5400000">
              <a:off x="9702000" y="612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A97B1B5D-E068-94BD-D570-7309CFF51678}"/>
                </a:ext>
              </a:extLst>
            </p:cNvPr>
            <p:cNvSpPr/>
            <p:nvPr/>
          </p:nvSpPr>
          <p:spPr>
            <a:xfrm>
              <a:off x="9504000" y="61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5" name="椭圆 444">
              <a:extLst>
                <a:ext uri="{FF2B5EF4-FFF2-40B4-BE49-F238E27FC236}">
                  <a16:creationId xmlns:a16="http://schemas.microsoft.com/office/drawing/2014/main" id="{65E10E2A-0973-B032-2337-CA9205C22B4F}"/>
                </a:ext>
              </a:extLst>
            </p:cNvPr>
            <p:cNvSpPr/>
            <p:nvPr/>
          </p:nvSpPr>
          <p:spPr>
            <a:xfrm>
              <a:off x="8244000" y="57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6" name="文本框 445">
                  <a:extLst>
                    <a:ext uri="{FF2B5EF4-FFF2-40B4-BE49-F238E27FC236}">
                      <a16:creationId xmlns:a16="http://schemas.microsoft.com/office/drawing/2014/main" id="{1E048B87-05E6-59E0-0AB8-6104A1B57F88}"/>
                    </a:ext>
                  </a:extLst>
                </p:cNvPr>
                <p:cNvSpPr txBox="1"/>
                <p:nvPr/>
              </p:nvSpPr>
              <p:spPr>
                <a:xfrm>
                  <a:off x="9108000" y="558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46" name="文本框 445">
                  <a:extLst>
                    <a:ext uri="{FF2B5EF4-FFF2-40B4-BE49-F238E27FC236}">
                      <a16:creationId xmlns:a16="http://schemas.microsoft.com/office/drawing/2014/main" id="{1E048B87-05E6-59E0-0AB8-6104A1B57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5580000"/>
                  <a:ext cx="504000" cy="360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2B573C7A-A574-D6DC-FD64-DADF3D3FE137}"/>
                </a:ext>
              </a:extLst>
            </p:cNvPr>
            <p:cNvSpPr/>
            <p:nvPr/>
          </p:nvSpPr>
          <p:spPr>
            <a:xfrm>
              <a:off x="7992000" y="601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8" name="文本框 447">
                  <a:extLst>
                    <a:ext uri="{FF2B5EF4-FFF2-40B4-BE49-F238E27FC236}">
                      <a16:creationId xmlns:a16="http://schemas.microsoft.com/office/drawing/2014/main" id="{8A602F8F-4775-28B5-02AE-FB2C176E535C}"/>
                    </a:ext>
                  </a:extLst>
                </p:cNvPr>
                <p:cNvSpPr txBox="1"/>
                <p:nvPr/>
              </p:nvSpPr>
              <p:spPr>
                <a:xfrm>
                  <a:off x="9612000" y="572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8" name="文本框 447">
                  <a:extLst>
                    <a:ext uri="{FF2B5EF4-FFF2-40B4-BE49-F238E27FC236}">
                      <a16:creationId xmlns:a16="http://schemas.microsoft.com/office/drawing/2014/main" id="{8A602F8F-4775-28B5-02AE-FB2C176E5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5724000"/>
                  <a:ext cx="504000" cy="3385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9" name="矩形 448">
              <a:extLst>
                <a:ext uri="{FF2B5EF4-FFF2-40B4-BE49-F238E27FC236}">
                  <a16:creationId xmlns:a16="http://schemas.microsoft.com/office/drawing/2014/main" id="{0F518F3B-2D3E-7908-9D45-88683E1C9E3E}"/>
                </a:ext>
              </a:extLst>
            </p:cNvPr>
            <p:cNvSpPr/>
            <p:nvPr/>
          </p:nvSpPr>
          <p:spPr>
            <a:xfrm>
              <a:off x="7974000" y="547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8C4B14A2-DF1A-BAC6-BBF2-E909612E11BD}"/>
                    </a:ext>
                  </a:extLst>
                </p:cNvPr>
                <p:cNvSpPr txBox="1"/>
                <p:nvPr/>
              </p:nvSpPr>
              <p:spPr>
                <a:xfrm>
                  <a:off x="10152000" y="414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8C4B14A2-DF1A-BAC6-BBF2-E909612E1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4140000"/>
                  <a:ext cx="360000" cy="338554"/>
                </a:xfrm>
                <a:prstGeom prst="rect">
                  <a:avLst/>
                </a:prstGeom>
                <a:blipFill>
                  <a:blip r:embed="rId24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74B3A6A9-9D36-C2E7-6E2E-058C7567A691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471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等腰三角形 451">
              <a:extLst>
                <a:ext uri="{FF2B5EF4-FFF2-40B4-BE49-F238E27FC236}">
                  <a16:creationId xmlns:a16="http://schemas.microsoft.com/office/drawing/2014/main" id="{B2B14827-BF62-05A0-57BC-EE3F88E87C38}"/>
                </a:ext>
              </a:extLst>
            </p:cNvPr>
            <p:cNvSpPr/>
            <p:nvPr/>
          </p:nvSpPr>
          <p:spPr>
            <a:xfrm rot="5400000">
              <a:off x="8532000" y="410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3" name="文本框 452">
                  <a:extLst>
                    <a:ext uri="{FF2B5EF4-FFF2-40B4-BE49-F238E27FC236}">
                      <a16:creationId xmlns:a16="http://schemas.microsoft.com/office/drawing/2014/main" id="{196F5B46-DD1E-C96A-5F9A-7AA439BCBC48}"/>
                    </a:ext>
                  </a:extLst>
                </p:cNvPr>
                <p:cNvSpPr txBox="1"/>
                <p:nvPr/>
              </p:nvSpPr>
              <p:spPr>
                <a:xfrm>
                  <a:off x="8640000" y="428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3" name="文本框 452">
                  <a:extLst>
                    <a:ext uri="{FF2B5EF4-FFF2-40B4-BE49-F238E27FC236}">
                      <a16:creationId xmlns:a16="http://schemas.microsoft.com/office/drawing/2014/main" id="{196F5B46-DD1E-C96A-5F9A-7AA439BCB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4284000"/>
                  <a:ext cx="360000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2C801FB5-DCF1-4113-B496-B5752226CF06}"/>
                    </a:ext>
                  </a:extLst>
                </p:cNvPr>
                <p:cNvSpPr txBox="1"/>
                <p:nvPr/>
              </p:nvSpPr>
              <p:spPr>
                <a:xfrm>
                  <a:off x="8424000" y="417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2C801FB5-DCF1-4113-B496-B5752226C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176000"/>
                  <a:ext cx="3600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5" name="文本框 454">
                  <a:extLst>
                    <a:ext uri="{FF2B5EF4-FFF2-40B4-BE49-F238E27FC236}">
                      <a16:creationId xmlns:a16="http://schemas.microsoft.com/office/drawing/2014/main" id="{1F6DA2B5-56A9-355C-FA23-5768255F9F13}"/>
                    </a:ext>
                  </a:extLst>
                </p:cNvPr>
                <p:cNvSpPr txBox="1"/>
                <p:nvPr/>
              </p:nvSpPr>
              <p:spPr>
                <a:xfrm>
                  <a:off x="8424000" y="442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5" name="文本框 454">
                  <a:extLst>
                    <a:ext uri="{FF2B5EF4-FFF2-40B4-BE49-F238E27FC236}">
                      <a16:creationId xmlns:a16="http://schemas.microsoft.com/office/drawing/2014/main" id="{1F6DA2B5-56A9-355C-FA23-5768255F9F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428000"/>
                  <a:ext cx="360000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1CD56E84-3DFC-242E-1DB1-AF72E95BE3FD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435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06A8F776-5480-53D2-87D8-3F077CE54FD2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矩形 457">
              <a:extLst>
                <a:ext uri="{FF2B5EF4-FFF2-40B4-BE49-F238E27FC236}">
                  <a16:creationId xmlns:a16="http://schemas.microsoft.com/office/drawing/2014/main" id="{ED9146B2-D846-A6B4-778F-F5481B140926}"/>
                </a:ext>
              </a:extLst>
            </p:cNvPr>
            <p:cNvSpPr/>
            <p:nvPr/>
          </p:nvSpPr>
          <p:spPr>
            <a:xfrm>
              <a:off x="9720000" y="432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9" name="文本框 458">
                  <a:extLst>
                    <a:ext uri="{FF2B5EF4-FFF2-40B4-BE49-F238E27FC236}">
                      <a16:creationId xmlns:a16="http://schemas.microsoft.com/office/drawing/2014/main" id="{53AACE8D-22FF-9E96-DDA5-D283A9D1F68D}"/>
                    </a:ext>
                  </a:extLst>
                </p:cNvPr>
                <p:cNvSpPr txBox="1"/>
                <p:nvPr/>
              </p:nvSpPr>
              <p:spPr>
                <a:xfrm>
                  <a:off x="9684000" y="453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9" name="文本框 458">
                  <a:extLst>
                    <a:ext uri="{FF2B5EF4-FFF2-40B4-BE49-F238E27FC236}">
                      <a16:creationId xmlns:a16="http://schemas.microsoft.com/office/drawing/2014/main" id="{53AACE8D-22FF-9E96-DDA5-D283A9D1F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4536000"/>
                  <a:ext cx="504000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0" name="等腰三角形 459">
              <a:extLst>
                <a:ext uri="{FF2B5EF4-FFF2-40B4-BE49-F238E27FC236}">
                  <a16:creationId xmlns:a16="http://schemas.microsoft.com/office/drawing/2014/main" id="{365FF200-6EC5-FB5E-7470-55C04CE69026}"/>
                </a:ext>
              </a:extLst>
            </p:cNvPr>
            <p:cNvSpPr/>
            <p:nvPr/>
          </p:nvSpPr>
          <p:spPr>
            <a:xfrm rot="5400000">
              <a:off x="9702000" y="468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1" name="椭圆 460">
              <a:extLst>
                <a:ext uri="{FF2B5EF4-FFF2-40B4-BE49-F238E27FC236}">
                  <a16:creationId xmlns:a16="http://schemas.microsoft.com/office/drawing/2014/main" id="{F55014FC-8660-4D4A-7920-89D0494A1DBD}"/>
                </a:ext>
              </a:extLst>
            </p:cNvPr>
            <p:cNvSpPr/>
            <p:nvPr/>
          </p:nvSpPr>
          <p:spPr>
            <a:xfrm>
              <a:off x="9504000" y="468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4D8D861C-263C-E256-8373-F97FC914487F}"/>
                </a:ext>
              </a:extLst>
            </p:cNvPr>
            <p:cNvSpPr/>
            <p:nvPr/>
          </p:nvSpPr>
          <p:spPr>
            <a:xfrm>
              <a:off x="8244000" y="43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14FED851-63FD-CE59-6CEA-D8817AB3CDC1}"/>
                    </a:ext>
                  </a:extLst>
                </p:cNvPr>
                <p:cNvSpPr txBox="1"/>
                <p:nvPr/>
              </p:nvSpPr>
              <p:spPr>
                <a:xfrm>
                  <a:off x="9108000" y="414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14FED851-63FD-CE59-6CEA-D8817AB3C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4140000"/>
                  <a:ext cx="504000" cy="360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A109EAA2-2006-6A65-61EA-548BF913EA43}"/>
                </a:ext>
              </a:extLst>
            </p:cNvPr>
            <p:cNvSpPr/>
            <p:nvPr/>
          </p:nvSpPr>
          <p:spPr>
            <a:xfrm>
              <a:off x="7992000" y="457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09ED75FF-5150-D9FE-C33F-D1BDDFA76887}"/>
                    </a:ext>
                  </a:extLst>
                </p:cNvPr>
                <p:cNvSpPr txBox="1"/>
                <p:nvPr/>
              </p:nvSpPr>
              <p:spPr>
                <a:xfrm>
                  <a:off x="9612000" y="428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09ED75FF-5150-D9FE-C33F-D1BDDFA76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4284000"/>
                  <a:ext cx="504000" cy="33855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6" name="矩形 465">
              <a:extLst>
                <a:ext uri="{FF2B5EF4-FFF2-40B4-BE49-F238E27FC236}">
                  <a16:creationId xmlns:a16="http://schemas.microsoft.com/office/drawing/2014/main" id="{347BCD39-5F7B-87FB-C285-AEA7CF5EB3B5}"/>
                </a:ext>
              </a:extLst>
            </p:cNvPr>
            <p:cNvSpPr/>
            <p:nvPr/>
          </p:nvSpPr>
          <p:spPr>
            <a:xfrm>
              <a:off x="7974000" y="403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文本框 466">
                  <a:extLst>
                    <a:ext uri="{FF2B5EF4-FFF2-40B4-BE49-F238E27FC236}">
                      <a16:creationId xmlns:a16="http://schemas.microsoft.com/office/drawing/2014/main" id="{D600C86F-BFEA-F915-A352-48C70AE192C6}"/>
                    </a:ext>
                  </a:extLst>
                </p:cNvPr>
                <p:cNvSpPr txBox="1"/>
                <p:nvPr/>
              </p:nvSpPr>
              <p:spPr>
                <a:xfrm>
                  <a:off x="7704000" y="403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7" name="文本框 466">
                  <a:extLst>
                    <a:ext uri="{FF2B5EF4-FFF2-40B4-BE49-F238E27FC236}">
                      <a16:creationId xmlns:a16="http://schemas.microsoft.com/office/drawing/2014/main" id="{D600C86F-BFEA-F915-A352-48C70AE19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4032000"/>
                  <a:ext cx="360000" cy="33855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文本框 467">
                  <a:extLst>
                    <a:ext uri="{FF2B5EF4-FFF2-40B4-BE49-F238E27FC236}">
                      <a16:creationId xmlns:a16="http://schemas.microsoft.com/office/drawing/2014/main" id="{F96D74B7-B520-A198-2BDA-B3D68E6F65A8}"/>
                    </a:ext>
                  </a:extLst>
                </p:cNvPr>
                <p:cNvSpPr txBox="1"/>
                <p:nvPr/>
              </p:nvSpPr>
              <p:spPr>
                <a:xfrm>
                  <a:off x="10152000" y="270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8" name="文本框 467">
                  <a:extLst>
                    <a:ext uri="{FF2B5EF4-FFF2-40B4-BE49-F238E27FC236}">
                      <a16:creationId xmlns:a16="http://schemas.microsoft.com/office/drawing/2014/main" id="{F96D74B7-B520-A198-2BDA-B3D68E6F6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2700000"/>
                  <a:ext cx="360000" cy="338554"/>
                </a:xfrm>
                <a:prstGeom prst="rect">
                  <a:avLst/>
                </a:prstGeom>
                <a:blipFill>
                  <a:blip r:embed="rId31"/>
                  <a:stretch>
                    <a:fillRect r="-339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9A1AF384-AF62-8B5B-2F16-BEAA9F4BED4E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327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等腰三角形 469">
              <a:extLst>
                <a:ext uri="{FF2B5EF4-FFF2-40B4-BE49-F238E27FC236}">
                  <a16:creationId xmlns:a16="http://schemas.microsoft.com/office/drawing/2014/main" id="{40707453-A9EA-12B0-3306-FAACFB6B944B}"/>
                </a:ext>
              </a:extLst>
            </p:cNvPr>
            <p:cNvSpPr/>
            <p:nvPr/>
          </p:nvSpPr>
          <p:spPr>
            <a:xfrm rot="5400000">
              <a:off x="8532000" y="266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文本框 470">
                  <a:extLst>
                    <a:ext uri="{FF2B5EF4-FFF2-40B4-BE49-F238E27FC236}">
                      <a16:creationId xmlns:a16="http://schemas.microsoft.com/office/drawing/2014/main" id="{2FE9C001-F8E5-E59A-823E-50BABC51A555}"/>
                    </a:ext>
                  </a:extLst>
                </p:cNvPr>
                <p:cNvSpPr txBox="1"/>
                <p:nvPr/>
              </p:nvSpPr>
              <p:spPr>
                <a:xfrm>
                  <a:off x="8640000" y="284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1" name="文本框 470">
                  <a:extLst>
                    <a:ext uri="{FF2B5EF4-FFF2-40B4-BE49-F238E27FC236}">
                      <a16:creationId xmlns:a16="http://schemas.microsoft.com/office/drawing/2014/main" id="{2FE9C001-F8E5-E59A-823E-50BABC51A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2844000"/>
                  <a:ext cx="360000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文本框 471">
                  <a:extLst>
                    <a:ext uri="{FF2B5EF4-FFF2-40B4-BE49-F238E27FC236}">
                      <a16:creationId xmlns:a16="http://schemas.microsoft.com/office/drawing/2014/main" id="{64EE8252-9D27-587A-D346-EE9FF35E46E4}"/>
                    </a:ext>
                  </a:extLst>
                </p:cNvPr>
                <p:cNvSpPr txBox="1"/>
                <p:nvPr/>
              </p:nvSpPr>
              <p:spPr>
                <a:xfrm>
                  <a:off x="8424000" y="273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2" name="文本框 471">
                  <a:extLst>
                    <a:ext uri="{FF2B5EF4-FFF2-40B4-BE49-F238E27FC236}">
                      <a16:creationId xmlns:a16="http://schemas.microsoft.com/office/drawing/2014/main" id="{64EE8252-9D27-587A-D346-EE9FF35E46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736000"/>
                  <a:ext cx="360000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文本框 472">
                  <a:extLst>
                    <a:ext uri="{FF2B5EF4-FFF2-40B4-BE49-F238E27FC236}">
                      <a16:creationId xmlns:a16="http://schemas.microsoft.com/office/drawing/2014/main" id="{4A85C40E-DBCF-47D6-3DD2-0A16C0BFE5F8}"/>
                    </a:ext>
                  </a:extLst>
                </p:cNvPr>
                <p:cNvSpPr txBox="1"/>
                <p:nvPr/>
              </p:nvSpPr>
              <p:spPr>
                <a:xfrm>
                  <a:off x="8424000" y="298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3" name="文本框 472">
                  <a:extLst>
                    <a:ext uri="{FF2B5EF4-FFF2-40B4-BE49-F238E27FC236}">
                      <a16:creationId xmlns:a16="http://schemas.microsoft.com/office/drawing/2014/main" id="{4A85C40E-DBCF-47D6-3DD2-0A16C0BFE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988000"/>
                  <a:ext cx="360000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0533EBEC-A507-F11B-7BDC-B4573DEEBFE6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91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D783BC45-B13B-8338-CBEC-3A73F64D1D19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16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6" name="矩形 475">
              <a:extLst>
                <a:ext uri="{FF2B5EF4-FFF2-40B4-BE49-F238E27FC236}">
                  <a16:creationId xmlns:a16="http://schemas.microsoft.com/office/drawing/2014/main" id="{D85B3E42-43C2-5432-BC90-A1A5834E80E9}"/>
                </a:ext>
              </a:extLst>
            </p:cNvPr>
            <p:cNvSpPr/>
            <p:nvPr/>
          </p:nvSpPr>
          <p:spPr>
            <a:xfrm>
              <a:off x="9720000" y="288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2F809B1B-4725-F517-211F-32E864935ABC}"/>
                    </a:ext>
                  </a:extLst>
                </p:cNvPr>
                <p:cNvSpPr txBox="1"/>
                <p:nvPr/>
              </p:nvSpPr>
              <p:spPr>
                <a:xfrm>
                  <a:off x="9684000" y="309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2F809B1B-4725-F517-211F-32E864935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3096000"/>
                  <a:ext cx="504000" cy="33855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8" name="等腰三角形 477">
              <a:extLst>
                <a:ext uri="{FF2B5EF4-FFF2-40B4-BE49-F238E27FC236}">
                  <a16:creationId xmlns:a16="http://schemas.microsoft.com/office/drawing/2014/main" id="{F08428B2-FC4E-6EB0-3319-63608CCEA0F3}"/>
                </a:ext>
              </a:extLst>
            </p:cNvPr>
            <p:cNvSpPr/>
            <p:nvPr/>
          </p:nvSpPr>
          <p:spPr>
            <a:xfrm rot="5400000">
              <a:off x="9702000" y="324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9" name="椭圆 478">
              <a:extLst>
                <a:ext uri="{FF2B5EF4-FFF2-40B4-BE49-F238E27FC236}">
                  <a16:creationId xmlns:a16="http://schemas.microsoft.com/office/drawing/2014/main" id="{765CB37A-C7E6-2857-18F7-2735E80AE514}"/>
                </a:ext>
              </a:extLst>
            </p:cNvPr>
            <p:cNvSpPr/>
            <p:nvPr/>
          </p:nvSpPr>
          <p:spPr>
            <a:xfrm>
              <a:off x="9504000" y="324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0194A5B6-26BE-8481-6CCE-12F76B90BECE}"/>
                </a:ext>
              </a:extLst>
            </p:cNvPr>
            <p:cNvSpPr/>
            <p:nvPr/>
          </p:nvSpPr>
          <p:spPr>
            <a:xfrm>
              <a:off x="8244000" y="288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9C5C30D9-BDC7-EBBE-21F3-9F5F66847EDF}"/>
                    </a:ext>
                  </a:extLst>
                </p:cNvPr>
                <p:cNvSpPr txBox="1"/>
                <p:nvPr/>
              </p:nvSpPr>
              <p:spPr>
                <a:xfrm>
                  <a:off x="9108000" y="270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81" name="文本框 480">
                  <a:extLst>
                    <a:ext uri="{FF2B5EF4-FFF2-40B4-BE49-F238E27FC236}">
                      <a16:creationId xmlns:a16="http://schemas.microsoft.com/office/drawing/2014/main" id="{9C5C30D9-BDC7-EBBE-21F3-9F5F66847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2700000"/>
                  <a:ext cx="504000" cy="36000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2" name="椭圆 481">
              <a:extLst>
                <a:ext uri="{FF2B5EF4-FFF2-40B4-BE49-F238E27FC236}">
                  <a16:creationId xmlns:a16="http://schemas.microsoft.com/office/drawing/2014/main" id="{9BFD3496-2D54-5A1F-F8F8-9BDAD1744BC9}"/>
                </a:ext>
              </a:extLst>
            </p:cNvPr>
            <p:cNvSpPr/>
            <p:nvPr/>
          </p:nvSpPr>
          <p:spPr>
            <a:xfrm>
              <a:off x="7992000" y="313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90844E43-37FE-E30F-1597-F259A049D441}"/>
                    </a:ext>
                  </a:extLst>
                </p:cNvPr>
                <p:cNvSpPr txBox="1"/>
                <p:nvPr/>
              </p:nvSpPr>
              <p:spPr>
                <a:xfrm>
                  <a:off x="9612000" y="284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90844E43-37FE-E30F-1597-F259A049D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2844000"/>
                  <a:ext cx="504000" cy="33855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4" name="矩形 483">
              <a:extLst>
                <a:ext uri="{FF2B5EF4-FFF2-40B4-BE49-F238E27FC236}">
                  <a16:creationId xmlns:a16="http://schemas.microsoft.com/office/drawing/2014/main" id="{4C85B22F-58A0-7742-6D19-F35113B488CE}"/>
                </a:ext>
              </a:extLst>
            </p:cNvPr>
            <p:cNvSpPr/>
            <p:nvPr/>
          </p:nvSpPr>
          <p:spPr>
            <a:xfrm>
              <a:off x="7974000" y="259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文本框 484">
                  <a:extLst>
                    <a:ext uri="{FF2B5EF4-FFF2-40B4-BE49-F238E27FC236}">
                      <a16:creationId xmlns:a16="http://schemas.microsoft.com/office/drawing/2014/main" id="{8B430551-27E1-E0F6-ACA0-C5DB16E2D328}"/>
                    </a:ext>
                  </a:extLst>
                </p:cNvPr>
                <p:cNvSpPr txBox="1"/>
                <p:nvPr/>
              </p:nvSpPr>
              <p:spPr>
                <a:xfrm>
                  <a:off x="7704000" y="259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5" name="文本框 484">
                  <a:extLst>
                    <a:ext uri="{FF2B5EF4-FFF2-40B4-BE49-F238E27FC236}">
                      <a16:creationId xmlns:a16="http://schemas.microsoft.com/office/drawing/2014/main" id="{8B430551-27E1-E0F6-ACA0-C5DB16E2D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2592000"/>
                  <a:ext cx="360000" cy="33855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770B9BF7-0C14-AAF6-54F6-4EBB3560888E}"/>
                    </a:ext>
                  </a:extLst>
                </p:cNvPr>
                <p:cNvSpPr txBox="1"/>
                <p:nvPr/>
              </p:nvSpPr>
              <p:spPr>
                <a:xfrm>
                  <a:off x="10152000" y="342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770B9BF7-0C14-AAF6-54F6-4EBB35608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3420000"/>
                  <a:ext cx="360000" cy="338554"/>
                </a:xfrm>
                <a:prstGeom prst="rect">
                  <a:avLst/>
                </a:prstGeom>
                <a:blipFill>
                  <a:blip r:embed="rId39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82A2A5AD-2F96-9772-A6F6-2CEFD6F46B15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399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807A1E9-829C-1E59-391B-0D99F08FF305}"/>
                </a:ext>
              </a:extLst>
            </p:cNvPr>
            <p:cNvSpPr/>
            <p:nvPr/>
          </p:nvSpPr>
          <p:spPr>
            <a:xfrm rot="5400000">
              <a:off x="8532000" y="338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文本框 488">
                  <a:extLst>
                    <a:ext uri="{FF2B5EF4-FFF2-40B4-BE49-F238E27FC236}">
                      <a16:creationId xmlns:a16="http://schemas.microsoft.com/office/drawing/2014/main" id="{5829A3CE-470D-970C-B0E5-2B1B86F7AADF}"/>
                    </a:ext>
                  </a:extLst>
                </p:cNvPr>
                <p:cNvSpPr txBox="1"/>
                <p:nvPr/>
              </p:nvSpPr>
              <p:spPr>
                <a:xfrm>
                  <a:off x="8640000" y="356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9" name="文本框 488">
                  <a:extLst>
                    <a:ext uri="{FF2B5EF4-FFF2-40B4-BE49-F238E27FC236}">
                      <a16:creationId xmlns:a16="http://schemas.microsoft.com/office/drawing/2014/main" id="{5829A3CE-470D-970C-B0E5-2B1B86F7A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3564000"/>
                  <a:ext cx="360000" cy="33855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F746F8A4-AE53-62A3-654E-21C24E07CA3D}"/>
                    </a:ext>
                  </a:extLst>
                </p:cNvPr>
                <p:cNvSpPr txBox="1"/>
                <p:nvPr/>
              </p:nvSpPr>
              <p:spPr>
                <a:xfrm>
                  <a:off x="8424000" y="345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F746F8A4-AE53-62A3-654E-21C24E07C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3456000"/>
                  <a:ext cx="360000" cy="338554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35573CFC-F283-36CE-8846-F4CBE667727D}"/>
                    </a:ext>
                  </a:extLst>
                </p:cNvPr>
                <p:cNvSpPr txBox="1"/>
                <p:nvPr/>
              </p:nvSpPr>
              <p:spPr>
                <a:xfrm>
                  <a:off x="8424000" y="370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35573CFC-F283-36CE-8846-F4CBE66772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3708000"/>
                  <a:ext cx="360000" cy="338554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4793501C-119E-339D-E5D2-E7A4A4C71126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363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9D5474CD-3E44-CF52-A097-BC6B0C93D527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4" name="矩形 493">
              <a:extLst>
                <a:ext uri="{FF2B5EF4-FFF2-40B4-BE49-F238E27FC236}">
                  <a16:creationId xmlns:a16="http://schemas.microsoft.com/office/drawing/2014/main" id="{89FD65AB-3856-03A4-DED4-02A4C9CD3855}"/>
                </a:ext>
              </a:extLst>
            </p:cNvPr>
            <p:cNvSpPr/>
            <p:nvPr/>
          </p:nvSpPr>
          <p:spPr>
            <a:xfrm>
              <a:off x="9720000" y="360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EB480C70-C6B4-5789-C80F-C642232BF9D3}"/>
                    </a:ext>
                  </a:extLst>
                </p:cNvPr>
                <p:cNvSpPr txBox="1"/>
                <p:nvPr/>
              </p:nvSpPr>
              <p:spPr>
                <a:xfrm>
                  <a:off x="9684000" y="381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EB480C70-C6B4-5789-C80F-C642232BF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3816000"/>
                  <a:ext cx="504000" cy="338554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6" name="等腰三角形 495">
              <a:extLst>
                <a:ext uri="{FF2B5EF4-FFF2-40B4-BE49-F238E27FC236}">
                  <a16:creationId xmlns:a16="http://schemas.microsoft.com/office/drawing/2014/main" id="{E2C688DD-83DA-65FE-5A64-D53AB6EF9BD0}"/>
                </a:ext>
              </a:extLst>
            </p:cNvPr>
            <p:cNvSpPr/>
            <p:nvPr/>
          </p:nvSpPr>
          <p:spPr>
            <a:xfrm rot="5400000">
              <a:off x="9702000" y="396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0673EF99-2C43-3496-8E24-38B69DE8A981}"/>
                </a:ext>
              </a:extLst>
            </p:cNvPr>
            <p:cNvSpPr/>
            <p:nvPr/>
          </p:nvSpPr>
          <p:spPr>
            <a:xfrm>
              <a:off x="9504000" y="39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6769E50B-8D06-2E9C-58DE-A9B84AFE9502}"/>
                </a:ext>
              </a:extLst>
            </p:cNvPr>
            <p:cNvSpPr/>
            <p:nvPr/>
          </p:nvSpPr>
          <p:spPr>
            <a:xfrm>
              <a:off x="8244000" y="360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16EF675F-F310-6AF9-CAC1-B6BCACC795B4}"/>
                    </a:ext>
                  </a:extLst>
                </p:cNvPr>
                <p:cNvSpPr txBox="1"/>
                <p:nvPr/>
              </p:nvSpPr>
              <p:spPr>
                <a:xfrm>
                  <a:off x="9108000" y="342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16EF675F-F310-6AF9-CAC1-B6BCACC79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3420000"/>
                  <a:ext cx="504000" cy="36000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66660A1-BAB0-7BCA-C1D6-8EB3E796724B}"/>
                </a:ext>
              </a:extLst>
            </p:cNvPr>
            <p:cNvSpPr/>
            <p:nvPr/>
          </p:nvSpPr>
          <p:spPr>
            <a:xfrm>
              <a:off x="7992000" y="385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文本框 500">
                  <a:extLst>
                    <a:ext uri="{FF2B5EF4-FFF2-40B4-BE49-F238E27FC236}">
                      <a16:creationId xmlns:a16="http://schemas.microsoft.com/office/drawing/2014/main" id="{A3BEC0AA-0C81-7D6B-BDD5-BBCB1365ED74}"/>
                    </a:ext>
                  </a:extLst>
                </p:cNvPr>
                <p:cNvSpPr txBox="1"/>
                <p:nvPr/>
              </p:nvSpPr>
              <p:spPr>
                <a:xfrm>
                  <a:off x="9612000" y="356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1" name="文本框 500">
                  <a:extLst>
                    <a:ext uri="{FF2B5EF4-FFF2-40B4-BE49-F238E27FC236}">
                      <a16:creationId xmlns:a16="http://schemas.microsoft.com/office/drawing/2014/main" id="{A3BEC0AA-0C81-7D6B-BDD5-BBCB1365E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3564000"/>
                  <a:ext cx="504000" cy="338554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2" name="矩形 501">
              <a:extLst>
                <a:ext uri="{FF2B5EF4-FFF2-40B4-BE49-F238E27FC236}">
                  <a16:creationId xmlns:a16="http://schemas.microsoft.com/office/drawing/2014/main" id="{0203F527-64A2-D0C4-1E0C-4B018179A686}"/>
                </a:ext>
              </a:extLst>
            </p:cNvPr>
            <p:cNvSpPr/>
            <p:nvPr/>
          </p:nvSpPr>
          <p:spPr>
            <a:xfrm>
              <a:off x="7974000" y="331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4BFEB1F2-E24C-AE51-2A3B-D8C94CA7E267}"/>
                    </a:ext>
                  </a:extLst>
                </p:cNvPr>
                <p:cNvSpPr txBox="1"/>
                <p:nvPr/>
              </p:nvSpPr>
              <p:spPr>
                <a:xfrm>
                  <a:off x="7704000" y="331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4BFEB1F2-E24C-AE51-2A3B-D8C94CA7E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3312000"/>
                  <a:ext cx="360000" cy="338554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文本框 503">
                  <a:extLst>
                    <a:ext uri="{FF2B5EF4-FFF2-40B4-BE49-F238E27FC236}">
                      <a16:creationId xmlns:a16="http://schemas.microsoft.com/office/drawing/2014/main" id="{29921FF2-AE5D-49B5-EF7E-BC04EB864606}"/>
                    </a:ext>
                  </a:extLst>
                </p:cNvPr>
                <p:cNvSpPr txBox="1"/>
                <p:nvPr/>
              </p:nvSpPr>
              <p:spPr>
                <a:xfrm>
                  <a:off x="10152000" y="198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4" name="文本框 503">
                  <a:extLst>
                    <a:ext uri="{FF2B5EF4-FFF2-40B4-BE49-F238E27FC236}">
                      <a16:creationId xmlns:a16="http://schemas.microsoft.com/office/drawing/2014/main" id="{29921FF2-AE5D-49B5-EF7E-BC04EB864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1980000"/>
                  <a:ext cx="360000" cy="338554"/>
                </a:xfrm>
                <a:prstGeom prst="rect">
                  <a:avLst/>
                </a:prstGeom>
                <a:blipFill>
                  <a:blip r:embed="rId47"/>
                  <a:stretch>
                    <a:fillRect r="-1695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F9389FB3-A8AE-5660-D9DA-3836DB8333F6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55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等腰三角形 505">
              <a:extLst>
                <a:ext uri="{FF2B5EF4-FFF2-40B4-BE49-F238E27FC236}">
                  <a16:creationId xmlns:a16="http://schemas.microsoft.com/office/drawing/2014/main" id="{ACF1D0D9-8201-D907-5033-E0DB8FD2160F}"/>
                </a:ext>
              </a:extLst>
            </p:cNvPr>
            <p:cNvSpPr/>
            <p:nvPr/>
          </p:nvSpPr>
          <p:spPr>
            <a:xfrm rot="5400000">
              <a:off x="8532000" y="194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19A19E1F-7D0D-F446-A1A7-8B8A077FCC73}"/>
                    </a:ext>
                  </a:extLst>
                </p:cNvPr>
                <p:cNvSpPr txBox="1"/>
                <p:nvPr/>
              </p:nvSpPr>
              <p:spPr>
                <a:xfrm>
                  <a:off x="8640000" y="212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19A19E1F-7D0D-F446-A1A7-8B8A077FC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2124000"/>
                  <a:ext cx="360000" cy="338554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745BA723-B704-012D-C911-9599660625F2}"/>
                    </a:ext>
                  </a:extLst>
                </p:cNvPr>
                <p:cNvSpPr txBox="1"/>
                <p:nvPr/>
              </p:nvSpPr>
              <p:spPr>
                <a:xfrm>
                  <a:off x="8424000" y="201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745BA723-B704-012D-C911-959966062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016000"/>
                  <a:ext cx="360000" cy="338554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645DBB0B-BFA9-D5C9-A2AB-FFF4950F0BFF}"/>
                    </a:ext>
                  </a:extLst>
                </p:cNvPr>
                <p:cNvSpPr txBox="1"/>
                <p:nvPr/>
              </p:nvSpPr>
              <p:spPr>
                <a:xfrm>
                  <a:off x="8424000" y="226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645DBB0B-BFA9-D5C9-A2AB-FFF4950F0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268000"/>
                  <a:ext cx="360000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877B3813-98FC-2AF0-F388-2EEED2507D01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19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9BA61F43-38D1-0E89-E565-57C3B6107903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24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84BD9792-760B-4871-56AD-8CE6D0997F0B}"/>
                </a:ext>
              </a:extLst>
            </p:cNvPr>
            <p:cNvCxnSpPr>
              <a:cxnSpLocks/>
              <a:stCxn id="506" idx="0"/>
            </p:cNvCxnSpPr>
            <p:nvPr/>
          </p:nvCxnSpPr>
          <p:spPr>
            <a:xfrm>
              <a:off x="9216000" y="230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矩形 512">
              <a:extLst>
                <a:ext uri="{FF2B5EF4-FFF2-40B4-BE49-F238E27FC236}">
                  <a16:creationId xmlns:a16="http://schemas.microsoft.com/office/drawing/2014/main" id="{C39C90B0-557F-A434-4A01-64961D33098A}"/>
                </a:ext>
              </a:extLst>
            </p:cNvPr>
            <p:cNvSpPr/>
            <p:nvPr/>
          </p:nvSpPr>
          <p:spPr>
            <a:xfrm>
              <a:off x="9720000" y="216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C427DBEE-DD5A-E212-BB4C-3DE140312072}"/>
                    </a:ext>
                  </a:extLst>
                </p:cNvPr>
                <p:cNvSpPr txBox="1"/>
                <p:nvPr/>
              </p:nvSpPr>
              <p:spPr>
                <a:xfrm>
                  <a:off x="9684000" y="237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C427DBEE-DD5A-E212-BB4C-3DE140312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2376000"/>
                  <a:ext cx="504000" cy="338554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7FDBD817-CAE5-1641-C955-EAF897780774}"/>
                </a:ext>
              </a:extLst>
            </p:cNvPr>
            <p:cNvSpPr/>
            <p:nvPr/>
          </p:nvSpPr>
          <p:spPr>
            <a:xfrm rot="5400000">
              <a:off x="9702000" y="252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6" name="椭圆 515">
              <a:extLst>
                <a:ext uri="{FF2B5EF4-FFF2-40B4-BE49-F238E27FC236}">
                  <a16:creationId xmlns:a16="http://schemas.microsoft.com/office/drawing/2014/main" id="{94B2CB40-60FD-EB64-9354-6DF515286870}"/>
                </a:ext>
              </a:extLst>
            </p:cNvPr>
            <p:cNvSpPr/>
            <p:nvPr/>
          </p:nvSpPr>
          <p:spPr>
            <a:xfrm>
              <a:off x="9504000" y="25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64360196-F875-67A8-7363-D0403C919FFE}"/>
                </a:ext>
              </a:extLst>
            </p:cNvPr>
            <p:cNvSpPr/>
            <p:nvPr/>
          </p:nvSpPr>
          <p:spPr>
            <a:xfrm>
              <a:off x="8244000" y="21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3AC80422-9986-051B-AA54-DAD478326159}"/>
                    </a:ext>
                  </a:extLst>
                </p:cNvPr>
                <p:cNvSpPr txBox="1"/>
                <p:nvPr/>
              </p:nvSpPr>
              <p:spPr>
                <a:xfrm>
                  <a:off x="9108000" y="198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3AC80422-9986-051B-AA54-DAD478326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1980000"/>
                  <a:ext cx="504000" cy="36000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684883C1-EC9B-FA53-5F14-4D84DEE18AE1}"/>
                </a:ext>
              </a:extLst>
            </p:cNvPr>
            <p:cNvSpPr/>
            <p:nvPr/>
          </p:nvSpPr>
          <p:spPr>
            <a:xfrm>
              <a:off x="7992000" y="241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本框 519">
                  <a:extLst>
                    <a:ext uri="{FF2B5EF4-FFF2-40B4-BE49-F238E27FC236}">
                      <a16:creationId xmlns:a16="http://schemas.microsoft.com/office/drawing/2014/main" id="{CF16DCB8-7382-DA30-DCD3-7C67D2FF707B}"/>
                    </a:ext>
                  </a:extLst>
                </p:cNvPr>
                <p:cNvSpPr txBox="1"/>
                <p:nvPr/>
              </p:nvSpPr>
              <p:spPr>
                <a:xfrm>
                  <a:off x="9612000" y="212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本框 519">
                  <a:extLst>
                    <a:ext uri="{FF2B5EF4-FFF2-40B4-BE49-F238E27FC236}">
                      <a16:creationId xmlns:a16="http://schemas.microsoft.com/office/drawing/2014/main" id="{CF16DCB8-7382-DA30-DCD3-7C67D2FF7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2124000"/>
                  <a:ext cx="504000" cy="338554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1" name="矩形 520">
              <a:extLst>
                <a:ext uri="{FF2B5EF4-FFF2-40B4-BE49-F238E27FC236}">
                  <a16:creationId xmlns:a16="http://schemas.microsoft.com/office/drawing/2014/main" id="{8FEFC56A-ECD7-7562-02AE-0D01D936C420}"/>
                </a:ext>
              </a:extLst>
            </p:cNvPr>
            <p:cNvSpPr/>
            <p:nvPr/>
          </p:nvSpPr>
          <p:spPr>
            <a:xfrm>
              <a:off x="7974000" y="187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0F6928C6-BF1A-30C6-1FAB-A51EBEFE3440}"/>
                    </a:ext>
                  </a:extLst>
                </p:cNvPr>
                <p:cNvSpPr txBox="1"/>
                <p:nvPr/>
              </p:nvSpPr>
              <p:spPr>
                <a:xfrm>
                  <a:off x="7704000" y="187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0F6928C6-BF1A-30C6-1FAB-A51EBEFE3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1872000"/>
                  <a:ext cx="360000" cy="338554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983EB730-7098-EBAF-67B2-6705CEC851C7}"/>
                    </a:ext>
                  </a:extLst>
                </p:cNvPr>
                <p:cNvSpPr txBox="1"/>
                <p:nvPr/>
              </p:nvSpPr>
              <p:spPr>
                <a:xfrm>
                  <a:off x="10152000" y="126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983EB730-7098-EBAF-67B2-6705CEC85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1260000"/>
                  <a:ext cx="360000" cy="338554"/>
                </a:xfrm>
                <a:prstGeom prst="rect">
                  <a:avLst/>
                </a:prstGeom>
                <a:blipFill>
                  <a:blip r:embed="rId54"/>
                  <a:stretch>
                    <a:fillRect r="-1695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4" name="直接连接符 523">
              <a:extLst>
                <a:ext uri="{FF2B5EF4-FFF2-40B4-BE49-F238E27FC236}">
                  <a16:creationId xmlns:a16="http://schemas.microsoft.com/office/drawing/2014/main" id="{80C21151-5AA6-A569-B322-4C0BB7B5CDCD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3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" name="等腰三角形 524">
              <a:extLst>
                <a:ext uri="{FF2B5EF4-FFF2-40B4-BE49-F238E27FC236}">
                  <a16:creationId xmlns:a16="http://schemas.microsoft.com/office/drawing/2014/main" id="{97DFD509-AD7C-166C-7E64-70322D7301D7}"/>
                </a:ext>
              </a:extLst>
            </p:cNvPr>
            <p:cNvSpPr/>
            <p:nvPr/>
          </p:nvSpPr>
          <p:spPr>
            <a:xfrm rot="5400000">
              <a:off x="8532000" y="122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文本框 525">
                  <a:extLst>
                    <a:ext uri="{FF2B5EF4-FFF2-40B4-BE49-F238E27FC236}">
                      <a16:creationId xmlns:a16="http://schemas.microsoft.com/office/drawing/2014/main" id="{E79002D6-EE15-9094-C6AF-B5B74CE8ACBC}"/>
                    </a:ext>
                  </a:extLst>
                </p:cNvPr>
                <p:cNvSpPr txBox="1"/>
                <p:nvPr/>
              </p:nvSpPr>
              <p:spPr>
                <a:xfrm>
                  <a:off x="8640000" y="140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6" name="文本框 525">
                  <a:extLst>
                    <a:ext uri="{FF2B5EF4-FFF2-40B4-BE49-F238E27FC236}">
                      <a16:creationId xmlns:a16="http://schemas.microsoft.com/office/drawing/2014/main" id="{E79002D6-EE15-9094-C6AF-B5B74CE8A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404000"/>
                  <a:ext cx="360000" cy="338554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文本框 526">
                  <a:extLst>
                    <a:ext uri="{FF2B5EF4-FFF2-40B4-BE49-F238E27FC236}">
                      <a16:creationId xmlns:a16="http://schemas.microsoft.com/office/drawing/2014/main" id="{FBBDCFF5-2CFE-2D13-64BA-2A962B87A7AC}"/>
                    </a:ext>
                  </a:extLst>
                </p:cNvPr>
                <p:cNvSpPr txBox="1"/>
                <p:nvPr/>
              </p:nvSpPr>
              <p:spPr>
                <a:xfrm>
                  <a:off x="8424000" y="129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7" name="文本框 526">
                  <a:extLst>
                    <a:ext uri="{FF2B5EF4-FFF2-40B4-BE49-F238E27FC236}">
                      <a16:creationId xmlns:a16="http://schemas.microsoft.com/office/drawing/2014/main" id="{FBBDCFF5-2CFE-2D13-64BA-2A962B87A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1296000"/>
                  <a:ext cx="360000" cy="338554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文本框 527">
                  <a:extLst>
                    <a:ext uri="{FF2B5EF4-FFF2-40B4-BE49-F238E27FC236}">
                      <a16:creationId xmlns:a16="http://schemas.microsoft.com/office/drawing/2014/main" id="{305FDB8B-1A65-9023-61A7-987820E4B862}"/>
                    </a:ext>
                  </a:extLst>
                </p:cNvPr>
                <p:cNvSpPr txBox="1"/>
                <p:nvPr/>
              </p:nvSpPr>
              <p:spPr>
                <a:xfrm>
                  <a:off x="8424000" y="154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8" name="文本框 527">
                  <a:extLst>
                    <a:ext uri="{FF2B5EF4-FFF2-40B4-BE49-F238E27FC236}">
                      <a16:creationId xmlns:a16="http://schemas.microsoft.com/office/drawing/2014/main" id="{305FDB8B-1A65-9023-61A7-987820E4B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1548000"/>
                  <a:ext cx="360000" cy="338554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00AE1603-79FA-FA6B-C529-D4694490FF41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147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8AE6DCB6-3E18-E084-0E87-3C3F6262733C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7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C5882C47-4E07-A039-5609-27A030F983CE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>
              <a:off x="9216000" y="158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" name="矩形 531">
              <a:extLst>
                <a:ext uri="{FF2B5EF4-FFF2-40B4-BE49-F238E27FC236}">
                  <a16:creationId xmlns:a16="http://schemas.microsoft.com/office/drawing/2014/main" id="{1E164C09-A922-E050-AB1B-C7A39DA8C68A}"/>
                </a:ext>
              </a:extLst>
            </p:cNvPr>
            <p:cNvSpPr/>
            <p:nvPr/>
          </p:nvSpPr>
          <p:spPr>
            <a:xfrm>
              <a:off x="9720000" y="144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3" name="文本框 532">
                  <a:extLst>
                    <a:ext uri="{FF2B5EF4-FFF2-40B4-BE49-F238E27FC236}">
                      <a16:creationId xmlns:a16="http://schemas.microsoft.com/office/drawing/2014/main" id="{04C2E129-C6DD-AC9C-B224-296D19C400AF}"/>
                    </a:ext>
                  </a:extLst>
                </p:cNvPr>
                <p:cNvSpPr txBox="1"/>
                <p:nvPr/>
              </p:nvSpPr>
              <p:spPr>
                <a:xfrm>
                  <a:off x="9684000" y="165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3" name="文本框 532">
                  <a:extLst>
                    <a:ext uri="{FF2B5EF4-FFF2-40B4-BE49-F238E27FC236}">
                      <a16:creationId xmlns:a16="http://schemas.microsoft.com/office/drawing/2014/main" id="{04C2E129-C6DD-AC9C-B224-296D19C40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1656000"/>
                  <a:ext cx="504000" cy="338554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4" name="等腰三角形 533">
              <a:extLst>
                <a:ext uri="{FF2B5EF4-FFF2-40B4-BE49-F238E27FC236}">
                  <a16:creationId xmlns:a16="http://schemas.microsoft.com/office/drawing/2014/main" id="{AEF362C2-0823-B0AF-EF8D-743E12929F4F}"/>
                </a:ext>
              </a:extLst>
            </p:cNvPr>
            <p:cNvSpPr/>
            <p:nvPr/>
          </p:nvSpPr>
          <p:spPr>
            <a:xfrm rot="5400000">
              <a:off x="9702000" y="180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文本框 534">
                  <a:extLst>
                    <a:ext uri="{FF2B5EF4-FFF2-40B4-BE49-F238E27FC236}">
                      <a16:creationId xmlns:a16="http://schemas.microsoft.com/office/drawing/2014/main" id="{952E89B0-8FC7-DD68-CDD9-CB1DD6A4D620}"/>
                    </a:ext>
                  </a:extLst>
                </p:cNvPr>
                <p:cNvSpPr txBox="1"/>
                <p:nvPr/>
              </p:nvSpPr>
              <p:spPr>
                <a:xfrm>
                  <a:off x="9108000" y="126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35" name="文本框 534">
                  <a:extLst>
                    <a:ext uri="{FF2B5EF4-FFF2-40B4-BE49-F238E27FC236}">
                      <a16:creationId xmlns:a16="http://schemas.microsoft.com/office/drawing/2014/main" id="{952E89B0-8FC7-DD68-CDD9-CB1DD6A4D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1260000"/>
                  <a:ext cx="504000" cy="360000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6" name="椭圆 535">
              <a:extLst>
                <a:ext uri="{FF2B5EF4-FFF2-40B4-BE49-F238E27FC236}">
                  <a16:creationId xmlns:a16="http://schemas.microsoft.com/office/drawing/2014/main" id="{916BD182-ACD7-737B-D751-D41C1524DF97}"/>
                </a:ext>
              </a:extLst>
            </p:cNvPr>
            <p:cNvSpPr/>
            <p:nvPr/>
          </p:nvSpPr>
          <p:spPr>
            <a:xfrm>
              <a:off x="7992000" y="169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文本框 536">
                  <a:extLst>
                    <a:ext uri="{FF2B5EF4-FFF2-40B4-BE49-F238E27FC236}">
                      <a16:creationId xmlns:a16="http://schemas.microsoft.com/office/drawing/2014/main" id="{DCD135DE-AC19-AAFF-5776-DC8A906910B8}"/>
                    </a:ext>
                  </a:extLst>
                </p:cNvPr>
                <p:cNvSpPr txBox="1"/>
                <p:nvPr/>
              </p:nvSpPr>
              <p:spPr>
                <a:xfrm>
                  <a:off x="9612000" y="140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7" name="文本框 536">
                  <a:extLst>
                    <a:ext uri="{FF2B5EF4-FFF2-40B4-BE49-F238E27FC236}">
                      <a16:creationId xmlns:a16="http://schemas.microsoft.com/office/drawing/2014/main" id="{DCD135DE-AC19-AAFF-5776-DC8A90691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1404000"/>
                  <a:ext cx="504000" cy="338554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8" name="矩形 537">
              <a:extLst>
                <a:ext uri="{FF2B5EF4-FFF2-40B4-BE49-F238E27FC236}">
                  <a16:creationId xmlns:a16="http://schemas.microsoft.com/office/drawing/2014/main" id="{5578227D-BE2D-AEE9-0485-22FD4F3CEB6D}"/>
                </a:ext>
              </a:extLst>
            </p:cNvPr>
            <p:cNvSpPr/>
            <p:nvPr/>
          </p:nvSpPr>
          <p:spPr>
            <a:xfrm>
              <a:off x="7974000" y="115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文本框 538">
                  <a:extLst>
                    <a:ext uri="{FF2B5EF4-FFF2-40B4-BE49-F238E27FC236}">
                      <a16:creationId xmlns:a16="http://schemas.microsoft.com/office/drawing/2014/main" id="{6A87782A-6541-E956-3193-C7FC681EF4F1}"/>
                    </a:ext>
                  </a:extLst>
                </p:cNvPr>
                <p:cNvSpPr txBox="1"/>
                <p:nvPr/>
              </p:nvSpPr>
              <p:spPr>
                <a:xfrm>
                  <a:off x="7704000" y="115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9" name="文本框 538">
                  <a:extLst>
                    <a:ext uri="{FF2B5EF4-FFF2-40B4-BE49-F238E27FC236}">
                      <a16:creationId xmlns:a16="http://schemas.microsoft.com/office/drawing/2014/main" id="{6A87782A-6541-E956-3193-C7FC681EF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1152000"/>
                  <a:ext cx="360000" cy="338554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0" name="矩形 539">
              <a:extLst>
                <a:ext uri="{FF2B5EF4-FFF2-40B4-BE49-F238E27FC236}">
                  <a16:creationId xmlns:a16="http://schemas.microsoft.com/office/drawing/2014/main" id="{188FE598-3E29-DDD6-29D3-97CBE057D1B1}"/>
                </a:ext>
              </a:extLst>
            </p:cNvPr>
            <p:cNvSpPr/>
            <p:nvPr/>
          </p:nvSpPr>
          <p:spPr>
            <a:xfrm>
              <a:off x="7974000" y="619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0EA3A127-6BDB-E767-518D-83C16269624F}"/>
                </a:ext>
              </a:extLst>
            </p:cNvPr>
            <p:cNvCxnSpPr>
              <a:cxnSpLocks/>
            </p:cNvCxnSpPr>
            <p:nvPr/>
          </p:nvCxnSpPr>
          <p:spPr>
            <a:xfrm>
              <a:off x="7920000" y="6732000"/>
              <a:ext cx="216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17BE3BE5-65CD-95AD-B8D8-0B89457FE747}"/>
                    </a:ext>
                  </a:extLst>
                </p:cNvPr>
                <p:cNvSpPr txBox="1"/>
                <p:nvPr/>
              </p:nvSpPr>
              <p:spPr>
                <a:xfrm>
                  <a:off x="7704000" y="6084000"/>
                  <a:ext cx="360000" cy="5517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17BE3BE5-65CD-95AD-B8D8-0B89457FE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6084000"/>
                  <a:ext cx="360000" cy="551754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本框 542">
                  <a:extLst>
                    <a:ext uri="{FF2B5EF4-FFF2-40B4-BE49-F238E27FC236}">
                      <a16:creationId xmlns:a16="http://schemas.microsoft.com/office/drawing/2014/main" id="{86F1CCC0-20D9-79DD-C448-7E1E221004F0}"/>
                    </a:ext>
                  </a:extLst>
                </p:cNvPr>
                <p:cNvSpPr txBox="1"/>
                <p:nvPr/>
              </p:nvSpPr>
              <p:spPr>
                <a:xfrm>
                  <a:off x="7668000" y="648000"/>
                  <a:ext cx="720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3" name="文本框 542">
                  <a:extLst>
                    <a:ext uri="{FF2B5EF4-FFF2-40B4-BE49-F238E27FC236}">
                      <a16:creationId xmlns:a16="http://schemas.microsoft.com/office/drawing/2014/main" id="{86F1CCC0-20D9-79DD-C448-7E1E22100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000" y="648000"/>
                  <a:ext cx="720000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4" name="椭圆 543">
              <a:extLst>
                <a:ext uri="{FF2B5EF4-FFF2-40B4-BE49-F238E27FC236}">
                  <a16:creationId xmlns:a16="http://schemas.microsoft.com/office/drawing/2014/main" id="{AC8878F4-02B2-B25B-3E30-73537D932664}"/>
                </a:ext>
              </a:extLst>
            </p:cNvPr>
            <p:cNvSpPr/>
            <p:nvPr/>
          </p:nvSpPr>
          <p:spPr>
            <a:xfrm>
              <a:off x="10206000" y="540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F022C29F-3FA0-9384-024F-606A449B11FD}"/>
                </a:ext>
              </a:extLst>
            </p:cNvPr>
            <p:cNvSpPr/>
            <p:nvPr/>
          </p:nvSpPr>
          <p:spPr>
            <a:xfrm>
              <a:off x="10206000" y="612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6" name="椭圆 545">
              <a:extLst>
                <a:ext uri="{FF2B5EF4-FFF2-40B4-BE49-F238E27FC236}">
                  <a16:creationId xmlns:a16="http://schemas.microsoft.com/office/drawing/2014/main" id="{2FA4970F-3868-6061-9AE2-464A1A304C4F}"/>
                </a:ext>
              </a:extLst>
            </p:cNvPr>
            <p:cNvSpPr/>
            <p:nvPr/>
          </p:nvSpPr>
          <p:spPr>
            <a:xfrm>
              <a:off x="10206000" y="468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41DB5A8F-8B07-2AAE-DE90-31C488B35879}"/>
                </a:ext>
              </a:extLst>
            </p:cNvPr>
            <p:cNvSpPr/>
            <p:nvPr/>
          </p:nvSpPr>
          <p:spPr>
            <a:xfrm>
              <a:off x="10206000" y="396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8" name="椭圆 547">
              <a:extLst>
                <a:ext uri="{FF2B5EF4-FFF2-40B4-BE49-F238E27FC236}">
                  <a16:creationId xmlns:a16="http://schemas.microsoft.com/office/drawing/2014/main" id="{A6B4D4FB-60D6-0A9D-8F96-B7B43D870F06}"/>
                </a:ext>
              </a:extLst>
            </p:cNvPr>
            <p:cNvSpPr/>
            <p:nvPr/>
          </p:nvSpPr>
          <p:spPr>
            <a:xfrm>
              <a:off x="10206000" y="324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D31D015E-6D8C-3442-36FC-BFAD38C8D3F4}"/>
                </a:ext>
              </a:extLst>
            </p:cNvPr>
            <p:cNvSpPr/>
            <p:nvPr/>
          </p:nvSpPr>
          <p:spPr>
            <a:xfrm>
              <a:off x="10206000" y="252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5CF254C8-9852-9EB0-9B93-69CE4BAD3901}"/>
                </a:ext>
              </a:extLst>
            </p:cNvPr>
            <p:cNvSpPr/>
            <p:nvPr/>
          </p:nvSpPr>
          <p:spPr>
            <a:xfrm>
              <a:off x="10206000" y="180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文本框 550">
                  <a:extLst>
                    <a:ext uri="{FF2B5EF4-FFF2-40B4-BE49-F238E27FC236}">
                      <a16:creationId xmlns:a16="http://schemas.microsoft.com/office/drawing/2014/main" id="{2303F3AE-D0CC-D4C7-21F5-7153167B5A46}"/>
                    </a:ext>
                  </a:extLst>
                </p:cNvPr>
                <p:cNvSpPr txBox="1"/>
                <p:nvPr/>
              </p:nvSpPr>
              <p:spPr>
                <a:xfrm>
                  <a:off x="9288000" y="630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1" name="文本框 550">
                  <a:extLst>
                    <a:ext uri="{FF2B5EF4-FFF2-40B4-BE49-F238E27FC236}">
                      <a16:creationId xmlns:a16="http://schemas.microsoft.com/office/drawing/2014/main" id="{2303F3AE-D0CC-D4C7-21F5-7153167B5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8000" y="6300000"/>
                  <a:ext cx="504000" cy="360000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文本框 551">
                  <a:extLst>
                    <a:ext uri="{FF2B5EF4-FFF2-40B4-BE49-F238E27FC236}">
                      <a16:creationId xmlns:a16="http://schemas.microsoft.com/office/drawing/2014/main" id="{61C20A11-1F10-0C25-4AC7-A76A6F92BC54}"/>
                    </a:ext>
                  </a:extLst>
                </p:cNvPr>
                <p:cNvSpPr txBox="1"/>
                <p:nvPr/>
              </p:nvSpPr>
              <p:spPr>
                <a:xfrm>
                  <a:off x="8208000" y="6228000"/>
                  <a:ext cx="36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2" name="文本框 551">
                  <a:extLst>
                    <a:ext uri="{FF2B5EF4-FFF2-40B4-BE49-F238E27FC236}">
                      <a16:creationId xmlns:a16="http://schemas.microsoft.com/office/drawing/2014/main" id="{61C20A11-1F10-0C25-4AC7-A76A6F92B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000" y="6228000"/>
                  <a:ext cx="360000" cy="461665"/>
                </a:xfrm>
                <a:prstGeom prst="rect">
                  <a:avLst/>
                </a:prstGeom>
                <a:blipFill>
                  <a:blip r:embed="rId65"/>
                  <a:stretch>
                    <a:fillRect r="-15254"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文本框 552">
                  <a:extLst>
                    <a:ext uri="{FF2B5EF4-FFF2-40B4-BE49-F238E27FC236}">
                      <a16:creationId xmlns:a16="http://schemas.microsoft.com/office/drawing/2014/main" id="{F93E74A4-21B8-4D0D-6F6F-BEFDEC2172F1}"/>
                    </a:ext>
                  </a:extLst>
                </p:cNvPr>
                <p:cNvSpPr txBox="1"/>
                <p:nvPr/>
              </p:nvSpPr>
              <p:spPr>
                <a:xfrm>
                  <a:off x="7236000" y="136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3" name="文本框 552">
                  <a:extLst>
                    <a:ext uri="{FF2B5EF4-FFF2-40B4-BE49-F238E27FC236}">
                      <a16:creationId xmlns:a16="http://schemas.microsoft.com/office/drawing/2014/main" id="{F93E74A4-21B8-4D0D-6F6F-BEFDEC217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1368000"/>
                  <a:ext cx="828000" cy="576000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EB6832C6-CE5F-213A-755B-12DBA702FFD8}"/>
                    </a:ext>
                  </a:extLst>
                </p:cNvPr>
                <p:cNvSpPr txBox="1"/>
                <p:nvPr/>
              </p:nvSpPr>
              <p:spPr>
                <a:xfrm>
                  <a:off x="7236000" y="208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EB6832C6-CE5F-213A-755B-12DBA702F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088000"/>
                  <a:ext cx="828000" cy="576000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文本框 554">
                  <a:extLst>
                    <a:ext uri="{FF2B5EF4-FFF2-40B4-BE49-F238E27FC236}">
                      <a16:creationId xmlns:a16="http://schemas.microsoft.com/office/drawing/2014/main" id="{5C4AD7EB-C378-4B94-AFF3-1D8CD0682EC3}"/>
                    </a:ext>
                  </a:extLst>
                </p:cNvPr>
                <p:cNvSpPr txBox="1"/>
                <p:nvPr/>
              </p:nvSpPr>
              <p:spPr>
                <a:xfrm>
                  <a:off x="7236000" y="280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5" name="文本框 554">
                  <a:extLst>
                    <a:ext uri="{FF2B5EF4-FFF2-40B4-BE49-F238E27FC236}">
                      <a16:creationId xmlns:a16="http://schemas.microsoft.com/office/drawing/2014/main" id="{5C4AD7EB-C378-4B94-AFF3-1D8CD0682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808000"/>
                  <a:ext cx="828000" cy="576000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6" name="文本框 555">
                  <a:extLst>
                    <a:ext uri="{FF2B5EF4-FFF2-40B4-BE49-F238E27FC236}">
                      <a16:creationId xmlns:a16="http://schemas.microsoft.com/office/drawing/2014/main" id="{810235BB-8C39-3FC5-7239-438AA0ECBE6B}"/>
                    </a:ext>
                  </a:extLst>
                </p:cNvPr>
                <p:cNvSpPr txBox="1"/>
                <p:nvPr/>
              </p:nvSpPr>
              <p:spPr>
                <a:xfrm>
                  <a:off x="7236000" y="3528000"/>
                  <a:ext cx="828000" cy="5533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6" name="文本框 555">
                  <a:extLst>
                    <a:ext uri="{FF2B5EF4-FFF2-40B4-BE49-F238E27FC236}">
                      <a16:creationId xmlns:a16="http://schemas.microsoft.com/office/drawing/2014/main" id="{810235BB-8C39-3FC5-7239-438AA0ECBE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528000"/>
                  <a:ext cx="828000" cy="553357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81434689-7E98-0E53-95C6-819692D11233}"/>
                    </a:ext>
                  </a:extLst>
                </p:cNvPr>
                <p:cNvSpPr txBox="1"/>
                <p:nvPr/>
              </p:nvSpPr>
              <p:spPr>
                <a:xfrm>
                  <a:off x="7236000" y="424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81434689-7E98-0E53-95C6-819692D11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4248000"/>
                  <a:ext cx="828000" cy="559961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文本框 557">
                  <a:extLst>
                    <a:ext uri="{FF2B5EF4-FFF2-40B4-BE49-F238E27FC236}">
                      <a16:creationId xmlns:a16="http://schemas.microsoft.com/office/drawing/2014/main" id="{A46D823A-08B9-5DA8-9DFE-16125B75C2B5}"/>
                    </a:ext>
                  </a:extLst>
                </p:cNvPr>
                <p:cNvSpPr txBox="1"/>
                <p:nvPr/>
              </p:nvSpPr>
              <p:spPr>
                <a:xfrm>
                  <a:off x="7236000" y="496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8" name="文本框 557">
                  <a:extLst>
                    <a:ext uri="{FF2B5EF4-FFF2-40B4-BE49-F238E27FC236}">
                      <a16:creationId xmlns:a16="http://schemas.microsoft.com/office/drawing/2014/main" id="{A46D823A-08B9-5DA8-9DFE-16125B75C2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4968000"/>
                  <a:ext cx="828000" cy="559961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文本框 558">
                  <a:extLst>
                    <a:ext uri="{FF2B5EF4-FFF2-40B4-BE49-F238E27FC236}">
                      <a16:creationId xmlns:a16="http://schemas.microsoft.com/office/drawing/2014/main" id="{0780B224-44DC-A496-E191-6B64E7D67250}"/>
                    </a:ext>
                  </a:extLst>
                </p:cNvPr>
                <p:cNvSpPr txBox="1"/>
                <p:nvPr/>
              </p:nvSpPr>
              <p:spPr>
                <a:xfrm>
                  <a:off x="7236000" y="568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9" name="文本框 558">
                  <a:extLst>
                    <a:ext uri="{FF2B5EF4-FFF2-40B4-BE49-F238E27FC236}">
                      <a16:creationId xmlns:a16="http://schemas.microsoft.com/office/drawing/2014/main" id="{0780B224-44DC-A496-E191-6B64E7D67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5688000"/>
                  <a:ext cx="828000" cy="559961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0478DF4-601F-B505-9F56-872F8B76F8F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并行比较型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BA29CF2-5855-DCA9-3E36-0AEDB2355966}"/>
                  </a:ext>
                </a:extLst>
              </p:cNvPr>
              <p:cNvSpPr txBox="1"/>
              <p:nvPr/>
            </p:nvSpPr>
            <p:spPr>
              <a:xfrm>
                <a:off x="359993" y="828000"/>
                <a:ext cx="6015408" cy="4425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并行比较型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由电阻分压器、电压比较器、寄存器以及代码转换器等组成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电阻分压网络将参考电压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分成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个等级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触发器在每个时钟有效沿后保存比较的结果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代码转换器（组合电路）对触发器的状态编码来得到数字量输出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BA29CF2-5855-DCA9-3E36-0AEDB2355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3" y="828000"/>
                <a:ext cx="6015408" cy="4425186"/>
              </a:xfrm>
              <a:prstGeom prst="rect">
                <a:avLst/>
              </a:prstGeom>
              <a:blipFill>
                <a:blip r:embed="rId73"/>
                <a:stretch>
                  <a:fillRect l="-1824" t="-551" r="-912" b="-2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03EABFE-92D4-F0CD-FE4F-9855E17A3AD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36517AF-C31E-766C-CD5C-A5C24EE262F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02D23F63-F22F-2B4A-E0DF-A44E6F60312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8513ED63-D6CA-B0E3-CEC8-B4CD7E796E3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6ED7B5E2-5921-75C9-7254-45A4262C7B6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9FCC99E-E354-A6A7-63C6-518E1282579E}"/>
              </a:ext>
            </a:extLst>
          </p:cNvPr>
          <p:cNvSpPr/>
          <p:nvPr/>
        </p:nvSpPr>
        <p:spPr>
          <a:xfrm>
            <a:off x="720000" y="5760000"/>
            <a:ext cx="450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特点：转换速度快，但电路复杂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93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5BB6-1EAF-11CF-02FE-AAEA2C815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D1C27BCF-302B-04DC-3319-46924BAFF9FF}"/>
              </a:ext>
            </a:extLst>
          </p:cNvPr>
          <p:cNvGrpSpPr/>
          <p:nvPr/>
        </p:nvGrpSpPr>
        <p:grpSpPr>
          <a:xfrm>
            <a:off x="7344000" y="612000"/>
            <a:ext cx="4752000" cy="6084000"/>
            <a:chOff x="7236000" y="648000"/>
            <a:chExt cx="4752000" cy="6084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9FD59EA-D9B8-D001-9448-DF03F4783597}"/>
                </a:ext>
              </a:extLst>
            </p:cNvPr>
            <p:cNvCxnSpPr>
              <a:cxnSpLocks/>
            </p:cNvCxnSpPr>
            <p:nvPr/>
          </p:nvCxnSpPr>
          <p:spPr>
            <a:xfrm>
              <a:off x="9216000" y="446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E160126-557D-BD04-E553-8EBA09694CA2}"/>
                </a:ext>
              </a:extLst>
            </p:cNvPr>
            <p:cNvCxnSpPr>
              <a:cxnSpLocks/>
              <a:stCxn id="243" idx="0"/>
            </p:cNvCxnSpPr>
            <p:nvPr/>
          </p:nvCxnSpPr>
          <p:spPr>
            <a:xfrm>
              <a:off x="9215999" y="302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BBBE465-64E4-673A-DD01-1FB416E18BF6}"/>
                </a:ext>
              </a:extLst>
            </p:cNvPr>
            <p:cNvCxnSpPr>
              <a:cxnSpLocks/>
              <a:stCxn id="261" idx="0"/>
            </p:cNvCxnSpPr>
            <p:nvPr/>
          </p:nvCxnSpPr>
          <p:spPr>
            <a:xfrm>
              <a:off x="9216000" y="3744000"/>
              <a:ext cx="22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746DAE7-1BD3-DF6A-A1C8-DBA8FC967673}"/>
                </a:ext>
              </a:extLst>
            </p:cNvPr>
            <p:cNvSpPr/>
            <p:nvPr/>
          </p:nvSpPr>
          <p:spPr>
            <a:xfrm>
              <a:off x="10512000" y="1044000"/>
              <a:ext cx="720000" cy="540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换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B6A16C1-E0FC-8315-2474-39EE5DEAB71C}"/>
                    </a:ext>
                  </a:extLst>
                </p:cNvPr>
                <p:cNvSpPr txBox="1"/>
                <p:nvPr/>
              </p:nvSpPr>
              <p:spPr>
                <a:xfrm>
                  <a:off x="11412000" y="277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B6A16C1-E0FC-8315-2474-39EE5DEAB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2772000"/>
                  <a:ext cx="504000" cy="504000"/>
                </a:xfrm>
                <a:prstGeom prst="rect">
                  <a:avLst/>
                </a:prstGeom>
                <a:blipFill>
                  <a:blip r:embed="rId3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1F1F520-D4EC-199A-49BB-1E3329EEC640}"/>
                    </a:ext>
                  </a:extLst>
                </p:cNvPr>
                <p:cNvSpPr txBox="1"/>
                <p:nvPr/>
              </p:nvSpPr>
              <p:spPr>
                <a:xfrm>
                  <a:off x="11412000" y="34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1F1F520-D4EC-199A-49BB-1E3329EEC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3492000"/>
                  <a:ext cx="504000" cy="504000"/>
                </a:xfrm>
                <a:prstGeom prst="rect">
                  <a:avLst/>
                </a:prstGeom>
                <a:blipFill>
                  <a:blip r:embed="rId4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0719468-339A-C326-076B-1B1C2700FD20}"/>
                    </a:ext>
                  </a:extLst>
                </p:cNvPr>
                <p:cNvSpPr txBox="1"/>
                <p:nvPr/>
              </p:nvSpPr>
              <p:spPr>
                <a:xfrm>
                  <a:off x="11412000" y="421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0719468-339A-C326-076B-1B1C2700F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2000" y="4212000"/>
                  <a:ext cx="504000" cy="504000"/>
                </a:xfrm>
                <a:prstGeom prst="rect">
                  <a:avLst/>
                </a:prstGeom>
                <a:blipFill>
                  <a:blip r:embed="rId5"/>
                  <a:stretch>
                    <a:fillRect l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5D7A3CA-24F5-C4F0-03BC-23BD2CF47FF1}"/>
                    </a:ext>
                  </a:extLst>
                </p:cNvPr>
                <p:cNvSpPr txBox="1"/>
                <p:nvPr/>
              </p:nvSpPr>
              <p:spPr>
                <a:xfrm>
                  <a:off x="11232000" y="2556000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MSB</m:t>
                        </m:r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5D7A3CA-24F5-C4F0-03BC-23BD2CF47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2556000"/>
                  <a:ext cx="75600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419" r="-10484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D09D2D1-67A6-BA66-32C3-8416A74BD9FA}"/>
                    </a:ext>
                  </a:extLst>
                </p:cNvPr>
                <p:cNvSpPr txBox="1"/>
                <p:nvPr/>
              </p:nvSpPr>
              <p:spPr>
                <a:xfrm>
                  <a:off x="11232000" y="4572000"/>
                  <a:ext cx="756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LSB</m:t>
                        </m:r>
                        <m: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D09D2D1-67A6-BA66-32C3-8416A74BD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4572000"/>
                  <a:ext cx="75600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419" r="-2419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4F8C38DC-A641-BB39-4289-CA2FB78E2895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36000"/>
              <a:ext cx="0" cy="45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DE34C00-EEE4-90B9-55CE-E01072D33FA1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1476000"/>
              <a:ext cx="0" cy="48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37B9465-4113-6528-6214-51F4EA83C219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044000"/>
              <a:ext cx="0" cy="56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A8D9EBE-DAE1-5D9F-0987-710C221F7B82}"/>
                    </a:ext>
                  </a:extLst>
                </p:cNvPr>
                <p:cNvSpPr txBox="1"/>
                <p:nvPr/>
              </p:nvSpPr>
              <p:spPr>
                <a:xfrm>
                  <a:off x="10152000" y="486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A8D9EBE-DAE1-5D9F-0987-710C221F7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4860000"/>
                  <a:ext cx="360000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C49F2CA-B318-978A-F5E2-6904DE538A7E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543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等腰三角形 31">
              <a:extLst>
                <a:ext uri="{FF2B5EF4-FFF2-40B4-BE49-F238E27FC236}">
                  <a16:creationId xmlns:a16="http://schemas.microsoft.com/office/drawing/2014/main" id="{59213BC6-5C3A-1F8B-1A1B-51DDE8B72D61}"/>
                </a:ext>
              </a:extLst>
            </p:cNvPr>
            <p:cNvSpPr/>
            <p:nvPr/>
          </p:nvSpPr>
          <p:spPr>
            <a:xfrm rot="5400000">
              <a:off x="8532000" y="482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E850AFA-6578-1EF5-3090-83D2AEADA4DD}"/>
                    </a:ext>
                  </a:extLst>
                </p:cNvPr>
                <p:cNvSpPr txBox="1"/>
                <p:nvPr/>
              </p:nvSpPr>
              <p:spPr>
                <a:xfrm>
                  <a:off x="8640000" y="500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E850AFA-6578-1EF5-3090-83D2AEADA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5004000"/>
                  <a:ext cx="3600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9D6540E-7AD2-F222-BAA5-BFC18520F86F}"/>
                    </a:ext>
                  </a:extLst>
                </p:cNvPr>
                <p:cNvSpPr txBox="1"/>
                <p:nvPr/>
              </p:nvSpPr>
              <p:spPr>
                <a:xfrm>
                  <a:off x="8424000" y="489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9D6540E-7AD2-F222-BAA5-BFC18520F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896000"/>
                  <a:ext cx="3600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894F14A-386F-EED6-43F0-BAA5992FE02B}"/>
                    </a:ext>
                  </a:extLst>
                </p:cNvPr>
                <p:cNvSpPr txBox="1"/>
                <p:nvPr/>
              </p:nvSpPr>
              <p:spPr>
                <a:xfrm>
                  <a:off x="8424000" y="514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894F14A-386F-EED6-43F0-BAA5992FE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148000"/>
                  <a:ext cx="36000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27E33EB-980B-8042-9F81-F572FE85ADB9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07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AD793BA9-0193-B0FB-CEAE-8D8C977F9C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53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70958B0-FAA8-7A4E-6015-EA19E0A4AEFA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>
              <a:off x="9216000" y="518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3E579BF-F82B-2B82-A7E4-16321A186EE8}"/>
                </a:ext>
              </a:extLst>
            </p:cNvPr>
            <p:cNvSpPr/>
            <p:nvPr/>
          </p:nvSpPr>
          <p:spPr>
            <a:xfrm>
              <a:off x="9720000" y="504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F6154F3-31BF-BE90-A3DC-51492C5B1585}"/>
                    </a:ext>
                  </a:extLst>
                </p:cNvPr>
                <p:cNvSpPr txBox="1"/>
                <p:nvPr/>
              </p:nvSpPr>
              <p:spPr>
                <a:xfrm>
                  <a:off x="9684000" y="525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F6154F3-31BF-BE90-A3DC-51492C5B1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5256000"/>
                  <a:ext cx="504000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DD0D758E-1FBA-D7AC-28A2-517DF75BFB68}"/>
                </a:ext>
              </a:extLst>
            </p:cNvPr>
            <p:cNvSpPr/>
            <p:nvPr/>
          </p:nvSpPr>
          <p:spPr>
            <a:xfrm rot="5400000">
              <a:off x="9702000" y="540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5FC43FDA-BFED-2C01-552A-700A86EAD42F}"/>
                </a:ext>
              </a:extLst>
            </p:cNvPr>
            <p:cNvSpPr/>
            <p:nvPr/>
          </p:nvSpPr>
          <p:spPr>
            <a:xfrm>
              <a:off x="9504000" y="540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D7627B5A-860E-E613-DDFC-B9FA50C3E16D}"/>
                </a:ext>
              </a:extLst>
            </p:cNvPr>
            <p:cNvSpPr/>
            <p:nvPr/>
          </p:nvSpPr>
          <p:spPr>
            <a:xfrm>
              <a:off x="8244000" y="504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61F0F1F-37BB-2322-844D-AB093CD8E20A}"/>
                    </a:ext>
                  </a:extLst>
                </p:cNvPr>
                <p:cNvSpPr txBox="1"/>
                <p:nvPr/>
              </p:nvSpPr>
              <p:spPr>
                <a:xfrm>
                  <a:off x="9108000" y="486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061F0F1F-37BB-2322-844D-AB093CD8E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4860000"/>
                  <a:ext cx="504000" cy="36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93CE6D5-D510-BC1B-BC89-C0565DF6FF76}"/>
                </a:ext>
              </a:extLst>
            </p:cNvPr>
            <p:cNvSpPr/>
            <p:nvPr/>
          </p:nvSpPr>
          <p:spPr>
            <a:xfrm>
              <a:off x="7992000" y="529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AB3F1D9D-CE86-E636-4577-CBD80611F321}"/>
                    </a:ext>
                  </a:extLst>
                </p:cNvPr>
                <p:cNvSpPr txBox="1"/>
                <p:nvPr/>
              </p:nvSpPr>
              <p:spPr>
                <a:xfrm>
                  <a:off x="9612000" y="500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AB3F1D9D-CE86-E636-4577-CBD80611F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5004000"/>
                  <a:ext cx="504000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1AE77307-6CE5-61D2-EE03-573DB3C718F5}"/>
                </a:ext>
              </a:extLst>
            </p:cNvPr>
            <p:cNvSpPr/>
            <p:nvPr/>
          </p:nvSpPr>
          <p:spPr>
            <a:xfrm>
              <a:off x="7974000" y="475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6155E42-6B06-F58E-15C0-F5A0A93B565A}"/>
                    </a:ext>
                  </a:extLst>
                </p:cNvPr>
                <p:cNvSpPr txBox="1"/>
                <p:nvPr/>
              </p:nvSpPr>
              <p:spPr>
                <a:xfrm>
                  <a:off x="7704000" y="475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6155E42-6B06-F58E-15C0-F5A0A93B5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4752000"/>
                  <a:ext cx="360000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A5D61A-7B0E-9909-E369-5C238A335026}"/>
                    </a:ext>
                  </a:extLst>
                </p:cNvPr>
                <p:cNvSpPr txBox="1"/>
                <p:nvPr/>
              </p:nvSpPr>
              <p:spPr>
                <a:xfrm>
                  <a:off x="7704000" y="547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A5D61A-7B0E-9909-E369-5C238A335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5472000"/>
                  <a:ext cx="360000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08227249-E588-8109-ACDA-D4BFE35A0261}"/>
                    </a:ext>
                  </a:extLst>
                </p:cNvPr>
                <p:cNvSpPr txBox="1"/>
                <p:nvPr/>
              </p:nvSpPr>
              <p:spPr>
                <a:xfrm>
                  <a:off x="10152000" y="558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08227249-E588-8109-ACDA-D4BFE35A0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5580000"/>
                  <a:ext cx="360000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28E089DB-8837-A9ED-5478-ABD2B0C6D5BF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615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等腰三角形 105">
              <a:extLst>
                <a:ext uri="{FF2B5EF4-FFF2-40B4-BE49-F238E27FC236}">
                  <a16:creationId xmlns:a16="http://schemas.microsoft.com/office/drawing/2014/main" id="{2EB7B162-E456-2958-299C-2BC614B1F245}"/>
                </a:ext>
              </a:extLst>
            </p:cNvPr>
            <p:cNvSpPr/>
            <p:nvPr/>
          </p:nvSpPr>
          <p:spPr>
            <a:xfrm rot="5400000">
              <a:off x="8532000" y="554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E79B2E69-666D-0DD1-83B0-70C469AA4778}"/>
                    </a:ext>
                  </a:extLst>
                </p:cNvPr>
                <p:cNvSpPr txBox="1"/>
                <p:nvPr/>
              </p:nvSpPr>
              <p:spPr>
                <a:xfrm>
                  <a:off x="8640000" y="572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E79B2E69-666D-0DD1-83B0-70C469AA4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5724000"/>
                  <a:ext cx="360000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9577925-96F2-69E8-7267-EEEE69731769}"/>
                    </a:ext>
                  </a:extLst>
                </p:cNvPr>
                <p:cNvSpPr txBox="1"/>
                <p:nvPr/>
              </p:nvSpPr>
              <p:spPr>
                <a:xfrm>
                  <a:off x="8424000" y="561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9577925-96F2-69E8-7267-EEEE69731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616000"/>
                  <a:ext cx="360000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40C65E34-7431-42BC-A835-3813A722D5C5}"/>
                    </a:ext>
                  </a:extLst>
                </p:cNvPr>
                <p:cNvSpPr txBox="1"/>
                <p:nvPr/>
              </p:nvSpPr>
              <p:spPr>
                <a:xfrm>
                  <a:off x="8424000" y="586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40C65E34-7431-42BC-A835-3813A722D5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5868000"/>
                  <a:ext cx="360000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86CA031B-8015-1900-990A-112C999C12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79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627B5EAD-8467-F004-3896-D077C0AA4367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60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759BDD82-A800-A49B-6CE7-70D06CB9D693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>
              <a:off x="9216000" y="590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64B7B9B-DF0A-DB86-0FB7-B385512B03B5}"/>
                </a:ext>
              </a:extLst>
            </p:cNvPr>
            <p:cNvSpPr/>
            <p:nvPr/>
          </p:nvSpPr>
          <p:spPr>
            <a:xfrm>
              <a:off x="9720000" y="576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5B54EF5E-FF4F-4CE3-BF30-391A7965E8B4}"/>
                    </a:ext>
                  </a:extLst>
                </p:cNvPr>
                <p:cNvSpPr txBox="1"/>
                <p:nvPr/>
              </p:nvSpPr>
              <p:spPr>
                <a:xfrm>
                  <a:off x="9684000" y="597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5B54EF5E-FF4F-4CE3-BF30-391A7965E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5976000"/>
                  <a:ext cx="504000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5203666E-5D35-4641-EB8A-DB8091404C4B}"/>
                </a:ext>
              </a:extLst>
            </p:cNvPr>
            <p:cNvSpPr/>
            <p:nvPr/>
          </p:nvSpPr>
          <p:spPr>
            <a:xfrm rot="5400000">
              <a:off x="9702000" y="612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376F5654-58A2-2F64-C649-5F274DEE2652}"/>
                </a:ext>
              </a:extLst>
            </p:cNvPr>
            <p:cNvSpPr/>
            <p:nvPr/>
          </p:nvSpPr>
          <p:spPr>
            <a:xfrm>
              <a:off x="9504000" y="61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723ABF94-BCCB-ABC3-EF6A-D6D5A083DB98}"/>
                </a:ext>
              </a:extLst>
            </p:cNvPr>
            <p:cNvSpPr/>
            <p:nvPr/>
          </p:nvSpPr>
          <p:spPr>
            <a:xfrm>
              <a:off x="8244000" y="57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57E71E65-9874-6C83-4D4D-C35C3EEFE55A}"/>
                    </a:ext>
                  </a:extLst>
                </p:cNvPr>
                <p:cNvSpPr txBox="1"/>
                <p:nvPr/>
              </p:nvSpPr>
              <p:spPr>
                <a:xfrm>
                  <a:off x="9108000" y="558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57E71E65-9874-6C83-4D4D-C35C3EEFE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5580000"/>
                  <a:ext cx="504000" cy="360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53BB6097-4323-C6E2-4429-CC7A51F7B676}"/>
                </a:ext>
              </a:extLst>
            </p:cNvPr>
            <p:cNvSpPr/>
            <p:nvPr/>
          </p:nvSpPr>
          <p:spPr>
            <a:xfrm>
              <a:off x="7992000" y="601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24746C6-63B7-0D93-489F-C18F21615428}"/>
                    </a:ext>
                  </a:extLst>
                </p:cNvPr>
                <p:cNvSpPr txBox="1"/>
                <p:nvPr/>
              </p:nvSpPr>
              <p:spPr>
                <a:xfrm>
                  <a:off x="9612000" y="572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24746C6-63B7-0D93-489F-C18F21615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5724000"/>
                  <a:ext cx="504000" cy="3385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667506F9-194A-4183-88AF-C803E27712DF}"/>
                </a:ext>
              </a:extLst>
            </p:cNvPr>
            <p:cNvSpPr/>
            <p:nvPr/>
          </p:nvSpPr>
          <p:spPr>
            <a:xfrm>
              <a:off x="7974000" y="547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B325AFE1-47C4-FEFF-E060-4BC121253473}"/>
                    </a:ext>
                  </a:extLst>
                </p:cNvPr>
                <p:cNvSpPr txBox="1"/>
                <p:nvPr/>
              </p:nvSpPr>
              <p:spPr>
                <a:xfrm>
                  <a:off x="10152000" y="414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B325AFE1-47C4-FEFF-E060-4BC121253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4140000"/>
                  <a:ext cx="360000" cy="338554"/>
                </a:xfrm>
                <a:prstGeom prst="rect">
                  <a:avLst/>
                </a:prstGeom>
                <a:blipFill>
                  <a:blip r:embed="rId24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44E3D599-20D4-0325-3B71-1BFBAEF5DCF9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471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等腰三角形 200">
              <a:extLst>
                <a:ext uri="{FF2B5EF4-FFF2-40B4-BE49-F238E27FC236}">
                  <a16:creationId xmlns:a16="http://schemas.microsoft.com/office/drawing/2014/main" id="{8AA344DC-0A5B-B458-7050-96AC305C8D3A}"/>
                </a:ext>
              </a:extLst>
            </p:cNvPr>
            <p:cNvSpPr/>
            <p:nvPr/>
          </p:nvSpPr>
          <p:spPr>
            <a:xfrm rot="5400000">
              <a:off x="8532000" y="410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5CB39ED-9734-DBA4-328E-A7E39BD67468}"/>
                    </a:ext>
                  </a:extLst>
                </p:cNvPr>
                <p:cNvSpPr txBox="1"/>
                <p:nvPr/>
              </p:nvSpPr>
              <p:spPr>
                <a:xfrm>
                  <a:off x="8640000" y="428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5CB39ED-9734-DBA4-328E-A7E39BD67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4284000"/>
                  <a:ext cx="360000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8E69BDC6-5316-33FD-6F84-524ABCB93C90}"/>
                    </a:ext>
                  </a:extLst>
                </p:cNvPr>
                <p:cNvSpPr txBox="1"/>
                <p:nvPr/>
              </p:nvSpPr>
              <p:spPr>
                <a:xfrm>
                  <a:off x="8424000" y="417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8E69BDC6-5316-33FD-6F84-524ABCB93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176000"/>
                  <a:ext cx="3600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5E1A505-1406-E8DF-16EB-5E640A5645E6}"/>
                    </a:ext>
                  </a:extLst>
                </p:cNvPr>
                <p:cNvSpPr txBox="1"/>
                <p:nvPr/>
              </p:nvSpPr>
              <p:spPr>
                <a:xfrm>
                  <a:off x="8424000" y="442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5E1A505-1406-E8DF-16EB-5E640A564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4428000"/>
                  <a:ext cx="360000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66AF1903-F23C-1816-B577-20E46234E8D4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435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005F54B3-86EF-CBA3-C6F4-71BDFE37B002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32717B93-E09B-4077-69A1-1A073B50EF67}"/>
                </a:ext>
              </a:extLst>
            </p:cNvPr>
            <p:cNvSpPr/>
            <p:nvPr/>
          </p:nvSpPr>
          <p:spPr>
            <a:xfrm>
              <a:off x="9720000" y="432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4FD85C1-2C4A-0A24-D17A-E468E628708C}"/>
                    </a:ext>
                  </a:extLst>
                </p:cNvPr>
                <p:cNvSpPr txBox="1"/>
                <p:nvPr/>
              </p:nvSpPr>
              <p:spPr>
                <a:xfrm>
                  <a:off x="9684000" y="453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4FD85C1-2C4A-0A24-D17A-E468E6287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4536000"/>
                  <a:ext cx="504000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82802BBC-181A-1DE9-59FA-451F4A8361E1}"/>
                </a:ext>
              </a:extLst>
            </p:cNvPr>
            <p:cNvSpPr/>
            <p:nvPr/>
          </p:nvSpPr>
          <p:spPr>
            <a:xfrm rot="5400000">
              <a:off x="9702000" y="468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153D1E9E-A622-77E0-2812-B33D344FB7D3}"/>
                </a:ext>
              </a:extLst>
            </p:cNvPr>
            <p:cNvSpPr/>
            <p:nvPr/>
          </p:nvSpPr>
          <p:spPr>
            <a:xfrm>
              <a:off x="9504000" y="468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2FD3C316-F3B3-2E98-7C3C-DD9095795914}"/>
                </a:ext>
              </a:extLst>
            </p:cNvPr>
            <p:cNvSpPr/>
            <p:nvPr/>
          </p:nvSpPr>
          <p:spPr>
            <a:xfrm>
              <a:off x="8244000" y="43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895CDD46-A5E9-2D77-8FFB-F793C1CB84A0}"/>
                    </a:ext>
                  </a:extLst>
                </p:cNvPr>
                <p:cNvSpPr txBox="1"/>
                <p:nvPr/>
              </p:nvSpPr>
              <p:spPr>
                <a:xfrm>
                  <a:off x="9108000" y="414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895CDD46-A5E9-2D77-8FFB-F793C1CB8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4140000"/>
                  <a:ext cx="504000" cy="360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1FB3AABB-2106-692C-4EF3-248A7F67705F}"/>
                </a:ext>
              </a:extLst>
            </p:cNvPr>
            <p:cNvSpPr/>
            <p:nvPr/>
          </p:nvSpPr>
          <p:spPr>
            <a:xfrm>
              <a:off x="7992000" y="457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9A73BAEA-8275-DD9B-6C97-3BB760E82AE8}"/>
                    </a:ext>
                  </a:extLst>
                </p:cNvPr>
                <p:cNvSpPr txBox="1"/>
                <p:nvPr/>
              </p:nvSpPr>
              <p:spPr>
                <a:xfrm>
                  <a:off x="9612000" y="428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9A73BAEA-8275-DD9B-6C97-3BB760E82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4284000"/>
                  <a:ext cx="504000" cy="33855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FA7144A4-4D9E-DD02-6B0F-6E737BDD8593}"/>
                </a:ext>
              </a:extLst>
            </p:cNvPr>
            <p:cNvSpPr/>
            <p:nvPr/>
          </p:nvSpPr>
          <p:spPr>
            <a:xfrm>
              <a:off x="7974000" y="403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1E65A28-F85B-1CEF-81A8-65FAAC77078A}"/>
                    </a:ext>
                  </a:extLst>
                </p:cNvPr>
                <p:cNvSpPr txBox="1"/>
                <p:nvPr/>
              </p:nvSpPr>
              <p:spPr>
                <a:xfrm>
                  <a:off x="7704000" y="403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1E65A28-F85B-1CEF-81A8-65FAAC7707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4032000"/>
                  <a:ext cx="360000" cy="33855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A6A2D328-B104-CB8C-8C88-A28707DA1407}"/>
                    </a:ext>
                  </a:extLst>
                </p:cNvPr>
                <p:cNvSpPr txBox="1"/>
                <p:nvPr/>
              </p:nvSpPr>
              <p:spPr>
                <a:xfrm>
                  <a:off x="10152000" y="270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A6A2D328-B104-CB8C-8C88-A28707DA1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2700000"/>
                  <a:ext cx="360000" cy="338554"/>
                </a:xfrm>
                <a:prstGeom prst="rect">
                  <a:avLst/>
                </a:prstGeom>
                <a:blipFill>
                  <a:blip r:embed="rId31"/>
                  <a:stretch>
                    <a:fillRect r="-339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A7BBF987-C4F2-561C-BD01-B1FC3195E546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327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等腰三角形 242">
              <a:extLst>
                <a:ext uri="{FF2B5EF4-FFF2-40B4-BE49-F238E27FC236}">
                  <a16:creationId xmlns:a16="http://schemas.microsoft.com/office/drawing/2014/main" id="{4261BE21-9213-62DF-8A79-1D5616DA7EE5}"/>
                </a:ext>
              </a:extLst>
            </p:cNvPr>
            <p:cNvSpPr/>
            <p:nvPr/>
          </p:nvSpPr>
          <p:spPr>
            <a:xfrm rot="5400000">
              <a:off x="8532000" y="266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E24DB18E-C56B-75B6-755A-8639AA0C7B91}"/>
                    </a:ext>
                  </a:extLst>
                </p:cNvPr>
                <p:cNvSpPr txBox="1"/>
                <p:nvPr/>
              </p:nvSpPr>
              <p:spPr>
                <a:xfrm>
                  <a:off x="8640000" y="284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4" name="文本框 243">
                  <a:extLst>
                    <a:ext uri="{FF2B5EF4-FFF2-40B4-BE49-F238E27FC236}">
                      <a16:creationId xmlns:a16="http://schemas.microsoft.com/office/drawing/2014/main" id="{E24DB18E-C56B-75B6-755A-8639AA0C7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2844000"/>
                  <a:ext cx="360000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57BC8B3E-9F51-F296-5F33-42AA85842A28}"/>
                    </a:ext>
                  </a:extLst>
                </p:cNvPr>
                <p:cNvSpPr txBox="1"/>
                <p:nvPr/>
              </p:nvSpPr>
              <p:spPr>
                <a:xfrm>
                  <a:off x="8424000" y="273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57BC8B3E-9F51-F296-5F33-42AA85842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736000"/>
                  <a:ext cx="360000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3E50829C-8C23-2B86-4CC1-986D9D10867A}"/>
                    </a:ext>
                  </a:extLst>
                </p:cNvPr>
                <p:cNvSpPr txBox="1"/>
                <p:nvPr/>
              </p:nvSpPr>
              <p:spPr>
                <a:xfrm>
                  <a:off x="8424000" y="298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3E50829C-8C23-2B86-4CC1-986D9D108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988000"/>
                  <a:ext cx="360000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1EB115F7-5268-78BB-9658-E14309EFBA7C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91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344487EB-88B7-4D9D-B3FC-272E4B673065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16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351D4141-B9E3-9C94-25C8-96CB144301AD}"/>
                </a:ext>
              </a:extLst>
            </p:cNvPr>
            <p:cNvSpPr/>
            <p:nvPr/>
          </p:nvSpPr>
          <p:spPr>
            <a:xfrm>
              <a:off x="9720000" y="288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9D8C214E-6BCD-B0C4-7C1F-878FAD8085E0}"/>
                    </a:ext>
                  </a:extLst>
                </p:cNvPr>
                <p:cNvSpPr txBox="1"/>
                <p:nvPr/>
              </p:nvSpPr>
              <p:spPr>
                <a:xfrm>
                  <a:off x="9684000" y="309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9D8C214E-6BCD-B0C4-7C1F-878FAD808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3096000"/>
                  <a:ext cx="504000" cy="33855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等腰三角形 250">
              <a:extLst>
                <a:ext uri="{FF2B5EF4-FFF2-40B4-BE49-F238E27FC236}">
                  <a16:creationId xmlns:a16="http://schemas.microsoft.com/office/drawing/2014/main" id="{C2D3A3C1-0F74-8674-0CE1-5E877E96F1E8}"/>
                </a:ext>
              </a:extLst>
            </p:cNvPr>
            <p:cNvSpPr/>
            <p:nvPr/>
          </p:nvSpPr>
          <p:spPr>
            <a:xfrm rot="5400000">
              <a:off x="9702000" y="324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BAB45CD9-ED3A-BB13-28E5-4C3D192055F4}"/>
                </a:ext>
              </a:extLst>
            </p:cNvPr>
            <p:cNvSpPr/>
            <p:nvPr/>
          </p:nvSpPr>
          <p:spPr>
            <a:xfrm>
              <a:off x="9504000" y="324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27237CA7-AE02-A67F-1E2A-489542ED9DFE}"/>
                </a:ext>
              </a:extLst>
            </p:cNvPr>
            <p:cNvSpPr/>
            <p:nvPr/>
          </p:nvSpPr>
          <p:spPr>
            <a:xfrm>
              <a:off x="8244000" y="288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2464D13-155E-5379-831A-3B8EB301D75F}"/>
                    </a:ext>
                  </a:extLst>
                </p:cNvPr>
                <p:cNvSpPr txBox="1"/>
                <p:nvPr/>
              </p:nvSpPr>
              <p:spPr>
                <a:xfrm>
                  <a:off x="9108000" y="270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2464D13-155E-5379-831A-3B8EB301D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2700000"/>
                  <a:ext cx="504000" cy="36000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CEBB2939-1DFC-C64E-5FFD-2AE76DBBA178}"/>
                </a:ext>
              </a:extLst>
            </p:cNvPr>
            <p:cNvSpPr/>
            <p:nvPr/>
          </p:nvSpPr>
          <p:spPr>
            <a:xfrm>
              <a:off x="7992000" y="313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6501C425-77D5-3FBA-CAD0-D78E7D36DF52}"/>
                    </a:ext>
                  </a:extLst>
                </p:cNvPr>
                <p:cNvSpPr txBox="1"/>
                <p:nvPr/>
              </p:nvSpPr>
              <p:spPr>
                <a:xfrm>
                  <a:off x="9612000" y="284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6501C425-77D5-3FBA-CAD0-D78E7D36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2844000"/>
                  <a:ext cx="504000" cy="33855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5EDB6D0-CDEF-453C-0976-0F090A951343}"/>
                </a:ext>
              </a:extLst>
            </p:cNvPr>
            <p:cNvSpPr/>
            <p:nvPr/>
          </p:nvSpPr>
          <p:spPr>
            <a:xfrm>
              <a:off x="7974000" y="259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087114BD-F8A6-787A-6325-D46F03435CA6}"/>
                    </a:ext>
                  </a:extLst>
                </p:cNvPr>
                <p:cNvSpPr txBox="1"/>
                <p:nvPr/>
              </p:nvSpPr>
              <p:spPr>
                <a:xfrm>
                  <a:off x="7704000" y="259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087114BD-F8A6-787A-6325-D46F03435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2592000"/>
                  <a:ext cx="360000" cy="33855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64349B36-DDB2-1B37-DE65-B677BB01569A}"/>
                    </a:ext>
                  </a:extLst>
                </p:cNvPr>
                <p:cNvSpPr txBox="1"/>
                <p:nvPr/>
              </p:nvSpPr>
              <p:spPr>
                <a:xfrm>
                  <a:off x="10152000" y="342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64349B36-DDB2-1B37-DE65-B677BB015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3420000"/>
                  <a:ext cx="360000" cy="338554"/>
                </a:xfrm>
                <a:prstGeom prst="rect">
                  <a:avLst/>
                </a:prstGeom>
                <a:blipFill>
                  <a:blip r:embed="rId39"/>
                  <a:stretch>
                    <a:fillRect r="-1695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D365F6B6-CD0C-C8E3-34AC-529C324C5949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399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等腰三角形 260">
              <a:extLst>
                <a:ext uri="{FF2B5EF4-FFF2-40B4-BE49-F238E27FC236}">
                  <a16:creationId xmlns:a16="http://schemas.microsoft.com/office/drawing/2014/main" id="{327B386D-38BC-579C-E0FE-3E6C13B1F329}"/>
                </a:ext>
              </a:extLst>
            </p:cNvPr>
            <p:cNvSpPr/>
            <p:nvPr/>
          </p:nvSpPr>
          <p:spPr>
            <a:xfrm rot="5400000">
              <a:off x="8532000" y="338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02EA3611-DFDD-2CA8-1EBD-CDF79F731868}"/>
                    </a:ext>
                  </a:extLst>
                </p:cNvPr>
                <p:cNvSpPr txBox="1"/>
                <p:nvPr/>
              </p:nvSpPr>
              <p:spPr>
                <a:xfrm>
                  <a:off x="8640000" y="356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02EA3611-DFDD-2CA8-1EBD-CDF79F731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3564000"/>
                  <a:ext cx="360000" cy="33855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448F827D-117A-CF68-5EDF-7599090CBE02}"/>
                    </a:ext>
                  </a:extLst>
                </p:cNvPr>
                <p:cNvSpPr txBox="1"/>
                <p:nvPr/>
              </p:nvSpPr>
              <p:spPr>
                <a:xfrm>
                  <a:off x="8424000" y="345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448F827D-117A-CF68-5EDF-7599090CB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3456000"/>
                  <a:ext cx="360000" cy="338554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8328402E-BB94-6752-5163-0C60D4C617B9}"/>
                    </a:ext>
                  </a:extLst>
                </p:cNvPr>
                <p:cNvSpPr txBox="1"/>
                <p:nvPr/>
              </p:nvSpPr>
              <p:spPr>
                <a:xfrm>
                  <a:off x="8424000" y="370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8328402E-BB94-6752-5163-0C60D4C61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3708000"/>
                  <a:ext cx="360000" cy="338554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65D5732-1561-5791-3A4B-634608843F22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363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FC7F1FD3-4048-6E98-B46B-D400F5A5C4D5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FAA425EF-7214-6689-348D-856926A78293}"/>
                </a:ext>
              </a:extLst>
            </p:cNvPr>
            <p:cNvSpPr/>
            <p:nvPr/>
          </p:nvSpPr>
          <p:spPr>
            <a:xfrm>
              <a:off x="9720000" y="360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35E63F54-CA80-0E23-CB03-82FEFF5C1C6F}"/>
                    </a:ext>
                  </a:extLst>
                </p:cNvPr>
                <p:cNvSpPr txBox="1"/>
                <p:nvPr/>
              </p:nvSpPr>
              <p:spPr>
                <a:xfrm>
                  <a:off x="9684000" y="381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35E63F54-CA80-0E23-CB03-82FEFF5C1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3816000"/>
                  <a:ext cx="504000" cy="338554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等腰三角形 268">
              <a:extLst>
                <a:ext uri="{FF2B5EF4-FFF2-40B4-BE49-F238E27FC236}">
                  <a16:creationId xmlns:a16="http://schemas.microsoft.com/office/drawing/2014/main" id="{51E0918F-866F-7628-8A17-76F38545A9FF}"/>
                </a:ext>
              </a:extLst>
            </p:cNvPr>
            <p:cNvSpPr/>
            <p:nvPr/>
          </p:nvSpPr>
          <p:spPr>
            <a:xfrm rot="5400000">
              <a:off x="9702000" y="396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0C9D85F0-CC37-4F12-9F75-9E83754A9B49}"/>
                </a:ext>
              </a:extLst>
            </p:cNvPr>
            <p:cNvSpPr/>
            <p:nvPr/>
          </p:nvSpPr>
          <p:spPr>
            <a:xfrm>
              <a:off x="9504000" y="39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39D88D3A-AD43-03C7-FE8A-7F1117DA0CA1}"/>
                </a:ext>
              </a:extLst>
            </p:cNvPr>
            <p:cNvSpPr/>
            <p:nvPr/>
          </p:nvSpPr>
          <p:spPr>
            <a:xfrm>
              <a:off x="8244000" y="360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87D57EF2-8DFE-A2DE-65F8-E6D62E3EABA7}"/>
                    </a:ext>
                  </a:extLst>
                </p:cNvPr>
                <p:cNvSpPr txBox="1"/>
                <p:nvPr/>
              </p:nvSpPr>
              <p:spPr>
                <a:xfrm>
                  <a:off x="9108000" y="342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87D57EF2-8DFE-A2DE-65F8-E6D62E3EA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3420000"/>
                  <a:ext cx="504000" cy="36000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38205EBE-13ED-F407-9FD0-0D3F0BB266DC}"/>
                </a:ext>
              </a:extLst>
            </p:cNvPr>
            <p:cNvSpPr/>
            <p:nvPr/>
          </p:nvSpPr>
          <p:spPr>
            <a:xfrm>
              <a:off x="7992000" y="385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本框 273">
                  <a:extLst>
                    <a:ext uri="{FF2B5EF4-FFF2-40B4-BE49-F238E27FC236}">
                      <a16:creationId xmlns:a16="http://schemas.microsoft.com/office/drawing/2014/main" id="{D84ECC28-31E7-9890-8032-4B092D27BE7E}"/>
                    </a:ext>
                  </a:extLst>
                </p:cNvPr>
                <p:cNvSpPr txBox="1"/>
                <p:nvPr/>
              </p:nvSpPr>
              <p:spPr>
                <a:xfrm>
                  <a:off x="9612000" y="356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文本框 273">
                  <a:extLst>
                    <a:ext uri="{FF2B5EF4-FFF2-40B4-BE49-F238E27FC236}">
                      <a16:creationId xmlns:a16="http://schemas.microsoft.com/office/drawing/2014/main" id="{D84ECC28-31E7-9890-8032-4B092D27B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3564000"/>
                  <a:ext cx="504000" cy="338554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B4209C42-47D4-87D3-837E-B3CC39171AA5}"/>
                </a:ext>
              </a:extLst>
            </p:cNvPr>
            <p:cNvSpPr/>
            <p:nvPr/>
          </p:nvSpPr>
          <p:spPr>
            <a:xfrm>
              <a:off x="7974000" y="331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4604A233-6D42-0170-24E9-961916D065E2}"/>
                    </a:ext>
                  </a:extLst>
                </p:cNvPr>
                <p:cNvSpPr txBox="1"/>
                <p:nvPr/>
              </p:nvSpPr>
              <p:spPr>
                <a:xfrm>
                  <a:off x="7704000" y="331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4604A233-6D42-0170-24E9-961916D06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3312000"/>
                  <a:ext cx="360000" cy="338554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5229C298-139E-91FB-8604-B0962D1140F4}"/>
                    </a:ext>
                  </a:extLst>
                </p:cNvPr>
                <p:cNvSpPr txBox="1"/>
                <p:nvPr/>
              </p:nvSpPr>
              <p:spPr>
                <a:xfrm>
                  <a:off x="10152000" y="198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5229C298-139E-91FB-8604-B0962D114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1980000"/>
                  <a:ext cx="360000" cy="338554"/>
                </a:xfrm>
                <a:prstGeom prst="rect">
                  <a:avLst/>
                </a:prstGeom>
                <a:blipFill>
                  <a:blip r:embed="rId47"/>
                  <a:stretch>
                    <a:fillRect r="-1695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5DF9D514-E11C-7632-7D9C-20B5D9E3FBF5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55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等腰三角形 278">
              <a:extLst>
                <a:ext uri="{FF2B5EF4-FFF2-40B4-BE49-F238E27FC236}">
                  <a16:creationId xmlns:a16="http://schemas.microsoft.com/office/drawing/2014/main" id="{39ACCC4F-6C1A-37A6-9E0F-4B0CC56CD68A}"/>
                </a:ext>
              </a:extLst>
            </p:cNvPr>
            <p:cNvSpPr/>
            <p:nvPr/>
          </p:nvSpPr>
          <p:spPr>
            <a:xfrm rot="5400000">
              <a:off x="8532000" y="194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C42F3B23-EFDA-B098-AD6A-47A956FE3709}"/>
                    </a:ext>
                  </a:extLst>
                </p:cNvPr>
                <p:cNvSpPr txBox="1"/>
                <p:nvPr/>
              </p:nvSpPr>
              <p:spPr>
                <a:xfrm>
                  <a:off x="8640000" y="212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C42F3B23-EFDA-B098-AD6A-47A956FE3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2124000"/>
                  <a:ext cx="360000" cy="338554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9E702E90-3E05-8A37-3C62-B86B1DFFC897}"/>
                    </a:ext>
                  </a:extLst>
                </p:cNvPr>
                <p:cNvSpPr txBox="1"/>
                <p:nvPr/>
              </p:nvSpPr>
              <p:spPr>
                <a:xfrm>
                  <a:off x="8424000" y="201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9E702E90-3E05-8A37-3C62-B86B1DFFC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016000"/>
                  <a:ext cx="360000" cy="338554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07380CE3-E326-514A-30DD-2E4DBD64473D}"/>
                    </a:ext>
                  </a:extLst>
                </p:cNvPr>
                <p:cNvSpPr txBox="1"/>
                <p:nvPr/>
              </p:nvSpPr>
              <p:spPr>
                <a:xfrm>
                  <a:off x="8424000" y="226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07380CE3-E326-514A-30DD-2E4DBD644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268000"/>
                  <a:ext cx="360000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ACB23B7E-0E3B-4BF4-64B7-AAA4B497FAD1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19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6A881EFA-9B57-0510-E87C-7B3D34587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24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FD75E1DC-C6D8-C7F2-8E30-C2B12CC1B463}"/>
                </a:ext>
              </a:extLst>
            </p:cNvPr>
            <p:cNvCxnSpPr>
              <a:cxnSpLocks/>
              <a:stCxn id="279" idx="0"/>
            </p:cNvCxnSpPr>
            <p:nvPr/>
          </p:nvCxnSpPr>
          <p:spPr>
            <a:xfrm>
              <a:off x="9216000" y="230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1C19AB6D-7150-D38A-9334-FF880A30EF61}"/>
                </a:ext>
              </a:extLst>
            </p:cNvPr>
            <p:cNvSpPr/>
            <p:nvPr/>
          </p:nvSpPr>
          <p:spPr>
            <a:xfrm>
              <a:off x="9720000" y="216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9D6DFA41-F43D-BCC3-C97C-70DC539B6D67}"/>
                    </a:ext>
                  </a:extLst>
                </p:cNvPr>
                <p:cNvSpPr txBox="1"/>
                <p:nvPr/>
              </p:nvSpPr>
              <p:spPr>
                <a:xfrm>
                  <a:off x="9684000" y="237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9D6DFA41-F43D-BCC3-C97C-70DC539B6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2376000"/>
                  <a:ext cx="504000" cy="338554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8" name="等腰三角形 287">
              <a:extLst>
                <a:ext uri="{FF2B5EF4-FFF2-40B4-BE49-F238E27FC236}">
                  <a16:creationId xmlns:a16="http://schemas.microsoft.com/office/drawing/2014/main" id="{D3D0D988-1834-B3F1-8E23-3179830D4962}"/>
                </a:ext>
              </a:extLst>
            </p:cNvPr>
            <p:cNvSpPr/>
            <p:nvPr/>
          </p:nvSpPr>
          <p:spPr>
            <a:xfrm rot="5400000">
              <a:off x="9702000" y="252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9" name="椭圆 288">
              <a:extLst>
                <a:ext uri="{FF2B5EF4-FFF2-40B4-BE49-F238E27FC236}">
                  <a16:creationId xmlns:a16="http://schemas.microsoft.com/office/drawing/2014/main" id="{56C5E5AF-2A4A-E113-EEB0-6D1221CAA3EA}"/>
                </a:ext>
              </a:extLst>
            </p:cNvPr>
            <p:cNvSpPr/>
            <p:nvPr/>
          </p:nvSpPr>
          <p:spPr>
            <a:xfrm>
              <a:off x="9504000" y="252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0" name="椭圆 289">
              <a:extLst>
                <a:ext uri="{FF2B5EF4-FFF2-40B4-BE49-F238E27FC236}">
                  <a16:creationId xmlns:a16="http://schemas.microsoft.com/office/drawing/2014/main" id="{727AFBBE-51D1-5608-5A5E-E8DBC7FB79A4}"/>
                </a:ext>
              </a:extLst>
            </p:cNvPr>
            <p:cNvSpPr/>
            <p:nvPr/>
          </p:nvSpPr>
          <p:spPr>
            <a:xfrm>
              <a:off x="8244000" y="2160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3BFDB5A2-DF74-8DA6-29CE-DDAB25FF8F85}"/>
                    </a:ext>
                  </a:extLst>
                </p:cNvPr>
                <p:cNvSpPr txBox="1"/>
                <p:nvPr/>
              </p:nvSpPr>
              <p:spPr>
                <a:xfrm>
                  <a:off x="9108000" y="198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3BFDB5A2-DF74-8DA6-29CE-DDAB25FF8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1980000"/>
                  <a:ext cx="504000" cy="36000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681FA3B8-9741-5EB8-AF75-BFEFFC64A3CF}"/>
                </a:ext>
              </a:extLst>
            </p:cNvPr>
            <p:cNvSpPr/>
            <p:nvPr/>
          </p:nvSpPr>
          <p:spPr>
            <a:xfrm>
              <a:off x="7992000" y="241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B34DD4B5-8504-B829-C225-08787C2304F7}"/>
                    </a:ext>
                  </a:extLst>
                </p:cNvPr>
                <p:cNvSpPr txBox="1"/>
                <p:nvPr/>
              </p:nvSpPr>
              <p:spPr>
                <a:xfrm>
                  <a:off x="9612000" y="212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B34DD4B5-8504-B829-C225-08787C230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2124000"/>
                  <a:ext cx="504000" cy="338554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3E512B6E-1EB9-9870-98BA-32EBBDD460E1}"/>
                </a:ext>
              </a:extLst>
            </p:cNvPr>
            <p:cNvSpPr/>
            <p:nvPr/>
          </p:nvSpPr>
          <p:spPr>
            <a:xfrm>
              <a:off x="7974000" y="187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CB1C5A70-973A-B890-45DB-39F357244DF5}"/>
                    </a:ext>
                  </a:extLst>
                </p:cNvPr>
                <p:cNvSpPr txBox="1"/>
                <p:nvPr/>
              </p:nvSpPr>
              <p:spPr>
                <a:xfrm>
                  <a:off x="7704000" y="187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CB1C5A70-973A-B890-45DB-39F357244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1872000"/>
                  <a:ext cx="360000" cy="338554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BCB6F4B8-1203-0036-3F8B-9E15869E1AE1}"/>
                    </a:ext>
                  </a:extLst>
                </p:cNvPr>
                <p:cNvSpPr txBox="1"/>
                <p:nvPr/>
              </p:nvSpPr>
              <p:spPr>
                <a:xfrm>
                  <a:off x="10152000" y="1260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BCB6F4B8-1203-0036-3F8B-9E15869E1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000" y="1260000"/>
                  <a:ext cx="360000" cy="338554"/>
                </a:xfrm>
                <a:prstGeom prst="rect">
                  <a:avLst/>
                </a:prstGeom>
                <a:blipFill>
                  <a:blip r:embed="rId54"/>
                  <a:stretch>
                    <a:fillRect r="-1695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606FA24B-2A1B-0CC8-D967-72C366380D08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36000"/>
              <a:ext cx="86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等腰三角形 297">
              <a:extLst>
                <a:ext uri="{FF2B5EF4-FFF2-40B4-BE49-F238E27FC236}">
                  <a16:creationId xmlns:a16="http://schemas.microsoft.com/office/drawing/2014/main" id="{7A645C3A-CF44-5DC0-A9DB-12D479E55A46}"/>
                </a:ext>
              </a:extLst>
            </p:cNvPr>
            <p:cNvSpPr/>
            <p:nvPr/>
          </p:nvSpPr>
          <p:spPr>
            <a:xfrm rot="5400000">
              <a:off x="8532000" y="1224000"/>
              <a:ext cx="648000" cy="72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E00E1D9-212E-A55F-FFFE-ACBE20D875C1}"/>
                    </a:ext>
                  </a:extLst>
                </p:cNvPr>
                <p:cNvSpPr txBox="1"/>
                <p:nvPr/>
              </p:nvSpPr>
              <p:spPr>
                <a:xfrm>
                  <a:off x="8640000" y="1404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E00E1D9-212E-A55F-FFFE-ACBE20D87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0" y="1404000"/>
                  <a:ext cx="360000" cy="338554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BFF60770-C105-7C36-5990-325EF805A8F8}"/>
                    </a:ext>
                  </a:extLst>
                </p:cNvPr>
                <p:cNvSpPr txBox="1"/>
                <p:nvPr/>
              </p:nvSpPr>
              <p:spPr>
                <a:xfrm>
                  <a:off x="8424000" y="1296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BFF60770-C105-7C36-5990-325EF805A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1296000"/>
                  <a:ext cx="360000" cy="338554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70FCEEC7-012B-9044-2FA4-6CFF9780654D}"/>
                    </a:ext>
                  </a:extLst>
                </p:cNvPr>
                <p:cNvSpPr txBox="1"/>
                <p:nvPr/>
              </p:nvSpPr>
              <p:spPr>
                <a:xfrm>
                  <a:off x="8424000" y="1548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70FCEEC7-012B-9044-2FA4-6CFF9780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1548000"/>
                  <a:ext cx="360000" cy="338554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20F0361C-846D-C5BD-6965-DA1BBD297218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147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7220CF01-1124-46D3-C70B-99F53E76C430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7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0B7ED89F-C438-8924-19DB-C995D2AEE4CC}"/>
                </a:ext>
              </a:extLst>
            </p:cNvPr>
            <p:cNvCxnSpPr>
              <a:cxnSpLocks/>
              <a:stCxn id="298" idx="0"/>
            </p:cNvCxnSpPr>
            <p:nvPr/>
          </p:nvCxnSpPr>
          <p:spPr>
            <a:xfrm>
              <a:off x="9216000" y="1584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F22CDFBD-5483-B392-2F0F-9F64647930D4}"/>
                </a:ext>
              </a:extLst>
            </p:cNvPr>
            <p:cNvSpPr/>
            <p:nvPr/>
          </p:nvSpPr>
          <p:spPr>
            <a:xfrm>
              <a:off x="9720000" y="1440000"/>
              <a:ext cx="468000" cy="54000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文本框 305">
                  <a:extLst>
                    <a:ext uri="{FF2B5EF4-FFF2-40B4-BE49-F238E27FC236}">
                      <a16:creationId xmlns:a16="http://schemas.microsoft.com/office/drawing/2014/main" id="{39A45A39-738F-7951-E794-B915F22EDC2C}"/>
                    </a:ext>
                  </a:extLst>
                </p:cNvPr>
                <p:cNvSpPr txBox="1"/>
                <p:nvPr/>
              </p:nvSpPr>
              <p:spPr>
                <a:xfrm>
                  <a:off x="9684000" y="1656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6" name="文本框 305">
                  <a:extLst>
                    <a:ext uri="{FF2B5EF4-FFF2-40B4-BE49-F238E27FC236}">
                      <a16:creationId xmlns:a16="http://schemas.microsoft.com/office/drawing/2014/main" id="{39A45A39-738F-7951-E794-B915F22ED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00" y="1656000"/>
                  <a:ext cx="504000" cy="338554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7" name="等腰三角形 306">
              <a:extLst>
                <a:ext uri="{FF2B5EF4-FFF2-40B4-BE49-F238E27FC236}">
                  <a16:creationId xmlns:a16="http://schemas.microsoft.com/office/drawing/2014/main" id="{91109FBA-5FA2-0094-1EE9-F1C04F9725AD}"/>
                </a:ext>
              </a:extLst>
            </p:cNvPr>
            <p:cNvSpPr/>
            <p:nvPr/>
          </p:nvSpPr>
          <p:spPr>
            <a:xfrm rot="5400000">
              <a:off x="9702000" y="1800000"/>
              <a:ext cx="106261" cy="7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" name="文本框 307">
                  <a:extLst>
                    <a:ext uri="{FF2B5EF4-FFF2-40B4-BE49-F238E27FC236}">
                      <a16:creationId xmlns:a16="http://schemas.microsoft.com/office/drawing/2014/main" id="{E0DC2B47-7F64-D829-B6D4-A91D74F63E19}"/>
                    </a:ext>
                  </a:extLst>
                </p:cNvPr>
                <p:cNvSpPr txBox="1"/>
                <p:nvPr/>
              </p:nvSpPr>
              <p:spPr>
                <a:xfrm>
                  <a:off x="9108000" y="126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a:rPr kumimoji="1" lang="en-US" altLang="zh-CN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08" name="文本框 307">
                  <a:extLst>
                    <a:ext uri="{FF2B5EF4-FFF2-40B4-BE49-F238E27FC236}">
                      <a16:creationId xmlns:a16="http://schemas.microsoft.com/office/drawing/2014/main" id="{E0DC2B47-7F64-D829-B6D4-A91D74F63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000" y="1260000"/>
                  <a:ext cx="504000" cy="360000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59FB7B38-70E2-8666-30DB-C843B93E3ABE}"/>
                </a:ext>
              </a:extLst>
            </p:cNvPr>
            <p:cNvSpPr/>
            <p:nvPr/>
          </p:nvSpPr>
          <p:spPr>
            <a:xfrm>
              <a:off x="7992000" y="169200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C860260A-D12C-AC74-F372-CFE9173F37DB}"/>
                    </a:ext>
                  </a:extLst>
                </p:cNvPr>
                <p:cNvSpPr txBox="1"/>
                <p:nvPr/>
              </p:nvSpPr>
              <p:spPr>
                <a:xfrm>
                  <a:off x="9612000" y="1404000"/>
                  <a:ext cx="504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kumimoji="1"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C860260A-D12C-AC74-F372-CFE9173F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1404000"/>
                  <a:ext cx="504000" cy="338554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CC42F518-4205-D30C-2A79-E370972AD3A9}"/>
                </a:ext>
              </a:extLst>
            </p:cNvPr>
            <p:cNvSpPr/>
            <p:nvPr/>
          </p:nvSpPr>
          <p:spPr>
            <a:xfrm>
              <a:off x="7974000" y="115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43DEC4E9-9279-D6F6-EBA5-0D45C8D22533}"/>
                    </a:ext>
                  </a:extLst>
                </p:cNvPr>
                <p:cNvSpPr txBox="1"/>
                <p:nvPr/>
              </p:nvSpPr>
              <p:spPr>
                <a:xfrm>
                  <a:off x="7704000" y="1152000"/>
                  <a:ext cx="3600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43DEC4E9-9279-D6F6-EBA5-0D45C8D22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1152000"/>
                  <a:ext cx="360000" cy="338554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F0B2CD3C-69B3-D519-C87B-FF65E1720517}"/>
                </a:ext>
              </a:extLst>
            </p:cNvPr>
            <p:cNvSpPr/>
            <p:nvPr/>
          </p:nvSpPr>
          <p:spPr>
            <a:xfrm>
              <a:off x="7974000" y="6192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14CA1F0F-AB28-55C8-D05E-CA6687BF1B55}"/>
                </a:ext>
              </a:extLst>
            </p:cNvPr>
            <p:cNvCxnSpPr>
              <a:cxnSpLocks/>
            </p:cNvCxnSpPr>
            <p:nvPr/>
          </p:nvCxnSpPr>
          <p:spPr>
            <a:xfrm>
              <a:off x="7920000" y="6732000"/>
              <a:ext cx="216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6B1BEA5F-FE01-F76E-1D55-F0320D461424}"/>
                    </a:ext>
                  </a:extLst>
                </p:cNvPr>
                <p:cNvSpPr txBox="1"/>
                <p:nvPr/>
              </p:nvSpPr>
              <p:spPr>
                <a:xfrm>
                  <a:off x="7704000" y="6084000"/>
                  <a:ext cx="360000" cy="5517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kumimoji="1"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6B1BEA5F-FE01-F76E-1D55-F0320D461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6084000"/>
                  <a:ext cx="360000" cy="551754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4A28E2B7-91C5-13BF-3D78-FCC587D60301}"/>
                    </a:ext>
                  </a:extLst>
                </p:cNvPr>
                <p:cNvSpPr txBox="1"/>
                <p:nvPr/>
              </p:nvSpPr>
              <p:spPr>
                <a:xfrm>
                  <a:off x="7668000" y="648000"/>
                  <a:ext cx="720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4A28E2B7-91C5-13BF-3D78-FCC587D6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000" y="648000"/>
                  <a:ext cx="720000" cy="400110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34B22AD3-DE4B-6FAB-A415-98A420786949}"/>
                </a:ext>
              </a:extLst>
            </p:cNvPr>
            <p:cNvSpPr/>
            <p:nvPr/>
          </p:nvSpPr>
          <p:spPr>
            <a:xfrm>
              <a:off x="10206000" y="540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8" name="椭圆 317">
              <a:extLst>
                <a:ext uri="{FF2B5EF4-FFF2-40B4-BE49-F238E27FC236}">
                  <a16:creationId xmlns:a16="http://schemas.microsoft.com/office/drawing/2014/main" id="{D10B9613-7147-841A-E7EE-4B4512841EC5}"/>
                </a:ext>
              </a:extLst>
            </p:cNvPr>
            <p:cNvSpPr/>
            <p:nvPr/>
          </p:nvSpPr>
          <p:spPr>
            <a:xfrm>
              <a:off x="10206000" y="612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A0C31E7E-3F3F-783D-8E9C-0C79B8CAE268}"/>
                </a:ext>
              </a:extLst>
            </p:cNvPr>
            <p:cNvSpPr/>
            <p:nvPr/>
          </p:nvSpPr>
          <p:spPr>
            <a:xfrm>
              <a:off x="10206000" y="468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51357384-861A-CEA6-9812-8FD28199696E}"/>
                </a:ext>
              </a:extLst>
            </p:cNvPr>
            <p:cNvSpPr/>
            <p:nvPr/>
          </p:nvSpPr>
          <p:spPr>
            <a:xfrm>
              <a:off x="10206000" y="396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23F0C439-D442-B99F-810E-94CAEE300942}"/>
                </a:ext>
              </a:extLst>
            </p:cNvPr>
            <p:cNvSpPr/>
            <p:nvPr/>
          </p:nvSpPr>
          <p:spPr>
            <a:xfrm>
              <a:off x="10206000" y="324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2" name="椭圆 321">
              <a:extLst>
                <a:ext uri="{FF2B5EF4-FFF2-40B4-BE49-F238E27FC236}">
                  <a16:creationId xmlns:a16="http://schemas.microsoft.com/office/drawing/2014/main" id="{49967A79-BB9C-3E1E-6F80-86685731E99E}"/>
                </a:ext>
              </a:extLst>
            </p:cNvPr>
            <p:cNvSpPr/>
            <p:nvPr/>
          </p:nvSpPr>
          <p:spPr>
            <a:xfrm>
              <a:off x="10206000" y="252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D6ECFC19-CCD8-5196-5430-1A147C1FB007}"/>
                </a:ext>
              </a:extLst>
            </p:cNvPr>
            <p:cNvSpPr/>
            <p:nvPr/>
          </p:nvSpPr>
          <p:spPr>
            <a:xfrm>
              <a:off x="10206000" y="1800000"/>
              <a:ext cx="72000" cy="72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文本框 323">
                  <a:extLst>
                    <a:ext uri="{FF2B5EF4-FFF2-40B4-BE49-F238E27FC236}">
                      <a16:creationId xmlns:a16="http://schemas.microsoft.com/office/drawing/2014/main" id="{EC02C3AD-0FC3-DB71-5E1B-4D31178643C6}"/>
                    </a:ext>
                  </a:extLst>
                </p:cNvPr>
                <p:cNvSpPr txBox="1"/>
                <p:nvPr/>
              </p:nvSpPr>
              <p:spPr>
                <a:xfrm>
                  <a:off x="9288000" y="6300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4" name="文本框 323">
                  <a:extLst>
                    <a:ext uri="{FF2B5EF4-FFF2-40B4-BE49-F238E27FC236}">
                      <a16:creationId xmlns:a16="http://schemas.microsoft.com/office/drawing/2014/main" id="{EC02C3AD-0FC3-DB71-5E1B-4D3117864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8000" y="6300000"/>
                  <a:ext cx="504000" cy="360000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D683FA11-2F1E-ACDF-016E-B72D32F8126E}"/>
                    </a:ext>
                  </a:extLst>
                </p:cNvPr>
                <p:cNvSpPr txBox="1"/>
                <p:nvPr/>
              </p:nvSpPr>
              <p:spPr>
                <a:xfrm>
                  <a:off x="8208000" y="6228000"/>
                  <a:ext cx="360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D683FA11-2F1E-ACDF-016E-B72D32F81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000" y="6228000"/>
                  <a:ext cx="360000" cy="461665"/>
                </a:xfrm>
                <a:prstGeom prst="rect">
                  <a:avLst/>
                </a:prstGeom>
                <a:blipFill>
                  <a:blip r:embed="rId65"/>
                  <a:stretch>
                    <a:fillRect r="-15254"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文本框 325">
                  <a:extLst>
                    <a:ext uri="{FF2B5EF4-FFF2-40B4-BE49-F238E27FC236}">
                      <a16:creationId xmlns:a16="http://schemas.microsoft.com/office/drawing/2014/main" id="{5EC4094B-744F-9F93-992A-14B00326E9CD}"/>
                    </a:ext>
                  </a:extLst>
                </p:cNvPr>
                <p:cNvSpPr txBox="1"/>
                <p:nvPr/>
              </p:nvSpPr>
              <p:spPr>
                <a:xfrm>
                  <a:off x="7236000" y="136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6" name="文本框 325">
                  <a:extLst>
                    <a:ext uri="{FF2B5EF4-FFF2-40B4-BE49-F238E27FC236}">
                      <a16:creationId xmlns:a16="http://schemas.microsoft.com/office/drawing/2014/main" id="{5EC4094B-744F-9F93-992A-14B00326E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1368000"/>
                  <a:ext cx="828000" cy="576000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6024CD84-9B2A-D2D9-6D0D-5702D94CECFF}"/>
                    </a:ext>
                  </a:extLst>
                </p:cNvPr>
                <p:cNvSpPr txBox="1"/>
                <p:nvPr/>
              </p:nvSpPr>
              <p:spPr>
                <a:xfrm>
                  <a:off x="7236000" y="208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6024CD84-9B2A-D2D9-6D0D-5702D94CE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088000"/>
                  <a:ext cx="828000" cy="576000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文本框 327">
                  <a:extLst>
                    <a:ext uri="{FF2B5EF4-FFF2-40B4-BE49-F238E27FC236}">
                      <a16:creationId xmlns:a16="http://schemas.microsoft.com/office/drawing/2014/main" id="{ABF02508-700E-0738-3F8B-06C2FD7E78CE}"/>
                    </a:ext>
                  </a:extLst>
                </p:cNvPr>
                <p:cNvSpPr txBox="1"/>
                <p:nvPr/>
              </p:nvSpPr>
              <p:spPr>
                <a:xfrm>
                  <a:off x="7236000" y="2808000"/>
                  <a:ext cx="828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8" name="文本框 327">
                  <a:extLst>
                    <a:ext uri="{FF2B5EF4-FFF2-40B4-BE49-F238E27FC236}">
                      <a16:creationId xmlns:a16="http://schemas.microsoft.com/office/drawing/2014/main" id="{ABF02508-700E-0738-3F8B-06C2FD7E7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808000"/>
                  <a:ext cx="828000" cy="576000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文本框 328">
                  <a:extLst>
                    <a:ext uri="{FF2B5EF4-FFF2-40B4-BE49-F238E27FC236}">
                      <a16:creationId xmlns:a16="http://schemas.microsoft.com/office/drawing/2014/main" id="{2230BDEF-8E48-76E5-263E-913CE0D53B4F}"/>
                    </a:ext>
                  </a:extLst>
                </p:cNvPr>
                <p:cNvSpPr txBox="1"/>
                <p:nvPr/>
              </p:nvSpPr>
              <p:spPr>
                <a:xfrm>
                  <a:off x="7236000" y="3528000"/>
                  <a:ext cx="828000" cy="5533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9" name="文本框 328">
                  <a:extLst>
                    <a:ext uri="{FF2B5EF4-FFF2-40B4-BE49-F238E27FC236}">
                      <a16:creationId xmlns:a16="http://schemas.microsoft.com/office/drawing/2014/main" id="{2230BDEF-8E48-76E5-263E-913CE0D53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528000"/>
                  <a:ext cx="828000" cy="553357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0" name="文本框 329">
                  <a:extLst>
                    <a:ext uri="{FF2B5EF4-FFF2-40B4-BE49-F238E27FC236}">
                      <a16:creationId xmlns:a16="http://schemas.microsoft.com/office/drawing/2014/main" id="{82FB7682-83BD-567A-7B1C-B5F3C2612FE2}"/>
                    </a:ext>
                  </a:extLst>
                </p:cNvPr>
                <p:cNvSpPr txBox="1"/>
                <p:nvPr/>
              </p:nvSpPr>
              <p:spPr>
                <a:xfrm>
                  <a:off x="7236000" y="424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0" name="文本框 329">
                  <a:extLst>
                    <a:ext uri="{FF2B5EF4-FFF2-40B4-BE49-F238E27FC236}">
                      <a16:creationId xmlns:a16="http://schemas.microsoft.com/office/drawing/2014/main" id="{82FB7682-83BD-567A-7B1C-B5F3C2612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4248000"/>
                  <a:ext cx="828000" cy="559961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文本框 330">
                  <a:extLst>
                    <a:ext uri="{FF2B5EF4-FFF2-40B4-BE49-F238E27FC236}">
                      <a16:creationId xmlns:a16="http://schemas.microsoft.com/office/drawing/2014/main" id="{622A9A4F-7F0A-B38B-1075-3BD27E92B2B6}"/>
                    </a:ext>
                  </a:extLst>
                </p:cNvPr>
                <p:cNvSpPr txBox="1"/>
                <p:nvPr/>
              </p:nvSpPr>
              <p:spPr>
                <a:xfrm>
                  <a:off x="7236000" y="496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1" name="文本框 330">
                  <a:extLst>
                    <a:ext uri="{FF2B5EF4-FFF2-40B4-BE49-F238E27FC236}">
                      <a16:creationId xmlns:a16="http://schemas.microsoft.com/office/drawing/2014/main" id="{622A9A4F-7F0A-B38B-1075-3BD27E92B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4968000"/>
                  <a:ext cx="828000" cy="559961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文本框 331">
                  <a:extLst>
                    <a:ext uri="{FF2B5EF4-FFF2-40B4-BE49-F238E27FC236}">
                      <a16:creationId xmlns:a16="http://schemas.microsoft.com/office/drawing/2014/main" id="{CA27AE5B-5E9B-F221-8285-81B07D198387}"/>
                    </a:ext>
                  </a:extLst>
                </p:cNvPr>
                <p:cNvSpPr txBox="1"/>
                <p:nvPr/>
              </p:nvSpPr>
              <p:spPr>
                <a:xfrm>
                  <a:off x="7236000" y="5688000"/>
                  <a:ext cx="828000" cy="5599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16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16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6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600" b="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2" name="文本框 331">
                  <a:extLst>
                    <a:ext uri="{FF2B5EF4-FFF2-40B4-BE49-F238E27FC236}">
                      <a16:creationId xmlns:a16="http://schemas.microsoft.com/office/drawing/2014/main" id="{CA27AE5B-5E9B-F221-8285-81B07D198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5688000"/>
                  <a:ext cx="828000" cy="559961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AD8E34C-B8FD-B5D6-A2E8-603F2DBA115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并行比较型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611DF1-289B-A62F-CEC6-AF5A4B6AA10E}"/>
              </a:ext>
            </a:extLst>
          </p:cNvPr>
          <p:cNvSpPr txBox="1"/>
          <p:nvPr/>
        </p:nvSpPr>
        <p:spPr>
          <a:xfrm>
            <a:off x="359993" y="828000"/>
            <a:ext cx="6839996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并行比较型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EC1B2AB-DAF6-D30B-3036-277AEDD913B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644A89D-CBF2-39B2-405F-DBDB329AC37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2B254940-7FE0-B625-C9FD-784A49911DE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270936F3-1E37-180E-5152-19A79ED3185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A958FEAA-C1A7-DE9D-E82F-2CAFF693A73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175B741-28F6-353E-3532-CACBC5F0AC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5944236"/>
                  </p:ext>
                </p:extLst>
              </p:nvPr>
            </p:nvGraphicFramePr>
            <p:xfrm>
              <a:off x="359993" y="1548000"/>
              <a:ext cx="6839997" cy="4845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60480">
                      <a:extLst>
                        <a:ext uri="{9D8B030D-6E8A-4147-A177-3AD203B41FA5}">
                          <a16:colId xmlns:a16="http://schemas.microsoft.com/office/drawing/2014/main" val="4013753037"/>
                        </a:ext>
                      </a:extLst>
                    </a:gridCol>
                    <a:gridCol w="3097369">
                      <a:extLst>
                        <a:ext uri="{9D8B030D-6E8A-4147-A177-3AD203B41FA5}">
                          <a16:colId xmlns:a16="http://schemas.microsoft.com/office/drawing/2014/main" val="4152236775"/>
                        </a:ext>
                      </a:extLst>
                    </a:gridCol>
                    <a:gridCol w="1282148">
                      <a:extLst>
                        <a:ext uri="{9D8B030D-6E8A-4147-A177-3AD203B41FA5}">
                          <a16:colId xmlns:a16="http://schemas.microsoft.com/office/drawing/2014/main" val="3726674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模拟输入</a:t>
                          </a:r>
                          <a:endParaRPr lang="en-US" altLang="zh-CN" sz="1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1800" i="0" baseline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比较器输出</a:t>
                          </a:r>
                          <a:endParaRPr kumimoji="1" lang="en-US" altLang="zh-CN" sz="1800" i="0" baseline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zh-CN" altLang="en-US" sz="1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编码输出</a:t>
                          </a:r>
                          <a:endParaRPr lang="en-US" altLang="zh-CN" sz="1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CN" sz="1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CN" sz="1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zh-CN" sz="18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kumimoji="1" lang="en-US" altLang="zh-CN" sz="18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609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0    0    0    0    0    0    0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8765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1" lang="en-US" altLang="zh-C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0    0    0    0    0    0    1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3629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9977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05635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3732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12084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0    1    1    1    1    1    1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69206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0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0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1" lang="en-US" altLang="zh-CN" sz="20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0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kumimoji="1" lang="en-US" altLang="zh-C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1    1    1    1    1    1    1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4782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175B741-28F6-353E-3532-CACBC5F0AC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5944236"/>
                  </p:ext>
                </p:extLst>
              </p:nvPr>
            </p:nvGraphicFramePr>
            <p:xfrm>
              <a:off x="359993" y="1548000"/>
              <a:ext cx="6839997" cy="4845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60480">
                      <a:extLst>
                        <a:ext uri="{9D8B030D-6E8A-4147-A177-3AD203B41FA5}">
                          <a16:colId xmlns:a16="http://schemas.microsoft.com/office/drawing/2014/main" val="4013753037"/>
                        </a:ext>
                      </a:extLst>
                    </a:gridCol>
                    <a:gridCol w="3097369">
                      <a:extLst>
                        <a:ext uri="{9D8B030D-6E8A-4147-A177-3AD203B41FA5}">
                          <a16:colId xmlns:a16="http://schemas.microsoft.com/office/drawing/2014/main" val="4152236775"/>
                        </a:ext>
                      </a:extLst>
                    </a:gridCol>
                    <a:gridCol w="1282148">
                      <a:extLst>
                        <a:ext uri="{9D8B030D-6E8A-4147-A177-3AD203B41FA5}">
                          <a16:colId xmlns:a16="http://schemas.microsoft.com/office/drawing/2014/main" val="37266746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4762" r="-178465" b="-66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79724" t="-4762" r="-41929" b="-66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432701" t="-4762" r="-948" b="-66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609001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127907" r="-178465" b="-7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0    0    0    0    0    0    0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8765635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225287" r="-178465" b="-6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0    0    0    0    0    0    1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4362953"/>
                      </a:ext>
                    </a:extLst>
                  </a:tr>
                  <a:tr h="5287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329070" r="-178465" b="-510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0    0    0    0    0    1    1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997719"/>
                      </a:ext>
                    </a:extLst>
                  </a:tr>
                  <a:tr h="5287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424138" r="-178465" b="-40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0    0    0    0    1    1    1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0563555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530233" r="-178465" b="-30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0    0    0    1    1    1    1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373233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622989" r="-178465" b="-205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0    0    1    1    1    1    1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12084530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731395" r="-178465" b="-108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0    1    1    1    1    1    1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6920691"/>
                      </a:ext>
                    </a:extLst>
                  </a:tr>
                  <a:tr h="52457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3"/>
                          <a:stretch>
                            <a:fillRect l="-248" t="-831395" r="-178465" b="-81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1    1    1    1    1    1    1 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1   1   1</a:t>
                          </a:r>
                          <a:endParaRPr lang="zh-CN" altLang="en-US" sz="2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4782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6610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B45F7-A403-1454-100B-AD5FD072352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反馈比较型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6B5F07-0D07-E1D6-9D64-D344F79E458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D5775D1-62C8-30A8-A045-AC0F854BEB3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D770EC15-CEF5-2456-8C94-88D9D6FE14B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6A0AA3AA-71CE-33C8-8BF1-EAEE399C49A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9166E992-AF77-6308-69B5-8F264B311A8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1D4854-B116-7E60-77B0-69F85E90D958}"/>
                  </a:ext>
                </a:extLst>
              </p:cNvPr>
              <p:cNvSpPr txBox="1"/>
              <p:nvPr/>
            </p:nvSpPr>
            <p:spPr>
              <a:xfrm>
                <a:off x="359991" y="828000"/>
                <a:ext cx="8136000" cy="442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反馈比较型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设置数字量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，加到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DAC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DAC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输出的模拟电压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与输入模拟电压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比较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如果两者不等，则调整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的大小，直到相等或结束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最后的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即为该输入模拟电压对应的数字量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常见类型：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计数型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逐次比较型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11D4854-B116-7E60-77B0-69F85E90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1" y="828000"/>
                <a:ext cx="8136000" cy="4428000"/>
              </a:xfrm>
              <a:prstGeom prst="rect">
                <a:avLst/>
              </a:prstGeom>
              <a:blipFill>
                <a:blip r:embed="rId2"/>
                <a:stretch>
                  <a:fillRect l="-1348" t="-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FF1A2D67-99F2-EA08-1679-9F6F2EFCF954}"/>
              </a:ext>
            </a:extLst>
          </p:cNvPr>
          <p:cNvGrpSpPr/>
          <p:nvPr/>
        </p:nvGrpSpPr>
        <p:grpSpPr>
          <a:xfrm>
            <a:off x="7380000" y="3600000"/>
            <a:ext cx="4320000" cy="2791220"/>
            <a:chOff x="5544000" y="3708000"/>
            <a:chExt cx="4320000" cy="2791220"/>
          </a:xfrm>
        </p:grpSpPr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1C811A43-D4F6-D919-3067-D17061D69DC3}"/>
                </a:ext>
              </a:extLst>
            </p:cNvPr>
            <p:cNvSpPr/>
            <p:nvPr/>
          </p:nvSpPr>
          <p:spPr>
            <a:xfrm rot="10800000">
              <a:off x="6264000" y="4608000"/>
              <a:ext cx="1440000" cy="90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F219ADC-2A15-1C6C-8840-A1C052202899}"/>
                    </a:ext>
                  </a:extLst>
                </p:cNvPr>
                <p:cNvSpPr txBox="1"/>
                <p:nvPr/>
              </p:nvSpPr>
              <p:spPr>
                <a:xfrm>
                  <a:off x="6750000" y="478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F219ADC-2A15-1C6C-8840-A1C052202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000" y="4788000"/>
                  <a:ext cx="576000" cy="57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B2A4FE-3E1D-1B5B-F482-0B0DC0D63069}"/>
                    </a:ext>
                  </a:extLst>
                </p:cNvPr>
                <p:cNvSpPr txBox="1"/>
                <p:nvPr/>
              </p:nvSpPr>
              <p:spPr>
                <a:xfrm>
                  <a:off x="6408000" y="4499998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B2A4FE-3E1D-1B5B-F482-0B0DC0D63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000" y="4499998"/>
                  <a:ext cx="576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1DBCD15-908C-4F2D-D7D5-4B8C6112E46E}"/>
                    </a:ext>
                  </a:extLst>
                </p:cNvPr>
                <p:cNvSpPr txBox="1"/>
                <p:nvPr/>
              </p:nvSpPr>
              <p:spPr>
                <a:xfrm>
                  <a:off x="7056000" y="4500000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1DBCD15-908C-4F2D-D7D5-4B8C6112E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6000" y="4500000"/>
                  <a:ext cx="576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59B3137-1FE2-457E-836D-B9DE11C15090}"/>
                </a:ext>
              </a:extLst>
            </p:cNvPr>
            <p:cNvCxnSpPr/>
            <p:nvPr/>
          </p:nvCxnSpPr>
          <p:spPr>
            <a:xfrm>
              <a:off x="5976000" y="4248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3B47FBF-7811-515E-C075-1C8020CD1056}"/>
                </a:ext>
              </a:extLst>
            </p:cNvPr>
            <p:cNvCxnSpPr>
              <a:cxnSpLocks/>
            </p:cNvCxnSpPr>
            <p:nvPr/>
          </p:nvCxnSpPr>
          <p:spPr>
            <a:xfrm>
              <a:off x="6660000" y="4248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D94D51D-4BBA-F89F-4755-F6B7F2C02196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248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A6F9E31-97D2-EF3A-A4F1-0AF6FDBA0B1F}"/>
                </a:ext>
              </a:extLst>
            </p:cNvPr>
            <p:cNvCxnSpPr/>
            <p:nvPr/>
          </p:nvCxnSpPr>
          <p:spPr>
            <a:xfrm>
              <a:off x="7308000" y="4248000"/>
              <a:ext cx="9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FBE0C96-A007-2EDE-32C7-F1CBF43D7E85}"/>
                </a:ext>
              </a:extLst>
            </p:cNvPr>
            <p:cNvSpPr/>
            <p:nvPr/>
          </p:nvSpPr>
          <p:spPr>
            <a:xfrm>
              <a:off x="8208000" y="4032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DAC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2F7F11C-B7B7-0133-B7FE-20C086B5BAA7}"/>
                </a:ext>
              </a:extLst>
            </p:cNvPr>
            <p:cNvSpPr/>
            <p:nvPr/>
          </p:nvSpPr>
          <p:spPr>
            <a:xfrm>
              <a:off x="8208000" y="6048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8B57E3A-B039-F479-B7E6-88E94792BA0C}"/>
                </a:ext>
              </a:extLst>
            </p:cNvPr>
            <p:cNvSpPr/>
            <p:nvPr/>
          </p:nvSpPr>
          <p:spPr>
            <a:xfrm>
              <a:off x="6336000" y="6048000"/>
              <a:ext cx="1296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控制逻辑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E4C46BB-0503-298B-0500-4591EF48119E}"/>
                </a:ext>
              </a:extLst>
            </p:cNvPr>
            <p:cNvCxnSpPr>
              <a:cxnSpLocks/>
              <a:stCxn id="23" idx="3"/>
              <a:endCxn id="22" idx="1"/>
            </p:cNvCxnSpPr>
            <p:nvPr/>
          </p:nvCxnSpPr>
          <p:spPr>
            <a:xfrm>
              <a:off x="7632000" y="6264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8DABC2B-6214-3A58-C695-FCD338864368}"/>
                </a:ext>
              </a:extLst>
            </p:cNvPr>
            <p:cNvCxnSpPr>
              <a:cxnSpLocks/>
              <a:stCxn id="22" idx="0"/>
              <a:endCxn id="21" idx="2"/>
            </p:cNvCxnSpPr>
            <p:nvPr/>
          </p:nvCxnSpPr>
          <p:spPr>
            <a:xfrm flipV="1">
              <a:off x="8748000" y="4464000"/>
              <a:ext cx="0" cy="1584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154BC1-6518-84D8-8FEE-39E6B68F0C9A}"/>
                </a:ext>
              </a:extLst>
            </p:cNvPr>
            <p:cNvCxnSpPr>
              <a:cxnSpLocks/>
              <a:stCxn id="9" idx="0"/>
              <a:endCxn id="23" idx="0"/>
            </p:cNvCxnSpPr>
            <p:nvPr/>
          </p:nvCxnSpPr>
          <p:spPr>
            <a:xfrm>
              <a:off x="6984000" y="5508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469AC82-D5BB-B6EA-DC17-E4B1DC1497EA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626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55276ED-EC83-73AB-81B6-24583C58F1A9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5256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5D88B2B9-830B-5460-3285-54E05D654696}"/>
                    </a:ext>
                  </a:extLst>
                </p:cNvPr>
                <p:cNvSpPr txBox="1"/>
                <p:nvPr/>
              </p:nvSpPr>
              <p:spPr>
                <a:xfrm>
                  <a:off x="5544000" y="3924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5D88B2B9-830B-5460-3285-54E05D654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4000" y="3924000"/>
                  <a:ext cx="57600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8950ABA-0857-8220-B615-95D80556BD96}"/>
                    </a:ext>
                  </a:extLst>
                </p:cNvPr>
                <p:cNvSpPr txBox="1"/>
                <p:nvPr/>
              </p:nvSpPr>
              <p:spPr>
                <a:xfrm>
                  <a:off x="7596000" y="3708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8950ABA-0857-8220-B615-95D80556B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6000" y="3708000"/>
                  <a:ext cx="5760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BD1DE35-B146-C293-B6DE-0F5D1E040235}"/>
                    </a:ext>
                  </a:extLst>
                </p:cNvPr>
                <p:cNvSpPr txBox="1"/>
                <p:nvPr/>
              </p:nvSpPr>
              <p:spPr>
                <a:xfrm>
                  <a:off x="5544000" y="5976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BD1DE35-B146-C293-B6DE-0F5D1E040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4000" y="5976000"/>
                  <a:ext cx="5760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F44C703-51E2-FE22-13B9-ED5FDF956C38}"/>
                    </a:ext>
                  </a:extLst>
                </p:cNvPr>
                <p:cNvSpPr txBox="1"/>
                <p:nvPr/>
              </p:nvSpPr>
              <p:spPr>
                <a:xfrm>
                  <a:off x="7020000" y="5436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F44C703-51E2-FE22-13B9-ED5FDF956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000" y="5436000"/>
                  <a:ext cx="5760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C6A9F09-24B1-2D8A-66DD-5F6E1CB5BCF7}"/>
                </a:ext>
              </a:extLst>
            </p:cNvPr>
            <p:cNvSpPr/>
            <p:nvPr/>
          </p:nvSpPr>
          <p:spPr>
            <a:xfrm>
              <a:off x="8694000" y="520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4F9B04E-8976-BCF8-2D66-DD89E60C57C5}"/>
                    </a:ext>
                  </a:extLst>
                </p:cNvPr>
                <p:cNvSpPr txBox="1"/>
                <p:nvPr/>
              </p:nvSpPr>
              <p:spPr>
                <a:xfrm>
                  <a:off x="9288000" y="5004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4F9B04E-8976-BCF8-2D66-DD89E60C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8000" y="5004000"/>
                  <a:ext cx="57600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3AF3D2C-671A-F664-F64C-BFBF4FBC51D2}"/>
                </a:ext>
              </a:extLst>
            </p:cNvPr>
            <p:cNvCxnSpPr/>
            <p:nvPr/>
          </p:nvCxnSpPr>
          <p:spPr>
            <a:xfrm flipH="1">
              <a:off x="8640000" y="5580000"/>
              <a:ext cx="21600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A410F767-A879-BD69-4739-14016E0719F4}"/>
                    </a:ext>
                  </a:extLst>
                </p:cNvPr>
                <p:cNvSpPr txBox="1"/>
                <p:nvPr/>
              </p:nvSpPr>
              <p:spPr>
                <a:xfrm>
                  <a:off x="8244000" y="5400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A410F767-A879-BD69-4739-14016E071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000" y="5400000"/>
                  <a:ext cx="57600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50217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49ECE-63E2-1556-D485-BFD6AE7EA37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反馈比较型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A9766E4-9236-22AE-54D0-20439EB05372}"/>
                  </a:ext>
                </a:extLst>
              </p:cNvPr>
              <p:cNvSpPr txBox="1"/>
              <p:nvPr/>
            </p:nvSpPr>
            <p:spPr>
              <a:xfrm>
                <a:off x="359991" y="827999"/>
                <a:ext cx="6120000" cy="59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计数型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初始化：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，且计数器清零，得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过程：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，脉冲源的脉冲经过与门（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&amp;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）加到计数器的时钟端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，计数器开始计数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不断增加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，计数器则停止计数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，计数的最终值存入输出寄存器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A9766E4-9236-22AE-54D0-20439EB05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1" y="827999"/>
                <a:ext cx="6120000" cy="5976000"/>
              </a:xfrm>
              <a:prstGeom prst="rect">
                <a:avLst/>
              </a:prstGeom>
              <a:blipFill>
                <a:blip r:embed="rId3"/>
                <a:stretch>
                  <a:fillRect l="-1793" t="-408" r="-498" b="-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351CABD1-198A-756E-1222-1A8F1D4EDC2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7F5A3DC-ECFC-3D6D-749B-D65CC55427C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2" name="箭头: 五边形 31">
                <a:extLst>
                  <a:ext uri="{FF2B5EF4-FFF2-40B4-BE49-F238E27FC236}">
                    <a16:creationId xmlns:a16="http://schemas.microsoft.com/office/drawing/2014/main" id="{07735A38-5A72-DEEB-AED8-3C41ED67FF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箭头: V 形 32">
                <a:extLst>
                  <a:ext uri="{FF2B5EF4-FFF2-40B4-BE49-F238E27FC236}">
                    <a16:creationId xmlns:a16="http://schemas.microsoft.com/office/drawing/2014/main" id="{6E03B188-3504-31DC-7199-D16C83C255D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灯片编号占位符 3">
              <a:extLst>
                <a:ext uri="{FF2B5EF4-FFF2-40B4-BE49-F238E27FC236}">
                  <a16:creationId xmlns:a16="http://schemas.microsoft.com/office/drawing/2014/main" id="{76F1B2EE-0DFE-D763-0E27-3DB8FA12701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A91E2E0-7ADD-1315-63F2-30167636531F}"/>
              </a:ext>
            </a:extLst>
          </p:cNvPr>
          <p:cNvGrpSpPr/>
          <p:nvPr/>
        </p:nvGrpSpPr>
        <p:grpSpPr>
          <a:xfrm>
            <a:off x="6840000" y="828000"/>
            <a:ext cx="5256000" cy="3907220"/>
            <a:chOff x="6120000" y="1296000"/>
            <a:chExt cx="5256000" cy="3907220"/>
          </a:xfrm>
        </p:grpSpPr>
        <p:sp>
          <p:nvSpPr>
            <p:cNvPr id="94" name="箭头: 丁字 93">
              <a:extLst>
                <a:ext uri="{FF2B5EF4-FFF2-40B4-BE49-F238E27FC236}">
                  <a16:creationId xmlns:a16="http://schemas.microsoft.com/office/drawing/2014/main" id="{6A6BF1F9-0FA0-3254-F5B4-C996F24F76D4}"/>
                </a:ext>
              </a:extLst>
            </p:cNvPr>
            <p:cNvSpPr/>
            <p:nvPr/>
          </p:nvSpPr>
          <p:spPr>
            <a:xfrm rot="5400000">
              <a:off x="8640000" y="2520000"/>
              <a:ext cx="1980000" cy="1097999"/>
            </a:xfrm>
            <a:prstGeom prst="leftRightUpArrow">
              <a:avLst>
                <a:gd name="adj1" fmla="val 21697"/>
                <a:gd name="adj2" fmla="val 23348"/>
                <a:gd name="adj3" fmla="val 25000"/>
              </a:avLst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98A4249-CD3E-34E2-64FC-15D6DC0DA5D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8000" y="3960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455B2C30-67E1-AD60-7060-8A232F2ADBA0}"/>
                </a:ext>
              </a:extLst>
            </p:cNvPr>
            <p:cNvSpPr/>
            <p:nvPr/>
          </p:nvSpPr>
          <p:spPr>
            <a:xfrm rot="10800000">
              <a:off x="6948000" y="2196000"/>
              <a:ext cx="1224000" cy="90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A0D5137-66B8-D89A-031B-9FC63496B496}"/>
                    </a:ext>
                  </a:extLst>
                </p:cNvPr>
                <p:cNvSpPr txBox="1"/>
                <p:nvPr/>
              </p:nvSpPr>
              <p:spPr>
                <a:xfrm>
                  <a:off x="7326000" y="2376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A0D5137-66B8-D89A-031B-9FC63496B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6000" y="2376000"/>
                  <a:ext cx="576000" cy="576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445929E-BEE4-F403-2A78-D57305A656D8}"/>
                    </a:ext>
                  </a:extLst>
                </p:cNvPr>
                <p:cNvSpPr txBox="1"/>
                <p:nvPr/>
              </p:nvSpPr>
              <p:spPr>
                <a:xfrm>
                  <a:off x="6984000" y="2087998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445929E-BEE4-F403-2A78-D57305A65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4000" y="2087998"/>
                  <a:ext cx="576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79CA3FC-1343-5D0B-6DEA-4DF078435C58}"/>
                    </a:ext>
                  </a:extLst>
                </p:cNvPr>
                <p:cNvSpPr txBox="1"/>
                <p:nvPr/>
              </p:nvSpPr>
              <p:spPr>
                <a:xfrm>
                  <a:off x="7632000" y="2088000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79CA3FC-1343-5D0B-6DEA-4DF078435C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000" y="2088000"/>
                  <a:ext cx="576000" cy="54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箭头: 右 81">
              <a:extLst>
                <a:ext uri="{FF2B5EF4-FFF2-40B4-BE49-F238E27FC236}">
                  <a16:creationId xmlns:a16="http://schemas.microsoft.com/office/drawing/2014/main" id="{55A3DDEA-8D52-B757-92F0-89EB2D359E19}"/>
                </a:ext>
              </a:extLst>
            </p:cNvPr>
            <p:cNvSpPr/>
            <p:nvPr/>
          </p:nvSpPr>
          <p:spPr>
            <a:xfrm>
              <a:off x="10656000" y="2808000"/>
              <a:ext cx="720000" cy="522000"/>
            </a:xfrm>
            <a:prstGeom prst="rightArrow">
              <a:avLst>
                <a:gd name="adj1" fmla="val 45957"/>
                <a:gd name="adj2" fmla="val 52628"/>
              </a:avLst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23B685-2A05-B369-7831-4C3DCC771A85}"/>
                </a:ext>
              </a:extLst>
            </p:cNvPr>
            <p:cNvCxnSpPr/>
            <p:nvPr/>
          </p:nvCxnSpPr>
          <p:spPr>
            <a:xfrm>
              <a:off x="6552000" y="1836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A472EB4-37B5-8D1B-B79B-02FD5C897600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183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16498DD-DE48-D535-49F3-96064141E257}"/>
                </a:ext>
              </a:extLst>
            </p:cNvPr>
            <p:cNvCxnSpPr>
              <a:cxnSpLocks/>
            </p:cNvCxnSpPr>
            <p:nvPr/>
          </p:nvCxnSpPr>
          <p:spPr>
            <a:xfrm>
              <a:off x="7884000" y="183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0D72ABD6-8E42-4577-B8A2-BBCA5BF66D4B}"/>
                </a:ext>
              </a:extLst>
            </p:cNvPr>
            <p:cNvCxnSpPr/>
            <p:nvPr/>
          </p:nvCxnSpPr>
          <p:spPr>
            <a:xfrm>
              <a:off x="7884000" y="1836000"/>
              <a:ext cx="9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314082E-2577-DD8F-3857-9E0D86FED8E3}"/>
                </a:ext>
              </a:extLst>
            </p:cNvPr>
            <p:cNvSpPr/>
            <p:nvPr/>
          </p:nvSpPr>
          <p:spPr>
            <a:xfrm>
              <a:off x="8784000" y="1620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DAC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B287CB6-AAB3-6D51-1C75-3C3A19F51806}"/>
                </a:ext>
              </a:extLst>
            </p:cNvPr>
            <p:cNvCxnSpPr>
              <a:cxnSpLocks/>
              <a:stCxn id="45" idx="3"/>
              <a:endCxn id="44" idx="1"/>
            </p:cNvCxnSpPr>
            <p:nvPr/>
          </p:nvCxnSpPr>
          <p:spPr>
            <a:xfrm>
              <a:off x="8244000" y="3960000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9677420-4F6A-3D56-8E7A-222B54296B4F}"/>
                    </a:ext>
                  </a:extLst>
                </p:cNvPr>
                <p:cNvSpPr txBox="1"/>
                <p:nvPr/>
              </p:nvSpPr>
              <p:spPr>
                <a:xfrm>
                  <a:off x="6120000" y="1512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9677420-4F6A-3D56-8E7A-222B54296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000" y="1512000"/>
                  <a:ext cx="5760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9BE782C-8D01-0D96-6371-B3D04CE5EC01}"/>
                    </a:ext>
                  </a:extLst>
                </p:cNvPr>
                <p:cNvSpPr txBox="1"/>
                <p:nvPr/>
              </p:nvSpPr>
              <p:spPr>
                <a:xfrm>
                  <a:off x="8172000" y="1296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9BE782C-8D01-0D96-6371-B3D04CE5E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000" y="1296000"/>
                  <a:ext cx="5760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D77278E-335C-0318-C530-B237A841A95C}"/>
                    </a:ext>
                  </a:extLst>
                </p:cNvPr>
                <p:cNvSpPr txBox="1"/>
                <p:nvPr/>
              </p:nvSpPr>
              <p:spPr>
                <a:xfrm>
                  <a:off x="7326000" y="4680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D77278E-335C-0318-C530-B237A841A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6000" y="4680000"/>
                  <a:ext cx="5760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D9419BB-17AF-31A9-A206-B6624CE3815D}"/>
                    </a:ext>
                  </a:extLst>
                </p:cNvPr>
                <p:cNvSpPr txBox="1"/>
                <p:nvPr/>
              </p:nvSpPr>
              <p:spPr>
                <a:xfrm>
                  <a:off x="7056000" y="2880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D9419BB-17AF-31A9-A206-B6624CE38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6000" y="2880000"/>
                  <a:ext cx="57600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8A4DA500-61E9-3804-3ED6-290996821617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>
              <a:off x="7560000" y="3096000"/>
              <a:ext cx="0" cy="6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76292485-E63C-AA82-0A91-A384CC0586A9}"/>
                </a:ext>
              </a:extLst>
            </p:cNvPr>
            <p:cNvCxnSpPr/>
            <p:nvPr/>
          </p:nvCxnSpPr>
          <p:spPr>
            <a:xfrm>
              <a:off x="7560000" y="370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1F5352BA-4DD1-E0F8-6E67-5F216EFC43B3}"/>
                </a:ext>
              </a:extLst>
            </p:cNvPr>
            <p:cNvCxnSpPr/>
            <p:nvPr/>
          </p:nvCxnSpPr>
          <p:spPr>
            <a:xfrm>
              <a:off x="7560000" y="421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36A0CB8F-2A9A-7FC5-997F-3F16290FE330}"/>
                </a:ext>
              </a:extLst>
            </p:cNvPr>
            <p:cNvCxnSpPr>
              <a:cxnSpLocks/>
            </p:cNvCxnSpPr>
            <p:nvPr/>
          </p:nvCxnSpPr>
          <p:spPr>
            <a:xfrm>
              <a:off x="7380000" y="396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0C99EDCD-3721-FB3C-6F87-095588CFC4AD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421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027CE30-1605-E616-DC0E-0BFB9C22D832}"/>
                </a:ext>
              </a:extLst>
            </p:cNvPr>
            <p:cNvSpPr/>
            <p:nvPr/>
          </p:nvSpPr>
          <p:spPr>
            <a:xfrm>
              <a:off x="6300000" y="3744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脉冲源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CB541B3-5DCC-9E02-2E64-0DFF14FF05B0}"/>
                </a:ext>
              </a:extLst>
            </p:cNvPr>
            <p:cNvSpPr/>
            <p:nvPr/>
          </p:nvSpPr>
          <p:spPr>
            <a:xfrm>
              <a:off x="7740000" y="3600000"/>
              <a:ext cx="504000" cy="72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</a:p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464BACC-4816-7408-6625-E4BC9C004ED1}"/>
                </a:ext>
              </a:extLst>
            </p:cNvPr>
            <p:cNvSpPr/>
            <p:nvPr/>
          </p:nvSpPr>
          <p:spPr>
            <a:xfrm>
              <a:off x="8784000" y="3744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计数器</a:t>
              </a: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4FB9C7A6-6408-739E-9CAB-3AEDD8785DCF}"/>
                </a:ext>
              </a:extLst>
            </p:cNvPr>
            <p:cNvSpPr/>
            <p:nvPr/>
          </p:nvSpPr>
          <p:spPr>
            <a:xfrm>
              <a:off x="10188000" y="1764000"/>
              <a:ext cx="540000" cy="2196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输出寄存器</a:t>
              </a: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C199148F-D537-5B80-7ED7-47BC2384B25E}"/>
                </a:ext>
              </a:extLst>
            </p:cNvPr>
            <p:cNvSpPr/>
            <p:nvPr/>
          </p:nvSpPr>
          <p:spPr>
            <a:xfrm>
              <a:off x="10368000" y="3816000"/>
              <a:ext cx="180000" cy="144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D34AFFB-E7E0-DD25-E33B-5F14612DDBDA}"/>
                </a:ext>
              </a:extLst>
            </p:cNvPr>
            <p:cNvSpPr/>
            <p:nvPr/>
          </p:nvSpPr>
          <p:spPr>
            <a:xfrm>
              <a:off x="10404000" y="397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FBD2974-E773-EF43-2C1F-AE8C1897B387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4500000"/>
              <a:ext cx="289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6295AAC8-A089-3D45-015B-BBE6FC644B20}"/>
                </a:ext>
              </a:extLst>
            </p:cNvPr>
            <p:cNvSpPr/>
            <p:nvPr/>
          </p:nvSpPr>
          <p:spPr>
            <a:xfrm>
              <a:off x="7524000" y="4464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5F5CA768-5528-846F-4E17-37067B019340}"/>
                    </a:ext>
                  </a:extLst>
                </p:cNvPr>
                <p:cNvSpPr txBox="1"/>
                <p:nvPr/>
              </p:nvSpPr>
              <p:spPr>
                <a:xfrm>
                  <a:off x="8280000" y="3456000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5F5CA768-5528-846F-4E17-37067B019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3456000"/>
                  <a:ext cx="57600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95B52DC-78C4-4663-D199-92596043D93D}"/>
                  </a:ext>
                </a:extLst>
              </p:cNvPr>
              <p:cNvSpPr/>
              <p:nvPr/>
            </p:nvSpPr>
            <p:spPr>
              <a:xfrm>
                <a:off x="6840000" y="4860000"/>
                <a:ext cx="5076000" cy="126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特点：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电路结构简单，但转换速度慢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最长转换时间：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E95B52DC-78C4-4663-D199-92596043D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4860000"/>
                <a:ext cx="5076000" cy="1260000"/>
              </a:xfrm>
              <a:prstGeom prst="rect">
                <a:avLst/>
              </a:prstGeom>
              <a:blipFill>
                <a:blip r:embed="rId12"/>
                <a:stretch>
                  <a:fillRect l="-1801" r="-15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08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0C10-FB88-5A76-22CE-03A029BA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09BCF-C832-C536-38B1-2E6E019AD3B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反馈比较型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5154209-8B96-FC3B-DBDC-0088F0B05A33}"/>
                  </a:ext>
                </a:extLst>
              </p:cNvPr>
              <p:cNvSpPr txBox="1"/>
              <p:nvPr/>
            </p:nvSpPr>
            <p:spPr>
              <a:xfrm>
                <a:off x="359991" y="827999"/>
                <a:ext cx="6048000" cy="561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逐次比较型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初始化：数据寄存器清零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最高位置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，该位清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；否则该位保留为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次高位置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，该位清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；否则该位保留为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 …</a:t>
                </a: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最低位置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，该位清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；否则该位保留为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输出寄存器中的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位数字量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5154209-8B96-FC3B-DBDC-0088F0B05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1" y="827999"/>
                <a:ext cx="6048000" cy="5616000"/>
              </a:xfrm>
              <a:prstGeom prst="rect">
                <a:avLst/>
              </a:prstGeom>
              <a:blipFill>
                <a:blip r:embed="rId3"/>
                <a:stretch>
                  <a:fillRect l="-1815" t="-434" b="-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FED535C1-95FB-DF55-C7C3-DF23B54C256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6BE3141-C05D-46B8-149B-450631AB4EF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2" name="箭头: 五边形 31">
                <a:extLst>
                  <a:ext uri="{FF2B5EF4-FFF2-40B4-BE49-F238E27FC236}">
                    <a16:creationId xmlns:a16="http://schemas.microsoft.com/office/drawing/2014/main" id="{06243D21-72B2-4AB6-AEC7-BBD1D104735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箭头: V 形 32">
                <a:extLst>
                  <a:ext uri="{FF2B5EF4-FFF2-40B4-BE49-F238E27FC236}">
                    <a16:creationId xmlns:a16="http://schemas.microsoft.com/office/drawing/2014/main" id="{6E4A5845-469C-7539-24D7-3B6CFB71B2D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灯片编号占位符 3">
              <a:extLst>
                <a:ext uri="{FF2B5EF4-FFF2-40B4-BE49-F238E27FC236}">
                  <a16:creationId xmlns:a16="http://schemas.microsoft.com/office/drawing/2014/main" id="{B4B49FCD-7753-AB19-ECD2-9D52719492E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E97A25AC-7F85-BB74-4B9B-E9071CE67886}"/>
              </a:ext>
            </a:extLst>
          </p:cNvPr>
          <p:cNvGrpSpPr/>
          <p:nvPr/>
        </p:nvGrpSpPr>
        <p:grpSpPr>
          <a:xfrm>
            <a:off x="6840000" y="828000"/>
            <a:ext cx="4536000" cy="4698000"/>
            <a:chOff x="6840000" y="828000"/>
            <a:chExt cx="4536000" cy="4698000"/>
          </a:xfrm>
        </p:grpSpPr>
        <p:sp>
          <p:nvSpPr>
            <p:cNvPr id="35" name="箭头: 丁字 34">
              <a:extLst>
                <a:ext uri="{FF2B5EF4-FFF2-40B4-BE49-F238E27FC236}">
                  <a16:creationId xmlns:a16="http://schemas.microsoft.com/office/drawing/2014/main" id="{0491C1B9-D0D9-3353-D278-570811719ECA}"/>
                </a:ext>
              </a:extLst>
            </p:cNvPr>
            <p:cNvSpPr/>
            <p:nvPr/>
          </p:nvSpPr>
          <p:spPr>
            <a:xfrm rot="5400000">
              <a:off x="9360000" y="2052000"/>
              <a:ext cx="1980000" cy="1097999"/>
            </a:xfrm>
            <a:prstGeom prst="leftRightUpArrow">
              <a:avLst>
                <a:gd name="adj1" fmla="val 21697"/>
                <a:gd name="adj2" fmla="val 23348"/>
                <a:gd name="adj3" fmla="val 25000"/>
              </a:avLst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26BE495-F6B4-FFEB-398D-1397722E623E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619000"/>
              <a:ext cx="0" cy="176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A347EBA3-03C7-AEDC-1A3B-B59AAAB689B0}"/>
                </a:ext>
              </a:extLst>
            </p:cNvPr>
            <p:cNvSpPr/>
            <p:nvPr/>
          </p:nvSpPr>
          <p:spPr>
            <a:xfrm rot="10800000">
              <a:off x="7668000" y="1728000"/>
              <a:ext cx="1224000" cy="90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84BD421-7F28-AA01-C263-C1458F0C6153}"/>
                    </a:ext>
                  </a:extLst>
                </p:cNvPr>
                <p:cNvSpPr txBox="1"/>
                <p:nvPr/>
              </p:nvSpPr>
              <p:spPr>
                <a:xfrm>
                  <a:off x="8046000" y="190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84BD421-7F28-AA01-C263-C1458F0C6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1908000"/>
                  <a:ext cx="576000" cy="576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DF2514F-3D49-E285-29FB-9B43D8F4877B}"/>
                    </a:ext>
                  </a:extLst>
                </p:cNvPr>
                <p:cNvSpPr txBox="1"/>
                <p:nvPr/>
              </p:nvSpPr>
              <p:spPr>
                <a:xfrm>
                  <a:off x="7704000" y="1619998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DF2514F-3D49-E285-29FB-9B43D8F48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000" y="1619998"/>
                  <a:ext cx="576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6B29D3D-9459-BC2C-770F-90C948D6CD1C}"/>
                    </a:ext>
                  </a:extLst>
                </p:cNvPr>
                <p:cNvSpPr txBox="1"/>
                <p:nvPr/>
              </p:nvSpPr>
              <p:spPr>
                <a:xfrm>
                  <a:off x="8352000" y="1620000"/>
                  <a:ext cx="576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6B29D3D-9459-BC2C-770F-90C948D6C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2000" y="1620000"/>
                  <a:ext cx="576000" cy="54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F86ABE6-8EF3-314A-337E-16B40445F901}"/>
                </a:ext>
              </a:extLst>
            </p:cNvPr>
            <p:cNvCxnSpPr/>
            <p:nvPr/>
          </p:nvCxnSpPr>
          <p:spPr>
            <a:xfrm>
              <a:off x="7272000" y="1368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C06A744-DA7C-7443-E9E1-35928DD48771}"/>
                </a:ext>
              </a:extLst>
            </p:cNvPr>
            <p:cNvCxnSpPr>
              <a:cxnSpLocks/>
            </p:cNvCxnSpPr>
            <p:nvPr/>
          </p:nvCxnSpPr>
          <p:spPr>
            <a:xfrm>
              <a:off x="7956000" y="1368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13F8271-EF38-266A-79D2-6392ADD2F322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1368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AA8F1FF-8308-71FE-A268-E4A34602C4C2}"/>
                </a:ext>
              </a:extLst>
            </p:cNvPr>
            <p:cNvCxnSpPr/>
            <p:nvPr/>
          </p:nvCxnSpPr>
          <p:spPr>
            <a:xfrm>
              <a:off x="8604000" y="1368000"/>
              <a:ext cx="9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F225545-6400-E579-D0B0-9591AF92A1E0}"/>
                </a:ext>
              </a:extLst>
            </p:cNvPr>
            <p:cNvSpPr/>
            <p:nvPr/>
          </p:nvSpPr>
          <p:spPr>
            <a:xfrm>
              <a:off x="9504000" y="1152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DAC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04C6D3-8763-4DE9-472E-EF418BE6A5B5}"/>
                    </a:ext>
                  </a:extLst>
                </p:cNvPr>
                <p:cNvSpPr txBox="1"/>
                <p:nvPr/>
              </p:nvSpPr>
              <p:spPr>
                <a:xfrm>
                  <a:off x="6840000" y="1044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04C6D3-8763-4DE9-472E-EF418BE6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0" y="1044000"/>
                  <a:ext cx="5760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905659F-AE78-C640-3B58-455C0C0E6B14}"/>
                    </a:ext>
                  </a:extLst>
                </p:cNvPr>
                <p:cNvSpPr txBox="1"/>
                <p:nvPr/>
              </p:nvSpPr>
              <p:spPr>
                <a:xfrm>
                  <a:off x="8892000" y="828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905659F-AE78-C640-3B58-455C0C0E6B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0" y="828000"/>
                  <a:ext cx="5760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C15CEED-7848-2781-4E68-196FC124D41E}"/>
                    </a:ext>
                  </a:extLst>
                </p:cNvPr>
                <p:cNvSpPr txBox="1"/>
                <p:nvPr/>
              </p:nvSpPr>
              <p:spPr>
                <a:xfrm>
                  <a:off x="7776000" y="2412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C15CEED-7848-2781-4E68-196FC124D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000" y="2412000"/>
                  <a:ext cx="5760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37B5CCC-06BF-BA75-0012-3D46B6C5396D}"/>
                </a:ext>
              </a:extLst>
            </p:cNvPr>
            <p:cNvSpPr/>
            <p:nvPr/>
          </p:nvSpPr>
          <p:spPr>
            <a:xfrm>
              <a:off x="9504000" y="2988000"/>
              <a:ext cx="1080000" cy="72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66" name="箭头: 右 65">
              <a:extLst>
                <a:ext uri="{FF2B5EF4-FFF2-40B4-BE49-F238E27FC236}">
                  <a16:creationId xmlns:a16="http://schemas.microsoft.com/office/drawing/2014/main" id="{096D5B18-00DE-AFE3-A1A6-50375AA11978}"/>
                </a:ext>
              </a:extLst>
            </p:cNvPr>
            <p:cNvSpPr/>
            <p:nvPr/>
          </p:nvSpPr>
          <p:spPr>
            <a:xfrm rot="16200000">
              <a:off x="9684000" y="3816002"/>
              <a:ext cx="720000" cy="522000"/>
            </a:xfrm>
            <a:prstGeom prst="rightArrow">
              <a:avLst>
                <a:gd name="adj1" fmla="val 45957"/>
                <a:gd name="adj2" fmla="val 52628"/>
              </a:avLst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668562E-9AD6-6161-40D4-415A4771C6F6}"/>
                </a:ext>
              </a:extLst>
            </p:cNvPr>
            <p:cNvSpPr/>
            <p:nvPr/>
          </p:nvSpPr>
          <p:spPr>
            <a:xfrm>
              <a:off x="7020000" y="4392000"/>
              <a:ext cx="1080000" cy="432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脉冲源</a:t>
              </a: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67556D4-10E7-61B7-314E-E69D595C98A4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529200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AFE22D1-3969-E516-A8C9-F5F188C6A807}"/>
                </a:ext>
              </a:extLst>
            </p:cNvPr>
            <p:cNvSpPr/>
            <p:nvPr/>
          </p:nvSpPr>
          <p:spPr>
            <a:xfrm>
              <a:off x="9396000" y="4212000"/>
              <a:ext cx="1296000" cy="576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控制逻辑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8F00CE88-3834-8B67-5F0C-D22D46591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000" y="439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A614AA3E-C06D-A524-28E5-5EAB1072A97B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8100000" y="4608000"/>
              <a:ext cx="1294252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BE8D7D08-D25C-3CCA-350C-9A294E389570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V="1">
              <a:off x="10044000" y="4787999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6550E80-B6D3-65BC-020F-89861135EC12}"/>
                </a:ext>
              </a:extLst>
            </p:cNvPr>
            <p:cNvSpPr txBox="1"/>
            <p:nvPr/>
          </p:nvSpPr>
          <p:spPr>
            <a:xfrm>
              <a:off x="7236000" y="5094000"/>
              <a:ext cx="180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转换控制信号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288E63A-116C-AF37-C0BE-A324E626347F}"/>
                    </a:ext>
                  </a:extLst>
                </p:cNvPr>
                <p:cNvSpPr txBox="1"/>
                <p:nvPr/>
              </p:nvSpPr>
              <p:spPr>
                <a:xfrm>
                  <a:off x="8532000" y="4536000"/>
                  <a:ext cx="57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288E63A-116C-AF37-C0BE-A324E6263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000" y="4536000"/>
                  <a:ext cx="576000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3703AEB-5264-7519-974B-19A44D2B2117}"/>
                </a:ext>
              </a:extLst>
            </p:cNvPr>
            <p:cNvSpPr txBox="1"/>
            <p:nvPr/>
          </p:nvSpPr>
          <p:spPr>
            <a:xfrm>
              <a:off x="10944000" y="1944000"/>
              <a:ext cx="432000" cy="12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数字输出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7C784BD-1D66-E076-E82A-3BEAD4C6F7E8}"/>
                  </a:ext>
                </a:extLst>
              </p:cNvPr>
              <p:cNvSpPr/>
              <p:nvPr/>
            </p:nvSpPr>
            <p:spPr>
              <a:xfrm>
                <a:off x="6840000" y="5616000"/>
                <a:ext cx="4500000" cy="108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特点：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电路不太复杂，速度较快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转换时间：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7C784BD-1D66-E076-E82A-3BEAD4C6F7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00" y="5616000"/>
                <a:ext cx="4500000" cy="1080000"/>
              </a:xfrm>
              <a:prstGeom prst="rect">
                <a:avLst/>
              </a:prstGeom>
              <a:blipFill>
                <a:blip r:embed="rId11"/>
                <a:stretch>
                  <a:fillRect l="-2033" r="-1084" b="-50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7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D4450-1B12-28FE-D88B-8B4228E91B5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双积分型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B82F611-58E0-0FBF-88B8-B80C48D3B4A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FA83065-0142-C85E-3989-923D1FA6FD6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719B1F4-3BC3-C6B7-073A-67FB6689D2C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BB03DBF5-3A91-E3AA-DF52-5A9DB593A0B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84E5B584-8127-41BB-E680-20209AFCC0D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6A1BB0A-1E2C-872C-3F95-5A519A78CF07}"/>
              </a:ext>
            </a:extLst>
          </p:cNvPr>
          <p:cNvSpPr txBox="1"/>
          <p:nvPr/>
        </p:nvSpPr>
        <p:spPr>
          <a:xfrm>
            <a:off x="360000" y="828000"/>
            <a:ext cx="9072010" cy="213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双积分型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（间接型的电压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时间变换型）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将模拟输入电压转换为与之成正比的时间间隔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在该时间间隔内对固定频率脉冲计数，即得到数字量结果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初始化：计数器清零，电容完全放电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E80C5905-38F9-2628-403F-FA8CD575D335}"/>
                  </a:ext>
                </a:extLst>
              </p:cNvPr>
              <p:cNvSpPr txBox="1"/>
              <p:nvPr/>
            </p:nvSpPr>
            <p:spPr>
              <a:xfrm>
                <a:off x="360000" y="2952000"/>
                <a:ext cx="4975729" cy="3387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在一段固定时间内积分器对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71600" lvl="2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ð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之后积分器换成对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积分；同时计数器计数，直至积分为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输出计数器的值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E80C5905-38F9-2628-403F-FA8CD575D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952000"/>
                <a:ext cx="4975729" cy="3387979"/>
              </a:xfrm>
              <a:prstGeom prst="rect">
                <a:avLst/>
              </a:prstGeom>
              <a:blipFill>
                <a:blip r:embed="rId2"/>
                <a:stretch>
                  <a:fillRect t="-360" r="-613" b="-3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2EDB7A53-532A-669C-AA31-1DF6FD02B6F2}"/>
              </a:ext>
            </a:extLst>
          </p:cNvPr>
          <p:cNvGrpSpPr/>
          <p:nvPr/>
        </p:nvGrpSpPr>
        <p:grpSpPr>
          <a:xfrm>
            <a:off x="5508000" y="2628000"/>
            <a:ext cx="6731999" cy="4014000"/>
            <a:chOff x="5508000" y="2628000"/>
            <a:chExt cx="6731999" cy="4014000"/>
          </a:xfrm>
        </p:grpSpPr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946B62B9-59F7-7038-4A82-FB8AE2BC2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8000" y="5976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0A6D5911-9461-3F48-1EEA-DED5E0A8B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8000" y="5760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B0D807F-A80E-3BBA-3936-93252F0F178E}"/>
                </a:ext>
              </a:extLst>
            </p:cNvPr>
            <p:cNvCxnSpPr>
              <a:cxnSpLocks/>
            </p:cNvCxnSpPr>
            <p:nvPr/>
          </p:nvCxnSpPr>
          <p:spPr>
            <a:xfrm>
              <a:off x="7020000" y="3996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B87C461-4532-5DE9-D4BE-28BB6060B926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1" y="3492000"/>
              <a:ext cx="593999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E9E4744-5C07-938F-2E8C-A2AD062DE09E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1" y="4500000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C3FC51E8-3EE2-ABC5-F0C1-052A56676F0B}"/>
                </a:ext>
              </a:extLst>
            </p:cNvPr>
            <p:cNvSpPr/>
            <p:nvPr/>
          </p:nvSpPr>
          <p:spPr>
            <a:xfrm rot="5400000">
              <a:off x="8316001" y="3798000"/>
              <a:ext cx="1080000" cy="90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5045EAA-42F7-CEC6-72B3-3C163AEEF2E0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>
              <a:off x="9306001" y="4248000"/>
              <a:ext cx="100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4FF0E3E-FD4A-4B17-24FF-2EB7D65228AA}"/>
                </a:ext>
              </a:extLst>
            </p:cNvPr>
            <p:cNvCxnSpPr>
              <a:cxnSpLocks/>
            </p:cNvCxnSpPr>
            <p:nvPr/>
          </p:nvCxnSpPr>
          <p:spPr>
            <a:xfrm>
              <a:off x="9432000" y="3096000"/>
              <a:ext cx="0" cy="115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C5F1A0F-D26A-6D51-D5BE-26CBDD65D180}"/>
                </a:ext>
              </a:extLst>
            </p:cNvPr>
            <p:cNvSpPr/>
            <p:nvPr/>
          </p:nvSpPr>
          <p:spPr>
            <a:xfrm>
              <a:off x="9378000" y="4194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360BF14-C1C0-5C2D-E66A-C86A54D557EE}"/>
                    </a:ext>
                  </a:extLst>
                </p:cNvPr>
                <p:cNvSpPr txBox="1"/>
                <p:nvPr/>
              </p:nvSpPr>
              <p:spPr>
                <a:xfrm flipH="1">
                  <a:off x="8352001" y="3780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360BF14-C1C0-5C2D-E66A-C86A54D55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52001" y="3780000"/>
                  <a:ext cx="396000" cy="39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9F002A3-EB72-6A71-CB1A-43FABA3450D3}"/>
                    </a:ext>
                  </a:extLst>
                </p:cNvPr>
                <p:cNvSpPr txBox="1"/>
                <p:nvPr/>
              </p:nvSpPr>
              <p:spPr>
                <a:xfrm flipH="1">
                  <a:off x="8352001" y="4284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9F002A3-EB72-6A71-CB1A-43FABA345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352001" y="4284000"/>
                  <a:ext cx="396000" cy="396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733AA3E-D1AB-0798-1A91-83DE9D415CAE}"/>
                </a:ext>
              </a:extLst>
            </p:cNvPr>
            <p:cNvSpPr txBox="1"/>
            <p:nvPr/>
          </p:nvSpPr>
          <p:spPr>
            <a:xfrm>
              <a:off x="8676001" y="4050000"/>
              <a:ext cx="360000" cy="396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E54C7EBF-6094-FE7C-C359-6B3F29CE2043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1" y="4500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1D84320C-FA2F-F0B8-15DB-779892AD54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2001" y="4896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3A05FD2-EA81-D945-F73D-285BF9B075FF}"/>
                    </a:ext>
                  </a:extLst>
                </p:cNvPr>
                <p:cNvSpPr txBox="1"/>
                <p:nvPr/>
              </p:nvSpPr>
              <p:spPr>
                <a:xfrm>
                  <a:off x="9648000" y="3852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3A05FD2-EA81-D945-F73D-285BF9B07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3852000"/>
                  <a:ext cx="468000" cy="396000"/>
                </a:xfrm>
                <a:prstGeom prst="rect">
                  <a:avLst/>
                </a:prstGeom>
                <a:blipFill>
                  <a:blip r:embed="rId5"/>
                  <a:stretch>
                    <a:fillRect l="-2632" r="-2632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AA1F88B8-BAC8-BEE4-0E29-C1A7F0AE8699}"/>
                </a:ext>
              </a:extLst>
            </p:cNvPr>
            <p:cNvSpPr/>
            <p:nvPr/>
          </p:nvSpPr>
          <p:spPr>
            <a:xfrm>
              <a:off x="7488000" y="3924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10D56816-3571-00A7-57DF-2E5AB2DC70DC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3096000"/>
              <a:ext cx="0" cy="90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A8ED2EB7-E290-8241-6599-C09B5E1E70E4}"/>
                </a:ext>
              </a:extLst>
            </p:cNvPr>
            <p:cNvSpPr/>
            <p:nvPr/>
          </p:nvSpPr>
          <p:spPr>
            <a:xfrm>
              <a:off x="8118000" y="39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2D8E0C4D-6238-41A4-D338-D5E253F36C45}"/>
                </a:ext>
              </a:extLst>
            </p:cNvPr>
            <p:cNvCxnSpPr>
              <a:cxnSpLocks/>
            </p:cNvCxnSpPr>
            <p:nvPr/>
          </p:nvCxnSpPr>
          <p:spPr>
            <a:xfrm>
              <a:off x="8766000" y="3312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92CB5AEC-9C95-3ACC-7202-CBBEA26A30DB}"/>
                </a:ext>
              </a:extLst>
            </p:cNvPr>
            <p:cNvCxnSpPr>
              <a:cxnSpLocks/>
            </p:cNvCxnSpPr>
            <p:nvPr/>
          </p:nvCxnSpPr>
          <p:spPr>
            <a:xfrm>
              <a:off x="8874000" y="3312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006524C-1E4A-EA96-8960-827758FAB90F}"/>
                </a:ext>
              </a:extLst>
            </p:cNvPr>
            <p:cNvCxnSpPr>
              <a:cxnSpLocks/>
            </p:cNvCxnSpPr>
            <p:nvPr/>
          </p:nvCxnSpPr>
          <p:spPr>
            <a:xfrm>
              <a:off x="8874000" y="3492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155DD104-F5AA-5894-CF1B-D7DA126CEE1D}"/>
                    </a:ext>
                  </a:extLst>
                </p:cNvPr>
                <p:cNvSpPr txBox="1"/>
                <p:nvPr/>
              </p:nvSpPr>
              <p:spPr>
                <a:xfrm>
                  <a:off x="8820000" y="3528000"/>
                  <a:ext cx="360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155DD104-F5AA-5894-CF1B-D7DA126CE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3528000"/>
                  <a:ext cx="360000" cy="396000"/>
                </a:xfrm>
                <a:prstGeom prst="rect">
                  <a:avLst/>
                </a:prstGeom>
                <a:blipFill>
                  <a:blip r:embed="rId6"/>
                  <a:stretch>
                    <a:fillRect l="-8475" r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19EAAA37-3B0B-514D-A6B7-E364DB210688}"/>
                </a:ext>
              </a:extLst>
            </p:cNvPr>
            <p:cNvSpPr/>
            <p:nvPr/>
          </p:nvSpPr>
          <p:spPr>
            <a:xfrm>
              <a:off x="8118000" y="343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2D7B1657-56C1-08A5-38A0-8040C8B7B2C3}"/>
                </a:ext>
              </a:extLst>
            </p:cNvPr>
            <p:cNvSpPr/>
            <p:nvPr/>
          </p:nvSpPr>
          <p:spPr>
            <a:xfrm>
              <a:off x="9378000" y="3438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21E485E7-A5F9-E4BE-7B16-D280F8DDE9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3096000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B60975F5-209D-1DC7-3610-6AA6777CB29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3096000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EA36F8B0-0FF8-0EC8-D573-7C5F13EDCE76}"/>
                </a:ext>
              </a:extLst>
            </p:cNvPr>
            <p:cNvSpPr/>
            <p:nvPr/>
          </p:nvSpPr>
          <p:spPr>
            <a:xfrm>
              <a:off x="8892000" y="30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EA2B1F48-17A5-2D19-6D76-1BA77DE56299}"/>
                </a:ext>
              </a:extLst>
            </p:cNvPr>
            <p:cNvCxnSpPr>
              <a:cxnSpLocks/>
            </p:cNvCxnSpPr>
            <p:nvPr/>
          </p:nvCxnSpPr>
          <p:spPr>
            <a:xfrm>
              <a:off x="8694000" y="2880000"/>
              <a:ext cx="252000" cy="21462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3817F07A-4FC7-5644-E349-E31E3D185695}"/>
                </a:ext>
              </a:extLst>
            </p:cNvPr>
            <p:cNvSpPr/>
            <p:nvPr/>
          </p:nvSpPr>
          <p:spPr>
            <a:xfrm>
              <a:off x="7002000" y="394200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CA830D9C-D94A-A3BF-3BDE-457F77ACC9C2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3780000"/>
              <a:ext cx="252000" cy="21462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663FC7D3-5D34-85E3-BC61-6123F4D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3780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D493AB4E-4FED-1D15-6773-40CC44DCB1E2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4212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FD03D6B3-F037-2794-9C7C-E83179CC751D}"/>
                    </a:ext>
                  </a:extLst>
                </p:cNvPr>
                <p:cNvSpPr txBox="1"/>
                <p:nvPr/>
              </p:nvSpPr>
              <p:spPr>
                <a:xfrm>
                  <a:off x="6083999" y="3528000"/>
                  <a:ext cx="360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FD03D6B3-F037-2794-9C7C-E83179CC7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3999" y="3528000"/>
                  <a:ext cx="360000" cy="396000"/>
                </a:xfrm>
                <a:prstGeom prst="rect">
                  <a:avLst/>
                </a:prstGeom>
                <a:blipFill>
                  <a:blip r:embed="rId7"/>
                  <a:stretch>
                    <a:fillRect l="-8475" r="-339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88139C32-20F2-F7F9-7257-D3367DAB276E}"/>
                    </a:ext>
                  </a:extLst>
                </p:cNvPr>
                <p:cNvSpPr txBox="1"/>
                <p:nvPr/>
              </p:nvSpPr>
              <p:spPr>
                <a:xfrm>
                  <a:off x="5508000" y="4032000"/>
                  <a:ext cx="93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88139C32-20F2-F7F9-7257-D3367DAB2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00" y="4032000"/>
                  <a:ext cx="936000" cy="396000"/>
                </a:xfrm>
                <a:prstGeom prst="rect">
                  <a:avLst/>
                </a:prstGeom>
                <a:blipFill>
                  <a:blip r:embed="rId8"/>
                  <a:stretch>
                    <a:fillRect r="-1307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1452664B-A045-EAAF-A4DD-6F24567488C4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4752000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等腰三角形 144">
              <a:extLst>
                <a:ext uri="{FF2B5EF4-FFF2-40B4-BE49-F238E27FC236}">
                  <a16:creationId xmlns:a16="http://schemas.microsoft.com/office/drawing/2014/main" id="{814CCE1A-0CCC-367E-0B00-208612AFB3CD}"/>
                </a:ext>
              </a:extLst>
            </p:cNvPr>
            <p:cNvSpPr/>
            <p:nvPr/>
          </p:nvSpPr>
          <p:spPr>
            <a:xfrm rot="5400000">
              <a:off x="10188000" y="4050000"/>
              <a:ext cx="1080000" cy="900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65168C02-2AD2-DF25-8B65-6880A2DE4651}"/>
                    </a:ext>
                  </a:extLst>
                </p:cNvPr>
                <p:cNvSpPr txBox="1"/>
                <p:nvPr/>
              </p:nvSpPr>
              <p:spPr>
                <a:xfrm flipH="1">
                  <a:off x="10224000" y="4032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65168C02-2AD2-DF25-8B65-6880A2DE4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224000" y="4032000"/>
                  <a:ext cx="396000" cy="396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38537A55-267E-4472-2C50-3891E6EFF23E}"/>
                    </a:ext>
                  </a:extLst>
                </p:cNvPr>
                <p:cNvSpPr txBox="1"/>
                <p:nvPr/>
              </p:nvSpPr>
              <p:spPr>
                <a:xfrm flipH="1">
                  <a:off x="10224000" y="453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38537A55-267E-4472-2C50-3891E6EFF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224000" y="4536000"/>
                  <a:ext cx="396000" cy="396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89C336D5-527E-6CA7-9C6E-7CD8A8117DD8}"/>
                </a:ext>
              </a:extLst>
            </p:cNvPr>
            <p:cNvSpPr txBox="1"/>
            <p:nvPr/>
          </p:nvSpPr>
          <p:spPr>
            <a:xfrm>
              <a:off x="10548000" y="4302000"/>
              <a:ext cx="360000" cy="396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782BC70D-2AE1-89C0-F43A-A5CB137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4752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27CF0D6B-AFDC-73ED-AD77-C6E87125D3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64000" y="5148000"/>
              <a:ext cx="360000" cy="0"/>
            </a:xfrm>
            <a:prstGeom prst="line">
              <a:avLst/>
            </a:prstGeom>
            <a:ln w="1016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D2EFFFA-DEE4-79DD-9E0D-7A297A550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77999" y="4500000"/>
              <a:ext cx="27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24BF33E0-FCDA-0B68-80AE-48241CC741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48000" y="4500000"/>
              <a:ext cx="0" cy="792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3581D6FB-CDE4-03B9-5563-D1B077A90122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5292000"/>
              <a:ext cx="252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600598C0-E2BC-F514-2E06-8BA46BCD0FDE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5292000"/>
              <a:ext cx="1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BB1EFFCE-E4C8-1996-065F-7672B863CA35}"/>
                </a:ext>
              </a:extLst>
            </p:cNvPr>
            <p:cNvSpPr/>
            <p:nvPr/>
          </p:nvSpPr>
          <p:spPr>
            <a:xfrm>
              <a:off x="8352000" y="5652000"/>
              <a:ext cx="1152000" cy="432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控制逻辑</a:t>
              </a:r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EA53A892-DC59-F1C6-877D-87ACED35F7A1}"/>
                </a:ext>
              </a:extLst>
            </p:cNvPr>
            <p:cNvCxnSpPr>
              <a:cxnSpLocks/>
              <a:stCxn id="161" idx="3"/>
            </p:cNvCxnSpPr>
            <p:nvPr/>
          </p:nvCxnSpPr>
          <p:spPr>
            <a:xfrm>
              <a:off x="9504000" y="5868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8BAC6853-4866-9E05-AC8E-C60255EFB4A7}"/>
                    </a:ext>
                  </a:extLst>
                </p:cNvPr>
                <p:cNvSpPr txBox="1"/>
                <p:nvPr/>
              </p:nvSpPr>
              <p:spPr>
                <a:xfrm>
                  <a:off x="6912000" y="352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8BAC6853-4866-9E05-AC8E-C60255EFB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000" y="3528000"/>
                  <a:ext cx="396000" cy="396000"/>
                </a:xfrm>
                <a:prstGeom prst="rect">
                  <a:avLst/>
                </a:prstGeom>
                <a:blipFill>
                  <a:blip r:embed="rId11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F1F4F70B-E09F-E2BC-4F4B-2921F61EAFE9}"/>
                    </a:ext>
                  </a:extLst>
                </p:cNvPr>
                <p:cNvSpPr txBox="1"/>
                <p:nvPr/>
              </p:nvSpPr>
              <p:spPr>
                <a:xfrm>
                  <a:off x="8820000" y="262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F1F4F70B-E09F-E2BC-4F4B-2921F61EA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2628000"/>
                  <a:ext cx="396000" cy="396000"/>
                </a:xfrm>
                <a:prstGeom prst="rect">
                  <a:avLst/>
                </a:prstGeom>
                <a:blipFill>
                  <a:blip r:embed="rId12"/>
                  <a:stretch>
                    <a:fillRect l="-15385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A22B644A-0CD2-0306-EF36-F52262EA25F8}"/>
                    </a:ext>
                  </a:extLst>
                </p:cNvPr>
                <p:cNvSpPr txBox="1"/>
                <p:nvPr/>
              </p:nvSpPr>
              <p:spPr>
                <a:xfrm>
                  <a:off x="7128000" y="5508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A22B644A-0CD2-0306-EF36-F52262EA2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000" y="5508000"/>
                  <a:ext cx="396000" cy="396000"/>
                </a:xfrm>
                <a:prstGeom prst="rect">
                  <a:avLst/>
                </a:prstGeom>
                <a:blipFill>
                  <a:blip r:embed="rId13"/>
                  <a:stretch>
                    <a:fillRect l="-13846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2A05346-85F4-1962-2A5E-7EAD1D7A5509}"/>
                    </a:ext>
                  </a:extLst>
                </p:cNvPr>
                <p:cNvSpPr txBox="1"/>
                <p:nvPr/>
              </p:nvSpPr>
              <p:spPr>
                <a:xfrm>
                  <a:off x="7128000" y="5796000"/>
                  <a:ext cx="396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52A05346-85F4-1962-2A5E-7EAD1D7A5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000" y="5796000"/>
                  <a:ext cx="396000" cy="396000"/>
                </a:xfrm>
                <a:prstGeom prst="rect">
                  <a:avLst/>
                </a:prstGeom>
                <a:blipFill>
                  <a:blip r:embed="rId14"/>
                  <a:stretch>
                    <a:fillRect l="-12308" r="-1538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箭头: 右 166">
              <a:extLst>
                <a:ext uri="{FF2B5EF4-FFF2-40B4-BE49-F238E27FC236}">
                  <a16:creationId xmlns:a16="http://schemas.microsoft.com/office/drawing/2014/main" id="{29E68B01-ACF0-ED93-2DD0-43E85BF9A03E}"/>
                </a:ext>
              </a:extLst>
            </p:cNvPr>
            <p:cNvSpPr/>
            <p:nvPr/>
          </p:nvSpPr>
          <p:spPr>
            <a:xfrm>
              <a:off x="10764000" y="5688000"/>
              <a:ext cx="576000" cy="360000"/>
            </a:xfrm>
            <a:prstGeom prst="rightArrow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BB10F301-84E9-2782-F9F8-5F5AB0AF74B9}"/>
                </a:ext>
              </a:extLst>
            </p:cNvPr>
            <p:cNvSpPr/>
            <p:nvPr/>
          </p:nvSpPr>
          <p:spPr>
            <a:xfrm>
              <a:off x="10044000" y="5652000"/>
              <a:ext cx="900000" cy="432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计数器</a:t>
              </a:r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7572A764-04C7-966C-5347-B9D970D23979}"/>
                </a:ext>
              </a:extLst>
            </p:cNvPr>
            <p:cNvSpPr txBox="1"/>
            <p:nvPr/>
          </p:nvSpPr>
          <p:spPr>
            <a:xfrm>
              <a:off x="11268000" y="5508000"/>
              <a:ext cx="97199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数字量输出</a:t>
              </a:r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D524A813-297B-3066-F471-08CE4C8563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4000" y="608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CF5F560F-B1BB-4429-BB9B-75CF5B071D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52000" y="6084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54AED25E-9FF4-1C09-050D-FDEC9C14EEAB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6444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7B788134-24EF-49F0-0374-50CC3F532BE3}"/>
                </a:ext>
              </a:extLst>
            </p:cNvPr>
            <p:cNvSpPr txBox="1"/>
            <p:nvPr/>
          </p:nvSpPr>
          <p:spPr>
            <a:xfrm>
              <a:off x="7128000" y="624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转换控制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2C55C357-E86E-9324-9087-1AB0A109C0DC}"/>
                    </a:ext>
                  </a:extLst>
                </p:cNvPr>
                <p:cNvSpPr txBox="1"/>
                <p:nvPr/>
              </p:nvSpPr>
              <p:spPr>
                <a:xfrm>
                  <a:off x="9612000" y="6246000"/>
                  <a:ext cx="432811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2C55C357-E86E-9324-9087-1AB0A109C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6246000"/>
                  <a:ext cx="432811" cy="396000"/>
                </a:xfrm>
                <a:prstGeom prst="rect">
                  <a:avLst/>
                </a:prstGeom>
                <a:blipFill>
                  <a:blip r:embed="rId15"/>
                  <a:stretch>
                    <a:fillRect l="-15493" r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4161CB35-0500-4C4F-146B-B0F1B1087042}"/>
                </a:ext>
              </a:extLst>
            </p:cNvPr>
            <p:cNvCxnSpPr>
              <a:cxnSpLocks/>
            </p:cNvCxnSpPr>
            <p:nvPr/>
          </p:nvCxnSpPr>
          <p:spPr>
            <a:xfrm>
              <a:off x="9252000" y="6444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8F4489D0-0C05-0323-1638-58E1D5F009D6}"/>
                </a:ext>
              </a:extLst>
            </p:cNvPr>
            <p:cNvSpPr/>
            <p:nvPr/>
          </p:nvSpPr>
          <p:spPr>
            <a:xfrm>
              <a:off x="7344000" y="2628000"/>
              <a:ext cx="2304000" cy="2376000"/>
            </a:xfrm>
            <a:prstGeom prst="rect">
              <a:avLst/>
            </a:prstGeom>
            <a:noFill/>
            <a:ln w="38100">
              <a:solidFill>
                <a:srgbClr val="00B0F0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4C34A8DB-6FCF-231F-7106-9B50DD867418}"/>
                    </a:ext>
                  </a:extLst>
                </p:cNvPr>
                <p:cNvSpPr txBox="1"/>
                <p:nvPr/>
              </p:nvSpPr>
              <p:spPr>
                <a:xfrm>
                  <a:off x="7560000" y="4050000"/>
                  <a:ext cx="289566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4C34A8DB-6FCF-231F-7106-9B50DD867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0000" y="4050000"/>
                  <a:ext cx="289566" cy="396000"/>
                </a:xfrm>
                <a:prstGeom prst="rect">
                  <a:avLst/>
                </a:prstGeom>
                <a:blipFill>
                  <a:blip r:embed="rId16"/>
                  <a:stretch>
                    <a:fillRect l="-20833" r="-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4F906EA0-E50F-0E64-A9FB-2A253F123002}"/>
                </a:ext>
              </a:extLst>
            </p:cNvPr>
            <p:cNvSpPr txBox="1"/>
            <p:nvPr/>
          </p:nvSpPr>
          <p:spPr>
            <a:xfrm>
              <a:off x="8676000" y="4644000"/>
              <a:ext cx="971998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积分器</a:t>
              </a: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CB11E741-00F4-B282-72C0-912D0CE5110C}"/>
                </a:ext>
              </a:extLst>
            </p:cNvPr>
            <p:cNvSpPr txBox="1"/>
            <p:nvPr/>
          </p:nvSpPr>
          <p:spPr>
            <a:xfrm>
              <a:off x="5508000" y="3240000"/>
              <a:ext cx="1368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模拟量输入</a:t>
              </a: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3CBF0FD3-D276-5D32-A863-50B8A13A20B3}"/>
                </a:ext>
              </a:extLst>
            </p:cNvPr>
            <p:cNvSpPr txBox="1"/>
            <p:nvPr/>
          </p:nvSpPr>
          <p:spPr>
            <a:xfrm>
              <a:off x="10440000" y="3708000"/>
              <a:ext cx="971998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FD1B59AC-7CAF-58A9-CE0B-3D8B2CF5E7A6}"/>
                    </a:ext>
                  </a:extLst>
                </p:cNvPr>
                <p:cNvSpPr txBox="1"/>
                <p:nvPr/>
              </p:nvSpPr>
              <p:spPr>
                <a:xfrm>
                  <a:off x="9504000" y="5400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FD1B59AC-7CAF-58A9-CE0B-3D8B2CF5E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4000" y="5400000"/>
                  <a:ext cx="432000" cy="396000"/>
                </a:xfrm>
                <a:prstGeom prst="rect">
                  <a:avLst/>
                </a:prstGeom>
                <a:blipFill>
                  <a:blip r:embed="rId17"/>
                  <a:stretch>
                    <a:fillRect l="-5634" r="-4225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163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8A9CA-ABEB-94DC-FF5E-FA45929271B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双积分型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6B89B8-BAA6-32BB-845C-E484B3ABFBF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2F6C88D-258A-6D58-787A-9F0CB175F6E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8E9C8D96-FADF-D509-F213-5B918BC537A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70DBC580-0A04-4E43-D0F8-8711AB21377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222D52F-E714-F1A5-D245-D32C4F92E89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85250DF-4A48-5674-5319-941850738994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846490" cy="2319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双积分型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第一次积分：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断开，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期间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的平均值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85250DF-4A48-5674-5319-941850738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846490" cy="2319289"/>
              </a:xfrm>
              <a:prstGeom prst="rect">
                <a:avLst/>
              </a:prstGeom>
              <a:blipFill>
                <a:blip r:embed="rId2"/>
                <a:stretch>
                  <a:fillRect l="-1877" t="-1053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5" name="图片 494">
            <a:extLst>
              <a:ext uri="{FF2B5EF4-FFF2-40B4-BE49-F238E27FC236}">
                <a16:creationId xmlns:a16="http://schemas.microsoft.com/office/drawing/2014/main" id="{7C5D7EA2-63B9-DB16-7102-749F865C7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3600000"/>
            <a:ext cx="4966500" cy="309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A828CA-6818-0E69-F9A1-FC984ACB9D14}"/>
                  </a:ext>
                </a:extLst>
              </p:cNvPr>
              <p:cNvSpPr txBox="1"/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是正极性直流电压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9A828CA-6818-0E69-F9A1-FC984ACB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blipFill>
                <a:blip r:embed="rId4"/>
                <a:stretch>
                  <a:fillRect l="-2538" t="-1198"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4F489F09-3DFD-5FA7-B223-A07A9C6EDD4C}"/>
              </a:ext>
            </a:extLst>
          </p:cNvPr>
          <p:cNvGrpSpPr/>
          <p:nvPr/>
        </p:nvGrpSpPr>
        <p:grpSpPr>
          <a:xfrm>
            <a:off x="6840000" y="540000"/>
            <a:ext cx="4608000" cy="5184000"/>
            <a:chOff x="6696000" y="648000"/>
            <a:chExt cx="4608000" cy="5184000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39C9973C-3D73-E342-DD3A-3634F1DD26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792000"/>
              <a:ext cx="0" cy="252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A0FB71A-197A-4760-DB25-98A842BACDF8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BF76350-B3C6-0F7D-6E06-5DFB18195FF3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4DDF4B1-B0E5-2700-0DE0-D687221D5444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872001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2F9CD0B0-9455-3CC6-6E0C-1E3BA6AA7AEB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2016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7FB4B0AA-2902-CC76-FE32-5E4E6413B9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872000"/>
              <a:ext cx="1584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2F248F09-BAAA-E1D1-0A66-A1A77558A09C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89D394D6-3089-7CAE-9715-B304227B0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315365D-B364-8D44-C67B-80A330349D3C}"/>
                    </a:ext>
                  </a:extLst>
                </p:cNvPr>
                <p:cNvSpPr txBox="1"/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315365D-B364-8D44-C67B-80A330349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D37DBAB2-B54E-41A1-E766-75004F9C8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08C8E21-7AA3-E2CD-05E3-D6488387CF8F}"/>
                    </a:ext>
                  </a:extLst>
                </p:cNvPr>
                <p:cNvSpPr txBox="1"/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08C8E21-7AA3-E2CD-05E3-D6488387C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E542F4C-4864-F5BD-DE8F-E3D4EDC8F00D}"/>
                    </a:ext>
                  </a:extLst>
                </p:cNvPr>
                <p:cNvSpPr txBox="1"/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3E542F4C-4864-F5BD-DE8F-E3D4EDC8F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37E895E-45E1-FF49-96B8-65E00C1A49B8}"/>
                    </a:ext>
                  </a:extLst>
                </p:cNvPr>
                <p:cNvSpPr txBox="1"/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37E895E-45E1-FF49-96B8-65E00C1A4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32D0B761-93C1-A115-84A0-954642CDB26C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908002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D7D13411-1841-068A-C850-FFB53B581177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197D17FF-08AE-F6AD-0BE7-0FF70E759112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BB430D4-17AD-54E3-8E4B-F788E45B4101}"/>
                    </a:ext>
                  </a:extLst>
                </p:cNvPr>
                <p:cNvSpPr txBox="1"/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BB430D4-17AD-54E3-8E4B-F788E45B4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CFCA5B-9743-705C-730A-817932E7E55C}"/>
                    </a:ext>
                  </a:extLst>
                </p:cNvPr>
                <p:cNvSpPr txBox="1"/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CFCA5B-9743-705C-730A-817932E7E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3CA397D0-1ACE-BB32-E902-45585DF7A64D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168000"/>
              <a:ext cx="201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79B7009-B462-64E2-FAC2-ECCB536D691A}"/>
                    </a:ext>
                  </a:extLst>
                </p:cNvPr>
                <p:cNvSpPr txBox="1"/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79B7009-B462-64E2-FAC2-ECCB536D6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4D01F92-3CED-5692-1D8C-CB4FABDB8496}"/>
                    </a:ext>
                  </a:extLst>
                </p:cNvPr>
                <p:cNvSpPr txBox="1"/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4D01F92-3CED-5692-1D8C-CB4FABDB8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1BC9BE87-E705-1262-57D5-9317BE1591F4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435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36B95D99-FAF4-3E8D-890D-C9BE62A944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352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D27AED-D1D1-F0BE-C2B0-B417AECBA503}"/>
                    </a:ext>
                  </a:extLst>
                </p:cNvPr>
                <p:cNvSpPr txBox="1"/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ED27AED-D1D1-F0BE-C2B0-B417AECBA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8C75906-7D1D-7071-268F-E2C7440D478F}"/>
                    </a:ext>
                  </a:extLst>
                </p:cNvPr>
                <p:cNvSpPr txBox="1"/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8C75906-7D1D-7071-268F-E2C7440D4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6B44CC17-B008-CC0A-9A21-A4993570DCA5}"/>
                    </a:ext>
                  </a:extLst>
                </p:cNvPr>
                <p:cNvSpPr txBox="1"/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6B44CC17-B008-CC0A-9A21-A4993570D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E2D207BD-8DC4-8106-E6D1-704D1F2C749B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43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3499B51-E713-2CED-7F45-32EEF7E931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460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47965F3-2EC1-A408-A62E-1504E1C576F4}"/>
                    </a:ext>
                  </a:extLst>
                </p:cNvPr>
                <p:cNvSpPr txBox="1"/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47965F3-2EC1-A408-A62E-1504E1C57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AEC7EE0-C78D-4F63-0FC8-5E315555CFA3}"/>
                    </a:ext>
                  </a:extLst>
                </p:cNvPr>
                <p:cNvSpPr txBox="1"/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AEC7EE0-C78D-4F63-0FC8-5E315555C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704282E0-A8C6-C456-FACE-DAAD5E812643}"/>
                    </a:ext>
                  </a:extLst>
                </p:cNvPr>
                <p:cNvSpPr txBox="1"/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704282E0-A8C6-C456-FACE-DAAD5E812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6DBC77C2-86AA-D96E-CC3E-4195F7BD8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1133EAAD-86C0-AD06-297A-B3B40CE172EC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866EE8E6-9C7D-225C-75B1-43E6C0815F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B7497EC0-41C8-8218-C450-35ABF81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C6A1EC3B-85BB-5C75-B0BE-DAEBA570A0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214F0F7D-D19C-5ABA-78BA-C6737912A8FB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DF24E29A-5594-765A-A8CD-516462424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776EE46-D688-CC07-F6CE-EC8E0E3C7D20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E4ECF428-F617-4D7E-353E-EAF814F71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59C7260D-D7F9-9B2A-C2C9-CC642E0F1EC7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62424E7D-5A70-EAB2-BE17-CD3F7F46B7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1E0769A5-110F-1450-3E61-1DD91B959ADB}"/>
                </a:ext>
              </a:extLst>
            </p:cNvPr>
            <p:cNvCxnSpPr>
              <a:cxnSpLocks/>
            </p:cNvCxnSpPr>
            <p:nvPr/>
          </p:nvCxnSpPr>
          <p:spPr>
            <a:xfrm>
              <a:off x="788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5946A387-3B55-DFE8-9847-D7D59671A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EF94CA3A-FCA7-849A-1AF3-E0E2A905646E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A51310BF-BF21-DC17-FF36-A5790B7FB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3EC9C167-EF43-2A38-D1D7-70B4735A40FB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ECBB7A64-5406-F0ED-9038-1972ACC82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2AC1141E-6804-83F7-6A7A-98A491050C63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652F9C28-9270-2D7D-4855-2262DBB0B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173A1262-CA86-892E-CD5E-4309EC6F9ACE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48A4A4C1-8833-EC90-32A2-08E0B78D4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6D0C90AF-0582-5DA7-498F-A66B2FB365C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A0AB0292-6A38-44BE-7059-68FB370BB4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D346700-1FBC-9383-C792-AE2CF247ECE5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3350AE91-172F-D06B-B5A7-2633D8D3B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EA7F5235-A8B5-C445-439F-DBCB0C9CA47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CC89745C-3DBA-A89A-2DC4-71004E2F9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3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229636E3-BE03-45C9-B8CC-AA527367F3D0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8F3FCA61-C658-B2E1-6659-9065A297A3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BBE3F5D4-7265-577F-1665-E05CEF2EED0F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F7FC9A96-53AB-FFB1-F7DC-41441F9121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51E33555-DF6B-E8DE-168F-9D6DABD518EF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50D493CA-F714-E3EE-73F0-AA55B554B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C69CACF6-A9C4-9053-A779-2076E76431E7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B53D46A-11D1-3CBF-003E-193025B44C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4D12F2E3-C5D2-1597-0F3E-415C1F2737A6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D07E825C-9F7C-FDE7-9072-21869D1B5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B466F4A2-D4A9-1162-A704-21B25B388838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9B587287-8634-E609-0C39-0E86FA8E3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FCB7D2C6-6DF8-B48F-9C34-73B57D434414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47F02844-CDE1-D6A3-2C4A-EE14FBBFB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368C1A38-812A-0116-A5C8-8E3603936DFC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EE3AB1BA-EF0F-FEBF-7026-4F165870A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3317CA30-E272-BA1F-35C0-E081951B3684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13AF5391-E138-D0D6-CBBD-6144EB037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48D69641-79CD-F0F2-CEAF-CC073FEC4044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2CDC541B-776C-15BB-A60A-9B4E0A37F7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ADC35A60-285A-0777-3999-017F9D664BE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88F7E86F-C47F-9D90-3772-CEDC7CCBCD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8812700D-D6A9-D8FF-1F98-498FBDFDD3D7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1358B384-8879-D81E-3AF1-4C29D552E0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0ABB3D51-12CD-BE18-66B4-15D3540B8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428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3B2A61DB-8A94-08CB-EC9C-3559B43AA012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364000"/>
              <a:ext cx="201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4EA5C283-5178-419E-371C-91EA025A3D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AC9FE44E-900A-A4A1-EAE0-C84ADE118543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D480B5E0-F36C-A35B-0E54-B20735611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061CF56F-D242-02CA-3AA8-16537AD28E5B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0F2BEDE5-F4B4-28B9-8A4E-FB31DFD3CB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462674AE-A5C6-DBFA-44B8-62AC60DCE25D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19725C8D-DFA3-F2EC-2FD6-44212692E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7C4919A-B98B-2D39-C8F1-EAB45D3128E4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72364C81-8123-E91D-C54B-A06CE18B2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A18E7CBC-7157-E1CE-C19D-AAF659484D1A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12361E27-BFD5-DE90-43C0-03F014C16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D601D9D4-F25C-BAE5-48BF-C567AA3F0995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A0E19CCE-2CC7-D724-B78F-F3A0FE677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8C835E51-C891-5DFD-69C1-262E2DCDB73C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FB6B4A89-3B1B-5806-7FC2-EDE72B34EB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7044B403-B868-B185-07D1-AB94F494D85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FB0A498D-93B5-82F6-D9EE-B6DB40C20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146A0E3E-970E-9D58-9C0E-E11AB439BCBD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FEE07184-1F6C-0C39-3A2D-1902D9D9E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A43F72AD-71C1-A618-A3FC-38D369DFE68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F8D9C2CB-BFA0-51B0-6661-73C14251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D97318BD-70D9-B981-6D9B-10384D633EF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95A374DC-74D8-B790-4597-177BB8F94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6FA56392-EBB4-6015-F8D8-AA0CDF6440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536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6276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509D-41FD-128E-1AA1-DBE69438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532A1-E257-8A40-17D3-E0B05E22F7F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双积分型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076ADEA-538A-4012-D015-43FCEF86FD2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76A4EB5-4D9A-ABC5-F0D7-F143030CFFD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7B6C7CBA-34A9-9F3B-8935-99EEE04EA03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1BCA9A9C-8614-D651-61B1-6364AE09C1C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A6AFBC39-C070-5F5E-5C1D-EAC15F8188E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6D8F90A-EF43-A169-B3FD-944F7FDE595A}"/>
                  </a:ext>
                </a:extLst>
              </p:cNvPr>
              <p:cNvSpPr txBox="1"/>
              <p:nvPr/>
            </p:nvSpPr>
            <p:spPr>
              <a:xfrm>
                <a:off x="359998" y="827999"/>
                <a:ext cx="6120000" cy="2535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双积分型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第二次积分：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断开，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6D8F90A-EF43-A169-B3FD-944F7FDE5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827999"/>
                <a:ext cx="6120000" cy="2535759"/>
              </a:xfrm>
              <a:prstGeom prst="rect">
                <a:avLst/>
              </a:prstGeom>
              <a:blipFill>
                <a:blip r:embed="rId2"/>
                <a:stretch>
                  <a:fillRect l="-1793" t="-962" r="-1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6" name="图片 495">
            <a:extLst>
              <a:ext uri="{FF2B5EF4-FFF2-40B4-BE49-F238E27FC236}">
                <a16:creationId xmlns:a16="http://schemas.microsoft.com/office/drawing/2014/main" id="{81421ABD-8806-E5C7-493A-0969F9CB3C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3600000"/>
            <a:ext cx="5020250" cy="309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54F01D-4BFE-85BE-FE0E-56160B7BFF05}"/>
                  </a:ext>
                </a:extLst>
              </p:cNvPr>
              <p:cNvSpPr txBox="1"/>
              <p:nvPr/>
            </p:nvSpPr>
            <p:spPr>
              <a:xfrm>
                <a:off x="4752000" y="2736000"/>
                <a:ext cx="1872000" cy="72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54F01D-4BFE-85BE-FE0E-56160B7BF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000" y="2736000"/>
                <a:ext cx="1872000" cy="72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右 12">
            <a:extLst>
              <a:ext uri="{FF2B5EF4-FFF2-40B4-BE49-F238E27FC236}">
                <a16:creationId xmlns:a16="http://schemas.microsoft.com/office/drawing/2014/main" id="{1CBB889A-E0AC-D103-E9EB-266A16FDA6B7}"/>
              </a:ext>
            </a:extLst>
          </p:cNvPr>
          <p:cNvSpPr/>
          <p:nvPr/>
        </p:nvSpPr>
        <p:spPr>
          <a:xfrm>
            <a:off x="4320000" y="2880000"/>
            <a:ext cx="360000" cy="288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B9D10985-676F-9467-B65B-26AC1433BBFD}"/>
                  </a:ext>
                </a:extLst>
              </p:cNvPr>
              <p:cNvSpPr txBox="1"/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是正极性直流电压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B9D10985-676F-9467-B65B-26AC1433B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blipFill>
                <a:blip r:embed="rId5"/>
                <a:stretch>
                  <a:fillRect l="-2538" t="-1198"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05593941-B0F4-4830-7B04-75749A303F05}"/>
              </a:ext>
            </a:extLst>
          </p:cNvPr>
          <p:cNvGrpSpPr/>
          <p:nvPr/>
        </p:nvGrpSpPr>
        <p:grpSpPr>
          <a:xfrm>
            <a:off x="6840000" y="540000"/>
            <a:ext cx="4608000" cy="5184000"/>
            <a:chOff x="6696000" y="648000"/>
            <a:chExt cx="4608000" cy="5184000"/>
          </a:xfrm>
        </p:grpSpPr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7A4F9CD6-E0BE-3E9C-F946-9F9C5F2FA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792000"/>
              <a:ext cx="0" cy="252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3B3E9661-C4ED-8641-1265-2D4F913FE4C6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6AEEB948-73EA-FBAE-A8C6-6BDD9DF4EC0E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DFFB65C3-5FA6-5A6E-9653-9F94CBAED9A2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872001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B862D971-2E81-D96B-FE35-B6646AC40653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2016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55732740-7BDC-C82E-85F1-253C15D4D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872000"/>
              <a:ext cx="1584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747E9015-45E9-6091-F72F-3F055032C9ED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540EA38E-E65E-EE25-35DD-4FBA203362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CABEE57C-8CC9-20D3-840D-6E8D0BCA1463}"/>
                    </a:ext>
                  </a:extLst>
                </p:cNvPr>
                <p:cNvSpPr txBox="1"/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CABEE57C-8CC9-20D3-840D-6E8D0BCA1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4B941B7C-F0B1-86CF-6526-D15588E95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文本框 433">
                  <a:extLst>
                    <a:ext uri="{FF2B5EF4-FFF2-40B4-BE49-F238E27FC236}">
                      <a16:creationId xmlns:a16="http://schemas.microsoft.com/office/drawing/2014/main" id="{E2894E34-A76B-7413-27E6-4041218C718D}"/>
                    </a:ext>
                  </a:extLst>
                </p:cNvPr>
                <p:cNvSpPr txBox="1"/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4" name="文本框 433">
                  <a:extLst>
                    <a:ext uri="{FF2B5EF4-FFF2-40B4-BE49-F238E27FC236}">
                      <a16:creationId xmlns:a16="http://schemas.microsoft.com/office/drawing/2014/main" id="{E2894E34-A76B-7413-27E6-4041218C7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8F88A904-EAF0-93F5-7C95-E58282BB623E}"/>
                    </a:ext>
                  </a:extLst>
                </p:cNvPr>
                <p:cNvSpPr txBox="1"/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8F88A904-EAF0-93F5-7C95-E58282BB6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E42F4B4D-E09E-AB46-0AC3-1E99F0A92EE5}"/>
                    </a:ext>
                  </a:extLst>
                </p:cNvPr>
                <p:cNvSpPr txBox="1"/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E42F4B4D-E09E-AB46-0AC3-1E99F0A92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9547E9BB-497A-0834-E901-FC4B2A9648D3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908002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连接符 437">
              <a:extLst>
                <a:ext uri="{FF2B5EF4-FFF2-40B4-BE49-F238E27FC236}">
                  <a16:creationId xmlns:a16="http://schemas.microsoft.com/office/drawing/2014/main" id="{CD733AEB-F875-2EFB-0559-C3DAE23A991D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273D5C7F-0EAC-F341-BB3A-5AEE9E24A803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82819899-1EC7-9E4E-B462-79B726C17D2F}"/>
                    </a:ext>
                  </a:extLst>
                </p:cNvPr>
                <p:cNvSpPr txBox="1"/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82819899-1EC7-9E4E-B462-79B726C17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3279C4EF-8596-C6ED-4DD7-46B6A698ED78}"/>
                    </a:ext>
                  </a:extLst>
                </p:cNvPr>
                <p:cNvSpPr txBox="1"/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3279C4EF-8596-C6ED-4DD7-46B6A698E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A6321154-7E0A-6F53-782A-F90CC357D197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168000"/>
              <a:ext cx="201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09387B6D-219E-44DE-0944-EF5700EA9379}"/>
                    </a:ext>
                  </a:extLst>
                </p:cNvPr>
                <p:cNvSpPr txBox="1"/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09387B6D-219E-44DE-0944-EF5700EA93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2720A65C-6E39-86C2-BFB3-9B7893527BF6}"/>
                    </a:ext>
                  </a:extLst>
                </p:cNvPr>
                <p:cNvSpPr txBox="1"/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2720A65C-6E39-86C2-BFB3-9B7893527B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4" name="直接连接符 513">
              <a:extLst>
                <a:ext uri="{FF2B5EF4-FFF2-40B4-BE49-F238E27FC236}">
                  <a16:creationId xmlns:a16="http://schemas.microsoft.com/office/drawing/2014/main" id="{306FA995-14F0-8DBC-6746-582B265D6C03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435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4400B1B0-2E62-7747-7739-64A872E2E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352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69B9D353-6693-9ECA-28C0-8AE2626256FA}"/>
                    </a:ext>
                  </a:extLst>
                </p:cNvPr>
                <p:cNvSpPr txBox="1"/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69B9D353-6693-9ECA-28C0-8AE262625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5CB1C913-7E61-32CF-5731-5B15AB6183C1}"/>
                    </a:ext>
                  </a:extLst>
                </p:cNvPr>
                <p:cNvSpPr txBox="1"/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5CB1C913-7E61-32CF-5731-5B15AB618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E4A8B9C6-3ABE-8BD6-76B2-1FD059105ACD}"/>
                    </a:ext>
                  </a:extLst>
                </p:cNvPr>
                <p:cNvSpPr txBox="1"/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E4A8B9C6-3ABE-8BD6-76B2-1FD059105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9" name="直接连接符 518">
              <a:extLst>
                <a:ext uri="{FF2B5EF4-FFF2-40B4-BE49-F238E27FC236}">
                  <a16:creationId xmlns:a16="http://schemas.microsoft.com/office/drawing/2014/main" id="{F2187477-A96F-4FCC-8CE0-0181E3DC85C1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43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>
              <a:extLst>
                <a:ext uri="{FF2B5EF4-FFF2-40B4-BE49-F238E27FC236}">
                  <a16:creationId xmlns:a16="http://schemas.microsoft.com/office/drawing/2014/main" id="{4FC6270A-70A5-0DD2-2DDE-586D6915F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460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本框 520">
                  <a:extLst>
                    <a:ext uri="{FF2B5EF4-FFF2-40B4-BE49-F238E27FC236}">
                      <a16:creationId xmlns:a16="http://schemas.microsoft.com/office/drawing/2014/main" id="{D8179F26-B8C7-3F6D-C854-F21AB9ACDB70}"/>
                    </a:ext>
                  </a:extLst>
                </p:cNvPr>
                <p:cNvSpPr txBox="1"/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本框 520">
                  <a:extLst>
                    <a:ext uri="{FF2B5EF4-FFF2-40B4-BE49-F238E27FC236}">
                      <a16:creationId xmlns:a16="http://schemas.microsoft.com/office/drawing/2014/main" id="{D8179F26-B8C7-3F6D-C854-F21AB9ACD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6A58C21E-0F13-DB4B-414B-2DBC115987D3}"/>
                    </a:ext>
                  </a:extLst>
                </p:cNvPr>
                <p:cNvSpPr txBox="1"/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6A58C21E-0F13-DB4B-414B-2DBC11598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C35F81C7-74FD-2D48-906E-7A0D50F98829}"/>
                    </a:ext>
                  </a:extLst>
                </p:cNvPr>
                <p:cNvSpPr txBox="1"/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3" name="文本框 522">
                  <a:extLst>
                    <a:ext uri="{FF2B5EF4-FFF2-40B4-BE49-F238E27FC236}">
                      <a16:creationId xmlns:a16="http://schemas.microsoft.com/office/drawing/2014/main" id="{C35F81C7-74FD-2D48-906E-7A0D50F98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4" name="直接连接符 523">
              <a:extLst>
                <a:ext uri="{FF2B5EF4-FFF2-40B4-BE49-F238E27FC236}">
                  <a16:creationId xmlns:a16="http://schemas.microsoft.com/office/drawing/2014/main" id="{9E296B29-CF9A-5551-0D12-6BBE93DDC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>
              <a:extLst>
                <a:ext uri="{FF2B5EF4-FFF2-40B4-BE49-F238E27FC236}">
                  <a16:creationId xmlns:a16="http://schemas.microsoft.com/office/drawing/2014/main" id="{31FBA867-6554-CDA3-7CAB-0ACC7974B29A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>
              <a:extLst>
                <a:ext uri="{FF2B5EF4-FFF2-40B4-BE49-F238E27FC236}">
                  <a16:creationId xmlns:a16="http://schemas.microsoft.com/office/drawing/2014/main" id="{DF057260-3023-0706-F1EF-0695F5B267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连接符 526">
              <a:extLst>
                <a:ext uri="{FF2B5EF4-FFF2-40B4-BE49-F238E27FC236}">
                  <a16:creationId xmlns:a16="http://schemas.microsoft.com/office/drawing/2014/main" id="{B5F56ACC-6769-AEFA-F838-54E4515FCAAE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直接连接符 527">
              <a:extLst>
                <a:ext uri="{FF2B5EF4-FFF2-40B4-BE49-F238E27FC236}">
                  <a16:creationId xmlns:a16="http://schemas.microsoft.com/office/drawing/2014/main" id="{E0E96640-0229-BD0C-ADB2-A659F2AFAB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475460C9-4632-EA35-76AD-D211A7CBEE49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8C74145C-9CC7-B478-9DB5-689CA8E57D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51965CED-3CA9-4E69-FE3D-6D33BA096F19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98984BD1-1ED5-027E-762C-7D01C98F28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962D24F9-0198-A00A-6456-9682863BD34D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04CC648A-7AA4-B70D-04EC-B4FCF01B05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6F10E7EE-DB22-78A6-9DAB-07EEE08CB751}"/>
                </a:ext>
              </a:extLst>
            </p:cNvPr>
            <p:cNvCxnSpPr>
              <a:cxnSpLocks/>
            </p:cNvCxnSpPr>
            <p:nvPr/>
          </p:nvCxnSpPr>
          <p:spPr>
            <a:xfrm>
              <a:off x="788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8D7DD6B6-1C30-9AFC-4060-7FE01C091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FAB88B34-6CFD-ADF2-DC49-DB27C2C18FAD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6C549E53-32B7-4560-901E-1A6DDA90B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5383D046-81D4-2618-7819-3EEFF93F5285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>
              <a:extLst>
                <a:ext uri="{FF2B5EF4-FFF2-40B4-BE49-F238E27FC236}">
                  <a16:creationId xmlns:a16="http://schemas.microsoft.com/office/drawing/2014/main" id="{DB46889B-86ED-930E-C626-092CD2FFBD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C8E087EC-C90B-F69F-EDF2-EAFDEB85332E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8698D033-10C2-0AAD-40A1-50828FF9A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34E76FFF-9349-4CF1-AF12-FF36467BE451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>
              <a:extLst>
                <a:ext uri="{FF2B5EF4-FFF2-40B4-BE49-F238E27FC236}">
                  <a16:creationId xmlns:a16="http://schemas.microsoft.com/office/drawing/2014/main" id="{CFADC58E-871A-93C0-40D8-FA4FE8549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>
              <a:extLst>
                <a:ext uri="{FF2B5EF4-FFF2-40B4-BE49-F238E27FC236}">
                  <a16:creationId xmlns:a16="http://schemas.microsoft.com/office/drawing/2014/main" id="{F29A5D38-B1CA-4640-5CD7-4E7AA47E1DDC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54BC5A46-CA62-A9E4-D6DD-F0ABE72D31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97E347C6-53BE-5E2B-DE2E-03C6F798D009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>
              <a:extLst>
                <a:ext uri="{FF2B5EF4-FFF2-40B4-BE49-F238E27FC236}">
                  <a16:creationId xmlns:a16="http://schemas.microsoft.com/office/drawing/2014/main" id="{117EE11E-7478-FABF-4D82-0E9564F94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3210AF5C-CCA0-FB83-4A04-47024B3674D6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>
              <a:extLst>
                <a:ext uri="{FF2B5EF4-FFF2-40B4-BE49-F238E27FC236}">
                  <a16:creationId xmlns:a16="http://schemas.microsoft.com/office/drawing/2014/main" id="{9AA5433D-F9C0-B234-9E84-860C70D11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3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>
              <a:extLst>
                <a:ext uri="{FF2B5EF4-FFF2-40B4-BE49-F238E27FC236}">
                  <a16:creationId xmlns:a16="http://schemas.microsoft.com/office/drawing/2014/main" id="{D9257CB4-F4F9-4529-6E9F-79CED88FC9F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9BAA23E0-F297-5B82-5D00-8F7400E79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3CFF5015-ACC3-484A-F784-7DBDA1E78814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>
              <a:extLst>
                <a:ext uri="{FF2B5EF4-FFF2-40B4-BE49-F238E27FC236}">
                  <a16:creationId xmlns:a16="http://schemas.microsoft.com/office/drawing/2014/main" id="{97FE85B0-77D8-5851-5169-0A064D7A25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连接符 554">
              <a:extLst>
                <a:ext uri="{FF2B5EF4-FFF2-40B4-BE49-F238E27FC236}">
                  <a16:creationId xmlns:a16="http://schemas.microsoft.com/office/drawing/2014/main" id="{E16A49C6-DEB6-F3C1-19B9-2E35B95D5A79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2F4F9A41-BEDD-8280-956A-8F235C8EBA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接连接符 556">
              <a:extLst>
                <a:ext uri="{FF2B5EF4-FFF2-40B4-BE49-F238E27FC236}">
                  <a16:creationId xmlns:a16="http://schemas.microsoft.com/office/drawing/2014/main" id="{8D68329A-2977-D296-A55D-3FD6282BC1FE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接连接符 557">
              <a:extLst>
                <a:ext uri="{FF2B5EF4-FFF2-40B4-BE49-F238E27FC236}">
                  <a16:creationId xmlns:a16="http://schemas.microsoft.com/office/drawing/2014/main" id="{C54AFBB0-E255-2695-36F1-1FDCE748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2B41BF1E-E64E-0381-3337-D0828C2A9084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51E0F0B3-54D3-6940-C05B-B317BF964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>
              <a:extLst>
                <a:ext uri="{FF2B5EF4-FFF2-40B4-BE49-F238E27FC236}">
                  <a16:creationId xmlns:a16="http://schemas.microsoft.com/office/drawing/2014/main" id="{1C2017E0-2300-9333-2648-939B7C1C4474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>
              <a:extLst>
                <a:ext uri="{FF2B5EF4-FFF2-40B4-BE49-F238E27FC236}">
                  <a16:creationId xmlns:a16="http://schemas.microsoft.com/office/drawing/2014/main" id="{BF712ED6-387F-C5F2-5432-850E475707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0DEBE10E-E81D-F518-0BF6-E3EA77BDB9C4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连接符 563">
              <a:extLst>
                <a:ext uri="{FF2B5EF4-FFF2-40B4-BE49-F238E27FC236}">
                  <a16:creationId xmlns:a16="http://schemas.microsoft.com/office/drawing/2014/main" id="{BC58160E-1756-C6BA-94F4-152065BB6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直接连接符 564">
              <a:extLst>
                <a:ext uri="{FF2B5EF4-FFF2-40B4-BE49-F238E27FC236}">
                  <a16:creationId xmlns:a16="http://schemas.microsoft.com/office/drawing/2014/main" id="{88B08899-B892-C981-4375-FA964EB319A8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直接连接符 565">
              <a:extLst>
                <a:ext uri="{FF2B5EF4-FFF2-40B4-BE49-F238E27FC236}">
                  <a16:creationId xmlns:a16="http://schemas.microsoft.com/office/drawing/2014/main" id="{3618B906-817F-5EF1-FE39-691B76467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直接连接符 566">
              <a:extLst>
                <a:ext uri="{FF2B5EF4-FFF2-40B4-BE49-F238E27FC236}">
                  <a16:creationId xmlns:a16="http://schemas.microsoft.com/office/drawing/2014/main" id="{EEC5E725-22D6-3D56-A53F-CA2882316B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直接连接符 567">
              <a:extLst>
                <a:ext uri="{FF2B5EF4-FFF2-40B4-BE49-F238E27FC236}">
                  <a16:creationId xmlns:a16="http://schemas.microsoft.com/office/drawing/2014/main" id="{D8AE7614-CD43-04FE-416E-6FB2743BD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224D177F-9F01-E6D4-A23C-AD36CEA3198B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连接符 569">
              <a:extLst>
                <a:ext uri="{FF2B5EF4-FFF2-40B4-BE49-F238E27FC236}">
                  <a16:creationId xmlns:a16="http://schemas.microsoft.com/office/drawing/2014/main" id="{3E535DFA-8857-9CE5-9A67-5CB8C7F6F9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连接符 570">
              <a:extLst>
                <a:ext uri="{FF2B5EF4-FFF2-40B4-BE49-F238E27FC236}">
                  <a16:creationId xmlns:a16="http://schemas.microsoft.com/office/drawing/2014/main" id="{575E7C3E-1595-CFEF-78BD-9A20266BB01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63C7B0B7-F1BA-9ED8-1A7C-56356C382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EDF89866-9EAF-261E-8D3F-0D8260E9799D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9107B6B4-8486-E124-B33E-C92D295977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B3291BA9-3AE2-DFC3-B5B6-20BE03724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428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>
              <a:extLst>
                <a:ext uri="{FF2B5EF4-FFF2-40B4-BE49-F238E27FC236}">
                  <a16:creationId xmlns:a16="http://schemas.microsoft.com/office/drawing/2014/main" id="{3E8F64C3-6E65-E36B-A30B-54F169A86C4E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364000"/>
              <a:ext cx="201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直接连接符 576">
              <a:extLst>
                <a:ext uri="{FF2B5EF4-FFF2-40B4-BE49-F238E27FC236}">
                  <a16:creationId xmlns:a16="http://schemas.microsoft.com/office/drawing/2014/main" id="{F5C62F11-2704-9E30-5E93-6F1BB43EEF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2DEF54EF-CE68-E974-D4F1-693CEF7E3ED6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E28EE96D-7D64-8337-3DF6-87F634EC5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7BBFDF64-3AF6-3B29-1A37-4F0731A70381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连接符 580">
              <a:extLst>
                <a:ext uri="{FF2B5EF4-FFF2-40B4-BE49-F238E27FC236}">
                  <a16:creationId xmlns:a16="http://schemas.microsoft.com/office/drawing/2014/main" id="{9C3F7DEB-709A-FF49-E971-5583B3BF4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接连接符 581">
              <a:extLst>
                <a:ext uri="{FF2B5EF4-FFF2-40B4-BE49-F238E27FC236}">
                  <a16:creationId xmlns:a16="http://schemas.microsoft.com/office/drawing/2014/main" id="{0DC075B2-4207-2127-FF6C-3E90470F8E76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接连接符 582">
              <a:extLst>
                <a:ext uri="{FF2B5EF4-FFF2-40B4-BE49-F238E27FC236}">
                  <a16:creationId xmlns:a16="http://schemas.microsoft.com/office/drawing/2014/main" id="{FFB8A730-8749-FAE0-D5CC-AE3FFC710C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接连接符 583">
              <a:extLst>
                <a:ext uri="{FF2B5EF4-FFF2-40B4-BE49-F238E27FC236}">
                  <a16:creationId xmlns:a16="http://schemas.microsoft.com/office/drawing/2014/main" id="{68031A8E-A913-A8E8-847B-FBB79FAA4831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直接连接符 584">
              <a:extLst>
                <a:ext uri="{FF2B5EF4-FFF2-40B4-BE49-F238E27FC236}">
                  <a16:creationId xmlns:a16="http://schemas.microsoft.com/office/drawing/2014/main" id="{BCB6223A-D129-9803-6F9E-4904C94BB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直接连接符 585">
              <a:extLst>
                <a:ext uri="{FF2B5EF4-FFF2-40B4-BE49-F238E27FC236}">
                  <a16:creationId xmlns:a16="http://schemas.microsoft.com/office/drawing/2014/main" id="{BDBB400C-7C84-9DCD-E042-57405B746F2F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直接连接符 586">
              <a:extLst>
                <a:ext uri="{FF2B5EF4-FFF2-40B4-BE49-F238E27FC236}">
                  <a16:creationId xmlns:a16="http://schemas.microsoft.com/office/drawing/2014/main" id="{1BEA8274-C9FB-D46B-7557-3E4D878EB2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直接连接符 587">
              <a:extLst>
                <a:ext uri="{FF2B5EF4-FFF2-40B4-BE49-F238E27FC236}">
                  <a16:creationId xmlns:a16="http://schemas.microsoft.com/office/drawing/2014/main" id="{A17F554A-5994-40D7-493D-733DEC97159C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1459AA7B-555E-C93A-7CA2-61D422850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B1E3BEAF-E4D2-05BE-75DE-90B3569A3B2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接连接符 590">
              <a:extLst>
                <a:ext uri="{FF2B5EF4-FFF2-40B4-BE49-F238E27FC236}">
                  <a16:creationId xmlns:a16="http://schemas.microsoft.com/office/drawing/2014/main" id="{744A95CF-F8B6-A33F-A203-F6787E942D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E2960BCA-FD6D-7FC9-6858-19D4E9685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接连接符 592">
              <a:extLst>
                <a:ext uri="{FF2B5EF4-FFF2-40B4-BE49-F238E27FC236}">
                  <a16:creationId xmlns:a16="http://schemas.microsoft.com/office/drawing/2014/main" id="{28461A63-1155-5756-5C07-414BD107D2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连接符 593">
              <a:extLst>
                <a:ext uri="{FF2B5EF4-FFF2-40B4-BE49-F238E27FC236}">
                  <a16:creationId xmlns:a16="http://schemas.microsoft.com/office/drawing/2014/main" id="{E6C2C4FF-9C31-BF36-691D-EAAF2856DDA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接连接符 594">
              <a:extLst>
                <a:ext uri="{FF2B5EF4-FFF2-40B4-BE49-F238E27FC236}">
                  <a16:creationId xmlns:a16="http://schemas.microsoft.com/office/drawing/2014/main" id="{FDA63A2F-C94C-1ECA-E4E7-C0BC12364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接连接符 595">
              <a:extLst>
                <a:ext uri="{FF2B5EF4-FFF2-40B4-BE49-F238E27FC236}">
                  <a16:creationId xmlns:a16="http://schemas.microsoft.com/office/drawing/2014/main" id="{3C5BFCA3-B0DE-E6DB-10D0-5AA4A7A4BDC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C4FC6E28-4015-9358-5A74-B13402C1C9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1F285AE2-F35E-AC09-780D-46DD34D1CC5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接连接符 598">
              <a:extLst>
                <a:ext uri="{FF2B5EF4-FFF2-40B4-BE49-F238E27FC236}">
                  <a16:creationId xmlns:a16="http://schemas.microsoft.com/office/drawing/2014/main" id="{9DAB816F-B71B-E155-604C-2CE638EC4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接连接符 599">
              <a:extLst>
                <a:ext uri="{FF2B5EF4-FFF2-40B4-BE49-F238E27FC236}">
                  <a16:creationId xmlns:a16="http://schemas.microsoft.com/office/drawing/2014/main" id="{7EA4BC75-A866-78E7-EF7C-1444B840A275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536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14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20CE-7E21-8825-A07C-668933E5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DA65F-D463-5DAC-3074-C9B90746564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双积分型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D20C0FD-2A96-3B7E-8D34-8183162667D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C9BAD45-F40A-5C14-0E87-2CED2413020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6F620F37-204C-CCCC-91CD-1E92C93C142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25DB940-1734-50FB-21FB-C28887C80E9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1E5E501-824C-08A4-7456-97D02AFCEA6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FC21AC0-C3D6-E2A3-FC98-0B9E8118B867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370314" cy="5560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双积分型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为固定频率（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）周期信号，周期为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，输出的数字量为：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CP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CP</m:t>
                              </m:r>
                            </m:sub>
                          </m:sSub>
                          <m: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的整数倍，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CP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成正比，与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无关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FC21AC0-C3D6-E2A3-FC98-0B9E8118B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370314" cy="5560561"/>
              </a:xfrm>
              <a:prstGeom prst="rect">
                <a:avLst/>
              </a:prstGeom>
              <a:blipFill>
                <a:blip r:embed="rId3"/>
                <a:stretch>
                  <a:fillRect l="-1722" t="-439" r="-1053" b="-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1FDE589-9387-629C-4E32-B73CDC5E4AE2}"/>
                  </a:ext>
                </a:extLst>
              </p:cNvPr>
              <p:cNvSpPr txBox="1"/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是正极性直流电压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1FDE589-9387-629C-4E32-B73CDC5E4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5688000"/>
                <a:ext cx="3600000" cy="1018099"/>
              </a:xfrm>
              <a:prstGeom prst="rect">
                <a:avLst/>
              </a:prstGeom>
              <a:blipFill>
                <a:blip r:embed="rId4"/>
                <a:stretch>
                  <a:fillRect l="-2538" t="-1198"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组合 87">
            <a:extLst>
              <a:ext uri="{FF2B5EF4-FFF2-40B4-BE49-F238E27FC236}">
                <a16:creationId xmlns:a16="http://schemas.microsoft.com/office/drawing/2014/main" id="{E7FEFA4A-60B4-E476-7C49-FA01046F88BD}"/>
              </a:ext>
            </a:extLst>
          </p:cNvPr>
          <p:cNvGrpSpPr/>
          <p:nvPr/>
        </p:nvGrpSpPr>
        <p:grpSpPr>
          <a:xfrm>
            <a:off x="6840000" y="540000"/>
            <a:ext cx="4608000" cy="5184000"/>
            <a:chOff x="6696000" y="648000"/>
            <a:chExt cx="4608000" cy="5184000"/>
          </a:xfrm>
        </p:grpSpPr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985F6B79-85CE-49D5-3948-F0F1D7D86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792000"/>
              <a:ext cx="0" cy="252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FA7F4345-8F02-4353-F2A9-DC3CF4C0765D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C903C8CA-994F-9BF3-DCB8-D5E168F74BAB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173BF2C1-625F-2CA2-B6CC-5066CEDD123F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1872001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A3589EE-2A5C-C313-78A1-82D540BBC7DF}"/>
                </a:ext>
              </a:extLst>
            </p:cNvPr>
            <p:cNvCxnSpPr>
              <a:cxnSpLocks/>
            </p:cNvCxnSpPr>
            <p:nvPr/>
          </p:nvCxnSpPr>
          <p:spPr>
            <a:xfrm>
              <a:off x="7163999" y="1872002"/>
              <a:ext cx="2016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8A38B885-4936-CA58-C206-4AB80EB751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872000"/>
              <a:ext cx="1584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EC87352-0A4C-537B-9942-03EC4809DE43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424EA2E-4ACE-0703-4558-A458F67A2F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03E8ED6-7120-30BC-5FAE-D784E9F6AD85}"/>
                    </a:ext>
                  </a:extLst>
                </p:cNvPr>
                <p:cNvSpPr txBox="1"/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403E8ED6-7120-30BC-5FAE-D784E9F6A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900000"/>
                  <a:ext cx="504000" cy="43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88215649-0DC6-BE3E-2905-794877FF6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5322F90D-9CE5-2077-3799-97805F04C77C}"/>
                    </a:ext>
                  </a:extLst>
                </p:cNvPr>
                <p:cNvSpPr txBox="1"/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5322F90D-9CE5-2077-3799-97805F04C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900000"/>
                  <a:ext cx="504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EF81FE6-AD92-2C15-A2FB-C206BDC7AD17}"/>
                    </a:ext>
                  </a:extLst>
                </p:cNvPr>
                <p:cNvSpPr txBox="1"/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EF81FE6-AD92-2C15-A2FB-C206BDC7A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1692000"/>
                  <a:ext cx="504000" cy="504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E4AF63B8-A49B-20DF-595E-C3FBDF9E6F7A}"/>
                    </a:ext>
                  </a:extLst>
                </p:cNvPr>
                <p:cNvSpPr txBox="1"/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E4AF63B8-A49B-20DF-595E-C3FBDF9E6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000" y="1476000"/>
                  <a:ext cx="504000" cy="432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2901DA8-F773-D94B-516B-22B8BFB55351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908002"/>
              <a:ext cx="0" cy="3384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198F1C0B-15C9-14E6-5B2D-352401BAFE9C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E12C45D3-9407-D0E4-42BD-0BAF29AE491A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0E419364-63E6-4EE3-5B23-A26998B5EC76}"/>
                    </a:ext>
                  </a:extLst>
                </p:cNvPr>
                <p:cNvSpPr txBox="1"/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0E419364-63E6-4EE3-5B23-A26998B5E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6000" y="1476000"/>
                  <a:ext cx="504000" cy="432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8109A6E4-704B-0667-88C1-0664312B5C7E}"/>
                    </a:ext>
                  </a:extLst>
                </p:cNvPr>
                <p:cNvSpPr txBox="1"/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8109A6E4-704B-0667-88C1-0664312B5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1836000"/>
                  <a:ext cx="324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53D8457D-8787-A3A5-CF6C-82EB623D34E3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168000"/>
              <a:ext cx="201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E3C5383-0018-6D38-E4F8-BCE147D2823E}"/>
                    </a:ext>
                  </a:extLst>
                </p:cNvPr>
                <p:cNvSpPr txBox="1"/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E3C5383-0018-6D38-E4F8-BCE147D28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2952000"/>
                  <a:ext cx="504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B257E57-9866-A601-312D-CC3DB3097582}"/>
                    </a:ext>
                  </a:extLst>
                </p:cNvPr>
                <p:cNvSpPr txBox="1"/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B257E57-9866-A601-312D-CC3DB3097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648000"/>
                  <a:ext cx="504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B2F44CAE-09F2-D87D-4892-B839B9E494A7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435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25B0A3D7-4C61-3CCE-CB05-077CB5E42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352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4013DF72-F633-FC25-E29B-C84FAE9730EE}"/>
                    </a:ext>
                  </a:extLst>
                </p:cNvPr>
                <p:cNvSpPr txBox="1"/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4013DF72-F633-FC25-E29B-C84FAE973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3420000"/>
                  <a:ext cx="504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3935E0F-EEBF-33C6-7DC2-9B2DE33A5E43}"/>
                    </a:ext>
                  </a:extLst>
                </p:cNvPr>
                <p:cNvSpPr txBox="1"/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3935E0F-EEBF-33C6-7DC2-9B2DE33A5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4140000"/>
                  <a:ext cx="504000" cy="504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53742BD6-E124-7C14-17C4-430DDDDCE282}"/>
                    </a:ext>
                  </a:extLst>
                </p:cNvPr>
                <p:cNvSpPr txBox="1"/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53742BD6-E124-7C14-17C4-430DDDDCE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4320000"/>
                  <a:ext cx="324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52592538-1EB2-3C74-1AD4-FB5D6DE2DA97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43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30D76C1A-2B7B-0B12-5116-35226016D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000" y="460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8A4062AE-E7F3-A308-EB7C-22837EC2DCC8}"/>
                    </a:ext>
                  </a:extLst>
                </p:cNvPr>
                <p:cNvSpPr txBox="1"/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8A4062AE-E7F3-A308-EB7C-22837EC2D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000" y="4500000"/>
                  <a:ext cx="504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2B61A6A2-DA4C-FE34-E8AD-DBD3AF289C47}"/>
                    </a:ext>
                  </a:extLst>
                </p:cNvPr>
                <p:cNvSpPr txBox="1"/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2B61A6A2-DA4C-FE34-E8AD-DBD3AF289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8000" y="5220000"/>
                  <a:ext cx="504000" cy="504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7CA853CE-901E-9EE6-D411-344402D90924}"/>
                    </a:ext>
                  </a:extLst>
                </p:cNvPr>
                <p:cNvSpPr txBox="1"/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7CA853CE-901E-9EE6-D411-344402D90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5400000"/>
                  <a:ext cx="324000" cy="432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68081C6-B1FF-F74B-280B-1A05C0A5C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312A49F2-4E71-AB62-9993-440824A8BF6E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FE5FED22-1267-CDB4-C660-B5AF81D6A1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8CAD8CA9-EB54-E4A6-3A03-3A03D69B4FE1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0349A638-3737-8884-5AC4-E425B6EA8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BA618E28-86F8-F69B-4C4F-1ADF3F82794D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ED7EE486-E9AF-83C7-1832-1C8F38FDA8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1AE42300-1878-1CB0-9EF1-C2DA510A7180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C558F722-6105-C8B2-E990-3D33DF0F8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2211E1E1-A1C0-AD5C-4028-ADE77D7A7C8C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5B0B5FC2-7034-140C-3811-CA9803D90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0CB9CCAA-EBE1-6FA6-AE7C-3822C43001B3}"/>
                </a:ext>
              </a:extLst>
            </p:cNvPr>
            <p:cNvCxnSpPr>
              <a:cxnSpLocks/>
            </p:cNvCxnSpPr>
            <p:nvPr/>
          </p:nvCxnSpPr>
          <p:spPr>
            <a:xfrm>
              <a:off x="788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8571291-B9E6-E893-B10C-DA4E0DB69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DA3658D0-E28A-C69D-79F8-469F23BB03BB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0E16ED2-1F53-E41D-720A-5855EC0BEE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126DA83C-5774-80E2-239F-5B94FA61B9D3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E6CE4786-09E0-0262-17A0-EAD3816BC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11EDF064-661F-2525-94B1-E8B89852A2A4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F3C64715-32EB-2E2D-FED7-FB73DDEE2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11288F6B-732B-291F-D7B3-00BA701D5E41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A47FC5E0-7E44-ED7F-5075-2AB11C9468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7CBBC512-C95A-4003-CB87-83A5C71DC263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A5F764A8-2689-8EAC-4F40-AA08908E8D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471EAC6-B320-2E56-555F-BB8A4AC5EA20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701484A8-05FC-2893-FD22-2702ADE53B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AF97AF59-AF14-D9F0-A068-DAB5E626D028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87FF5D76-6F0D-A8F3-C4DB-16B96B24D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3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A2D9192C-AFD0-35C5-E13A-18507AE849F7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B4E3022A-ECF2-CEF9-1FF9-8B7F2310A5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98D2AC5E-24B8-7E0E-9846-5DAF0ED8FC2F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0EFE9601-8DD7-C014-D215-6FF56DCBF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5BFD5BBD-F94B-8A6C-975A-D9F0742A1D84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769607AA-170F-CDF7-8E0A-8C5EA1356F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E1AA9567-0649-7BF5-7C4C-9E29389B60F6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4B13F0D9-CAC4-C62F-9FE2-AE4393E58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0E805B61-982B-9B7C-B38B-0F9CF857115B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47ED3CED-E6B0-1ABB-4310-F18CC72DB1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13FDAA70-364A-842E-D595-94B2F5945CC6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C69E836D-6EFB-84E9-D2C6-561FE9A6F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8F11F0CF-62CC-1693-DF53-F7D71C94A241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AB5513C4-B0D9-B7D9-BAB4-20951F4B3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6CA0CA44-7871-A037-7BCE-12BDAFAEC2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9BE76429-88D2-5A06-FD73-D42EFEFF57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BA12790F-FE8E-1B74-38C1-DA6019A2A2E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AAB796A0-3DE0-FFA9-6DAD-10C2C308E2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9BE57975-CC5A-1396-09AF-E4DBDE058160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211FFE56-E051-C551-BFFD-651A5C1F8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C53C6D57-6E3E-8FA8-016D-E683C57A8DB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FD9330E1-B85C-336D-C261-9620195C7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1CF49606-59CA-615E-40EB-2F495FBD1A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1624678B-B061-7625-A3B5-321B9C4A29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A40FE5FD-A97F-44FF-5F0C-07CDF7A4EF0C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428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D7E3D311-BD41-D292-A822-4510F48C1932}"/>
                </a:ext>
              </a:extLst>
            </p:cNvPr>
            <p:cNvCxnSpPr>
              <a:cxnSpLocks/>
            </p:cNvCxnSpPr>
            <p:nvPr/>
          </p:nvCxnSpPr>
          <p:spPr>
            <a:xfrm>
              <a:off x="7164000" y="5364000"/>
              <a:ext cx="201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DA502DC4-64E7-51FB-FFB7-E9F60183E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9C8EB7D0-7596-2B68-F77D-7040F07BEBAE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2BCBAC5F-5907-1994-B1A3-B44059683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2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3CB2B2A8-A5E1-4ABC-20A7-6F803624F393}"/>
                </a:ext>
              </a:extLst>
            </p:cNvPr>
            <p:cNvCxnSpPr>
              <a:cxnSpLocks/>
            </p:cNvCxnSpPr>
            <p:nvPr/>
          </p:nvCxnSpPr>
          <p:spPr>
            <a:xfrm>
              <a:off x="9324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81A884CB-9F97-0933-0BED-8CC0C6985C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35328FEE-5684-9D8E-0F69-5DB7A76FEAF3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1FFBC644-E6C0-BFA5-3383-C9048FAD0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AFD0B86E-2A12-27E9-FD81-6FA01F565D93}"/>
                </a:ext>
              </a:extLst>
            </p:cNvPr>
            <p:cNvCxnSpPr>
              <a:cxnSpLocks/>
            </p:cNvCxnSpPr>
            <p:nvPr/>
          </p:nvCxnSpPr>
          <p:spPr>
            <a:xfrm>
              <a:off x="9612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58BC5127-F444-58C5-495E-FC64D0FF7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0FFB6378-5F76-6022-C847-38AE5E23CCE9}"/>
                </a:ext>
              </a:extLst>
            </p:cNvPr>
            <p:cNvCxnSpPr>
              <a:cxnSpLocks/>
            </p:cNvCxnSpPr>
            <p:nvPr/>
          </p:nvCxnSpPr>
          <p:spPr>
            <a:xfrm>
              <a:off x="9756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2775F429-1FF3-00D6-63C6-55956C0EB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72A322A2-7EED-50DC-4095-4728FB609072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A5D312A8-7093-7887-7FAB-1C62E818D1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D500277F-AFBA-CBE7-08AD-AE28856351FB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431A31B4-1724-64AB-F58B-2A03BE411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004A652D-E425-9775-C86A-ED100BD8456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1BFB03FE-3316-0049-64DF-F478ADCF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E90A37FB-4C99-D9C7-7C23-495CF09CD263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0A9B9081-3953-E076-E28C-138B5F08C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5DD1F117-28AE-F2F5-58EC-46C96145CAA7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9983FE07-72E1-EEF6-D185-2678D43E2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6D420058-1658-C1EF-056D-52A58761E4F4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C6F32AE5-8BE3-B49A-C798-F840ACD51C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02808DCE-0A1A-0BFC-15FA-88FA66761046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536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2817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1524-5586-8844-BC55-F7316299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D98FF-CF83-6F2C-9E50-2FEEEAE87BF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模数转换器（</a:t>
            </a:r>
            <a:r>
              <a:rPr lang="en-US" altLang="zh-CN" sz="3000" dirty="0"/>
              <a:t>ADC</a:t>
            </a:r>
            <a:r>
              <a:rPr lang="zh-CN" altLang="en-US" sz="3000" dirty="0"/>
              <a:t>）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双积分型 </a:t>
            </a:r>
            <a:r>
              <a:rPr lang="en-US" altLang="zh-CN" sz="3000" dirty="0">
                <a:solidFill>
                  <a:srgbClr val="FFFF00"/>
                </a:solidFill>
              </a:rPr>
              <a:t>ADC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7C05BE-382E-D3D8-C78F-6AB394ECAC9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32FB1FA-423D-2221-1703-835FC7F1441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2E644E98-2997-2FC5-95D8-BBECFDB9879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29C5731-3E9F-7107-ED89-2D3182BE07A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95A6019-66AD-5551-8169-5AC650799E5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BACA97FF-7164-DD42-BC4C-7B64E25A674F}"/>
              </a:ext>
            </a:extLst>
          </p:cNvPr>
          <p:cNvGrpSpPr/>
          <p:nvPr/>
        </p:nvGrpSpPr>
        <p:grpSpPr>
          <a:xfrm>
            <a:off x="6840000" y="540000"/>
            <a:ext cx="4608000" cy="6264000"/>
            <a:chOff x="6660000" y="648000"/>
            <a:chExt cx="4608000" cy="626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BD3ED608-0696-01D3-96A4-B31CC2A78DDA}"/>
                    </a:ext>
                  </a:extLst>
                </p:cNvPr>
                <p:cNvSpPr txBox="1"/>
                <p:nvPr/>
              </p:nvSpPr>
              <p:spPr>
                <a:xfrm>
                  <a:off x="7956000" y="1836000"/>
                  <a:ext cx="93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CCC9CA9D-87E8-E47B-DB76-893DFCCE2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6000" y="1836000"/>
                  <a:ext cx="936000" cy="39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7C219778-70D4-1E70-34A1-497C177B5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8000" y="792000"/>
              <a:ext cx="0" cy="2520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A6990F0D-C137-86C3-7BC9-274223AC29B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A57819E7-F76C-33E6-CE80-585CBD1E0AE7}"/>
                </a:ext>
              </a:extLst>
            </p:cNvPr>
            <p:cNvCxnSpPr>
              <a:cxnSpLocks/>
            </p:cNvCxnSpPr>
            <p:nvPr/>
          </p:nvCxnSpPr>
          <p:spPr>
            <a:xfrm>
              <a:off x="7127999" y="1872002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01E7479-717E-4D77-8FCB-7BF76907B112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1872001"/>
              <a:ext cx="0" cy="4536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0DB99D07-34E3-78D5-E786-2C2C7BDE4DF4}"/>
                </a:ext>
              </a:extLst>
            </p:cNvPr>
            <p:cNvCxnSpPr>
              <a:cxnSpLocks/>
            </p:cNvCxnSpPr>
            <p:nvPr/>
          </p:nvCxnSpPr>
          <p:spPr>
            <a:xfrm>
              <a:off x="7127999" y="1872002"/>
              <a:ext cx="2016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BAD04015-2B29-042C-7B2C-1F9F05940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1872000"/>
              <a:ext cx="1584000" cy="1296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05AD74DD-C8A7-7716-5E72-C1E4C6BC0BF4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1872002"/>
              <a:ext cx="2016000" cy="75600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748FDAE3-7C7F-90CE-833E-C325FCC6E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00" y="1872002"/>
              <a:ext cx="1008000" cy="75600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1C8E55A4-788E-2DEB-85D4-DB88E860B67D}"/>
                </a:ext>
              </a:extLst>
            </p:cNvPr>
            <p:cNvCxnSpPr>
              <a:cxnSpLocks/>
            </p:cNvCxnSpPr>
            <p:nvPr/>
          </p:nvCxnSpPr>
          <p:spPr>
            <a:xfrm>
              <a:off x="8424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406EAE3-8088-4912-0235-BCC524C22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8000" y="1116000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C076A69F-964A-1F11-F28F-84C7918B570B}"/>
                    </a:ext>
                  </a:extLst>
                </p:cNvPr>
                <p:cNvSpPr txBox="1"/>
                <p:nvPr/>
              </p:nvSpPr>
              <p:spPr>
                <a:xfrm>
                  <a:off x="7884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CA06F714-5312-80EF-A4EC-6EF2A9975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000" y="900000"/>
                  <a:ext cx="504000" cy="432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EB400793-8443-CC61-8B1D-0B21699870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E4E6576B-51AD-7077-384F-7B430118D80F}"/>
                    </a:ext>
                  </a:extLst>
                </p:cNvPr>
                <p:cNvSpPr txBox="1"/>
                <p:nvPr/>
              </p:nvSpPr>
              <p:spPr>
                <a:xfrm>
                  <a:off x="9612000" y="9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4FE0C72-524A-5AB7-F8F4-DC5AEF30A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900000"/>
                  <a:ext cx="504000" cy="43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C73FBD10-694D-64C4-DEBB-9B531982CA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1548000"/>
              <a:ext cx="25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97F01779-37DA-8755-3929-C2CE991AD8D3}"/>
                    </a:ext>
                  </a:extLst>
                </p:cNvPr>
                <p:cNvSpPr txBox="1"/>
                <p:nvPr/>
              </p:nvSpPr>
              <p:spPr>
                <a:xfrm>
                  <a:off x="9324000" y="133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BEF06BEB-6551-1252-731F-BF3F00EDB1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4000" y="1332000"/>
                  <a:ext cx="504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8DE72F9B-3468-8B3D-BD90-A4960B08F8D8}"/>
                    </a:ext>
                  </a:extLst>
                </p:cNvPr>
                <p:cNvSpPr txBox="1"/>
                <p:nvPr/>
              </p:nvSpPr>
              <p:spPr>
                <a:xfrm>
                  <a:off x="6732000" y="1692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250B9AD-3A1D-3636-B60A-A4862475A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000" y="1692000"/>
                  <a:ext cx="504000" cy="504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E80E16FD-04F7-FA1C-0328-862EE4148AA5}"/>
                    </a:ext>
                  </a:extLst>
                </p:cNvPr>
                <p:cNvSpPr txBox="1"/>
                <p:nvPr/>
              </p:nvSpPr>
              <p:spPr>
                <a:xfrm>
                  <a:off x="8766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31AA8B27-FBB7-B88C-CCCD-CC2CA2F824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000" y="1476000"/>
                  <a:ext cx="504000" cy="432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68AD765B-3F93-62B1-B1AC-EE4476B1D5E1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1872002"/>
              <a:ext cx="0" cy="4536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28402D06-4977-BE66-D1DF-B89B30475C92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998" y="1440000"/>
              <a:ext cx="0" cy="432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C16BE3F4-DCA9-5C0D-CE65-2D3D22B38DBE}"/>
                </a:ext>
              </a:extLst>
            </p:cNvPr>
            <p:cNvCxnSpPr>
              <a:cxnSpLocks/>
            </p:cNvCxnSpPr>
            <p:nvPr/>
          </p:nvCxnSpPr>
          <p:spPr>
            <a:xfrm>
              <a:off x="9900000" y="1548000"/>
              <a:ext cx="25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92A20B25-78FB-D4DC-C8B9-24C76FFC770D}"/>
                    </a:ext>
                  </a:extLst>
                </p:cNvPr>
                <p:cNvSpPr txBox="1"/>
                <p:nvPr/>
              </p:nvSpPr>
              <p:spPr>
                <a:xfrm>
                  <a:off x="10044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823AD736-A9C3-EA3B-9B2B-DE28EB9E59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4000" y="1476000"/>
                  <a:ext cx="504000" cy="432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CEF6BE55-B167-D554-48A7-EA99327944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1908002"/>
              <a:ext cx="0" cy="4536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BDB14B7D-743F-1B97-0F34-77B80F15FBB7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1008000"/>
              <a:ext cx="0" cy="864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C57BB5DC-8AE5-9830-62DA-E33C1AF00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000" y="1116000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E5D7D3DE-2FF9-EC0A-2165-9A1795BAE5F4}"/>
                    </a:ext>
                  </a:extLst>
                </p:cNvPr>
                <p:cNvSpPr txBox="1"/>
                <p:nvPr/>
              </p:nvSpPr>
              <p:spPr>
                <a:xfrm>
                  <a:off x="10620000" y="1476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EAB1F0D3-8054-A40A-B115-AFEE5CA0B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000" y="1476000"/>
                  <a:ext cx="504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5F0EE731-88D0-89FB-1854-8C5C07FFBE23}"/>
                    </a:ext>
                  </a:extLst>
                </p:cNvPr>
                <p:cNvSpPr txBox="1"/>
                <p:nvPr/>
              </p:nvSpPr>
              <p:spPr>
                <a:xfrm>
                  <a:off x="10944000" y="1836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5F0EE731-88D0-89FB-1854-8C5C07FFB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000" y="1836000"/>
                  <a:ext cx="324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F0497464-E7B1-9EB3-FCB4-25DB54C24BA5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2628000"/>
              <a:ext cx="201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39A66E74-1CC8-A541-36DC-6F8674E0C689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3168000"/>
              <a:ext cx="2016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10898784-CE1C-4A0E-250E-6E1449C4DD16}"/>
                    </a:ext>
                  </a:extLst>
                </p:cNvPr>
                <p:cNvSpPr txBox="1"/>
                <p:nvPr/>
              </p:nvSpPr>
              <p:spPr>
                <a:xfrm>
                  <a:off x="6660000" y="295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3DED1FED-4909-6F78-667D-9354F0FBD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2952000"/>
                  <a:ext cx="504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45A944DE-9E56-D472-E406-94498C01766C}"/>
                    </a:ext>
                  </a:extLst>
                </p:cNvPr>
                <p:cNvSpPr txBox="1"/>
                <p:nvPr/>
              </p:nvSpPr>
              <p:spPr>
                <a:xfrm>
                  <a:off x="6660000" y="2412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2EC3D0EA-2939-FFC0-881D-BD9F0617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2412000"/>
                  <a:ext cx="504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33CEE12C-B328-96F2-9646-7C45AEEA7B3D}"/>
                    </a:ext>
                  </a:extLst>
                </p:cNvPr>
                <p:cNvSpPr txBox="1"/>
                <p:nvPr/>
              </p:nvSpPr>
              <p:spPr>
                <a:xfrm>
                  <a:off x="7308000" y="2700000"/>
                  <a:ext cx="93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2C6B58F4-CA3B-3C60-A9C4-4E251FCC2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8000" y="2700000"/>
                  <a:ext cx="936000" cy="396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A8639D41-5B1A-8A88-CD00-3DFD029FB5C6}"/>
                </a:ext>
              </a:extLst>
            </p:cNvPr>
            <p:cNvCxnSpPr>
              <a:cxnSpLocks/>
            </p:cNvCxnSpPr>
            <p:nvPr/>
          </p:nvCxnSpPr>
          <p:spPr>
            <a:xfrm>
              <a:off x="8496000" y="2160000"/>
              <a:ext cx="143511" cy="252000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A34DB0D5-6FE5-164D-417D-EAAD2C0D5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000" y="2736000"/>
              <a:ext cx="288000" cy="144002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A8B9C530-6F84-0367-D661-875FDB8C4BC7}"/>
                    </a:ext>
                  </a:extLst>
                </p:cNvPr>
                <p:cNvSpPr txBox="1"/>
                <p:nvPr/>
              </p:nvSpPr>
              <p:spPr>
                <a:xfrm>
                  <a:off x="6660000" y="648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C24C98E2-5495-C96C-92D0-E2807D4AC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648000"/>
                  <a:ext cx="504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61A4A22D-5FB1-784B-F6C5-454A747408FC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435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B3E63D38-F21D-0646-F1CA-45F7AC953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8000" y="352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CD48C2B-DB25-D6AE-68C6-A2D8077B8F1A}"/>
                    </a:ext>
                  </a:extLst>
                </p:cNvPr>
                <p:cNvSpPr txBox="1"/>
                <p:nvPr/>
              </p:nvSpPr>
              <p:spPr>
                <a:xfrm>
                  <a:off x="6660000" y="342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C5E8C7BA-EEA1-EEE2-7606-74F1147CD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3420000"/>
                  <a:ext cx="504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35BA3F62-F974-4903-7B12-7112D1FE262D}"/>
                    </a:ext>
                  </a:extLst>
                </p:cNvPr>
                <p:cNvSpPr txBox="1"/>
                <p:nvPr/>
              </p:nvSpPr>
              <p:spPr>
                <a:xfrm>
                  <a:off x="6732000" y="414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46AF1156-0D20-E89C-ABC2-0650177F6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000" y="4140000"/>
                  <a:ext cx="504000" cy="504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0A0088E4-655C-808E-007C-03BC1DA62F88}"/>
                    </a:ext>
                  </a:extLst>
                </p:cNvPr>
                <p:cNvSpPr txBox="1"/>
                <p:nvPr/>
              </p:nvSpPr>
              <p:spPr>
                <a:xfrm>
                  <a:off x="10944000" y="432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2" name="文本框 241">
                  <a:extLst>
                    <a:ext uri="{FF2B5EF4-FFF2-40B4-BE49-F238E27FC236}">
                      <a16:creationId xmlns:a16="http://schemas.microsoft.com/office/drawing/2014/main" id="{0A0088E4-655C-808E-007C-03BC1DA62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000" y="4320000"/>
                  <a:ext cx="324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E688AB41-8436-CDAA-C3C3-6AFFCBED3B5D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543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969D5935-65B0-781E-058F-3A5C43CB80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8000" y="460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2ED711D6-7566-1913-359D-BC8388D5E120}"/>
                    </a:ext>
                  </a:extLst>
                </p:cNvPr>
                <p:cNvSpPr txBox="1"/>
                <p:nvPr/>
              </p:nvSpPr>
              <p:spPr>
                <a:xfrm>
                  <a:off x="6660000" y="450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5" name="文本框 244">
                  <a:extLst>
                    <a:ext uri="{FF2B5EF4-FFF2-40B4-BE49-F238E27FC236}">
                      <a16:creationId xmlns:a16="http://schemas.microsoft.com/office/drawing/2014/main" id="{AC2D706F-5EF3-2C59-8812-FDBDA067E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4500000"/>
                  <a:ext cx="504000" cy="432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240533CC-CBDD-433F-030E-5A287F2B7155}"/>
                    </a:ext>
                  </a:extLst>
                </p:cNvPr>
                <p:cNvSpPr txBox="1"/>
                <p:nvPr/>
              </p:nvSpPr>
              <p:spPr>
                <a:xfrm>
                  <a:off x="6732000" y="522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75D292E3-1D76-E15C-6DE8-72F8652DB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000" y="5220000"/>
                  <a:ext cx="504000" cy="504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684470E9-7829-56FC-1BAD-B42AB044FB8A}"/>
                    </a:ext>
                  </a:extLst>
                </p:cNvPr>
                <p:cNvSpPr txBox="1"/>
                <p:nvPr/>
              </p:nvSpPr>
              <p:spPr>
                <a:xfrm>
                  <a:off x="10944000" y="540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684470E9-7829-56FC-1BAD-B42AB044F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000" y="5400000"/>
                  <a:ext cx="324000" cy="432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1CD4F181-A512-E143-330E-C4E8A73B1079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6516000"/>
              <a:ext cx="410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90339CE6-CAD2-BD2B-1ACC-A47D57AC0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8000" y="5688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C72EAED2-54E4-282F-7722-05CF42039426}"/>
                    </a:ext>
                  </a:extLst>
                </p:cNvPr>
                <p:cNvSpPr txBox="1"/>
                <p:nvPr/>
              </p:nvSpPr>
              <p:spPr>
                <a:xfrm>
                  <a:off x="6660000" y="5580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F217115F-CF48-3ACB-6F42-3FFAEF5C8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5580000"/>
                  <a:ext cx="504000" cy="432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文本框 352">
                  <a:extLst>
                    <a:ext uri="{FF2B5EF4-FFF2-40B4-BE49-F238E27FC236}">
                      <a16:creationId xmlns:a16="http://schemas.microsoft.com/office/drawing/2014/main" id="{47535135-91C5-5776-378B-278D6CCB8D40}"/>
                    </a:ext>
                  </a:extLst>
                </p:cNvPr>
                <p:cNvSpPr txBox="1"/>
                <p:nvPr/>
              </p:nvSpPr>
              <p:spPr>
                <a:xfrm>
                  <a:off x="6732000" y="6300000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3" name="文本框 352">
                  <a:extLst>
                    <a:ext uri="{FF2B5EF4-FFF2-40B4-BE49-F238E27FC236}">
                      <a16:creationId xmlns:a16="http://schemas.microsoft.com/office/drawing/2014/main" id="{9D1D6936-627D-105D-C2B3-E2A020BA6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000" y="6300000"/>
                  <a:ext cx="504000" cy="5040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文本框 353">
                  <a:extLst>
                    <a:ext uri="{FF2B5EF4-FFF2-40B4-BE49-F238E27FC236}">
                      <a16:creationId xmlns:a16="http://schemas.microsoft.com/office/drawing/2014/main" id="{565BFB3A-BAF1-AF3B-064F-C7BFC75F1228}"/>
                    </a:ext>
                  </a:extLst>
                </p:cNvPr>
                <p:cNvSpPr txBox="1"/>
                <p:nvPr/>
              </p:nvSpPr>
              <p:spPr>
                <a:xfrm>
                  <a:off x="10944000" y="6480000"/>
                  <a:ext cx="32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4" name="文本框 353">
                  <a:extLst>
                    <a:ext uri="{FF2B5EF4-FFF2-40B4-BE49-F238E27FC236}">
                      <a16:creationId xmlns:a16="http://schemas.microsoft.com/office/drawing/2014/main" id="{565BFB3A-BAF1-AF3B-064F-C7BFC75F1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000" y="6480000"/>
                  <a:ext cx="324000" cy="4320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CCAC0549-7B25-EF84-506F-90A7AEC0A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526737F1-02B7-309E-C59F-7FAF36DACC60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B9B0E420-03CA-688C-2B1E-C83BCD98EF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21232150-7C01-A227-C500-A0AC30D1AFA8}"/>
                </a:ext>
              </a:extLst>
            </p:cNvPr>
            <p:cNvCxnSpPr>
              <a:cxnSpLocks/>
            </p:cNvCxnSpPr>
            <p:nvPr/>
          </p:nvCxnSpPr>
          <p:spPr>
            <a:xfrm>
              <a:off x="727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2F4F9395-3F60-91DF-2C51-9B02A0560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BE6A70FB-D992-4953-73E2-6086811A0397}"/>
                </a:ext>
              </a:extLst>
            </p:cNvPr>
            <p:cNvCxnSpPr>
              <a:cxnSpLocks/>
            </p:cNvCxnSpPr>
            <p:nvPr/>
          </p:nvCxnSpPr>
          <p:spPr>
            <a:xfrm>
              <a:off x="741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A76D6F44-E061-8084-99B9-8C20CCD29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2BE7CC7C-6357-DF43-B7DE-17C5941BE0D4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97E82EE1-B4E0-5D62-D435-1722F23E07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44D2D28F-E5E9-B1ED-BC6D-2A6E94F01D97}"/>
                </a:ext>
              </a:extLst>
            </p:cNvPr>
            <p:cNvCxnSpPr>
              <a:cxnSpLocks/>
            </p:cNvCxnSpPr>
            <p:nvPr/>
          </p:nvCxnSpPr>
          <p:spPr>
            <a:xfrm>
              <a:off x="770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B2A6FE13-BBB4-7356-F1B8-0A0D9AE35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F2A1904F-C61C-D078-BFF9-267D7B7603C6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245F4B9D-8658-2B6A-C01F-4A35D6E3CB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94ED5CDA-4D35-AEB4-DA8D-53CEE33AFA80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10529522-CFFB-123F-7200-40E7C07C7F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5BF9A913-F873-F2A4-EA36-647A333487A6}"/>
                </a:ext>
              </a:extLst>
            </p:cNvPr>
            <p:cNvCxnSpPr>
              <a:cxnSpLocks/>
            </p:cNvCxnSpPr>
            <p:nvPr/>
          </p:nvCxnSpPr>
          <p:spPr>
            <a:xfrm>
              <a:off x="813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B41AEC2A-4459-94D1-F014-3965346E5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D373A7C-8966-9E45-C0F1-FC5E4C115293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93D48A68-6BC8-229F-333F-1EFB9220F4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3ECBE412-A0B7-4856-06C3-1D42AEC44C5F}"/>
                </a:ext>
              </a:extLst>
            </p:cNvPr>
            <p:cNvCxnSpPr>
              <a:cxnSpLocks/>
            </p:cNvCxnSpPr>
            <p:nvPr/>
          </p:nvCxnSpPr>
          <p:spPr>
            <a:xfrm>
              <a:off x="842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2649FF8D-C239-10CF-48F1-8091CA788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79F656AF-1244-CAC2-2920-52FAE781A6C1}"/>
                </a:ext>
              </a:extLst>
            </p:cNvPr>
            <p:cNvCxnSpPr>
              <a:cxnSpLocks/>
            </p:cNvCxnSpPr>
            <p:nvPr/>
          </p:nvCxnSpPr>
          <p:spPr>
            <a:xfrm>
              <a:off x="856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97B22D98-4F08-B014-C46A-2774A4EF5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9E47810E-C245-95FF-40B2-2C14C9CF28AE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10FF197-6345-5E97-1C91-7EFA87AAD4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366232C6-9BC9-572B-F8EF-149188706936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D644A092-BBC2-3339-2767-73F22321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BC826787-E82A-667C-A8F7-8CCC46459CE0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442D0FED-C9BD-6FE9-7CCE-858386F1E9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78EC73E4-BE5F-F603-6FB2-3A03CAEDB0EE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0ED4180B-CE87-6A89-A013-86B0EDBA9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B0E114E9-A80B-9F85-E1EB-2D924DFBE473}"/>
                </a:ext>
              </a:extLst>
            </p:cNvPr>
            <p:cNvCxnSpPr>
              <a:cxnSpLocks/>
            </p:cNvCxnSpPr>
            <p:nvPr/>
          </p:nvCxnSpPr>
          <p:spPr>
            <a:xfrm>
              <a:off x="9288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4B451BB3-033D-4867-91D4-5453C69AD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07B60382-45D1-F321-F119-19F46EDBB661}"/>
                </a:ext>
              </a:extLst>
            </p:cNvPr>
            <p:cNvCxnSpPr>
              <a:cxnSpLocks/>
            </p:cNvCxnSpPr>
            <p:nvPr/>
          </p:nvCxnSpPr>
          <p:spPr>
            <a:xfrm>
              <a:off x="9432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F7486094-6002-9E8F-01FA-71C8D2E58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8A4B8487-C3B1-9EC5-DA64-B778C6A6DA4F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BF8A1AA0-A718-52E7-434B-200D00C25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2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B51BF2B0-73DE-644A-7783-D4B23408C1F2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E7ABB759-FA07-C1A7-0B3D-07C183D9A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471E4017-CFD9-9FF8-EE15-165EFBB8A1F8}"/>
                </a:ext>
              </a:extLst>
            </p:cNvPr>
            <p:cNvCxnSpPr>
              <a:cxnSpLocks/>
            </p:cNvCxnSpPr>
            <p:nvPr/>
          </p:nvCxnSpPr>
          <p:spPr>
            <a:xfrm>
              <a:off x="9864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8CC27DCC-1FCD-9D84-7674-B7CE067F67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6D11DE8B-57E1-5BFF-E2DB-3B936A60D9FE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48426B32-7132-308F-DB30-CA844CBED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2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6CF08B65-BC9E-1608-2916-9A79948C8E85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C18840D9-0BDB-8290-B54B-EE1C63BC0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6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5876BB04-3F3B-5048-ADA8-1A9083D163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CBF30708-4CA3-546F-E3FD-CA77D237D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0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4E64096A-2298-21C2-AA4A-2037DF63A16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428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BC80ACAB-68E8-92DF-D8BF-A6F9D12064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1D85A67A-AAF7-DF5F-3687-416A050F8D6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4000" y="381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A9748535-56E7-4546-6BB5-5663E96A7C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8000" y="381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018A8A02-5137-EC46-CCDE-EDD9C731863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28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>
              <a:extLst>
                <a:ext uri="{FF2B5EF4-FFF2-40B4-BE49-F238E27FC236}">
                  <a16:creationId xmlns:a16="http://schemas.microsoft.com/office/drawing/2014/main" id="{A8AFE1B7-4B48-9AC5-7A60-5118B21E1797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00" y="5364000"/>
              <a:ext cx="201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9ABAFCCA-061E-2FF2-5528-0F6F835956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>
              <a:extLst>
                <a:ext uri="{FF2B5EF4-FFF2-40B4-BE49-F238E27FC236}">
                  <a16:creationId xmlns:a16="http://schemas.microsoft.com/office/drawing/2014/main" id="{B567F933-B41F-3848-1C32-F6D5B6506B3F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>
              <a:extLst>
                <a:ext uri="{FF2B5EF4-FFF2-40B4-BE49-F238E27FC236}">
                  <a16:creationId xmlns:a16="http://schemas.microsoft.com/office/drawing/2014/main" id="{02C7734E-65B8-7FBC-5FD8-C377D88684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6ADF3E65-EEC2-EEB7-1B85-DE984DC79FBD}"/>
                </a:ext>
              </a:extLst>
            </p:cNvPr>
            <p:cNvCxnSpPr>
              <a:cxnSpLocks/>
            </p:cNvCxnSpPr>
            <p:nvPr/>
          </p:nvCxnSpPr>
          <p:spPr>
            <a:xfrm>
              <a:off x="9288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BBD2DF97-207B-EC49-E87B-23890A7AF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90D40C36-99B3-40CF-43A0-028C4A34D962}"/>
                </a:ext>
              </a:extLst>
            </p:cNvPr>
            <p:cNvCxnSpPr>
              <a:cxnSpLocks/>
            </p:cNvCxnSpPr>
            <p:nvPr/>
          </p:nvCxnSpPr>
          <p:spPr>
            <a:xfrm>
              <a:off x="9432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246EC6B4-96B1-63B3-EA7E-5C9C3F22A6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A46A879E-974B-1AE0-6D41-F21C46B46FE8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0F393FAC-E29E-E990-D76D-46C66B4A5F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2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F492E7B8-0CA6-56A5-2A5F-20E5EA688010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9826FD77-D5AB-E26E-EE12-9CE823CAE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>
              <a:extLst>
                <a:ext uri="{FF2B5EF4-FFF2-40B4-BE49-F238E27FC236}">
                  <a16:creationId xmlns:a16="http://schemas.microsoft.com/office/drawing/2014/main" id="{486C96C5-6628-F461-77A8-2ADCA75D00F5}"/>
                </a:ext>
              </a:extLst>
            </p:cNvPr>
            <p:cNvCxnSpPr>
              <a:cxnSpLocks/>
            </p:cNvCxnSpPr>
            <p:nvPr/>
          </p:nvCxnSpPr>
          <p:spPr>
            <a:xfrm>
              <a:off x="9864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73F35B60-1A9B-3448-529D-BAB755C868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5AABC990-A836-863D-9FD8-6CB26ED07DEC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>
              <a:extLst>
                <a:ext uri="{FF2B5EF4-FFF2-40B4-BE49-F238E27FC236}">
                  <a16:creationId xmlns:a16="http://schemas.microsoft.com/office/drawing/2014/main" id="{C17BDBC6-A2AD-A472-9CE9-E5B702AB2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2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6C856859-8F44-690B-E3DB-6F704B34F156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9F72D150-09BB-573E-AFDF-97D0BF2DA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6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E5DBB0DB-EAF5-80AB-CBAC-C77BE43E416D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CEB5513-9E43-6249-EDC9-4C9A83AFF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0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25C74305-4A60-5E18-420E-C198C8CFE7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536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CF6F5576-6749-DC31-2E2F-75DE05DDFA55}"/>
                </a:ext>
              </a:extLst>
            </p:cNvPr>
            <p:cNvCxnSpPr>
              <a:cxnSpLocks/>
            </p:cNvCxnSpPr>
            <p:nvPr/>
          </p:nvCxnSpPr>
          <p:spPr>
            <a:xfrm>
              <a:off x="7127998" y="6444000"/>
              <a:ext cx="2016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72B47003-E312-683D-8DDC-18EE4D1FE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9020E41C-12C3-E612-CDE6-625E6BD0B5C8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597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C0E0F3B9-B4F5-510F-38B8-E4151046F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8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>
              <a:extLst>
                <a:ext uri="{FF2B5EF4-FFF2-40B4-BE49-F238E27FC236}">
                  <a16:creationId xmlns:a16="http://schemas.microsoft.com/office/drawing/2014/main" id="{771051C9-B440-2909-4F93-CBE5C8D54E70}"/>
                </a:ext>
              </a:extLst>
            </p:cNvPr>
            <p:cNvCxnSpPr>
              <a:cxnSpLocks/>
            </p:cNvCxnSpPr>
            <p:nvPr/>
          </p:nvCxnSpPr>
          <p:spPr>
            <a:xfrm>
              <a:off x="9288000" y="644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1AD1ECBE-7CFE-0DF7-96FB-3EC872FA8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2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A401515C-8649-400B-C019-B201910A14FA}"/>
                </a:ext>
              </a:extLst>
            </p:cNvPr>
            <p:cNvCxnSpPr>
              <a:cxnSpLocks/>
            </p:cNvCxnSpPr>
            <p:nvPr/>
          </p:nvCxnSpPr>
          <p:spPr>
            <a:xfrm>
              <a:off x="9432000" y="597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0F4A44AA-025E-5F4B-4A02-C6F9D30BC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76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49FC7D68-5097-749C-E7B5-CF1A79B92483}"/>
                </a:ext>
              </a:extLst>
            </p:cNvPr>
            <p:cNvCxnSpPr>
              <a:cxnSpLocks/>
            </p:cNvCxnSpPr>
            <p:nvPr/>
          </p:nvCxnSpPr>
          <p:spPr>
            <a:xfrm>
              <a:off x="9576000" y="644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C7712F65-5084-A8A6-2AE2-FC7384F89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20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80AAADFF-6C50-1CDF-E97C-017A27E1438A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597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31BB03C8-D01A-E55B-BB9B-933094D29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4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68655D70-0CEE-35A1-AEF0-58A5227000D7}"/>
                </a:ext>
              </a:extLst>
            </p:cNvPr>
            <p:cNvCxnSpPr>
              <a:cxnSpLocks/>
            </p:cNvCxnSpPr>
            <p:nvPr/>
          </p:nvCxnSpPr>
          <p:spPr>
            <a:xfrm>
              <a:off x="9864000" y="6444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0CA143B1-154F-0A7F-41A6-AF305A9BA8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6314950A-7CA2-1650-666D-20D662C5F7B3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597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BC7D6E6D-FA4A-EAB3-07FA-6E695B7B8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2000" y="597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5F2DF5BC-B60B-D16E-DDA1-C507DD25D62C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6444000"/>
              <a:ext cx="828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13B9F351-B4B7-8867-8987-889AADB8C0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1B95C211-8480-59A0-B4D0-8E977ED7F843}"/>
                </a:ext>
              </a:extLst>
            </p:cNvPr>
            <p:cNvCxnSpPr>
              <a:cxnSpLocks/>
            </p:cNvCxnSpPr>
            <p:nvPr/>
          </p:nvCxnSpPr>
          <p:spPr>
            <a:xfrm>
              <a:off x="10584000" y="4896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62D821B8-D24B-39D4-E2A5-1A3FD8D046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8000" y="4896000"/>
              <a:ext cx="0" cy="46800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连接符 476">
              <a:extLst>
                <a:ext uri="{FF2B5EF4-FFF2-40B4-BE49-F238E27FC236}">
                  <a16:creationId xmlns:a16="http://schemas.microsoft.com/office/drawing/2014/main" id="{ED1C0FE4-706B-86FA-65B6-4C4448002F0A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5364000"/>
              <a:ext cx="252000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AD9E3DA9-F46A-E766-3BFD-3398AE0818D4}"/>
                    </a:ext>
                  </a:extLst>
                </p:cNvPr>
                <p:cNvSpPr txBox="1"/>
                <p:nvPr/>
              </p:nvSpPr>
              <p:spPr>
                <a:xfrm>
                  <a:off x="7128000" y="4896000"/>
                  <a:ext cx="1116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375D0657-086C-1DB5-4D44-C18691C25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000" y="4896000"/>
                  <a:ext cx="1116000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7" name="文本框 486">
                  <a:extLst>
                    <a:ext uri="{FF2B5EF4-FFF2-40B4-BE49-F238E27FC236}">
                      <a16:creationId xmlns:a16="http://schemas.microsoft.com/office/drawing/2014/main" id="{9AA3B198-B49C-CA84-5F66-418A421EC831}"/>
                    </a:ext>
                  </a:extLst>
                </p:cNvPr>
                <p:cNvSpPr txBox="1"/>
                <p:nvPr/>
              </p:nvSpPr>
              <p:spPr>
                <a:xfrm>
                  <a:off x="7128000" y="6012000"/>
                  <a:ext cx="1116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7" name="文本框 486">
                  <a:extLst>
                    <a:ext uri="{FF2B5EF4-FFF2-40B4-BE49-F238E27FC236}">
                      <a16:creationId xmlns:a16="http://schemas.microsoft.com/office/drawing/2014/main" id="{3F2D307E-F2C4-9ACA-B555-E5D51891F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000" y="6012000"/>
                  <a:ext cx="1116000" cy="396000"/>
                </a:xfrm>
                <a:prstGeom prst="rect">
                  <a:avLst/>
                </a:prstGeom>
                <a:blipFill>
                  <a:blip r:embed="rId26"/>
                  <a:stretch>
                    <a:fillRect l="-546" r="-1093" b="-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A1F1494-EBA5-9055-6312-AB64E173CD36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6517050" cy="3095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双积分型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ADC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如果比较小，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也会小一些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只要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期间的计数不会溢出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输出的结果与积分常数 </a:t>
                </a:r>
                <a14:m>
                  <m:oMath xmlns:m="http://schemas.openxmlformats.org/officeDocument/2006/math">
                    <m:r>
                      <a:rPr lang="el-GR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无关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要求电阻、电容、脉冲源等性能稳定，尤其是积分电容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A1F1494-EBA5-9055-6312-AB64E173C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6517050" cy="3095591"/>
              </a:xfrm>
              <a:prstGeom prst="rect">
                <a:avLst/>
              </a:prstGeom>
              <a:blipFill>
                <a:blip r:embed="rId27"/>
                <a:stretch>
                  <a:fillRect l="-1684" t="-787" r="-561" b="-3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21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18DD0-DCE1-5C3B-5A4C-42DAA6BE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45B36-B853-039B-72C4-E8B6EC3CC14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000" dirty="0"/>
              <a:t>DAC </a:t>
            </a:r>
            <a:r>
              <a:rPr lang="zh-CN" altLang="en-US" sz="3000" dirty="0"/>
              <a:t>和 </a:t>
            </a:r>
            <a:r>
              <a:rPr lang="en-US" altLang="zh-CN" sz="3000" dirty="0"/>
              <a:t>ADC </a:t>
            </a:r>
            <a:r>
              <a:rPr lang="zh-CN" altLang="en-US" sz="3000" dirty="0"/>
              <a:t>的主要参数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EA72B4-D6E0-B06D-734D-EEA5F995F91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4EB804-F768-4672-257B-9960A911797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0B71422C-2F8C-4B50-784D-2AD0CBF0333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6DF5A46-4F60-C4FA-AF29-536BCA3BC04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0A373D6-5E9A-AD78-30F7-BF1679E052F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02451E2-0446-6241-30DB-30C177B02B1E}"/>
              </a:ext>
            </a:extLst>
          </p:cNvPr>
          <p:cNvSpPr txBox="1"/>
          <p:nvPr/>
        </p:nvSpPr>
        <p:spPr>
          <a:xfrm>
            <a:off x="360000" y="828000"/>
            <a:ext cx="10820618" cy="457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主要参数：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转换精度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分辨率：与数字量的位数有关，位数越多分辨率越高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转换误差：实际输出和理论上的输出之间的最大偏差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转换速度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转换时间：完成一次转换所需的时间，即从开始转换到得到稳定的输出所经过的时间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类型不同，速度差别甚大：并行比较型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的速度最快，次之为逐次比较型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，双积分型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的速度最慢</a:t>
            </a:r>
          </a:p>
        </p:txBody>
      </p:sp>
    </p:spTree>
    <p:extLst>
      <p:ext uri="{BB962C8B-B14F-4D97-AF65-F5344CB8AC3E}">
        <p14:creationId xmlns:p14="http://schemas.microsoft.com/office/powerpoint/2010/main" val="1673236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FFF2CB-1E85-E447-B4FB-B29B0C45C4DC}"/>
              </a:ext>
            </a:extLst>
          </p:cNvPr>
          <p:cNvSpPr txBox="1"/>
          <p:nvPr/>
        </p:nvSpPr>
        <p:spPr>
          <a:xfrm>
            <a:off x="360001" y="828000"/>
            <a:ext cx="4849673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P437 - 440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10.1.1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10.1.5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10.2.1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10.2.2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10.2.5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47936</TotalTime>
  <Words>3538</Words>
  <Application>Microsoft Office PowerPoint</Application>
  <PresentationFormat>宽屏</PresentationFormat>
  <Paragraphs>917</Paragraphs>
  <Slides>28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等线</vt:lpstr>
      <vt:lpstr>楷体_GB2312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2015</cp:revision>
  <dcterms:created xsi:type="dcterms:W3CDTF">2024-12-23T04:28:42Z</dcterms:created>
  <dcterms:modified xsi:type="dcterms:W3CDTF">2025-12-31T09:16:12Z</dcterms:modified>
</cp:coreProperties>
</file>