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1354" r:id="rId2"/>
    <p:sldId id="6935" r:id="rId3"/>
    <p:sldId id="7174" r:id="rId4"/>
    <p:sldId id="7175" r:id="rId5"/>
    <p:sldId id="7176" r:id="rId6"/>
    <p:sldId id="7178" r:id="rId7"/>
    <p:sldId id="7179" r:id="rId8"/>
    <p:sldId id="7177" r:id="rId9"/>
    <p:sldId id="7184" r:id="rId10"/>
    <p:sldId id="7195" r:id="rId11"/>
    <p:sldId id="7196" r:id="rId12"/>
    <p:sldId id="7197" r:id="rId13"/>
    <p:sldId id="7199" r:id="rId14"/>
    <p:sldId id="7198" r:id="rId15"/>
    <p:sldId id="7200" r:id="rId16"/>
    <p:sldId id="7181" r:id="rId17"/>
    <p:sldId id="7186" r:id="rId18"/>
    <p:sldId id="7185" r:id="rId19"/>
    <p:sldId id="7204" r:id="rId20"/>
    <p:sldId id="7205" r:id="rId21"/>
    <p:sldId id="7187" r:id="rId22"/>
    <p:sldId id="7192" r:id="rId23"/>
    <p:sldId id="7189" r:id="rId24"/>
    <p:sldId id="7206" r:id="rId25"/>
    <p:sldId id="7191" r:id="rId26"/>
    <p:sldId id="7007" r:id="rId27"/>
    <p:sldId id="720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FF00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3" autoAdjust="0"/>
    <p:restoredTop sz="76359" autoAdjust="0"/>
  </p:normalViewPr>
  <p:slideViewPr>
    <p:cSldViewPr snapToGrid="0">
      <p:cViewPr>
        <p:scale>
          <a:sx n="51" d="100"/>
          <a:sy n="51" d="100"/>
        </p:scale>
        <p:origin x="1059" y="5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200" dirty="0"/>
              <a:t>寄存器：</a:t>
            </a:r>
            <a:endParaRPr lang="en-US" altLang="zh-CN" sz="1200" dirty="0"/>
          </a:p>
          <a:p>
            <a:pPr eaLnBrk="1" hangingPunct="1"/>
            <a:r>
              <a:rPr lang="zh-CN" altLang="en-US" sz="1200" dirty="0"/>
              <a:t>集成在 </a:t>
            </a:r>
            <a:r>
              <a:rPr lang="en-US" altLang="zh-CN" sz="1200" dirty="0"/>
              <a:t>CPU </a:t>
            </a:r>
            <a:r>
              <a:rPr lang="zh-CN" altLang="en-US" sz="1200" dirty="0"/>
              <a:t>内部，成本高，访问速度快，几乎无延迟，容量很小</a:t>
            </a:r>
            <a:endParaRPr lang="en-US" altLang="zh-CN" sz="1200" dirty="0"/>
          </a:p>
          <a:p>
            <a:pPr eaLnBrk="1" hangingPunct="1"/>
            <a:endParaRPr lang="en-US" altLang="zh-CN" sz="1200" dirty="0"/>
          </a:p>
          <a:p>
            <a:pPr eaLnBrk="1" hangingPunct="1"/>
            <a:r>
              <a:rPr lang="zh-CN" altLang="en-US" sz="1200" dirty="0"/>
              <a:t>存储器：</a:t>
            </a:r>
            <a:endParaRPr lang="en-US" altLang="zh-CN" sz="1200" dirty="0"/>
          </a:p>
          <a:p>
            <a:pPr eaLnBrk="1" hangingPunct="1"/>
            <a:r>
              <a:rPr lang="zh-CN" altLang="en-US" sz="1200" dirty="0"/>
              <a:t>在 </a:t>
            </a:r>
            <a:r>
              <a:rPr lang="en-US" altLang="zh-CN" sz="1200" dirty="0"/>
              <a:t>CPU </a:t>
            </a:r>
            <a:r>
              <a:rPr lang="zh-CN" altLang="en-US" sz="1200" dirty="0"/>
              <a:t>外部，成本不高，访问速度慢于寄存器，容量可以很大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758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当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/E=0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有效时，开放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下半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边一路，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上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半边输出恒为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，所以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D_i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-&gt;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触发器的输入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-&gt;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Q_i</a:t>
            </a:r>
            <a:endParaRPr lang="en-US" altLang="zh-CN" sz="1200" kern="1200" dirty="0"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当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/E=1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无效时，开放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上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半边一路，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下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半边输出恒为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，所以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Q_i^n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-&gt;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触发器的输入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D -&gt;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Q_i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^(n+1)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，一直保持</a:t>
            </a:r>
            <a:r>
              <a:rPr lang="zh-CN" altLang="zh-CN" dirty="0">
                <a:effectLst/>
              </a:rPr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229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E3ED-E768-EA57-962B-94E03E4B7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E1EA49-9257-A0E7-08C4-088CC51CD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0CC588-5091-A230-C49E-6865D78A5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A9F329-E837-4D01-D0C3-D1D5DCB52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104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 </a:t>
            </a:r>
            <a:r>
              <a:rPr lang="zh-CN" altLang="en-US" dirty="0"/>
              <a:t>位寄存器由 </a:t>
            </a:r>
            <a:r>
              <a:rPr lang="en-US" altLang="zh-CN" dirty="0"/>
              <a:t>N </a:t>
            </a:r>
            <a:r>
              <a:rPr lang="zh-CN" altLang="en-US" dirty="0"/>
              <a:t>个触发器构成，需要 </a:t>
            </a:r>
            <a:r>
              <a:rPr lang="en-US" altLang="zh-CN" dirty="0"/>
              <a:t>N*</a:t>
            </a:r>
            <a:r>
              <a:rPr lang="en-US" altLang="zh-CN" err="1"/>
              <a:t>T</a:t>
            </a:r>
            <a:r>
              <a:rPr lang="en-US" altLang="zh-CN"/>
              <a:t>_{CP} </a:t>
            </a:r>
            <a:r>
              <a:rPr lang="zh-CN" altLang="en-US" dirty="0"/>
              <a:t>的时间来完成“串入 </a:t>
            </a:r>
            <a:r>
              <a:rPr lang="en-US" altLang="zh-CN" dirty="0"/>
              <a:t>— </a:t>
            </a:r>
            <a:r>
              <a:rPr lang="zh-CN" altLang="en-US" dirty="0"/>
              <a:t>并出”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246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每个触发器有相同的外部电路，也就是说每个触发器都外接一个选择器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120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有关寄存器异步复位功能，先补充一些触发器的知识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925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数电 </a:t>
            </a:r>
            <a:r>
              <a:rPr lang="en-US" altLang="zh-CN" dirty="0"/>
              <a:t>P234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139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E3080-677A-BB1C-C8C0-805B1BE57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CADA20-E46C-11B9-2053-AA3D4B858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6EEB7D-3D6F-3F7F-A8FA-4E41D058F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数电 </a:t>
            </a:r>
            <a:r>
              <a:rPr lang="en-US" altLang="zh-CN" dirty="0"/>
              <a:t>P234</a:t>
            </a:r>
          </a:p>
          <a:p>
            <a:r>
              <a:rPr lang="en-US" altLang="zh-CN" dirty="0"/>
              <a:t>CP=0 </a:t>
            </a:r>
            <a:r>
              <a:rPr lang="zh-CN" altLang="en-US" dirty="0"/>
              <a:t>时，</a:t>
            </a:r>
            <a:r>
              <a:rPr lang="en-US" altLang="zh-CN" dirty="0"/>
              <a:t>TG_1 </a:t>
            </a:r>
            <a:r>
              <a:rPr lang="zh-CN" altLang="en-US" dirty="0"/>
              <a:t>和 </a:t>
            </a:r>
            <a:r>
              <a:rPr lang="en-US" altLang="zh-CN" dirty="0"/>
              <a:t>TG_4 </a:t>
            </a:r>
            <a:r>
              <a:rPr lang="zh-CN" altLang="en-US" dirty="0"/>
              <a:t>导通，</a:t>
            </a:r>
            <a:r>
              <a:rPr lang="en-US" altLang="zh-CN" dirty="0"/>
              <a:t>TG_2 </a:t>
            </a:r>
            <a:r>
              <a:rPr lang="zh-CN" altLang="en-US" dirty="0"/>
              <a:t>和 </a:t>
            </a:r>
            <a:r>
              <a:rPr lang="en-US" altLang="zh-CN" dirty="0"/>
              <a:t>TG_3 </a:t>
            </a:r>
            <a:r>
              <a:rPr lang="zh-CN" altLang="en-US" dirty="0"/>
              <a:t>阻塞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DD3628-2320-CCBD-C506-D92996417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474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FC781-A643-891B-96BA-0DC5E2BD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460763-9500-118A-3670-62D440853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DD872F-E5CC-9479-6C20-84B305432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数电 </a:t>
            </a:r>
            <a:r>
              <a:rPr lang="en-US" altLang="zh-CN" dirty="0"/>
              <a:t>P234</a:t>
            </a:r>
          </a:p>
          <a:p>
            <a:r>
              <a:rPr lang="en-US" altLang="zh-CN" dirty="0"/>
              <a:t>CP=0 </a:t>
            </a:r>
            <a:r>
              <a:rPr lang="zh-CN" altLang="en-US" dirty="0"/>
              <a:t>时，</a:t>
            </a:r>
            <a:r>
              <a:rPr lang="en-US" altLang="zh-CN" dirty="0"/>
              <a:t>TG_1 </a:t>
            </a:r>
            <a:r>
              <a:rPr lang="zh-CN" altLang="en-US" dirty="0"/>
              <a:t>和 </a:t>
            </a:r>
            <a:r>
              <a:rPr lang="en-US" altLang="zh-CN" dirty="0"/>
              <a:t>TG_4 </a:t>
            </a:r>
            <a:r>
              <a:rPr lang="zh-CN" altLang="en-US" dirty="0"/>
              <a:t>导通，</a:t>
            </a:r>
            <a:r>
              <a:rPr lang="en-US" altLang="zh-CN" dirty="0"/>
              <a:t>TG_2 </a:t>
            </a:r>
            <a:r>
              <a:rPr lang="zh-CN" altLang="en-US" dirty="0"/>
              <a:t>和 </a:t>
            </a:r>
            <a:r>
              <a:rPr lang="en-US" altLang="zh-CN" dirty="0"/>
              <a:t>TG_3 </a:t>
            </a:r>
            <a:r>
              <a:rPr lang="zh-CN" altLang="en-US" dirty="0"/>
              <a:t>阻塞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8F6A72-B24E-EC72-D896-49B89DD27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783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DAFC-6127-938B-E4E3-8497DA99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0723B0-8F6F-E888-E374-E61BDF20C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854340-50D6-55A1-1483-682AA36CE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数电 </a:t>
            </a:r>
            <a:r>
              <a:rPr lang="en-US" altLang="zh-CN" dirty="0"/>
              <a:t>P234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CP=1 </a:t>
            </a:r>
            <a:r>
              <a:rPr lang="zh-CN" altLang="en-US" dirty="0"/>
              <a:t>时，</a:t>
            </a:r>
            <a:r>
              <a:rPr lang="en-US" altLang="zh-CN" dirty="0"/>
              <a:t>TG_1 </a:t>
            </a:r>
            <a:r>
              <a:rPr lang="zh-CN" altLang="en-US" dirty="0"/>
              <a:t>和 </a:t>
            </a:r>
            <a:r>
              <a:rPr lang="en-US" altLang="zh-CN" dirty="0"/>
              <a:t>TG_4 </a:t>
            </a:r>
            <a:r>
              <a:rPr lang="zh-CN" altLang="en-US" dirty="0"/>
              <a:t>阻塞，</a:t>
            </a:r>
            <a:r>
              <a:rPr lang="en-US" altLang="zh-CN" dirty="0"/>
              <a:t>TG_2 </a:t>
            </a:r>
            <a:r>
              <a:rPr lang="zh-CN" altLang="en-US" dirty="0"/>
              <a:t>和 </a:t>
            </a:r>
            <a:r>
              <a:rPr lang="en-US" altLang="zh-CN" dirty="0"/>
              <a:t>TG_3 </a:t>
            </a:r>
            <a:r>
              <a:rPr lang="zh-CN" altLang="en-US" dirty="0"/>
              <a:t>导通</a:t>
            </a: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42E47A-D249-B821-9ABB-6D6BE95D7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789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7F27-61FF-DF87-8C24-D12B5E45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CAFC0D-FED8-006C-AEF9-6084347DF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4014EC-F320-64E8-C29D-E00C19A2E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数电 </a:t>
            </a:r>
            <a:r>
              <a:rPr lang="en-US" altLang="zh-CN" dirty="0"/>
              <a:t>P234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CP=1 </a:t>
            </a:r>
            <a:r>
              <a:rPr lang="zh-CN" altLang="en-US" dirty="0"/>
              <a:t>时，</a:t>
            </a:r>
            <a:r>
              <a:rPr lang="en-US" altLang="zh-CN" dirty="0"/>
              <a:t>TG_1 </a:t>
            </a:r>
            <a:r>
              <a:rPr lang="zh-CN" altLang="en-US" dirty="0"/>
              <a:t>和 </a:t>
            </a:r>
            <a:r>
              <a:rPr lang="en-US" altLang="zh-CN" dirty="0"/>
              <a:t>TG_4 </a:t>
            </a:r>
            <a:r>
              <a:rPr lang="zh-CN" altLang="en-US" dirty="0"/>
              <a:t>阻塞，</a:t>
            </a:r>
            <a:r>
              <a:rPr lang="en-US" altLang="zh-CN" dirty="0"/>
              <a:t>TG_2 </a:t>
            </a:r>
            <a:r>
              <a:rPr lang="zh-CN" altLang="en-US" dirty="0"/>
              <a:t>和 </a:t>
            </a:r>
            <a:r>
              <a:rPr lang="en-US" altLang="zh-CN" dirty="0"/>
              <a:t>TG_3 </a:t>
            </a:r>
            <a:r>
              <a:rPr lang="zh-CN" altLang="en-US" dirty="0"/>
              <a:t>导通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无论 </a:t>
            </a:r>
            <a:r>
              <a:rPr lang="en-US" altLang="zh-CN" dirty="0"/>
              <a:t>CP </a:t>
            </a:r>
            <a:r>
              <a:rPr lang="zh-CN" altLang="en-US" dirty="0"/>
              <a:t>是什么值，</a:t>
            </a:r>
            <a:r>
              <a:rPr lang="en-US" altLang="zh-CN" dirty="0"/>
              <a:t>/S </a:t>
            </a:r>
            <a:r>
              <a:rPr lang="zh-CN" altLang="en-US" dirty="0"/>
              <a:t>和 </a:t>
            </a:r>
            <a:r>
              <a:rPr lang="en-US" altLang="zh-CN" dirty="0"/>
              <a:t>/R </a:t>
            </a:r>
            <a:r>
              <a:rPr lang="zh-CN" altLang="en-US" dirty="0"/>
              <a:t>能不受影响完成置数和清零功能</a:t>
            </a:r>
          </a:p>
          <a:p>
            <a:r>
              <a:rPr lang="zh-CN" altLang="en-US" dirty="0"/>
              <a:t>因此，在逻辑图上，</a:t>
            </a:r>
            <a:r>
              <a:rPr lang="en-US" altLang="zh-CN" dirty="0"/>
              <a:t>S </a:t>
            </a:r>
            <a:r>
              <a:rPr lang="zh-CN" altLang="en-US" dirty="0"/>
              <a:t>和 </a:t>
            </a:r>
            <a:r>
              <a:rPr lang="en-US" altLang="zh-CN" dirty="0"/>
              <a:t>R </a:t>
            </a:r>
            <a:r>
              <a:rPr lang="zh-CN" altLang="en-US" dirty="0"/>
              <a:t>没有前缀“</a:t>
            </a:r>
            <a:r>
              <a:rPr lang="en-US" altLang="zh-CN" dirty="0"/>
              <a:t>1</a:t>
            </a:r>
            <a:r>
              <a:rPr lang="zh-CN" altLang="en-US" dirty="0"/>
              <a:t>”，说明不受 </a:t>
            </a:r>
            <a:r>
              <a:rPr lang="en-US" altLang="zh-CN" dirty="0"/>
              <a:t>C1 </a:t>
            </a:r>
            <a:r>
              <a:rPr lang="zh-CN" altLang="en-US"/>
              <a:t>的控制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61E934-E6E1-9F8B-AC83-4A1314C05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85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/CR = /R_D</a:t>
            </a:r>
            <a:r>
              <a:rPr lang="zh-CN" altLang="en-US" dirty="0"/>
              <a:t>，清零端，有优先控制权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605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164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示例为无符号二进制数的乘法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3290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C2F72-8F08-F096-CADE-E4E106AD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FA5F08-0A3F-B27C-C8FB-9B451D1A7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80A71A-DC0C-3E4A-6BD2-DBA9B829D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框架中没有画出时钟，但电路有时钟控制</a:t>
            </a:r>
            <a:endParaRPr lang="en-US" altLang="zh-CN" dirty="0"/>
          </a:p>
          <a:p>
            <a:r>
              <a:rPr lang="zh-CN" altLang="en-US" dirty="0"/>
              <a:t>每次存被乘数和存乘数的寄存器分别左移和右移 </a:t>
            </a:r>
            <a:r>
              <a:rPr lang="en-US" altLang="zh-CN" dirty="0"/>
              <a:t>1 </a:t>
            </a:r>
            <a:r>
              <a:rPr lang="zh-CN" altLang="en-US" dirty="0"/>
              <a:t>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A6127-05F7-A467-2CD8-4F175123E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683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331A-BD43-3519-56F2-4389BF391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324A3E-790D-F47C-4326-7E774246C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784069-C72A-EE0D-ED99-88A5E47DC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66CA17-934E-76F6-B58D-B17DAEF1A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55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0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3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" Type="http://schemas.openxmlformats.org/officeDocument/2006/relationships/image" Target="../media/image61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88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9" Type="http://schemas.openxmlformats.org/officeDocument/2006/relationships/image" Target="../media/image122.png"/><Relationship Id="rId3" Type="http://schemas.openxmlformats.org/officeDocument/2006/relationships/image" Target="../media/image108.png"/><Relationship Id="rId34" Type="http://schemas.openxmlformats.org/officeDocument/2006/relationships/image" Target="../media/image117.png"/><Relationship Id="rId42" Type="http://schemas.openxmlformats.org/officeDocument/2006/relationships/image" Target="../media/image125.png"/><Relationship Id="rId47" Type="http://schemas.openxmlformats.org/officeDocument/2006/relationships/image" Target="../media/image130.png"/><Relationship Id="rId7" Type="http://schemas.openxmlformats.org/officeDocument/2006/relationships/image" Target="../media/image112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46" Type="http://schemas.openxmlformats.org/officeDocument/2006/relationships/image" Target="../media/image129.png"/><Relationship Id="rId2" Type="http://schemas.openxmlformats.org/officeDocument/2006/relationships/notesSlide" Target="../notesSlides/notesSlide8.xml"/><Relationship Id="rId41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45" Type="http://schemas.openxmlformats.org/officeDocument/2006/relationships/image" Target="../media/image128.png"/><Relationship Id="rId5" Type="http://schemas.openxmlformats.org/officeDocument/2006/relationships/image" Target="../media/image110.png"/><Relationship Id="rId36" Type="http://schemas.openxmlformats.org/officeDocument/2006/relationships/image" Target="../media/image119.png"/><Relationship Id="rId49" Type="http://schemas.openxmlformats.org/officeDocument/2006/relationships/image" Target="../media/image132.png"/><Relationship Id="rId31" Type="http://schemas.openxmlformats.org/officeDocument/2006/relationships/image" Target="../media/image114.png"/><Relationship Id="rId44" Type="http://schemas.openxmlformats.org/officeDocument/2006/relationships/image" Target="../media/image127.png"/><Relationship Id="rId4" Type="http://schemas.openxmlformats.org/officeDocument/2006/relationships/image" Target="../media/image109.png"/><Relationship Id="rId30" Type="http://schemas.openxmlformats.org/officeDocument/2006/relationships/image" Target="NULL"/><Relationship Id="rId35" Type="http://schemas.openxmlformats.org/officeDocument/2006/relationships/image" Target="../media/image118.png"/><Relationship Id="rId43" Type="http://schemas.openxmlformats.org/officeDocument/2006/relationships/image" Target="../media/image126.png"/><Relationship Id="rId48" Type="http://schemas.openxmlformats.org/officeDocument/2006/relationships/image" Target="../media/image131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png"/><Relationship Id="rId39" Type="http://schemas.openxmlformats.org/officeDocument/2006/relationships/image" Target="../media/image145.png"/><Relationship Id="rId3" Type="http://schemas.openxmlformats.org/officeDocument/2006/relationships/image" Target="../media/image133.png"/><Relationship Id="rId34" Type="http://schemas.openxmlformats.org/officeDocument/2006/relationships/image" Target="../media/image114.png"/><Relationship Id="rId42" Type="http://schemas.openxmlformats.org/officeDocument/2006/relationships/image" Target="../media/image124.png"/><Relationship Id="rId47" Type="http://schemas.openxmlformats.org/officeDocument/2006/relationships/image" Target="../media/image148.png"/><Relationship Id="rId50" Type="http://schemas.openxmlformats.org/officeDocument/2006/relationships/image" Target="../media/image132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33" Type="http://schemas.openxmlformats.org/officeDocument/2006/relationships/image" Target="NULL"/><Relationship Id="rId38" Type="http://schemas.openxmlformats.org/officeDocument/2006/relationships/image" Target="../media/image131.png"/><Relationship Id="rId46" Type="http://schemas.openxmlformats.org/officeDocument/2006/relationships/image" Target="../media/image147.png"/><Relationship Id="rId2" Type="http://schemas.openxmlformats.org/officeDocument/2006/relationships/notesSlide" Target="../notesSlides/notesSlide9.xml"/><Relationship Id="rId41" Type="http://schemas.openxmlformats.org/officeDocument/2006/relationships/image" Target="../media/image128.png"/><Relationship Id="rId54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37" Type="http://schemas.openxmlformats.org/officeDocument/2006/relationships/image" Target="../media/image130.png"/><Relationship Id="rId40" Type="http://schemas.openxmlformats.org/officeDocument/2006/relationships/image" Target="../media/image127.png"/><Relationship Id="rId45" Type="http://schemas.openxmlformats.org/officeDocument/2006/relationships/image" Target="../media/image122.png"/><Relationship Id="rId53" Type="http://schemas.openxmlformats.org/officeDocument/2006/relationships/image" Target="../media/image151.png"/><Relationship Id="rId5" Type="http://schemas.openxmlformats.org/officeDocument/2006/relationships/image" Target="../media/image135.png"/><Relationship Id="rId36" Type="http://schemas.openxmlformats.org/officeDocument/2006/relationships/image" Target="../media/image144.png"/><Relationship Id="rId49" Type="http://schemas.openxmlformats.org/officeDocument/2006/relationships/image" Target="../media/image125.png"/><Relationship Id="rId10" Type="http://schemas.openxmlformats.org/officeDocument/2006/relationships/image" Target="../media/image140.png"/><Relationship Id="rId44" Type="http://schemas.openxmlformats.org/officeDocument/2006/relationships/image" Target="../media/image129.png"/><Relationship Id="rId52" Type="http://schemas.openxmlformats.org/officeDocument/2006/relationships/image" Target="../media/image15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35" Type="http://schemas.openxmlformats.org/officeDocument/2006/relationships/image" Target="../media/image115.png"/><Relationship Id="rId43" Type="http://schemas.openxmlformats.org/officeDocument/2006/relationships/image" Target="../media/image146.png"/><Relationship Id="rId48" Type="http://schemas.openxmlformats.org/officeDocument/2006/relationships/image" Target="../media/image149.png"/><Relationship Id="rId8" Type="http://schemas.openxmlformats.org/officeDocument/2006/relationships/image" Target="../media/image138.png"/><Relationship Id="rId51" Type="http://schemas.openxmlformats.org/officeDocument/2006/relationships/image" Target="../media/image12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png"/><Relationship Id="rId18" Type="http://schemas.openxmlformats.org/officeDocument/2006/relationships/image" Target="../media/image1481.png"/><Relationship Id="rId26" Type="http://schemas.openxmlformats.org/officeDocument/2006/relationships/image" Target="../media/image156.png"/><Relationship Id="rId3" Type="http://schemas.openxmlformats.org/officeDocument/2006/relationships/image" Target="../media/image133.png"/><Relationship Id="rId21" Type="http://schemas.openxmlformats.org/officeDocument/2006/relationships/image" Target="../media/image1511.png"/><Relationship Id="rId34" Type="http://schemas.openxmlformats.org/officeDocument/2006/relationships/image" Target="../media/image165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63.png"/><Relationship Id="rId25" Type="http://schemas.openxmlformats.org/officeDocument/2006/relationships/image" Target="../media/image155.png"/><Relationship Id="rId33" Type="http://schemas.openxmlformats.org/officeDocument/2006/relationships/image" Target="../media/image164.png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159.png"/><Relationship Id="rId16" Type="http://schemas.openxmlformats.org/officeDocument/2006/relationships/image" Target="../media/image1461.png"/><Relationship Id="rId20" Type="http://schemas.openxmlformats.org/officeDocument/2006/relationships/image" Target="../media/image15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24" Type="http://schemas.openxmlformats.org/officeDocument/2006/relationships/image" Target="../media/image154.png"/><Relationship Id="rId32" Type="http://schemas.openxmlformats.org/officeDocument/2006/relationships/image" Target="../media/image162.png"/><Relationship Id="rId5" Type="http://schemas.openxmlformats.org/officeDocument/2006/relationships/image" Target="../media/image135.png"/><Relationship Id="rId15" Type="http://schemas.openxmlformats.org/officeDocument/2006/relationships/image" Target="../media/image1451.png"/><Relationship Id="rId23" Type="http://schemas.openxmlformats.org/officeDocument/2006/relationships/image" Target="../media/image153.png"/><Relationship Id="rId28" Type="http://schemas.openxmlformats.org/officeDocument/2006/relationships/image" Target="../media/image158.png"/><Relationship Id="rId10" Type="http://schemas.openxmlformats.org/officeDocument/2006/relationships/image" Target="../media/image140.png"/><Relationship Id="rId19" Type="http://schemas.openxmlformats.org/officeDocument/2006/relationships/image" Target="../media/image1491.png"/><Relationship Id="rId31" Type="http://schemas.openxmlformats.org/officeDocument/2006/relationships/image" Target="../media/image161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1.png"/><Relationship Id="rId22" Type="http://schemas.openxmlformats.org/officeDocument/2006/relationships/image" Target="../media/image152.png"/><Relationship Id="rId27" Type="http://schemas.openxmlformats.org/officeDocument/2006/relationships/image" Target="../media/image157.png"/><Relationship Id="rId30" Type="http://schemas.openxmlformats.org/officeDocument/2006/relationships/image" Target="../media/image160.png"/><Relationship Id="rId35" Type="http://schemas.openxmlformats.org/officeDocument/2006/relationships/image" Target="../media/image166.png"/><Relationship Id="rId8" Type="http://schemas.openxmlformats.org/officeDocument/2006/relationships/image" Target="../media/image13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png"/><Relationship Id="rId18" Type="http://schemas.openxmlformats.org/officeDocument/2006/relationships/image" Target="../media/image1481.png"/><Relationship Id="rId26" Type="http://schemas.openxmlformats.org/officeDocument/2006/relationships/image" Target="../media/image156.png"/><Relationship Id="rId3" Type="http://schemas.openxmlformats.org/officeDocument/2006/relationships/image" Target="../media/image133.png"/><Relationship Id="rId21" Type="http://schemas.openxmlformats.org/officeDocument/2006/relationships/image" Target="../media/image1511.png"/><Relationship Id="rId34" Type="http://schemas.openxmlformats.org/officeDocument/2006/relationships/image" Target="../media/image165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471.png"/><Relationship Id="rId25" Type="http://schemas.openxmlformats.org/officeDocument/2006/relationships/image" Target="../media/image155.png"/><Relationship Id="rId33" Type="http://schemas.openxmlformats.org/officeDocument/2006/relationships/image" Target="../media/image16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61.png"/><Relationship Id="rId20" Type="http://schemas.openxmlformats.org/officeDocument/2006/relationships/image" Target="../media/image1501.png"/><Relationship Id="rId29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24" Type="http://schemas.openxmlformats.org/officeDocument/2006/relationships/image" Target="../media/image154.png"/><Relationship Id="rId32" Type="http://schemas.openxmlformats.org/officeDocument/2006/relationships/image" Target="../media/image162.png"/><Relationship Id="rId5" Type="http://schemas.openxmlformats.org/officeDocument/2006/relationships/image" Target="../media/image135.png"/><Relationship Id="rId15" Type="http://schemas.openxmlformats.org/officeDocument/2006/relationships/image" Target="../media/image1451.png"/><Relationship Id="rId23" Type="http://schemas.openxmlformats.org/officeDocument/2006/relationships/image" Target="../media/image153.png"/><Relationship Id="rId28" Type="http://schemas.openxmlformats.org/officeDocument/2006/relationships/image" Target="../media/image158.png"/><Relationship Id="rId10" Type="http://schemas.openxmlformats.org/officeDocument/2006/relationships/image" Target="../media/image140.png"/><Relationship Id="rId19" Type="http://schemas.openxmlformats.org/officeDocument/2006/relationships/image" Target="../media/image1491.png"/><Relationship Id="rId31" Type="http://schemas.openxmlformats.org/officeDocument/2006/relationships/image" Target="../media/image161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1.png"/><Relationship Id="rId22" Type="http://schemas.openxmlformats.org/officeDocument/2006/relationships/image" Target="../media/image152.png"/><Relationship Id="rId27" Type="http://schemas.openxmlformats.org/officeDocument/2006/relationships/image" Target="../media/image157.png"/><Relationship Id="rId30" Type="http://schemas.openxmlformats.org/officeDocument/2006/relationships/image" Target="../media/image160.png"/><Relationship Id="rId35" Type="http://schemas.openxmlformats.org/officeDocument/2006/relationships/image" Target="../media/image166.png"/><Relationship Id="rId8" Type="http://schemas.openxmlformats.org/officeDocument/2006/relationships/image" Target="../media/image13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png"/><Relationship Id="rId18" Type="http://schemas.openxmlformats.org/officeDocument/2006/relationships/image" Target="../media/image1481.png"/><Relationship Id="rId26" Type="http://schemas.openxmlformats.org/officeDocument/2006/relationships/image" Target="../media/image156.png"/><Relationship Id="rId3" Type="http://schemas.openxmlformats.org/officeDocument/2006/relationships/image" Target="../media/image133.png"/><Relationship Id="rId21" Type="http://schemas.openxmlformats.org/officeDocument/2006/relationships/image" Target="../media/image1511.png"/><Relationship Id="rId34" Type="http://schemas.openxmlformats.org/officeDocument/2006/relationships/image" Target="../media/image168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63.png"/><Relationship Id="rId25" Type="http://schemas.openxmlformats.org/officeDocument/2006/relationships/image" Target="../media/image155.png"/><Relationship Id="rId33" Type="http://schemas.openxmlformats.org/officeDocument/2006/relationships/image" Target="../media/image16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61.png"/><Relationship Id="rId20" Type="http://schemas.openxmlformats.org/officeDocument/2006/relationships/image" Target="../media/image1501.png"/><Relationship Id="rId29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24" Type="http://schemas.openxmlformats.org/officeDocument/2006/relationships/image" Target="../media/image154.png"/><Relationship Id="rId32" Type="http://schemas.openxmlformats.org/officeDocument/2006/relationships/image" Target="../media/image162.png"/><Relationship Id="rId5" Type="http://schemas.openxmlformats.org/officeDocument/2006/relationships/image" Target="../media/image135.png"/><Relationship Id="rId15" Type="http://schemas.openxmlformats.org/officeDocument/2006/relationships/image" Target="../media/image1451.png"/><Relationship Id="rId23" Type="http://schemas.openxmlformats.org/officeDocument/2006/relationships/image" Target="../media/image153.png"/><Relationship Id="rId28" Type="http://schemas.openxmlformats.org/officeDocument/2006/relationships/image" Target="../media/image158.png"/><Relationship Id="rId10" Type="http://schemas.openxmlformats.org/officeDocument/2006/relationships/image" Target="../media/image140.png"/><Relationship Id="rId19" Type="http://schemas.openxmlformats.org/officeDocument/2006/relationships/image" Target="../media/image1491.png"/><Relationship Id="rId31" Type="http://schemas.openxmlformats.org/officeDocument/2006/relationships/image" Target="../media/image161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1.png"/><Relationship Id="rId22" Type="http://schemas.openxmlformats.org/officeDocument/2006/relationships/image" Target="../media/image152.png"/><Relationship Id="rId27" Type="http://schemas.openxmlformats.org/officeDocument/2006/relationships/image" Target="../media/image157.png"/><Relationship Id="rId30" Type="http://schemas.openxmlformats.org/officeDocument/2006/relationships/image" Target="../media/image160.png"/><Relationship Id="rId35" Type="http://schemas.openxmlformats.org/officeDocument/2006/relationships/image" Target="../media/image169.png"/><Relationship Id="rId8" Type="http://schemas.openxmlformats.org/officeDocument/2006/relationships/image" Target="../media/image138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3.png"/><Relationship Id="rId18" Type="http://schemas.openxmlformats.org/officeDocument/2006/relationships/image" Target="../media/image1481.png"/><Relationship Id="rId26" Type="http://schemas.openxmlformats.org/officeDocument/2006/relationships/image" Target="../media/image156.png"/><Relationship Id="rId3" Type="http://schemas.openxmlformats.org/officeDocument/2006/relationships/image" Target="../media/image133.png"/><Relationship Id="rId21" Type="http://schemas.openxmlformats.org/officeDocument/2006/relationships/image" Target="../media/image1511.png"/><Relationship Id="rId34" Type="http://schemas.openxmlformats.org/officeDocument/2006/relationships/image" Target="../media/image168.png"/><Relationship Id="rId7" Type="http://schemas.openxmlformats.org/officeDocument/2006/relationships/image" Target="../media/image137.png"/><Relationship Id="rId12" Type="http://schemas.openxmlformats.org/officeDocument/2006/relationships/image" Target="../media/image142.png"/><Relationship Id="rId17" Type="http://schemas.openxmlformats.org/officeDocument/2006/relationships/image" Target="../media/image1471.png"/><Relationship Id="rId25" Type="http://schemas.openxmlformats.org/officeDocument/2006/relationships/image" Target="../media/image155.png"/><Relationship Id="rId33" Type="http://schemas.openxmlformats.org/officeDocument/2006/relationships/image" Target="../media/image16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61.png"/><Relationship Id="rId20" Type="http://schemas.openxmlformats.org/officeDocument/2006/relationships/image" Target="../media/image1501.png"/><Relationship Id="rId29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24" Type="http://schemas.openxmlformats.org/officeDocument/2006/relationships/image" Target="../media/image154.png"/><Relationship Id="rId32" Type="http://schemas.openxmlformats.org/officeDocument/2006/relationships/image" Target="../media/image162.png"/><Relationship Id="rId5" Type="http://schemas.openxmlformats.org/officeDocument/2006/relationships/image" Target="../media/image135.png"/><Relationship Id="rId15" Type="http://schemas.openxmlformats.org/officeDocument/2006/relationships/image" Target="../media/image1451.png"/><Relationship Id="rId23" Type="http://schemas.openxmlformats.org/officeDocument/2006/relationships/image" Target="../media/image153.png"/><Relationship Id="rId28" Type="http://schemas.openxmlformats.org/officeDocument/2006/relationships/image" Target="../media/image158.png"/><Relationship Id="rId10" Type="http://schemas.openxmlformats.org/officeDocument/2006/relationships/image" Target="../media/image140.png"/><Relationship Id="rId19" Type="http://schemas.openxmlformats.org/officeDocument/2006/relationships/image" Target="../media/image1491.png"/><Relationship Id="rId31" Type="http://schemas.openxmlformats.org/officeDocument/2006/relationships/image" Target="../media/image161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Relationship Id="rId14" Type="http://schemas.openxmlformats.org/officeDocument/2006/relationships/image" Target="../media/image1441.png"/><Relationship Id="rId22" Type="http://schemas.openxmlformats.org/officeDocument/2006/relationships/image" Target="../media/image152.png"/><Relationship Id="rId27" Type="http://schemas.openxmlformats.org/officeDocument/2006/relationships/image" Target="../media/image157.png"/><Relationship Id="rId30" Type="http://schemas.openxmlformats.org/officeDocument/2006/relationships/image" Target="../media/image160.png"/><Relationship Id="rId35" Type="http://schemas.openxmlformats.org/officeDocument/2006/relationships/image" Target="../media/image169.png"/><Relationship Id="rId8" Type="http://schemas.openxmlformats.org/officeDocument/2006/relationships/image" Target="../media/image138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0.png"/><Relationship Id="rId18" Type="http://schemas.openxmlformats.org/officeDocument/2006/relationships/image" Target="../media/image173.png"/><Relationship Id="rId26" Type="http://schemas.openxmlformats.org/officeDocument/2006/relationships/image" Target="../media/image1310.png"/><Relationship Id="rId39" Type="http://schemas.openxmlformats.org/officeDocument/2006/relationships/image" Target="../media/image1440.png"/><Relationship Id="rId21" Type="http://schemas.openxmlformats.org/officeDocument/2006/relationships/image" Target="../media/image1260.png"/><Relationship Id="rId34" Type="http://schemas.openxmlformats.org/officeDocument/2006/relationships/image" Target="../media/image1390.png"/><Relationship Id="rId42" Type="http://schemas.openxmlformats.org/officeDocument/2006/relationships/image" Target="../media/image1470.png"/><Relationship Id="rId47" Type="http://schemas.openxmlformats.org/officeDocument/2006/relationships/image" Target="../media/image1520.png"/><Relationship Id="rId50" Type="http://schemas.openxmlformats.org/officeDocument/2006/relationships/image" Target="../media/image1550.png"/><Relationship Id="rId7" Type="http://schemas.openxmlformats.org/officeDocument/2006/relationships/image" Target="../media/image112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210.png"/><Relationship Id="rId29" Type="http://schemas.openxmlformats.org/officeDocument/2006/relationships/image" Target="../media/image1340.png"/><Relationship Id="rId11" Type="http://schemas.openxmlformats.org/officeDocument/2006/relationships/image" Target="../media/image1160.png"/><Relationship Id="rId24" Type="http://schemas.openxmlformats.org/officeDocument/2006/relationships/image" Target="../media/image1290.png"/><Relationship Id="rId32" Type="http://schemas.openxmlformats.org/officeDocument/2006/relationships/image" Target="../media/image1370.png"/><Relationship Id="rId37" Type="http://schemas.openxmlformats.org/officeDocument/2006/relationships/image" Target="../media/image1420.png"/><Relationship Id="rId40" Type="http://schemas.openxmlformats.org/officeDocument/2006/relationships/image" Target="../media/image1450.png"/><Relationship Id="rId45" Type="http://schemas.openxmlformats.org/officeDocument/2006/relationships/image" Target="../media/image1500.png"/><Relationship Id="rId5" Type="http://schemas.openxmlformats.org/officeDocument/2006/relationships/image" Target="../media/image1100.png"/><Relationship Id="rId15" Type="http://schemas.openxmlformats.org/officeDocument/2006/relationships/image" Target="../media/image1200.png"/><Relationship Id="rId23" Type="http://schemas.openxmlformats.org/officeDocument/2006/relationships/image" Target="../media/image1280.png"/><Relationship Id="rId28" Type="http://schemas.openxmlformats.org/officeDocument/2006/relationships/image" Target="../media/image1330.png"/><Relationship Id="rId36" Type="http://schemas.openxmlformats.org/officeDocument/2006/relationships/image" Target="../media/image1410.png"/><Relationship Id="rId49" Type="http://schemas.openxmlformats.org/officeDocument/2006/relationships/image" Target="../media/image1540.png"/><Relationship Id="rId10" Type="http://schemas.openxmlformats.org/officeDocument/2006/relationships/image" Target="../media/image171.png"/><Relationship Id="rId19" Type="http://schemas.openxmlformats.org/officeDocument/2006/relationships/image" Target="../media/image1240.png"/><Relationship Id="rId31" Type="http://schemas.openxmlformats.org/officeDocument/2006/relationships/image" Target="../media/image1360.png"/><Relationship Id="rId44" Type="http://schemas.openxmlformats.org/officeDocument/2006/relationships/image" Target="../media/image1490.png"/><Relationship Id="rId4" Type="http://schemas.openxmlformats.org/officeDocument/2006/relationships/image" Target="../media/image1090.png"/><Relationship Id="rId9" Type="http://schemas.openxmlformats.org/officeDocument/2006/relationships/image" Target="../media/image1140.png"/><Relationship Id="rId14" Type="http://schemas.openxmlformats.org/officeDocument/2006/relationships/image" Target="../media/image172.png"/><Relationship Id="rId22" Type="http://schemas.openxmlformats.org/officeDocument/2006/relationships/image" Target="../media/image1270.png"/><Relationship Id="rId27" Type="http://schemas.openxmlformats.org/officeDocument/2006/relationships/image" Target="../media/image1320.png"/><Relationship Id="rId30" Type="http://schemas.openxmlformats.org/officeDocument/2006/relationships/image" Target="../media/image1350.png"/><Relationship Id="rId35" Type="http://schemas.openxmlformats.org/officeDocument/2006/relationships/image" Target="../media/image1400.png"/><Relationship Id="rId43" Type="http://schemas.openxmlformats.org/officeDocument/2006/relationships/image" Target="../media/image1480.png"/><Relationship Id="rId48" Type="http://schemas.openxmlformats.org/officeDocument/2006/relationships/image" Target="../media/image1530.png"/><Relationship Id="rId8" Type="http://schemas.openxmlformats.org/officeDocument/2006/relationships/image" Target="../media/image1130.png"/><Relationship Id="rId51" Type="http://schemas.openxmlformats.org/officeDocument/2006/relationships/image" Target="../media/image1560.png"/><Relationship Id="rId3" Type="http://schemas.openxmlformats.org/officeDocument/2006/relationships/image" Target="../media/image1080.png"/><Relationship Id="rId12" Type="http://schemas.openxmlformats.org/officeDocument/2006/relationships/image" Target="../media/image1170.png"/><Relationship Id="rId17" Type="http://schemas.openxmlformats.org/officeDocument/2006/relationships/image" Target="../media/image1220.png"/><Relationship Id="rId25" Type="http://schemas.openxmlformats.org/officeDocument/2006/relationships/image" Target="../media/image1300.png"/><Relationship Id="rId33" Type="http://schemas.openxmlformats.org/officeDocument/2006/relationships/image" Target="../media/image1380.png"/><Relationship Id="rId38" Type="http://schemas.openxmlformats.org/officeDocument/2006/relationships/image" Target="../media/image1430.png"/><Relationship Id="rId46" Type="http://schemas.openxmlformats.org/officeDocument/2006/relationships/image" Target="../media/image1510.png"/><Relationship Id="rId20" Type="http://schemas.openxmlformats.org/officeDocument/2006/relationships/image" Target="../media/image1250.png"/><Relationship Id="rId41" Type="http://schemas.openxmlformats.org/officeDocument/2006/relationships/image" Target="../media/image1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8.png"/><Relationship Id="rId18" Type="http://schemas.openxmlformats.org/officeDocument/2006/relationships/image" Target="../media/image193.png"/><Relationship Id="rId26" Type="http://schemas.openxmlformats.org/officeDocument/2006/relationships/image" Target="../media/image201.png"/><Relationship Id="rId3" Type="http://schemas.openxmlformats.org/officeDocument/2006/relationships/image" Target="../media/image178.png"/><Relationship Id="rId21" Type="http://schemas.openxmlformats.org/officeDocument/2006/relationships/image" Target="../media/image196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17" Type="http://schemas.openxmlformats.org/officeDocument/2006/relationships/image" Target="../media/image192.png"/><Relationship Id="rId25" Type="http://schemas.openxmlformats.org/officeDocument/2006/relationships/image" Target="../media/image200.png"/><Relationship Id="rId33" Type="http://schemas.openxmlformats.org/officeDocument/2006/relationships/image" Target="../media/image208.png"/><Relationship Id="rId2" Type="http://schemas.openxmlformats.org/officeDocument/2006/relationships/image" Target="../media/image177.png"/><Relationship Id="rId16" Type="http://schemas.openxmlformats.org/officeDocument/2006/relationships/image" Target="../media/image191.png"/><Relationship Id="rId20" Type="http://schemas.openxmlformats.org/officeDocument/2006/relationships/image" Target="../media/image195.png"/><Relationship Id="rId29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24" Type="http://schemas.openxmlformats.org/officeDocument/2006/relationships/image" Target="../media/image199.png"/><Relationship Id="rId32" Type="http://schemas.openxmlformats.org/officeDocument/2006/relationships/image" Target="../media/image207.png"/><Relationship Id="rId5" Type="http://schemas.openxmlformats.org/officeDocument/2006/relationships/image" Target="../media/image180.png"/><Relationship Id="rId15" Type="http://schemas.openxmlformats.org/officeDocument/2006/relationships/image" Target="../media/image190.png"/><Relationship Id="rId23" Type="http://schemas.openxmlformats.org/officeDocument/2006/relationships/image" Target="../media/image198.png"/><Relationship Id="rId28" Type="http://schemas.openxmlformats.org/officeDocument/2006/relationships/image" Target="../media/image203.png"/><Relationship Id="rId10" Type="http://schemas.openxmlformats.org/officeDocument/2006/relationships/image" Target="../media/image185.png"/><Relationship Id="rId19" Type="http://schemas.openxmlformats.org/officeDocument/2006/relationships/image" Target="../media/image194.png"/><Relationship Id="rId31" Type="http://schemas.openxmlformats.org/officeDocument/2006/relationships/image" Target="../media/image206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Relationship Id="rId14" Type="http://schemas.openxmlformats.org/officeDocument/2006/relationships/image" Target="../media/image189.png"/><Relationship Id="rId22" Type="http://schemas.openxmlformats.org/officeDocument/2006/relationships/image" Target="../media/image197.png"/><Relationship Id="rId27" Type="http://schemas.openxmlformats.org/officeDocument/2006/relationships/image" Target="../media/image202.png"/><Relationship Id="rId30" Type="http://schemas.openxmlformats.org/officeDocument/2006/relationships/image" Target="../media/image205.png"/><Relationship Id="rId8" Type="http://schemas.openxmlformats.org/officeDocument/2006/relationships/image" Target="../media/image18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0.png"/><Relationship Id="rId13" Type="http://schemas.openxmlformats.org/officeDocument/2006/relationships/image" Target="../media/image2020.png"/><Relationship Id="rId3" Type="http://schemas.openxmlformats.org/officeDocument/2006/relationships/image" Target="../media/image1920.png"/><Relationship Id="rId7" Type="http://schemas.openxmlformats.org/officeDocument/2006/relationships/image" Target="../media/image1960.png"/><Relationship Id="rId12" Type="http://schemas.openxmlformats.org/officeDocument/2006/relationships/image" Target="../media/image2010.png"/><Relationship Id="rId2" Type="http://schemas.openxmlformats.org/officeDocument/2006/relationships/image" Target="../media/image19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0.png"/><Relationship Id="rId11" Type="http://schemas.openxmlformats.org/officeDocument/2006/relationships/image" Target="../media/image2000.png"/><Relationship Id="rId5" Type="http://schemas.openxmlformats.org/officeDocument/2006/relationships/image" Target="../media/image1940.png"/><Relationship Id="rId15" Type="http://schemas.openxmlformats.org/officeDocument/2006/relationships/image" Target="../media/image2040.png"/><Relationship Id="rId10" Type="http://schemas.openxmlformats.org/officeDocument/2006/relationships/image" Target="../media/image1990.png"/><Relationship Id="rId4" Type="http://schemas.openxmlformats.org/officeDocument/2006/relationships/image" Target="../media/image1930.png"/><Relationship Id="rId9" Type="http://schemas.openxmlformats.org/officeDocument/2006/relationships/image" Target="../media/image1980.png"/><Relationship Id="rId14" Type="http://schemas.openxmlformats.org/officeDocument/2006/relationships/image" Target="../media/image20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0.png"/><Relationship Id="rId7" Type="http://schemas.openxmlformats.org/officeDocument/2006/relationships/image" Target="../media/image2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15.png"/><Relationship Id="rId26" Type="http://schemas.openxmlformats.org/officeDocument/2006/relationships/image" Target="../media/image223.png"/><Relationship Id="rId21" Type="http://schemas.openxmlformats.org/officeDocument/2006/relationships/image" Target="../media/image218.png"/><Relationship Id="rId17" Type="http://schemas.openxmlformats.org/officeDocument/2006/relationships/image" Target="../media/image214.png"/><Relationship Id="rId25" Type="http://schemas.openxmlformats.org/officeDocument/2006/relationships/image" Target="../media/image222.png"/><Relationship Id="rId33" Type="http://schemas.openxmlformats.org/officeDocument/2006/relationships/image" Target="../media/image39.png"/><Relationship Id="rId16" Type="http://schemas.openxmlformats.org/officeDocument/2006/relationships/image" Target="../media/image213.png"/><Relationship Id="rId20" Type="http://schemas.openxmlformats.org/officeDocument/2006/relationships/image" Target="../media/image217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21.png"/><Relationship Id="rId32" Type="http://schemas.openxmlformats.org/officeDocument/2006/relationships/image" Target="../media/image228.png"/><Relationship Id="rId15" Type="http://schemas.openxmlformats.org/officeDocument/2006/relationships/image" Target="../media/image2120.png"/><Relationship Id="rId23" Type="http://schemas.openxmlformats.org/officeDocument/2006/relationships/image" Target="../media/image220.png"/><Relationship Id="rId28" Type="http://schemas.openxmlformats.org/officeDocument/2006/relationships/image" Target="../media/image225.png"/><Relationship Id="rId19" Type="http://schemas.openxmlformats.org/officeDocument/2006/relationships/image" Target="../media/image216.png"/><Relationship Id="rId31" Type="http://schemas.openxmlformats.org/officeDocument/2006/relationships/image" Target="../media/image227.png"/><Relationship Id="rId22" Type="http://schemas.openxmlformats.org/officeDocument/2006/relationships/image" Target="../media/image219.png"/><Relationship Id="rId27" Type="http://schemas.openxmlformats.org/officeDocument/2006/relationships/image" Target="../media/image224.png"/><Relationship Id="rId30" Type="http://schemas.openxmlformats.org/officeDocument/2006/relationships/image" Target="../media/image22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0.png"/><Relationship Id="rId3" Type="http://schemas.openxmlformats.org/officeDocument/2006/relationships/image" Target="../media/image2190.png"/><Relationship Id="rId7" Type="http://schemas.openxmlformats.org/officeDocument/2006/relationships/image" Target="../media/image2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20.png"/><Relationship Id="rId11" Type="http://schemas.openxmlformats.org/officeDocument/2006/relationships/image" Target="../media/image2270.png"/><Relationship Id="rId5" Type="http://schemas.openxmlformats.org/officeDocument/2006/relationships/image" Target="../media/image2210.png"/><Relationship Id="rId10" Type="http://schemas.openxmlformats.org/officeDocument/2006/relationships/image" Target="../media/image2260.png"/><Relationship Id="rId4" Type="http://schemas.openxmlformats.org/officeDocument/2006/relationships/image" Target="../media/image2200.png"/><Relationship Id="rId9" Type="http://schemas.openxmlformats.org/officeDocument/2006/relationships/image" Target="../media/image225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0.png"/><Relationship Id="rId3" Type="http://schemas.openxmlformats.org/officeDocument/2006/relationships/image" Target="../media/image2210.png"/><Relationship Id="rId7" Type="http://schemas.openxmlformats.org/officeDocument/2006/relationships/image" Target="../media/image2270.png"/><Relationship Id="rId2" Type="http://schemas.openxmlformats.org/officeDocument/2006/relationships/image" Target="../media/image2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50.png"/><Relationship Id="rId5" Type="http://schemas.openxmlformats.org/officeDocument/2006/relationships/image" Target="../media/image2240.png"/><Relationship Id="rId10" Type="http://schemas.openxmlformats.org/officeDocument/2006/relationships/image" Target="../media/image230.png"/><Relationship Id="rId4" Type="http://schemas.openxmlformats.org/officeDocument/2006/relationships/image" Target="../media/image2220.png"/><Relationship Id="rId9" Type="http://schemas.openxmlformats.org/officeDocument/2006/relationships/image" Target="../media/image229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时序逻辑电路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(3)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P291 – 295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51EC0B0-1C75-015E-AE60-F56D8E6F893A}"/>
              </a:ext>
            </a:extLst>
          </p:cNvPr>
          <p:cNvSpPr txBox="1"/>
          <p:nvPr/>
        </p:nvSpPr>
        <p:spPr>
          <a:xfrm>
            <a:off x="1296000" y="1296000"/>
            <a:ext cx="6615331" cy="151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移位寄存器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09E84CE-2EF2-E42A-A40E-3DB8B14E0BC2}"/>
              </a:ext>
            </a:extLst>
          </p:cNvPr>
          <p:cNvSpPr txBox="1"/>
          <p:nvPr/>
        </p:nvSpPr>
        <p:spPr>
          <a:xfrm>
            <a:off x="360000" y="828000"/>
            <a:ext cx="11207743" cy="4212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：是数字系统中存储二进制数据的逻辑部件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若干触发器的集合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每个触发器具有相同的外部电路结构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所有触发器共享时钟和控制信号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控制信号选项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异步复位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输入使能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输出使能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6DD4D54-301A-1D9C-205E-7C1A5A06E2F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AB34872-72FF-82FC-368C-7797662E36A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2D5F5EA4-C572-D8E3-5ADE-85B3AEDEB3C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B1410301-984B-86B2-BFB6-B338A57DF1C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E841CF6D-CC3E-8640-EC9D-39653CA2047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B569053C-6D6D-F254-BA44-40B119C7E63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寄存器</a:t>
            </a:r>
          </a:p>
        </p:txBody>
      </p:sp>
    </p:spTree>
    <p:extLst>
      <p:ext uri="{BB962C8B-B14F-4D97-AF65-F5344CB8AC3E}">
        <p14:creationId xmlns:p14="http://schemas.microsoft.com/office/powerpoint/2010/main" val="2888472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ine 27">
            <a:extLst>
              <a:ext uri="{FF2B5EF4-FFF2-40B4-BE49-F238E27FC236}">
                <a16:creationId xmlns:a16="http://schemas.microsoft.com/office/drawing/2014/main" id="{C57FA6D9-0744-327B-A38F-20E059A1B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9748286" y="1332479"/>
            <a:ext cx="51049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45" name="Line 27">
            <a:extLst>
              <a:ext uri="{FF2B5EF4-FFF2-40B4-BE49-F238E27FC236}">
                <a16:creationId xmlns:a16="http://schemas.microsoft.com/office/drawing/2014/main" id="{B0D7BC6E-EDE2-063A-6208-DCC7A91ADE30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025282" y="1556182"/>
            <a:ext cx="4474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2F20AA-8AF0-79B7-9B16-01B7C36078BD}"/>
              </a:ext>
            </a:extLst>
          </p:cNvPr>
          <p:cNvSpPr txBox="1"/>
          <p:nvPr/>
        </p:nvSpPr>
        <p:spPr>
          <a:xfrm>
            <a:off x="360000" y="3600000"/>
            <a:ext cx="6369277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功能表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891DAB-B48F-12D6-BB6B-49ED24789AAD}"/>
              </a:ext>
            </a:extLst>
          </p:cNvPr>
          <p:cNvSpPr/>
          <p:nvPr/>
        </p:nvSpPr>
        <p:spPr>
          <a:xfrm>
            <a:off x="8262084" y="1643190"/>
            <a:ext cx="937799" cy="9477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Line 27">
            <a:extLst>
              <a:ext uri="{FF2B5EF4-FFF2-40B4-BE49-F238E27FC236}">
                <a16:creationId xmlns:a16="http://schemas.microsoft.com/office/drawing/2014/main" id="{C4B517BA-EA1F-7E5F-8F78-9B653A7D97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4775" y="1902168"/>
            <a:ext cx="827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7" name="Line 27">
            <a:extLst>
              <a:ext uri="{FF2B5EF4-FFF2-40B4-BE49-F238E27FC236}">
                <a16:creationId xmlns:a16="http://schemas.microsoft.com/office/drawing/2014/main" id="{7EF4733D-BF8F-5273-366A-BCF57E73A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9692" y="2360082"/>
            <a:ext cx="20239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C88E35E-8BBE-D128-6CEF-4CEEC2185B3B}"/>
                  </a:ext>
                </a:extLst>
              </p:cNvPr>
              <p:cNvSpPr txBox="1"/>
              <p:nvPr/>
            </p:nvSpPr>
            <p:spPr>
              <a:xfrm>
                <a:off x="8313206" y="1648707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C88E35E-8BBE-D128-6CEF-4CEEC2185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206" y="1648707"/>
                <a:ext cx="448351" cy="461665"/>
              </a:xfrm>
              <a:prstGeom prst="rect">
                <a:avLst/>
              </a:prstGeom>
              <a:blipFill>
                <a:blip r:embed="rId2"/>
                <a:stretch>
                  <a:fillRect l="-24658" r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CB13265-C2E2-9BA6-6627-1A3B3482DD8C}"/>
                  </a:ext>
                </a:extLst>
              </p:cNvPr>
              <p:cNvSpPr txBox="1"/>
              <p:nvPr/>
            </p:nvSpPr>
            <p:spPr>
              <a:xfrm>
                <a:off x="8389324" y="2129249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CB13265-C2E2-9BA6-6627-1A3B3482D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324" y="2129249"/>
                <a:ext cx="448351" cy="461665"/>
              </a:xfrm>
              <a:prstGeom prst="rect">
                <a:avLst/>
              </a:prstGeom>
              <a:blipFill>
                <a:blip r:embed="rId3"/>
                <a:stretch>
                  <a:fillRect l="-20270" r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27">
            <a:extLst>
              <a:ext uri="{FF2B5EF4-FFF2-40B4-BE49-F238E27FC236}">
                <a16:creationId xmlns:a16="http://schemas.microsoft.com/office/drawing/2014/main" id="{E29527E6-E840-E29E-C2BB-3491B16503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9882" y="1902168"/>
            <a:ext cx="149156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1" name="Line 27">
            <a:extLst>
              <a:ext uri="{FF2B5EF4-FFF2-40B4-BE49-F238E27FC236}">
                <a16:creationId xmlns:a16="http://schemas.microsoft.com/office/drawing/2014/main" id="{D992D17A-7C59-4F0A-CFB9-6FFAF5E5F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9883" y="2360081"/>
            <a:ext cx="2613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803F399-D77F-F3B6-AD64-764865C1D21D}"/>
              </a:ext>
            </a:extLst>
          </p:cNvPr>
          <p:cNvSpPr/>
          <p:nvPr/>
        </p:nvSpPr>
        <p:spPr>
          <a:xfrm flipV="1">
            <a:off x="9205818" y="2301818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4928A02-1361-9CCD-611A-2E92100AA904}"/>
                  </a:ext>
                </a:extLst>
              </p:cNvPr>
              <p:cNvSpPr txBox="1"/>
              <p:nvPr/>
            </p:nvSpPr>
            <p:spPr>
              <a:xfrm>
                <a:off x="6976773" y="879275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OE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4928A02-1361-9CCD-611A-2E92100AA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773" y="879275"/>
                <a:ext cx="458075" cy="462434"/>
              </a:xfrm>
              <a:prstGeom prst="rect">
                <a:avLst/>
              </a:prstGeom>
              <a:blipFill>
                <a:blip r:embed="rId4"/>
                <a:stretch>
                  <a:fillRect l="-22368" r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E8DD4560-1242-F794-D252-70BB59EF5311}"/>
              </a:ext>
            </a:extLst>
          </p:cNvPr>
          <p:cNvSpPr/>
          <p:nvPr/>
        </p:nvSpPr>
        <p:spPr>
          <a:xfrm rot="5400000">
            <a:off x="8223664" y="2312124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4F91FB-8926-3924-6F10-474451AE9876}"/>
              </a:ext>
            </a:extLst>
          </p:cNvPr>
          <p:cNvSpPr/>
          <p:nvPr/>
        </p:nvSpPr>
        <p:spPr>
          <a:xfrm>
            <a:off x="8262084" y="2734639"/>
            <a:ext cx="937799" cy="9477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24498A53-E695-04AE-B7F0-F23AF106BE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4775" y="2993617"/>
            <a:ext cx="827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ECC71473-6257-5C3F-C561-ABEB54248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9691" y="3451529"/>
            <a:ext cx="20239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E57F539-39CB-1C99-00BA-0564AC6DF2CD}"/>
                  </a:ext>
                </a:extLst>
              </p:cNvPr>
              <p:cNvSpPr txBox="1"/>
              <p:nvPr/>
            </p:nvSpPr>
            <p:spPr>
              <a:xfrm>
                <a:off x="8313206" y="2740156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E57F539-39CB-1C99-00BA-0564AC6DF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206" y="2740156"/>
                <a:ext cx="448351" cy="461665"/>
              </a:xfrm>
              <a:prstGeom prst="rect">
                <a:avLst/>
              </a:prstGeom>
              <a:blipFill>
                <a:blip r:embed="rId5"/>
                <a:stretch>
                  <a:fillRect l="-24658" r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7EF89F1-CEDE-8E9B-76AE-6C8368A2DE6B}"/>
                  </a:ext>
                </a:extLst>
              </p:cNvPr>
              <p:cNvSpPr txBox="1"/>
              <p:nvPr/>
            </p:nvSpPr>
            <p:spPr>
              <a:xfrm>
                <a:off x="8389324" y="3220698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7EF89F1-CEDE-8E9B-76AE-6C8368A2D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324" y="3220698"/>
                <a:ext cx="448351" cy="461665"/>
              </a:xfrm>
              <a:prstGeom prst="rect">
                <a:avLst/>
              </a:prstGeom>
              <a:blipFill>
                <a:blip r:embed="rId6"/>
                <a:stretch>
                  <a:fillRect l="-20270" r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ine 27">
            <a:extLst>
              <a:ext uri="{FF2B5EF4-FFF2-40B4-BE49-F238E27FC236}">
                <a16:creationId xmlns:a16="http://schemas.microsoft.com/office/drawing/2014/main" id="{182BB5F1-8D1E-BE47-EACA-AD667D0B9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9883" y="2993617"/>
            <a:ext cx="149156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22" name="Line 27">
            <a:extLst>
              <a:ext uri="{FF2B5EF4-FFF2-40B4-BE49-F238E27FC236}">
                <a16:creationId xmlns:a16="http://schemas.microsoft.com/office/drawing/2014/main" id="{F6766AAE-29F6-A808-9ADB-4BA1BF0E9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9883" y="3451530"/>
            <a:ext cx="2613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9ED6CF3-3348-AB2C-CA5B-A86D748EB5BB}"/>
              </a:ext>
            </a:extLst>
          </p:cNvPr>
          <p:cNvSpPr/>
          <p:nvPr/>
        </p:nvSpPr>
        <p:spPr>
          <a:xfrm flipV="1">
            <a:off x="9205818" y="3390885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BF7CFFBC-A7EA-CCC9-EFC6-FB22252A3C0C}"/>
              </a:ext>
            </a:extLst>
          </p:cNvPr>
          <p:cNvSpPr/>
          <p:nvPr/>
        </p:nvSpPr>
        <p:spPr>
          <a:xfrm rot="5400000">
            <a:off x="8223664" y="3403573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B2590F-74AE-E67A-2C01-5C188B9E40C1}"/>
              </a:ext>
            </a:extLst>
          </p:cNvPr>
          <p:cNvSpPr/>
          <p:nvPr/>
        </p:nvSpPr>
        <p:spPr>
          <a:xfrm>
            <a:off x="8262084" y="4931250"/>
            <a:ext cx="937799" cy="9477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6CF8ECCB-BA87-E174-0D56-625F72A15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4775" y="5190228"/>
            <a:ext cx="82730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4A560157-CB58-FD88-69E5-B01390319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9693" y="5648142"/>
            <a:ext cx="20358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9D80AAB-4B80-BCDF-A5DF-A9ABF1EEC682}"/>
                  </a:ext>
                </a:extLst>
              </p:cNvPr>
              <p:cNvSpPr txBox="1"/>
              <p:nvPr/>
            </p:nvSpPr>
            <p:spPr>
              <a:xfrm>
                <a:off x="8313206" y="4936767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9D80AAB-4B80-BCDF-A5DF-A9ABF1EEC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206" y="4936767"/>
                <a:ext cx="448351" cy="461665"/>
              </a:xfrm>
              <a:prstGeom prst="rect">
                <a:avLst/>
              </a:prstGeom>
              <a:blipFill>
                <a:blip r:embed="rId7"/>
                <a:stretch>
                  <a:fillRect l="-24658" r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BB422BB-5F5C-0E34-5DEB-ADF53A5B33D5}"/>
                  </a:ext>
                </a:extLst>
              </p:cNvPr>
              <p:cNvSpPr txBox="1"/>
              <p:nvPr/>
            </p:nvSpPr>
            <p:spPr>
              <a:xfrm>
                <a:off x="8389324" y="5417309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BB422BB-5F5C-0E34-5DEB-ADF53A5B3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324" y="5417309"/>
                <a:ext cx="448351" cy="461665"/>
              </a:xfrm>
              <a:prstGeom prst="rect">
                <a:avLst/>
              </a:prstGeom>
              <a:blipFill>
                <a:blip r:embed="rId8"/>
                <a:stretch>
                  <a:fillRect l="-20270" r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ine 27">
            <a:extLst>
              <a:ext uri="{FF2B5EF4-FFF2-40B4-BE49-F238E27FC236}">
                <a16:creationId xmlns:a16="http://schemas.microsoft.com/office/drawing/2014/main" id="{5537EF07-9E39-E3B9-346C-D777B350E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9883" y="5190228"/>
            <a:ext cx="14915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31" name="Line 27">
            <a:extLst>
              <a:ext uri="{FF2B5EF4-FFF2-40B4-BE49-F238E27FC236}">
                <a16:creationId xmlns:a16="http://schemas.microsoft.com/office/drawing/2014/main" id="{7F7FD7AB-3061-CAD9-3E6B-4913EB59B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9883" y="5648141"/>
            <a:ext cx="2613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27D7A3D-FFC8-F6EE-DF65-FD64AE745948}"/>
              </a:ext>
            </a:extLst>
          </p:cNvPr>
          <p:cNvSpPr/>
          <p:nvPr/>
        </p:nvSpPr>
        <p:spPr>
          <a:xfrm flipV="1">
            <a:off x="9205818" y="5590032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BA2D5D6E-91E7-6843-EA95-B560C35E161B}"/>
              </a:ext>
            </a:extLst>
          </p:cNvPr>
          <p:cNvSpPr/>
          <p:nvPr/>
        </p:nvSpPr>
        <p:spPr>
          <a:xfrm rot="5400000">
            <a:off x="8223664" y="5600184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等腰三角形 33">
            <a:extLst>
              <a:ext uri="{FF2B5EF4-FFF2-40B4-BE49-F238E27FC236}">
                <a16:creationId xmlns:a16="http://schemas.microsoft.com/office/drawing/2014/main" id="{D597728F-073E-9A55-16E6-230CCC81753B}"/>
              </a:ext>
            </a:extLst>
          </p:cNvPr>
          <p:cNvSpPr/>
          <p:nvPr/>
        </p:nvSpPr>
        <p:spPr>
          <a:xfrm rot="5400000">
            <a:off x="9962592" y="1690213"/>
            <a:ext cx="515182" cy="421137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E38B05C2-587D-B8C3-78D2-D008326A6774}"/>
              </a:ext>
            </a:extLst>
          </p:cNvPr>
          <p:cNvSpPr/>
          <p:nvPr/>
        </p:nvSpPr>
        <p:spPr>
          <a:xfrm flipV="1">
            <a:off x="10191600" y="1658669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69FC7153-582C-9616-A183-7FD7E8A62053}"/>
              </a:ext>
            </a:extLst>
          </p:cNvPr>
          <p:cNvSpPr/>
          <p:nvPr/>
        </p:nvSpPr>
        <p:spPr>
          <a:xfrm rot="5400000">
            <a:off x="9962592" y="2781662"/>
            <a:ext cx="515182" cy="421137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等腰三角形 39">
            <a:extLst>
              <a:ext uri="{FF2B5EF4-FFF2-40B4-BE49-F238E27FC236}">
                <a16:creationId xmlns:a16="http://schemas.microsoft.com/office/drawing/2014/main" id="{8329A255-8FDB-339A-1671-55E3B0F8AEA5}"/>
              </a:ext>
            </a:extLst>
          </p:cNvPr>
          <p:cNvSpPr/>
          <p:nvPr/>
        </p:nvSpPr>
        <p:spPr>
          <a:xfrm rot="5400000">
            <a:off x="9962592" y="4978273"/>
            <a:ext cx="515182" cy="421137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Line 27">
            <a:extLst>
              <a:ext uri="{FF2B5EF4-FFF2-40B4-BE49-F238E27FC236}">
                <a16:creationId xmlns:a16="http://schemas.microsoft.com/office/drawing/2014/main" id="{4D81CB33-1ADE-567D-37E5-DD13D133F8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4774" y="1108363"/>
            <a:ext cx="23135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43" name="Line 27">
            <a:extLst>
              <a:ext uri="{FF2B5EF4-FFF2-40B4-BE49-F238E27FC236}">
                <a16:creationId xmlns:a16="http://schemas.microsoft.com/office/drawing/2014/main" id="{A3BBA4C3-5758-009F-01FB-BA20AF1C7CE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425837" y="2422873"/>
            <a:ext cx="262901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47" name="Line 27">
            <a:extLst>
              <a:ext uri="{FF2B5EF4-FFF2-40B4-BE49-F238E27FC236}">
                <a16:creationId xmlns:a16="http://schemas.microsoft.com/office/drawing/2014/main" id="{D635C37B-4089-4125-38E7-E5CA3DEC5B60}"/>
              </a:ext>
            </a:extLst>
          </p:cNvPr>
          <p:cNvSpPr>
            <a:spLocks noChangeShapeType="1"/>
          </p:cNvSpPr>
          <p:nvPr/>
        </p:nvSpPr>
        <p:spPr bwMode="auto">
          <a:xfrm>
            <a:off x="9748286" y="2423927"/>
            <a:ext cx="50272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48" name="Line 27">
            <a:extLst>
              <a:ext uri="{FF2B5EF4-FFF2-40B4-BE49-F238E27FC236}">
                <a16:creationId xmlns:a16="http://schemas.microsoft.com/office/drawing/2014/main" id="{DB164B6D-A2F9-F841-67C6-792CD42044D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023681" y="2646029"/>
            <a:ext cx="4506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850DC1A5-4C87-67DB-9C7E-617E52C09085}"/>
              </a:ext>
            </a:extLst>
          </p:cNvPr>
          <p:cNvSpPr/>
          <p:nvPr/>
        </p:nvSpPr>
        <p:spPr>
          <a:xfrm flipV="1">
            <a:off x="10191600" y="2745355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51" name="Line 27">
            <a:extLst>
              <a:ext uri="{FF2B5EF4-FFF2-40B4-BE49-F238E27FC236}">
                <a16:creationId xmlns:a16="http://schemas.microsoft.com/office/drawing/2014/main" id="{51DF8F31-0C0C-3505-3BC3-051CFC1E3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9740345" y="4622489"/>
            <a:ext cx="5184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2" name="Line 27">
            <a:extLst>
              <a:ext uri="{FF2B5EF4-FFF2-40B4-BE49-F238E27FC236}">
                <a16:creationId xmlns:a16="http://schemas.microsoft.com/office/drawing/2014/main" id="{BC53FB66-9B65-B4C7-2FEE-D684D023AB1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028614" y="4849524"/>
            <a:ext cx="4407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98CCC50-5FC3-1150-EB47-9F40B64F137B}"/>
              </a:ext>
            </a:extLst>
          </p:cNvPr>
          <p:cNvSpPr/>
          <p:nvPr/>
        </p:nvSpPr>
        <p:spPr>
          <a:xfrm flipV="1">
            <a:off x="10191600" y="4942661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55" name="Line 27">
            <a:extLst>
              <a:ext uri="{FF2B5EF4-FFF2-40B4-BE49-F238E27FC236}">
                <a16:creationId xmlns:a16="http://schemas.microsoft.com/office/drawing/2014/main" id="{5159E133-7BBF-9E14-B92E-36C8B56585E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624305" y="4513112"/>
            <a:ext cx="23208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6" name="Line 27">
            <a:extLst>
              <a:ext uri="{FF2B5EF4-FFF2-40B4-BE49-F238E27FC236}">
                <a16:creationId xmlns:a16="http://schemas.microsoft.com/office/drawing/2014/main" id="{669E6C53-D6A0-1931-5D26-8005CDDBA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4774" y="1490790"/>
            <a:ext cx="6367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7" name="Line 27">
            <a:extLst>
              <a:ext uri="{FF2B5EF4-FFF2-40B4-BE49-F238E27FC236}">
                <a16:creationId xmlns:a16="http://schemas.microsoft.com/office/drawing/2014/main" id="{BF892196-C567-F17A-EBEA-D6C17D038CA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948275" y="2614085"/>
            <a:ext cx="224659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8" name="Line 27">
            <a:extLst>
              <a:ext uri="{FF2B5EF4-FFF2-40B4-BE49-F238E27FC236}">
                <a16:creationId xmlns:a16="http://schemas.microsoft.com/office/drawing/2014/main" id="{91A2989E-735B-CE91-1B2A-87E6187BA9E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439395" y="5029246"/>
            <a:ext cx="126434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9320D53F-369E-142F-643F-8B2BD8353B91}"/>
              </a:ext>
            </a:extLst>
          </p:cNvPr>
          <p:cNvSpPr/>
          <p:nvPr/>
        </p:nvSpPr>
        <p:spPr>
          <a:xfrm flipV="1">
            <a:off x="9686001" y="1278272"/>
            <a:ext cx="108000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947E5047-ADFC-18C2-D208-3204A96D8813}"/>
              </a:ext>
            </a:extLst>
          </p:cNvPr>
          <p:cNvSpPr/>
          <p:nvPr/>
        </p:nvSpPr>
        <p:spPr>
          <a:xfrm flipV="1">
            <a:off x="9686001" y="2370300"/>
            <a:ext cx="108000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6B6BDB2A-F1D9-5B5C-53CA-1EFE3569CE17}"/>
              </a:ext>
            </a:extLst>
          </p:cNvPr>
          <p:cNvSpPr/>
          <p:nvPr/>
        </p:nvSpPr>
        <p:spPr>
          <a:xfrm flipV="1">
            <a:off x="8017200" y="2308391"/>
            <a:ext cx="108000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C9CF9297-1CBB-3293-120A-5C7AD211F893}"/>
              </a:ext>
            </a:extLst>
          </p:cNvPr>
          <p:cNvSpPr/>
          <p:nvPr/>
        </p:nvSpPr>
        <p:spPr>
          <a:xfrm flipV="1">
            <a:off x="8017200" y="3398581"/>
            <a:ext cx="108000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4C82F63-6FD3-14E9-1536-F31ACF1355D2}"/>
                  </a:ext>
                </a:extLst>
              </p:cNvPr>
              <p:cNvSpPr txBox="1"/>
              <p:nvPr/>
            </p:nvSpPr>
            <p:spPr>
              <a:xfrm>
                <a:off x="6979740" y="1261591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CP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4C82F63-6FD3-14E9-1536-F31ACF135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40" y="1261591"/>
                <a:ext cx="458075" cy="462434"/>
              </a:xfrm>
              <a:prstGeom prst="rect">
                <a:avLst/>
              </a:prstGeom>
              <a:blipFill>
                <a:blip r:embed="rId9"/>
                <a:stretch>
                  <a:fillRect l="-20000" r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84ABC52-C5DE-6A0E-D002-74FC3B0DCBDE}"/>
                  </a:ext>
                </a:extLst>
              </p:cNvPr>
              <p:cNvSpPr txBox="1"/>
              <p:nvPr/>
            </p:nvSpPr>
            <p:spPr>
              <a:xfrm>
                <a:off x="6979277" y="1672728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684ABC52-C5DE-6A0E-D002-74FC3B0DC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277" y="1672728"/>
                <a:ext cx="458075" cy="462434"/>
              </a:xfrm>
              <a:prstGeom prst="rect">
                <a:avLst/>
              </a:prstGeom>
              <a:blipFill>
                <a:blip r:embed="rId10"/>
                <a:stretch>
                  <a:fillRect l="-20000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6B2D4FD0-EF58-8F6C-8BA7-C6688BDB7F7F}"/>
                  </a:ext>
                </a:extLst>
              </p:cNvPr>
              <p:cNvSpPr txBox="1"/>
              <p:nvPr/>
            </p:nvSpPr>
            <p:spPr>
              <a:xfrm>
                <a:off x="6978123" y="2767055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6B2D4FD0-EF58-8F6C-8BA7-C6688BDB7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123" y="2767055"/>
                <a:ext cx="458075" cy="462434"/>
              </a:xfrm>
              <a:prstGeom prst="rect">
                <a:avLst/>
              </a:prstGeom>
              <a:blipFill>
                <a:blip r:embed="rId11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BF7F8BED-D26D-B5ED-AC39-D1A13B8E6032}"/>
                  </a:ext>
                </a:extLst>
              </p:cNvPr>
              <p:cNvSpPr txBox="1"/>
              <p:nvPr/>
            </p:nvSpPr>
            <p:spPr>
              <a:xfrm>
                <a:off x="6995461" y="4955333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BF7F8BED-D26D-B5ED-AC39-D1A13B8E6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461" y="4955333"/>
                <a:ext cx="458075" cy="462434"/>
              </a:xfrm>
              <a:prstGeom prst="rect">
                <a:avLst/>
              </a:prstGeom>
              <a:blipFill>
                <a:blip r:embed="rId12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7AC0A87-7498-4BF0-636E-ECC812B02571}"/>
                  </a:ext>
                </a:extLst>
              </p:cNvPr>
              <p:cNvSpPr txBox="1"/>
              <p:nvPr/>
            </p:nvSpPr>
            <p:spPr>
              <a:xfrm>
                <a:off x="7890055" y="3829059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87AC0A87-7498-4BF0-636E-ECC812B02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055" y="3829059"/>
                <a:ext cx="458075" cy="4624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815C22C-5B57-76A9-F0BD-A39D1CF91494}"/>
                  </a:ext>
                </a:extLst>
              </p:cNvPr>
              <p:cNvSpPr txBox="1"/>
              <p:nvPr/>
            </p:nvSpPr>
            <p:spPr>
              <a:xfrm>
                <a:off x="8501945" y="3826087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815C22C-5B57-76A9-F0BD-A39D1CF91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945" y="3826087"/>
                <a:ext cx="458075" cy="46243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08325B4-358F-5736-B03D-47CDC3FF352A}"/>
                  </a:ext>
                </a:extLst>
              </p:cNvPr>
              <p:cNvSpPr txBox="1"/>
              <p:nvPr/>
            </p:nvSpPr>
            <p:spPr>
              <a:xfrm>
                <a:off x="9554192" y="3829059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08325B4-358F-5736-B03D-47CDC3FF3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192" y="3829059"/>
                <a:ext cx="458075" cy="46243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470D89A0-B17C-BF6A-7787-D9E945605A93}"/>
                  </a:ext>
                </a:extLst>
              </p:cNvPr>
              <p:cNvSpPr txBox="1"/>
              <p:nvPr/>
            </p:nvSpPr>
            <p:spPr>
              <a:xfrm>
                <a:off x="6944170" y="3826087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470D89A0-B17C-BF6A-7787-D9E945605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170" y="3826087"/>
                <a:ext cx="458075" cy="46243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FD3FC06-C79B-59E3-E702-485BA5D77694}"/>
                  </a:ext>
                </a:extLst>
              </p:cNvPr>
              <p:cNvSpPr txBox="1"/>
              <p:nvPr/>
            </p:nvSpPr>
            <p:spPr>
              <a:xfrm>
                <a:off x="10691446" y="3820506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FD3FC06-C79B-59E3-E702-485BA5D77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1446" y="3820506"/>
                <a:ext cx="458075" cy="46243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38F41454-1DB2-7803-4CF0-70E5C56FCF41}"/>
                  </a:ext>
                </a:extLst>
              </p:cNvPr>
              <p:cNvSpPr txBox="1"/>
              <p:nvPr/>
            </p:nvSpPr>
            <p:spPr>
              <a:xfrm>
                <a:off x="10741823" y="1672270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38F41454-1DB2-7803-4CF0-70E5C56FC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1823" y="1672270"/>
                <a:ext cx="458075" cy="462434"/>
              </a:xfrm>
              <a:prstGeom prst="rect">
                <a:avLst/>
              </a:prstGeom>
              <a:blipFill>
                <a:blip r:embed="rId18"/>
                <a:stretch>
                  <a:fillRect l="-26667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8A541FFA-2E4D-2BFC-98C1-1539773847F1}"/>
                  </a:ext>
                </a:extLst>
              </p:cNvPr>
              <p:cNvSpPr txBox="1"/>
              <p:nvPr/>
            </p:nvSpPr>
            <p:spPr>
              <a:xfrm>
                <a:off x="10740669" y="2766597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8A541FFA-2E4D-2BFC-98C1-153977384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0669" y="2766597"/>
                <a:ext cx="458075" cy="462434"/>
              </a:xfrm>
              <a:prstGeom prst="rect">
                <a:avLst/>
              </a:prstGeom>
              <a:blipFill>
                <a:blip r:embed="rId19"/>
                <a:stretch>
                  <a:fillRect l="-25333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9206036-6561-5D1D-25D4-4E990D1ECAE7}"/>
                  </a:ext>
                </a:extLst>
              </p:cNvPr>
              <p:cNvSpPr txBox="1"/>
              <p:nvPr/>
            </p:nvSpPr>
            <p:spPr>
              <a:xfrm>
                <a:off x="10758007" y="4954875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99206036-6561-5D1D-25D4-4E990D1EC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8007" y="4954875"/>
                <a:ext cx="458075" cy="462434"/>
              </a:xfrm>
              <a:prstGeom prst="rect">
                <a:avLst/>
              </a:prstGeom>
              <a:blipFill>
                <a:blip r:embed="rId20"/>
                <a:stretch>
                  <a:fillRect l="-26667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A43C27F4-6422-7934-8887-DDE0ACCDBD4A}"/>
                  </a:ext>
                </a:extLst>
              </p:cNvPr>
              <p:cNvSpPr txBox="1"/>
              <p:nvPr/>
            </p:nvSpPr>
            <p:spPr>
              <a:xfrm>
                <a:off x="10683271" y="3825629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A43C27F4-6422-7934-8887-DDE0ACCDB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3271" y="3825629"/>
                <a:ext cx="458075" cy="46243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8" name="表格 77">
                <a:extLst>
                  <a:ext uri="{FF2B5EF4-FFF2-40B4-BE49-F238E27FC236}">
                    <a16:creationId xmlns:a16="http://schemas.microsoft.com/office/drawing/2014/main" id="{3DAE5CEF-654D-4B3F-B383-7D89367C38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6985117"/>
                  </p:ext>
                </p:extLst>
              </p:nvPr>
            </p:nvGraphicFramePr>
            <p:xfrm>
              <a:off x="360000" y="4114477"/>
              <a:ext cx="6369280" cy="242728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92320">
                      <a:extLst>
                        <a:ext uri="{9D8B030D-6E8A-4147-A177-3AD203B41FA5}">
                          <a16:colId xmlns:a16="http://schemas.microsoft.com/office/drawing/2014/main" val="1117002306"/>
                        </a:ext>
                      </a:extLst>
                    </a:gridCol>
                    <a:gridCol w="1592320">
                      <a:extLst>
                        <a:ext uri="{9D8B030D-6E8A-4147-A177-3AD203B41FA5}">
                          <a16:colId xmlns:a16="http://schemas.microsoft.com/office/drawing/2014/main" val="1973204342"/>
                        </a:ext>
                      </a:extLst>
                    </a:gridCol>
                    <a:gridCol w="1592320">
                      <a:extLst>
                        <a:ext uri="{9D8B030D-6E8A-4147-A177-3AD203B41FA5}">
                          <a16:colId xmlns:a16="http://schemas.microsoft.com/office/drawing/2014/main" val="1419140408"/>
                        </a:ext>
                      </a:extLst>
                    </a:gridCol>
                    <a:gridCol w="1592320">
                      <a:extLst>
                        <a:ext uri="{9D8B030D-6E8A-4147-A177-3AD203B41FA5}">
                          <a16:colId xmlns:a16="http://schemas.microsoft.com/office/drawing/2014/main" val="1149581443"/>
                        </a:ext>
                      </a:extLst>
                    </a:gridCol>
                  </a:tblGrid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工作模式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内部触发器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921861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OE</m:t>
                                  </m:r>
                                </m:e>
                              </m:acc>
                            </m:oMath>
                          </a14:m>
                          <a:r>
                            <a:rPr lang="zh-CN" altLang="en-US" sz="22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:r>
                            <a:rPr lang="zh-CN" altLang="en-US" sz="1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CP</m:t>
                              </m:r>
                            </m:oMath>
                          </a14:m>
                          <a:r>
                            <a:rPr lang="zh-CN" altLang="en-US" sz="2200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zh-CN" altLang="en-US" sz="22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2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b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zh-CN" altLang="en-US" sz="22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2231193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存入数据</a:t>
                          </a:r>
                          <a:endParaRPr lang="en-US" altLang="zh-CN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读出数据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L     ↑     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相应的内部触发器状态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873206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L     ↑     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537700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存入数据</a:t>
                          </a:r>
                          <a:endParaRPr lang="en-US" altLang="zh-CN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禁止输出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H    ↑     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高阻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100835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H    ↑     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44275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8" name="表格 77">
                <a:extLst>
                  <a:ext uri="{FF2B5EF4-FFF2-40B4-BE49-F238E27FC236}">
                    <a16:creationId xmlns:a16="http://schemas.microsoft.com/office/drawing/2014/main" id="{3DAE5CEF-654D-4B3F-B383-7D89367C38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6985117"/>
                  </p:ext>
                </p:extLst>
              </p:nvPr>
            </p:nvGraphicFramePr>
            <p:xfrm>
              <a:off x="360000" y="4114477"/>
              <a:ext cx="6369280" cy="242728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92320">
                      <a:extLst>
                        <a:ext uri="{9D8B030D-6E8A-4147-A177-3AD203B41FA5}">
                          <a16:colId xmlns:a16="http://schemas.microsoft.com/office/drawing/2014/main" val="1117002306"/>
                        </a:ext>
                      </a:extLst>
                    </a:gridCol>
                    <a:gridCol w="1592320">
                      <a:extLst>
                        <a:ext uri="{9D8B030D-6E8A-4147-A177-3AD203B41FA5}">
                          <a16:colId xmlns:a16="http://schemas.microsoft.com/office/drawing/2014/main" val="1973204342"/>
                        </a:ext>
                      </a:extLst>
                    </a:gridCol>
                    <a:gridCol w="1592320">
                      <a:extLst>
                        <a:ext uri="{9D8B030D-6E8A-4147-A177-3AD203B41FA5}">
                          <a16:colId xmlns:a16="http://schemas.microsoft.com/office/drawing/2014/main" val="1419140408"/>
                        </a:ext>
                      </a:extLst>
                    </a:gridCol>
                    <a:gridCol w="1592320">
                      <a:extLst>
                        <a:ext uri="{9D8B030D-6E8A-4147-A177-3AD203B41FA5}">
                          <a16:colId xmlns:a16="http://schemas.microsoft.com/office/drawing/2014/main" val="1149581443"/>
                        </a:ext>
                      </a:extLst>
                    </a:gridCol>
                  </a:tblGrid>
                  <a:tr h="3962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工作模式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内部触发器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9218616"/>
                      </a:ext>
                    </a:extLst>
                  </a:tr>
                  <a:tr h="446088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2"/>
                          <a:stretch>
                            <a:fillRect l="-100000" t="-94595" r="-200000" b="-375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2"/>
                          <a:stretch>
                            <a:fillRect l="-200766" t="-94595" r="-100766" b="-375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2"/>
                          <a:stretch>
                            <a:fillRect l="-300766" t="-94595" r="-766" b="-375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311936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存入数据</a:t>
                          </a:r>
                          <a:endParaRPr lang="en-US" altLang="zh-CN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读出数据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L     ↑     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相应的内部触发器状态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8732062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L     ↑     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537700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存入数据</a:t>
                          </a:r>
                          <a:endParaRPr lang="en-US" altLang="zh-CN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禁止输出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H    ↑     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高阻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1008352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H    ↑     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44275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80F6054C-CCDA-AC38-B1BF-8B86DB2191EE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3944190" cy="2653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位寄存器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OE</m:t>
                        </m:r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：输出使能信号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：时钟信号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位数据输入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位数据输出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80F6054C-CCDA-AC38-B1BF-8B86DB219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3944190" cy="2653290"/>
              </a:xfrm>
              <a:prstGeom prst="rect">
                <a:avLst/>
              </a:prstGeom>
              <a:blipFill>
                <a:blip r:embed="rId23"/>
                <a:stretch>
                  <a:fillRect l="-3091" t="-920" b="-4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组合 81">
            <a:extLst>
              <a:ext uri="{FF2B5EF4-FFF2-40B4-BE49-F238E27FC236}">
                <a16:creationId xmlns:a16="http://schemas.microsoft.com/office/drawing/2014/main" id="{8957A5B8-2351-0D5F-C3BA-DF6A7AA24CA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42A378DC-316B-827F-732C-7B59A4CC675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5" name="箭头: 五边形 84">
                <a:extLst>
                  <a:ext uri="{FF2B5EF4-FFF2-40B4-BE49-F238E27FC236}">
                    <a16:creationId xmlns:a16="http://schemas.microsoft.com/office/drawing/2014/main" id="{5FAE3F3D-69D8-4924-6DC9-534666FC5DE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6" name="箭头: V 形 85">
                <a:extLst>
                  <a:ext uri="{FF2B5EF4-FFF2-40B4-BE49-F238E27FC236}">
                    <a16:creationId xmlns:a16="http://schemas.microsoft.com/office/drawing/2014/main" id="{6F2DF9CA-B049-18D7-577B-B42B02DD96D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4" name="灯片编号占位符 3">
              <a:extLst>
                <a:ext uri="{FF2B5EF4-FFF2-40B4-BE49-F238E27FC236}">
                  <a16:creationId xmlns:a16="http://schemas.microsoft.com/office/drawing/2014/main" id="{3E27855E-5696-0D53-9222-EFFE40C7D94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163BE01A-FD32-BC11-D5E1-FD3F320E753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寄存器</a:t>
            </a:r>
          </a:p>
        </p:txBody>
      </p:sp>
    </p:spTree>
    <p:extLst>
      <p:ext uri="{BB962C8B-B14F-4D97-AF65-F5344CB8AC3E}">
        <p14:creationId xmlns:p14="http://schemas.microsoft.com/office/powerpoint/2010/main" val="383358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6947-8126-7EF3-7EA2-44B138EE1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Line 27">
            <a:extLst>
              <a:ext uri="{FF2B5EF4-FFF2-40B4-BE49-F238E27FC236}">
                <a16:creationId xmlns:a16="http://schemas.microsoft.com/office/drawing/2014/main" id="{779665A1-AF3E-CABD-3933-39F41FCCA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868" y="2138038"/>
            <a:ext cx="17921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06" name="Line 27">
            <a:extLst>
              <a:ext uri="{FF2B5EF4-FFF2-40B4-BE49-F238E27FC236}">
                <a16:creationId xmlns:a16="http://schemas.microsoft.com/office/drawing/2014/main" id="{EFABE60A-FE0C-90FB-6550-0710AF3E46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8650" y="2437541"/>
            <a:ext cx="35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Line 27">
            <a:extLst>
              <a:ext uri="{FF2B5EF4-FFF2-40B4-BE49-F238E27FC236}">
                <a16:creationId xmlns:a16="http://schemas.microsoft.com/office/drawing/2014/main" id="{7AED26C3-8AB8-B72D-1CB0-A9FF901C1D7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1125" y="2288031"/>
            <a:ext cx="253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FEF51326-1272-75F5-4738-175AF3028E8F}"/>
              </a:ext>
            </a:extLst>
          </p:cNvPr>
          <p:cNvSpPr/>
          <p:nvPr/>
        </p:nvSpPr>
        <p:spPr>
          <a:xfrm flipV="1">
            <a:off x="7977600" y="2379306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10" name="Line 27">
            <a:extLst>
              <a:ext uri="{FF2B5EF4-FFF2-40B4-BE49-F238E27FC236}">
                <a16:creationId xmlns:a16="http://schemas.microsoft.com/office/drawing/2014/main" id="{BC6190FC-BD26-32DF-8119-90B6DD845B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8650" y="2845400"/>
            <a:ext cx="35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11" name="Line 27">
            <a:extLst>
              <a:ext uri="{FF2B5EF4-FFF2-40B4-BE49-F238E27FC236}">
                <a16:creationId xmlns:a16="http://schemas.microsoft.com/office/drawing/2014/main" id="{496CAAE4-7377-238D-B3F3-92EEC0B91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3386" y="3144903"/>
            <a:ext cx="129370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Line 27">
            <a:extLst>
              <a:ext uri="{FF2B5EF4-FFF2-40B4-BE49-F238E27FC236}">
                <a16:creationId xmlns:a16="http://schemas.microsoft.com/office/drawing/2014/main" id="{7F645E98-1F9F-D03A-0B0D-80E951946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1125" y="2995393"/>
            <a:ext cx="253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流程图: 延期 124">
            <a:extLst>
              <a:ext uri="{FF2B5EF4-FFF2-40B4-BE49-F238E27FC236}">
                <a16:creationId xmlns:a16="http://schemas.microsoft.com/office/drawing/2014/main" id="{7361321E-7282-5EBF-43F3-A563AAEBE56E}"/>
              </a:ext>
            </a:extLst>
          </p:cNvPr>
          <p:cNvSpPr/>
          <p:nvPr/>
        </p:nvSpPr>
        <p:spPr>
          <a:xfrm>
            <a:off x="8107088" y="2013538"/>
            <a:ext cx="534241" cy="548639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26" name="流程图: 延期 125">
            <a:extLst>
              <a:ext uri="{FF2B5EF4-FFF2-40B4-BE49-F238E27FC236}">
                <a16:creationId xmlns:a16="http://schemas.microsoft.com/office/drawing/2014/main" id="{435AA95E-ECAB-870B-17E3-0D8085D71D14}"/>
              </a:ext>
            </a:extLst>
          </p:cNvPr>
          <p:cNvSpPr/>
          <p:nvPr/>
        </p:nvSpPr>
        <p:spPr>
          <a:xfrm>
            <a:off x="8107088" y="2724433"/>
            <a:ext cx="534241" cy="548639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" name="Line 27">
            <a:extLst>
              <a:ext uri="{FF2B5EF4-FFF2-40B4-BE49-F238E27FC236}">
                <a16:creationId xmlns:a16="http://schemas.microsoft.com/office/drawing/2014/main" id="{A8AC853A-63ED-D05E-0B7D-623FC197296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738347" y="2593265"/>
            <a:ext cx="20206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Arc 158">
            <a:extLst>
              <a:ext uri="{FF2B5EF4-FFF2-40B4-BE49-F238E27FC236}">
                <a16:creationId xmlns:a16="http://schemas.microsoft.com/office/drawing/2014/main" id="{A9A23482-2E33-9F6E-4BF2-65655605D4F6}"/>
              </a:ext>
            </a:extLst>
          </p:cNvPr>
          <p:cNvSpPr>
            <a:spLocks/>
          </p:cNvSpPr>
          <p:nvPr/>
        </p:nvSpPr>
        <p:spPr bwMode="auto">
          <a:xfrm rot="5400000">
            <a:off x="8488582" y="2219109"/>
            <a:ext cx="540228" cy="842290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Line 160">
            <a:extLst>
              <a:ext uri="{FF2B5EF4-FFF2-40B4-BE49-F238E27FC236}">
                <a16:creationId xmlns:a16="http://schemas.microsoft.com/office/drawing/2014/main" id="{7DB7C5B2-0EAB-888F-3DF8-06CBFA51ED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6583" y="2367239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Line 160">
            <a:extLst>
              <a:ext uri="{FF2B5EF4-FFF2-40B4-BE49-F238E27FC236}">
                <a16:creationId xmlns:a16="http://schemas.microsoft.com/office/drawing/2014/main" id="{B8F5D1DA-D94A-1A09-8D5A-2AA08A3E14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6583" y="2910369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Arc 156">
            <a:extLst>
              <a:ext uri="{FF2B5EF4-FFF2-40B4-BE49-F238E27FC236}">
                <a16:creationId xmlns:a16="http://schemas.microsoft.com/office/drawing/2014/main" id="{B47AD17B-7E04-4C2C-A72C-AC24CAA0E23C}"/>
              </a:ext>
            </a:extLst>
          </p:cNvPr>
          <p:cNvSpPr>
            <a:spLocks/>
          </p:cNvSpPr>
          <p:nvPr/>
        </p:nvSpPr>
        <p:spPr bwMode="auto">
          <a:xfrm flipV="1">
            <a:off x="9297354" y="2388490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Line 27">
            <a:extLst>
              <a:ext uri="{FF2B5EF4-FFF2-40B4-BE49-F238E27FC236}">
                <a16:creationId xmlns:a16="http://schemas.microsoft.com/office/drawing/2014/main" id="{EE73A180-5B4F-066F-2066-23DD1A91C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8855" y="2488834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9" name="Line 27">
            <a:extLst>
              <a:ext uri="{FF2B5EF4-FFF2-40B4-BE49-F238E27FC236}">
                <a16:creationId xmlns:a16="http://schemas.microsoft.com/office/drawing/2014/main" id="{0C5215B3-D59C-43BD-AEC8-2FB1C0CC121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8855" y="2788337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27">
            <a:extLst>
              <a:ext uri="{FF2B5EF4-FFF2-40B4-BE49-F238E27FC236}">
                <a16:creationId xmlns:a16="http://schemas.microsoft.com/office/drawing/2014/main" id="{F454170E-E2BF-71C5-DD3F-11271A795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6825" y="2638827"/>
            <a:ext cx="4783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rc 156">
            <a:extLst>
              <a:ext uri="{FF2B5EF4-FFF2-40B4-BE49-F238E27FC236}">
                <a16:creationId xmlns:a16="http://schemas.microsoft.com/office/drawing/2014/main" id="{010D6737-A3EF-2247-1475-97AC2DBFBDA6}"/>
              </a:ext>
            </a:extLst>
          </p:cNvPr>
          <p:cNvSpPr>
            <a:spLocks/>
          </p:cNvSpPr>
          <p:nvPr/>
        </p:nvSpPr>
        <p:spPr bwMode="auto">
          <a:xfrm>
            <a:off x="9295663" y="2367224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DB4AF7BB-9C47-4C2D-CE4D-7445C4A3C2C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788453" y="2388433"/>
            <a:ext cx="20080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27">
            <a:extLst>
              <a:ext uri="{FF2B5EF4-FFF2-40B4-BE49-F238E27FC236}">
                <a16:creationId xmlns:a16="http://schemas.microsoft.com/office/drawing/2014/main" id="{E1F2059A-7CF4-53DA-A55D-3721865DA59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780858" y="2890322"/>
            <a:ext cx="214278" cy="166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6978F230-B152-694E-D00F-E576E884A98C}"/>
              </a:ext>
            </a:extLst>
          </p:cNvPr>
          <p:cNvSpPr/>
          <p:nvPr/>
        </p:nvSpPr>
        <p:spPr>
          <a:xfrm flipV="1">
            <a:off x="9688851" y="2580758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2277E9F9-B6F4-3D08-B51B-6207B8DC4A7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773980" y="1976501"/>
            <a:ext cx="33107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27">
            <a:extLst>
              <a:ext uri="{FF2B5EF4-FFF2-40B4-BE49-F238E27FC236}">
                <a16:creationId xmlns:a16="http://schemas.microsoft.com/office/drawing/2014/main" id="{0F3CEE68-4158-6149-C22A-E4E747008B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866" y="1810966"/>
            <a:ext cx="309111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9BA19FB-737C-5502-F18D-0A571287D3DD}"/>
              </a:ext>
            </a:extLst>
          </p:cNvPr>
          <p:cNvSpPr/>
          <p:nvPr/>
        </p:nvSpPr>
        <p:spPr>
          <a:xfrm>
            <a:off x="10212639" y="2379977"/>
            <a:ext cx="637307" cy="9477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9F188A69-5A71-A76A-25A3-B73392812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9877036" y="3096869"/>
            <a:ext cx="33560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96324D3-8CB9-C97E-8C89-2EA063BA4C8A}"/>
                  </a:ext>
                </a:extLst>
              </p:cNvPr>
              <p:cNvSpPr txBox="1"/>
              <p:nvPr/>
            </p:nvSpPr>
            <p:spPr>
              <a:xfrm>
                <a:off x="10263760" y="2385494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96324D3-8CB9-C97E-8C89-2EA063BA4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760" y="2385494"/>
                <a:ext cx="448351" cy="461665"/>
              </a:xfrm>
              <a:prstGeom prst="rect">
                <a:avLst/>
              </a:prstGeom>
              <a:blipFill>
                <a:blip r:embed="rId3"/>
                <a:stretch>
                  <a:fillRect l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6BE44227-F6DE-C43B-9C53-4419D3F7EBCC}"/>
              </a:ext>
            </a:extLst>
          </p:cNvPr>
          <p:cNvSpPr/>
          <p:nvPr/>
        </p:nvSpPr>
        <p:spPr>
          <a:xfrm rot="5400000">
            <a:off x="10174218" y="3048911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493AE0D6-C303-335A-68B8-1E2574AE8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49946" y="2638827"/>
            <a:ext cx="41482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27">
            <a:extLst>
              <a:ext uri="{FF2B5EF4-FFF2-40B4-BE49-F238E27FC236}">
                <a16:creationId xmlns:a16="http://schemas.microsoft.com/office/drawing/2014/main" id="{0DA0FA35-BF22-D366-4038-E6E009124DF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591958" y="2224899"/>
            <a:ext cx="82786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CD0C574-C510-E522-8F68-16A03ECDFB75}"/>
              </a:ext>
            </a:extLst>
          </p:cNvPr>
          <p:cNvSpPr/>
          <p:nvPr/>
        </p:nvSpPr>
        <p:spPr>
          <a:xfrm flipV="1">
            <a:off x="10958400" y="2591095"/>
            <a:ext cx="94100" cy="93600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00497423-3AA4-BFC9-FC19-50970776D7FA}"/>
              </a:ext>
            </a:extLst>
          </p:cNvPr>
          <p:cNvSpPr/>
          <p:nvPr/>
        </p:nvSpPr>
        <p:spPr>
          <a:xfrm flipV="1">
            <a:off x="7700946" y="2388558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5BE5A701-5E96-0CCB-E9FF-1CE14D05D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3386" y="1582960"/>
            <a:ext cx="94805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35" name="等腰三角形 34">
            <a:extLst>
              <a:ext uri="{FF2B5EF4-FFF2-40B4-BE49-F238E27FC236}">
                <a16:creationId xmlns:a16="http://schemas.microsoft.com/office/drawing/2014/main" id="{6E84E362-E6B2-683D-38F7-CBA652F1CA99}"/>
              </a:ext>
            </a:extLst>
          </p:cNvPr>
          <p:cNvSpPr/>
          <p:nvPr/>
        </p:nvSpPr>
        <p:spPr>
          <a:xfrm rot="5400000">
            <a:off x="7041799" y="1372392"/>
            <a:ext cx="515182" cy="421137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FA459383-058D-4254-2FC1-9AF4067534DB}"/>
              </a:ext>
            </a:extLst>
          </p:cNvPr>
          <p:cNvSpPr/>
          <p:nvPr/>
        </p:nvSpPr>
        <p:spPr>
          <a:xfrm flipV="1">
            <a:off x="7511842" y="1524284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57D49E1-DEBC-399E-B90B-0D15AED68C43}"/>
              </a:ext>
            </a:extLst>
          </p:cNvPr>
          <p:cNvSpPr/>
          <p:nvPr/>
        </p:nvSpPr>
        <p:spPr>
          <a:xfrm flipV="1">
            <a:off x="7701254" y="2797779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38" name="Line 27">
            <a:extLst>
              <a:ext uri="{FF2B5EF4-FFF2-40B4-BE49-F238E27FC236}">
                <a16:creationId xmlns:a16="http://schemas.microsoft.com/office/drawing/2014/main" id="{98ED7802-CB0A-8FCC-A0C7-0538CB77CD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305" y="4725318"/>
            <a:ext cx="17921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39" name="Line 27">
            <a:extLst>
              <a:ext uri="{FF2B5EF4-FFF2-40B4-BE49-F238E27FC236}">
                <a16:creationId xmlns:a16="http://schemas.microsoft.com/office/drawing/2014/main" id="{54452F4C-8C93-9DE0-F686-A3BE7FD54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8087" y="5024821"/>
            <a:ext cx="35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27">
            <a:extLst>
              <a:ext uri="{FF2B5EF4-FFF2-40B4-BE49-F238E27FC236}">
                <a16:creationId xmlns:a16="http://schemas.microsoft.com/office/drawing/2014/main" id="{6F98C5DE-E0B6-7FB6-F019-1DF153D66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0562" y="4875311"/>
            <a:ext cx="253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3AE0A09-F291-F763-7D39-202E5D6949B8}"/>
              </a:ext>
            </a:extLst>
          </p:cNvPr>
          <p:cNvSpPr/>
          <p:nvPr/>
        </p:nvSpPr>
        <p:spPr>
          <a:xfrm flipV="1">
            <a:off x="7977600" y="4967854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42" name="Line 27">
            <a:extLst>
              <a:ext uri="{FF2B5EF4-FFF2-40B4-BE49-F238E27FC236}">
                <a16:creationId xmlns:a16="http://schemas.microsoft.com/office/drawing/2014/main" id="{A30C9E07-F858-5C97-4B4D-04F7D3322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8087" y="5432680"/>
            <a:ext cx="35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43" name="Line 27">
            <a:extLst>
              <a:ext uri="{FF2B5EF4-FFF2-40B4-BE49-F238E27FC236}">
                <a16:creationId xmlns:a16="http://schemas.microsoft.com/office/drawing/2014/main" id="{F7B27951-0A90-6CD4-4D91-B82DA9FDA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2823" y="5732183"/>
            <a:ext cx="129370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27">
            <a:extLst>
              <a:ext uri="{FF2B5EF4-FFF2-40B4-BE49-F238E27FC236}">
                <a16:creationId xmlns:a16="http://schemas.microsoft.com/office/drawing/2014/main" id="{14452435-6A3D-630E-2FDB-5420A760F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0562" y="5582673"/>
            <a:ext cx="253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流程图: 延期 44">
            <a:extLst>
              <a:ext uri="{FF2B5EF4-FFF2-40B4-BE49-F238E27FC236}">
                <a16:creationId xmlns:a16="http://schemas.microsoft.com/office/drawing/2014/main" id="{9CA34EF1-127C-D327-241A-E11E90BC2B20}"/>
              </a:ext>
            </a:extLst>
          </p:cNvPr>
          <p:cNvSpPr/>
          <p:nvPr/>
        </p:nvSpPr>
        <p:spPr>
          <a:xfrm>
            <a:off x="8106525" y="4600818"/>
            <a:ext cx="534241" cy="548639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6" name="流程图: 延期 45">
            <a:extLst>
              <a:ext uri="{FF2B5EF4-FFF2-40B4-BE49-F238E27FC236}">
                <a16:creationId xmlns:a16="http://schemas.microsoft.com/office/drawing/2014/main" id="{6D3872E1-EAEF-338B-36B3-2C2EBC8512FB}"/>
              </a:ext>
            </a:extLst>
          </p:cNvPr>
          <p:cNvSpPr/>
          <p:nvPr/>
        </p:nvSpPr>
        <p:spPr>
          <a:xfrm>
            <a:off x="8106525" y="5311713"/>
            <a:ext cx="534241" cy="548639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7" name="Line 27">
            <a:extLst>
              <a:ext uri="{FF2B5EF4-FFF2-40B4-BE49-F238E27FC236}">
                <a16:creationId xmlns:a16="http://schemas.microsoft.com/office/drawing/2014/main" id="{48DF9117-D37B-68A5-7DF6-55AAB182252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737784" y="5180545"/>
            <a:ext cx="20206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Arc 158">
            <a:extLst>
              <a:ext uri="{FF2B5EF4-FFF2-40B4-BE49-F238E27FC236}">
                <a16:creationId xmlns:a16="http://schemas.microsoft.com/office/drawing/2014/main" id="{9B4F64C0-3022-ECAB-E315-B6C61ED8FC5E}"/>
              </a:ext>
            </a:extLst>
          </p:cNvPr>
          <p:cNvSpPr>
            <a:spLocks/>
          </p:cNvSpPr>
          <p:nvPr/>
        </p:nvSpPr>
        <p:spPr bwMode="auto">
          <a:xfrm rot="5400000">
            <a:off x="8488019" y="4806389"/>
            <a:ext cx="540228" cy="842290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Line 160">
            <a:extLst>
              <a:ext uri="{FF2B5EF4-FFF2-40B4-BE49-F238E27FC236}">
                <a16:creationId xmlns:a16="http://schemas.microsoft.com/office/drawing/2014/main" id="{6A8B462F-79D4-EB4A-CD59-F5AB11BAA4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6020" y="4954519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Line 160">
            <a:extLst>
              <a:ext uri="{FF2B5EF4-FFF2-40B4-BE49-F238E27FC236}">
                <a16:creationId xmlns:a16="http://schemas.microsoft.com/office/drawing/2014/main" id="{157677C3-5C19-18C5-F6BE-0DB3CC691B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6020" y="5497649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Arc 156">
            <a:extLst>
              <a:ext uri="{FF2B5EF4-FFF2-40B4-BE49-F238E27FC236}">
                <a16:creationId xmlns:a16="http://schemas.microsoft.com/office/drawing/2014/main" id="{E9607227-FF39-FF62-477F-106FF4D39BD9}"/>
              </a:ext>
            </a:extLst>
          </p:cNvPr>
          <p:cNvSpPr>
            <a:spLocks/>
          </p:cNvSpPr>
          <p:nvPr/>
        </p:nvSpPr>
        <p:spPr bwMode="auto">
          <a:xfrm flipV="1">
            <a:off x="9296791" y="4975770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Line 27">
            <a:extLst>
              <a:ext uri="{FF2B5EF4-FFF2-40B4-BE49-F238E27FC236}">
                <a16:creationId xmlns:a16="http://schemas.microsoft.com/office/drawing/2014/main" id="{DBC61CBA-547B-4D6F-A738-7FAE9B2BB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8292" y="5076114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7" name="Line 27">
            <a:extLst>
              <a:ext uri="{FF2B5EF4-FFF2-40B4-BE49-F238E27FC236}">
                <a16:creationId xmlns:a16="http://schemas.microsoft.com/office/drawing/2014/main" id="{50711A3A-56B7-345B-7416-758D97C57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8292" y="5375617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Line 27">
            <a:extLst>
              <a:ext uri="{FF2B5EF4-FFF2-40B4-BE49-F238E27FC236}">
                <a16:creationId xmlns:a16="http://schemas.microsoft.com/office/drawing/2014/main" id="{70845955-ED79-6AC7-6C9B-7BB355CE2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6262" y="5226107"/>
            <a:ext cx="4783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Arc 156">
            <a:extLst>
              <a:ext uri="{FF2B5EF4-FFF2-40B4-BE49-F238E27FC236}">
                <a16:creationId xmlns:a16="http://schemas.microsoft.com/office/drawing/2014/main" id="{87331B38-BB36-7760-E0E8-008DE328C7C6}"/>
              </a:ext>
            </a:extLst>
          </p:cNvPr>
          <p:cNvSpPr>
            <a:spLocks/>
          </p:cNvSpPr>
          <p:nvPr/>
        </p:nvSpPr>
        <p:spPr bwMode="auto">
          <a:xfrm>
            <a:off x="9295100" y="4954504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Line 27">
            <a:extLst>
              <a:ext uri="{FF2B5EF4-FFF2-40B4-BE49-F238E27FC236}">
                <a16:creationId xmlns:a16="http://schemas.microsoft.com/office/drawing/2014/main" id="{4E13BB99-F4B9-C5F7-65E6-DE3E82E1010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787890" y="4975713"/>
            <a:ext cx="20080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27">
            <a:extLst>
              <a:ext uri="{FF2B5EF4-FFF2-40B4-BE49-F238E27FC236}">
                <a16:creationId xmlns:a16="http://schemas.microsoft.com/office/drawing/2014/main" id="{32D92F1D-EFA2-3216-D3C1-03322F5424F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784614" y="5474948"/>
            <a:ext cx="20730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E8D76BA2-D703-E566-0D9D-C10104E11E60}"/>
              </a:ext>
            </a:extLst>
          </p:cNvPr>
          <p:cNvSpPr/>
          <p:nvPr/>
        </p:nvSpPr>
        <p:spPr>
          <a:xfrm flipV="1">
            <a:off x="9688288" y="5168038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64" name="Line 27">
            <a:extLst>
              <a:ext uri="{FF2B5EF4-FFF2-40B4-BE49-F238E27FC236}">
                <a16:creationId xmlns:a16="http://schemas.microsoft.com/office/drawing/2014/main" id="{797C6574-0CFD-DF12-5674-3986FA35F996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773417" y="4563781"/>
            <a:ext cx="33107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5" name="Line 27">
            <a:extLst>
              <a:ext uri="{FF2B5EF4-FFF2-40B4-BE49-F238E27FC236}">
                <a16:creationId xmlns:a16="http://schemas.microsoft.com/office/drawing/2014/main" id="{F7A3DDC3-DFDB-EBAD-CCA3-5909CF242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303" y="4398246"/>
            <a:ext cx="307728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7A3186F-4089-C5AD-4101-33015F480BF4}"/>
              </a:ext>
            </a:extLst>
          </p:cNvPr>
          <p:cNvSpPr/>
          <p:nvPr/>
        </p:nvSpPr>
        <p:spPr>
          <a:xfrm>
            <a:off x="10212076" y="4967257"/>
            <a:ext cx="637307" cy="9477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Line 27">
            <a:extLst>
              <a:ext uri="{FF2B5EF4-FFF2-40B4-BE49-F238E27FC236}">
                <a16:creationId xmlns:a16="http://schemas.microsoft.com/office/drawing/2014/main" id="{C49F0695-23FA-E5B2-B884-F73203393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77037" y="5684149"/>
            <a:ext cx="3350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F988AA4-ED69-7990-43E5-64EC5FAA86DA}"/>
                  </a:ext>
                </a:extLst>
              </p:cNvPr>
              <p:cNvSpPr txBox="1"/>
              <p:nvPr/>
            </p:nvSpPr>
            <p:spPr>
              <a:xfrm>
                <a:off x="10263197" y="4972774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DF988AA4-ED69-7990-43E5-64EC5FAA8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97" y="4972774"/>
                <a:ext cx="448351" cy="461665"/>
              </a:xfrm>
              <a:prstGeom prst="rect">
                <a:avLst/>
              </a:prstGeom>
              <a:blipFill>
                <a:blip r:embed="rId4"/>
                <a:stretch>
                  <a:fillRect l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等腰三角形 68">
            <a:extLst>
              <a:ext uri="{FF2B5EF4-FFF2-40B4-BE49-F238E27FC236}">
                <a16:creationId xmlns:a16="http://schemas.microsoft.com/office/drawing/2014/main" id="{492C2A9F-55D2-77F4-34DE-D598192AFE6B}"/>
              </a:ext>
            </a:extLst>
          </p:cNvPr>
          <p:cNvSpPr/>
          <p:nvPr/>
        </p:nvSpPr>
        <p:spPr>
          <a:xfrm rot="5400000">
            <a:off x="10173655" y="5636191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Line 27">
            <a:extLst>
              <a:ext uri="{FF2B5EF4-FFF2-40B4-BE49-F238E27FC236}">
                <a16:creationId xmlns:a16="http://schemas.microsoft.com/office/drawing/2014/main" id="{241706D3-36C1-1396-31A2-85D3CAEDD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49383" y="5226107"/>
            <a:ext cx="41482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Line 27">
            <a:extLst>
              <a:ext uri="{FF2B5EF4-FFF2-40B4-BE49-F238E27FC236}">
                <a16:creationId xmlns:a16="http://schemas.microsoft.com/office/drawing/2014/main" id="{74ADE4FB-0110-8E2E-5D08-5F6B69FCBA9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591158" y="4812179"/>
            <a:ext cx="82786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840288C4-843A-5C03-073C-B77A98FA92C7}"/>
              </a:ext>
            </a:extLst>
          </p:cNvPr>
          <p:cNvSpPr/>
          <p:nvPr/>
        </p:nvSpPr>
        <p:spPr>
          <a:xfrm flipV="1">
            <a:off x="10958400" y="5178375"/>
            <a:ext cx="94100" cy="93600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4AFEDB1B-7261-D6AD-C617-38645159BD1A}"/>
              </a:ext>
            </a:extLst>
          </p:cNvPr>
          <p:cNvSpPr/>
          <p:nvPr/>
        </p:nvSpPr>
        <p:spPr>
          <a:xfrm flipV="1">
            <a:off x="7700383" y="4975838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358CF750-A7C0-DBAB-B1A6-478DD0D5E14B}"/>
              </a:ext>
            </a:extLst>
          </p:cNvPr>
          <p:cNvSpPr/>
          <p:nvPr/>
        </p:nvSpPr>
        <p:spPr>
          <a:xfrm flipV="1">
            <a:off x="7700691" y="5385059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81" name="Line 27">
            <a:extLst>
              <a:ext uri="{FF2B5EF4-FFF2-40B4-BE49-F238E27FC236}">
                <a16:creationId xmlns:a16="http://schemas.microsoft.com/office/drawing/2014/main" id="{E76C114E-0665-E67A-B4F6-D77434CC088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652561" y="2349651"/>
            <a:ext cx="24632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17641AC1-2E2B-7466-31B3-2168FFE23A18}"/>
              </a:ext>
            </a:extLst>
          </p:cNvPr>
          <p:cNvSpPr/>
          <p:nvPr/>
        </p:nvSpPr>
        <p:spPr>
          <a:xfrm flipV="1">
            <a:off x="10080000" y="5169600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D9A9D6BA-65E0-1CC7-F794-16A2CE41EBEC}"/>
              </a:ext>
            </a:extLst>
          </p:cNvPr>
          <p:cNvSpPr/>
          <p:nvPr/>
        </p:nvSpPr>
        <p:spPr>
          <a:xfrm flipV="1">
            <a:off x="10080000" y="5625741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19A7676E-A990-FEEA-7089-8B52B7520ADC}"/>
              </a:ext>
            </a:extLst>
          </p:cNvPr>
          <p:cNvSpPr/>
          <p:nvPr/>
        </p:nvSpPr>
        <p:spPr>
          <a:xfrm flipV="1">
            <a:off x="10080000" y="3039086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03401729-2A91-12D1-405D-384700D627CF}"/>
              </a:ext>
            </a:extLst>
          </p:cNvPr>
          <p:cNvSpPr/>
          <p:nvPr/>
        </p:nvSpPr>
        <p:spPr>
          <a:xfrm flipV="1">
            <a:off x="10080000" y="2582148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3C2EB4FC-51F0-572A-B8A9-C2907AD9BEA1}"/>
              </a:ext>
            </a:extLst>
          </p:cNvPr>
          <p:cNvSpPr/>
          <p:nvPr/>
        </p:nvSpPr>
        <p:spPr>
          <a:xfrm flipV="1">
            <a:off x="9836510" y="3049366"/>
            <a:ext cx="94100" cy="93600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31" name="Line 27">
            <a:extLst>
              <a:ext uri="{FF2B5EF4-FFF2-40B4-BE49-F238E27FC236}">
                <a16:creationId xmlns:a16="http://schemas.microsoft.com/office/drawing/2014/main" id="{E943A931-9A00-608D-13E2-8EAFDE03A33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126781" y="4927812"/>
            <a:ext cx="15151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" name="Line 27">
            <a:extLst>
              <a:ext uri="{FF2B5EF4-FFF2-40B4-BE49-F238E27FC236}">
                <a16:creationId xmlns:a16="http://schemas.microsoft.com/office/drawing/2014/main" id="{A1D20489-BEFD-70E7-8A33-A199B0D69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2823" y="1130097"/>
            <a:ext cx="30793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33" name="等腰三角形 132">
            <a:extLst>
              <a:ext uri="{FF2B5EF4-FFF2-40B4-BE49-F238E27FC236}">
                <a16:creationId xmlns:a16="http://schemas.microsoft.com/office/drawing/2014/main" id="{E14E7CD4-A2D0-397C-BC6B-01668A65FFB0}"/>
              </a:ext>
            </a:extLst>
          </p:cNvPr>
          <p:cNvSpPr/>
          <p:nvPr/>
        </p:nvSpPr>
        <p:spPr>
          <a:xfrm rot="5400000">
            <a:off x="7701064" y="919529"/>
            <a:ext cx="515182" cy="421137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6EB356AB-AF30-B7EB-7560-4E3B7916870E}"/>
              </a:ext>
            </a:extLst>
          </p:cNvPr>
          <p:cNvSpPr/>
          <p:nvPr/>
        </p:nvSpPr>
        <p:spPr>
          <a:xfrm flipV="1">
            <a:off x="8171107" y="1072689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CA3802EA-741F-6A0E-6D0D-95E4AAB921E3}"/>
                  </a:ext>
                </a:extLst>
              </p:cNvPr>
              <p:cNvSpPr txBox="1"/>
              <p:nvPr/>
            </p:nvSpPr>
            <p:spPr>
              <a:xfrm>
                <a:off x="7564186" y="3636281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CA3802EA-741F-6A0E-6D0D-95E4AAB92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186" y="3636281"/>
                <a:ext cx="458075" cy="462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0D64FD0E-E27C-A837-E031-67F3B662F4CC}"/>
                  </a:ext>
                </a:extLst>
              </p:cNvPr>
              <p:cNvSpPr txBox="1"/>
              <p:nvPr/>
            </p:nvSpPr>
            <p:spPr>
              <a:xfrm>
                <a:off x="8684714" y="3633309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0D64FD0E-E27C-A837-E031-67F3B662F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714" y="3633309"/>
                <a:ext cx="458075" cy="462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603638E0-2E43-6F05-4D26-8EF72006188B}"/>
                  </a:ext>
                </a:extLst>
              </p:cNvPr>
              <p:cNvSpPr txBox="1"/>
              <p:nvPr/>
            </p:nvSpPr>
            <p:spPr>
              <a:xfrm>
                <a:off x="6449059" y="3633309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603638E0-2E43-6F05-4D26-8EF720061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059" y="3633309"/>
                <a:ext cx="458075" cy="462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84934D6F-1E6C-2E84-DF2F-ABA219B40A8C}"/>
                  </a:ext>
                </a:extLst>
              </p:cNvPr>
              <p:cNvSpPr txBox="1"/>
              <p:nvPr/>
            </p:nvSpPr>
            <p:spPr>
              <a:xfrm>
                <a:off x="9697051" y="3627728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84934D6F-1E6C-2E84-DF2F-ABA219B40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051" y="3627728"/>
                <a:ext cx="458075" cy="4624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0D40B8E-CFA1-0781-34C2-E2B19284A119}"/>
                  </a:ext>
                </a:extLst>
              </p:cNvPr>
              <p:cNvSpPr txBox="1"/>
              <p:nvPr/>
            </p:nvSpPr>
            <p:spPr>
              <a:xfrm>
                <a:off x="11160484" y="3632851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0D40B8E-CFA1-0781-34C2-E2B19284A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484" y="3632851"/>
                <a:ext cx="458075" cy="4624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7050A15B-763B-5789-140E-D9CCE9D4DF67}"/>
                  </a:ext>
                </a:extLst>
              </p:cNvPr>
              <p:cNvSpPr txBox="1"/>
              <p:nvPr/>
            </p:nvSpPr>
            <p:spPr>
              <a:xfrm>
                <a:off x="11313116" y="2388433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7050A15B-763B-5789-140E-D9CCE9D4D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3116" y="2388433"/>
                <a:ext cx="458075" cy="462434"/>
              </a:xfrm>
              <a:prstGeom prst="rect">
                <a:avLst/>
              </a:prstGeom>
              <a:blipFill>
                <a:blip r:embed="rId10"/>
                <a:stretch>
                  <a:fillRect l="-26667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EF26494-B41C-8D1B-DB62-1EADB0AC411F}"/>
                  </a:ext>
                </a:extLst>
              </p:cNvPr>
              <p:cNvSpPr txBox="1"/>
              <p:nvPr/>
            </p:nvSpPr>
            <p:spPr>
              <a:xfrm>
                <a:off x="11314800" y="4967257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CEF26494-B41C-8D1B-DB62-1EADB0AC4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4800" y="4967257"/>
                <a:ext cx="458075" cy="462434"/>
              </a:xfrm>
              <a:prstGeom prst="rect">
                <a:avLst/>
              </a:prstGeom>
              <a:blipFill>
                <a:blip r:embed="rId11"/>
                <a:stretch>
                  <a:fillRect l="-26667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7034D494-FF32-505D-4A3C-766FD0C94313}"/>
                  </a:ext>
                </a:extLst>
              </p:cNvPr>
              <p:cNvSpPr txBox="1"/>
              <p:nvPr/>
            </p:nvSpPr>
            <p:spPr>
              <a:xfrm>
                <a:off x="6354748" y="904748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CP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7034D494-FF32-505D-4A3C-766FD0C94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748" y="904748"/>
                <a:ext cx="458075" cy="462434"/>
              </a:xfrm>
              <a:prstGeom prst="rect">
                <a:avLst/>
              </a:prstGeom>
              <a:blipFill>
                <a:blip r:embed="rId12"/>
                <a:stretch>
                  <a:fillRect l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29F3A2AD-FAFD-B933-A31B-3C43F3D1D807}"/>
                  </a:ext>
                </a:extLst>
              </p:cNvPr>
              <p:cNvSpPr txBox="1"/>
              <p:nvPr/>
            </p:nvSpPr>
            <p:spPr>
              <a:xfrm>
                <a:off x="6348068" y="1384337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29F3A2AD-FAFD-B933-A31B-3C43F3D1D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068" y="1384337"/>
                <a:ext cx="458075" cy="462434"/>
              </a:xfrm>
              <a:prstGeom prst="rect">
                <a:avLst/>
              </a:prstGeom>
              <a:blipFill>
                <a:blip r:embed="rId13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116E13B1-9BAE-C295-BCDD-463B940E0907}"/>
                  </a:ext>
                </a:extLst>
              </p:cNvPr>
              <p:cNvSpPr txBox="1"/>
              <p:nvPr/>
            </p:nvSpPr>
            <p:spPr>
              <a:xfrm>
                <a:off x="6399817" y="2924988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116E13B1-9BAE-C295-BCDD-463B940E0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817" y="2924988"/>
                <a:ext cx="458075" cy="462434"/>
              </a:xfrm>
              <a:prstGeom prst="rect">
                <a:avLst/>
              </a:prstGeom>
              <a:blipFill>
                <a:blip r:embed="rId14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465E9025-83FA-7DF7-F6CE-8717083ABF52}"/>
                  </a:ext>
                </a:extLst>
              </p:cNvPr>
              <p:cNvSpPr txBox="1"/>
              <p:nvPr/>
            </p:nvSpPr>
            <p:spPr>
              <a:xfrm>
                <a:off x="6400800" y="5515813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465E9025-83FA-7DF7-F6CE-8717083AB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5515813"/>
                <a:ext cx="458075" cy="462434"/>
              </a:xfrm>
              <a:prstGeom prst="rect">
                <a:avLst/>
              </a:prstGeom>
              <a:blipFill>
                <a:blip r:embed="rId15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1F048C4D-E67F-7C6B-313F-EA6ECA2EB27F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3944190" cy="2653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位寄存器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：输入使能信号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：时钟信号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位数据输入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位数据输出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1F048C4D-E67F-7C6B-313F-EA6ECA2EB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3944190" cy="2653290"/>
              </a:xfrm>
              <a:prstGeom prst="rect">
                <a:avLst/>
              </a:prstGeom>
              <a:blipFill>
                <a:blip r:embed="rId16"/>
                <a:stretch>
                  <a:fillRect l="-3091" t="-920" b="-4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5E7F60E1-A703-C3C2-B449-BBE9B57767E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09D8AD44-1499-1886-0B45-169F8915ADC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54" name="箭头: 五边形 153">
                <a:extLst>
                  <a:ext uri="{FF2B5EF4-FFF2-40B4-BE49-F238E27FC236}">
                    <a16:creationId xmlns:a16="http://schemas.microsoft.com/office/drawing/2014/main" id="{CD0487BE-5023-2D35-6EA1-D57D1B07B62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箭头: V 形 154">
                <a:extLst>
                  <a:ext uri="{FF2B5EF4-FFF2-40B4-BE49-F238E27FC236}">
                    <a16:creationId xmlns:a16="http://schemas.microsoft.com/office/drawing/2014/main" id="{80E6E31E-8D21-A4D3-47C9-69356AF9A52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3" name="灯片编号占位符 3">
              <a:extLst>
                <a:ext uri="{FF2B5EF4-FFF2-40B4-BE49-F238E27FC236}">
                  <a16:creationId xmlns:a16="http://schemas.microsoft.com/office/drawing/2014/main" id="{8DD18707-DB51-72C0-C062-427D7E65ABA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753D5E92-09C0-7FF2-FB67-F357E928FDC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寄存器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02A966-529C-0EFA-7D4A-47257E850C68}"/>
              </a:ext>
            </a:extLst>
          </p:cNvPr>
          <p:cNvSpPr txBox="1"/>
          <p:nvPr/>
        </p:nvSpPr>
        <p:spPr>
          <a:xfrm>
            <a:off x="360000" y="3600000"/>
            <a:ext cx="6369277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功能表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34561161-8644-1015-4F71-F1BE27B382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308105"/>
                  </p:ext>
                </p:extLst>
              </p:nvPr>
            </p:nvGraphicFramePr>
            <p:xfrm>
              <a:off x="1952318" y="4114800"/>
              <a:ext cx="3184640" cy="201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06605">
                      <a:extLst>
                        <a:ext uri="{9D8B030D-6E8A-4147-A177-3AD203B41FA5}">
                          <a16:colId xmlns:a16="http://schemas.microsoft.com/office/drawing/2014/main" val="1973204342"/>
                        </a:ext>
                      </a:extLst>
                    </a:gridCol>
                    <a:gridCol w="1278035">
                      <a:extLst>
                        <a:ext uri="{9D8B030D-6E8A-4147-A177-3AD203B41FA5}">
                          <a16:colId xmlns:a16="http://schemas.microsoft.com/office/drawing/2014/main" val="14191404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92186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200" b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CP</m:t>
                              </m:r>
                            </m:oMath>
                          </a14:m>
                          <a:r>
                            <a:rPr lang="zh-CN" altLang="en-US" sz="2200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zh-CN" altLang="en-US" sz="22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2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2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2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2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223119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H     x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8732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L      ↑      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537700"/>
                      </a:ext>
                    </a:extLst>
                  </a:tr>
                  <a:tr h="33546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L      ↑      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10083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34561161-8644-1015-4F71-F1BE27B382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308105"/>
                  </p:ext>
                </p:extLst>
              </p:nvPr>
            </p:nvGraphicFramePr>
            <p:xfrm>
              <a:off x="1952318" y="4114800"/>
              <a:ext cx="3184640" cy="201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06605">
                      <a:extLst>
                        <a:ext uri="{9D8B030D-6E8A-4147-A177-3AD203B41FA5}">
                          <a16:colId xmlns:a16="http://schemas.microsoft.com/office/drawing/2014/main" val="1973204342"/>
                        </a:ext>
                      </a:extLst>
                    </a:gridCol>
                    <a:gridCol w="1278035">
                      <a:extLst>
                        <a:ext uri="{9D8B030D-6E8A-4147-A177-3AD203B41FA5}">
                          <a16:colId xmlns:a16="http://schemas.microsoft.com/office/drawing/2014/main" val="1419140408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输入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输出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4921861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7"/>
                          <a:stretch>
                            <a:fillRect l="-319" t="-100000" r="-67732" b="-3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7"/>
                          <a:stretch>
                            <a:fillRect l="-149524" t="-100000" r="-952" b="-30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3119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H     x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873206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L      ↑      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H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5377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L      ↑      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L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10083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AB5D4D6-789D-E347-6AAC-88E1A852547E}"/>
                  </a:ext>
                </a:extLst>
              </p:cNvPr>
              <p:cNvSpPr txBox="1"/>
              <p:nvPr/>
            </p:nvSpPr>
            <p:spPr>
              <a:xfrm>
                <a:off x="2120411" y="4521197"/>
                <a:ext cx="46412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AB5D4D6-789D-E347-6AAC-88E1A8525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411" y="4521197"/>
                <a:ext cx="464127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232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A1E8-EC0C-0C81-FAD7-FB5BF631F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8A6E3-C0AC-6A51-D52D-EBADFB2C18B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</a:t>
            </a:r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F814AE7-E7F3-A11C-581E-A8B5CCC4ABC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68442F84-6EAC-E8BC-15B0-E3A1F1A8E0A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54" name="箭头: 五边形 153">
                <a:extLst>
                  <a:ext uri="{FF2B5EF4-FFF2-40B4-BE49-F238E27FC236}">
                    <a16:creationId xmlns:a16="http://schemas.microsoft.com/office/drawing/2014/main" id="{05F67A2D-EF23-F9BD-FF50-F854700D7BC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箭头: V 形 154">
                <a:extLst>
                  <a:ext uri="{FF2B5EF4-FFF2-40B4-BE49-F238E27FC236}">
                    <a16:creationId xmlns:a16="http://schemas.microsoft.com/office/drawing/2014/main" id="{AB72C0EE-0E55-FF3E-FBF2-02CD560870F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3" name="灯片编号占位符 3">
              <a:extLst>
                <a:ext uri="{FF2B5EF4-FFF2-40B4-BE49-F238E27FC236}">
                  <a16:creationId xmlns:a16="http://schemas.microsoft.com/office/drawing/2014/main" id="{1B74D105-E656-E76E-4C6F-F834D09ADC3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FE007147-A0AD-F4F7-694B-248FF8FA8753}"/>
              </a:ext>
            </a:extLst>
          </p:cNvPr>
          <p:cNvSpPr txBox="1"/>
          <p:nvPr/>
        </p:nvSpPr>
        <p:spPr>
          <a:xfrm>
            <a:off x="360000" y="828000"/>
            <a:ext cx="9353651" cy="4732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移位寄存器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：若干个触发器级联可构成基本的移位寄存器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按照移位方向分类：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单向移位寄存器</a:t>
            </a: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双向移位寄存器</a:t>
            </a: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按照输入输出方式分类：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串入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串出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串入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并出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并入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串出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并入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并出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9C38356-76F0-860F-32E8-5DE580753040}"/>
              </a:ext>
            </a:extLst>
          </p:cNvPr>
          <p:cNvGrpSpPr/>
          <p:nvPr/>
        </p:nvGrpSpPr>
        <p:grpSpPr>
          <a:xfrm>
            <a:off x="4608000" y="2016000"/>
            <a:ext cx="6635237" cy="4565058"/>
            <a:chOff x="4663352" y="2020361"/>
            <a:chExt cx="6635237" cy="4565058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39C5F53D-AD1A-2381-3926-CD4887578348}"/>
                </a:ext>
              </a:extLst>
            </p:cNvPr>
            <p:cNvSpPr/>
            <p:nvPr/>
          </p:nvSpPr>
          <p:spPr>
            <a:xfrm>
              <a:off x="7120414" y="2020361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DF1F5242-1B69-3ACC-E2C0-0AE91728E9E5}"/>
                </a:ext>
              </a:extLst>
            </p:cNvPr>
            <p:cNvSpPr/>
            <p:nvPr/>
          </p:nvSpPr>
          <p:spPr>
            <a:xfrm>
              <a:off x="8513139" y="2020361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00C39FD2-402D-2A84-8E22-D7BDE00F0909}"/>
                </a:ext>
              </a:extLst>
            </p:cNvPr>
            <p:cNvSpPr/>
            <p:nvPr/>
          </p:nvSpPr>
          <p:spPr>
            <a:xfrm>
              <a:off x="9905864" y="2020361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13C76449-37EA-A7E5-2490-CEA49F3EA396}"/>
                </a:ext>
              </a:extLst>
            </p:cNvPr>
            <p:cNvCxnSpPr>
              <a:cxnSpLocks/>
              <a:stCxn id="93" idx="3"/>
              <a:endCxn id="94" idx="1"/>
            </p:cNvCxnSpPr>
            <p:nvPr/>
          </p:nvCxnSpPr>
          <p:spPr>
            <a:xfrm>
              <a:off x="8081149" y="2363971"/>
              <a:ext cx="43199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4777B962-2834-5E0D-A020-C8DEC261B1CB}"/>
                </a:ext>
              </a:extLst>
            </p:cNvPr>
            <p:cNvCxnSpPr>
              <a:cxnSpLocks/>
              <a:stCxn id="94" idx="3"/>
              <a:endCxn id="95" idx="1"/>
            </p:cNvCxnSpPr>
            <p:nvPr/>
          </p:nvCxnSpPr>
          <p:spPr>
            <a:xfrm>
              <a:off x="9473874" y="2363971"/>
              <a:ext cx="43199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0D2B7D5D-144A-4BA6-2504-E6DBB198ECA9}"/>
                </a:ext>
              </a:extLst>
            </p:cNvPr>
            <p:cNvCxnSpPr>
              <a:cxnSpLocks/>
              <a:endCxn id="93" idx="1"/>
            </p:cNvCxnSpPr>
            <p:nvPr/>
          </p:nvCxnSpPr>
          <p:spPr>
            <a:xfrm>
              <a:off x="6688424" y="2363970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B6FCE4FC-F66F-8655-D178-353D8F5E523B}"/>
                </a:ext>
              </a:extLst>
            </p:cNvPr>
            <p:cNvCxnSpPr>
              <a:cxnSpLocks/>
              <a:stCxn id="95" idx="3"/>
            </p:cNvCxnSpPr>
            <p:nvPr/>
          </p:nvCxnSpPr>
          <p:spPr>
            <a:xfrm flipV="1">
              <a:off x="10866599" y="2363970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53EB3A17-BA33-FB15-70C6-07DB1EE93F31}"/>
                </a:ext>
              </a:extLst>
            </p:cNvPr>
            <p:cNvSpPr/>
            <p:nvPr/>
          </p:nvSpPr>
          <p:spPr>
            <a:xfrm>
              <a:off x="7120414" y="3160248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3F8AA4AD-8CAF-779E-2EDE-1474CF32F735}"/>
                </a:ext>
              </a:extLst>
            </p:cNvPr>
            <p:cNvSpPr/>
            <p:nvPr/>
          </p:nvSpPr>
          <p:spPr>
            <a:xfrm>
              <a:off x="8513139" y="3160248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2360D0C-C28D-E6DE-B4B1-8A91E1A39CA9}"/>
                </a:ext>
              </a:extLst>
            </p:cNvPr>
            <p:cNvSpPr/>
            <p:nvPr/>
          </p:nvSpPr>
          <p:spPr>
            <a:xfrm>
              <a:off x="9905864" y="3160248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5501534E-4C90-E1AB-3762-94433550A42C}"/>
                </a:ext>
              </a:extLst>
            </p:cNvPr>
            <p:cNvCxnSpPr>
              <a:cxnSpLocks/>
              <a:stCxn id="100" idx="3"/>
              <a:endCxn id="101" idx="1"/>
            </p:cNvCxnSpPr>
            <p:nvPr/>
          </p:nvCxnSpPr>
          <p:spPr>
            <a:xfrm>
              <a:off x="8081149" y="3503858"/>
              <a:ext cx="43199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169CAAF7-0D12-D891-FC62-68B302F18FD6}"/>
                </a:ext>
              </a:extLst>
            </p:cNvPr>
            <p:cNvCxnSpPr>
              <a:cxnSpLocks/>
              <a:stCxn id="101" idx="3"/>
              <a:endCxn id="102" idx="1"/>
            </p:cNvCxnSpPr>
            <p:nvPr/>
          </p:nvCxnSpPr>
          <p:spPr>
            <a:xfrm>
              <a:off x="9473874" y="3503858"/>
              <a:ext cx="43199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942D8E4D-81CD-153A-445A-BB77DE83A92B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>
              <a:off x="6688424" y="3503857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D5875215-616A-710E-E4E9-2702844B0BAA}"/>
                </a:ext>
              </a:extLst>
            </p:cNvPr>
            <p:cNvCxnSpPr>
              <a:cxnSpLocks/>
              <a:stCxn id="102" idx="3"/>
            </p:cNvCxnSpPr>
            <p:nvPr/>
          </p:nvCxnSpPr>
          <p:spPr>
            <a:xfrm flipV="1">
              <a:off x="10866599" y="3503857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FC421647-37D9-C4B0-14B2-E59747C4AF67}"/>
                </a:ext>
              </a:extLst>
            </p:cNvPr>
            <p:cNvSpPr/>
            <p:nvPr/>
          </p:nvSpPr>
          <p:spPr>
            <a:xfrm>
              <a:off x="7120414" y="4300134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9C21F813-9EF5-A7BE-CF0C-EF7EB28042D7}"/>
                </a:ext>
              </a:extLst>
            </p:cNvPr>
            <p:cNvSpPr/>
            <p:nvPr/>
          </p:nvSpPr>
          <p:spPr>
            <a:xfrm>
              <a:off x="8513139" y="4300134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39F03D0-88BA-A6DF-B1BF-26EB7547D566}"/>
                </a:ext>
              </a:extLst>
            </p:cNvPr>
            <p:cNvSpPr/>
            <p:nvPr/>
          </p:nvSpPr>
          <p:spPr>
            <a:xfrm>
              <a:off x="9905864" y="4300134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71E57BC5-26CC-A1F3-F081-382A1689D37B}"/>
                </a:ext>
              </a:extLst>
            </p:cNvPr>
            <p:cNvCxnSpPr>
              <a:cxnSpLocks/>
              <a:stCxn id="115" idx="3"/>
              <a:endCxn id="116" idx="1"/>
            </p:cNvCxnSpPr>
            <p:nvPr/>
          </p:nvCxnSpPr>
          <p:spPr>
            <a:xfrm>
              <a:off x="8081149" y="4643744"/>
              <a:ext cx="43199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C86A8670-22B1-8E38-2A9C-3744AC5FD081}"/>
                </a:ext>
              </a:extLst>
            </p:cNvPr>
            <p:cNvCxnSpPr>
              <a:cxnSpLocks/>
              <a:stCxn id="116" idx="3"/>
              <a:endCxn id="117" idx="1"/>
            </p:cNvCxnSpPr>
            <p:nvPr/>
          </p:nvCxnSpPr>
          <p:spPr>
            <a:xfrm>
              <a:off x="9473874" y="4643744"/>
              <a:ext cx="43199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2D8C63A3-4BF9-97C5-179D-DDEABD9DF279}"/>
                </a:ext>
              </a:extLst>
            </p:cNvPr>
            <p:cNvCxnSpPr>
              <a:cxnSpLocks/>
              <a:stCxn id="117" idx="3"/>
            </p:cNvCxnSpPr>
            <p:nvPr/>
          </p:nvCxnSpPr>
          <p:spPr>
            <a:xfrm flipV="1">
              <a:off x="10866599" y="4643743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246BC628-C2F4-7AFF-87E7-1992F8AA2972}"/>
                </a:ext>
              </a:extLst>
            </p:cNvPr>
            <p:cNvSpPr/>
            <p:nvPr/>
          </p:nvSpPr>
          <p:spPr>
            <a:xfrm>
              <a:off x="7120414" y="5549076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5623BBCE-A087-D6D6-9D4B-5E81723A40DD}"/>
                </a:ext>
              </a:extLst>
            </p:cNvPr>
            <p:cNvSpPr/>
            <p:nvPr/>
          </p:nvSpPr>
          <p:spPr>
            <a:xfrm>
              <a:off x="8513139" y="5549076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C12B07B9-5BA3-58BC-431D-5BF7EAD0D601}"/>
                </a:ext>
              </a:extLst>
            </p:cNvPr>
            <p:cNvSpPr/>
            <p:nvPr/>
          </p:nvSpPr>
          <p:spPr>
            <a:xfrm>
              <a:off x="9905864" y="5549076"/>
              <a:ext cx="960735" cy="68721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触发器（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5CA2D9BC-860C-7739-5375-F73F8A2AF457}"/>
                </a:ext>
              </a:extLst>
            </p:cNvPr>
            <p:cNvCxnSpPr>
              <a:cxnSpLocks/>
              <a:stCxn id="121" idx="3"/>
              <a:endCxn id="122" idx="1"/>
            </p:cNvCxnSpPr>
            <p:nvPr/>
          </p:nvCxnSpPr>
          <p:spPr>
            <a:xfrm>
              <a:off x="8081149" y="5892686"/>
              <a:ext cx="43199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A76860BB-7A0B-FF77-2268-753E3207067E}"/>
                </a:ext>
              </a:extLst>
            </p:cNvPr>
            <p:cNvCxnSpPr>
              <a:cxnSpLocks/>
              <a:stCxn id="122" idx="3"/>
              <a:endCxn id="123" idx="1"/>
            </p:cNvCxnSpPr>
            <p:nvPr/>
          </p:nvCxnSpPr>
          <p:spPr>
            <a:xfrm>
              <a:off x="9473874" y="5892686"/>
              <a:ext cx="43199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51E3C421-EB53-1CE4-D1A0-E671F2BA6D60}"/>
                </a:ext>
              </a:extLst>
            </p:cNvPr>
            <p:cNvCxnSpPr>
              <a:cxnSpLocks/>
              <a:stCxn id="123" idx="3"/>
            </p:cNvCxnSpPr>
            <p:nvPr/>
          </p:nvCxnSpPr>
          <p:spPr>
            <a:xfrm flipV="1">
              <a:off x="10866599" y="5892685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0D29F75C-470B-669A-EB56-E7B23FA4EB7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081146" y="3287860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DE4043C6-5252-6C67-80AE-530143A8C9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73873" y="3287860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B52133F4-85B6-0D47-4060-FB3120CD2BD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069718" y="3287859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5A366E8E-3004-BDD5-05E6-CEF03B0E60E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430512" y="5158976"/>
              <a:ext cx="340538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3FB409B8-020B-9C6B-D0E6-EBDD83C7895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23236" y="5157622"/>
              <a:ext cx="340538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7A216C8A-60B8-DF36-311D-93054A13B2F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215962" y="5157622"/>
              <a:ext cx="340538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6D5BF5F3-59E7-413A-22E2-F941D6FED4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069717" y="5690007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4B159BB5-9CC0-F501-152A-A7B3C9B177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430510" y="6415149"/>
              <a:ext cx="340538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A513CB3E-C314-53A7-D3A4-0B236A4E345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823234" y="6413795"/>
              <a:ext cx="340538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06AA52D2-5B8D-1B39-914F-346F4CE6A41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215960" y="6413795"/>
              <a:ext cx="340538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AB129364-9BCB-E578-59CA-A1CF7439C158}"/>
                </a:ext>
              </a:extLst>
            </p:cNvPr>
            <p:cNvSpPr txBox="1"/>
            <p:nvPr/>
          </p:nvSpPr>
          <p:spPr>
            <a:xfrm>
              <a:off x="4663352" y="2165678"/>
              <a:ext cx="1677217" cy="396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串入 </a:t>
              </a:r>
              <a:r>
                <a:rPr kumimoji="1"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 </a:t>
              </a:r>
              <a:r>
                <a: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串出</a:t>
              </a:r>
              <a:endPara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1C9B096E-EAC6-9728-9055-29EF372010A8}"/>
                </a:ext>
              </a:extLst>
            </p:cNvPr>
            <p:cNvSpPr txBox="1"/>
            <p:nvPr/>
          </p:nvSpPr>
          <p:spPr>
            <a:xfrm>
              <a:off x="4663352" y="3305563"/>
              <a:ext cx="1677217" cy="396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串入 </a:t>
              </a:r>
              <a:r>
                <a:rPr kumimoji="1"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 </a:t>
              </a:r>
              <a:r>
                <a: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并出</a:t>
              </a:r>
              <a:endPara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7E1DA406-9AC6-B5C6-43F7-653FA6DBC014}"/>
                </a:ext>
              </a:extLst>
            </p:cNvPr>
            <p:cNvSpPr txBox="1"/>
            <p:nvPr/>
          </p:nvSpPr>
          <p:spPr>
            <a:xfrm>
              <a:off x="4663352" y="4447504"/>
              <a:ext cx="1677217" cy="396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并入 </a:t>
              </a:r>
              <a:r>
                <a:rPr kumimoji="1"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 </a:t>
              </a:r>
              <a:r>
                <a: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串出</a:t>
              </a:r>
              <a:endPara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448126CF-893F-E9A6-B391-5507BF1A837E}"/>
                </a:ext>
              </a:extLst>
            </p:cNvPr>
            <p:cNvSpPr txBox="1"/>
            <p:nvPr/>
          </p:nvSpPr>
          <p:spPr>
            <a:xfrm>
              <a:off x="4663352" y="5703279"/>
              <a:ext cx="1677217" cy="3965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并入 </a:t>
              </a:r>
              <a:r>
                <a:rPr kumimoji="1"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 </a:t>
              </a:r>
              <a:r>
                <a:rPr kumimoji="1"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并出</a:t>
              </a:r>
              <a:endPara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62BDFB37-6AF0-CD11-F215-B9188C50AB7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078379" y="5685603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7CE2B7E0-7D54-2DF3-3AC6-C0EE698AF29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71106" y="5685603"/>
              <a:ext cx="431990" cy="1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DE49BBC-281F-EA3C-446A-86A526907E40}"/>
                </a:ext>
              </a:extLst>
            </p:cNvPr>
            <p:cNvSpPr/>
            <p:nvPr/>
          </p:nvSpPr>
          <p:spPr>
            <a:xfrm flipV="1">
              <a:off x="8243222" y="3449015"/>
              <a:ext cx="108000" cy="10603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E693DBA7-DB61-792C-2A54-368F3FAA0F91}"/>
                </a:ext>
              </a:extLst>
            </p:cNvPr>
            <p:cNvSpPr/>
            <p:nvPr/>
          </p:nvSpPr>
          <p:spPr>
            <a:xfrm flipV="1">
              <a:off x="9635412" y="3449015"/>
              <a:ext cx="108000" cy="10603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91ECE3A-6088-CBF9-8415-E69FFA15117A}"/>
                </a:ext>
              </a:extLst>
            </p:cNvPr>
            <p:cNvSpPr/>
            <p:nvPr/>
          </p:nvSpPr>
          <p:spPr>
            <a:xfrm flipV="1">
              <a:off x="8240058" y="5839742"/>
              <a:ext cx="108000" cy="10603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84A989B-830F-234D-6A9E-775E8D87DE04}"/>
                </a:ext>
              </a:extLst>
            </p:cNvPr>
            <p:cNvSpPr/>
            <p:nvPr/>
          </p:nvSpPr>
          <p:spPr>
            <a:xfrm flipV="1">
              <a:off x="9632543" y="5839742"/>
              <a:ext cx="108000" cy="10603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42376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E623A1-84A0-7315-5343-E9ACA4CAF122}"/>
              </a:ext>
            </a:extLst>
          </p:cNvPr>
          <p:cNvSpPr txBox="1"/>
          <p:nvPr/>
        </p:nvSpPr>
        <p:spPr>
          <a:xfrm>
            <a:off x="360000" y="828000"/>
            <a:ext cx="6051872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单向移位寄存器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串入 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串出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并出的四位移位寄存器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3448C61-5766-CC4B-465F-CD333D4313E0}"/>
                  </a:ext>
                </a:extLst>
              </p:cNvPr>
              <p:cNvSpPr/>
              <p:nvPr/>
            </p:nvSpPr>
            <p:spPr>
              <a:xfrm>
                <a:off x="2431070" y="3872607"/>
                <a:ext cx="937799" cy="135355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zh-CN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FF</m:t>
                        </m:r>
                      </m:e>
                      <m:sub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3448C61-5766-CC4B-465F-CD333D4313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070" y="3872607"/>
                <a:ext cx="937799" cy="1353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27">
            <a:extLst>
              <a:ext uri="{FF2B5EF4-FFF2-40B4-BE49-F238E27FC236}">
                <a16:creationId xmlns:a16="http://schemas.microsoft.com/office/drawing/2014/main" id="{E29FA7F1-5939-9DFA-DB9C-D64FD9F03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8679" y="4922289"/>
            <a:ext cx="20358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63943A9-C44C-B33C-74D8-FF64028F1610}"/>
                  </a:ext>
                </a:extLst>
              </p:cNvPr>
              <p:cNvSpPr txBox="1"/>
              <p:nvPr/>
            </p:nvSpPr>
            <p:spPr>
              <a:xfrm>
                <a:off x="2479756" y="3933215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63943A9-C44C-B33C-74D8-FF64028F1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756" y="3933215"/>
                <a:ext cx="448351" cy="461665"/>
              </a:xfrm>
              <a:prstGeom prst="rect">
                <a:avLst/>
              </a:prstGeom>
              <a:blipFill>
                <a:blip r:embed="rId3"/>
                <a:stretch>
                  <a:fillRect l="-24658" r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9F5A32B-CB39-B444-21AF-ED6B601EFD80}"/>
                  </a:ext>
                </a:extLst>
              </p:cNvPr>
              <p:cNvSpPr txBox="1"/>
              <p:nvPr/>
            </p:nvSpPr>
            <p:spPr>
              <a:xfrm>
                <a:off x="2558310" y="4691456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9F5A32B-CB39-B444-21AF-ED6B601E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310" y="4691456"/>
                <a:ext cx="448351" cy="461665"/>
              </a:xfrm>
              <a:prstGeom prst="rect">
                <a:avLst/>
              </a:prstGeom>
              <a:blipFill>
                <a:blip r:embed="rId4"/>
                <a:stretch>
                  <a:fillRect l="-21918" r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>
            <a:extLst>
              <a:ext uri="{FF2B5EF4-FFF2-40B4-BE49-F238E27FC236}">
                <a16:creationId xmlns:a16="http://schemas.microsoft.com/office/drawing/2014/main" id="{8EBC43DB-659C-8F07-004C-F53EB95A861E}"/>
              </a:ext>
            </a:extLst>
          </p:cNvPr>
          <p:cNvSpPr/>
          <p:nvPr/>
        </p:nvSpPr>
        <p:spPr>
          <a:xfrm flipV="1">
            <a:off x="3374804" y="4861643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844EE99-5C18-DFCD-48A4-589E9E2C0C90}"/>
              </a:ext>
            </a:extLst>
          </p:cNvPr>
          <p:cNvSpPr/>
          <p:nvPr/>
        </p:nvSpPr>
        <p:spPr>
          <a:xfrm rot="5400000">
            <a:off x="2392650" y="4874331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Line 27">
            <a:extLst>
              <a:ext uri="{FF2B5EF4-FFF2-40B4-BE49-F238E27FC236}">
                <a16:creationId xmlns:a16="http://schemas.microsoft.com/office/drawing/2014/main" id="{FB3F1D3C-21C5-82EA-81E2-CC29FA8A5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3062" y="4174376"/>
            <a:ext cx="7780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A5D6524-6F90-91DA-B040-CF236FB60198}"/>
                  </a:ext>
                </a:extLst>
              </p:cNvPr>
              <p:cNvSpPr/>
              <p:nvPr/>
            </p:nvSpPr>
            <p:spPr>
              <a:xfrm>
                <a:off x="4552510" y="3872607"/>
                <a:ext cx="937799" cy="135355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zh-CN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FF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A5D6524-6F90-91DA-B040-CF236FB601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510" y="3872607"/>
                <a:ext cx="937799" cy="1353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27">
            <a:extLst>
              <a:ext uri="{FF2B5EF4-FFF2-40B4-BE49-F238E27FC236}">
                <a16:creationId xmlns:a16="http://schemas.microsoft.com/office/drawing/2014/main" id="{36F9AFE2-3B07-E871-3AE5-4332E318E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0119" y="4922289"/>
            <a:ext cx="20358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24CC987-47FE-F361-E23C-C6369CA2B172}"/>
                  </a:ext>
                </a:extLst>
              </p:cNvPr>
              <p:cNvSpPr txBox="1"/>
              <p:nvPr/>
            </p:nvSpPr>
            <p:spPr>
              <a:xfrm>
                <a:off x="4601196" y="3933215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24CC987-47FE-F361-E23C-C6369CA2B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196" y="3933215"/>
                <a:ext cx="448351" cy="461665"/>
              </a:xfrm>
              <a:prstGeom prst="rect">
                <a:avLst/>
              </a:prstGeom>
              <a:blipFill>
                <a:blip r:embed="rId6"/>
                <a:stretch>
                  <a:fillRect l="-24658" r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40D88A2-4370-4E3E-C2BB-FAF07EDBA100}"/>
                  </a:ext>
                </a:extLst>
              </p:cNvPr>
              <p:cNvSpPr txBox="1"/>
              <p:nvPr/>
            </p:nvSpPr>
            <p:spPr>
              <a:xfrm>
                <a:off x="4679750" y="4691456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40D88A2-4370-4E3E-C2BB-FAF07EDBA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750" y="4691456"/>
                <a:ext cx="448351" cy="461665"/>
              </a:xfrm>
              <a:prstGeom prst="rect">
                <a:avLst/>
              </a:prstGeom>
              <a:blipFill>
                <a:blip r:embed="rId7"/>
                <a:stretch>
                  <a:fillRect l="-21918" r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>
            <a:extLst>
              <a:ext uri="{FF2B5EF4-FFF2-40B4-BE49-F238E27FC236}">
                <a16:creationId xmlns:a16="http://schemas.microsoft.com/office/drawing/2014/main" id="{182FA1E1-2CA3-023D-C7D5-21DBC6BD8BC5}"/>
              </a:ext>
            </a:extLst>
          </p:cNvPr>
          <p:cNvSpPr/>
          <p:nvPr/>
        </p:nvSpPr>
        <p:spPr>
          <a:xfrm flipV="1">
            <a:off x="5496244" y="4861643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22D3D9AC-8417-5B04-AF0D-55884FD0C033}"/>
              </a:ext>
            </a:extLst>
          </p:cNvPr>
          <p:cNvSpPr/>
          <p:nvPr/>
        </p:nvSpPr>
        <p:spPr>
          <a:xfrm rot="5400000">
            <a:off x="4514090" y="4874331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32EE1567-B05E-1110-B99C-B45E2D505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869" y="4174376"/>
            <a:ext cx="118364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D653FDD0-6B38-7CF9-A2D6-376DFA02AA98}"/>
                  </a:ext>
                </a:extLst>
              </p:cNvPr>
              <p:cNvSpPr/>
              <p:nvPr/>
            </p:nvSpPr>
            <p:spPr>
              <a:xfrm>
                <a:off x="6666332" y="3872607"/>
                <a:ext cx="937799" cy="135355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zh-CN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FF</m:t>
                        </m:r>
                      </m:e>
                      <m:sub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D653FDD0-6B38-7CF9-A2D6-376DFA02AA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332" y="3872607"/>
                <a:ext cx="937799" cy="13535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ine 27">
            <a:extLst>
              <a:ext uri="{FF2B5EF4-FFF2-40B4-BE49-F238E27FC236}">
                <a16:creationId xmlns:a16="http://schemas.microsoft.com/office/drawing/2014/main" id="{00876D14-5993-BFA9-4069-6D6979BA86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3941" y="4922289"/>
            <a:ext cx="20358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6732251-7088-818F-C3CE-0E0C4E368A85}"/>
                  </a:ext>
                </a:extLst>
              </p:cNvPr>
              <p:cNvSpPr txBox="1"/>
              <p:nvPr/>
            </p:nvSpPr>
            <p:spPr>
              <a:xfrm>
                <a:off x="6715018" y="3933215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6732251-7088-818F-C3CE-0E0C4E368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018" y="3933215"/>
                <a:ext cx="448351" cy="461665"/>
              </a:xfrm>
              <a:prstGeom prst="rect">
                <a:avLst/>
              </a:prstGeom>
              <a:blipFill>
                <a:blip r:embed="rId9"/>
                <a:stretch>
                  <a:fillRect l="-24658" r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1784C32-F196-7346-6EF5-2232F1FA0913}"/>
                  </a:ext>
                </a:extLst>
              </p:cNvPr>
              <p:cNvSpPr txBox="1"/>
              <p:nvPr/>
            </p:nvSpPr>
            <p:spPr>
              <a:xfrm>
                <a:off x="6793572" y="4691456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1784C32-F196-7346-6EF5-2232F1FA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572" y="4691456"/>
                <a:ext cx="448351" cy="461665"/>
              </a:xfrm>
              <a:prstGeom prst="rect">
                <a:avLst/>
              </a:prstGeom>
              <a:blipFill>
                <a:blip r:embed="rId10"/>
                <a:stretch>
                  <a:fillRect l="-20270" r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椭圆 24">
            <a:extLst>
              <a:ext uri="{FF2B5EF4-FFF2-40B4-BE49-F238E27FC236}">
                <a16:creationId xmlns:a16="http://schemas.microsoft.com/office/drawing/2014/main" id="{CA2D51D2-471F-E9C6-E6F1-B7AB12154EE3}"/>
              </a:ext>
            </a:extLst>
          </p:cNvPr>
          <p:cNvSpPr/>
          <p:nvPr/>
        </p:nvSpPr>
        <p:spPr>
          <a:xfrm flipV="1">
            <a:off x="7610066" y="4861643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A21A3D1D-6BFF-484B-57CE-C36B65329602}"/>
              </a:ext>
            </a:extLst>
          </p:cNvPr>
          <p:cNvSpPr/>
          <p:nvPr/>
        </p:nvSpPr>
        <p:spPr>
          <a:xfrm rot="5400000">
            <a:off x="6627912" y="4874331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B3551B2F-7884-0F8E-BD93-E578890CF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0309" y="4174376"/>
            <a:ext cx="117602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C1D2B198-A547-C482-C31B-5B22D9226F8C}"/>
                  </a:ext>
                </a:extLst>
              </p:cNvPr>
              <p:cNvSpPr/>
              <p:nvPr/>
            </p:nvSpPr>
            <p:spPr>
              <a:xfrm>
                <a:off x="8735877" y="3872607"/>
                <a:ext cx="937799" cy="135355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altLang="zh-CN" dirty="0">
                    <a:solidFill>
                      <a:schemeClr val="tx1"/>
                    </a:solidFill>
                    <a:ea typeface="微软雅黑" panose="020B0503020204020204" pitchFamily="34" charset="-12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FF</m:t>
                        </m:r>
                      </m:e>
                      <m:sub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C1D2B198-A547-C482-C31B-5B22D9226F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877" y="3872607"/>
                <a:ext cx="937799" cy="13535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Line 27">
            <a:extLst>
              <a:ext uri="{FF2B5EF4-FFF2-40B4-BE49-F238E27FC236}">
                <a16:creationId xmlns:a16="http://schemas.microsoft.com/office/drawing/2014/main" id="{03A27254-4827-46B9-F453-0A2F7EFE6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3486" y="4922289"/>
            <a:ext cx="20358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8D8293D-DF0C-1988-C088-E44E20265C9F}"/>
                  </a:ext>
                </a:extLst>
              </p:cNvPr>
              <p:cNvSpPr txBox="1"/>
              <p:nvPr/>
            </p:nvSpPr>
            <p:spPr>
              <a:xfrm>
                <a:off x="8784563" y="3933215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8D8293D-DF0C-1988-C088-E44E2026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4563" y="3933215"/>
                <a:ext cx="448351" cy="461665"/>
              </a:xfrm>
              <a:prstGeom prst="rect">
                <a:avLst/>
              </a:prstGeom>
              <a:blipFill>
                <a:blip r:embed="rId12"/>
                <a:stretch>
                  <a:fillRect l="-24324" r="-5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9DCC0E0-90ED-2F7C-ADE4-22916BCD2385}"/>
                  </a:ext>
                </a:extLst>
              </p:cNvPr>
              <p:cNvSpPr txBox="1"/>
              <p:nvPr/>
            </p:nvSpPr>
            <p:spPr>
              <a:xfrm>
                <a:off x="8863117" y="4691456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9DCC0E0-90ED-2F7C-ADE4-22916BCD2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3117" y="4691456"/>
                <a:ext cx="448351" cy="461665"/>
              </a:xfrm>
              <a:prstGeom prst="rect">
                <a:avLst/>
              </a:prstGeom>
              <a:blipFill>
                <a:blip r:embed="rId13"/>
                <a:stretch>
                  <a:fillRect l="-21918" r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椭圆 57">
            <a:extLst>
              <a:ext uri="{FF2B5EF4-FFF2-40B4-BE49-F238E27FC236}">
                <a16:creationId xmlns:a16="http://schemas.microsoft.com/office/drawing/2014/main" id="{ABC096CB-D8FB-F855-E281-D992B2B32F0A}"/>
              </a:ext>
            </a:extLst>
          </p:cNvPr>
          <p:cNvSpPr/>
          <p:nvPr/>
        </p:nvSpPr>
        <p:spPr>
          <a:xfrm flipV="1">
            <a:off x="9679611" y="4861643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59" name="等腰三角形 58">
            <a:extLst>
              <a:ext uri="{FF2B5EF4-FFF2-40B4-BE49-F238E27FC236}">
                <a16:creationId xmlns:a16="http://schemas.microsoft.com/office/drawing/2014/main" id="{A1B12542-C557-79C8-2404-1AAFD4FDACCA}"/>
              </a:ext>
            </a:extLst>
          </p:cNvPr>
          <p:cNvSpPr/>
          <p:nvPr/>
        </p:nvSpPr>
        <p:spPr>
          <a:xfrm rot="5400000">
            <a:off x="8697457" y="4874331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Line 27">
            <a:extLst>
              <a:ext uri="{FF2B5EF4-FFF2-40B4-BE49-F238E27FC236}">
                <a16:creationId xmlns:a16="http://schemas.microsoft.com/office/drawing/2014/main" id="{9A001AB1-96A9-83C5-5B54-EC28C7193A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4131" y="4174376"/>
            <a:ext cx="113174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1" name="Line 27">
            <a:extLst>
              <a:ext uri="{FF2B5EF4-FFF2-40B4-BE49-F238E27FC236}">
                <a16:creationId xmlns:a16="http://schemas.microsoft.com/office/drawing/2014/main" id="{D9491D91-1724-B8AC-48E0-D17D6867C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3676" y="4174376"/>
            <a:ext cx="7703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2" name="Line 27">
            <a:extLst>
              <a:ext uri="{FF2B5EF4-FFF2-40B4-BE49-F238E27FC236}">
                <a16:creationId xmlns:a16="http://schemas.microsoft.com/office/drawing/2014/main" id="{29EA9620-7667-C6C4-1D3C-A437B430A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3061" y="5702902"/>
            <a:ext cx="687923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3" name="Line 27">
            <a:extLst>
              <a:ext uri="{FF2B5EF4-FFF2-40B4-BE49-F238E27FC236}">
                <a16:creationId xmlns:a16="http://schemas.microsoft.com/office/drawing/2014/main" id="{02C3A219-397E-EE13-B22D-7F54678F3C7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951472" y="5305446"/>
            <a:ext cx="7949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4" name="Line 27">
            <a:extLst>
              <a:ext uri="{FF2B5EF4-FFF2-40B4-BE49-F238E27FC236}">
                <a16:creationId xmlns:a16="http://schemas.microsoft.com/office/drawing/2014/main" id="{94884A36-1116-3791-6B2F-611AA5B05EC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065294" y="5306785"/>
            <a:ext cx="7949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5" name="Line 27">
            <a:extLst>
              <a:ext uri="{FF2B5EF4-FFF2-40B4-BE49-F238E27FC236}">
                <a16:creationId xmlns:a16="http://schemas.microsoft.com/office/drawing/2014/main" id="{ADC0950D-7812-D341-278B-26738CC90A8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126683" y="5306886"/>
            <a:ext cx="7949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56735902-7F91-02BB-8D1A-1466871E0C2F}"/>
              </a:ext>
            </a:extLst>
          </p:cNvPr>
          <p:cNvSpPr/>
          <p:nvPr/>
        </p:nvSpPr>
        <p:spPr>
          <a:xfrm flipV="1">
            <a:off x="4298398" y="5652847"/>
            <a:ext cx="101484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9526FC0B-A81C-DE2E-C0C3-A1D0BA889F2A}"/>
              </a:ext>
            </a:extLst>
          </p:cNvPr>
          <p:cNvSpPr/>
          <p:nvPr/>
        </p:nvSpPr>
        <p:spPr>
          <a:xfrm flipV="1">
            <a:off x="6412480" y="5649886"/>
            <a:ext cx="101484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CEFC0E39-A8FE-207E-0F02-7ADAF755EFAC}"/>
              </a:ext>
            </a:extLst>
          </p:cNvPr>
          <p:cNvSpPr/>
          <p:nvPr/>
        </p:nvSpPr>
        <p:spPr>
          <a:xfrm flipV="1">
            <a:off x="2177937" y="5650526"/>
            <a:ext cx="101484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0" name="Line 27">
            <a:extLst>
              <a:ext uri="{FF2B5EF4-FFF2-40B4-BE49-F238E27FC236}">
                <a16:creationId xmlns:a16="http://schemas.microsoft.com/office/drawing/2014/main" id="{7749F045-A41E-D10A-20BE-7B37714DCD3F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831223" y="5306533"/>
            <a:ext cx="7949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C4B458BB-355D-72E8-085B-2D909F9F2891}"/>
              </a:ext>
            </a:extLst>
          </p:cNvPr>
          <p:cNvSpPr/>
          <p:nvPr/>
        </p:nvSpPr>
        <p:spPr>
          <a:xfrm flipV="1">
            <a:off x="3909947" y="4121360"/>
            <a:ext cx="101484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A3C4FACE-4C4D-BB21-AD74-BE4339805076}"/>
              </a:ext>
            </a:extLst>
          </p:cNvPr>
          <p:cNvSpPr/>
          <p:nvPr/>
        </p:nvSpPr>
        <p:spPr>
          <a:xfrm flipV="1">
            <a:off x="6027578" y="4121360"/>
            <a:ext cx="101484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9ADC87A3-7F3E-96AB-D12C-20283B031E19}"/>
              </a:ext>
            </a:extLst>
          </p:cNvPr>
          <p:cNvSpPr/>
          <p:nvPr/>
        </p:nvSpPr>
        <p:spPr>
          <a:xfrm flipV="1">
            <a:off x="8119262" y="4121360"/>
            <a:ext cx="101484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74" name="Line 27">
            <a:extLst>
              <a:ext uri="{FF2B5EF4-FFF2-40B4-BE49-F238E27FC236}">
                <a16:creationId xmlns:a16="http://schemas.microsoft.com/office/drawing/2014/main" id="{693EDDDD-0009-0217-6997-1CF14068C08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992178" y="3995782"/>
            <a:ext cx="35431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75" name="Line 27">
            <a:extLst>
              <a:ext uri="{FF2B5EF4-FFF2-40B4-BE49-F238E27FC236}">
                <a16:creationId xmlns:a16="http://schemas.microsoft.com/office/drawing/2014/main" id="{C03F82DD-1AFC-15A4-EDE8-AAFC3A48BE3E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5901632" y="3993786"/>
            <a:ext cx="35431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76" name="Line 27">
            <a:extLst>
              <a:ext uri="{FF2B5EF4-FFF2-40B4-BE49-F238E27FC236}">
                <a16:creationId xmlns:a16="http://schemas.microsoft.com/office/drawing/2014/main" id="{8737AA87-33E4-9BFF-B6CE-DF3A7AD9F43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784881" y="3993786"/>
            <a:ext cx="35431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B787FA0-D10E-8D68-FE6C-4C32CF146549}"/>
                  </a:ext>
                </a:extLst>
              </p:cNvPr>
              <p:cNvSpPr txBox="1"/>
              <p:nvPr/>
            </p:nvSpPr>
            <p:spPr>
              <a:xfrm>
                <a:off x="1060605" y="3942105"/>
                <a:ext cx="7780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EB787FA0-D10E-8D68-FE6C-4C32CF146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05" y="3942105"/>
                <a:ext cx="778007" cy="461665"/>
              </a:xfrm>
              <a:prstGeom prst="rect">
                <a:avLst/>
              </a:prstGeom>
              <a:blipFill>
                <a:blip r:embed="rId1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4069ECE4-3B1A-2DBA-788D-92AD4C7333F6}"/>
                  </a:ext>
                </a:extLst>
              </p:cNvPr>
              <p:cNvSpPr txBox="1"/>
              <p:nvPr/>
            </p:nvSpPr>
            <p:spPr>
              <a:xfrm>
                <a:off x="1064219" y="5472069"/>
                <a:ext cx="7780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CP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4069ECE4-3B1A-2DBA-788D-92AD4C733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219" y="5472069"/>
                <a:ext cx="778007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4652158-B14C-D437-81E2-9C4ABE460073}"/>
                  </a:ext>
                </a:extLst>
              </p:cNvPr>
              <p:cNvSpPr txBox="1"/>
              <p:nvPr/>
            </p:nvSpPr>
            <p:spPr>
              <a:xfrm>
                <a:off x="3622428" y="3330994"/>
                <a:ext cx="6759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4652158-B14C-D437-81E2-9C4ABE460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428" y="3330994"/>
                <a:ext cx="675970" cy="461665"/>
              </a:xfrm>
              <a:prstGeom prst="rect">
                <a:avLst/>
              </a:prstGeom>
              <a:blipFill>
                <a:blip r:embed="rId16"/>
                <a:stretch>
                  <a:fillRect l="-1802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8165119-7C47-C562-67A6-5BA7D9809DA1}"/>
                  </a:ext>
                </a:extLst>
              </p:cNvPr>
              <p:cNvSpPr txBox="1"/>
              <p:nvPr/>
            </p:nvSpPr>
            <p:spPr>
              <a:xfrm>
                <a:off x="5740335" y="3352726"/>
                <a:ext cx="6759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8165119-7C47-C562-67A6-5BA7D9809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335" y="3352726"/>
                <a:ext cx="675970" cy="461665"/>
              </a:xfrm>
              <a:prstGeom prst="rect">
                <a:avLst/>
              </a:prstGeom>
              <a:blipFill>
                <a:blip r:embed="rId17"/>
                <a:stretch>
                  <a:fillRect l="-1802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5D13829-0002-4644-E2BB-2225DA91BC6D}"/>
                  </a:ext>
                </a:extLst>
              </p:cNvPr>
              <p:cNvSpPr txBox="1"/>
              <p:nvPr/>
            </p:nvSpPr>
            <p:spPr>
              <a:xfrm>
                <a:off x="7831348" y="3357724"/>
                <a:ext cx="6759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5D13829-0002-4644-E2BB-2225DA91B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48" y="3357724"/>
                <a:ext cx="675970" cy="461665"/>
              </a:xfrm>
              <a:prstGeom prst="rect">
                <a:avLst/>
              </a:prstGeom>
              <a:blipFill>
                <a:blip r:embed="rId18"/>
                <a:stretch>
                  <a:fillRect l="-1802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椭圆 27">
            <a:extLst>
              <a:ext uri="{FF2B5EF4-FFF2-40B4-BE49-F238E27FC236}">
                <a16:creationId xmlns:a16="http://schemas.microsoft.com/office/drawing/2014/main" id="{7A9E3F8B-C5E1-D46F-3F64-56CD51286775}"/>
              </a:ext>
            </a:extLst>
          </p:cNvPr>
          <p:cNvSpPr/>
          <p:nvPr/>
        </p:nvSpPr>
        <p:spPr>
          <a:xfrm flipV="1">
            <a:off x="9948302" y="4117124"/>
            <a:ext cx="101484" cy="10603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16D52C5F-A00D-A34E-2494-FCA52BBDAD8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821218" y="3991546"/>
            <a:ext cx="35431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76FFDB0-1506-E4C9-B210-F15C36243767}"/>
                  </a:ext>
                </a:extLst>
              </p:cNvPr>
              <p:cNvSpPr txBox="1"/>
              <p:nvPr/>
            </p:nvSpPr>
            <p:spPr>
              <a:xfrm>
                <a:off x="9660388" y="3353488"/>
                <a:ext cx="6759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76FFDB0-1506-E4C9-B210-F15C36243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88" y="3353488"/>
                <a:ext cx="675970" cy="461665"/>
              </a:xfrm>
              <a:prstGeom prst="rect">
                <a:avLst/>
              </a:prstGeom>
              <a:blipFill>
                <a:blip r:embed="rId19"/>
                <a:stretch>
                  <a:fillRect l="-1802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85E9D55-D5C3-D1BF-BBD4-EDA6151B8B78}"/>
                  </a:ext>
                </a:extLst>
              </p:cNvPr>
              <p:cNvSpPr txBox="1"/>
              <p:nvPr/>
            </p:nvSpPr>
            <p:spPr>
              <a:xfrm>
                <a:off x="10414094" y="3933214"/>
                <a:ext cx="7780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SO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85E9D55-D5C3-D1BF-BBD4-EDA6151B8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94" y="3933214"/>
                <a:ext cx="778007" cy="461665"/>
              </a:xfrm>
              <a:prstGeom prst="rect">
                <a:avLst/>
              </a:prstGeom>
              <a:blipFill>
                <a:blip r:embed="rId20"/>
                <a:stretch>
                  <a:fillRect l="-781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>
            <a:extLst>
              <a:ext uri="{FF2B5EF4-FFF2-40B4-BE49-F238E27FC236}">
                <a16:creationId xmlns:a16="http://schemas.microsoft.com/office/drawing/2014/main" id="{3F10CFDA-EB7A-168E-204C-0BA55D3795B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59683B48-BCA6-C01D-69B0-4E3FEFC0371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5" name="箭头: 五边形 34">
                <a:extLst>
                  <a:ext uri="{FF2B5EF4-FFF2-40B4-BE49-F238E27FC236}">
                    <a16:creationId xmlns:a16="http://schemas.microsoft.com/office/drawing/2014/main" id="{E1F6E137-91DA-4B01-60D8-2EC3BC4B185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" name="箭头: V 形 35">
                <a:extLst>
                  <a:ext uri="{FF2B5EF4-FFF2-40B4-BE49-F238E27FC236}">
                    <a16:creationId xmlns:a16="http://schemas.microsoft.com/office/drawing/2014/main" id="{9ECB9F44-64EF-0F5F-5A5B-8454EDACEBA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灯片编号占位符 3">
              <a:extLst>
                <a:ext uri="{FF2B5EF4-FFF2-40B4-BE49-F238E27FC236}">
                  <a16:creationId xmlns:a16="http://schemas.microsoft.com/office/drawing/2014/main" id="{8F96DCA0-0C47-F9D2-F300-4CD0F77C9B2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622F7870-1BF0-A733-2F57-609A9E3BC7E3}"/>
              </a:ext>
            </a:extLst>
          </p:cNvPr>
          <p:cNvSpPr txBox="1"/>
          <p:nvPr/>
        </p:nvSpPr>
        <p:spPr>
          <a:xfrm>
            <a:off x="5490000" y="2376000"/>
            <a:ext cx="288000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并行输出数据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右大括号 37">
            <a:extLst>
              <a:ext uri="{FF2B5EF4-FFF2-40B4-BE49-F238E27FC236}">
                <a16:creationId xmlns:a16="http://schemas.microsoft.com/office/drawing/2014/main" id="{2B3539CC-34D7-B446-3F40-37D47004DEA9}"/>
              </a:ext>
            </a:extLst>
          </p:cNvPr>
          <p:cNvSpPr/>
          <p:nvPr/>
        </p:nvSpPr>
        <p:spPr>
          <a:xfrm rot="16200000">
            <a:off x="6660000" y="-108000"/>
            <a:ext cx="540000" cy="6300000"/>
          </a:xfrm>
          <a:prstGeom prst="rightBrace">
            <a:avLst>
              <a:gd name="adj1" fmla="val 117913"/>
              <a:gd name="adj2" fmla="val 50000"/>
            </a:avLst>
          </a:prstGeom>
          <a:ln w="254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79F7D40-8026-942C-C0CA-0466328F4754}"/>
              </a:ext>
            </a:extLst>
          </p:cNvPr>
          <p:cNvSpPr txBox="1"/>
          <p:nvPr/>
        </p:nvSpPr>
        <p:spPr>
          <a:xfrm>
            <a:off x="432000" y="4320000"/>
            <a:ext cx="180000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串行输入数据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787464B-8226-BBBF-60DF-715214FEB7E1}"/>
              </a:ext>
            </a:extLst>
          </p:cNvPr>
          <p:cNvSpPr txBox="1"/>
          <p:nvPr/>
        </p:nvSpPr>
        <p:spPr>
          <a:xfrm>
            <a:off x="9936000" y="4320000"/>
            <a:ext cx="1800000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串行输出数据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D533703-0D31-990E-81CC-6C7FA9684C8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</a:t>
            </a:r>
          </a:p>
        </p:txBody>
      </p:sp>
    </p:spTree>
    <p:extLst>
      <p:ext uri="{BB962C8B-B14F-4D97-AF65-F5344CB8AC3E}">
        <p14:creationId xmlns:p14="http://schemas.microsoft.com/office/powerpoint/2010/main" val="3100674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6EC2-00B0-7F45-8A1A-35E8B436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D4E7D97-299F-07A5-2FE9-531AAADC8373}"/>
              </a:ext>
            </a:extLst>
          </p:cNvPr>
          <p:cNvSpPr txBox="1"/>
          <p:nvPr/>
        </p:nvSpPr>
        <p:spPr>
          <a:xfrm>
            <a:off x="360000" y="828000"/>
            <a:ext cx="377581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四位单向移位寄存器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15207CD-538A-F689-5438-01C51F8E51E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8BCD3D18-4327-44FD-4548-590AF88423C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9" name="箭头: 五边形 58">
                <a:extLst>
                  <a:ext uri="{FF2B5EF4-FFF2-40B4-BE49-F238E27FC236}">
                    <a16:creationId xmlns:a16="http://schemas.microsoft.com/office/drawing/2014/main" id="{CF9E7EE1-EF4A-4F6F-A695-8370D6D67FD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箭头: V 形 59">
                <a:extLst>
                  <a:ext uri="{FF2B5EF4-FFF2-40B4-BE49-F238E27FC236}">
                    <a16:creationId xmlns:a16="http://schemas.microsoft.com/office/drawing/2014/main" id="{6D29E5E8-1816-9BF4-3503-C02E29C7FD0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8" name="灯片编号占位符 3">
              <a:extLst>
                <a:ext uri="{FF2B5EF4-FFF2-40B4-BE49-F238E27FC236}">
                  <a16:creationId xmlns:a16="http://schemas.microsoft.com/office/drawing/2014/main" id="{3B4EFFD7-9CED-C459-264F-3A05812AD99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FD8E3A11-B821-63F3-8106-4D09462FBD91}"/>
              </a:ext>
            </a:extLst>
          </p:cNvPr>
          <p:cNvGrpSpPr/>
          <p:nvPr/>
        </p:nvGrpSpPr>
        <p:grpSpPr>
          <a:xfrm>
            <a:off x="5859444" y="576578"/>
            <a:ext cx="6042722" cy="1996239"/>
            <a:chOff x="6118794" y="548639"/>
            <a:chExt cx="6042722" cy="19962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248409F7-CB2B-E29E-C977-E3E84C7486B8}"/>
                    </a:ext>
                  </a:extLst>
                </p:cNvPr>
                <p:cNvSpPr/>
                <p:nvPr/>
              </p:nvSpPr>
              <p:spPr>
                <a:xfrm>
                  <a:off x="6929584" y="1016527"/>
                  <a:ext cx="743392" cy="116431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sz="200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248409F7-CB2B-E29E-C977-E3E84C7486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9584" y="1016527"/>
                  <a:ext cx="743392" cy="11643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Line 27">
              <a:extLst>
                <a:ext uri="{FF2B5EF4-FFF2-40B4-BE49-F238E27FC236}">
                  <a16:creationId xmlns:a16="http://schemas.microsoft.com/office/drawing/2014/main" id="{C0DD0AE1-0685-4F0E-94AE-D3E914F44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69149" y="1919456"/>
              <a:ext cx="1613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326737E-2C14-0FBF-3148-FD252D68D1D3}"/>
                    </a:ext>
                  </a:extLst>
                </p:cNvPr>
                <p:cNvSpPr txBox="1"/>
                <p:nvPr/>
              </p:nvSpPr>
              <p:spPr>
                <a:xfrm>
                  <a:off x="6968177" y="1068662"/>
                  <a:ext cx="355407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F326737E-2C14-0FBF-3148-FD252D68D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8177" y="1068662"/>
                  <a:ext cx="355407" cy="397121"/>
                </a:xfrm>
                <a:prstGeom prst="rect">
                  <a:avLst/>
                </a:prstGeom>
                <a:blipFill>
                  <a:blip r:embed="rId4"/>
                  <a:stretch>
                    <a:fillRect l="-29310" r="-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85C0854-6F99-17B9-8F40-494FC573433D}"/>
                    </a:ext>
                  </a:extLst>
                </p:cNvPr>
                <p:cNvSpPr txBox="1"/>
                <p:nvPr/>
              </p:nvSpPr>
              <p:spPr>
                <a:xfrm>
                  <a:off x="7030447" y="1720895"/>
                  <a:ext cx="355407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85C0854-6F99-17B9-8F40-494FC57343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0447" y="1720895"/>
                  <a:ext cx="355407" cy="397121"/>
                </a:xfrm>
                <a:prstGeom prst="rect">
                  <a:avLst/>
                </a:prstGeom>
                <a:blipFill>
                  <a:blip r:embed="rId5"/>
                  <a:stretch>
                    <a:fillRect l="-25862" r="-51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C0B38F8-B0AF-2E9B-9F28-BD95BAE9E442}"/>
                </a:ext>
              </a:extLst>
            </p:cNvPr>
            <p:cNvSpPr/>
            <p:nvPr/>
          </p:nvSpPr>
          <p:spPr>
            <a:xfrm flipV="1">
              <a:off x="7677681" y="1867288"/>
              <a:ext cx="92022" cy="10433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2F1491AF-4DA7-13A0-1F93-6B65B0CE2156}"/>
                </a:ext>
              </a:extLst>
            </p:cNvPr>
            <p:cNvSpPr/>
            <p:nvPr/>
          </p:nvSpPr>
          <p:spPr>
            <a:xfrm rot="5400000">
              <a:off x="6893249" y="1881439"/>
              <a:ext cx="149856" cy="76032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F78FE566-7284-E0DC-85EC-6309DE096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13828" y="1276106"/>
              <a:ext cx="3157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26F035F1-CE65-DE10-E54D-85F60B962B59}"/>
                    </a:ext>
                  </a:extLst>
                </p:cNvPr>
                <p:cNvSpPr/>
                <p:nvPr/>
              </p:nvSpPr>
              <p:spPr>
                <a:xfrm>
                  <a:off x="8178503" y="1016527"/>
                  <a:ext cx="743392" cy="116431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sz="200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26F035F1-CE65-DE10-E54D-85F60B962B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8503" y="1016527"/>
                  <a:ext cx="743392" cy="11643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7CD4DF86-0E0D-C667-FEE2-8BAEFCEF9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18067" y="1919456"/>
              <a:ext cx="1613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A752A87-D27F-CC64-C0BE-ABB5B991AC76}"/>
                    </a:ext>
                  </a:extLst>
                </p:cNvPr>
                <p:cNvSpPr txBox="1"/>
                <p:nvPr/>
              </p:nvSpPr>
              <p:spPr>
                <a:xfrm>
                  <a:off x="8217096" y="1068662"/>
                  <a:ext cx="355407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A752A87-D27F-CC64-C0BE-ABB5B991AC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7096" y="1068662"/>
                  <a:ext cx="355407" cy="397121"/>
                </a:xfrm>
                <a:prstGeom prst="rect">
                  <a:avLst/>
                </a:prstGeom>
                <a:blipFill>
                  <a:blip r:embed="rId7"/>
                  <a:stretch>
                    <a:fillRect l="-27119" r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7F86DC4-66B7-D3AC-4FDE-32B8FFF1134E}"/>
                    </a:ext>
                  </a:extLst>
                </p:cNvPr>
                <p:cNvSpPr txBox="1"/>
                <p:nvPr/>
              </p:nvSpPr>
              <p:spPr>
                <a:xfrm>
                  <a:off x="8279366" y="1720895"/>
                  <a:ext cx="355407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7F86DC4-66B7-D3AC-4FDE-32B8FFF11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9366" y="1720895"/>
                  <a:ext cx="355407" cy="397121"/>
                </a:xfrm>
                <a:prstGeom prst="rect">
                  <a:avLst/>
                </a:prstGeom>
                <a:blipFill>
                  <a:blip r:embed="rId8"/>
                  <a:stretch>
                    <a:fillRect l="-25862" r="-51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E56AE74-2B28-DAD5-44A4-5526970FD9AC}"/>
                </a:ext>
              </a:extLst>
            </p:cNvPr>
            <p:cNvSpPr/>
            <p:nvPr/>
          </p:nvSpPr>
          <p:spPr>
            <a:xfrm flipV="1">
              <a:off x="8926600" y="1867288"/>
              <a:ext cx="92022" cy="10433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D2D71A92-F4EB-92CC-328B-5D7456F458B2}"/>
                </a:ext>
              </a:extLst>
            </p:cNvPr>
            <p:cNvSpPr/>
            <p:nvPr/>
          </p:nvSpPr>
          <p:spPr>
            <a:xfrm rot="5400000">
              <a:off x="8142168" y="1881439"/>
              <a:ext cx="149856" cy="76032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4EECC837-3534-8339-23EC-F2B724803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2977" y="1276106"/>
              <a:ext cx="5055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0FF82ABA-4EA0-10EF-FA8B-1A033E297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13828" y="2346318"/>
              <a:ext cx="38992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987E070-181F-2B39-4D1C-B10F25FAE065}"/>
                </a:ext>
              </a:extLst>
            </p:cNvPr>
            <p:cNvSpPr/>
            <p:nvPr/>
          </p:nvSpPr>
          <p:spPr>
            <a:xfrm flipV="1">
              <a:off x="7977068" y="2303261"/>
              <a:ext cx="80446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17654DBF-2975-C1A8-5D38-E1C45933A012}"/>
                </a:ext>
              </a:extLst>
            </p:cNvPr>
            <p:cNvSpPr/>
            <p:nvPr/>
          </p:nvSpPr>
          <p:spPr>
            <a:xfrm flipV="1">
              <a:off x="6728926" y="2301265"/>
              <a:ext cx="80446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1F5C4CBB-0F43-BF3F-E5F2-F07DCD4F0E05}"/>
                </a:ext>
              </a:extLst>
            </p:cNvPr>
            <p:cNvSpPr/>
            <p:nvPr/>
          </p:nvSpPr>
          <p:spPr>
            <a:xfrm flipV="1">
              <a:off x="7885519" y="1230502"/>
              <a:ext cx="80446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B204C5B7-361B-C71C-4D7A-21793E49F0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74422" y="1120764"/>
              <a:ext cx="304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5386EAC-7563-56DD-FB5A-7567859D4CF2}"/>
                    </a:ext>
                  </a:extLst>
                </p:cNvPr>
                <p:cNvSpPr txBox="1"/>
                <p:nvPr/>
              </p:nvSpPr>
              <p:spPr>
                <a:xfrm>
                  <a:off x="6151009" y="1074644"/>
                  <a:ext cx="616725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SI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C5386EAC-7563-56DD-FB5A-7567859D4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1009" y="1074644"/>
                  <a:ext cx="616725" cy="397121"/>
                </a:xfrm>
                <a:prstGeom prst="rect">
                  <a:avLst/>
                </a:prstGeom>
                <a:blipFill>
                  <a:blip r:embed="rId9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F5D4246E-89E5-F140-B309-A93CAD49AD76}"/>
                    </a:ext>
                  </a:extLst>
                </p:cNvPr>
                <p:cNvSpPr txBox="1"/>
                <p:nvPr/>
              </p:nvSpPr>
              <p:spPr>
                <a:xfrm>
                  <a:off x="6118794" y="2147757"/>
                  <a:ext cx="616725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F5D4246E-89E5-F140-B309-A93CAD49AD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8794" y="2147757"/>
                  <a:ext cx="616725" cy="3971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589B56F1-3A6B-2CF6-F246-2A48053FA65A}"/>
                    </a:ext>
                  </a:extLst>
                </p:cNvPr>
                <p:cNvSpPr txBox="1"/>
                <p:nvPr/>
              </p:nvSpPr>
              <p:spPr>
                <a:xfrm>
                  <a:off x="7657603" y="550636"/>
                  <a:ext cx="535841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589B56F1-3A6B-2CF6-F246-2A48053FA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7603" y="550636"/>
                  <a:ext cx="535841" cy="397121"/>
                </a:xfrm>
                <a:prstGeom prst="rect">
                  <a:avLst/>
                </a:prstGeom>
                <a:blipFill>
                  <a:blip r:embed="rId11"/>
                  <a:stretch>
                    <a:fillRect l="-5682"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3DBA0C5-2F06-9D09-1A62-A2918334F6B2}"/>
                    </a:ext>
                  </a:extLst>
                </p:cNvPr>
                <p:cNvSpPr txBox="1"/>
                <p:nvPr/>
              </p:nvSpPr>
              <p:spPr>
                <a:xfrm>
                  <a:off x="11666711" y="1066664"/>
                  <a:ext cx="494805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3DBA0C5-2F06-9D09-1A62-A2918334F6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6711" y="1066664"/>
                  <a:ext cx="494805" cy="397121"/>
                </a:xfrm>
                <a:prstGeom prst="rect">
                  <a:avLst/>
                </a:prstGeom>
                <a:blipFill>
                  <a:blip r:embed="rId12"/>
                  <a:stretch>
                    <a:fillRect l="-17284" b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38CDC6A6-7192-DC49-D9C7-D7C408B32DFE}"/>
                    </a:ext>
                  </a:extLst>
                </p:cNvPr>
                <p:cNvSpPr/>
                <p:nvPr/>
              </p:nvSpPr>
              <p:spPr>
                <a:xfrm>
                  <a:off x="9426477" y="1016527"/>
                  <a:ext cx="743392" cy="116431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sz="200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38CDC6A6-7192-DC49-D9C7-D7C408B32D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477" y="1016527"/>
                  <a:ext cx="743392" cy="116431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Line 27">
              <a:extLst>
                <a:ext uri="{FF2B5EF4-FFF2-40B4-BE49-F238E27FC236}">
                  <a16:creationId xmlns:a16="http://schemas.microsoft.com/office/drawing/2014/main" id="{A257C393-1AAD-8968-5BCE-AE4B9BBC8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6042" y="1919456"/>
              <a:ext cx="1613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2DECFA50-5A05-19B9-87E2-EB2E3BD15AFB}"/>
                    </a:ext>
                  </a:extLst>
                </p:cNvPr>
                <p:cNvSpPr txBox="1"/>
                <p:nvPr/>
              </p:nvSpPr>
              <p:spPr>
                <a:xfrm>
                  <a:off x="9465070" y="1068662"/>
                  <a:ext cx="355407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2DECFA50-5A05-19B9-87E2-EB2E3BD15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5070" y="1068662"/>
                  <a:ext cx="355407" cy="397121"/>
                </a:xfrm>
                <a:prstGeom prst="rect">
                  <a:avLst/>
                </a:prstGeom>
                <a:blipFill>
                  <a:blip r:embed="rId14"/>
                  <a:stretch>
                    <a:fillRect l="-27586" r="-103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16CB160D-68D9-04E8-BA88-CE957543B653}"/>
                    </a:ext>
                  </a:extLst>
                </p:cNvPr>
                <p:cNvSpPr txBox="1"/>
                <p:nvPr/>
              </p:nvSpPr>
              <p:spPr>
                <a:xfrm>
                  <a:off x="9527340" y="1720895"/>
                  <a:ext cx="355407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16CB160D-68D9-04E8-BA88-CE957543B6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7340" y="1720895"/>
                  <a:ext cx="355407" cy="397121"/>
                </a:xfrm>
                <a:prstGeom prst="rect">
                  <a:avLst/>
                </a:prstGeom>
                <a:blipFill>
                  <a:blip r:embed="rId15"/>
                  <a:stretch>
                    <a:fillRect l="-23729" r="-50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12453649-05AD-5729-42EC-7DCE7AF90350}"/>
                </a:ext>
              </a:extLst>
            </p:cNvPr>
            <p:cNvSpPr/>
            <p:nvPr/>
          </p:nvSpPr>
          <p:spPr>
            <a:xfrm flipV="1">
              <a:off x="10174574" y="1867288"/>
              <a:ext cx="92022" cy="10433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03127234-0B75-9E90-D821-96859EE5B97A}"/>
                </a:ext>
              </a:extLst>
            </p:cNvPr>
            <p:cNvSpPr/>
            <p:nvPr/>
          </p:nvSpPr>
          <p:spPr>
            <a:xfrm rot="5400000">
              <a:off x="9390142" y="1881439"/>
              <a:ext cx="149856" cy="76032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D5D7A2C1-8512-B22A-CCDA-9FCE57BF1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0952" y="1276106"/>
              <a:ext cx="5055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BDE0F058-E137-E23D-7269-C0D07BC9FCE9}"/>
                </a:ext>
              </a:extLst>
            </p:cNvPr>
            <p:cNvSpPr/>
            <p:nvPr/>
          </p:nvSpPr>
          <p:spPr>
            <a:xfrm flipV="1">
              <a:off x="9225043" y="2303261"/>
              <a:ext cx="80446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BD6F9CFF-B5CC-A5BB-F9E7-1098CC7947E7}"/>
                </a:ext>
              </a:extLst>
            </p:cNvPr>
            <p:cNvSpPr/>
            <p:nvPr/>
          </p:nvSpPr>
          <p:spPr>
            <a:xfrm flipV="1">
              <a:off x="9133493" y="1230502"/>
              <a:ext cx="80446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6" name="Line 27">
              <a:extLst>
                <a:ext uri="{FF2B5EF4-FFF2-40B4-BE49-F238E27FC236}">
                  <a16:creationId xmlns:a16="http://schemas.microsoft.com/office/drawing/2014/main" id="{89244895-2F02-376E-3B21-C4465CD3C1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22397" y="1120764"/>
              <a:ext cx="304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562C592C-5B23-FD2E-8B3E-30185902C83C}"/>
                    </a:ext>
                  </a:extLst>
                </p:cNvPr>
                <p:cNvSpPr txBox="1"/>
                <p:nvPr/>
              </p:nvSpPr>
              <p:spPr>
                <a:xfrm>
                  <a:off x="8905577" y="550636"/>
                  <a:ext cx="535841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562C592C-5B23-FD2E-8B3E-30185902C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5577" y="550636"/>
                  <a:ext cx="535841" cy="397121"/>
                </a:xfrm>
                <a:prstGeom prst="rect">
                  <a:avLst/>
                </a:prstGeom>
                <a:blipFill>
                  <a:blip r:embed="rId16"/>
                  <a:stretch>
                    <a:fillRect l="-4545"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335ED23-513E-9DF9-A06C-AB68E810308E}"/>
                    </a:ext>
                  </a:extLst>
                </p:cNvPr>
                <p:cNvSpPr/>
                <p:nvPr/>
              </p:nvSpPr>
              <p:spPr>
                <a:xfrm>
                  <a:off x="10674452" y="1014530"/>
                  <a:ext cx="743392" cy="116431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sz="200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</m:oMath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矩形 78">
                  <a:extLst>
                    <a:ext uri="{FF2B5EF4-FFF2-40B4-BE49-F238E27FC236}">
                      <a16:creationId xmlns:a16="http://schemas.microsoft.com/office/drawing/2014/main" id="{7335ED23-513E-9DF9-A06C-AB68E81030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74452" y="1014530"/>
                  <a:ext cx="743392" cy="116431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CEFBC0FA-DEA3-9E1A-FF77-2E3C0C67E3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4016" y="1917459"/>
              <a:ext cx="1613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C9DA123B-6696-72A3-3529-2F9375A81BD5}"/>
                    </a:ext>
                  </a:extLst>
                </p:cNvPr>
                <p:cNvSpPr txBox="1"/>
                <p:nvPr/>
              </p:nvSpPr>
              <p:spPr>
                <a:xfrm>
                  <a:off x="10713045" y="1066665"/>
                  <a:ext cx="355407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C9DA123B-6696-72A3-3529-2F9375A81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3045" y="1066665"/>
                  <a:ext cx="355407" cy="397121"/>
                </a:xfrm>
                <a:prstGeom prst="rect">
                  <a:avLst/>
                </a:prstGeom>
                <a:blipFill>
                  <a:blip r:embed="rId18"/>
                  <a:stretch>
                    <a:fillRect l="-29310" r="-86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19032BDF-0DAD-48D5-8635-9284E06EF423}"/>
                    </a:ext>
                  </a:extLst>
                </p:cNvPr>
                <p:cNvSpPr txBox="1"/>
                <p:nvPr/>
              </p:nvSpPr>
              <p:spPr>
                <a:xfrm>
                  <a:off x="10775315" y="1718898"/>
                  <a:ext cx="355407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19032BDF-0DAD-48D5-8635-9284E06EF4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75315" y="1718898"/>
                  <a:ext cx="355407" cy="397121"/>
                </a:xfrm>
                <a:prstGeom prst="rect">
                  <a:avLst/>
                </a:prstGeom>
                <a:blipFill>
                  <a:blip r:embed="rId19"/>
                  <a:stretch>
                    <a:fillRect l="-24138" r="-68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C2537EAA-22AA-93BD-5C08-E0DEF7EE55C9}"/>
                </a:ext>
              </a:extLst>
            </p:cNvPr>
            <p:cNvSpPr/>
            <p:nvPr/>
          </p:nvSpPr>
          <p:spPr>
            <a:xfrm flipV="1">
              <a:off x="11422549" y="1865292"/>
              <a:ext cx="92022" cy="10433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4" name="等腰三角形 83">
              <a:extLst>
                <a:ext uri="{FF2B5EF4-FFF2-40B4-BE49-F238E27FC236}">
                  <a16:creationId xmlns:a16="http://schemas.microsoft.com/office/drawing/2014/main" id="{7351A86A-0C61-5F44-0200-9CB25AAD65B3}"/>
                </a:ext>
              </a:extLst>
            </p:cNvPr>
            <p:cNvSpPr/>
            <p:nvPr/>
          </p:nvSpPr>
          <p:spPr>
            <a:xfrm rot="5400000">
              <a:off x="10638117" y="1879443"/>
              <a:ext cx="149856" cy="76032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D05357C6-42F2-15F2-F9E0-A62D7153A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8926" y="1274110"/>
              <a:ext cx="5055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3C6DC355-A187-6E06-7985-EF293CDF22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98564" y="2125715"/>
              <a:ext cx="4371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882CA93C-96C7-7909-908E-69EFF76F82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50589" y="2126313"/>
              <a:ext cx="4371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A797A7A6-A362-6423-FE8F-6E36173A13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46538" y="2125715"/>
              <a:ext cx="4371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76DB8A7-C7E8-0612-522A-80C05AA9E5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94513" y="2126291"/>
              <a:ext cx="4371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CF95A235-D00D-DB4C-07A3-0412C1676E7D}"/>
                </a:ext>
              </a:extLst>
            </p:cNvPr>
            <p:cNvSpPr/>
            <p:nvPr/>
          </p:nvSpPr>
          <p:spPr>
            <a:xfrm flipV="1">
              <a:off x="10381468" y="1228506"/>
              <a:ext cx="80446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9" name="Line 27">
              <a:extLst>
                <a:ext uri="{FF2B5EF4-FFF2-40B4-BE49-F238E27FC236}">
                  <a16:creationId xmlns:a16="http://schemas.microsoft.com/office/drawing/2014/main" id="{66F8462B-CF83-A0D3-F6E6-5667FC2088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70371" y="1118768"/>
              <a:ext cx="304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391167AF-B1CF-687F-5E0B-E82420085D66}"/>
                    </a:ext>
                  </a:extLst>
                </p:cNvPr>
                <p:cNvSpPr txBox="1"/>
                <p:nvPr/>
              </p:nvSpPr>
              <p:spPr>
                <a:xfrm>
                  <a:off x="10153552" y="548639"/>
                  <a:ext cx="535841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391167AF-B1CF-687F-5E0B-E82420085D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3552" y="548639"/>
                  <a:ext cx="535841" cy="397121"/>
                </a:xfrm>
                <a:prstGeom prst="rect">
                  <a:avLst/>
                </a:prstGeom>
                <a:blipFill>
                  <a:blip r:embed="rId20"/>
                  <a:stretch>
                    <a:fillRect l="-4545"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9EFB112F-BE39-2153-8A95-B2A30D7D3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17844" y="1271155"/>
              <a:ext cx="2329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BF7790AC-50CF-9B27-61BE-9CDD66780F6C}"/>
                </a:ext>
              </a:extLst>
            </p:cNvPr>
            <p:cNvSpPr/>
            <p:nvPr/>
          </p:nvSpPr>
          <p:spPr>
            <a:xfrm flipV="1">
              <a:off x="11502273" y="1228506"/>
              <a:ext cx="80446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5A5261CA-4948-187C-C986-D00EC6AA4A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391176" y="1118768"/>
              <a:ext cx="3047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DFA4B5BA-E4DB-132F-B30D-41B2F0296BD0}"/>
                    </a:ext>
                  </a:extLst>
                </p:cNvPr>
                <p:cNvSpPr txBox="1"/>
                <p:nvPr/>
              </p:nvSpPr>
              <p:spPr>
                <a:xfrm>
                  <a:off x="11274357" y="548639"/>
                  <a:ext cx="535841" cy="3971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DFA4B5BA-E4DB-132F-B30D-41B2F0296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4357" y="548639"/>
                  <a:ext cx="535841" cy="397121"/>
                </a:xfrm>
                <a:prstGeom prst="rect">
                  <a:avLst/>
                </a:prstGeom>
                <a:blipFill>
                  <a:blip r:embed="rId21"/>
                  <a:stretch>
                    <a:fillRect l="-4545"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E25B0DB5-8D4E-1530-0414-DE5EA519E28A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4877065" cy="273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输入的数据从高位逐位从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SI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输入</a:t>
                </a:r>
                <a:endParaRPr kumimoji="1"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每来一个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kumimoji="1"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有效边沿（上升沿）：</a:t>
                </a:r>
                <a:endParaRPr kumimoji="1"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SI</m:t>
                        </m:r>
                      </m:sub>
                    </m:sSub>
                  </m:oMath>
                </a14:m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的状态移入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的状态移入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的状态移入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的状态移入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SO</m:t>
                        </m:r>
                      </m:sub>
                    </m:sSub>
                  </m:oMath>
                </a14:m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E25B0DB5-8D4E-1530-0414-DE5EA519E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4877065" cy="2735621"/>
              </a:xfrm>
              <a:prstGeom prst="rect">
                <a:avLst/>
              </a:prstGeom>
              <a:blipFill>
                <a:blip r:embed="rId22"/>
                <a:stretch>
                  <a:fillRect l="-1625" t="-223" b="-3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9E412D29-02AE-2E71-AD1C-9A695465FBBE}"/>
                  </a:ext>
                </a:extLst>
              </p:cNvPr>
              <p:cNvSpPr txBox="1"/>
              <p:nvPr/>
            </p:nvSpPr>
            <p:spPr>
              <a:xfrm>
                <a:off x="360000" y="4536000"/>
                <a:ext cx="4877065" cy="1682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设输入四位数据 </a:t>
                </a:r>
                <a:r>
                  <a:rPr kumimoji="1"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1101</a:t>
                </a:r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，经过四个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上升沿后，</a:t>
                </a:r>
                <a:r>
                  <a:rPr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sz="22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a:rPr lang="zh-CN" alt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经过七个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上升沿后，输入的</a:t>
                </a:r>
                <a:r>
                  <a:rPr kumimoji="1" lang="en-US" altLang="zh-CN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1101 </a:t>
                </a:r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全部输出</a:t>
                </a:r>
                <a:endParaRPr kumimoji="1" lang="en-US" altLang="zh-CN" sz="22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4" name="文本框 223">
                <a:extLst>
                  <a:ext uri="{FF2B5EF4-FFF2-40B4-BE49-F238E27FC236}">
                    <a16:creationId xmlns:a16="http://schemas.microsoft.com/office/drawing/2014/main" id="{9E412D29-02AE-2E71-AD1C-9A695465F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536000"/>
                <a:ext cx="4877065" cy="1682961"/>
              </a:xfrm>
              <a:prstGeom prst="rect">
                <a:avLst/>
              </a:prstGeom>
              <a:blipFill>
                <a:blip r:embed="rId23"/>
                <a:stretch>
                  <a:fillRect l="-1625" t="-362" b="-6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60DB401C-0265-CA0C-6631-A6D7ADAFE803}"/>
              </a:ext>
            </a:extLst>
          </p:cNvPr>
          <p:cNvGrpSpPr/>
          <p:nvPr/>
        </p:nvGrpSpPr>
        <p:grpSpPr>
          <a:xfrm>
            <a:off x="6695146" y="3043275"/>
            <a:ext cx="4380033" cy="3185730"/>
            <a:chOff x="6577986" y="2992051"/>
            <a:chExt cx="4508147" cy="3366543"/>
          </a:xfrm>
        </p:grpSpPr>
        <p:sp>
          <p:nvSpPr>
            <p:cNvPr id="182" name="Line 37">
              <a:extLst>
                <a:ext uri="{FF2B5EF4-FFF2-40B4-BE49-F238E27FC236}">
                  <a16:creationId xmlns:a16="http://schemas.microsoft.com/office/drawing/2014/main" id="{7D4115C9-74E4-979C-48EC-32D039C29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7986" y="2992067"/>
              <a:ext cx="0" cy="3366527"/>
            </a:xfrm>
            <a:prstGeom prst="line">
              <a:avLst/>
            </a:prstGeom>
            <a:noFill/>
            <a:ln w="25400" cap="rnd">
              <a:solidFill>
                <a:schemeClr val="accent5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Line 37">
              <a:extLst>
                <a:ext uri="{FF2B5EF4-FFF2-40B4-BE49-F238E27FC236}">
                  <a16:creationId xmlns:a16="http://schemas.microsoft.com/office/drawing/2014/main" id="{AC6C27D5-44F9-2CDB-A491-5B114BF4D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22007" y="2992064"/>
              <a:ext cx="0" cy="3366527"/>
            </a:xfrm>
            <a:prstGeom prst="line">
              <a:avLst/>
            </a:prstGeom>
            <a:noFill/>
            <a:ln w="25400" cap="rnd">
              <a:solidFill>
                <a:schemeClr val="accent5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37">
              <a:extLst>
                <a:ext uri="{FF2B5EF4-FFF2-40B4-BE49-F238E27FC236}">
                  <a16:creationId xmlns:a16="http://schemas.microsoft.com/office/drawing/2014/main" id="{2447D84F-7A96-CEA3-82BE-247BEBB68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66028" y="2992064"/>
              <a:ext cx="0" cy="3366527"/>
            </a:xfrm>
            <a:prstGeom prst="line">
              <a:avLst/>
            </a:prstGeom>
            <a:noFill/>
            <a:ln w="25400" cap="rnd">
              <a:solidFill>
                <a:schemeClr val="accent5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37">
              <a:extLst>
                <a:ext uri="{FF2B5EF4-FFF2-40B4-BE49-F238E27FC236}">
                  <a16:creationId xmlns:a16="http://schemas.microsoft.com/office/drawing/2014/main" id="{3C66101A-7C9B-1C9D-93BF-1CAFCE5C9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0049" y="2992061"/>
              <a:ext cx="0" cy="3366527"/>
            </a:xfrm>
            <a:prstGeom prst="line">
              <a:avLst/>
            </a:prstGeom>
            <a:noFill/>
            <a:ln w="25400" cap="rnd">
              <a:solidFill>
                <a:schemeClr val="accent5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37">
              <a:extLst>
                <a:ext uri="{FF2B5EF4-FFF2-40B4-BE49-F238E27FC236}">
                  <a16:creationId xmlns:a16="http://schemas.microsoft.com/office/drawing/2014/main" id="{9F0F0B9B-FD5E-A73F-D5AE-1AE3237D4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54070" y="2992058"/>
              <a:ext cx="0" cy="3366527"/>
            </a:xfrm>
            <a:prstGeom prst="line">
              <a:avLst/>
            </a:prstGeom>
            <a:noFill/>
            <a:ln w="25400" cap="rnd">
              <a:solidFill>
                <a:schemeClr val="accent5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37">
              <a:extLst>
                <a:ext uri="{FF2B5EF4-FFF2-40B4-BE49-F238E27FC236}">
                  <a16:creationId xmlns:a16="http://schemas.microsoft.com/office/drawing/2014/main" id="{4C8668A4-C2C4-309B-5CEF-82A0032F8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98091" y="2992054"/>
              <a:ext cx="0" cy="3366527"/>
            </a:xfrm>
            <a:prstGeom prst="line">
              <a:avLst/>
            </a:prstGeom>
            <a:noFill/>
            <a:ln w="25400" cap="rnd">
              <a:solidFill>
                <a:schemeClr val="accent5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37">
              <a:extLst>
                <a:ext uri="{FF2B5EF4-FFF2-40B4-BE49-F238E27FC236}">
                  <a16:creationId xmlns:a16="http://schemas.microsoft.com/office/drawing/2014/main" id="{1CF40C0A-C6E7-66E1-77AB-189F9A1FC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2112" y="2992054"/>
              <a:ext cx="0" cy="3366527"/>
            </a:xfrm>
            <a:prstGeom prst="line">
              <a:avLst/>
            </a:prstGeom>
            <a:noFill/>
            <a:ln w="25400" cap="rnd">
              <a:solidFill>
                <a:schemeClr val="accent5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37">
              <a:extLst>
                <a:ext uri="{FF2B5EF4-FFF2-40B4-BE49-F238E27FC236}">
                  <a16:creationId xmlns:a16="http://schemas.microsoft.com/office/drawing/2014/main" id="{0DA3BC7B-AC71-1619-306E-99465BCB1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86133" y="2992051"/>
              <a:ext cx="0" cy="3366527"/>
            </a:xfrm>
            <a:prstGeom prst="line">
              <a:avLst/>
            </a:prstGeom>
            <a:noFill/>
            <a:ln w="25400" cap="rnd">
              <a:solidFill>
                <a:schemeClr val="accent5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Line 11">
            <a:extLst>
              <a:ext uri="{FF2B5EF4-FFF2-40B4-BE49-F238E27FC236}">
                <a16:creationId xmlns:a16="http://schemas.microsoft.com/office/drawing/2014/main" id="{FC305002-4060-26DC-452D-8550EA335E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5146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" name="Line 10">
            <a:extLst>
              <a:ext uri="{FF2B5EF4-FFF2-40B4-BE49-F238E27FC236}">
                <a16:creationId xmlns:a16="http://schemas.microsoft.com/office/drawing/2014/main" id="{F60F3751-9685-704C-1F88-C051F5031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5147" y="3100776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" name="Line 11">
            <a:extLst>
              <a:ext uri="{FF2B5EF4-FFF2-40B4-BE49-F238E27FC236}">
                <a16:creationId xmlns:a16="http://schemas.microsoft.com/office/drawing/2014/main" id="{B6396E0D-4330-D7CF-4601-E1AF625629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8006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" name="Line 10">
            <a:extLst>
              <a:ext uri="{FF2B5EF4-FFF2-40B4-BE49-F238E27FC236}">
                <a16:creationId xmlns:a16="http://schemas.microsoft.com/office/drawing/2014/main" id="{ED4CAD5B-889B-1D50-D6A0-2236B2B4B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2287" y="3377780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" name="Line 11">
            <a:extLst>
              <a:ext uri="{FF2B5EF4-FFF2-40B4-BE49-F238E27FC236}">
                <a16:creationId xmlns:a16="http://schemas.microsoft.com/office/drawing/2014/main" id="{2F010BDC-64CB-3C49-D441-20624C62EE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0865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" name="Line 10">
            <a:extLst>
              <a:ext uri="{FF2B5EF4-FFF2-40B4-BE49-F238E27FC236}">
                <a16:creationId xmlns:a16="http://schemas.microsoft.com/office/drawing/2014/main" id="{EF3EA508-2C5F-97CF-19B9-1304602FDE2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0866" y="3100776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" name="Line 11">
            <a:extLst>
              <a:ext uri="{FF2B5EF4-FFF2-40B4-BE49-F238E27FC236}">
                <a16:creationId xmlns:a16="http://schemas.microsoft.com/office/drawing/2014/main" id="{BBCA9C17-E8E7-F317-EB78-FF02A55D93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33725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0" name="Line 10">
            <a:extLst>
              <a:ext uri="{FF2B5EF4-FFF2-40B4-BE49-F238E27FC236}">
                <a16:creationId xmlns:a16="http://schemas.microsoft.com/office/drawing/2014/main" id="{C970C24D-A5F0-C071-F295-8E1EF92305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8006" y="3377780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" name="Line 11">
            <a:extLst>
              <a:ext uri="{FF2B5EF4-FFF2-40B4-BE49-F238E27FC236}">
                <a16:creationId xmlns:a16="http://schemas.microsoft.com/office/drawing/2014/main" id="{9915CB72-81A2-391F-599E-A3B2B294E4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6584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" name="Line 10">
            <a:extLst>
              <a:ext uri="{FF2B5EF4-FFF2-40B4-BE49-F238E27FC236}">
                <a16:creationId xmlns:a16="http://schemas.microsoft.com/office/drawing/2014/main" id="{B4D638B1-DD5C-5B43-DA5F-B7F8C4A53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6585" y="3100776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3" name="Line 11">
            <a:extLst>
              <a:ext uri="{FF2B5EF4-FFF2-40B4-BE49-F238E27FC236}">
                <a16:creationId xmlns:a16="http://schemas.microsoft.com/office/drawing/2014/main" id="{DC248E78-CEDF-B0E2-8DEB-4E8B179B0D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9444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" name="Line 10">
            <a:extLst>
              <a:ext uri="{FF2B5EF4-FFF2-40B4-BE49-F238E27FC236}">
                <a16:creationId xmlns:a16="http://schemas.microsoft.com/office/drawing/2014/main" id="{EA3CE857-60F4-F045-F801-A8C68F565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3725" y="3377780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" name="Line 11">
            <a:extLst>
              <a:ext uri="{FF2B5EF4-FFF2-40B4-BE49-F238E27FC236}">
                <a16:creationId xmlns:a16="http://schemas.microsoft.com/office/drawing/2014/main" id="{85AC96B4-A4BB-B594-20EC-86FA73E8F2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72303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" name="Line 10">
            <a:extLst>
              <a:ext uri="{FF2B5EF4-FFF2-40B4-BE49-F238E27FC236}">
                <a16:creationId xmlns:a16="http://schemas.microsoft.com/office/drawing/2014/main" id="{FF4575EB-EB4E-EF76-84F2-0FB18210477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304" y="3100776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7" name="Line 11">
            <a:extLst>
              <a:ext uri="{FF2B5EF4-FFF2-40B4-BE49-F238E27FC236}">
                <a16:creationId xmlns:a16="http://schemas.microsoft.com/office/drawing/2014/main" id="{3E564184-BB2F-8C55-E88C-B5A58C6D57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85163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" name="Line 10">
            <a:extLst>
              <a:ext uri="{FF2B5EF4-FFF2-40B4-BE49-F238E27FC236}">
                <a16:creationId xmlns:a16="http://schemas.microsoft.com/office/drawing/2014/main" id="{74DC3E48-5D3B-272D-8A49-9661D49F9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59444" y="3377780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9" name="Line 11">
            <a:extLst>
              <a:ext uri="{FF2B5EF4-FFF2-40B4-BE49-F238E27FC236}">
                <a16:creationId xmlns:a16="http://schemas.microsoft.com/office/drawing/2014/main" id="{262918ED-40CF-E749-C757-898A890BED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98022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0" name="Line 10">
            <a:extLst>
              <a:ext uri="{FF2B5EF4-FFF2-40B4-BE49-F238E27FC236}">
                <a16:creationId xmlns:a16="http://schemas.microsoft.com/office/drawing/2014/main" id="{4FE21D22-BFFC-4E9B-C510-B556F3F2C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8023" y="3100776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1" name="Line 11">
            <a:extLst>
              <a:ext uri="{FF2B5EF4-FFF2-40B4-BE49-F238E27FC236}">
                <a16:creationId xmlns:a16="http://schemas.microsoft.com/office/drawing/2014/main" id="{771DB786-9A6A-1BE5-32F8-87919E2D30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10882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2" name="Line 10">
            <a:extLst>
              <a:ext uri="{FF2B5EF4-FFF2-40B4-BE49-F238E27FC236}">
                <a16:creationId xmlns:a16="http://schemas.microsoft.com/office/drawing/2014/main" id="{34129E3B-CB9D-C1D0-7CF9-0A1A1D854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5163" y="3377780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3" name="Line 11">
            <a:extLst>
              <a:ext uri="{FF2B5EF4-FFF2-40B4-BE49-F238E27FC236}">
                <a16:creationId xmlns:a16="http://schemas.microsoft.com/office/drawing/2014/main" id="{47E190A8-3332-34A0-922A-9BC36D06E2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3741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" name="Line 10">
            <a:extLst>
              <a:ext uri="{FF2B5EF4-FFF2-40B4-BE49-F238E27FC236}">
                <a16:creationId xmlns:a16="http://schemas.microsoft.com/office/drawing/2014/main" id="{F815D69D-E8C0-3F2B-BA35-43248C5E3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3742" y="3100776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" name="Line 11">
            <a:extLst>
              <a:ext uri="{FF2B5EF4-FFF2-40B4-BE49-F238E27FC236}">
                <a16:creationId xmlns:a16="http://schemas.microsoft.com/office/drawing/2014/main" id="{884A9412-25E5-29C8-C6E3-ABAB25F59D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36601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" name="Line 10">
            <a:extLst>
              <a:ext uri="{FF2B5EF4-FFF2-40B4-BE49-F238E27FC236}">
                <a16:creationId xmlns:a16="http://schemas.microsoft.com/office/drawing/2014/main" id="{09EBF73E-77C7-18EE-5E2A-9602AFDAA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9510882" y="3377780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" name="Line 11">
            <a:extLst>
              <a:ext uri="{FF2B5EF4-FFF2-40B4-BE49-F238E27FC236}">
                <a16:creationId xmlns:a16="http://schemas.microsoft.com/office/drawing/2014/main" id="{CDC87042-4B6E-8DDD-68AE-A1793365D5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49460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" name="Line 10">
            <a:extLst>
              <a:ext uri="{FF2B5EF4-FFF2-40B4-BE49-F238E27FC236}">
                <a16:creationId xmlns:a16="http://schemas.microsoft.com/office/drawing/2014/main" id="{7D76D1FE-FE44-F284-9E8C-C44AE2222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9461" y="3100776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9" name="Line 11">
            <a:extLst>
              <a:ext uri="{FF2B5EF4-FFF2-40B4-BE49-F238E27FC236}">
                <a16:creationId xmlns:a16="http://schemas.microsoft.com/office/drawing/2014/main" id="{0E192615-5CFE-2A85-C523-004CCE1731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62320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" name="Line 10">
            <a:extLst>
              <a:ext uri="{FF2B5EF4-FFF2-40B4-BE49-F238E27FC236}">
                <a16:creationId xmlns:a16="http://schemas.microsoft.com/office/drawing/2014/main" id="{EDA44919-CE89-6FCB-D4C3-510257DF6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36601" y="3377780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" name="Line 11">
            <a:extLst>
              <a:ext uri="{FF2B5EF4-FFF2-40B4-BE49-F238E27FC236}">
                <a16:creationId xmlns:a16="http://schemas.microsoft.com/office/drawing/2014/main" id="{6D75FEC6-E1AA-96C5-F81E-887FEF5921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075179" y="3100776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" name="Line 10">
            <a:extLst>
              <a:ext uri="{FF2B5EF4-FFF2-40B4-BE49-F238E27FC236}">
                <a16:creationId xmlns:a16="http://schemas.microsoft.com/office/drawing/2014/main" id="{3E200F7B-7854-F8D7-ED8A-8AC892DD8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5180" y="3100776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4" name="Line 10">
            <a:extLst>
              <a:ext uri="{FF2B5EF4-FFF2-40B4-BE49-F238E27FC236}">
                <a16:creationId xmlns:a16="http://schemas.microsoft.com/office/drawing/2014/main" id="{3CC40289-1D37-A42D-C3D4-DEAF819DE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62320" y="3377780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" name="Line 10">
            <a:extLst>
              <a:ext uri="{FF2B5EF4-FFF2-40B4-BE49-F238E27FC236}">
                <a16:creationId xmlns:a16="http://schemas.microsoft.com/office/drawing/2014/main" id="{FEB91297-8AE7-16E6-4683-ADE5FB0A6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2287" y="4450555"/>
            <a:ext cx="31285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6" name="Line 11">
            <a:extLst>
              <a:ext uri="{FF2B5EF4-FFF2-40B4-BE49-F238E27FC236}">
                <a16:creationId xmlns:a16="http://schemas.microsoft.com/office/drawing/2014/main" id="{3295DD96-3771-F98F-C844-BC92AEEF79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5146" y="4169841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" name="Line 10">
            <a:extLst>
              <a:ext uri="{FF2B5EF4-FFF2-40B4-BE49-F238E27FC236}">
                <a16:creationId xmlns:a16="http://schemas.microsoft.com/office/drawing/2014/main" id="{35FCA808-7D4B-3B0A-838E-5554A4EED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5146" y="4169841"/>
            <a:ext cx="12514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8" name="Line 11">
            <a:extLst>
              <a:ext uri="{FF2B5EF4-FFF2-40B4-BE49-F238E27FC236}">
                <a16:creationId xmlns:a16="http://schemas.microsoft.com/office/drawing/2014/main" id="{EBA87C65-827E-6749-1823-07F6F7D05C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6583" y="4169841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" name="Line 10">
            <a:extLst>
              <a:ext uri="{FF2B5EF4-FFF2-40B4-BE49-F238E27FC236}">
                <a16:creationId xmlns:a16="http://schemas.microsoft.com/office/drawing/2014/main" id="{AF4B47C6-C96D-3C91-6B2A-07E7A41A99C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6585" y="4450555"/>
            <a:ext cx="6257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0" name="Line 11">
            <a:extLst>
              <a:ext uri="{FF2B5EF4-FFF2-40B4-BE49-F238E27FC236}">
                <a16:creationId xmlns:a16="http://schemas.microsoft.com/office/drawing/2014/main" id="{E87FCEAC-7C28-A946-CCC9-54AE1C68C9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72303" y="4169841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" name="Line 10">
            <a:extLst>
              <a:ext uri="{FF2B5EF4-FFF2-40B4-BE49-F238E27FC236}">
                <a16:creationId xmlns:a16="http://schemas.microsoft.com/office/drawing/2014/main" id="{86243BB5-EC27-0BFC-6094-9E893C5DC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2303" y="4169841"/>
            <a:ext cx="6257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2" name="Line 11">
            <a:extLst>
              <a:ext uri="{FF2B5EF4-FFF2-40B4-BE49-F238E27FC236}">
                <a16:creationId xmlns:a16="http://schemas.microsoft.com/office/drawing/2014/main" id="{4C7039DF-900F-DF34-8DAF-40C23E97B3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98021" y="4169841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3" name="Line 10">
            <a:extLst>
              <a:ext uri="{FF2B5EF4-FFF2-40B4-BE49-F238E27FC236}">
                <a16:creationId xmlns:a16="http://schemas.microsoft.com/office/drawing/2014/main" id="{0F749DE8-0A0B-9B67-A49F-CE81DC496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8020" y="4450555"/>
            <a:ext cx="21900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" name="Line 10">
            <a:extLst>
              <a:ext uri="{FF2B5EF4-FFF2-40B4-BE49-F238E27FC236}">
                <a16:creationId xmlns:a16="http://schemas.microsoft.com/office/drawing/2014/main" id="{3EBA4439-9E52-B35E-AEC5-3AEA4C905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2287" y="4975527"/>
            <a:ext cx="93948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" name="Line 11">
            <a:extLst>
              <a:ext uri="{FF2B5EF4-FFF2-40B4-BE49-F238E27FC236}">
                <a16:creationId xmlns:a16="http://schemas.microsoft.com/office/drawing/2014/main" id="{88FEE5FD-AEE3-ADC7-3DB5-CDE7E34F66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21769" y="4694813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6" name="Line 10">
            <a:extLst>
              <a:ext uri="{FF2B5EF4-FFF2-40B4-BE49-F238E27FC236}">
                <a16:creationId xmlns:a16="http://schemas.microsoft.com/office/drawing/2014/main" id="{5B539B0B-BAF4-53BC-CC93-CE38B8BC5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1769" y="4694813"/>
            <a:ext cx="12514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" name="Line 11">
            <a:extLst>
              <a:ext uri="{FF2B5EF4-FFF2-40B4-BE49-F238E27FC236}">
                <a16:creationId xmlns:a16="http://schemas.microsoft.com/office/drawing/2014/main" id="{8853C360-1650-5E12-30EA-D3D456B379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73206" y="4694813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8" name="Line 10">
            <a:extLst>
              <a:ext uri="{FF2B5EF4-FFF2-40B4-BE49-F238E27FC236}">
                <a16:creationId xmlns:a16="http://schemas.microsoft.com/office/drawing/2014/main" id="{C152392B-0F92-C026-79F0-84595769C2D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3208" y="4975527"/>
            <a:ext cx="6257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9" name="Line 11">
            <a:extLst>
              <a:ext uri="{FF2B5EF4-FFF2-40B4-BE49-F238E27FC236}">
                <a16:creationId xmlns:a16="http://schemas.microsoft.com/office/drawing/2014/main" id="{55D48803-3365-F0BC-A66F-729860C718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98926" y="4694813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0" name="Line 10">
            <a:extLst>
              <a:ext uri="{FF2B5EF4-FFF2-40B4-BE49-F238E27FC236}">
                <a16:creationId xmlns:a16="http://schemas.microsoft.com/office/drawing/2014/main" id="{0999BB66-4628-EDB0-ECE0-3B6B07A57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8926" y="4694813"/>
            <a:ext cx="6257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1" name="Line 11">
            <a:extLst>
              <a:ext uri="{FF2B5EF4-FFF2-40B4-BE49-F238E27FC236}">
                <a16:creationId xmlns:a16="http://schemas.microsoft.com/office/drawing/2014/main" id="{FE189A3F-E30A-815E-76FC-5CE650FDCD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4645" y="4694813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" name="Line 10">
            <a:extLst>
              <a:ext uri="{FF2B5EF4-FFF2-40B4-BE49-F238E27FC236}">
                <a16:creationId xmlns:a16="http://schemas.microsoft.com/office/drawing/2014/main" id="{45998948-6197-C80E-ABDD-981AF1694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4644" y="4975527"/>
            <a:ext cx="156339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3" name="Line 10">
            <a:extLst>
              <a:ext uri="{FF2B5EF4-FFF2-40B4-BE49-F238E27FC236}">
                <a16:creationId xmlns:a16="http://schemas.microsoft.com/office/drawing/2014/main" id="{D34A8C65-F6D2-F6EF-D77C-F487FAD4D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2287" y="5506625"/>
            <a:ext cx="156520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4" name="Line 11">
            <a:extLst>
              <a:ext uri="{FF2B5EF4-FFF2-40B4-BE49-F238E27FC236}">
                <a16:creationId xmlns:a16="http://schemas.microsoft.com/office/drawing/2014/main" id="{1520B085-A910-6F64-3757-8FCE4B6C7A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7488" y="5225910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" name="Line 10">
            <a:extLst>
              <a:ext uri="{FF2B5EF4-FFF2-40B4-BE49-F238E27FC236}">
                <a16:creationId xmlns:a16="http://schemas.microsoft.com/office/drawing/2014/main" id="{55577AE1-EB84-29B8-667A-CA7977088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7488" y="5225910"/>
            <a:ext cx="12514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" name="Line 11">
            <a:extLst>
              <a:ext uri="{FF2B5EF4-FFF2-40B4-BE49-F238E27FC236}">
                <a16:creationId xmlns:a16="http://schemas.microsoft.com/office/drawing/2014/main" id="{B5075C26-84FB-9201-376F-11F0A164B1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98925" y="5225910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7" name="Line 10">
            <a:extLst>
              <a:ext uri="{FF2B5EF4-FFF2-40B4-BE49-F238E27FC236}">
                <a16:creationId xmlns:a16="http://schemas.microsoft.com/office/drawing/2014/main" id="{1785B064-92ED-87F9-BB52-B7BCA6685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8927" y="5506625"/>
            <a:ext cx="6257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" name="Line 11">
            <a:extLst>
              <a:ext uri="{FF2B5EF4-FFF2-40B4-BE49-F238E27FC236}">
                <a16:creationId xmlns:a16="http://schemas.microsoft.com/office/drawing/2014/main" id="{2E5F7437-3A85-8F7A-2904-A04BBBCA3F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4645" y="5225910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9" name="Line 10">
            <a:extLst>
              <a:ext uri="{FF2B5EF4-FFF2-40B4-BE49-F238E27FC236}">
                <a16:creationId xmlns:a16="http://schemas.microsoft.com/office/drawing/2014/main" id="{D734F081-3E62-7EAA-5916-CFD44B5B058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4645" y="5225910"/>
            <a:ext cx="6257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0" name="Line 11">
            <a:extLst>
              <a:ext uri="{FF2B5EF4-FFF2-40B4-BE49-F238E27FC236}">
                <a16:creationId xmlns:a16="http://schemas.microsoft.com/office/drawing/2014/main" id="{4E5FBB36-32B0-10A3-BAFE-21A7FA302C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50364" y="5225910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1" name="Line 10">
            <a:extLst>
              <a:ext uri="{FF2B5EF4-FFF2-40B4-BE49-F238E27FC236}">
                <a16:creationId xmlns:a16="http://schemas.microsoft.com/office/drawing/2014/main" id="{FD3E6286-D4E0-C60F-986B-BAED53C6F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50364" y="5506625"/>
            <a:ext cx="9376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2" name="Line 10">
            <a:extLst>
              <a:ext uri="{FF2B5EF4-FFF2-40B4-BE49-F238E27FC236}">
                <a16:creationId xmlns:a16="http://schemas.microsoft.com/office/drawing/2014/main" id="{3741C409-D677-2EB6-6553-805C43AB3A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2288" y="6043043"/>
            <a:ext cx="219092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3" name="Line 11">
            <a:extLst>
              <a:ext uri="{FF2B5EF4-FFF2-40B4-BE49-F238E27FC236}">
                <a16:creationId xmlns:a16="http://schemas.microsoft.com/office/drawing/2014/main" id="{16B87E19-DBC6-AFC1-7ECE-BCBD78AC4C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73207" y="5762328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4" name="Line 10">
            <a:extLst>
              <a:ext uri="{FF2B5EF4-FFF2-40B4-BE49-F238E27FC236}">
                <a16:creationId xmlns:a16="http://schemas.microsoft.com/office/drawing/2014/main" id="{F66B66D6-7534-DFE6-F446-813AB7590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3207" y="5762328"/>
            <a:ext cx="12514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5" name="Line 11">
            <a:extLst>
              <a:ext uri="{FF2B5EF4-FFF2-40B4-BE49-F238E27FC236}">
                <a16:creationId xmlns:a16="http://schemas.microsoft.com/office/drawing/2014/main" id="{EBEE789C-97B4-E6F8-3BDB-03C975FD02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24645" y="5762328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" name="Line 10">
            <a:extLst>
              <a:ext uri="{FF2B5EF4-FFF2-40B4-BE49-F238E27FC236}">
                <a16:creationId xmlns:a16="http://schemas.microsoft.com/office/drawing/2014/main" id="{DAD942D0-2B13-5C99-5466-83A536DFD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4646" y="6043043"/>
            <a:ext cx="6257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" name="Line 11">
            <a:extLst>
              <a:ext uri="{FF2B5EF4-FFF2-40B4-BE49-F238E27FC236}">
                <a16:creationId xmlns:a16="http://schemas.microsoft.com/office/drawing/2014/main" id="{10074063-0733-6A78-C4FE-D7B257FF5D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50365" y="5762328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" name="Line 10">
            <a:extLst>
              <a:ext uri="{FF2B5EF4-FFF2-40B4-BE49-F238E27FC236}">
                <a16:creationId xmlns:a16="http://schemas.microsoft.com/office/drawing/2014/main" id="{BB3F3C1D-BA17-D236-A7F6-DE826967D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50365" y="5762328"/>
            <a:ext cx="6257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9" name="Line 11">
            <a:extLst>
              <a:ext uri="{FF2B5EF4-FFF2-40B4-BE49-F238E27FC236}">
                <a16:creationId xmlns:a16="http://schemas.microsoft.com/office/drawing/2014/main" id="{53BB51DC-9B22-353E-2794-A19ACD914C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076083" y="5762328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0" name="Line 10">
            <a:extLst>
              <a:ext uri="{FF2B5EF4-FFF2-40B4-BE49-F238E27FC236}">
                <a16:creationId xmlns:a16="http://schemas.microsoft.com/office/drawing/2014/main" id="{1AF8F62B-5BFC-F4FA-0367-929A5B65C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6083" y="6043043"/>
            <a:ext cx="31195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" name="Line 10">
            <a:extLst>
              <a:ext uri="{FF2B5EF4-FFF2-40B4-BE49-F238E27FC236}">
                <a16:creationId xmlns:a16="http://schemas.microsoft.com/office/drawing/2014/main" id="{2ADA16BA-D69B-F5C2-991B-CF7A73C24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2287" y="3638870"/>
            <a:ext cx="108019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" name="Line 11">
            <a:extLst>
              <a:ext uri="{FF2B5EF4-FFF2-40B4-BE49-F238E27FC236}">
                <a16:creationId xmlns:a16="http://schemas.microsoft.com/office/drawing/2014/main" id="{3139E45E-CC15-4AA1-C82C-94727C1A12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2478" y="3638870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66" name="Line 10">
            <a:extLst>
              <a:ext uri="{FF2B5EF4-FFF2-40B4-BE49-F238E27FC236}">
                <a16:creationId xmlns:a16="http://schemas.microsoft.com/office/drawing/2014/main" id="{9BF75D2E-91D5-E9C5-FBBD-A617C97F2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2477" y="3919584"/>
            <a:ext cx="62295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7" name="Line 11">
            <a:extLst>
              <a:ext uri="{FF2B5EF4-FFF2-40B4-BE49-F238E27FC236}">
                <a16:creationId xmlns:a16="http://schemas.microsoft.com/office/drawing/2014/main" id="{CE8FA602-E2A6-C7A6-F021-98B7384FEB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85435" y="3638870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8" name="Line 10">
            <a:extLst>
              <a:ext uri="{FF2B5EF4-FFF2-40B4-BE49-F238E27FC236}">
                <a16:creationId xmlns:a16="http://schemas.microsoft.com/office/drawing/2014/main" id="{0A2D180A-F3A0-E18C-81EB-699222325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5435" y="3638870"/>
            <a:ext cx="6257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9" name="Line 11">
            <a:extLst>
              <a:ext uri="{FF2B5EF4-FFF2-40B4-BE49-F238E27FC236}">
                <a16:creationId xmlns:a16="http://schemas.microsoft.com/office/drawing/2014/main" id="{9FDA1046-3C85-B20F-D2B7-447DEC59F9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11153" y="3638870"/>
            <a:ext cx="0" cy="28071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0" name="Line 10">
            <a:extLst>
              <a:ext uri="{FF2B5EF4-FFF2-40B4-BE49-F238E27FC236}">
                <a16:creationId xmlns:a16="http://schemas.microsoft.com/office/drawing/2014/main" id="{1F40ACE6-166A-B094-03D0-B633AA069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1153" y="3919584"/>
            <a:ext cx="208106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4AA969D5-4724-A31A-0610-5D8050110729}"/>
                  </a:ext>
                </a:extLst>
              </p:cNvPr>
              <p:cNvSpPr txBox="1"/>
              <p:nvPr/>
            </p:nvSpPr>
            <p:spPr>
              <a:xfrm>
                <a:off x="5867527" y="3045466"/>
                <a:ext cx="599199" cy="385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CP</m:t>
                      </m:r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4AA969D5-4724-A31A-0610-5D8050110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527" y="3045466"/>
                <a:ext cx="599199" cy="38583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FDACC8B9-7457-3335-53AD-6138FB7DAA9F}"/>
                  </a:ext>
                </a:extLst>
              </p:cNvPr>
              <p:cNvSpPr txBox="1"/>
              <p:nvPr/>
            </p:nvSpPr>
            <p:spPr>
              <a:xfrm>
                <a:off x="5901597" y="3531604"/>
                <a:ext cx="599199" cy="385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FDACC8B9-7457-3335-53AD-6138FB7DA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597" y="3531604"/>
                <a:ext cx="599199" cy="385836"/>
              </a:xfrm>
              <a:prstGeom prst="rect">
                <a:avLst/>
              </a:prstGeom>
              <a:blipFill>
                <a:blip r:embed="rId2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7DD71E67-CECA-AC37-F57D-E4BCC6D7ADDB}"/>
                  </a:ext>
                </a:extLst>
              </p:cNvPr>
              <p:cNvSpPr txBox="1"/>
              <p:nvPr/>
            </p:nvSpPr>
            <p:spPr>
              <a:xfrm>
                <a:off x="5901596" y="4076708"/>
                <a:ext cx="599199" cy="385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7DD71E67-CECA-AC37-F57D-E4BCC6D7A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596" y="4076708"/>
                <a:ext cx="599199" cy="385836"/>
              </a:xfrm>
              <a:prstGeom prst="rect">
                <a:avLst/>
              </a:prstGeom>
              <a:blipFill>
                <a:blip r:embed="rId26"/>
                <a:stretch>
                  <a:fillRect b="-15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48C428E2-24D3-662C-1F77-BD21ED274C70}"/>
                  </a:ext>
                </a:extLst>
              </p:cNvPr>
              <p:cNvSpPr txBox="1"/>
              <p:nvPr/>
            </p:nvSpPr>
            <p:spPr>
              <a:xfrm>
                <a:off x="5901596" y="4621812"/>
                <a:ext cx="599199" cy="385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48C428E2-24D3-662C-1F77-BD21ED274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596" y="4621812"/>
                <a:ext cx="599199" cy="385836"/>
              </a:xfrm>
              <a:prstGeom prst="rect">
                <a:avLst/>
              </a:prstGeom>
              <a:blipFill>
                <a:blip r:embed="rId27"/>
                <a:stretch>
                  <a:fillRect b="-15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5EDB1054-D0DE-A8AF-A3DA-0A7DF9A5A0C2}"/>
                  </a:ext>
                </a:extLst>
              </p:cNvPr>
              <p:cNvSpPr txBox="1"/>
              <p:nvPr/>
            </p:nvSpPr>
            <p:spPr>
              <a:xfrm>
                <a:off x="5901596" y="5166916"/>
                <a:ext cx="599199" cy="385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6" name="文本框 275">
                <a:extLst>
                  <a:ext uri="{FF2B5EF4-FFF2-40B4-BE49-F238E27FC236}">
                    <a16:creationId xmlns:a16="http://schemas.microsoft.com/office/drawing/2014/main" id="{5EDB1054-D0DE-A8AF-A3DA-0A7DF9A5A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596" y="5166916"/>
                <a:ext cx="599199" cy="385836"/>
              </a:xfrm>
              <a:prstGeom prst="rect">
                <a:avLst/>
              </a:prstGeom>
              <a:blipFill>
                <a:blip r:embed="rId28"/>
                <a:stretch>
                  <a:fillRect b="-15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文本框 276">
                <a:extLst>
                  <a:ext uri="{FF2B5EF4-FFF2-40B4-BE49-F238E27FC236}">
                    <a16:creationId xmlns:a16="http://schemas.microsoft.com/office/drawing/2014/main" id="{2CE9DE77-F567-C9EF-C156-83B72CCF8524}"/>
                  </a:ext>
                </a:extLst>
              </p:cNvPr>
              <p:cNvSpPr txBox="1"/>
              <p:nvPr/>
            </p:nvSpPr>
            <p:spPr>
              <a:xfrm>
                <a:off x="5479939" y="5712020"/>
                <a:ext cx="1024240" cy="388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7" name="文本框 276">
                <a:extLst>
                  <a:ext uri="{FF2B5EF4-FFF2-40B4-BE49-F238E27FC236}">
                    <a16:creationId xmlns:a16="http://schemas.microsoft.com/office/drawing/2014/main" id="{2CE9DE77-F567-C9EF-C156-83B72CCF8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939" y="5712020"/>
                <a:ext cx="1024240" cy="388740"/>
              </a:xfrm>
              <a:prstGeom prst="rect">
                <a:avLst/>
              </a:prstGeom>
              <a:blipFill>
                <a:blip r:embed="rId29"/>
                <a:stretch>
                  <a:fillRect l="-5357" b="-17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文本框 277">
            <a:extLst>
              <a:ext uri="{FF2B5EF4-FFF2-40B4-BE49-F238E27FC236}">
                <a16:creationId xmlns:a16="http://schemas.microsoft.com/office/drawing/2014/main" id="{5EC82529-BEFE-BCAF-568E-2DFC22496E18}"/>
              </a:ext>
            </a:extLst>
          </p:cNvPr>
          <p:cNvSpPr txBox="1"/>
          <p:nvPr/>
        </p:nvSpPr>
        <p:spPr>
          <a:xfrm>
            <a:off x="6392329" y="3586308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02CBF1A4-31A3-991B-C579-D150D5A67195}"/>
              </a:ext>
            </a:extLst>
          </p:cNvPr>
          <p:cNvSpPr txBox="1"/>
          <p:nvPr/>
        </p:nvSpPr>
        <p:spPr>
          <a:xfrm>
            <a:off x="7026761" y="3587706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7833CBDF-731A-BE77-D728-40A579E4880E}"/>
              </a:ext>
            </a:extLst>
          </p:cNvPr>
          <p:cNvSpPr txBox="1"/>
          <p:nvPr/>
        </p:nvSpPr>
        <p:spPr>
          <a:xfrm>
            <a:off x="7643768" y="3586308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B01B4F27-4583-A7EE-7979-E06342267575}"/>
              </a:ext>
            </a:extLst>
          </p:cNvPr>
          <p:cNvSpPr txBox="1"/>
          <p:nvPr/>
        </p:nvSpPr>
        <p:spPr>
          <a:xfrm>
            <a:off x="8278805" y="3586308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87D00CE4-F6B5-2475-E87D-ADE4418A82E1}"/>
              </a:ext>
            </a:extLst>
          </p:cNvPr>
          <p:cNvSpPr txBox="1"/>
          <p:nvPr/>
        </p:nvSpPr>
        <p:spPr>
          <a:xfrm>
            <a:off x="6814473" y="4138489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A8516571-473E-E175-A8EA-36219E393CD4}"/>
              </a:ext>
            </a:extLst>
          </p:cNvPr>
          <p:cNvSpPr txBox="1"/>
          <p:nvPr/>
        </p:nvSpPr>
        <p:spPr>
          <a:xfrm>
            <a:off x="7440193" y="4132571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8DF84D50-7DBA-668A-E732-6B90B4F0EBDC}"/>
              </a:ext>
            </a:extLst>
          </p:cNvPr>
          <p:cNvSpPr txBox="1"/>
          <p:nvPr/>
        </p:nvSpPr>
        <p:spPr>
          <a:xfrm>
            <a:off x="8691630" y="4135231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文本框 284">
            <a:extLst>
              <a:ext uri="{FF2B5EF4-FFF2-40B4-BE49-F238E27FC236}">
                <a16:creationId xmlns:a16="http://schemas.microsoft.com/office/drawing/2014/main" id="{61DCD62A-0DF3-990E-5C3B-AE8D56DCCDF8}"/>
              </a:ext>
            </a:extLst>
          </p:cNvPr>
          <p:cNvSpPr txBox="1"/>
          <p:nvPr/>
        </p:nvSpPr>
        <p:spPr>
          <a:xfrm>
            <a:off x="8065910" y="4119123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F2BDF5ED-8C52-9AB3-0E41-A4E158FE7249}"/>
              </a:ext>
            </a:extLst>
          </p:cNvPr>
          <p:cNvSpPr txBox="1"/>
          <p:nvPr/>
        </p:nvSpPr>
        <p:spPr>
          <a:xfrm>
            <a:off x="7440194" y="4662296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3A5EB590-D456-9ABA-FDF3-FE352C3167B7}"/>
              </a:ext>
            </a:extLst>
          </p:cNvPr>
          <p:cNvSpPr txBox="1"/>
          <p:nvPr/>
        </p:nvSpPr>
        <p:spPr>
          <a:xfrm>
            <a:off x="8065914" y="4656378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8" name="文本框 287">
            <a:extLst>
              <a:ext uri="{FF2B5EF4-FFF2-40B4-BE49-F238E27FC236}">
                <a16:creationId xmlns:a16="http://schemas.microsoft.com/office/drawing/2014/main" id="{0016CDA8-33B3-3DCD-6298-DE601A64B459}"/>
              </a:ext>
            </a:extLst>
          </p:cNvPr>
          <p:cNvSpPr txBox="1"/>
          <p:nvPr/>
        </p:nvSpPr>
        <p:spPr>
          <a:xfrm>
            <a:off x="9317351" y="4659038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43C181BF-D3D0-A8DD-F3B5-CF7F49F5F7CA}"/>
              </a:ext>
            </a:extLst>
          </p:cNvPr>
          <p:cNvSpPr txBox="1"/>
          <p:nvPr/>
        </p:nvSpPr>
        <p:spPr>
          <a:xfrm>
            <a:off x="8691631" y="4642930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630F422A-55E3-B710-F8C2-C42AE77617A9}"/>
              </a:ext>
            </a:extLst>
          </p:cNvPr>
          <p:cNvSpPr txBox="1"/>
          <p:nvPr/>
        </p:nvSpPr>
        <p:spPr>
          <a:xfrm>
            <a:off x="8065913" y="5212995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C2EFAB8A-B2BD-EE64-CCD0-69AF3CE878BB}"/>
              </a:ext>
            </a:extLst>
          </p:cNvPr>
          <p:cNvSpPr txBox="1"/>
          <p:nvPr/>
        </p:nvSpPr>
        <p:spPr>
          <a:xfrm>
            <a:off x="8691633" y="5207077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42EC10C5-2A60-1F7A-8522-ECDAF2073928}"/>
              </a:ext>
            </a:extLst>
          </p:cNvPr>
          <p:cNvSpPr txBox="1"/>
          <p:nvPr/>
        </p:nvSpPr>
        <p:spPr>
          <a:xfrm>
            <a:off x="9943070" y="5209737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A5D9BA7C-98A7-2BDD-B33B-7589D200F803}"/>
              </a:ext>
            </a:extLst>
          </p:cNvPr>
          <p:cNvSpPr txBox="1"/>
          <p:nvPr/>
        </p:nvSpPr>
        <p:spPr>
          <a:xfrm>
            <a:off x="9317350" y="5193630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C6BDA6D4-03B4-727C-FF73-EAAE297ED234}"/>
              </a:ext>
            </a:extLst>
          </p:cNvPr>
          <p:cNvSpPr txBox="1"/>
          <p:nvPr/>
        </p:nvSpPr>
        <p:spPr>
          <a:xfrm>
            <a:off x="8711153" y="5736282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54133AD9-88A0-1E85-43A8-6D57191C83E9}"/>
              </a:ext>
            </a:extLst>
          </p:cNvPr>
          <p:cNvSpPr txBox="1"/>
          <p:nvPr/>
        </p:nvSpPr>
        <p:spPr>
          <a:xfrm>
            <a:off x="9336873" y="5730364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39E63F46-1144-689F-A8B6-4E1716B979D9}"/>
              </a:ext>
            </a:extLst>
          </p:cNvPr>
          <p:cNvSpPr txBox="1"/>
          <p:nvPr/>
        </p:nvSpPr>
        <p:spPr>
          <a:xfrm>
            <a:off x="10588310" y="5733025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6774CE1A-A205-1F8B-97E9-5688464ED361}"/>
              </a:ext>
            </a:extLst>
          </p:cNvPr>
          <p:cNvSpPr txBox="1"/>
          <p:nvPr/>
        </p:nvSpPr>
        <p:spPr>
          <a:xfrm>
            <a:off x="9962590" y="5716917"/>
            <a:ext cx="387063" cy="38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15C82269-57B9-3C03-8387-4E5E808156B5}"/>
              </a:ext>
            </a:extLst>
          </p:cNvPr>
          <p:cNvSpPr/>
          <p:nvPr/>
        </p:nvSpPr>
        <p:spPr>
          <a:xfrm>
            <a:off x="8712000" y="4068000"/>
            <a:ext cx="360000" cy="2160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CBB2A820-8518-F51F-54A9-261F1EFBC88F}"/>
              </a:ext>
            </a:extLst>
          </p:cNvPr>
          <p:cNvSpPr/>
          <p:nvPr/>
        </p:nvSpPr>
        <p:spPr>
          <a:xfrm>
            <a:off x="8784000" y="5706000"/>
            <a:ext cx="2113876" cy="396583"/>
          </a:xfrm>
          <a:prstGeom prst="rect">
            <a:avLst/>
          </a:prstGeom>
          <a:noFill/>
          <a:ln w="254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9EF40358-6E68-2331-C1B6-A6658F199D34}"/>
              </a:ext>
            </a:extLst>
          </p:cNvPr>
          <p:cNvSpPr txBox="1"/>
          <p:nvPr/>
        </p:nvSpPr>
        <p:spPr>
          <a:xfrm>
            <a:off x="8272117" y="6278536"/>
            <a:ext cx="1236519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并行输出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E299CD80-03DA-4205-2655-D8797B63A82F}"/>
              </a:ext>
            </a:extLst>
          </p:cNvPr>
          <p:cNvSpPr txBox="1"/>
          <p:nvPr/>
        </p:nvSpPr>
        <p:spPr>
          <a:xfrm>
            <a:off x="10166772" y="6147143"/>
            <a:ext cx="1236519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串行输出</a:t>
            </a:r>
            <a:endParaRPr kumimoji="1"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5" name="直接箭头连接符 304">
            <a:extLst>
              <a:ext uri="{FF2B5EF4-FFF2-40B4-BE49-F238E27FC236}">
                <a16:creationId xmlns:a16="http://schemas.microsoft.com/office/drawing/2014/main" id="{E8E12DC4-ABB6-1926-C720-AC7FB3D53742}"/>
              </a:ext>
            </a:extLst>
          </p:cNvPr>
          <p:cNvCxnSpPr>
            <a:cxnSpLocks/>
          </p:cNvCxnSpPr>
          <p:nvPr/>
        </p:nvCxnSpPr>
        <p:spPr>
          <a:xfrm>
            <a:off x="6876000" y="4536000"/>
            <a:ext cx="1800000" cy="1440000"/>
          </a:xfrm>
          <a:prstGeom prst="straightConnector1">
            <a:avLst/>
          </a:prstGeom>
          <a:ln w="25400">
            <a:solidFill>
              <a:srgbClr val="FF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文本框 310">
            <a:extLst>
              <a:ext uri="{FF2B5EF4-FFF2-40B4-BE49-F238E27FC236}">
                <a16:creationId xmlns:a16="http://schemas.microsoft.com/office/drawing/2014/main" id="{361F0568-F472-50EE-B69E-1E4204B0DF0D}"/>
              </a:ext>
            </a:extLst>
          </p:cNvPr>
          <p:cNvSpPr txBox="1"/>
          <p:nvPr/>
        </p:nvSpPr>
        <p:spPr>
          <a:xfrm>
            <a:off x="6501614" y="2758513"/>
            <a:ext cx="387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D511E291-9BEA-7853-1732-E42B9C1540B3}"/>
              </a:ext>
            </a:extLst>
          </p:cNvPr>
          <p:cNvSpPr txBox="1"/>
          <p:nvPr/>
        </p:nvSpPr>
        <p:spPr>
          <a:xfrm>
            <a:off x="7128393" y="2758513"/>
            <a:ext cx="387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0F8CAF5F-2C80-BA69-A828-A073431BF3CF}"/>
              </a:ext>
            </a:extLst>
          </p:cNvPr>
          <p:cNvSpPr txBox="1"/>
          <p:nvPr/>
        </p:nvSpPr>
        <p:spPr>
          <a:xfrm>
            <a:off x="7753051" y="2762222"/>
            <a:ext cx="387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0DD55D04-F219-7993-0B99-91E075E86CB2}"/>
              </a:ext>
            </a:extLst>
          </p:cNvPr>
          <p:cNvSpPr txBox="1"/>
          <p:nvPr/>
        </p:nvSpPr>
        <p:spPr>
          <a:xfrm>
            <a:off x="8378770" y="2762222"/>
            <a:ext cx="387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E51FA3A3-A38C-2EE8-5B9B-75B908524F23}"/>
              </a:ext>
            </a:extLst>
          </p:cNvPr>
          <p:cNvSpPr txBox="1"/>
          <p:nvPr/>
        </p:nvSpPr>
        <p:spPr>
          <a:xfrm>
            <a:off x="9004488" y="2758512"/>
            <a:ext cx="387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6C05A113-6B23-194A-4A6E-A9C33BE050F3}"/>
              </a:ext>
            </a:extLst>
          </p:cNvPr>
          <p:cNvSpPr txBox="1"/>
          <p:nvPr/>
        </p:nvSpPr>
        <p:spPr>
          <a:xfrm>
            <a:off x="9630208" y="2760967"/>
            <a:ext cx="387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" name="文本框 316">
            <a:extLst>
              <a:ext uri="{FF2B5EF4-FFF2-40B4-BE49-F238E27FC236}">
                <a16:creationId xmlns:a16="http://schemas.microsoft.com/office/drawing/2014/main" id="{170678F2-EAF2-B71F-7491-4F911F42E7C8}"/>
              </a:ext>
            </a:extLst>
          </p:cNvPr>
          <p:cNvSpPr txBox="1"/>
          <p:nvPr/>
        </p:nvSpPr>
        <p:spPr>
          <a:xfrm>
            <a:off x="10255929" y="2762222"/>
            <a:ext cx="387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1B65D234-9A73-8AF8-6844-D606A631D9FB}"/>
              </a:ext>
            </a:extLst>
          </p:cNvPr>
          <p:cNvSpPr txBox="1"/>
          <p:nvPr/>
        </p:nvSpPr>
        <p:spPr>
          <a:xfrm>
            <a:off x="10881648" y="2765310"/>
            <a:ext cx="387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16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173BFADF-744B-9CB4-A95F-1ED49173499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</a:t>
            </a:r>
          </a:p>
        </p:txBody>
      </p:sp>
    </p:spTree>
    <p:extLst>
      <p:ext uri="{BB962C8B-B14F-4D97-AF65-F5344CB8AC3E}">
        <p14:creationId xmlns:p14="http://schemas.microsoft.com/office/powerpoint/2010/main" val="138165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/>
      <p:bldP spid="30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3F672-9BC6-87EA-F676-E91D6450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48AE9E34-7A58-DBB2-FA4E-975EC92635A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8A681AD9-C3CA-592F-B06A-439D987756A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06" name="箭头: 五边形 105">
                <a:extLst>
                  <a:ext uri="{FF2B5EF4-FFF2-40B4-BE49-F238E27FC236}">
                    <a16:creationId xmlns:a16="http://schemas.microsoft.com/office/drawing/2014/main" id="{D44AEF91-A2E5-D320-B857-446C83FC2FC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7" name="箭头: V 形 106">
                <a:extLst>
                  <a:ext uri="{FF2B5EF4-FFF2-40B4-BE49-F238E27FC236}">
                    <a16:creationId xmlns:a16="http://schemas.microsoft.com/office/drawing/2014/main" id="{71B6FDBA-40D5-FEFE-A453-FB9087FBF56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5" name="灯片编号占位符 3">
              <a:extLst>
                <a:ext uri="{FF2B5EF4-FFF2-40B4-BE49-F238E27FC236}">
                  <a16:creationId xmlns:a16="http://schemas.microsoft.com/office/drawing/2014/main" id="{A4B9A04C-78B3-C03B-42C8-199459C1D70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8" name="表格 107">
                <a:extLst>
                  <a:ext uri="{FF2B5EF4-FFF2-40B4-BE49-F238E27FC236}">
                    <a16:creationId xmlns:a16="http://schemas.microsoft.com/office/drawing/2014/main" id="{6A88E5CE-610D-AF01-E5BF-5F7D5BCA34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5217380"/>
                  </p:ext>
                </p:extLst>
              </p:nvPr>
            </p:nvGraphicFramePr>
            <p:xfrm>
              <a:off x="360000" y="4176000"/>
              <a:ext cx="4572724" cy="24472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80297">
                      <a:extLst>
                        <a:ext uri="{9D8B030D-6E8A-4147-A177-3AD203B41FA5}">
                          <a16:colId xmlns:a16="http://schemas.microsoft.com/office/drawing/2014/main" val="2324466374"/>
                        </a:ext>
                      </a:extLst>
                    </a:gridCol>
                    <a:gridCol w="1017854">
                      <a:extLst>
                        <a:ext uri="{9D8B030D-6E8A-4147-A177-3AD203B41FA5}">
                          <a16:colId xmlns:a16="http://schemas.microsoft.com/office/drawing/2014/main" val="2678894235"/>
                        </a:ext>
                      </a:extLst>
                    </a:gridCol>
                    <a:gridCol w="2574573">
                      <a:extLst>
                        <a:ext uri="{9D8B030D-6E8A-4147-A177-3AD203B41FA5}">
                          <a16:colId xmlns:a16="http://schemas.microsoft.com/office/drawing/2014/main" val="1501873340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控制信号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576586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9435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:r>
                            <a:rPr lang="zh-CN" altLang="en-US" sz="1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83573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右移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7811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左移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57042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+1</m:t>
                                  </m:r>
                                </m:sup>
                              </m:sSubSup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𝐼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并行输入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262402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8" name="表格 107">
                <a:extLst>
                  <a:ext uri="{FF2B5EF4-FFF2-40B4-BE49-F238E27FC236}">
                    <a16:creationId xmlns:a16="http://schemas.microsoft.com/office/drawing/2014/main" id="{6A88E5CE-610D-AF01-E5BF-5F7D5BCA34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5217380"/>
                  </p:ext>
                </p:extLst>
              </p:nvPr>
            </p:nvGraphicFramePr>
            <p:xfrm>
              <a:off x="360000" y="4176000"/>
              <a:ext cx="4572724" cy="24472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80297">
                      <a:extLst>
                        <a:ext uri="{9D8B030D-6E8A-4147-A177-3AD203B41FA5}">
                          <a16:colId xmlns:a16="http://schemas.microsoft.com/office/drawing/2014/main" val="2324466374"/>
                        </a:ext>
                      </a:extLst>
                    </a:gridCol>
                    <a:gridCol w="1017854">
                      <a:extLst>
                        <a:ext uri="{9D8B030D-6E8A-4147-A177-3AD203B41FA5}">
                          <a16:colId xmlns:a16="http://schemas.microsoft.com/office/drawing/2014/main" val="2678894235"/>
                        </a:ext>
                      </a:extLst>
                    </a:gridCol>
                    <a:gridCol w="2574573">
                      <a:extLst>
                        <a:ext uri="{9D8B030D-6E8A-4147-A177-3AD203B41FA5}">
                          <a16:colId xmlns:a16="http://schemas.microsoft.com/office/drawing/2014/main" val="1501873340"/>
                        </a:ext>
                      </a:extLst>
                    </a:gridCol>
                  </a:tblGrid>
                  <a:tr h="3962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控制信号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576586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1" t="-107692" r="-367702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7006" t="-107692" r="-254491" b="-44461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943502"/>
                      </a:ext>
                    </a:extLst>
                  </a:tr>
                  <a:tr h="4137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7778" t="-198529" r="-473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3573412"/>
                      </a:ext>
                    </a:extLst>
                  </a:tr>
                  <a:tr h="4137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7778" t="-298529" r="-473" b="-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7811543"/>
                      </a:ext>
                    </a:extLst>
                  </a:tr>
                  <a:tr h="4137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7778" t="-398529" r="-473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5704230"/>
                      </a:ext>
                    </a:extLst>
                  </a:tr>
                  <a:tr h="4137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7778" t="-498529" r="-473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624026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091A5BEA-0745-C4CF-326F-FA279F03E742}"/>
              </a:ext>
            </a:extLst>
          </p:cNvPr>
          <p:cNvGrpSpPr/>
          <p:nvPr/>
        </p:nvGrpSpPr>
        <p:grpSpPr>
          <a:xfrm>
            <a:off x="4526623" y="780976"/>
            <a:ext cx="7605621" cy="3650645"/>
            <a:chOff x="4665322" y="203761"/>
            <a:chExt cx="7605621" cy="3650645"/>
          </a:xfrm>
        </p:grpSpPr>
        <p:sp>
          <p:nvSpPr>
            <p:cNvPr id="5" name="梯形 4">
              <a:extLst>
                <a:ext uri="{FF2B5EF4-FFF2-40B4-BE49-F238E27FC236}">
                  <a16:creationId xmlns:a16="http://schemas.microsoft.com/office/drawing/2014/main" id="{C7E8C061-E819-CB5B-8949-99788C09192C}"/>
                </a:ext>
              </a:extLst>
            </p:cNvPr>
            <p:cNvSpPr/>
            <p:nvPr/>
          </p:nvSpPr>
          <p:spPr>
            <a:xfrm rot="10800000">
              <a:off x="7593774" y="1185701"/>
              <a:ext cx="1601525" cy="422905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A0A4F9A-9AE7-2D8F-7835-659CB47BDC25}"/>
                </a:ext>
              </a:extLst>
            </p:cNvPr>
            <p:cNvSpPr txBox="1"/>
            <p:nvPr/>
          </p:nvSpPr>
          <p:spPr>
            <a:xfrm>
              <a:off x="7593440" y="1195058"/>
              <a:ext cx="1601524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00  01  10  11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28E801DF-B940-CCFA-C7B7-B244DE9351F3}"/>
                    </a:ext>
                  </a:extLst>
                </p:cNvPr>
                <p:cNvSpPr/>
                <p:nvPr/>
              </p:nvSpPr>
              <p:spPr>
                <a:xfrm>
                  <a:off x="8674422" y="1715298"/>
                  <a:ext cx="937799" cy="135355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sz="220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</m:oMath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28E801DF-B940-CCFA-C7B7-B244DE9351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4422" y="1715298"/>
                  <a:ext cx="937799" cy="13535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134F335B-F822-1DB6-BF5A-5C2239974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8952" y="2764980"/>
              <a:ext cx="2766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0A38E1B-BB30-7ED6-151F-37E7CFFDEADB}"/>
                    </a:ext>
                  </a:extLst>
                </p:cNvPr>
                <p:cNvSpPr txBox="1"/>
                <p:nvPr/>
              </p:nvSpPr>
              <p:spPr>
                <a:xfrm>
                  <a:off x="8723108" y="177590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60A38E1B-BB30-7ED6-151F-37E7CFFDEA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3108" y="1775906"/>
                  <a:ext cx="448351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47F0C0F-D7B9-1CAF-58DF-26F010C63A26}"/>
                    </a:ext>
                  </a:extLst>
                </p:cNvPr>
                <p:cNvSpPr txBox="1"/>
                <p:nvPr/>
              </p:nvSpPr>
              <p:spPr>
                <a:xfrm>
                  <a:off x="8801662" y="2534147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47F0C0F-D7B9-1CAF-58DF-26F010C63A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1662" y="2534147"/>
                  <a:ext cx="44835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1918" r="-27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D37C610-2122-CAB9-18FB-C72AD1C7B660}"/>
                </a:ext>
              </a:extLst>
            </p:cNvPr>
            <p:cNvSpPr/>
            <p:nvPr/>
          </p:nvSpPr>
          <p:spPr>
            <a:xfrm flipV="1">
              <a:off x="9618155" y="2704334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9CF5B2D7-4B43-5521-8EB8-375372A895CD}"/>
                </a:ext>
              </a:extLst>
            </p:cNvPr>
            <p:cNvSpPr/>
            <p:nvPr/>
          </p:nvSpPr>
          <p:spPr>
            <a:xfrm rot="5400000">
              <a:off x="8636002" y="2717022"/>
              <a:ext cx="174212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4F7FC4A2-068F-8B84-D526-93F0421A7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8952" y="2017067"/>
              <a:ext cx="2754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50B638E7-A3AD-836B-0438-BE34979DF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12221" y="2017067"/>
              <a:ext cx="240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B968741-70F1-EF68-70F7-08C3DEF5A631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>
              <a:off x="8394536" y="1608606"/>
              <a:ext cx="1" cy="40846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3699B9FA-B99E-3F94-94FA-875118F8192B}"/>
                </a:ext>
              </a:extLst>
            </p:cNvPr>
            <p:cNvCxnSpPr>
              <a:cxnSpLocks/>
            </p:cNvCxnSpPr>
            <p:nvPr/>
          </p:nvCxnSpPr>
          <p:spPr>
            <a:xfrm>
              <a:off x="8398952" y="2757912"/>
              <a:ext cx="0" cy="489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9C5778C6-E44C-8C47-D852-3EF8BC051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7870" y="3247188"/>
              <a:ext cx="50936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813B402-C797-38F3-8BBE-3D5FC888CB29}"/>
                </a:ext>
              </a:extLst>
            </p:cNvPr>
            <p:cNvCxnSpPr>
              <a:cxnSpLocks/>
            </p:cNvCxnSpPr>
            <p:nvPr/>
          </p:nvCxnSpPr>
          <p:spPr>
            <a:xfrm>
              <a:off x="7853572" y="1050459"/>
              <a:ext cx="0" cy="13512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55EE8EB-4022-C07C-6FBA-018329505D29}"/>
                </a:ext>
              </a:extLst>
            </p:cNvPr>
            <p:cNvCxnSpPr>
              <a:cxnSpLocks/>
              <a:stCxn id="69" idx="1"/>
            </p:cNvCxnSpPr>
            <p:nvPr/>
          </p:nvCxnSpPr>
          <p:spPr>
            <a:xfrm>
              <a:off x="8203043" y="942059"/>
              <a:ext cx="0" cy="23524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D027818-C14E-4716-660D-C252DD60D47E}"/>
                </a:ext>
              </a:extLst>
            </p:cNvPr>
            <p:cNvCxnSpPr>
              <a:cxnSpLocks/>
            </p:cNvCxnSpPr>
            <p:nvPr/>
          </p:nvCxnSpPr>
          <p:spPr>
            <a:xfrm>
              <a:off x="8565820" y="942058"/>
              <a:ext cx="0" cy="2355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29DA384-A680-51A3-C827-F0475C55BDFB}"/>
                </a:ext>
              </a:extLst>
            </p:cNvPr>
            <p:cNvCxnSpPr>
              <a:cxnSpLocks/>
              <a:stCxn id="100" idx="2"/>
            </p:cNvCxnSpPr>
            <p:nvPr/>
          </p:nvCxnSpPr>
          <p:spPr>
            <a:xfrm>
              <a:off x="8923197" y="665426"/>
              <a:ext cx="0" cy="52963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67CE3F06-FAEA-476C-0D96-81D33EF36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3572" y="1050459"/>
              <a:ext cx="19994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9D8BE2E-4E6D-6BB9-A98B-2B772BE775D4}"/>
                </a:ext>
              </a:extLst>
            </p:cNvPr>
            <p:cNvCxnSpPr>
              <a:cxnSpLocks/>
            </p:cNvCxnSpPr>
            <p:nvPr/>
          </p:nvCxnSpPr>
          <p:spPr>
            <a:xfrm>
              <a:off x="9841362" y="1050459"/>
              <a:ext cx="0" cy="240956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5000D855-CB85-2A5C-0938-60CF97DFB0CC}"/>
                </a:ext>
              </a:extLst>
            </p:cNvPr>
            <p:cNvSpPr/>
            <p:nvPr/>
          </p:nvSpPr>
          <p:spPr>
            <a:xfrm flipV="1">
              <a:off x="9797157" y="1971463"/>
              <a:ext cx="90000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75CE0003-0417-CFE6-D73A-E46721F4491A}"/>
                    </a:ext>
                  </a:extLst>
                </p:cNvPr>
                <p:cNvSpPr/>
                <p:nvPr/>
              </p:nvSpPr>
              <p:spPr>
                <a:xfrm>
                  <a:off x="10662818" y="1715298"/>
                  <a:ext cx="937799" cy="135355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</m:oMath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75CE0003-0417-CFE6-D73A-E46721F449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2818" y="1715298"/>
                  <a:ext cx="937799" cy="135355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60B4B2FE-954F-6ED0-AF2B-9BB1376C5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7348" y="2764980"/>
              <a:ext cx="2766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2B6719B-346C-7062-C7D8-6AC308C64747}"/>
                    </a:ext>
                  </a:extLst>
                </p:cNvPr>
                <p:cNvSpPr txBox="1"/>
                <p:nvPr/>
              </p:nvSpPr>
              <p:spPr>
                <a:xfrm>
                  <a:off x="10711504" y="177590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2B6719B-346C-7062-C7D8-6AC308C647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11504" y="1775906"/>
                  <a:ext cx="448351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775CDCE-B707-6ED1-904B-A69B66B4EE3F}"/>
                    </a:ext>
                  </a:extLst>
                </p:cNvPr>
                <p:cNvSpPr txBox="1"/>
                <p:nvPr/>
              </p:nvSpPr>
              <p:spPr>
                <a:xfrm>
                  <a:off x="10790058" y="2534147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775CDCE-B707-6ED1-904B-A69B66B4E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90058" y="2534147"/>
                  <a:ext cx="448351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2FB54D5-5862-7E0A-3400-7DAA73EBB5F0}"/>
                </a:ext>
              </a:extLst>
            </p:cNvPr>
            <p:cNvSpPr/>
            <p:nvPr/>
          </p:nvSpPr>
          <p:spPr>
            <a:xfrm flipV="1">
              <a:off x="11606551" y="2704334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9C7829B3-FDB2-AA22-84F4-CB1477E9E9A7}"/>
                </a:ext>
              </a:extLst>
            </p:cNvPr>
            <p:cNvSpPr/>
            <p:nvPr/>
          </p:nvSpPr>
          <p:spPr>
            <a:xfrm rot="5400000">
              <a:off x="10624398" y="2717022"/>
              <a:ext cx="174212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2D56E771-797A-2587-B710-5DDA892F4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7348" y="2017067"/>
              <a:ext cx="2754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C41049EC-A165-B347-6D60-C1B991A14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0617" y="2017067"/>
              <a:ext cx="240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208B5C6-A749-01BC-FBE3-7689FD7CC26B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348" y="1715298"/>
              <a:ext cx="0" cy="301769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91EF3B0-3EFF-59AA-41CD-42F29BB35807}"/>
                </a:ext>
              </a:extLst>
            </p:cNvPr>
            <p:cNvCxnSpPr>
              <a:cxnSpLocks/>
            </p:cNvCxnSpPr>
            <p:nvPr/>
          </p:nvCxnSpPr>
          <p:spPr>
            <a:xfrm>
              <a:off x="10387348" y="2757912"/>
              <a:ext cx="0" cy="489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C8D71CF-E19A-7737-4F3E-86E178C99A5B}"/>
                </a:ext>
              </a:extLst>
            </p:cNvPr>
            <p:cNvCxnSpPr>
              <a:cxnSpLocks/>
            </p:cNvCxnSpPr>
            <p:nvPr/>
          </p:nvCxnSpPr>
          <p:spPr>
            <a:xfrm>
              <a:off x="11829758" y="942058"/>
              <a:ext cx="0" cy="251797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DAF35826-38AF-DB2F-5EA2-B6EA28EAEA0E}"/>
                </a:ext>
              </a:extLst>
            </p:cNvPr>
            <p:cNvSpPr/>
            <p:nvPr/>
          </p:nvSpPr>
          <p:spPr>
            <a:xfrm flipV="1">
              <a:off x="11785598" y="1972972"/>
              <a:ext cx="90000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5462CF34-1CE7-CBBF-554B-0111D21BC1FD}"/>
                </a:ext>
              </a:extLst>
            </p:cNvPr>
            <p:cNvSpPr/>
            <p:nvPr/>
          </p:nvSpPr>
          <p:spPr>
            <a:xfrm flipV="1">
              <a:off x="8353169" y="3201585"/>
              <a:ext cx="90000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0860AD0A-22D1-60F9-3E23-28245C755C0B}"/>
                </a:ext>
              </a:extLst>
            </p:cNvPr>
            <p:cNvSpPr/>
            <p:nvPr/>
          </p:nvSpPr>
          <p:spPr>
            <a:xfrm flipV="1">
              <a:off x="10341564" y="3201585"/>
              <a:ext cx="90000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6AECAF6E-C6AF-B818-FD15-E733038EC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5820" y="942058"/>
              <a:ext cx="3263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691621E6-84B9-8555-295A-3E8F94D27BFF}"/>
                    </a:ext>
                  </a:extLst>
                </p:cNvPr>
                <p:cNvSpPr/>
                <p:nvPr/>
              </p:nvSpPr>
              <p:spPr>
                <a:xfrm>
                  <a:off x="6180098" y="1715298"/>
                  <a:ext cx="937799" cy="135355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b>
                      </m:sSub>
                    </m:oMath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691621E6-84B9-8555-295A-3E8F94D27B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098" y="1715298"/>
                  <a:ext cx="937799" cy="135355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A0C84C1C-1F12-F95C-E15C-8042DEA26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4628" y="2764980"/>
              <a:ext cx="2766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895CB67-1633-EB1C-95C6-97D59A9219D2}"/>
                    </a:ext>
                  </a:extLst>
                </p:cNvPr>
                <p:cNvSpPr txBox="1"/>
                <p:nvPr/>
              </p:nvSpPr>
              <p:spPr>
                <a:xfrm>
                  <a:off x="6228784" y="1775906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C895CB67-1633-EB1C-95C6-97D59A9219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8784" y="1775906"/>
                  <a:ext cx="448351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B364BBEE-E1FB-BCC9-1F51-2DEE531DEC03}"/>
                    </a:ext>
                  </a:extLst>
                </p:cNvPr>
                <p:cNvSpPr txBox="1"/>
                <p:nvPr/>
              </p:nvSpPr>
              <p:spPr>
                <a:xfrm>
                  <a:off x="6307338" y="2534147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B364BBEE-E1FB-BCC9-1F51-2DEE531DE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7338" y="2534147"/>
                  <a:ext cx="44835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1918" r="-27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B0BFBE56-1667-2396-FCFB-6A91612A97FD}"/>
                </a:ext>
              </a:extLst>
            </p:cNvPr>
            <p:cNvSpPr/>
            <p:nvPr/>
          </p:nvSpPr>
          <p:spPr>
            <a:xfrm flipV="1">
              <a:off x="7123831" y="2704334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2E317ED9-3391-01DC-7A4D-063764C97D4A}"/>
                </a:ext>
              </a:extLst>
            </p:cNvPr>
            <p:cNvSpPr/>
            <p:nvPr/>
          </p:nvSpPr>
          <p:spPr>
            <a:xfrm rot="5400000">
              <a:off x="6141678" y="2717022"/>
              <a:ext cx="174212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Line 27">
              <a:extLst>
                <a:ext uri="{FF2B5EF4-FFF2-40B4-BE49-F238E27FC236}">
                  <a16:creationId xmlns:a16="http://schemas.microsoft.com/office/drawing/2014/main" id="{6B70DCEC-C4CD-04D5-C739-C976378DB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4628" y="2017067"/>
              <a:ext cx="2754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0ED3B08A-2AC9-C37A-7F4E-A51317BD4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7897" y="2017067"/>
              <a:ext cx="240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F67BF8BA-BFDE-9B02-C11F-ECB2DC2E255C}"/>
                </a:ext>
              </a:extLst>
            </p:cNvPr>
            <p:cNvCxnSpPr>
              <a:cxnSpLocks/>
            </p:cNvCxnSpPr>
            <p:nvPr/>
          </p:nvCxnSpPr>
          <p:spPr>
            <a:xfrm>
              <a:off x="5904628" y="1715298"/>
              <a:ext cx="0" cy="301769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04304712-36D3-EA23-5D75-D340C63B0660}"/>
                </a:ext>
              </a:extLst>
            </p:cNvPr>
            <p:cNvCxnSpPr>
              <a:cxnSpLocks/>
            </p:cNvCxnSpPr>
            <p:nvPr/>
          </p:nvCxnSpPr>
          <p:spPr>
            <a:xfrm>
              <a:off x="5904628" y="2757912"/>
              <a:ext cx="0" cy="4892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DF057B37-1497-4CCB-BE99-824AF2C5B480}"/>
                </a:ext>
              </a:extLst>
            </p:cNvPr>
            <p:cNvCxnSpPr>
              <a:cxnSpLocks/>
            </p:cNvCxnSpPr>
            <p:nvPr/>
          </p:nvCxnSpPr>
          <p:spPr>
            <a:xfrm>
              <a:off x="7347038" y="942058"/>
              <a:ext cx="0" cy="251797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4DEAB1C7-5328-597E-8446-E6F7ABEE5DBB}"/>
                </a:ext>
              </a:extLst>
            </p:cNvPr>
            <p:cNvSpPr/>
            <p:nvPr/>
          </p:nvSpPr>
          <p:spPr>
            <a:xfrm flipV="1">
              <a:off x="7302833" y="1971463"/>
              <a:ext cx="90000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858D2989-9DE9-D73F-B66E-6C7AA8318BE3}"/>
                </a:ext>
              </a:extLst>
            </p:cNvPr>
            <p:cNvSpPr/>
            <p:nvPr/>
          </p:nvSpPr>
          <p:spPr>
            <a:xfrm flipV="1">
              <a:off x="5858844" y="3201585"/>
              <a:ext cx="90000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99BB7D77-B3E9-9441-8A7F-176172E68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7038" y="942058"/>
              <a:ext cx="8560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4" name="Line 27">
              <a:extLst>
                <a:ext uri="{FF2B5EF4-FFF2-40B4-BE49-F238E27FC236}">
                  <a16:creationId xmlns:a16="http://schemas.microsoft.com/office/drawing/2014/main" id="{7F52D631-DF7D-7B84-BAE7-8FDBB4189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7870" y="1274349"/>
              <a:ext cx="20378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5372222C-96CA-5087-21C0-AFA900D48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7870" y="1541049"/>
              <a:ext cx="22068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5E53828-D478-472D-82F1-50DB173CE0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3453" y="3247188"/>
              <a:ext cx="18991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Line 27">
              <a:extLst>
                <a:ext uri="{FF2B5EF4-FFF2-40B4-BE49-F238E27FC236}">
                  <a16:creationId xmlns:a16="http://schemas.microsoft.com/office/drawing/2014/main" id="{46BD76C2-0E61-A766-B8B2-0C5DCC8AD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6067" y="3247188"/>
              <a:ext cx="2239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DCFB6266-B507-5EEE-EDDA-515736721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6067" y="1541049"/>
              <a:ext cx="2239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93F9148C-792D-F275-87E2-0B5291CDE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6067" y="1274349"/>
              <a:ext cx="2239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DB7B74CE-7C63-EF12-6044-6649A80B44E8}"/>
                    </a:ext>
                  </a:extLst>
                </p:cNvPr>
                <p:cNvSpPr txBox="1"/>
                <p:nvPr/>
              </p:nvSpPr>
              <p:spPr>
                <a:xfrm>
                  <a:off x="4665322" y="958992"/>
                  <a:ext cx="61968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DB7B74CE-7C63-EF12-6044-6649A80B4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5322" y="958992"/>
                  <a:ext cx="619686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791DF895-D73C-38E0-4EAC-F41A87BFC1B5}"/>
                    </a:ext>
                  </a:extLst>
                </p:cNvPr>
                <p:cNvSpPr txBox="1"/>
                <p:nvPr/>
              </p:nvSpPr>
              <p:spPr>
                <a:xfrm>
                  <a:off x="4665322" y="1344705"/>
                  <a:ext cx="61968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791DF895-D73C-38E0-4EAC-F41A87BFC1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5322" y="1344705"/>
                  <a:ext cx="619686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2305BA38-CF55-D762-BDE3-10D39CB35191}"/>
                    </a:ext>
                  </a:extLst>
                </p:cNvPr>
                <p:cNvSpPr txBox="1"/>
                <p:nvPr/>
              </p:nvSpPr>
              <p:spPr>
                <a:xfrm>
                  <a:off x="4665322" y="3004009"/>
                  <a:ext cx="61968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2305BA38-CF55-D762-BDE3-10D39CB35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5322" y="3004009"/>
                  <a:ext cx="619686" cy="46166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3C5C5469-2915-7238-FEB3-B6B14D74D508}"/>
                    </a:ext>
                  </a:extLst>
                </p:cNvPr>
                <p:cNvSpPr txBox="1"/>
                <p:nvPr/>
              </p:nvSpPr>
              <p:spPr>
                <a:xfrm>
                  <a:off x="5480215" y="1930408"/>
                  <a:ext cx="61968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3C5C5469-2915-7238-FEB3-B6B14D74D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215" y="1930408"/>
                  <a:ext cx="619686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1961" r="-19608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C7FFFF19-EA6A-4078-D1DA-AC89F1AF4B49}"/>
                    </a:ext>
                  </a:extLst>
                </p:cNvPr>
                <p:cNvSpPr txBox="1"/>
                <p:nvPr/>
              </p:nvSpPr>
              <p:spPr>
                <a:xfrm>
                  <a:off x="8038006" y="1937870"/>
                  <a:ext cx="61968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C7FFFF19-EA6A-4078-D1DA-AC89F1AF4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8006" y="1937870"/>
                  <a:ext cx="619686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7D1A63B1-ABD9-A1DE-4A5B-00429B335FF3}"/>
                    </a:ext>
                  </a:extLst>
                </p:cNvPr>
                <p:cNvSpPr txBox="1"/>
                <p:nvPr/>
              </p:nvSpPr>
              <p:spPr>
                <a:xfrm>
                  <a:off x="9976300" y="1936193"/>
                  <a:ext cx="61968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7D1A63B1-ABD9-A1DE-4A5B-00429B335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6300" y="1936193"/>
                  <a:ext cx="619686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970" r="-20792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0CD0A2F9-4012-1549-E1D0-D2573445ED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11917" y="3250627"/>
              <a:ext cx="50254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CD7AF75B-3869-5D39-AC70-C74B02949EBA}"/>
                    </a:ext>
                  </a:extLst>
                </p:cNvPr>
                <p:cNvSpPr txBox="1"/>
                <p:nvPr/>
              </p:nvSpPr>
              <p:spPr>
                <a:xfrm>
                  <a:off x="8613354" y="203761"/>
                  <a:ext cx="61968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CD7AF75B-3869-5D39-AC70-C74B02949E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3354" y="203761"/>
                  <a:ext cx="619686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2F9217DE-7170-8BCA-5F94-7F53ACDE62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3452" y="1541049"/>
              <a:ext cx="18991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F1FB76F7-F4B1-0FE8-FD5A-EDA65AAC19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3452" y="1274349"/>
              <a:ext cx="18991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F5D5E4D5-BF52-7B41-1859-1B1C13A6AF5A}"/>
                    </a:ext>
                  </a:extLst>
                </p:cNvPr>
                <p:cNvSpPr txBox="1"/>
                <p:nvPr/>
              </p:nvSpPr>
              <p:spPr>
                <a:xfrm>
                  <a:off x="7003224" y="3389000"/>
                  <a:ext cx="9236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F5D5E4D5-BF52-7B41-1859-1B1C13A6AF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3224" y="3389000"/>
                  <a:ext cx="923683" cy="461665"/>
                </a:xfrm>
                <a:prstGeom prst="rect">
                  <a:avLst/>
                </a:prstGeom>
                <a:blipFill>
                  <a:blip r:embed="rId2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B1444A9C-102D-0346-079E-5F6A553CEE0A}"/>
                    </a:ext>
                  </a:extLst>
                </p:cNvPr>
                <p:cNvSpPr txBox="1"/>
                <p:nvPr/>
              </p:nvSpPr>
              <p:spPr>
                <a:xfrm>
                  <a:off x="9407310" y="3385078"/>
                  <a:ext cx="92368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B1444A9C-102D-0346-079E-5F6A553CE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7310" y="3385078"/>
                  <a:ext cx="923683" cy="461665"/>
                </a:xfrm>
                <a:prstGeom prst="rect">
                  <a:avLst/>
                </a:prstGeom>
                <a:blipFill>
                  <a:blip r:embed="rId21"/>
                  <a:stretch>
                    <a:fillRect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D4FBF55F-8D97-E2A4-9D60-4EAF6CF54DB9}"/>
                    </a:ext>
                  </a:extLst>
                </p:cNvPr>
                <p:cNvSpPr txBox="1"/>
                <p:nvPr/>
              </p:nvSpPr>
              <p:spPr>
                <a:xfrm>
                  <a:off x="11566871" y="3392741"/>
                  <a:ext cx="70407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D4FBF55F-8D97-E2A4-9D60-4EAF6CF54D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6871" y="3392741"/>
                  <a:ext cx="704072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6087" r="-695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85A60E65-3D50-E55B-D0D5-0F75B7B82B2E}"/>
              </a:ext>
            </a:extLst>
          </p:cNvPr>
          <p:cNvSpPr txBox="1"/>
          <p:nvPr/>
        </p:nvSpPr>
        <p:spPr>
          <a:xfrm>
            <a:off x="360000" y="828000"/>
            <a:ext cx="4321171" cy="2652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基于选择器的电路方案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数据保持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数据右移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数据左移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并行输入和并行输出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4B9098-AA25-F5F4-1674-E83EF1077461}"/>
              </a:ext>
            </a:extLst>
          </p:cNvPr>
          <p:cNvSpPr/>
          <p:nvPr/>
        </p:nvSpPr>
        <p:spPr>
          <a:xfrm>
            <a:off x="7344000" y="1404000"/>
            <a:ext cx="2520000" cy="2556000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F08DF1-1736-07FF-CFD7-96B9E7FF9648}"/>
              </a:ext>
            </a:extLst>
          </p:cNvPr>
          <p:cNvSpPr txBox="1"/>
          <p:nvPr/>
        </p:nvSpPr>
        <p:spPr>
          <a:xfrm>
            <a:off x="360000" y="3708000"/>
            <a:ext cx="45727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功能表</a:t>
            </a:r>
            <a:endParaRPr lang="zh-CN" altLang="en-US" sz="2400" dirty="0"/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7E69BD36-390B-A14E-C1AD-B7EAE89E7031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8604000" y="3960000"/>
            <a:ext cx="0" cy="10800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75D2A0C-760A-1C13-4DC5-C648A976A77A}"/>
              </a:ext>
            </a:extLst>
          </p:cNvPr>
          <p:cNvSpPr txBox="1"/>
          <p:nvPr/>
        </p:nvSpPr>
        <p:spPr>
          <a:xfrm>
            <a:off x="6120000" y="5399999"/>
            <a:ext cx="496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可用于实现双向移位寄存器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FCA472-F7DE-FA7B-103C-C957A1D74F1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</a:t>
            </a:r>
          </a:p>
        </p:txBody>
      </p:sp>
    </p:spTree>
    <p:extLst>
      <p:ext uri="{BB962C8B-B14F-4D97-AF65-F5344CB8AC3E}">
        <p14:creationId xmlns:p14="http://schemas.microsoft.com/office/powerpoint/2010/main" val="104883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58473-C98F-1E79-6472-CAFF6165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3C6C8-8AFC-0082-D2EC-ED63E59CBD5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触发器知识补充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1EC681-FDC9-AD63-644A-867242F896D5}"/>
              </a:ext>
            </a:extLst>
          </p:cNvPr>
          <p:cNvSpPr txBox="1"/>
          <p:nvPr/>
        </p:nvSpPr>
        <p:spPr>
          <a:xfrm>
            <a:off x="360000" y="828000"/>
            <a:ext cx="4847407" cy="109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一般的主从结构的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主要由传输门和非门组成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AD996F0-0018-E6EA-85B7-D3D5101F2C17}"/>
              </a:ext>
            </a:extLst>
          </p:cNvPr>
          <p:cNvGrpSpPr/>
          <p:nvPr/>
        </p:nvGrpSpPr>
        <p:grpSpPr>
          <a:xfrm>
            <a:off x="720000" y="4788000"/>
            <a:ext cx="3332769" cy="1730319"/>
            <a:chOff x="8028607" y="1393604"/>
            <a:chExt cx="3332769" cy="1730319"/>
          </a:xfrm>
        </p:grpSpPr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5709CB68-14FE-85EA-DC01-CCD7FC363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5634" y="1680236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475CC2BC-D139-C8AB-9221-DCA79679A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41215" y="2828929"/>
              <a:ext cx="23642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BBEEE07-91BA-2E1B-4565-7878513E42F9}"/>
                </a:ext>
              </a:extLst>
            </p:cNvPr>
            <p:cNvSpPr/>
            <p:nvPr/>
          </p:nvSpPr>
          <p:spPr>
            <a:xfrm>
              <a:off x="8997170" y="1393604"/>
              <a:ext cx="1452298" cy="173031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2400" dirty="0">
                <a:solidFill>
                  <a:schemeClr val="tx1"/>
                </a:solidFill>
                <a:ea typeface="微软雅黑" panose="020B0503020204020204" pitchFamily="34" charset="-122"/>
              </a:endParaRPr>
            </a:p>
            <a:p>
              <a:pPr algn="r"/>
              <a:endParaRPr lang="en-US" altLang="zh-CN" sz="2400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7F72A1F9-D412-B394-D8AD-01AF567173B3}"/>
                </a:ext>
              </a:extLst>
            </p:cNvPr>
            <p:cNvSpPr/>
            <p:nvPr/>
          </p:nvSpPr>
          <p:spPr>
            <a:xfrm rot="5400000">
              <a:off x="8959966" y="2761998"/>
              <a:ext cx="206475" cy="132068"/>
            </a:xfrm>
            <a:prstGeom prst="triangl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D66A4E7-B82F-1BAE-1FBF-81658DEB945A}"/>
                    </a:ext>
                  </a:extLst>
                </p:cNvPr>
                <p:cNvSpPr txBox="1"/>
                <p:nvPr/>
              </p:nvSpPr>
              <p:spPr>
                <a:xfrm>
                  <a:off x="9084252" y="1426987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D66A4E7-B82F-1BAE-1FBF-81658DEB9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4252" y="1426987"/>
                  <a:ext cx="512608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CDE6228-34FB-A92C-3E2D-5822D7F67FD7}"/>
                    </a:ext>
                  </a:extLst>
                </p:cNvPr>
                <p:cNvSpPr txBox="1"/>
                <p:nvPr/>
              </p:nvSpPr>
              <p:spPr>
                <a:xfrm>
                  <a:off x="9153039" y="2566422"/>
                  <a:ext cx="5486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CDE6228-34FB-A92C-3E2D-5822D7F67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3039" y="2566422"/>
                  <a:ext cx="548637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086F752-B1C0-09B1-3438-7D5E38A6D1BB}"/>
                </a:ext>
              </a:extLst>
            </p:cNvPr>
            <p:cNvSpPr/>
            <p:nvPr/>
          </p:nvSpPr>
          <p:spPr>
            <a:xfrm>
              <a:off x="10449468" y="2765929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E6D9E79-EEA2-5681-DBC9-982C7EB5269F}"/>
                    </a:ext>
                  </a:extLst>
                </p:cNvPr>
                <p:cNvSpPr txBox="1"/>
                <p:nvPr/>
              </p:nvSpPr>
              <p:spPr>
                <a:xfrm>
                  <a:off x="8028608" y="1418626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4E6D9E79-EEA2-5681-DBC9-982C7EB526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608" y="1418626"/>
                  <a:ext cx="512608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DBC1CBA-F392-8B75-7929-5EA2DB11D5DF}"/>
                    </a:ext>
                  </a:extLst>
                </p:cNvPr>
                <p:cNvSpPr txBox="1"/>
                <p:nvPr/>
              </p:nvSpPr>
              <p:spPr>
                <a:xfrm>
                  <a:off x="8028607" y="2566422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DBC1CBA-F392-8B75-7929-5EA2DB11D5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607" y="2566422"/>
                  <a:ext cx="51260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D0EF9A7-7F6D-2D37-876E-F6A097A001C1}"/>
                    </a:ext>
                  </a:extLst>
                </p:cNvPr>
                <p:cNvSpPr txBox="1"/>
                <p:nvPr/>
              </p:nvSpPr>
              <p:spPr>
                <a:xfrm>
                  <a:off x="10968699" y="2566421"/>
                  <a:ext cx="392677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D0EF9A7-7F6D-2D37-876E-F6A097A00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68699" y="2566421"/>
                  <a:ext cx="392677" cy="52411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D5CA9EC-CE57-38DC-14E2-CD7AD06C8E80}"/>
                    </a:ext>
                  </a:extLst>
                </p:cNvPr>
                <p:cNvSpPr txBox="1"/>
                <p:nvPr/>
              </p:nvSpPr>
              <p:spPr>
                <a:xfrm>
                  <a:off x="10968698" y="1426987"/>
                  <a:ext cx="39267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D5CA9EC-CE57-38DC-14E2-CD7AD06C8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68698" y="1426987"/>
                  <a:ext cx="392677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A406E045-701D-1C73-371F-08EA9E4046F2}"/>
              </a:ext>
            </a:extLst>
          </p:cNvPr>
          <p:cNvGrpSpPr/>
          <p:nvPr/>
        </p:nvGrpSpPr>
        <p:grpSpPr>
          <a:xfrm>
            <a:off x="7200000" y="5760000"/>
            <a:ext cx="2768756" cy="812029"/>
            <a:chOff x="1091909" y="5192788"/>
            <a:chExt cx="2768756" cy="812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3D965CDB-0D00-DE63-B8C7-881B8ECE6E5E}"/>
                    </a:ext>
                  </a:extLst>
                </p:cNvPr>
                <p:cNvSpPr txBox="1"/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A3981B9-992B-D8A2-FE03-65634D26B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blipFill>
                  <a:blip r:embed="rId30"/>
                  <a:stretch>
                    <a:fillRect l="-89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Line 27">
              <a:extLst>
                <a:ext uri="{FF2B5EF4-FFF2-40B4-BE49-F238E27FC236}">
                  <a16:creationId xmlns:a16="http://schemas.microsoft.com/office/drawing/2014/main" id="{E09D5294-4C19-4CDA-9946-8F2B51C46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409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1" name="等腰三角形 110">
              <a:extLst>
                <a:ext uri="{FF2B5EF4-FFF2-40B4-BE49-F238E27FC236}">
                  <a16:creationId xmlns:a16="http://schemas.microsoft.com/office/drawing/2014/main" id="{18D1B2CB-341B-8D4F-41B1-23773F1811B5}"/>
                </a:ext>
              </a:extLst>
            </p:cNvPr>
            <p:cNvSpPr/>
            <p:nvPr/>
          </p:nvSpPr>
          <p:spPr>
            <a:xfrm rot="5400000">
              <a:off x="1894516" y="5607422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7983F00D-9D5A-0476-E930-5280975D987F}"/>
                </a:ext>
              </a:extLst>
            </p:cNvPr>
            <p:cNvSpPr/>
            <p:nvPr/>
          </p:nvSpPr>
          <p:spPr>
            <a:xfrm flipV="1">
              <a:off x="2291911" y="5732517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3" name="Line 27">
              <a:extLst>
                <a:ext uri="{FF2B5EF4-FFF2-40B4-BE49-F238E27FC236}">
                  <a16:creationId xmlns:a16="http://schemas.microsoft.com/office/drawing/2014/main" id="{93672E7A-779B-6871-1BF2-13F58F8B8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081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4" name="等腰三角形 113">
              <a:extLst>
                <a:ext uri="{FF2B5EF4-FFF2-40B4-BE49-F238E27FC236}">
                  <a16:creationId xmlns:a16="http://schemas.microsoft.com/office/drawing/2014/main" id="{232E6B87-AC6D-C270-F415-B967A7CEE714}"/>
                </a:ext>
              </a:extLst>
            </p:cNvPr>
            <p:cNvSpPr/>
            <p:nvPr/>
          </p:nvSpPr>
          <p:spPr>
            <a:xfrm rot="5400000">
              <a:off x="2766188" y="560742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2D00AA2E-1013-8619-0EF4-20D3989E214E}"/>
                </a:ext>
              </a:extLst>
            </p:cNvPr>
            <p:cNvSpPr/>
            <p:nvPr/>
          </p:nvSpPr>
          <p:spPr>
            <a:xfrm flipV="1">
              <a:off x="3163583" y="573251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6" name="Line 27">
              <a:extLst>
                <a:ext uri="{FF2B5EF4-FFF2-40B4-BE49-F238E27FC236}">
                  <a16:creationId xmlns:a16="http://schemas.microsoft.com/office/drawing/2014/main" id="{64A435AD-256A-BC05-E8DC-70EB7C07F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299" y="5791401"/>
              <a:ext cx="295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A886395B-42BB-A71F-60B4-1819C7B32E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86373" y="5689588"/>
              <a:ext cx="204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56B6CAF3-7276-C2C0-7A84-EB2925B63BBF}"/>
                </a:ext>
              </a:extLst>
            </p:cNvPr>
            <p:cNvSpPr/>
            <p:nvPr/>
          </p:nvSpPr>
          <p:spPr>
            <a:xfrm flipV="1">
              <a:off x="2542922" y="5742351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9" name="Line 27">
              <a:extLst>
                <a:ext uri="{FF2B5EF4-FFF2-40B4-BE49-F238E27FC236}">
                  <a16:creationId xmlns:a16="http://schemas.microsoft.com/office/drawing/2014/main" id="{17A40545-D642-7EB5-9D45-B4024BA23D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51269" y="5688882"/>
              <a:ext cx="216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7A98EFBA-F320-AD96-554F-C747F5DBBE55}"/>
                    </a:ext>
                  </a:extLst>
                </p:cNvPr>
                <p:cNvSpPr txBox="1"/>
                <p:nvPr/>
              </p:nvSpPr>
              <p:spPr>
                <a:xfrm>
                  <a:off x="2348269" y="519278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7A98EFBA-F320-AD96-554F-C747F5DBB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8269" y="5192788"/>
                  <a:ext cx="539355" cy="462434"/>
                </a:xfrm>
                <a:prstGeom prst="rect">
                  <a:avLst/>
                </a:prstGeom>
                <a:blipFill>
                  <a:blip r:embed="rId31"/>
                  <a:stretch>
                    <a:fillRect r="-22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6868A130-D53F-2FE6-F07E-CE7A3FD2B3A1}"/>
                    </a:ext>
                  </a:extLst>
                </p:cNvPr>
                <p:cNvSpPr txBox="1"/>
                <p:nvPr/>
              </p:nvSpPr>
              <p:spPr>
                <a:xfrm>
                  <a:off x="3321310" y="5192788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6868A130-D53F-2FE6-F07E-CE7A3FD2B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1310" y="5192788"/>
                  <a:ext cx="539355" cy="46166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A755B054-F404-3A29-D9E9-4DB8A990DC0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C2ABA69D-0F38-1F69-6CB0-416ED4026AE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95" name="箭头: 五边形 294">
                <a:extLst>
                  <a:ext uri="{FF2B5EF4-FFF2-40B4-BE49-F238E27FC236}">
                    <a16:creationId xmlns:a16="http://schemas.microsoft.com/office/drawing/2014/main" id="{CEE7FE20-CBE4-1643-318C-3769B872018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箭头: V 形 295">
                <a:extLst>
                  <a:ext uri="{FF2B5EF4-FFF2-40B4-BE49-F238E27FC236}">
                    <a16:creationId xmlns:a16="http://schemas.microsoft.com/office/drawing/2014/main" id="{B3E5820D-AF82-D0D5-F937-61908899F18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4" name="灯片编号占位符 3">
              <a:extLst>
                <a:ext uri="{FF2B5EF4-FFF2-40B4-BE49-F238E27FC236}">
                  <a16:creationId xmlns:a16="http://schemas.microsoft.com/office/drawing/2014/main" id="{ED68D4C1-5E96-3175-3A10-2D0C7C19237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58326A0-91FB-6180-8E9E-5D2742DF55B3}"/>
              </a:ext>
            </a:extLst>
          </p:cNvPr>
          <p:cNvGrpSpPr/>
          <p:nvPr/>
        </p:nvGrpSpPr>
        <p:grpSpPr>
          <a:xfrm>
            <a:off x="4867200" y="1080000"/>
            <a:ext cx="6789782" cy="3954797"/>
            <a:chOff x="4867200" y="1080000"/>
            <a:chExt cx="6789782" cy="3954797"/>
          </a:xfrm>
        </p:grpSpPr>
        <p:sp>
          <p:nvSpPr>
            <p:cNvPr id="467" name="Line 27">
              <a:extLst>
                <a:ext uri="{FF2B5EF4-FFF2-40B4-BE49-F238E27FC236}">
                  <a16:creationId xmlns:a16="http://schemas.microsoft.com/office/drawing/2014/main" id="{E985CD4F-5833-123F-8327-7330D00793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568870" y="3039007"/>
              <a:ext cx="19752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68" name="Line 27">
              <a:extLst>
                <a:ext uri="{FF2B5EF4-FFF2-40B4-BE49-F238E27FC236}">
                  <a16:creationId xmlns:a16="http://schemas.microsoft.com/office/drawing/2014/main" id="{A38C3796-9131-D417-EDAC-7763A4ECE2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54361" y="3211409"/>
              <a:ext cx="1630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75" name="Line 9">
              <a:extLst>
                <a:ext uri="{FF2B5EF4-FFF2-40B4-BE49-F238E27FC236}">
                  <a16:creationId xmlns:a16="http://schemas.microsoft.com/office/drawing/2014/main" id="{ECD93558-FB80-A107-7765-6818541AD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3488" y="4829325"/>
              <a:ext cx="97106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57ED6500-D0D7-CF21-C6B1-883C06BA275A}"/>
                    </a:ext>
                  </a:extLst>
                </p:cNvPr>
                <p:cNvSpPr txBox="1"/>
                <p:nvPr/>
              </p:nvSpPr>
              <p:spPr>
                <a:xfrm>
                  <a:off x="7507082" y="454274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57ED6500-D0D7-CF21-C6B1-883C06BA2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7082" y="4542748"/>
                  <a:ext cx="539355" cy="462434"/>
                </a:xfrm>
                <a:prstGeom prst="rect">
                  <a:avLst/>
                </a:prstGeom>
                <a:blipFill>
                  <a:blip r:embed="rId33"/>
                  <a:stretch>
                    <a:fillRect l="-10112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9" name="文本框 488">
              <a:extLst>
                <a:ext uri="{FF2B5EF4-FFF2-40B4-BE49-F238E27FC236}">
                  <a16:creationId xmlns:a16="http://schemas.microsoft.com/office/drawing/2014/main" id="{F67AFCD0-BD25-9E90-1DCB-25C806D6A820}"/>
                </a:ext>
              </a:extLst>
            </p:cNvPr>
            <p:cNvSpPr txBox="1"/>
            <p:nvPr/>
          </p:nvSpPr>
          <p:spPr>
            <a:xfrm>
              <a:off x="556268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文本框 489">
                  <a:extLst>
                    <a:ext uri="{FF2B5EF4-FFF2-40B4-BE49-F238E27FC236}">
                      <a16:creationId xmlns:a16="http://schemas.microsoft.com/office/drawing/2014/main" id="{9EC87F7D-6680-8D7F-38B5-76F40FF2A7CA}"/>
                    </a:ext>
                  </a:extLst>
                </p:cNvPr>
                <p:cNvSpPr txBox="1"/>
                <p:nvPr/>
              </p:nvSpPr>
              <p:spPr>
                <a:xfrm>
                  <a:off x="7507082" y="2376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0" name="文本框 489">
                  <a:extLst>
                    <a:ext uri="{FF2B5EF4-FFF2-40B4-BE49-F238E27FC236}">
                      <a16:creationId xmlns:a16="http://schemas.microsoft.com/office/drawing/2014/main" id="{9EC87F7D-6680-8D7F-38B5-76F40FF2A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7082" y="2376000"/>
                  <a:ext cx="539355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7865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1" name="Line 27">
              <a:extLst>
                <a:ext uri="{FF2B5EF4-FFF2-40B4-BE49-F238E27FC236}">
                  <a16:creationId xmlns:a16="http://schemas.microsoft.com/office/drawing/2014/main" id="{232C0588-6C08-15F1-760F-DE09F1E8C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8020" y="2397907"/>
              <a:ext cx="59157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501B81B4-09E7-8784-E4AF-C751A84B9136}"/>
                </a:ext>
              </a:extLst>
            </p:cNvPr>
            <p:cNvSpPr/>
            <p:nvPr/>
          </p:nvSpPr>
          <p:spPr>
            <a:xfrm flipV="1">
              <a:off x="6525161" y="235080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95" name="Line 27">
              <a:extLst>
                <a:ext uri="{FF2B5EF4-FFF2-40B4-BE49-F238E27FC236}">
                  <a16:creationId xmlns:a16="http://schemas.microsoft.com/office/drawing/2014/main" id="{1EC74BAF-46F2-0449-D947-E870CCA41A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6785111" y="3810382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96" name="Line 27">
              <a:extLst>
                <a:ext uri="{FF2B5EF4-FFF2-40B4-BE49-F238E27FC236}">
                  <a16:creationId xmlns:a16="http://schemas.microsoft.com/office/drawing/2014/main" id="{8F473EAC-962B-5AF4-A932-7D749D03DD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20742" y="4689317"/>
              <a:ext cx="3035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97" name="Line 27">
              <a:extLst>
                <a:ext uri="{FF2B5EF4-FFF2-40B4-BE49-F238E27FC236}">
                  <a16:creationId xmlns:a16="http://schemas.microsoft.com/office/drawing/2014/main" id="{C47B3AB9-F19C-C426-D789-192B032B01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73674" y="4686623"/>
              <a:ext cx="2969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98" name="Line 27">
              <a:extLst>
                <a:ext uri="{FF2B5EF4-FFF2-40B4-BE49-F238E27FC236}">
                  <a16:creationId xmlns:a16="http://schemas.microsoft.com/office/drawing/2014/main" id="{93DE7C56-EC3F-11F9-1C37-07B5F61BEA8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6781228" y="3799493"/>
              <a:ext cx="529117" cy="9645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文本框 499">
                  <a:extLst>
                    <a:ext uri="{FF2B5EF4-FFF2-40B4-BE49-F238E27FC236}">
                      <a16:creationId xmlns:a16="http://schemas.microsoft.com/office/drawing/2014/main" id="{177C71CC-4706-0296-BB2E-2CCD670A7FF7}"/>
                    </a:ext>
                  </a:extLst>
                </p:cNvPr>
                <p:cNvSpPr txBox="1"/>
                <p:nvPr/>
              </p:nvSpPr>
              <p:spPr>
                <a:xfrm>
                  <a:off x="4867200" y="216668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0" name="文本框 499">
                  <a:extLst>
                    <a:ext uri="{FF2B5EF4-FFF2-40B4-BE49-F238E27FC236}">
                      <a16:creationId xmlns:a16="http://schemas.microsoft.com/office/drawing/2014/main" id="{177C71CC-4706-0296-BB2E-2CCD670A7F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7200" y="2166689"/>
                  <a:ext cx="539355" cy="462434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A8C81BED-A69A-C946-60D7-B94C84C2E9A7}"/>
                </a:ext>
              </a:extLst>
            </p:cNvPr>
            <p:cNvSpPr/>
            <p:nvPr/>
          </p:nvSpPr>
          <p:spPr>
            <a:xfrm flipV="1">
              <a:off x="7470776" y="235080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02" name="Line 27">
              <a:extLst>
                <a:ext uri="{FF2B5EF4-FFF2-40B4-BE49-F238E27FC236}">
                  <a16:creationId xmlns:a16="http://schemas.microsoft.com/office/drawing/2014/main" id="{B80780C5-3054-278B-3874-B4D2143828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04532" y="3336523"/>
              <a:ext cx="324359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03" name="Line 27">
              <a:extLst>
                <a:ext uri="{FF2B5EF4-FFF2-40B4-BE49-F238E27FC236}">
                  <a16:creationId xmlns:a16="http://schemas.microsoft.com/office/drawing/2014/main" id="{4EF52550-006E-763D-4EC3-962A4A4DCB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693635" y="3218395"/>
              <a:ext cx="16449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04" name="等腰三角形 503">
              <a:extLst>
                <a:ext uri="{FF2B5EF4-FFF2-40B4-BE49-F238E27FC236}">
                  <a16:creationId xmlns:a16="http://schemas.microsoft.com/office/drawing/2014/main" id="{D2699D4D-455D-1C04-AC0D-C5A5659B1378}"/>
                </a:ext>
              </a:extLst>
            </p:cNvPr>
            <p:cNvSpPr/>
            <p:nvPr/>
          </p:nvSpPr>
          <p:spPr>
            <a:xfrm rot="5400000">
              <a:off x="6806970" y="2213929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505" name="椭圆 504">
              <a:extLst>
                <a:ext uri="{FF2B5EF4-FFF2-40B4-BE49-F238E27FC236}">
                  <a16:creationId xmlns:a16="http://schemas.microsoft.com/office/drawing/2014/main" id="{5A87038E-304A-07D2-623D-52C35B7DF33C}"/>
                </a:ext>
              </a:extLst>
            </p:cNvPr>
            <p:cNvSpPr/>
            <p:nvPr/>
          </p:nvSpPr>
          <p:spPr>
            <a:xfrm flipV="1">
              <a:off x="7200546" y="2338221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文本框 505">
                  <a:extLst>
                    <a:ext uri="{FF2B5EF4-FFF2-40B4-BE49-F238E27FC236}">
                      <a16:creationId xmlns:a16="http://schemas.microsoft.com/office/drawing/2014/main" id="{78027C91-E8EE-B8E7-5FB9-A5B7FA12CE84}"/>
                    </a:ext>
                  </a:extLst>
                </p:cNvPr>
                <p:cNvSpPr txBox="1"/>
                <p:nvPr/>
              </p:nvSpPr>
              <p:spPr>
                <a:xfrm>
                  <a:off x="11117627" y="216308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6" name="文本框 505">
                  <a:extLst>
                    <a:ext uri="{FF2B5EF4-FFF2-40B4-BE49-F238E27FC236}">
                      <a16:creationId xmlns:a16="http://schemas.microsoft.com/office/drawing/2014/main" id="{78027C91-E8EE-B8E7-5FB9-A5B7FA12C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7627" y="2163088"/>
                  <a:ext cx="539355" cy="462434"/>
                </a:xfrm>
                <a:prstGeom prst="rect">
                  <a:avLst/>
                </a:prstGeom>
                <a:blipFill>
                  <a:blip r:embed="rId36"/>
                  <a:stretch>
                    <a:fillRect l="-1136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7" name="文本框 506">
              <a:extLst>
                <a:ext uri="{FF2B5EF4-FFF2-40B4-BE49-F238E27FC236}">
                  <a16:creationId xmlns:a16="http://schemas.microsoft.com/office/drawing/2014/main" id="{53BC4721-AEB3-85C9-85BD-1669BF32B531}"/>
                </a:ext>
              </a:extLst>
            </p:cNvPr>
            <p:cNvSpPr txBox="1"/>
            <p:nvPr/>
          </p:nvSpPr>
          <p:spPr>
            <a:xfrm>
              <a:off x="854959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文本框 507">
                  <a:extLst>
                    <a:ext uri="{FF2B5EF4-FFF2-40B4-BE49-F238E27FC236}">
                      <a16:creationId xmlns:a16="http://schemas.microsoft.com/office/drawing/2014/main" id="{9ADB3BD6-BEA0-9CB8-C744-3B111F6D5545}"/>
                    </a:ext>
                  </a:extLst>
                </p:cNvPr>
                <p:cNvSpPr txBox="1"/>
                <p:nvPr/>
              </p:nvSpPr>
              <p:spPr>
                <a:xfrm>
                  <a:off x="11117627" y="1789903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8" name="文本框 507">
                  <a:extLst>
                    <a:ext uri="{FF2B5EF4-FFF2-40B4-BE49-F238E27FC236}">
                      <a16:creationId xmlns:a16="http://schemas.microsoft.com/office/drawing/2014/main" id="{9ADB3BD6-BEA0-9CB8-C744-3B111F6D55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7627" y="1789903"/>
                  <a:ext cx="539355" cy="462434"/>
                </a:xfrm>
                <a:prstGeom prst="rect">
                  <a:avLst/>
                </a:prstGeom>
                <a:blipFill>
                  <a:blip r:embed="rId37"/>
                  <a:stretch>
                    <a:fillRect l="-113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5" name="椭圆 514">
              <a:extLst>
                <a:ext uri="{FF2B5EF4-FFF2-40B4-BE49-F238E27FC236}">
                  <a16:creationId xmlns:a16="http://schemas.microsoft.com/office/drawing/2014/main" id="{345D37D1-9FCE-D638-028B-698B5D13141B}"/>
                </a:ext>
              </a:extLst>
            </p:cNvPr>
            <p:cNvSpPr/>
            <p:nvPr/>
          </p:nvSpPr>
          <p:spPr>
            <a:xfrm flipV="1">
              <a:off x="9512071" y="235080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16" name="Line 27">
              <a:extLst>
                <a:ext uri="{FF2B5EF4-FFF2-40B4-BE49-F238E27FC236}">
                  <a16:creationId xmlns:a16="http://schemas.microsoft.com/office/drawing/2014/main" id="{39C60CE5-0EBE-B015-B081-F617868F94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772021" y="3806780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17" name="Line 27">
              <a:extLst>
                <a:ext uri="{FF2B5EF4-FFF2-40B4-BE49-F238E27FC236}">
                  <a16:creationId xmlns:a16="http://schemas.microsoft.com/office/drawing/2014/main" id="{33D2F328-3092-9147-4D14-26377BF83A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09759" y="4683606"/>
              <a:ext cx="2993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18" name="Line 27">
              <a:extLst>
                <a:ext uri="{FF2B5EF4-FFF2-40B4-BE49-F238E27FC236}">
                  <a16:creationId xmlns:a16="http://schemas.microsoft.com/office/drawing/2014/main" id="{455DEF0C-8417-32F0-6C77-1AD3DBF265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353353" y="4684248"/>
              <a:ext cx="2993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19" name="Line 27">
              <a:extLst>
                <a:ext uri="{FF2B5EF4-FFF2-40B4-BE49-F238E27FC236}">
                  <a16:creationId xmlns:a16="http://schemas.microsoft.com/office/drawing/2014/main" id="{8A7B67F0-3A2C-5750-1C04-55E281459E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766521" y="3799038"/>
              <a:ext cx="526888" cy="9605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20" name="Line 27">
              <a:extLst>
                <a:ext uri="{FF2B5EF4-FFF2-40B4-BE49-F238E27FC236}">
                  <a16:creationId xmlns:a16="http://schemas.microsoft.com/office/drawing/2014/main" id="{52677DD8-0144-9D47-86DE-5D15593C7D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2155" y="4821379"/>
              <a:ext cx="9508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文本框 521">
                  <a:extLst>
                    <a:ext uri="{FF2B5EF4-FFF2-40B4-BE49-F238E27FC236}">
                      <a16:creationId xmlns:a16="http://schemas.microsoft.com/office/drawing/2014/main" id="{15B2C81C-8451-C408-7DB5-A7195CB30F76}"/>
                    </a:ext>
                  </a:extLst>
                </p:cNvPr>
                <p:cNvSpPr txBox="1"/>
                <p:nvPr/>
              </p:nvSpPr>
              <p:spPr>
                <a:xfrm>
                  <a:off x="8612276" y="2760630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2" name="文本框 521">
                  <a:extLst>
                    <a:ext uri="{FF2B5EF4-FFF2-40B4-BE49-F238E27FC236}">
                      <a16:creationId xmlns:a16="http://schemas.microsoft.com/office/drawing/2014/main" id="{15B2C81C-8451-C408-7DB5-A7195CB30F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2276" y="2760630"/>
                  <a:ext cx="539355" cy="46166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3" name="椭圆 522">
              <a:extLst>
                <a:ext uri="{FF2B5EF4-FFF2-40B4-BE49-F238E27FC236}">
                  <a16:creationId xmlns:a16="http://schemas.microsoft.com/office/drawing/2014/main" id="{90170A8B-D8D1-3779-5162-73280B4FFD42}"/>
                </a:ext>
              </a:extLst>
            </p:cNvPr>
            <p:cNvSpPr/>
            <p:nvPr/>
          </p:nvSpPr>
          <p:spPr>
            <a:xfrm flipV="1">
              <a:off x="10458330" y="235080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24" name="Line 27">
              <a:extLst>
                <a:ext uri="{FF2B5EF4-FFF2-40B4-BE49-F238E27FC236}">
                  <a16:creationId xmlns:a16="http://schemas.microsoft.com/office/drawing/2014/main" id="{C6DDAE7E-AAEE-2909-7761-B99787BF17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682345" y="3216595"/>
              <a:ext cx="16413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27" name="等腰三角形 526">
              <a:extLst>
                <a:ext uri="{FF2B5EF4-FFF2-40B4-BE49-F238E27FC236}">
                  <a16:creationId xmlns:a16="http://schemas.microsoft.com/office/drawing/2014/main" id="{0EC9C7D8-D3A3-0088-CFD8-EAB6850A90CC}"/>
                </a:ext>
              </a:extLst>
            </p:cNvPr>
            <p:cNvSpPr/>
            <p:nvPr/>
          </p:nvSpPr>
          <p:spPr>
            <a:xfrm rot="5400000">
              <a:off x="9824956" y="463673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528" name="椭圆 527">
              <a:extLst>
                <a:ext uri="{FF2B5EF4-FFF2-40B4-BE49-F238E27FC236}">
                  <a16:creationId xmlns:a16="http://schemas.microsoft.com/office/drawing/2014/main" id="{9E2B2F53-5D10-FFE8-46C6-F7C1554B6E3C}"/>
                </a:ext>
              </a:extLst>
            </p:cNvPr>
            <p:cNvSpPr/>
            <p:nvPr/>
          </p:nvSpPr>
          <p:spPr>
            <a:xfrm flipV="1">
              <a:off x="10218532" y="4761783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0" name="等腰三角形 549">
              <a:extLst>
                <a:ext uri="{FF2B5EF4-FFF2-40B4-BE49-F238E27FC236}">
                  <a16:creationId xmlns:a16="http://schemas.microsoft.com/office/drawing/2014/main" id="{8F819605-5B66-AD7D-87CC-C5DA21EF05C0}"/>
                </a:ext>
              </a:extLst>
            </p:cNvPr>
            <p:cNvSpPr/>
            <p:nvPr/>
          </p:nvSpPr>
          <p:spPr>
            <a:xfrm rot="5400000">
              <a:off x="6806969" y="4637403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551" name="椭圆 550">
              <a:extLst>
                <a:ext uri="{FF2B5EF4-FFF2-40B4-BE49-F238E27FC236}">
                  <a16:creationId xmlns:a16="http://schemas.microsoft.com/office/drawing/2014/main" id="{7FE219E4-76A0-372F-E21F-5739DCC44934}"/>
                </a:ext>
              </a:extLst>
            </p:cNvPr>
            <p:cNvSpPr/>
            <p:nvPr/>
          </p:nvSpPr>
          <p:spPr>
            <a:xfrm flipV="1">
              <a:off x="7200545" y="4761695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2" name="等腰三角形 551">
              <a:extLst>
                <a:ext uri="{FF2B5EF4-FFF2-40B4-BE49-F238E27FC236}">
                  <a16:creationId xmlns:a16="http://schemas.microsoft.com/office/drawing/2014/main" id="{89665DB1-6100-E9EF-E4A4-3BE220635834}"/>
                </a:ext>
              </a:extLst>
            </p:cNvPr>
            <p:cNvSpPr/>
            <p:nvPr/>
          </p:nvSpPr>
          <p:spPr>
            <a:xfrm rot="5400000">
              <a:off x="9823600" y="2214000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553" name="椭圆 552">
              <a:extLst>
                <a:ext uri="{FF2B5EF4-FFF2-40B4-BE49-F238E27FC236}">
                  <a16:creationId xmlns:a16="http://schemas.microsoft.com/office/drawing/2014/main" id="{7B285067-062C-FE76-F6E6-69BAA853938D}"/>
                </a:ext>
              </a:extLst>
            </p:cNvPr>
            <p:cNvSpPr/>
            <p:nvPr/>
          </p:nvSpPr>
          <p:spPr>
            <a:xfrm flipV="1">
              <a:off x="10219600" y="2340000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4" name="Line 27">
              <a:extLst>
                <a:ext uri="{FF2B5EF4-FFF2-40B4-BE49-F238E27FC236}">
                  <a16:creationId xmlns:a16="http://schemas.microsoft.com/office/drawing/2014/main" id="{BE3B1185-22D8-9B67-C71B-CAD0D1956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2689" y="2051365"/>
              <a:ext cx="16410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11955E5D-CBA1-8E73-1DED-D3718CF9E2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370124" y="2320199"/>
              <a:ext cx="9666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766D6FD-B375-1C99-031A-836422130C4F}"/>
                    </a:ext>
                  </a:extLst>
                </p:cNvPr>
                <p:cNvSpPr txBox="1"/>
                <p:nvPr/>
              </p:nvSpPr>
              <p:spPr>
                <a:xfrm>
                  <a:off x="5624340" y="276423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766D6FD-B375-1C99-031A-836422130C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4340" y="2764232"/>
                  <a:ext cx="539355" cy="461665"/>
                </a:xfrm>
                <a:prstGeom prst="rect">
                  <a:avLst/>
                </a:prstGeom>
                <a:blipFill>
                  <a:blip r:embed="rId39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BE0A3BA-BA42-E6E0-54F7-8CA3AA7EA6F7}"/>
                </a:ext>
              </a:extLst>
            </p:cNvPr>
            <p:cNvSpPr/>
            <p:nvPr/>
          </p:nvSpPr>
          <p:spPr>
            <a:xfrm flipV="1">
              <a:off x="5794041" y="197989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76C5FBB5-7C14-55AB-290B-75F6D0F165A4}"/>
                    </a:ext>
                  </a:extLst>
                </p:cNvPr>
                <p:cNvSpPr/>
                <p:nvPr/>
              </p:nvSpPr>
              <p:spPr>
                <a:xfrm>
                  <a:off x="5495425" y="2110368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ar-AE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ar-AE" dirty="0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76C5FBB5-7C14-55AB-290B-75F6D0F165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5425" y="2110368"/>
                  <a:ext cx="716034" cy="575079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A604A27-C637-360D-9724-7336F43805AC}"/>
                    </a:ext>
                  </a:extLst>
                </p:cNvPr>
                <p:cNvSpPr txBox="1"/>
                <p:nvPr/>
              </p:nvSpPr>
              <p:spPr>
                <a:xfrm>
                  <a:off x="5624341" y="1458641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A604A27-C637-360D-9724-7336F4380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4341" y="1458641"/>
                  <a:ext cx="539355" cy="461665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B32C640F-07D0-3705-8983-832099E784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370551" y="2340000"/>
              <a:ext cx="939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3F520FCE-CB4D-151C-A122-0F4EE4D2F6AA}"/>
                    </a:ext>
                  </a:extLst>
                </p:cNvPr>
                <p:cNvSpPr/>
                <p:nvPr/>
              </p:nvSpPr>
              <p:spPr>
                <a:xfrm>
                  <a:off x="8482335" y="2106766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baseline="-25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3F520FCE-CB4D-151C-A122-0F4EE4D2F6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2335" y="2106766"/>
                  <a:ext cx="716034" cy="575079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D486A86-0D5B-7322-8AC1-0EB89953D5FE}"/>
                    </a:ext>
                  </a:extLst>
                </p:cNvPr>
                <p:cNvSpPr txBox="1"/>
                <p:nvPr/>
              </p:nvSpPr>
              <p:spPr>
                <a:xfrm>
                  <a:off x="8611251" y="145503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D486A86-0D5B-7322-8AC1-0EB89953D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1251" y="1455039"/>
                  <a:ext cx="539355" cy="461665"/>
                </a:xfrm>
                <a:prstGeom prst="rect">
                  <a:avLst/>
                </a:prstGeom>
                <a:blipFill>
                  <a:blip r:embed="rId43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0F5F5B9-121F-06B0-416D-B8EFB50419BE}"/>
                </a:ext>
              </a:extLst>
            </p:cNvPr>
            <p:cNvSpPr/>
            <p:nvPr/>
          </p:nvSpPr>
          <p:spPr>
            <a:xfrm flipV="1">
              <a:off x="8781074" y="198000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F15D8668-E57F-E5BC-9F00-D0C1646BC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6848" y="3527551"/>
              <a:ext cx="1118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C46891D-E903-F9F4-C4B5-69275266E8F6}"/>
                    </a:ext>
                  </a:extLst>
                </p:cNvPr>
                <p:cNvSpPr txBox="1"/>
                <p:nvPr/>
              </p:nvSpPr>
              <p:spPr>
                <a:xfrm>
                  <a:off x="6952884" y="3295046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BC46891D-E903-F9F4-C4B5-69275266E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2884" y="3295046"/>
                  <a:ext cx="539355" cy="461665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FC1CC85-D414-2D96-A2DF-846C9B890926}"/>
                    </a:ext>
                  </a:extLst>
                </p:cNvPr>
                <p:cNvSpPr txBox="1"/>
                <p:nvPr/>
              </p:nvSpPr>
              <p:spPr>
                <a:xfrm>
                  <a:off x="5583763" y="330468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8FC1CC85-D414-2D96-A2DF-846C9B890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3763" y="3304682"/>
                  <a:ext cx="539355" cy="462434"/>
                </a:xfrm>
                <a:prstGeom prst="rect">
                  <a:avLst/>
                </a:prstGeom>
                <a:blipFill>
                  <a:blip r:embed="rId45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28A4CF3F-DEF0-83A6-5677-6F1392FDED2B}"/>
                    </a:ext>
                  </a:extLst>
                </p:cNvPr>
                <p:cNvSpPr/>
                <p:nvPr/>
              </p:nvSpPr>
              <p:spPr>
                <a:xfrm>
                  <a:off x="6208043" y="3240012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28A4CF3F-DEF0-83A6-5677-6F1392FDED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8043" y="3240012"/>
                  <a:ext cx="716034" cy="575079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4286BA55-B6EA-8E53-40B0-AF61D9F33E73}"/>
                </a:ext>
              </a:extLst>
            </p:cNvPr>
            <p:cNvSpPr/>
            <p:nvPr/>
          </p:nvSpPr>
          <p:spPr>
            <a:xfrm flipV="1">
              <a:off x="6075841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7F87BDE7-6CE7-2357-8F68-286136961AA6}"/>
                    </a:ext>
                  </a:extLst>
                </p:cNvPr>
                <p:cNvSpPr txBox="1"/>
                <p:nvPr/>
              </p:nvSpPr>
              <p:spPr>
                <a:xfrm>
                  <a:off x="9939794" y="3291444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7F87BDE7-6CE7-2357-8F68-286136961A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9794" y="3291444"/>
                  <a:ext cx="539355" cy="461665"/>
                </a:xfrm>
                <a:prstGeom prst="rect">
                  <a:avLst/>
                </a:prstGeom>
                <a:blipFill>
                  <a:blip r:embed="rId47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56626996-6F28-74B4-DB5F-B251BA2B7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4437" y="3523949"/>
              <a:ext cx="1113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3EF7C44-E504-1AD0-972A-C25D92B6FA81}"/>
                    </a:ext>
                  </a:extLst>
                </p:cNvPr>
                <p:cNvSpPr txBox="1"/>
                <p:nvPr/>
              </p:nvSpPr>
              <p:spPr>
                <a:xfrm>
                  <a:off x="8578386" y="329449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13EF7C44-E504-1AD0-972A-C25D92B6F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386" y="3294492"/>
                  <a:ext cx="539355" cy="461665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01FD0D49-098A-D662-B5CE-313F74AF20EE}"/>
                    </a:ext>
                  </a:extLst>
                </p:cNvPr>
                <p:cNvSpPr/>
                <p:nvPr/>
              </p:nvSpPr>
              <p:spPr>
                <a:xfrm>
                  <a:off x="9194953" y="3236410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01FD0D49-098A-D662-B5CE-313F74AF20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4953" y="3236410"/>
                  <a:ext cx="716034" cy="575079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7829155A-6D3D-FEBF-D4F5-3B29F82C6C96}"/>
                </a:ext>
              </a:extLst>
            </p:cNvPr>
            <p:cNvSpPr/>
            <p:nvPr/>
          </p:nvSpPr>
          <p:spPr>
            <a:xfrm flipV="1">
              <a:off x="9064598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130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728D0-AE35-CB5E-83E6-5069D5FB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07F65-5AFE-D7AE-695C-A6511FB0BBA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触发器知识补充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1DD3AB-638E-3253-9367-74C5B75D8477}"/>
                  </a:ext>
                </a:extLst>
              </p:cNvPr>
              <p:cNvSpPr txBox="1"/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带置数和清零功能的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有优先控制权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（不同时有效）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31DD3AB-638E-3253-9367-74C5B75D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blipFill>
                <a:blip r:embed="rId3"/>
                <a:stretch>
                  <a:fillRect l="-2342" t="-920" b="-4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4F8D2EFA-3B7D-1EC0-1CAD-F7C9D396383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768EB71C-385E-8594-B24C-DD4A63680C4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95" name="箭头: 五边形 294">
                <a:extLst>
                  <a:ext uri="{FF2B5EF4-FFF2-40B4-BE49-F238E27FC236}">
                    <a16:creationId xmlns:a16="http://schemas.microsoft.com/office/drawing/2014/main" id="{1CDD45C3-4452-2D64-3D08-8F22F252DFF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箭头: V 形 295">
                <a:extLst>
                  <a:ext uri="{FF2B5EF4-FFF2-40B4-BE49-F238E27FC236}">
                    <a16:creationId xmlns:a16="http://schemas.microsoft.com/office/drawing/2014/main" id="{D6F76179-1931-978F-2D7B-015F542C9C4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4" name="灯片编号占位符 3">
              <a:extLst>
                <a:ext uri="{FF2B5EF4-FFF2-40B4-BE49-F238E27FC236}">
                  <a16:creationId xmlns:a16="http://schemas.microsoft.com/office/drawing/2014/main" id="{95E81D2E-E1FF-8113-BF2A-F6A5039F5F7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4906A14-63D4-90A3-D43F-51C9E40FFE3F}"/>
              </a:ext>
            </a:extLst>
          </p:cNvPr>
          <p:cNvGrpSpPr/>
          <p:nvPr/>
        </p:nvGrpSpPr>
        <p:grpSpPr>
          <a:xfrm>
            <a:off x="720000" y="4255200"/>
            <a:ext cx="3332769" cy="2261984"/>
            <a:chOff x="720000" y="3896336"/>
            <a:chExt cx="3332769" cy="2261984"/>
          </a:xfrm>
        </p:grpSpPr>
        <p:sp>
          <p:nvSpPr>
            <p:cNvPr id="298" name="Line 27">
              <a:extLst>
                <a:ext uri="{FF2B5EF4-FFF2-40B4-BE49-F238E27FC236}">
                  <a16:creationId xmlns:a16="http://schemas.microsoft.com/office/drawing/2014/main" id="{C4BAC0BE-C26F-C462-B6AE-76F214C75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189404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76D4AE13-98BE-05D1-742B-B87812904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714632"/>
              <a:ext cx="1342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50B40711-052B-F193-376D-D54068EAF0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293159"/>
              <a:ext cx="5636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8792A9D1-FFCE-F5B1-0E9C-E2BAFB4DC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863325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755C25A-0099-B49B-6DD6-DC673803968B}"/>
                </a:ext>
              </a:extLst>
            </p:cNvPr>
            <p:cNvSpPr/>
            <p:nvPr/>
          </p:nvSpPr>
          <p:spPr>
            <a:xfrm>
              <a:off x="1688563" y="3896336"/>
              <a:ext cx="1452298" cy="226198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2800" dirty="0">
                  <a:solidFill>
                    <a:schemeClr val="tx1"/>
                  </a:solidFill>
                  <a:ea typeface="微软雅黑" panose="020B0503020204020204" pitchFamily="34" charset="-122"/>
                </a:rPr>
                <a:t> </a:t>
              </a:r>
              <a:endParaRPr lang="en-US" altLang="zh-CN" sz="2400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ECBE3ABC-BD6D-89D4-E15E-A8CDC12ADAE1}"/>
                </a:ext>
              </a:extLst>
            </p:cNvPr>
            <p:cNvSpPr/>
            <p:nvPr/>
          </p:nvSpPr>
          <p:spPr>
            <a:xfrm rot="5400000">
              <a:off x="1651359" y="5227125"/>
              <a:ext cx="206475" cy="132068"/>
            </a:xfrm>
            <a:prstGeom prst="triangl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AD15090-7F1D-A690-2430-182119DA5AE0}"/>
                    </a:ext>
                  </a:extLst>
                </p:cNvPr>
                <p:cNvSpPr txBox="1"/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AD15090-7F1D-A690-2430-182119DA5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4D19349-ACF2-F7AA-20F8-12C3A2B5B3C1}"/>
                    </a:ext>
                  </a:extLst>
                </p:cNvPr>
                <p:cNvSpPr txBox="1"/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04D19349-ACF2-F7AA-20F8-12C3A2B5B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5D52FC3B-E856-264F-A2D9-002378CD04DF}"/>
                    </a:ext>
                  </a:extLst>
                </p:cNvPr>
                <p:cNvSpPr txBox="1"/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5D52FC3B-E856-264F-A2D9-002378CD04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4433D442-F440-09C8-8D6D-6122844CCCCD}"/>
                </a:ext>
              </a:extLst>
            </p:cNvPr>
            <p:cNvSpPr/>
            <p:nvPr/>
          </p:nvSpPr>
          <p:spPr>
            <a:xfrm>
              <a:off x="1552189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BC97D0A-C691-DD1D-CB2A-7919559BE298}"/>
                </a:ext>
              </a:extLst>
            </p:cNvPr>
            <p:cNvSpPr/>
            <p:nvPr/>
          </p:nvSpPr>
          <p:spPr>
            <a:xfrm>
              <a:off x="3140861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F284E13-4066-CC33-A172-AF987CDFF90C}"/>
                    </a:ext>
                  </a:extLst>
                </p:cNvPr>
                <p:cNvSpPr txBox="1"/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F284E13-4066-CC33-A172-AF987CDFF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D9CA4DF-8F42-32A3-9C7E-933FEBDFEE5C}"/>
                    </a:ext>
                  </a:extLst>
                </p:cNvPr>
                <p:cNvSpPr txBox="1"/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D9CA4DF-8F42-32A3-9C7E-933FEBDFEE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BEF0BB5-7E31-E87C-5906-D6F7427EEEFE}"/>
                    </a:ext>
                  </a:extLst>
                </p:cNvPr>
                <p:cNvSpPr txBox="1"/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BEF0BB5-7E31-E87C-5906-D6F7427EE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blipFill>
                  <a:blip r:embed="rId9"/>
                  <a:stretch>
                    <a:fillRect l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C14A115-D9AF-B616-3D6D-605B197410BD}"/>
                    </a:ext>
                  </a:extLst>
                </p:cNvPr>
                <p:cNvSpPr txBox="1"/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C14A115-D9AF-B616-3D6D-605B197410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C1C2DE0D-ED47-37B3-6F1F-FC9D98CCCB45}"/>
                    </a:ext>
                  </a:extLst>
                </p:cNvPr>
                <p:cNvSpPr txBox="1"/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C1C2DE0D-ED47-37B3-6F1F-FC9D98CCCB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BF4E1537-632C-15AF-1076-25B8E19FD089}"/>
                </a:ext>
              </a:extLst>
            </p:cNvPr>
            <p:cNvSpPr/>
            <p:nvPr/>
          </p:nvSpPr>
          <p:spPr>
            <a:xfrm>
              <a:off x="1552189" y="4126404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39686275-9ADB-3BBC-27B6-9E8FE77A93BF}"/>
                    </a:ext>
                  </a:extLst>
                </p:cNvPr>
                <p:cNvSpPr txBox="1"/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39686275-9ADB-3BBC-27B6-9E8FE77A93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2F82EB1C-CBD4-ABCD-AC99-B592FA822358}"/>
                    </a:ext>
                  </a:extLst>
                </p:cNvPr>
                <p:cNvSpPr txBox="1"/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2F82EB1C-CBD4-ABCD-AC99-B592FA822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D9A939A2-E74C-65DA-2823-E0BC10BAFFF3}"/>
              </a:ext>
            </a:extLst>
          </p:cNvPr>
          <p:cNvGrpSpPr/>
          <p:nvPr/>
        </p:nvGrpSpPr>
        <p:grpSpPr>
          <a:xfrm>
            <a:off x="7200000" y="5760000"/>
            <a:ext cx="2768756" cy="812029"/>
            <a:chOff x="1091909" y="5192788"/>
            <a:chExt cx="2768756" cy="812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6292CFE9-3C1A-1F16-FE37-02FF8CA7272F}"/>
                    </a:ext>
                  </a:extLst>
                </p:cNvPr>
                <p:cNvSpPr txBox="1"/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A3981B9-992B-D8A2-FE03-65634D26B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blipFill>
                  <a:blip r:embed="rId33"/>
                  <a:stretch>
                    <a:fillRect l="-89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75ED7EFF-B8F3-D463-E940-7AA850ADC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409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7" name="等腰三角形 106">
              <a:extLst>
                <a:ext uri="{FF2B5EF4-FFF2-40B4-BE49-F238E27FC236}">
                  <a16:creationId xmlns:a16="http://schemas.microsoft.com/office/drawing/2014/main" id="{FD869B3C-4040-EA35-19FD-C034F956EE18}"/>
                </a:ext>
              </a:extLst>
            </p:cNvPr>
            <p:cNvSpPr/>
            <p:nvPr/>
          </p:nvSpPr>
          <p:spPr>
            <a:xfrm rot="5400000">
              <a:off x="1894516" y="5607422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87CD1C42-1186-19A1-2A9C-115343772D17}"/>
                </a:ext>
              </a:extLst>
            </p:cNvPr>
            <p:cNvSpPr/>
            <p:nvPr/>
          </p:nvSpPr>
          <p:spPr>
            <a:xfrm flipV="1">
              <a:off x="2291911" y="5732517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3" name="Line 27">
              <a:extLst>
                <a:ext uri="{FF2B5EF4-FFF2-40B4-BE49-F238E27FC236}">
                  <a16:creationId xmlns:a16="http://schemas.microsoft.com/office/drawing/2014/main" id="{221CBEE9-8511-8050-5444-0FD5C4DAB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081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4" name="等腰三角形 123">
              <a:extLst>
                <a:ext uri="{FF2B5EF4-FFF2-40B4-BE49-F238E27FC236}">
                  <a16:creationId xmlns:a16="http://schemas.microsoft.com/office/drawing/2014/main" id="{1971E3EF-F431-2C8B-0062-C3C52A4A243A}"/>
                </a:ext>
              </a:extLst>
            </p:cNvPr>
            <p:cNvSpPr/>
            <p:nvPr/>
          </p:nvSpPr>
          <p:spPr>
            <a:xfrm rot="5400000">
              <a:off x="2766188" y="560742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2F935F66-8C89-919E-08DC-E21D6E096625}"/>
                </a:ext>
              </a:extLst>
            </p:cNvPr>
            <p:cNvSpPr/>
            <p:nvPr/>
          </p:nvSpPr>
          <p:spPr>
            <a:xfrm flipV="1">
              <a:off x="3163583" y="573251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6" name="Line 27">
              <a:extLst>
                <a:ext uri="{FF2B5EF4-FFF2-40B4-BE49-F238E27FC236}">
                  <a16:creationId xmlns:a16="http://schemas.microsoft.com/office/drawing/2014/main" id="{C19BBCC1-F80E-01E0-31B5-DFC7816CA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299" y="5791401"/>
              <a:ext cx="295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7" name="Line 27">
              <a:extLst>
                <a:ext uri="{FF2B5EF4-FFF2-40B4-BE49-F238E27FC236}">
                  <a16:creationId xmlns:a16="http://schemas.microsoft.com/office/drawing/2014/main" id="{DE786D3B-D6E2-6632-3B1A-E524AF1292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86373" y="5689588"/>
              <a:ext cx="204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" name="椭圆 193">
              <a:extLst>
                <a:ext uri="{FF2B5EF4-FFF2-40B4-BE49-F238E27FC236}">
                  <a16:creationId xmlns:a16="http://schemas.microsoft.com/office/drawing/2014/main" id="{DB1509A9-4FAE-0E8E-01B7-74121BAF73FE}"/>
                </a:ext>
              </a:extLst>
            </p:cNvPr>
            <p:cNvSpPr/>
            <p:nvPr/>
          </p:nvSpPr>
          <p:spPr>
            <a:xfrm flipV="1">
              <a:off x="2542922" y="5742351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95" name="Line 27">
              <a:extLst>
                <a:ext uri="{FF2B5EF4-FFF2-40B4-BE49-F238E27FC236}">
                  <a16:creationId xmlns:a16="http://schemas.microsoft.com/office/drawing/2014/main" id="{06BFAFB3-539E-B011-AC34-8F20B3BF3E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51269" y="5688882"/>
              <a:ext cx="216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68D08661-2C03-87DD-A845-C9B04C762AA6}"/>
                    </a:ext>
                  </a:extLst>
                </p:cNvPr>
                <p:cNvSpPr txBox="1"/>
                <p:nvPr/>
              </p:nvSpPr>
              <p:spPr>
                <a:xfrm>
                  <a:off x="2348269" y="519278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68D08661-2C03-87DD-A845-C9B04C762A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8269" y="5192788"/>
                  <a:ext cx="539355" cy="462434"/>
                </a:xfrm>
                <a:prstGeom prst="rect">
                  <a:avLst/>
                </a:prstGeom>
                <a:blipFill>
                  <a:blip r:embed="rId34"/>
                  <a:stretch>
                    <a:fillRect r="-22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3382F024-1203-69C9-DEC8-BD637B299883}"/>
                    </a:ext>
                  </a:extLst>
                </p:cNvPr>
                <p:cNvSpPr txBox="1"/>
                <p:nvPr/>
              </p:nvSpPr>
              <p:spPr>
                <a:xfrm>
                  <a:off x="3321310" y="5192788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3382F024-1203-69C9-DEC8-BD637B2998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1310" y="5192788"/>
                  <a:ext cx="539355" cy="46166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7C3C95F-50AA-6857-E54C-36965F47C138}"/>
              </a:ext>
            </a:extLst>
          </p:cNvPr>
          <p:cNvGrpSpPr/>
          <p:nvPr/>
        </p:nvGrpSpPr>
        <p:grpSpPr>
          <a:xfrm>
            <a:off x="4866174" y="1080000"/>
            <a:ext cx="7325826" cy="4657227"/>
            <a:chOff x="4866174" y="1080000"/>
            <a:chExt cx="7325826" cy="4657227"/>
          </a:xfrm>
        </p:grpSpPr>
        <p:sp>
          <p:nvSpPr>
            <p:cNvPr id="243" name="Line 27">
              <a:extLst>
                <a:ext uri="{FF2B5EF4-FFF2-40B4-BE49-F238E27FC236}">
                  <a16:creationId xmlns:a16="http://schemas.microsoft.com/office/drawing/2014/main" id="{58F3CF1A-F710-1907-DA6E-8B880C0B75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370551" y="2340000"/>
              <a:ext cx="939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F463368-686B-E053-134C-36AE7A5B8912}"/>
                    </a:ext>
                  </a:extLst>
                </p:cNvPr>
                <p:cNvSpPr txBox="1"/>
                <p:nvPr/>
              </p:nvSpPr>
              <p:spPr>
                <a:xfrm>
                  <a:off x="5146805" y="5274793"/>
                  <a:ext cx="512608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F463368-686B-E053-134C-36AE7A5B8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6805" y="5274793"/>
                  <a:ext cx="512608" cy="462434"/>
                </a:xfrm>
                <a:prstGeom prst="rect">
                  <a:avLst/>
                </a:prstGeom>
                <a:blipFill>
                  <a:blip r:embed="rId36"/>
                  <a:stretch>
                    <a:fillRect l="-10714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6D8ADDDD-2FCD-8723-165E-7949C0CB1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81129" y="2397605"/>
              <a:ext cx="1615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46" name="Line 27">
              <a:extLst>
                <a:ext uri="{FF2B5EF4-FFF2-40B4-BE49-F238E27FC236}">
                  <a16:creationId xmlns:a16="http://schemas.microsoft.com/office/drawing/2014/main" id="{6798C6C7-00B0-2144-F51F-C34A6EBEA8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32247" y="3203409"/>
              <a:ext cx="16464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9EC01CEE-B188-E5CF-3C4E-A642A5A649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53335" y="3211409"/>
              <a:ext cx="1630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97" name="Line 8">
              <a:extLst>
                <a:ext uri="{FF2B5EF4-FFF2-40B4-BE49-F238E27FC236}">
                  <a16:creationId xmlns:a16="http://schemas.microsoft.com/office/drawing/2014/main" id="{C6BB157D-D9DC-F244-E744-F1AEA3E3F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340" y="4961582"/>
              <a:ext cx="121068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Line 8">
              <a:extLst>
                <a:ext uri="{FF2B5EF4-FFF2-40B4-BE49-F238E27FC236}">
                  <a16:creationId xmlns:a16="http://schemas.microsoft.com/office/drawing/2014/main" id="{55567013-85BC-CB97-BF98-2BB6FFC187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29750" y="5084782"/>
              <a:ext cx="2814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Line 7">
              <a:extLst>
                <a:ext uri="{FF2B5EF4-FFF2-40B4-BE49-F238E27FC236}">
                  <a16:creationId xmlns:a16="http://schemas.microsoft.com/office/drawing/2014/main" id="{E0BE9376-F876-3331-AA86-A2BF87D18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5689" y="2127726"/>
              <a:ext cx="27080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Line 160">
              <a:extLst>
                <a:ext uri="{FF2B5EF4-FFF2-40B4-BE49-F238E27FC236}">
                  <a16:creationId xmlns:a16="http://schemas.microsoft.com/office/drawing/2014/main" id="{4ADE1D56-FDC9-9A02-5EA9-60FB1BB0F6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6538" y="460484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6" name="Line 7">
              <a:extLst>
                <a:ext uri="{FF2B5EF4-FFF2-40B4-BE49-F238E27FC236}">
                  <a16:creationId xmlns:a16="http://schemas.microsoft.com/office/drawing/2014/main" id="{AB4DC16B-2216-E954-45A3-3FC1D1A2D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4216" y="4691670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Line 9">
              <a:extLst>
                <a:ext uri="{FF2B5EF4-FFF2-40B4-BE49-F238E27FC236}">
                  <a16:creationId xmlns:a16="http://schemas.microsoft.com/office/drawing/2014/main" id="{0DA479AE-819B-7040-DBC3-6CEE9D9FB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3375" y="4829325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160">
              <a:extLst>
                <a:ext uri="{FF2B5EF4-FFF2-40B4-BE49-F238E27FC236}">
                  <a16:creationId xmlns:a16="http://schemas.microsoft.com/office/drawing/2014/main" id="{FBF3777A-A477-7D86-4787-C443D40D2B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6538" y="5044615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1" name="Arc 156">
              <a:extLst>
                <a:ext uri="{FF2B5EF4-FFF2-40B4-BE49-F238E27FC236}">
                  <a16:creationId xmlns:a16="http://schemas.microsoft.com/office/drawing/2014/main" id="{43553847-985C-0A01-98D4-6E8E445D7DF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49393" y="4621650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2" name="Arc 156">
              <a:extLst>
                <a:ext uri="{FF2B5EF4-FFF2-40B4-BE49-F238E27FC236}">
                  <a16:creationId xmlns:a16="http://schemas.microsoft.com/office/drawing/2014/main" id="{845550A7-F837-47E6-EEFA-566409F5B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33" y="4604841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3" name="Oval 163">
              <a:extLst>
                <a:ext uri="{FF2B5EF4-FFF2-40B4-BE49-F238E27FC236}">
                  <a16:creationId xmlns:a16="http://schemas.microsoft.com/office/drawing/2014/main" id="{2118D1D4-B150-7F23-F691-F0F4BA3AE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6928" y="4769409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A2F0795D-19F8-3D6B-1850-E55DF1507DB4}"/>
                    </a:ext>
                  </a:extLst>
                </p:cNvPr>
                <p:cNvSpPr txBox="1"/>
                <p:nvPr/>
              </p:nvSpPr>
              <p:spPr>
                <a:xfrm>
                  <a:off x="9939794" y="3291444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A2F0795D-19F8-3D6B-1850-E55DF1507D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9794" y="3291444"/>
                  <a:ext cx="539355" cy="461665"/>
                </a:xfrm>
                <a:prstGeom prst="rect">
                  <a:avLst/>
                </a:prstGeom>
                <a:blipFill>
                  <a:blip r:embed="rId37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Line 27">
              <a:extLst>
                <a:ext uri="{FF2B5EF4-FFF2-40B4-BE49-F238E27FC236}">
                  <a16:creationId xmlns:a16="http://schemas.microsoft.com/office/drawing/2014/main" id="{A3AA45E4-095D-FE1C-EAEE-36BEF0A07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44437" y="3523949"/>
              <a:ext cx="1113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0838A4E1-A6D9-9053-5891-BF503E9D66FA}"/>
                    </a:ext>
                  </a:extLst>
                </p:cNvPr>
                <p:cNvSpPr txBox="1"/>
                <p:nvPr/>
              </p:nvSpPr>
              <p:spPr>
                <a:xfrm>
                  <a:off x="8578386" y="329449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0838A4E1-A6D9-9053-5891-BF503E9D6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386" y="3294492"/>
                  <a:ext cx="539355" cy="46166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AE29499E-F06E-951E-E79D-4E1715A0B65A}"/>
                    </a:ext>
                  </a:extLst>
                </p:cNvPr>
                <p:cNvSpPr txBox="1"/>
                <p:nvPr/>
              </p:nvSpPr>
              <p:spPr>
                <a:xfrm>
                  <a:off x="7506056" y="454274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AE29499E-F06E-951E-E79D-4E1715A0B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6056" y="4542748"/>
                  <a:ext cx="539355" cy="462434"/>
                </a:xfrm>
                <a:prstGeom prst="rect">
                  <a:avLst/>
                </a:prstGeom>
                <a:blipFill>
                  <a:blip r:embed="rId39"/>
                  <a:stretch>
                    <a:fillRect l="-11236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Line 27">
              <a:extLst>
                <a:ext uri="{FF2B5EF4-FFF2-40B4-BE49-F238E27FC236}">
                  <a16:creationId xmlns:a16="http://schemas.microsoft.com/office/drawing/2014/main" id="{E70E9FD8-9AF7-4D60-D5FA-5E47059A3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6848" y="3527551"/>
              <a:ext cx="1118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C7C1C6C2-4BB5-2B90-9903-906C15AABD81}"/>
                    </a:ext>
                  </a:extLst>
                </p:cNvPr>
                <p:cNvSpPr txBox="1"/>
                <p:nvPr/>
              </p:nvSpPr>
              <p:spPr>
                <a:xfrm>
                  <a:off x="6952884" y="3295046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C7C1C6C2-4BB5-2B90-9903-906C15AAB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2884" y="3295046"/>
                  <a:ext cx="539355" cy="461665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83D2FDF0-7735-AD57-6DF4-B3FD4766CE3C}"/>
                    </a:ext>
                  </a:extLst>
                </p:cNvPr>
                <p:cNvSpPr txBox="1"/>
                <p:nvPr/>
              </p:nvSpPr>
              <p:spPr>
                <a:xfrm>
                  <a:off x="5583763" y="330468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83D2FDF0-7735-AD57-6DF4-B3FD4766CE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3763" y="3304682"/>
                  <a:ext cx="539355" cy="462434"/>
                </a:xfrm>
                <a:prstGeom prst="rect">
                  <a:avLst/>
                </a:prstGeom>
                <a:blipFill>
                  <a:blip r:embed="rId41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3" name="Line 27">
              <a:extLst>
                <a:ext uri="{FF2B5EF4-FFF2-40B4-BE49-F238E27FC236}">
                  <a16:creationId xmlns:a16="http://schemas.microsoft.com/office/drawing/2014/main" id="{E22ED99B-4ED8-AA4D-58C9-A877971EB8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370124" y="2320199"/>
              <a:ext cx="9666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D492C7-4431-7FD5-86CB-F68C73C4EE57}"/>
                    </a:ext>
                  </a:extLst>
                </p:cNvPr>
                <p:cNvSpPr txBox="1"/>
                <p:nvPr/>
              </p:nvSpPr>
              <p:spPr>
                <a:xfrm>
                  <a:off x="5624341" y="1458641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3D492C7-4431-7FD5-86CB-F68C73C4EE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4341" y="1458641"/>
                  <a:ext cx="539355" cy="46166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BA34C6D5-F151-62D9-8B5C-3A41217F30D9}"/>
                </a:ext>
              </a:extLst>
            </p:cNvPr>
            <p:cNvSpPr txBox="1"/>
            <p:nvPr/>
          </p:nvSpPr>
          <p:spPr>
            <a:xfrm>
              <a:off x="5561657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554AC0AC-7148-5838-1250-2CF6DE2E4C15}"/>
                    </a:ext>
                  </a:extLst>
                </p:cNvPr>
                <p:cNvSpPr txBox="1"/>
                <p:nvPr/>
              </p:nvSpPr>
              <p:spPr>
                <a:xfrm>
                  <a:off x="7506056" y="2376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554AC0AC-7148-5838-1250-2CF6DE2E4C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6056" y="2376000"/>
                  <a:ext cx="539355" cy="462434"/>
                </a:xfrm>
                <a:prstGeom prst="rect">
                  <a:avLst/>
                </a:prstGeom>
                <a:blipFill>
                  <a:blip r:embed="rId43"/>
                  <a:stretch>
                    <a:fillRect l="-8989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9" name="Line 27">
              <a:extLst>
                <a:ext uri="{FF2B5EF4-FFF2-40B4-BE49-F238E27FC236}">
                  <a16:creationId xmlns:a16="http://schemas.microsoft.com/office/drawing/2014/main" id="{C4CCC580-5357-5D10-DE3D-5D8620346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6993" y="2397907"/>
              <a:ext cx="15680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04B5CDF6-72F6-AAD3-FBF7-43DFDA755ADC}"/>
                    </a:ext>
                  </a:extLst>
                </p:cNvPr>
                <p:cNvSpPr/>
                <p:nvPr/>
              </p:nvSpPr>
              <p:spPr>
                <a:xfrm>
                  <a:off x="6208043" y="3240012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04B5CDF6-72F6-AAD3-FBF7-43DFDA755A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8043" y="3240012"/>
                  <a:ext cx="716034" cy="57507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75107AEB-FD18-B7A2-511A-F9E40144ABFC}"/>
                </a:ext>
              </a:extLst>
            </p:cNvPr>
            <p:cNvSpPr/>
            <p:nvPr/>
          </p:nvSpPr>
          <p:spPr>
            <a:xfrm flipV="1">
              <a:off x="6075841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DD85007C-2698-7315-0BF9-843B60EC3A69}"/>
                </a:ext>
              </a:extLst>
            </p:cNvPr>
            <p:cNvSpPr/>
            <p:nvPr/>
          </p:nvSpPr>
          <p:spPr>
            <a:xfrm flipV="1">
              <a:off x="6524135" y="2350175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EAA2FA35-1C4C-1A3C-15FF-B9F2841E45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6784085" y="3810382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6" name="Line 27">
              <a:extLst>
                <a:ext uri="{FF2B5EF4-FFF2-40B4-BE49-F238E27FC236}">
                  <a16:creationId xmlns:a16="http://schemas.microsoft.com/office/drawing/2014/main" id="{89A97AE2-D815-302D-D9A1-13022BA818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88502" y="4620529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7" name="Line 27">
              <a:extLst>
                <a:ext uri="{FF2B5EF4-FFF2-40B4-BE49-F238E27FC236}">
                  <a16:creationId xmlns:a16="http://schemas.microsoft.com/office/drawing/2014/main" id="{1373F919-77BA-02D5-BF36-3E51C4CF59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72648" y="4686623"/>
              <a:ext cx="2969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8" name="Line 27">
              <a:extLst>
                <a:ext uri="{FF2B5EF4-FFF2-40B4-BE49-F238E27FC236}">
                  <a16:creationId xmlns:a16="http://schemas.microsoft.com/office/drawing/2014/main" id="{55AE9BA3-7AB0-4597-053B-6396923D76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6780202" y="3799493"/>
              <a:ext cx="529117" cy="9645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E12D3994-048C-268E-862F-608F0D25B1B3}"/>
                    </a:ext>
                  </a:extLst>
                </p:cNvPr>
                <p:cNvSpPr txBox="1"/>
                <p:nvPr/>
              </p:nvSpPr>
              <p:spPr>
                <a:xfrm>
                  <a:off x="5624340" y="276423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E12D3994-048C-268E-862F-608F0D25B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4340" y="2764232"/>
                  <a:ext cx="539355" cy="461665"/>
                </a:xfrm>
                <a:prstGeom prst="rect">
                  <a:avLst/>
                </a:prstGeom>
                <a:blipFill>
                  <a:blip r:embed="rId45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2FB2CE6F-0C0A-9398-0DFF-564C2A8DEE2C}"/>
                    </a:ext>
                  </a:extLst>
                </p:cNvPr>
                <p:cNvSpPr txBox="1"/>
                <p:nvPr/>
              </p:nvSpPr>
              <p:spPr>
                <a:xfrm>
                  <a:off x="4866174" y="216668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2FB2CE6F-0C0A-9398-0DFF-564C2A8DE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6174" y="2166689"/>
                  <a:ext cx="539355" cy="462434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4" name="Line 27">
              <a:extLst>
                <a:ext uri="{FF2B5EF4-FFF2-40B4-BE49-F238E27FC236}">
                  <a16:creationId xmlns:a16="http://schemas.microsoft.com/office/drawing/2014/main" id="{AD5DA137-B7C7-E5DE-230E-23C41DDEBA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625524" y="3151311"/>
              <a:ext cx="17791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7EA50680-C371-1247-D901-623C25296D05}"/>
                    </a:ext>
                  </a:extLst>
                </p:cNvPr>
                <p:cNvSpPr txBox="1"/>
                <p:nvPr/>
              </p:nvSpPr>
              <p:spPr>
                <a:xfrm>
                  <a:off x="11652645" y="2573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7EA50680-C371-1247-D901-623C25296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2645" y="2573000"/>
                  <a:ext cx="539355" cy="462434"/>
                </a:xfrm>
                <a:prstGeom prst="rect">
                  <a:avLst/>
                </a:prstGeom>
                <a:blipFill>
                  <a:blip r:embed="rId47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DA457E68-CC26-F53C-D56C-0761B9AD18B9}"/>
                </a:ext>
              </a:extLst>
            </p:cNvPr>
            <p:cNvSpPr txBox="1"/>
            <p:nvPr/>
          </p:nvSpPr>
          <p:spPr>
            <a:xfrm>
              <a:off x="8548567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D5ABA4C9-C53B-3666-E281-65F4BF637738}"/>
                    </a:ext>
                  </a:extLst>
                </p:cNvPr>
                <p:cNvSpPr txBox="1"/>
                <p:nvPr/>
              </p:nvSpPr>
              <p:spPr>
                <a:xfrm>
                  <a:off x="11649105" y="2007686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D5ABA4C9-C53B-3666-E281-65F4BF6377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49105" y="2007686"/>
                  <a:ext cx="539355" cy="462434"/>
                </a:xfrm>
                <a:prstGeom prst="rect">
                  <a:avLst/>
                </a:prstGeom>
                <a:blipFill>
                  <a:blip r:embed="rId48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3CED311A-ED3C-247E-F2DD-77EBF23857F8}"/>
                    </a:ext>
                  </a:extLst>
                </p:cNvPr>
                <p:cNvSpPr/>
                <p:nvPr/>
              </p:nvSpPr>
              <p:spPr>
                <a:xfrm>
                  <a:off x="8482335" y="2106766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baseline="-25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3CED311A-ED3C-247E-F2DD-77EBF23857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2335" y="2106766"/>
                  <a:ext cx="716034" cy="575079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CAB22BFA-7CB6-3BED-0810-DA6CAF44E3C6}"/>
                    </a:ext>
                  </a:extLst>
                </p:cNvPr>
                <p:cNvSpPr/>
                <p:nvPr/>
              </p:nvSpPr>
              <p:spPr>
                <a:xfrm>
                  <a:off x="9194953" y="3236410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CAB22BFA-7CB6-3BED-0810-DA6CAF44E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4953" y="3236410"/>
                  <a:ext cx="716034" cy="575079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E6A930A3-6935-078F-1291-56C301A19B00}"/>
                </a:ext>
              </a:extLst>
            </p:cNvPr>
            <p:cNvSpPr/>
            <p:nvPr/>
          </p:nvSpPr>
          <p:spPr>
            <a:xfrm flipV="1">
              <a:off x="9064598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7452979E-1560-AAE1-39DE-95B9AF81F93F}"/>
                </a:ext>
              </a:extLst>
            </p:cNvPr>
            <p:cNvSpPr/>
            <p:nvPr/>
          </p:nvSpPr>
          <p:spPr>
            <a:xfrm flipV="1">
              <a:off x="9511045" y="234657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9" name="Line 27">
              <a:extLst>
                <a:ext uri="{FF2B5EF4-FFF2-40B4-BE49-F238E27FC236}">
                  <a16:creationId xmlns:a16="http://schemas.microsoft.com/office/drawing/2014/main" id="{BAE7CC03-83F2-4501-9A0C-8830495052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770995" y="3806780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1" name="Line 27">
              <a:extLst>
                <a:ext uri="{FF2B5EF4-FFF2-40B4-BE49-F238E27FC236}">
                  <a16:creationId xmlns:a16="http://schemas.microsoft.com/office/drawing/2014/main" id="{0CD9570A-6483-8F2C-0E0F-42AC0EE20A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352327" y="4684248"/>
              <a:ext cx="2993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2" name="Line 27">
              <a:extLst>
                <a:ext uri="{FF2B5EF4-FFF2-40B4-BE49-F238E27FC236}">
                  <a16:creationId xmlns:a16="http://schemas.microsoft.com/office/drawing/2014/main" id="{DFFA9DB8-E8D8-D140-2DF9-74F4585BCC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765495" y="3799038"/>
              <a:ext cx="526888" cy="9605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3E3CB34C-2F7E-2387-A5F5-6BB9ED5923A9}"/>
                    </a:ext>
                  </a:extLst>
                </p:cNvPr>
                <p:cNvSpPr txBox="1"/>
                <p:nvPr/>
              </p:nvSpPr>
              <p:spPr>
                <a:xfrm>
                  <a:off x="8611251" y="145503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3E3CB34C-2F7E-2387-A5F5-6BB9ED592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1251" y="1455039"/>
                  <a:ext cx="539355" cy="461665"/>
                </a:xfrm>
                <a:prstGeom prst="rect">
                  <a:avLst/>
                </a:prstGeom>
                <a:blipFill>
                  <a:blip r:embed="rId51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E19F9DF1-5663-4B2B-09D7-9B689D12109B}"/>
                    </a:ext>
                  </a:extLst>
                </p:cNvPr>
                <p:cNvSpPr txBox="1"/>
                <p:nvPr/>
              </p:nvSpPr>
              <p:spPr>
                <a:xfrm>
                  <a:off x="8611250" y="2760630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E19F9DF1-5663-4B2B-09D7-9B689D121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1250" y="2760630"/>
                  <a:ext cx="539355" cy="461665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E2739D57-0F52-977D-39A4-DD6CBD864FA3}"/>
                </a:ext>
              </a:extLst>
            </p:cNvPr>
            <p:cNvSpPr/>
            <p:nvPr/>
          </p:nvSpPr>
          <p:spPr>
            <a:xfrm flipV="1">
              <a:off x="10455961" y="22174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57" name="Line 27">
              <a:extLst>
                <a:ext uri="{FF2B5EF4-FFF2-40B4-BE49-F238E27FC236}">
                  <a16:creationId xmlns:a16="http://schemas.microsoft.com/office/drawing/2014/main" id="{3FB6800B-8FA1-8EB4-40CC-C3BF4805BF2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614235" y="3149510"/>
              <a:ext cx="17755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8" name="Line 27">
              <a:extLst>
                <a:ext uri="{FF2B5EF4-FFF2-40B4-BE49-F238E27FC236}">
                  <a16:creationId xmlns:a16="http://schemas.microsoft.com/office/drawing/2014/main" id="{043A93B3-3D50-379F-77C9-36A3AB80C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4892" y="2822018"/>
              <a:ext cx="2129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E0AA2472-F30F-E80D-68C0-1072C2A8F2CA}"/>
                </a:ext>
              </a:extLst>
            </p:cNvPr>
            <p:cNvSpPr/>
            <p:nvPr/>
          </p:nvSpPr>
          <p:spPr>
            <a:xfrm flipV="1">
              <a:off x="5794041" y="197989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4" name="等腰三角形 263">
              <a:extLst>
                <a:ext uri="{FF2B5EF4-FFF2-40B4-BE49-F238E27FC236}">
                  <a16:creationId xmlns:a16="http://schemas.microsoft.com/office/drawing/2014/main" id="{52E193BB-754D-624C-DF4A-E95FAA76F492}"/>
                </a:ext>
              </a:extLst>
            </p:cNvPr>
            <p:cNvSpPr/>
            <p:nvPr/>
          </p:nvSpPr>
          <p:spPr>
            <a:xfrm rot="5400000">
              <a:off x="10998741" y="2638039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35E8279E-4F08-A9B3-D2F0-8EFF7F9D3222}"/>
                </a:ext>
              </a:extLst>
            </p:cNvPr>
            <p:cNvSpPr/>
            <p:nvPr/>
          </p:nvSpPr>
          <p:spPr>
            <a:xfrm flipV="1">
              <a:off x="11394366" y="2762591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7" name="Arc 158">
              <a:extLst>
                <a:ext uri="{FF2B5EF4-FFF2-40B4-BE49-F238E27FC236}">
                  <a16:creationId xmlns:a16="http://schemas.microsoft.com/office/drawing/2014/main" id="{9DB27EEC-85B3-F812-152D-6E843A175A3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282861" y="1941911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8" name="Line 160">
              <a:extLst>
                <a:ext uri="{FF2B5EF4-FFF2-40B4-BE49-F238E27FC236}">
                  <a16:creationId xmlns:a16="http://schemas.microsoft.com/office/drawing/2014/main" id="{173B7840-EA23-595C-5D47-ADA85637B3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28011" y="2040484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1" name="Line 9">
              <a:extLst>
                <a:ext uri="{FF2B5EF4-FFF2-40B4-BE49-F238E27FC236}">
                  <a16:creationId xmlns:a16="http://schemas.microsoft.com/office/drawing/2014/main" id="{CE7D69F2-0379-CE9F-64BB-8DAC2CC1D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64847" y="2265381"/>
              <a:ext cx="141966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Line 160">
              <a:extLst>
                <a:ext uri="{FF2B5EF4-FFF2-40B4-BE49-F238E27FC236}">
                  <a16:creationId xmlns:a16="http://schemas.microsoft.com/office/drawing/2014/main" id="{D703F55A-7A35-4C5B-0EE9-9721A41A0D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28011" y="248067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3" name="Arc 156">
              <a:extLst>
                <a:ext uri="{FF2B5EF4-FFF2-40B4-BE49-F238E27FC236}">
                  <a16:creationId xmlns:a16="http://schemas.microsoft.com/office/drawing/2014/main" id="{69C337BB-F8D1-7B4F-04B7-42DC771B95F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10866" y="2057706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4" name="Arc 156">
              <a:extLst>
                <a:ext uri="{FF2B5EF4-FFF2-40B4-BE49-F238E27FC236}">
                  <a16:creationId xmlns:a16="http://schemas.microsoft.com/office/drawing/2014/main" id="{BEE0C9DF-904A-01C1-5D9C-C26E01B4E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8006" y="2040897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5" name="Oval 163">
              <a:extLst>
                <a:ext uri="{FF2B5EF4-FFF2-40B4-BE49-F238E27FC236}">
                  <a16:creationId xmlns:a16="http://schemas.microsoft.com/office/drawing/2014/main" id="{F4588F85-E027-8621-80D2-D79DE9FDB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8401" y="2205465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8" name="等腰三角形 277">
              <a:extLst>
                <a:ext uri="{FF2B5EF4-FFF2-40B4-BE49-F238E27FC236}">
                  <a16:creationId xmlns:a16="http://schemas.microsoft.com/office/drawing/2014/main" id="{47633272-1ECF-F73D-1A28-692E17BB85CE}"/>
                </a:ext>
              </a:extLst>
            </p:cNvPr>
            <p:cNvSpPr/>
            <p:nvPr/>
          </p:nvSpPr>
          <p:spPr>
            <a:xfrm rot="5400000">
              <a:off x="10996971" y="208080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C8FC3FA3-5203-75B5-0DFB-292CA5692C64}"/>
                </a:ext>
              </a:extLst>
            </p:cNvPr>
            <p:cNvSpPr/>
            <p:nvPr/>
          </p:nvSpPr>
          <p:spPr>
            <a:xfrm flipV="1">
              <a:off x="11392596" y="2205354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733CA9C3-BEC0-1BC5-FA11-82F3E21FA6F9}"/>
                </a:ext>
              </a:extLst>
            </p:cNvPr>
            <p:cNvSpPr/>
            <p:nvPr/>
          </p:nvSpPr>
          <p:spPr>
            <a:xfrm flipV="1">
              <a:off x="9508620" y="27737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7FAFB9E8-CC01-CEBF-AF7E-7F9013681FF4}"/>
                </a:ext>
              </a:extLst>
            </p:cNvPr>
            <p:cNvSpPr/>
            <p:nvPr/>
          </p:nvSpPr>
          <p:spPr>
            <a:xfrm flipV="1">
              <a:off x="6525135" y="4913946"/>
              <a:ext cx="91367" cy="95462"/>
            </a:xfrm>
            <a:prstGeom prst="ellipse">
              <a:avLst/>
            </a:prstGeom>
            <a:solidFill>
              <a:srgbClr val="FF000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3" name="Line 8">
              <a:extLst>
                <a:ext uri="{FF2B5EF4-FFF2-40B4-BE49-F238E27FC236}">
                  <a16:creationId xmlns:a16="http://schemas.microsoft.com/office/drawing/2014/main" id="{8742B52B-635B-007C-ACA0-82D4A08F8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8940" y="5220489"/>
              <a:ext cx="41976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Line 8">
              <a:extLst>
                <a:ext uri="{FF2B5EF4-FFF2-40B4-BE49-F238E27FC236}">
                  <a16:creationId xmlns:a16="http://schemas.microsoft.com/office/drawing/2014/main" id="{150BB745-FE2A-09ED-7550-8869A28FF9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27540" y="3513257"/>
              <a:ext cx="343492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Line 7">
              <a:extLst>
                <a:ext uri="{FF2B5EF4-FFF2-40B4-BE49-F238E27FC236}">
                  <a16:creationId xmlns:a16="http://schemas.microsoft.com/office/drawing/2014/main" id="{04737146-FA79-E54B-E3F1-849201428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5688" y="1800000"/>
              <a:ext cx="12172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Line 7">
              <a:extLst>
                <a:ext uri="{FF2B5EF4-FFF2-40B4-BE49-F238E27FC236}">
                  <a16:creationId xmlns:a16="http://schemas.microsoft.com/office/drawing/2014/main" id="{6080E6A3-38E5-1DE5-1A33-8042EEFD56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53061" y="1964197"/>
              <a:ext cx="35001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等腰三角形 286">
              <a:extLst>
                <a:ext uri="{FF2B5EF4-FFF2-40B4-BE49-F238E27FC236}">
                  <a16:creationId xmlns:a16="http://schemas.microsoft.com/office/drawing/2014/main" id="{53215359-8EF4-1BDD-D933-1EB8E7004897}"/>
                </a:ext>
              </a:extLst>
            </p:cNvPr>
            <p:cNvSpPr/>
            <p:nvPr/>
          </p:nvSpPr>
          <p:spPr>
            <a:xfrm rot="5400000">
              <a:off x="5782135" y="4781055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2B9D011E-A82D-1C39-D543-29E47404D828}"/>
                </a:ext>
              </a:extLst>
            </p:cNvPr>
            <p:cNvSpPr/>
            <p:nvPr/>
          </p:nvSpPr>
          <p:spPr>
            <a:xfrm flipV="1">
              <a:off x="6177760" y="4905607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99BE4EBE-F33F-419D-B9F8-AE5AEBFA62A9}"/>
                    </a:ext>
                  </a:extLst>
                </p:cNvPr>
                <p:cNvSpPr txBox="1"/>
                <p:nvPr/>
              </p:nvSpPr>
              <p:spPr>
                <a:xfrm>
                  <a:off x="5135374" y="4727102"/>
                  <a:ext cx="51260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99BE4EBE-F33F-419D-B9F8-AE5AEBFA6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5374" y="4727102"/>
                  <a:ext cx="512608" cy="461665"/>
                </a:xfrm>
                <a:prstGeom prst="rect">
                  <a:avLst/>
                </a:prstGeom>
                <a:blipFill>
                  <a:blip r:embed="rId53"/>
                  <a:stretch>
                    <a:fillRect l="-15294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765C8114-D72B-AE38-2CB8-B2A0EBEC440D}"/>
                    </a:ext>
                  </a:extLst>
                </p:cNvPr>
                <p:cNvSpPr/>
                <p:nvPr/>
              </p:nvSpPr>
              <p:spPr>
                <a:xfrm>
                  <a:off x="5495425" y="2110368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ar-AE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ar-AE" dirty="0"/>
                </a:p>
              </p:txBody>
            </p:sp>
          </mc:Choice>
          <mc:Fallback xmlns="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765C8114-D72B-AE38-2CB8-B2A0EBEC44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5425" y="2110368"/>
                  <a:ext cx="716034" cy="575079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460D307B-E595-8A42-97F6-C09ACA73E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4340" y="5509273"/>
              <a:ext cx="3938039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52566835-16BE-200C-7C2E-9861DB9A3B9E}"/>
                </a:ext>
              </a:extLst>
            </p:cNvPr>
            <p:cNvSpPr/>
            <p:nvPr/>
          </p:nvSpPr>
          <p:spPr>
            <a:xfrm rot="5400000">
              <a:off x="5780940" y="5328746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4E7883AD-5053-22B5-C980-55475E0B2D80}"/>
                </a:ext>
              </a:extLst>
            </p:cNvPr>
            <p:cNvSpPr/>
            <p:nvPr/>
          </p:nvSpPr>
          <p:spPr>
            <a:xfrm flipV="1">
              <a:off x="6176565" y="5453298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8">
              <a:extLst>
                <a:ext uri="{FF2B5EF4-FFF2-40B4-BE49-F238E27FC236}">
                  <a16:creationId xmlns:a16="http://schemas.microsoft.com/office/drawing/2014/main" id="{BB3C64AE-DCE4-9F98-FD7D-A1A02DE62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8673" y="4960325"/>
              <a:ext cx="266354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8">
              <a:extLst>
                <a:ext uri="{FF2B5EF4-FFF2-40B4-BE49-F238E27FC236}">
                  <a16:creationId xmlns:a16="http://schemas.microsoft.com/office/drawing/2014/main" id="{6D351CA4-6DF7-040F-4669-C2B3563427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267161" y="5232137"/>
              <a:ext cx="566666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160">
              <a:extLst>
                <a:ext uri="{FF2B5EF4-FFF2-40B4-BE49-F238E27FC236}">
                  <a16:creationId xmlns:a16="http://schemas.microsoft.com/office/drawing/2014/main" id="{F53E6FC9-6993-47C7-5748-E8417E7A04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6540" y="4604362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8" name="Line 7">
              <a:extLst>
                <a:ext uri="{FF2B5EF4-FFF2-40B4-BE49-F238E27FC236}">
                  <a16:creationId xmlns:a16="http://schemas.microsoft.com/office/drawing/2014/main" id="{FE9B0A2D-9806-B020-8EB5-9C1A27A54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4218" y="4690413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02918DB1-23F9-3613-8276-836E1F990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83377" y="4828068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160">
              <a:extLst>
                <a:ext uri="{FF2B5EF4-FFF2-40B4-BE49-F238E27FC236}">
                  <a16:creationId xmlns:a16="http://schemas.microsoft.com/office/drawing/2014/main" id="{F9D03BA3-0BDA-CF11-0AFF-ECC9B7FDF4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6540" y="5043358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1" name="Arc 156">
              <a:extLst>
                <a:ext uri="{FF2B5EF4-FFF2-40B4-BE49-F238E27FC236}">
                  <a16:creationId xmlns:a16="http://schemas.microsoft.com/office/drawing/2014/main" id="{EEFF9725-7250-8679-2E65-E0F28E2EA9A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29395" y="462039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2" name="Arc 156">
              <a:extLst>
                <a:ext uri="{FF2B5EF4-FFF2-40B4-BE49-F238E27FC236}">
                  <a16:creationId xmlns:a16="http://schemas.microsoft.com/office/drawing/2014/main" id="{A0D62148-D593-D53A-C396-0BC0DB86E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6535" y="4603584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Oval 163">
              <a:extLst>
                <a:ext uri="{FF2B5EF4-FFF2-40B4-BE49-F238E27FC236}">
                  <a16:creationId xmlns:a16="http://schemas.microsoft.com/office/drawing/2014/main" id="{E68CF999-011D-8EF6-4A39-52B1E5BB8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6930" y="4768152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4" name="Line 27">
              <a:extLst>
                <a:ext uri="{FF2B5EF4-FFF2-40B4-BE49-F238E27FC236}">
                  <a16:creationId xmlns:a16="http://schemas.microsoft.com/office/drawing/2014/main" id="{C16EAC9A-AB30-E4A6-66FE-FFCFF6E4C3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68504" y="4619272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6" name="Arc 158">
              <a:extLst>
                <a:ext uri="{FF2B5EF4-FFF2-40B4-BE49-F238E27FC236}">
                  <a16:creationId xmlns:a16="http://schemas.microsoft.com/office/drawing/2014/main" id="{F05A2C1F-80D3-0CFB-620D-509986E61B8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01390" y="4504598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2" name="Arc 158">
              <a:extLst>
                <a:ext uri="{FF2B5EF4-FFF2-40B4-BE49-F238E27FC236}">
                  <a16:creationId xmlns:a16="http://schemas.microsoft.com/office/drawing/2014/main" id="{E9911EFF-A8EC-A07E-2290-2BB882E676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21388" y="4505855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7" name="Line 8">
              <a:extLst>
                <a:ext uri="{FF2B5EF4-FFF2-40B4-BE49-F238E27FC236}">
                  <a16:creationId xmlns:a16="http://schemas.microsoft.com/office/drawing/2014/main" id="{8C9FEC78-E086-5870-92F4-22858B6297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82395" y="3653282"/>
              <a:ext cx="372603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26A3E368-447B-1592-AE3B-7FCD39D70BF8}"/>
                </a:ext>
              </a:extLst>
            </p:cNvPr>
            <p:cNvSpPr/>
            <p:nvPr/>
          </p:nvSpPr>
          <p:spPr>
            <a:xfrm flipV="1">
              <a:off x="7999727" y="5462019"/>
              <a:ext cx="91367" cy="95462"/>
            </a:xfrm>
            <a:prstGeom prst="ellipse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9" name="Line 160">
              <a:extLst>
                <a:ext uri="{FF2B5EF4-FFF2-40B4-BE49-F238E27FC236}">
                  <a16:creationId xmlns:a16="http://schemas.microsoft.com/office/drawing/2014/main" id="{584B5142-94E2-6B1E-1DBB-73B171F994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5049" y="2039950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0" name="Line 7">
              <a:extLst>
                <a:ext uri="{FF2B5EF4-FFF2-40B4-BE49-F238E27FC236}">
                  <a16:creationId xmlns:a16="http://schemas.microsoft.com/office/drawing/2014/main" id="{142ABA09-8B45-93A9-42E5-7D5F5763E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2727" y="2127192"/>
              <a:ext cx="270808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9">
              <a:extLst>
                <a:ext uri="{FF2B5EF4-FFF2-40B4-BE49-F238E27FC236}">
                  <a16:creationId xmlns:a16="http://schemas.microsoft.com/office/drawing/2014/main" id="{9AB20569-2E64-7AD8-DCD6-16ACD50A6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1886" y="2264847"/>
              <a:ext cx="884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160">
              <a:extLst>
                <a:ext uri="{FF2B5EF4-FFF2-40B4-BE49-F238E27FC236}">
                  <a16:creationId xmlns:a16="http://schemas.microsoft.com/office/drawing/2014/main" id="{D38EBD17-D767-6EB4-46E3-DE64B1FC6C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5049" y="2480137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3" name="Arc 156">
              <a:extLst>
                <a:ext uri="{FF2B5EF4-FFF2-40B4-BE49-F238E27FC236}">
                  <a16:creationId xmlns:a16="http://schemas.microsoft.com/office/drawing/2014/main" id="{9124A62A-C3C6-2824-4410-BA608C7D38D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47904" y="2057172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4" name="Arc 156">
              <a:extLst>
                <a:ext uri="{FF2B5EF4-FFF2-40B4-BE49-F238E27FC236}">
                  <a16:creationId xmlns:a16="http://schemas.microsoft.com/office/drawing/2014/main" id="{F3DAE102-18FD-D880-DA37-7645397D6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044" y="204036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5" name="Oval 163">
              <a:extLst>
                <a:ext uri="{FF2B5EF4-FFF2-40B4-BE49-F238E27FC236}">
                  <a16:creationId xmlns:a16="http://schemas.microsoft.com/office/drawing/2014/main" id="{F3E86135-5275-971F-E926-BCEF1F9BB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5439" y="2204931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6" name="Arc 158">
              <a:extLst>
                <a:ext uri="{FF2B5EF4-FFF2-40B4-BE49-F238E27FC236}">
                  <a16:creationId xmlns:a16="http://schemas.microsoft.com/office/drawing/2014/main" id="{B04E3CC5-7245-61F4-ECA3-C03BB2DA4E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19899" y="1941377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CB96379E-0FC2-0354-7FD2-F23BF166D281}"/>
                </a:ext>
              </a:extLst>
            </p:cNvPr>
            <p:cNvSpPr/>
            <p:nvPr/>
          </p:nvSpPr>
          <p:spPr>
            <a:xfrm flipV="1">
              <a:off x="7469750" y="221666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8" name="Line 7">
              <a:extLst>
                <a:ext uri="{FF2B5EF4-FFF2-40B4-BE49-F238E27FC236}">
                  <a16:creationId xmlns:a16="http://schemas.microsoft.com/office/drawing/2014/main" id="{EB8F76FF-5B35-B570-BEE8-4096113DF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2462" y="1800000"/>
              <a:ext cx="1484085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Line 7">
              <a:extLst>
                <a:ext uri="{FF2B5EF4-FFF2-40B4-BE49-F238E27FC236}">
                  <a16:creationId xmlns:a16="http://schemas.microsoft.com/office/drawing/2014/main" id="{68FF455C-FE33-0CC1-69B8-0B11DB3216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396557" y="1965752"/>
              <a:ext cx="34652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Line 27">
              <a:extLst>
                <a:ext uri="{FF2B5EF4-FFF2-40B4-BE49-F238E27FC236}">
                  <a16:creationId xmlns:a16="http://schemas.microsoft.com/office/drawing/2014/main" id="{B73FE3B1-B3E3-5B9F-4183-D1851387DEF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03506" y="3336523"/>
              <a:ext cx="324359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17D5D6DA-C400-B569-96C7-2A79725607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12844" y="2333148"/>
              <a:ext cx="1414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2417D85-1E12-7F4E-38A5-13A7924271F2}"/>
                </a:ext>
              </a:extLst>
            </p:cNvPr>
            <p:cNvSpPr/>
            <p:nvPr/>
          </p:nvSpPr>
          <p:spPr>
            <a:xfrm flipV="1">
              <a:off x="8781074" y="198000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8462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329E6-01FE-A42A-F57E-70819C48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AE2E3378-1B6A-96A1-0332-96C984662446}"/>
              </a:ext>
            </a:extLst>
          </p:cNvPr>
          <p:cNvSpPr txBox="1"/>
          <p:nvPr/>
        </p:nvSpPr>
        <p:spPr>
          <a:xfrm>
            <a:off x="9427948" y="5350294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700E095-AF88-3412-F3D0-B7BD2CF09585}"/>
              </a:ext>
            </a:extLst>
          </p:cNvPr>
          <p:cNvSpPr txBox="1"/>
          <p:nvPr/>
        </p:nvSpPr>
        <p:spPr>
          <a:xfrm>
            <a:off x="11404800" y="2842439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806580A-D1BD-63A1-3C19-7F71F7EC90A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触发器知识补充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42C167E-375F-5BC6-84C2-C7EFB19CABB5}"/>
                  </a:ext>
                </a:extLst>
              </p:cNvPr>
              <p:cNvSpPr txBox="1"/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带置数和清零功能的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有优先控制权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（不同时有效）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42C167E-375F-5BC6-84C2-C7EFB19CA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blipFill>
                <a:blip r:embed="rId3"/>
                <a:stretch>
                  <a:fillRect l="-2342" t="-920" b="-4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81859A07-DEB3-AA4F-E4B7-5BBFF7353DC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EC03135A-AF53-73F3-654C-37AA60458BE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95" name="箭头: 五边形 294">
                <a:extLst>
                  <a:ext uri="{FF2B5EF4-FFF2-40B4-BE49-F238E27FC236}">
                    <a16:creationId xmlns:a16="http://schemas.microsoft.com/office/drawing/2014/main" id="{B793BFF5-C951-ABE6-0D51-E83E9972F3A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箭头: V 形 295">
                <a:extLst>
                  <a:ext uri="{FF2B5EF4-FFF2-40B4-BE49-F238E27FC236}">
                    <a16:creationId xmlns:a16="http://schemas.microsoft.com/office/drawing/2014/main" id="{B9D0E628-94E3-D707-C7E6-108783082A7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4" name="灯片编号占位符 3">
              <a:extLst>
                <a:ext uri="{FF2B5EF4-FFF2-40B4-BE49-F238E27FC236}">
                  <a16:creationId xmlns:a16="http://schemas.microsoft.com/office/drawing/2014/main" id="{607ABF47-52EE-50C8-6205-B1A653C780C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C6BFC68F-AEC7-C1EE-BC9D-0D69C081C634}"/>
              </a:ext>
            </a:extLst>
          </p:cNvPr>
          <p:cNvGrpSpPr/>
          <p:nvPr/>
        </p:nvGrpSpPr>
        <p:grpSpPr>
          <a:xfrm>
            <a:off x="720000" y="4255200"/>
            <a:ext cx="3332769" cy="2261984"/>
            <a:chOff x="720000" y="3896336"/>
            <a:chExt cx="3332769" cy="2261984"/>
          </a:xfrm>
        </p:grpSpPr>
        <p:sp>
          <p:nvSpPr>
            <p:cNvPr id="298" name="Line 27">
              <a:extLst>
                <a:ext uri="{FF2B5EF4-FFF2-40B4-BE49-F238E27FC236}">
                  <a16:creationId xmlns:a16="http://schemas.microsoft.com/office/drawing/2014/main" id="{85AF9240-344E-1B36-CBCB-436719182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189404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D07B1190-A46D-3136-EED2-098A40359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714632"/>
              <a:ext cx="1342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717AF36A-67A1-45C2-9B26-61AAB6EF1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293159"/>
              <a:ext cx="5636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85D3B388-1E7D-1B73-ADA9-8FFE12D21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863325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EAA24EB-1EDC-F60D-1173-501FF44C523A}"/>
                </a:ext>
              </a:extLst>
            </p:cNvPr>
            <p:cNvSpPr/>
            <p:nvPr/>
          </p:nvSpPr>
          <p:spPr>
            <a:xfrm>
              <a:off x="1688563" y="3896336"/>
              <a:ext cx="1452298" cy="226198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2800" dirty="0">
                  <a:solidFill>
                    <a:schemeClr val="tx1"/>
                  </a:solidFill>
                  <a:ea typeface="微软雅黑" panose="020B0503020204020204" pitchFamily="34" charset="-122"/>
                </a:rPr>
                <a:t> </a:t>
              </a:r>
              <a:endParaRPr lang="en-US" altLang="zh-CN" sz="2400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EE5A41FE-901C-FE2D-5F04-FCE3E0EE3C4E}"/>
                </a:ext>
              </a:extLst>
            </p:cNvPr>
            <p:cNvSpPr/>
            <p:nvPr/>
          </p:nvSpPr>
          <p:spPr>
            <a:xfrm rot="5400000">
              <a:off x="1651359" y="5227125"/>
              <a:ext cx="206475" cy="132068"/>
            </a:xfrm>
            <a:prstGeom prst="triangl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8F1CBA3-500C-9149-1923-2420F151E0D9}"/>
                    </a:ext>
                  </a:extLst>
                </p:cNvPr>
                <p:cNvSpPr txBox="1"/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8F1CBA3-500C-9149-1923-2420F151E0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65BDFB8-446D-8056-576E-ACD6050C3A9B}"/>
                    </a:ext>
                  </a:extLst>
                </p:cNvPr>
                <p:cNvSpPr txBox="1"/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265BDFB8-446D-8056-576E-ACD6050C3A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D4B0DF3F-F0B1-A684-036C-5DF35D7F5A43}"/>
                    </a:ext>
                  </a:extLst>
                </p:cNvPr>
                <p:cNvSpPr txBox="1"/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D4B0DF3F-F0B1-A684-036C-5DF35D7F5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58637482-FFBB-4266-0A28-C91B1F33D447}"/>
                </a:ext>
              </a:extLst>
            </p:cNvPr>
            <p:cNvSpPr/>
            <p:nvPr/>
          </p:nvSpPr>
          <p:spPr>
            <a:xfrm>
              <a:off x="1552189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4C0AFA99-61DF-89A2-9B1F-875B3DB407FA}"/>
                </a:ext>
              </a:extLst>
            </p:cNvPr>
            <p:cNvSpPr/>
            <p:nvPr/>
          </p:nvSpPr>
          <p:spPr>
            <a:xfrm>
              <a:off x="3140861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447115C-94A0-8CC9-6430-D2E5C2EDBDEF}"/>
                    </a:ext>
                  </a:extLst>
                </p:cNvPr>
                <p:cNvSpPr txBox="1"/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3447115C-94A0-8CC9-6430-D2E5C2EDB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7202A5F-26DC-1337-8D21-76F778438878}"/>
                    </a:ext>
                  </a:extLst>
                </p:cNvPr>
                <p:cNvSpPr txBox="1"/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7202A5F-26DC-1337-8D21-76F778438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50070F4-DA27-FD9D-FBF8-6413012B5DB8}"/>
                    </a:ext>
                  </a:extLst>
                </p:cNvPr>
                <p:cNvSpPr txBox="1"/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50070F4-DA27-FD9D-FBF8-6413012B5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blipFill>
                  <a:blip r:embed="rId9"/>
                  <a:stretch>
                    <a:fillRect l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035E197-A4DF-ECB3-48E2-833819D8F16D}"/>
                    </a:ext>
                  </a:extLst>
                </p:cNvPr>
                <p:cNvSpPr txBox="1"/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035E197-A4DF-ECB3-48E2-833819D8F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8DA9928F-2F26-3633-D526-01233F3D67AC}"/>
                    </a:ext>
                  </a:extLst>
                </p:cNvPr>
                <p:cNvSpPr txBox="1"/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8DA9928F-2F26-3633-D526-01233F3D6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CB132D59-D617-4463-913E-E430F38F0D97}"/>
                </a:ext>
              </a:extLst>
            </p:cNvPr>
            <p:cNvSpPr/>
            <p:nvPr/>
          </p:nvSpPr>
          <p:spPr>
            <a:xfrm>
              <a:off x="1552189" y="4126404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BA88E514-460B-2887-9F36-9A88453DE8D0}"/>
                    </a:ext>
                  </a:extLst>
                </p:cNvPr>
                <p:cNvSpPr txBox="1"/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BA88E514-460B-2887-9F36-9A88453DE8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13AC0E7F-E383-953D-B227-D2101A131974}"/>
                    </a:ext>
                  </a:extLst>
                </p:cNvPr>
                <p:cNvSpPr txBox="1"/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13AC0E7F-E383-953D-B227-D2101A131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869597D-D485-60C3-C5BF-B9A1EE5DAAF6}"/>
                  </a:ext>
                </a:extLst>
              </p:cNvPr>
              <p:cNvSpPr txBox="1"/>
              <p:nvPr/>
            </p:nvSpPr>
            <p:spPr>
              <a:xfrm>
                <a:off x="5146805" y="5274793"/>
                <a:ext cx="512608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869597D-D485-60C3-C5BF-B9A1EE5DA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805" y="5274793"/>
                <a:ext cx="512608" cy="462434"/>
              </a:xfrm>
              <a:prstGeom prst="rect">
                <a:avLst/>
              </a:prstGeom>
              <a:blipFill>
                <a:blip r:embed="rId14"/>
                <a:stretch>
                  <a:fillRect l="-10714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93ECAD24-9281-2E9E-5B4A-58365A6509E4}"/>
              </a:ext>
            </a:extLst>
          </p:cNvPr>
          <p:cNvGrpSpPr/>
          <p:nvPr/>
        </p:nvGrpSpPr>
        <p:grpSpPr>
          <a:xfrm>
            <a:off x="4866174" y="1080000"/>
            <a:ext cx="7325826" cy="4646140"/>
            <a:chOff x="4878800" y="1080000"/>
            <a:chExt cx="7325826" cy="46461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A73351FD-8FC3-6B82-A927-F333F5258BE8}"/>
                    </a:ext>
                  </a:extLst>
                </p:cNvPr>
                <p:cNvSpPr txBox="1"/>
                <p:nvPr/>
              </p:nvSpPr>
              <p:spPr>
                <a:xfrm>
                  <a:off x="8623877" y="145503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A73351FD-8FC3-6B82-A927-F333F5258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877" y="1455039"/>
                  <a:ext cx="539355" cy="461665"/>
                </a:xfrm>
                <a:prstGeom prst="rect">
                  <a:avLst/>
                </a:prstGeom>
                <a:blipFill>
                  <a:blip r:embed="rId29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3" name="Line 27">
              <a:extLst>
                <a:ext uri="{FF2B5EF4-FFF2-40B4-BE49-F238E27FC236}">
                  <a16:creationId xmlns:a16="http://schemas.microsoft.com/office/drawing/2014/main" id="{4B25C0DC-E4FF-AD45-D2B7-1B1F8A7E503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83176" y="2340000"/>
              <a:ext cx="939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4DDB627D-6E23-273D-5C81-58D53AEB4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3755" y="2397605"/>
              <a:ext cx="1615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46" name="Line 27">
              <a:extLst>
                <a:ext uri="{FF2B5EF4-FFF2-40B4-BE49-F238E27FC236}">
                  <a16:creationId xmlns:a16="http://schemas.microsoft.com/office/drawing/2014/main" id="{4BF2080E-55A1-4E24-D5F7-8D68A858B9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44873" y="3203409"/>
              <a:ext cx="16464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3FCAE1BF-87F2-0F1E-60AA-33242C1BD8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65961" y="3211409"/>
              <a:ext cx="1630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97" name="Line 8">
              <a:extLst>
                <a:ext uri="{FF2B5EF4-FFF2-40B4-BE49-F238E27FC236}">
                  <a16:creationId xmlns:a16="http://schemas.microsoft.com/office/drawing/2014/main" id="{A0E9CADA-B520-CDC4-D515-B5B21F068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6966" y="4961582"/>
              <a:ext cx="121068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Line 8">
              <a:extLst>
                <a:ext uri="{FF2B5EF4-FFF2-40B4-BE49-F238E27FC236}">
                  <a16:creationId xmlns:a16="http://schemas.microsoft.com/office/drawing/2014/main" id="{646F0C96-9962-7945-BCE0-DDB7756915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42376" y="5084782"/>
              <a:ext cx="2814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Line 7">
              <a:extLst>
                <a:ext uri="{FF2B5EF4-FFF2-40B4-BE49-F238E27FC236}">
                  <a16:creationId xmlns:a16="http://schemas.microsoft.com/office/drawing/2014/main" id="{735A75E4-0238-59BF-84A4-C552A7495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8315" y="2127726"/>
              <a:ext cx="27080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Line 160">
              <a:extLst>
                <a:ext uri="{FF2B5EF4-FFF2-40B4-BE49-F238E27FC236}">
                  <a16:creationId xmlns:a16="http://schemas.microsoft.com/office/drawing/2014/main" id="{DEF7E6C4-17CA-A31F-E3A9-6A759A492A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9164" y="460484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6" name="Line 7">
              <a:extLst>
                <a:ext uri="{FF2B5EF4-FFF2-40B4-BE49-F238E27FC236}">
                  <a16:creationId xmlns:a16="http://schemas.microsoft.com/office/drawing/2014/main" id="{9D3789E3-8FA3-24B8-275D-3741546DD3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6842" y="4691670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Line 9">
              <a:extLst>
                <a:ext uri="{FF2B5EF4-FFF2-40B4-BE49-F238E27FC236}">
                  <a16:creationId xmlns:a16="http://schemas.microsoft.com/office/drawing/2014/main" id="{C4D2B5C9-174F-8885-1834-032FAEC84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001" y="4829325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160">
              <a:extLst>
                <a:ext uri="{FF2B5EF4-FFF2-40B4-BE49-F238E27FC236}">
                  <a16:creationId xmlns:a16="http://schemas.microsoft.com/office/drawing/2014/main" id="{EEB6431E-CBF8-5A59-3547-60A666617B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9164" y="5044615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1" name="Arc 156">
              <a:extLst>
                <a:ext uri="{FF2B5EF4-FFF2-40B4-BE49-F238E27FC236}">
                  <a16:creationId xmlns:a16="http://schemas.microsoft.com/office/drawing/2014/main" id="{0D4E1706-60BF-2CCD-6787-102DFABE498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2019" y="4621650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2" name="Arc 156">
              <a:extLst>
                <a:ext uri="{FF2B5EF4-FFF2-40B4-BE49-F238E27FC236}">
                  <a16:creationId xmlns:a16="http://schemas.microsoft.com/office/drawing/2014/main" id="{7A5C0AD6-6230-26E2-4B0E-1403E431B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9159" y="4604841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3" name="Oval 163">
              <a:extLst>
                <a:ext uri="{FF2B5EF4-FFF2-40B4-BE49-F238E27FC236}">
                  <a16:creationId xmlns:a16="http://schemas.microsoft.com/office/drawing/2014/main" id="{35E05699-5319-95A3-DB02-E5166A104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9554" y="4769409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C1863F68-4D9D-5C0D-0174-3A243773663F}"/>
                    </a:ext>
                  </a:extLst>
                </p:cNvPr>
                <p:cNvSpPr txBox="1"/>
                <p:nvPr/>
              </p:nvSpPr>
              <p:spPr>
                <a:xfrm>
                  <a:off x="9952420" y="3291444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C1863F68-4D9D-5C0D-0174-3A2437736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2420" y="3291444"/>
                  <a:ext cx="539355" cy="461665"/>
                </a:xfrm>
                <a:prstGeom prst="rect">
                  <a:avLst/>
                </a:prstGeom>
                <a:blipFill>
                  <a:blip r:embed="rId15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Line 27">
              <a:extLst>
                <a:ext uri="{FF2B5EF4-FFF2-40B4-BE49-F238E27FC236}">
                  <a16:creationId xmlns:a16="http://schemas.microsoft.com/office/drawing/2014/main" id="{3FCFE22A-A165-E8E6-09F0-7078A6466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7063" y="3523949"/>
              <a:ext cx="1113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0D260642-FBA5-4DE6-AA40-81EA7A3B21D8}"/>
                    </a:ext>
                  </a:extLst>
                </p:cNvPr>
                <p:cNvSpPr txBox="1"/>
                <p:nvPr/>
              </p:nvSpPr>
              <p:spPr>
                <a:xfrm>
                  <a:off x="8591012" y="329449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0D260642-FBA5-4DE6-AA40-81EA7A3B2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1012" y="3294492"/>
                  <a:ext cx="539355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BFEB2485-5167-94CC-FC51-0FA50D629EEC}"/>
                    </a:ext>
                  </a:extLst>
                </p:cNvPr>
                <p:cNvSpPr txBox="1"/>
                <p:nvPr/>
              </p:nvSpPr>
              <p:spPr>
                <a:xfrm>
                  <a:off x="7518682" y="454274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BFEB2485-5167-94CC-FC51-0FA50D629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682" y="4542748"/>
                  <a:ext cx="539355" cy="462434"/>
                </a:xfrm>
                <a:prstGeom prst="rect">
                  <a:avLst/>
                </a:prstGeom>
                <a:blipFill>
                  <a:blip r:embed="rId17"/>
                  <a:stretch>
                    <a:fillRect l="-11236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Line 27">
              <a:extLst>
                <a:ext uri="{FF2B5EF4-FFF2-40B4-BE49-F238E27FC236}">
                  <a16:creationId xmlns:a16="http://schemas.microsoft.com/office/drawing/2014/main" id="{C45DBE99-14A8-DAE9-5F54-73F4CF27C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9474" y="3527551"/>
              <a:ext cx="1118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922D769C-2E8B-E3EB-1DD5-AB966EDF5F51}"/>
                    </a:ext>
                  </a:extLst>
                </p:cNvPr>
                <p:cNvSpPr txBox="1"/>
                <p:nvPr/>
              </p:nvSpPr>
              <p:spPr>
                <a:xfrm>
                  <a:off x="6965510" y="3295046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922D769C-2E8B-E3EB-1DD5-AB966EDF5F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510" y="3295046"/>
                  <a:ext cx="539355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53EEF942-27ED-6D3A-61F7-58860A63A974}"/>
                    </a:ext>
                  </a:extLst>
                </p:cNvPr>
                <p:cNvSpPr txBox="1"/>
                <p:nvPr/>
              </p:nvSpPr>
              <p:spPr>
                <a:xfrm>
                  <a:off x="5596389" y="330468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53EEF942-27ED-6D3A-61F7-58860A63A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6389" y="3304682"/>
                  <a:ext cx="539355" cy="462434"/>
                </a:xfrm>
                <a:prstGeom prst="rect">
                  <a:avLst/>
                </a:prstGeom>
                <a:blipFill>
                  <a:blip r:embed="rId19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3" name="Line 27">
              <a:extLst>
                <a:ext uri="{FF2B5EF4-FFF2-40B4-BE49-F238E27FC236}">
                  <a16:creationId xmlns:a16="http://schemas.microsoft.com/office/drawing/2014/main" id="{C130A30A-F84A-4F18-3784-FD7BA84598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382750" y="2320199"/>
              <a:ext cx="9666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25CDBFD7-4110-30C0-7B9C-1DFFDE7E67BE}"/>
                    </a:ext>
                  </a:extLst>
                </p:cNvPr>
                <p:cNvSpPr txBox="1"/>
                <p:nvPr/>
              </p:nvSpPr>
              <p:spPr>
                <a:xfrm>
                  <a:off x="5636967" y="1458641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25CDBFD7-4110-30C0-7B9C-1DFFDE7E6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967" y="1458641"/>
                  <a:ext cx="539355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AEDD8C91-8E61-52A2-21FE-4EC859EEA3DC}"/>
                </a:ext>
              </a:extLst>
            </p:cNvPr>
            <p:cNvSpPr txBox="1"/>
            <p:nvPr/>
          </p:nvSpPr>
          <p:spPr>
            <a:xfrm>
              <a:off x="557428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1FDC5C4E-F04C-72F2-02C2-DBCB3C20CB90}"/>
                    </a:ext>
                  </a:extLst>
                </p:cNvPr>
                <p:cNvSpPr txBox="1"/>
                <p:nvPr/>
              </p:nvSpPr>
              <p:spPr>
                <a:xfrm>
                  <a:off x="7518682" y="2376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1FDC5C4E-F04C-72F2-02C2-DBCB3C20C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682" y="2376000"/>
                  <a:ext cx="539355" cy="462434"/>
                </a:xfrm>
                <a:prstGeom prst="rect">
                  <a:avLst/>
                </a:prstGeom>
                <a:blipFill>
                  <a:blip r:embed="rId21"/>
                  <a:stretch>
                    <a:fillRect l="-8989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9" name="Line 27">
              <a:extLst>
                <a:ext uri="{FF2B5EF4-FFF2-40B4-BE49-F238E27FC236}">
                  <a16:creationId xmlns:a16="http://schemas.microsoft.com/office/drawing/2014/main" id="{AF7810AB-C203-E0D1-C5BA-5B6969686C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619" y="2397907"/>
              <a:ext cx="15680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FCD70F42-CD34-95C5-336B-31ADBF62CE56}"/>
                    </a:ext>
                  </a:extLst>
                </p:cNvPr>
                <p:cNvSpPr/>
                <p:nvPr/>
              </p:nvSpPr>
              <p:spPr>
                <a:xfrm>
                  <a:off x="6220669" y="3240012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FCD70F42-CD34-95C5-336B-31ADBF62CE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0669" y="3240012"/>
                  <a:ext cx="716034" cy="57507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755B3B83-3A2F-1768-60F4-6C22203C25E2}"/>
                </a:ext>
              </a:extLst>
            </p:cNvPr>
            <p:cNvSpPr/>
            <p:nvPr/>
          </p:nvSpPr>
          <p:spPr>
            <a:xfrm flipV="1">
              <a:off x="6088467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9189741D-393E-099A-FC76-C01594838771}"/>
                </a:ext>
              </a:extLst>
            </p:cNvPr>
            <p:cNvSpPr/>
            <p:nvPr/>
          </p:nvSpPr>
          <p:spPr>
            <a:xfrm flipV="1">
              <a:off x="6536761" y="2350175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661CC809-E240-82C5-59AC-801371E8C2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6796711" y="3810382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6" name="Line 27">
              <a:extLst>
                <a:ext uri="{FF2B5EF4-FFF2-40B4-BE49-F238E27FC236}">
                  <a16:creationId xmlns:a16="http://schemas.microsoft.com/office/drawing/2014/main" id="{60F4AEB0-6784-4708-5D28-520A210C59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01128" y="4620529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7" name="Line 27">
              <a:extLst>
                <a:ext uri="{FF2B5EF4-FFF2-40B4-BE49-F238E27FC236}">
                  <a16:creationId xmlns:a16="http://schemas.microsoft.com/office/drawing/2014/main" id="{78A15A32-495B-F8F0-F381-05961D1813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85274" y="4686623"/>
              <a:ext cx="2969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8" name="Line 27">
              <a:extLst>
                <a:ext uri="{FF2B5EF4-FFF2-40B4-BE49-F238E27FC236}">
                  <a16:creationId xmlns:a16="http://schemas.microsoft.com/office/drawing/2014/main" id="{EB637720-2793-8B73-4E5E-31FB310E32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6792828" y="3799493"/>
              <a:ext cx="529117" cy="9645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BCBB747B-5BD9-34F6-0070-C473CC79DE2A}"/>
                    </a:ext>
                  </a:extLst>
                </p:cNvPr>
                <p:cNvSpPr txBox="1"/>
                <p:nvPr/>
              </p:nvSpPr>
              <p:spPr>
                <a:xfrm>
                  <a:off x="5636966" y="276423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BCBB747B-5BD9-34F6-0070-C473CC79D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966" y="2764232"/>
                  <a:ext cx="539355" cy="461665"/>
                </a:xfrm>
                <a:prstGeom prst="rect">
                  <a:avLst/>
                </a:prstGeom>
                <a:blipFill>
                  <a:blip r:embed="rId23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DE9B4624-4D11-5B79-1684-FED3B9BB53A5}"/>
                    </a:ext>
                  </a:extLst>
                </p:cNvPr>
                <p:cNvSpPr txBox="1"/>
                <p:nvPr/>
              </p:nvSpPr>
              <p:spPr>
                <a:xfrm>
                  <a:off x="4878800" y="216668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DE9B4624-4D11-5B79-1684-FED3B9BB53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8800" y="2166689"/>
                  <a:ext cx="539355" cy="46243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4" name="Line 27">
              <a:extLst>
                <a:ext uri="{FF2B5EF4-FFF2-40B4-BE49-F238E27FC236}">
                  <a16:creationId xmlns:a16="http://schemas.microsoft.com/office/drawing/2014/main" id="{E4401907-938C-BCA2-E4E5-B2643FB70D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638150" y="3151311"/>
              <a:ext cx="17791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0A71B144-A70B-B0BB-AD1F-306262D7FD74}"/>
                    </a:ext>
                  </a:extLst>
                </p:cNvPr>
                <p:cNvSpPr txBox="1"/>
                <p:nvPr/>
              </p:nvSpPr>
              <p:spPr>
                <a:xfrm>
                  <a:off x="11665271" y="2573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0A71B144-A70B-B0BB-AD1F-306262D7FD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5271" y="2573000"/>
                  <a:ext cx="539355" cy="462434"/>
                </a:xfrm>
                <a:prstGeom prst="rect">
                  <a:avLst/>
                </a:prstGeom>
                <a:blipFill>
                  <a:blip r:embed="rId25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D03D43E0-2657-AACC-80FC-8BBE9AEFBC52}"/>
                </a:ext>
              </a:extLst>
            </p:cNvPr>
            <p:cNvSpPr txBox="1"/>
            <p:nvPr/>
          </p:nvSpPr>
          <p:spPr>
            <a:xfrm>
              <a:off x="856119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E2ACCD2C-750D-04CA-B39F-797828A9D3B7}"/>
                    </a:ext>
                  </a:extLst>
                </p:cNvPr>
                <p:cNvSpPr txBox="1"/>
                <p:nvPr/>
              </p:nvSpPr>
              <p:spPr>
                <a:xfrm>
                  <a:off x="11661731" y="2007686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E2ACCD2C-750D-04CA-B39F-797828A9D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1731" y="2007686"/>
                  <a:ext cx="539355" cy="462434"/>
                </a:xfrm>
                <a:prstGeom prst="rect">
                  <a:avLst/>
                </a:prstGeom>
                <a:blipFill>
                  <a:blip r:embed="rId26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1C0F7E2E-1A1D-575E-FCA4-0CC4A29F2BFC}"/>
                    </a:ext>
                  </a:extLst>
                </p:cNvPr>
                <p:cNvSpPr/>
                <p:nvPr/>
              </p:nvSpPr>
              <p:spPr>
                <a:xfrm>
                  <a:off x="8494961" y="2106766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baseline="-25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1C0F7E2E-1A1D-575E-FCA4-0CC4A29F2B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961" y="2106766"/>
                  <a:ext cx="716034" cy="57507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8C8CB1A0-4D52-1A13-9F37-CFE512319FBC}"/>
                </a:ext>
              </a:extLst>
            </p:cNvPr>
            <p:cNvSpPr/>
            <p:nvPr/>
          </p:nvSpPr>
          <p:spPr>
            <a:xfrm flipV="1">
              <a:off x="8793026" y="198000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D7F8C5AD-075C-47A9-A1BD-ECD69F65F1CF}"/>
                    </a:ext>
                  </a:extLst>
                </p:cNvPr>
                <p:cNvSpPr/>
                <p:nvPr/>
              </p:nvSpPr>
              <p:spPr>
                <a:xfrm>
                  <a:off x="9207579" y="3236410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D7F8C5AD-075C-47A9-A1BD-ECD69F65F1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7579" y="3236410"/>
                  <a:ext cx="716034" cy="57507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4BAA8633-23AD-98F9-2765-E41BB822993E}"/>
                </a:ext>
              </a:extLst>
            </p:cNvPr>
            <p:cNvSpPr/>
            <p:nvPr/>
          </p:nvSpPr>
          <p:spPr>
            <a:xfrm flipV="1">
              <a:off x="9077224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3D7E155F-D37E-058B-59FC-2D5CF439899B}"/>
                </a:ext>
              </a:extLst>
            </p:cNvPr>
            <p:cNvSpPr/>
            <p:nvPr/>
          </p:nvSpPr>
          <p:spPr>
            <a:xfrm flipV="1">
              <a:off x="9523671" y="234657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9" name="Line 27">
              <a:extLst>
                <a:ext uri="{FF2B5EF4-FFF2-40B4-BE49-F238E27FC236}">
                  <a16:creationId xmlns:a16="http://schemas.microsoft.com/office/drawing/2014/main" id="{4671F26C-1A58-A8BE-08DE-EBCA88A513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783621" y="3806780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1" name="Line 27">
              <a:extLst>
                <a:ext uri="{FF2B5EF4-FFF2-40B4-BE49-F238E27FC236}">
                  <a16:creationId xmlns:a16="http://schemas.microsoft.com/office/drawing/2014/main" id="{309E341A-DDC4-D5CE-14A7-ECC429C175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364953" y="4684248"/>
              <a:ext cx="2993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2" name="Line 27">
              <a:extLst>
                <a:ext uri="{FF2B5EF4-FFF2-40B4-BE49-F238E27FC236}">
                  <a16:creationId xmlns:a16="http://schemas.microsoft.com/office/drawing/2014/main" id="{B6003DF0-AA16-D539-B2E5-DAF999D92B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778121" y="3799038"/>
              <a:ext cx="526888" cy="9605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3D8E6B42-5C80-E8B4-980F-29D2E98FABCF}"/>
                    </a:ext>
                  </a:extLst>
                </p:cNvPr>
                <p:cNvSpPr txBox="1"/>
                <p:nvPr/>
              </p:nvSpPr>
              <p:spPr>
                <a:xfrm>
                  <a:off x="8623876" y="2760630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3D8E6B42-5C80-E8B4-980F-29D2E98FA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876" y="2760630"/>
                  <a:ext cx="539355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BBF0CB9E-5043-1D92-B6E4-B2A07DF05825}"/>
                </a:ext>
              </a:extLst>
            </p:cNvPr>
            <p:cNvSpPr/>
            <p:nvPr/>
          </p:nvSpPr>
          <p:spPr>
            <a:xfrm flipV="1">
              <a:off x="10468587" y="22174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57" name="Line 27">
              <a:extLst>
                <a:ext uri="{FF2B5EF4-FFF2-40B4-BE49-F238E27FC236}">
                  <a16:creationId xmlns:a16="http://schemas.microsoft.com/office/drawing/2014/main" id="{1E06734E-5D8F-A1A3-1E05-8491B85348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626861" y="3149510"/>
              <a:ext cx="17755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8" name="Line 27">
              <a:extLst>
                <a:ext uri="{FF2B5EF4-FFF2-40B4-BE49-F238E27FC236}">
                  <a16:creationId xmlns:a16="http://schemas.microsoft.com/office/drawing/2014/main" id="{3F58112B-D018-4DEF-7BA1-7827D3771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7518" y="2822018"/>
              <a:ext cx="2129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5F5FFABC-43D4-3470-3CF1-DC4CF5776458}"/>
                </a:ext>
              </a:extLst>
            </p:cNvPr>
            <p:cNvSpPr/>
            <p:nvPr/>
          </p:nvSpPr>
          <p:spPr>
            <a:xfrm flipV="1">
              <a:off x="5806667" y="197989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4" name="等腰三角形 263">
              <a:extLst>
                <a:ext uri="{FF2B5EF4-FFF2-40B4-BE49-F238E27FC236}">
                  <a16:creationId xmlns:a16="http://schemas.microsoft.com/office/drawing/2014/main" id="{9423B630-042A-ACE7-B2D2-B2F5FAE20B58}"/>
                </a:ext>
              </a:extLst>
            </p:cNvPr>
            <p:cNvSpPr/>
            <p:nvPr/>
          </p:nvSpPr>
          <p:spPr>
            <a:xfrm rot="5400000">
              <a:off x="11011367" y="2638039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497504AF-9FC2-3892-9704-8E61DA9DFCFC}"/>
                </a:ext>
              </a:extLst>
            </p:cNvPr>
            <p:cNvSpPr/>
            <p:nvPr/>
          </p:nvSpPr>
          <p:spPr>
            <a:xfrm flipV="1">
              <a:off x="11406992" y="2762591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7" name="Arc 158">
              <a:extLst>
                <a:ext uri="{FF2B5EF4-FFF2-40B4-BE49-F238E27FC236}">
                  <a16:creationId xmlns:a16="http://schemas.microsoft.com/office/drawing/2014/main" id="{83EDA62D-C1E8-2827-55CD-5071371F39B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295487" y="1941911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8" name="Line 160">
              <a:extLst>
                <a:ext uri="{FF2B5EF4-FFF2-40B4-BE49-F238E27FC236}">
                  <a16:creationId xmlns:a16="http://schemas.microsoft.com/office/drawing/2014/main" id="{057365D8-9996-1394-0AEF-EEED84A27D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0637" y="2040484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1" name="Line 9">
              <a:extLst>
                <a:ext uri="{FF2B5EF4-FFF2-40B4-BE49-F238E27FC236}">
                  <a16:creationId xmlns:a16="http://schemas.microsoft.com/office/drawing/2014/main" id="{7C1D6209-CACF-A466-9EF0-5A99A1F94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77473" y="2265381"/>
              <a:ext cx="141966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Line 160">
              <a:extLst>
                <a:ext uri="{FF2B5EF4-FFF2-40B4-BE49-F238E27FC236}">
                  <a16:creationId xmlns:a16="http://schemas.microsoft.com/office/drawing/2014/main" id="{7FC4E3CF-7267-066F-D79E-5ECBDF8534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0637" y="248067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3" name="Arc 156">
              <a:extLst>
                <a:ext uri="{FF2B5EF4-FFF2-40B4-BE49-F238E27FC236}">
                  <a16:creationId xmlns:a16="http://schemas.microsoft.com/office/drawing/2014/main" id="{6EC41DA7-981E-9519-1B23-5BE0A58543B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23492" y="2057706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4" name="Arc 156">
              <a:extLst>
                <a:ext uri="{FF2B5EF4-FFF2-40B4-BE49-F238E27FC236}">
                  <a16:creationId xmlns:a16="http://schemas.microsoft.com/office/drawing/2014/main" id="{4A821160-0B52-0D45-19DC-B92562F1D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0632" y="2040897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5" name="Oval 163">
              <a:extLst>
                <a:ext uri="{FF2B5EF4-FFF2-40B4-BE49-F238E27FC236}">
                  <a16:creationId xmlns:a16="http://schemas.microsoft.com/office/drawing/2014/main" id="{187356DC-53AE-E39B-2DA2-39BD9CD03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1027" y="2205465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8" name="等腰三角形 277">
              <a:extLst>
                <a:ext uri="{FF2B5EF4-FFF2-40B4-BE49-F238E27FC236}">
                  <a16:creationId xmlns:a16="http://schemas.microsoft.com/office/drawing/2014/main" id="{95B1FEC6-4C94-E4CE-5953-0D6EF63FD02A}"/>
                </a:ext>
              </a:extLst>
            </p:cNvPr>
            <p:cNvSpPr/>
            <p:nvPr/>
          </p:nvSpPr>
          <p:spPr>
            <a:xfrm rot="5400000">
              <a:off x="11009597" y="208080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7559453A-B066-54FE-5760-5D8E36A8B674}"/>
                </a:ext>
              </a:extLst>
            </p:cNvPr>
            <p:cNvSpPr/>
            <p:nvPr/>
          </p:nvSpPr>
          <p:spPr>
            <a:xfrm flipV="1">
              <a:off x="11405222" y="2205354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41622714-B1B9-CF0F-6AAF-366DD3484614}"/>
                </a:ext>
              </a:extLst>
            </p:cNvPr>
            <p:cNvSpPr/>
            <p:nvPr/>
          </p:nvSpPr>
          <p:spPr>
            <a:xfrm flipV="1">
              <a:off x="9521246" y="27737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5EB39B25-9106-CA25-94F7-60DCDF346DB0}"/>
                </a:ext>
              </a:extLst>
            </p:cNvPr>
            <p:cNvSpPr/>
            <p:nvPr/>
          </p:nvSpPr>
          <p:spPr>
            <a:xfrm flipV="1">
              <a:off x="6537761" y="4913946"/>
              <a:ext cx="91367" cy="95462"/>
            </a:xfrm>
            <a:prstGeom prst="ellipse">
              <a:avLst/>
            </a:prstGeom>
            <a:solidFill>
              <a:srgbClr val="FF000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3" name="Line 8">
              <a:extLst>
                <a:ext uri="{FF2B5EF4-FFF2-40B4-BE49-F238E27FC236}">
                  <a16:creationId xmlns:a16="http://schemas.microsoft.com/office/drawing/2014/main" id="{B68D2928-01CB-BC6A-D73D-65E3981CA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1566" y="5220489"/>
              <a:ext cx="41976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Line 8">
              <a:extLst>
                <a:ext uri="{FF2B5EF4-FFF2-40B4-BE49-F238E27FC236}">
                  <a16:creationId xmlns:a16="http://schemas.microsoft.com/office/drawing/2014/main" id="{4FFE50DB-303C-2F49-820C-28A8673C32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37592" y="3510683"/>
              <a:ext cx="344007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Line 7">
              <a:extLst>
                <a:ext uri="{FF2B5EF4-FFF2-40B4-BE49-F238E27FC236}">
                  <a16:creationId xmlns:a16="http://schemas.microsoft.com/office/drawing/2014/main" id="{71E05750-F738-5AFC-C6F3-185F431D0C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8314" y="1800000"/>
              <a:ext cx="12172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Line 7">
              <a:extLst>
                <a:ext uri="{FF2B5EF4-FFF2-40B4-BE49-F238E27FC236}">
                  <a16:creationId xmlns:a16="http://schemas.microsoft.com/office/drawing/2014/main" id="{4B633E96-61F9-9B90-333E-6E235911FF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67121" y="1965630"/>
              <a:ext cx="347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等腰三角形 286">
              <a:extLst>
                <a:ext uri="{FF2B5EF4-FFF2-40B4-BE49-F238E27FC236}">
                  <a16:creationId xmlns:a16="http://schemas.microsoft.com/office/drawing/2014/main" id="{8C1A3E18-B2CC-8E4D-99E7-69A7F6821B79}"/>
                </a:ext>
              </a:extLst>
            </p:cNvPr>
            <p:cNvSpPr/>
            <p:nvPr/>
          </p:nvSpPr>
          <p:spPr>
            <a:xfrm rot="5400000">
              <a:off x="5794761" y="4781055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4EE4BF33-5D9F-FB9B-BD4B-8D83C11BF399}"/>
                </a:ext>
              </a:extLst>
            </p:cNvPr>
            <p:cNvSpPr/>
            <p:nvPr/>
          </p:nvSpPr>
          <p:spPr>
            <a:xfrm flipV="1">
              <a:off x="6190386" y="4905607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BBE94AC9-123B-F26C-52AB-76359B681D8B}"/>
                    </a:ext>
                  </a:extLst>
                </p:cNvPr>
                <p:cNvSpPr txBox="1"/>
                <p:nvPr/>
              </p:nvSpPr>
              <p:spPr>
                <a:xfrm>
                  <a:off x="5148000" y="4727102"/>
                  <a:ext cx="51260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BBE94AC9-123B-F26C-52AB-76359B681D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8000" y="4727102"/>
                  <a:ext cx="512608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15294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A557A729-641B-4B77-AE78-E7B0D5068758}"/>
                    </a:ext>
                  </a:extLst>
                </p:cNvPr>
                <p:cNvSpPr/>
                <p:nvPr/>
              </p:nvSpPr>
              <p:spPr>
                <a:xfrm>
                  <a:off x="5508051" y="2110368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ar-AE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ar-AE" dirty="0"/>
                </a:p>
              </p:txBody>
            </p:sp>
          </mc:Choice>
          <mc:Fallback xmlns="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A557A729-641B-4B77-AE78-E7B0D50687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051" y="2110368"/>
                  <a:ext cx="716034" cy="575079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BFCA02D5-3447-255F-81F7-606F8A489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6966" y="5509273"/>
              <a:ext cx="3938039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7C7C576D-F191-C065-B0C5-DBF4F641C430}"/>
                </a:ext>
              </a:extLst>
            </p:cNvPr>
            <p:cNvSpPr/>
            <p:nvPr/>
          </p:nvSpPr>
          <p:spPr>
            <a:xfrm rot="5400000">
              <a:off x="5793566" y="5328746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9BCEBA2-0CC7-CF90-C36E-1986FDFDF5DB}"/>
                </a:ext>
              </a:extLst>
            </p:cNvPr>
            <p:cNvSpPr/>
            <p:nvPr/>
          </p:nvSpPr>
          <p:spPr>
            <a:xfrm flipV="1">
              <a:off x="6189191" y="5453298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8">
              <a:extLst>
                <a:ext uri="{FF2B5EF4-FFF2-40B4-BE49-F238E27FC236}">
                  <a16:creationId xmlns:a16="http://schemas.microsoft.com/office/drawing/2014/main" id="{801A7A40-82F7-D42E-BF13-17A248900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1299" y="4960325"/>
              <a:ext cx="266354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8">
              <a:extLst>
                <a:ext uri="{FF2B5EF4-FFF2-40B4-BE49-F238E27FC236}">
                  <a16:creationId xmlns:a16="http://schemas.microsoft.com/office/drawing/2014/main" id="{71B560C0-4670-5AD1-694B-96368B54C3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279787" y="5232137"/>
              <a:ext cx="566666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160">
              <a:extLst>
                <a:ext uri="{FF2B5EF4-FFF2-40B4-BE49-F238E27FC236}">
                  <a16:creationId xmlns:a16="http://schemas.microsoft.com/office/drawing/2014/main" id="{EDDD7D11-5913-8F69-0F14-328A2CE36B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59166" y="4604362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8" name="Line 7">
              <a:extLst>
                <a:ext uri="{FF2B5EF4-FFF2-40B4-BE49-F238E27FC236}">
                  <a16:creationId xmlns:a16="http://schemas.microsoft.com/office/drawing/2014/main" id="{DF374296-094A-C7F5-11FF-4CFC99C6E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6844" y="4690413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C29B0548-18D7-AEFB-23D9-9526BD52C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96003" y="4828068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160">
              <a:extLst>
                <a:ext uri="{FF2B5EF4-FFF2-40B4-BE49-F238E27FC236}">
                  <a16:creationId xmlns:a16="http://schemas.microsoft.com/office/drawing/2014/main" id="{F7F88A28-2AED-3C2B-92FC-14217DFE9A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59166" y="5043358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1" name="Arc 156">
              <a:extLst>
                <a:ext uri="{FF2B5EF4-FFF2-40B4-BE49-F238E27FC236}">
                  <a16:creationId xmlns:a16="http://schemas.microsoft.com/office/drawing/2014/main" id="{AFC7E977-451A-F02C-24EF-D95ECF318AD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42021" y="462039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2" name="Arc 156">
              <a:extLst>
                <a:ext uri="{FF2B5EF4-FFF2-40B4-BE49-F238E27FC236}">
                  <a16:creationId xmlns:a16="http://schemas.microsoft.com/office/drawing/2014/main" id="{38EF844E-7747-3F87-8838-AFDB0CBBC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9161" y="4603584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Oval 163">
              <a:extLst>
                <a:ext uri="{FF2B5EF4-FFF2-40B4-BE49-F238E27FC236}">
                  <a16:creationId xmlns:a16="http://schemas.microsoft.com/office/drawing/2014/main" id="{48362B55-B92F-5678-6D01-A97736DCC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9556" y="4768152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4" name="Line 27">
              <a:extLst>
                <a:ext uri="{FF2B5EF4-FFF2-40B4-BE49-F238E27FC236}">
                  <a16:creationId xmlns:a16="http://schemas.microsoft.com/office/drawing/2014/main" id="{3DAA4061-3B16-9F0E-A90E-013F77136E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81130" y="4619272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6" name="Arc 158">
              <a:extLst>
                <a:ext uri="{FF2B5EF4-FFF2-40B4-BE49-F238E27FC236}">
                  <a16:creationId xmlns:a16="http://schemas.microsoft.com/office/drawing/2014/main" id="{EE219AD1-BE9A-7982-C4B5-2336740B1F7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14016" y="4504598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2" name="Arc 158">
              <a:extLst>
                <a:ext uri="{FF2B5EF4-FFF2-40B4-BE49-F238E27FC236}">
                  <a16:creationId xmlns:a16="http://schemas.microsoft.com/office/drawing/2014/main" id="{D248A753-E77C-1605-C353-D9D056A934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34014" y="4505855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7" name="Line 8">
              <a:extLst>
                <a:ext uri="{FF2B5EF4-FFF2-40B4-BE49-F238E27FC236}">
                  <a16:creationId xmlns:a16="http://schemas.microsoft.com/office/drawing/2014/main" id="{56E0BC26-4F9B-65F6-5C14-ACD832C39AF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96624" y="3654885"/>
              <a:ext cx="3722826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CF162DE1-C028-B24D-9978-E9F3E604102F}"/>
                </a:ext>
              </a:extLst>
            </p:cNvPr>
            <p:cNvSpPr/>
            <p:nvPr/>
          </p:nvSpPr>
          <p:spPr>
            <a:xfrm flipV="1">
              <a:off x="8012353" y="5462019"/>
              <a:ext cx="91367" cy="95462"/>
            </a:xfrm>
            <a:prstGeom prst="ellipse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9" name="Line 160">
              <a:extLst>
                <a:ext uri="{FF2B5EF4-FFF2-40B4-BE49-F238E27FC236}">
                  <a16:creationId xmlns:a16="http://schemas.microsoft.com/office/drawing/2014/main" id="{14F3DFCD-62A2-E322-CEB1-6538E4672B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7675" y="2039950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0" name="Line 7">
              <a:extLst>
                <a:ext uri="{FF2B5EF4-FFF2-40B4-BE49-F238E27FC236}">
                  <a16:creationId xmlns:a16="http://schemas.microsoft.com/office/drawing/2014/main" id="{6BDA9A55-77FE-C497-5971-A79D44E67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5353" y="2127192"/>
              <a:ext cx="270808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9">
              <a:extLst>
                <a:ext uri="{FF2B5EF4-FFF2-40B4-BE49-F238E27FC236}">
                  <a16:creationId xmlns:a16="http://schemas.microsoft.com/office/drawing/2014/main" id="{D618AB7D-5792-6659-ACC3-2E986A410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4512" y="2264847"/>
              <a:ext cx="884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160">
              <a:extLst>
                <a:ext uri="{FF2B5EF4-FFF2-40B4-BE49-F238E27FC236}">
                  <a16:creationId xmlns:a16="http://schemas.microsoft.com/office/drawing/2014/main" id="{F8624067-B9ED-09F7-70D5-7658C7DC0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7675" y="2480137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3" name="Arc 156">
              <a:extLst>
                <a:ext uri="{FF2B5EF4-FFF2-40B4-BE49-F238E27FC236}">
                  <a16:creationId xmlns:a16="http://schemas.microsoft.com/office/drawing/2014/main" id="{456F6C06-03B7-8A4B-6A57-A421FCF725B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0530" y="2057172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4" name="Arc 156">
              <a:extLst>
                <a:ext uri="{FF2B5EF4-FFF2-40B4-BE49-F238E27FC236}">
                  <a16:creationId xmlns:a16="http://schemas.microsoft.com/office/drawing/2014/main" id="{56B999AD-B1B7-8D88-5A93-D0098CB15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7670" y="204036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5" name="Oval 163">
              <a:extLst>
                <a:ext uri="{FF2B5EF4-FFF2-40B4-BE49-F238E27FC236}">
                  <a16:creationId xmlns:a16="http://schemas.microsoft.com/office/drawing/2014/main" id="{C74CC73F-70E9-FE41-B75B-F823F45C6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65" y="2204931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6" name="Arc 158">
              <a:extLst>
                <a:ext uri="{FF2B5EF4-FFF2-40B4-BE49-F238E27FC236}">
                  <a16:creationId xmlns:a16="http://schemas.microsoft.com/office/drawing/2014/main" id="{F16EAA08-A949-7B9D-4D8D-D499B5E7EA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32525" y="1941377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FB413A1B-4E85-0BE5-AF39-AB648A52D595}"/>
                </a:ext>
              </a:extLst>
            </p:cNvPr>
            <p:cNvSpPr/>
            <p:nvPr/>
          </p:nvSpPr>
          <p:spPr>
            <a:xfrm flipV="1">
              <a:off x="7482376" y="221666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8" name="Line 7">
              <a:extLst>
                <a:ext uri="{FF2B5EF4-FFF2-40B4-BE49-F238E27FC236}">
                  <a16:creationId xmlns:a16="http://schemas.microsoft.com/office/drawing/2014/main" id="{3446DA79-2F16-71F7-E131-1BE2CEBB7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5088" y="1800000"/>
              <a:ext cx="1484085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Line 7">
              <a:extLst>
                <a:ext uri="{FF2B5EF4-FFF2-40B4-BE49-F238E27FC236}">
                  <a16:creationId xmlns:a16="http://schemas.microsoft.com/office/drawing/2014/main" id="{DFCE2628-1748-D7A0-CAF4-633D108D1D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09672" y="1966240"/>
              <a:ext cx="345544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Line 27">
              <a:extLst>
                <a:ext uri="{FF2B5EF4-FFF2-40B4-BE49-F238E27FC236}">
                  <a16:creationId xmlns:a16="http://schemas.microsoft.com/office/drawing/2014/main" id="{0E105B75-49E7-EEC9-59B0-C5B4405D35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16132" y="3336523"/>
              <a:ext cx="324359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673925BB-4653-F6CC-5D7A-A709C056A4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25470" y="2333148"/>
              <a:ext cx="1414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8738457F-4B72-9353-6207-437C752B5A68}"/>
              </a:ext>
            </a:extLst>
          </p:cNvPr>
          <p:cNvSpPr txBox="1"/>
          <p:nvPr/>
        </p:nvSpPr>
        <p:spPr>
          <a:xfrm>
            <a:off x="4636800" y="4735990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F6BDF31-BA6A-4AEE-A1CC-3C41218AD6D1}"/>
              </a:ext>
            </a:extLst>
          </p:cNvPr>
          <p:cNvSpPr txBox="1"/>
          <p:nvPr/>
        </p:nvSpPr>
        <p:spPr>
          <a:xfrm>
            <a:off x="4636800" y="5275562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D23D074-58CE-95BF-06ED-E7B267EE67EB}"/>
              </a:ext>
            </a:extLst>
          </p:cNvPr>
          <p:cNvSpPr txBox="1"/>
          <p:nvPr/>
        </p:nvSpPr>
        <p:spPr>
          <a:xfrm>
            <a:off x="10640467" y="4966822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E159D47-633F-458E-1ECE-24963DE78B5C}"/>
              </a:ext>
            </a:extLst>
          </p:cNvPr>
          <p:cNvGrpSpPr/>
          <p:nvPr/>
        </p:nvGrpSpPr>
        <p:grpSpPr>
          <a:xfrm>
            <a:off x="6558454" y="5760000"/>
            <a:ext cx="3643630" cy="812029"/>
            <a:chOff x="450363" y="5192788"/>
            <a:chExt cx="3643630" cy="812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96903AD3-CB1E-F796-FF36-A53CF6DCD59D}"/>
                    </a:ext>
                  </a:extLst>
                </p:cNvPr>
                <p:cNvSpPr txBox="1"/>
                <p:nvPr/>
              </p:nvSpPr>
              <p:spPr>
                <a:xfrm>
                  <a:off x="450363" y="5542383"/>
                  <a:ext cx="1180901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96903AD3-CB1E-F796-FF36-A53CF6DCD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63" y="5542383"/>
                  <a:ext cx="1180901" cy="462434"/>
                </a:xfrm>
                <a:prstGeom prst="rect">
                  <a:avLst/>
                </a:prstGeom>
                <a:blipFill>
                  <a:blip r:embed="rId33"/>
                  <a:stretch>
                    <a:fillRect l="-10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E4CBFB86-4E72-5159-29C1-6C0EF598A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409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" name="等腰三角形 33">
              <a:extLst>
                <a:ext uri="{FF2B5EF4-FFF2-40B4-BE49-F238E27FC236}">
                  <a16:creationId xmlns:a16="http://schemas.microsoft.com/office/drawing/2014/main" id="{5465DF58-8048-D635-70D9-34122B4826F3}"/>
                </a:ext>
              </a:extLst>
            </p:cNvPr>
            <p:cNvSpPr/>
            <p:nvPr/>
          </p:nvSpPr>
          <p:spPr>
            <a:xfrm rot="5400000">
              <a:off x="1894516" y="5607422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558D4194-AC3D-1097-6246-38939965E6F0}"/>
                </a:ext>
              </a:extLst>
            </p:cNvPr>
            <p:cNvSpPr/>
            <p:nvPr/>
          </p:nvSpPr>
          <p:spPr>
            <a:xfrm flipV="1">
              <a:off x="2291911" y="5732517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F608D37E-B59C-C463-F12F-C9CCE2792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081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790760F5-3665-48A0-BD63-117AC465C0B8}"/>
                </a:ext>
              </a:extLst>
            </p:cNvPr>
            <p:cNvSpPr/>
            <p:nvPr/>
          </p:nvSpPr>
          <p:spPr>
            <a:xfrm rot="5400000">
              <a:off x="2766188" y="560742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274E82A8-1377-C777-263E-4504111CB24A}"/>
                </a:ext>
              </a:extLst>
            </p:cNvPr>
            <p:cNvSpPr/>
            <p:nvPr/>
          </p:nvSpPr>
          <p:spPr>
            <a:xfrm flipV="1">
              <a:off x="3163583" y="573251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9CD94FE3-F1BB-0AAB-799B-17A9EB890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299" y="5791401"/>
              <a:ext cx="295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4A6C7E7C-FE21-B792-3D0D-631C6B6B4A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86373" y="5689588"/>
              <a:ext cx="204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048DCB31-1BF9-D119-54A7-7CAA0671D94B}"/>
                </a:ext>
              </a:extLst>
            </p:cNvPr>
            <p:cNvSpPr/>
            <p:nvPr/>
          </p:nvSpPr>
          <p:spPr>
            <a:xfrm flipV="1">
              <a:off x="2542922" y="5742351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BB9641E8-1899-40F8-20AE-26B06AFBE2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51269" y="5688882"/>
              <a:ext cx="216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E6B189D-FDBF-6835-7B60-AE8C27D6832A}"/>
                    </a:ext>
                  </a:extLst>
                </p:cNvPr>
                <p:cNvSpPr txBox="1"/>
                <p:nvPr/>
              </p:nvSpPr>
              <p:spPr>
                <a:xfrm>
                  <a:off x="2096284" y="5192788"/>
                  <a:ext cx="98052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7E6B189D-FDBF-6835-7B60-AE8C27D68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284" y="5192788"/>
                  <a:ext cx="980526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24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EDD4F72-24A9-FF7F-5317-EA51602AE988}"/>
                    </a:ext>
                  </a:extLst>
                </p:cNvPr>
                <p:cNvSpPr txBox="1"/>
                <p:nvPr/>
              </p:nvSpPr>
              <p:spPr>
                <a:xfrm>
                  <a:off x="3155725" y="5192788"/>
                  <a:ext cx="93826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EDD4F72-24A9-FF7F-5317-EA51602AE9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5725" y="5192788"/>
                  <a:ext cx="938268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58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4D6D384-EE1A-6FF2-6D65-0C08396558FB}"/>
              </a:ext>
            </a:extLst>
          </p:cNvPr>
          <p:cNvGrpSpPr/>
          <p:nvPr/>
        </p:nvGrpSpPr>
        <p:grpSpPr>
          <a:xfrm>
            <a:off x="6241454" y="3196468"/>
            <a:ext cx="655846" cy="655846"/>
            <a:chOff x="4338669" y="6271887"/>
            <a:chExt cx="655846" cy="655846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52383C6-57C1-F9C7-9A32-C81E5AC765A9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338670" y="6599810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E8827A14-A16A-9C06-44FD-0306A0CE46BE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4338669" y="6599811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18FF0DF-D88E-DACD-39DA-EEE8A811C1C8}"/>
              </a:ext>
            </a:extLst>
          </p:cNvPr>
          <p:cNvGrpSpPr/>
          <p:nvPr/>
        </p:nvGrpSpPr>
        <p:grpSpPr>
          <a:xfrm>
            <a:off x="8512653" y="2069985"/>
            <a:ext cx="655846" cy="655846"/>
            <a:chOff x="4338669" y="6271887"/>
            <a:chExt cx="655846" cy="655846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6FED5020-2D40-9032-5A6D-FE91AC6D323A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338670" y="6599810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2CE2EB7-3E46-7952-691D-D468B4784579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4338669" y="6599811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9D0E4460-41EB-5CB9-4DA0-03764CCA81F6}"/>
              </a:ext>
            </a:extLst>
          </p:cNvPr>
          <p:cNvCxnSpPr>
            <a:cxnSpLocks/>
            <a:stCxn id="217" idx="3"/>
            <a:endCxn id="217" idx="1"/>
          </p:cNvCxnSpPr>
          <p:nvPr/>
        </p:nvCxnSpPr>
        <p:spPr>
          <a:xfrm flipH="1">
            <a:off x="5495425" y="2397908"/>
            <a:ext cx="716034" cy="0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8331FB4D-BB83-DF4E-A58F-4D117B7FB25B}"/>
              </a:ext>
            </a:extLst>
          </p:cNvPr>
          <p:cNvCxnSpPr>
            <a:cxnSpLocks/>
            <a:stCxn id="244" idx="2"/>
            <a:endCxn id="244" idx="0"/>
          </p:cNvCxnSpPr>
          <p:nvPr/>
        </p:nvCxnSpPr>
        <p:spPr>
          <a:xfrm flipV="1">
            <a:off x="9552970" y="3236410"/>
            <a:ext cx="0" cy="575079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3DD8AD45-CC93-879B-8223-F8E896146D55}"/>
              </a:ext>
            </a:extLst>
          </p:cNvPr>
          <p:cNvSpPr txBox="1"/>
          <p:nvPr/>
        </p:nvSpPr>
        <p:spPr>
          <a:xfrm>
            <a:off x="9158270" y="3831099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AE8AB16-B2C3-10C2-0D14-F6C99A21897D}"/>
              </a:ext>
            </a:extLst>
          </p:cNvPr>
          <p:cNvSpPr txBox="1"/>
          <p:nvPr/>
        </p:nvSpPr>
        <p:spPr>
          <a:xfrm>
            <a:off x="11403501" y="1776514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439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/>
      <p:bldP spid="13" grpId="0"/>
      <p:bldP spid="26" grpId="0"/>
      <p:bldP spid="28" grpId="0"/>
      <p:bldP spid="73" grpId="0"/>
      <p:bldP spid="7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9650-F141-1EC9-DF5D-13EB7BBA2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B96F4A51-66F8-4637-67C3-8DFD444EEB5A}"/>
              </a:ext>
            </a:extLst>
          </p:cNvPr>
          <p:cNvSpPr txBox="1"/>
          <p:nvPr/>
        </p:nvSpPr>
        <p:spPr>
          <a:xfrm>
            <a:off x="9427948" y="5350294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F37A2A7-2A2A-820A-B043-0DFE6FCC0218}"/>
              </a:ext>
            </a:extLst>
          </p:cNvPr>
          <p:cNvSpPr txBox="1"/>
          <p:nvPr/>
        </p:nvSpPr>
        <p:spPr>
          <a:xfrm>
            <a:off x="11404800" y="2842439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04695F-2155-D0A3-A7B8-57602C72A43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触发器知识补充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C30DA4-2624-4BC5-FF81-3A4392FB3F74}"/>
                  </a:ext>
                </a:extLst>
              </p:cNvPr>
              <p:cNvSpPr txBox="1"/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带置数和清零功能的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有优先控制权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（不同时有效）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C30DA4-2624-4BC5-FF81-3A4392FB3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blipFill>
                <a:blip r:embed="rId3"/>
                <a:stretch>
                  <a:fillRect l="-2342" t="-920" b="-4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F27B265C-7BE0-2623-F62B-832201DDA5E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A78D9544-1901-FB28-B3C2-A5C15B9B1EB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95" name="箭头: 五边形 294">
                <a:extLst>
                  <a:ext uri="{FF2B5EF4-FFF2-40B4-BE49-F238E27FC236}">
                    <a16:creationId xmlns:a16="http://schemas.microsoft.com/office/drawing/2014/main" id="{B4F08760-C114-8AAB-654A-6A4927C62CE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箭头: V 形 295">
                <a:extLst>
                  <a:ext uri="{FF2B5EF4-FFF2-40B4-BE49-F238E27FC236}">
                    <a16:creationId xmlns:a16="http://schemas.microsoft.com/office/drawing/2014/main" id="{B479F6A0-31A3-398B-3F4C-515949FD007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4" name="灯片编号占位符 3">
              <a:extLst>
                <a:ext uri="{FF2B5EF4-FFF2-40B4-BE49-F238E27FC236}">
                  <a16:creationId xmlns:a16="http://schemas.microsoft.com/office/drawing/2014/main" id="{94F53617-9686-E56A-F478-8D9F4FF5A02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F5B1D0F-14D2-69CB-9336-CC4D751CD2A8}"/>
              </a:ext>
            </a:extLst>
          </p:cNvPr>
          <p:cNvGrpSpPr/>
          <p:nvPr/>
        </p:nvGrpSpPr>
        <p:grpSpPr>
          <a:xfrm>
            <a:off x="720000" y="4255200"/>
            <a:ext cx="3332769" cy="2261984"/>
            <a:chOff x="720000" y="3896336"/>
            <a:chExt cx="3332769" cy="2261984"/>
          </a:xfrm>
        </p:grpSpPr>
        <p:sp>
          <p:nvSpPr>
            <p:cNvPr id="298" name="Line 27">
              <a:extLst>
                <a:ext uri="{FF2B5EF4-FFF2-40B4-BE49-F238E27FC236}">
                  <a16:creationId xmlns:a16="http://schemas.microsoft.com/office/drawing/2014/main" id="{BD5557B3-454F-75FA-D9C2-68F562C43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189404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152FADDC-E6E6-8EF5-D3C5-FE8303647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714632"/>
              <a:ext cx="1342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9857FF10-6736-5F21-290A-9C928C34B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293159"/>
              <a:ext cx="5636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D1BEE02D-AE73-52C3-AE99-840D26D1B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863325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3AA4CC1-975C-513B-97E0-A949D76E9BBA}"/>
                </a:ext>
              </a:extLst>
            </p:cNvPr>
            <p:cNvSpPr/>
            <p:nvPr/>
          </p:nvSpPr>
          <p:spPr>
            <a:xfrm>
              <a:off x="1688563" y="3896336"/>
              <a:ext cx="1452298" cy="226198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2800" dirty="0">
                  <a:solidFill>
                    <a:schemeClr val="tx1"/>
                  </a:solidFill>
                  <a:ea typeface="微软雅黑" panose="020B0503020204020204" pitchFamily="34" charset="-122"/>
                </a:rPr>
                <a:t> </a:t>
              </a:r>
              <a:endParaRPr lang="en-US" altLang="zh-CN" sz="2400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ADC51F47-978C-975D-3031-9A496A4CAD6D}"/>
                </a:ext>
              </a:extLst>
            </p:cNvPr>
            <p:cNvSpPr/>
            <p:nvPr/>
          </p:nvSpPr>
          <p:spPr>
            <a:xfrm rot="5400000">
              <a:off x="1651359" y="5227125"/>
              <a:ext cx="206475" cy="132068"/>
            </a:xfrm>
            <a:prstGeom prst="triangl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B68D4FA-E945-9823-04FD-5213AABD06AC}"/>
                    </a:ext>
                  </a:extLst>
                </p:cNvPr>
                <p:cNvSpPr txBox="1"/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DB68D4FA-E945-9823-04FD-5213AABD0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14C47B9-754D-7BF6-D87A-E64E8E779344}"/>
                    </a:ext>
                  </a:extLst>
                </p:cNvPr>
                <p:cNvSpPr txBox="1"/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414C47B9-754D-7BF6-D87A-E64E8E779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34CAC81-A21E-8163-B8A5-40E0043F2C69}"/>
                    </a:ext>
                  </a:extLst>
                </p:cNvPr>
                <p:cNvSpPr txBox="1"/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34CAC81-A21E-8163-B8A5-40E0043F2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568218B-FA1C-51F5-DCD9-832D8EB82CC9}"/>
                </a:ext>
              </a:extLst>
            </p:cNvPr>
            <p:cNvSpPr/>
            <p:nvPr/>
          </p:nvSpPr>
          <p:spPr>
            <a:xfrm>
              <a:off x="1552189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32F2428-44A5-4BCF-04B0-AD2B1F661732}"/>
                </a:ext>
              </a:extLst>
            </p:cNvPr>
            <p:cNvSpPr/>
            <p:nvPr/>
          </p:nvSpPr>
          <p:spPr>
            <a:xfrm>
              <a:off x="3140861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035FA76-87AA-8B2B-5734-4BE11AB307DB}"/>
                    </a:ext>
                  </a:extLst>
                </p:cNvPr>
                <p:cNvSpPr txBox="1"/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035FA76-87AA-8B2B-5734-4BE11AB30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85EF128-B713-6B4C-95E7-DC31F9C7206B}"/>
                    </a:ext>
                  </a:extLst>
                </p:cNvPr>
                <p:cNvSpPr txBox="1"/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85EF128-B713-6B4C-95E7-DC31F9C72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4F821E9-4075-A78D-DBE0-6E941FDE9579}"/>
                    </a:ext>
                  </a:extLst>
                </p:cNvPr>
                <p:cNvSpPr txBox="1"/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4F821E9-4075-A78D-DBE0-6E941FDE9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blipFill>
                  <a:blip r:embed="rId9"/>
                  <a:stretch>
                    <a:fillRect l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94C1A4D-5885-B574-8BD1-B864D79F7CCD}"/>
                    </a:ext>
                  </a:extLst>
                </p:cNvPr>
                <p:cNvSpPr txBox="1"/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94C1A4D-5885-B574-8BD1-B864D79F7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4409E0E0-6974-D466-2A4A-579D43DB2779}"/>
                    </a:ext>
                  </a:extLst>
                </p:cNvPr>
                <p:cNvSpPr txBox="1"/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4409E0E0-6974-D466-2A4A-579D43DB27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36880CBF-0415-AF46-B9AD-951F6056AD5B}"/>
                </a:ext>
              </a:extLst>
            </p:cNvPr>
            <p:cNvSpPr/>
            <p:nvPr/>
          </p:nvSpPr>
          <p:spPr>
            <a:xfrm>
              <a:off x="1552189" y="4126404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23DF7081-8BC8-2236-44A8-217BE94C2BDD}"/>
                    </a:ext>
                  </a:extLst>
                </p:cNvPr>
                <p:cNvSpPr txBox="1"/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23DF7081-8BC8-2236-44A8-217BE94C2B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B93AAB18-BBDC-3648-FE04-AF85D987D4F3}"/>
                    </a:ext>
                  </a:extLst>
                </p:cNvPr>
                <p:cNvSpPr txBox="1"/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B93AAB18-BBDC-3648-FE04-AF85D987D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CCCBFE5-528C-939E-8848-07DCB038CC4F}"/>
                  </a:ext>
                </a:extLst>
              </p:cNvPr>
              <p:cNvSpPr txBox="1"/>
              <p:nvPr/>
            </p:nvSpPr>
            <p:spPr>
              <a:xfrm>
                <a:off x="5146805" y="5274793"/>
                <a:ext cx="512608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CCCBFE5-528C-939E-8848-07DCB038C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805" y="5274793"/>
                <a:ext cx="512608" cy="462434"/>
              </a:xfrm>
              <a:prstGeom prst="rect">
                <a:avLst/>
              </a:prstGeom>
              <a:blipFill>
                <a:blip r:embed="rId14"/>
                <a:stretch>
                  <a:fillRect l="-10714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1ADD29A9-7817-9732-9D56-477D2AC234E6}"/>
              </a:ext>
            </a:extLst>
          </p:cNvPr>
          <p:cNvGrpSpPr/>
          <p:nvPr/>
        </p:nvGrpSpPr>
        <p:grpSpPr>
          <a:xfrm>
            <a:off x="4866174" y="1080000"/>
            <a:ext cx="7325826" cy="4646140"/>
            <a:chOff x="4878800" y="1080000"/>
            <a:chExt cx="7325826" cy="4646140"/>
          </a:xfrm>
        </p:grpSpPr>
        <p:sp>
          <p:nvSpPr>
            <p:cNvPr id="243" name="Line 27">
              <a:extLst>
                <a:ext uri="{FF2B5EF4-FFF2-40B4-BE49-F238E27FC236}">
                  <a16:creationId xmlns:a16="http://schemas.microsoft.com/office/drawing/2014/main" id="{F2ABCB6B-FF5E-82E0-18C2-A064B97823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83176" y="2340000"/>
              <a:ext cx="939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DAD8228C-158C-20E1-888E-12EFF9322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3755" y="2397605"/>
              <a:ext cx="1615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46" name="Line 27">
              <a:extLst>
                <a:ext uri="{FF2B5EF4-FFF2-40B4-BE49-F238E27FC236}">
                  <a16:creationId xmlns:a16="http://schemas.microsoft.com/office/drawing/2014/main" id="{A232FD7A-0B63-8612-33C3-A765802B45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44873" y="3203409"/>
              <a:ext cx="16464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787F6B7E-3D7D-6909-73B3-4B7EE2016D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65961" y="3211409"/>
              <a:ext cx="1630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97" name="Line 8">
              <a:extLst>
                <a:ext uri="{FF2B5EF4-FFF2-40B4-BE49-F238E27FC236}">
                  <a16:creationId xmlns:a16="http://schemas.microsoft.com/office/drawing/2014/main" id="{BAEDE8FF-E0B3-9D9A-3E13-8AB03D810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6966" y="4961582"/>
              <a:ext cx="121068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Line 8">
              <a:extLst>
                <a:ext uri="{FF2B5EF4-FFF2-40B4-BE49-F238E27FC236}">
                  <a16:creationId xmlns:a16="http://schemas.microsoft.com/office/drawing/2014/main" id="{3DA91C08-E0AC-7294-3770-04C361A603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42376" y="5084782"/>
              <a:ext cx="2814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Line 7">
              <a:extLst>
                <a:ext uri="{FF2B5EF4-FFF2-40B4-BE49-F238E27FC236}">
                  <a16:creationId xmlns:a16="http://schemas.microsoft.com/office/drawing/2014/main" id="{76C242E7-5991-A3C9-F102-AEB3DE71C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8315" y="2127726"/>
              <a:ext cx="27080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Line 160">
              <a:extLst>
                <a:ext uri="{FF2B5EF4-FFF2-40B4-BE49-F238E27FC236}">
                  <a16:creationId xmlns:a16="http://schemas.microsoft.com/office/drawing/2014/main" id="{9F3B02B1-83E9-5088-E17B-388AD43092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9164" y="460484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6" name="Line 7">
              <a:extLst>
                <a:ext uri="{FF2B5EF4-FFF2-40B4-BE49-F238E27FC236}">
                  <a16:creationId xmlns:a16="http://schemas.microsoft.com/office/drawing/2014/main" id="{E6A3E245-0218-D6A3-7A6E-8EC53E869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6842" y="4691670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Line 9">
              <a:extLst>
                <a:ext uri="{FF2B5EF4-FFF2-40B4-BE49-F238E27FC236}">
                  <a16:creationId xmlns:a16="http://schemas.microsoft.com/office/drawing/2014/main" id="{010269E5-4BBC-8A08-F9FE-9F9ECF246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001" y="4829325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160">
              <a:extLst>
                <a:ext uri="{FF2B5EF4-FFF2-40B4-BE49-F238E27FC236}">
                  <a16:creationId xmlns:a16="http://schemas.microsoft.com/office/drawing/2014/main" id="{B3FF7613-3E3E-79D5-E469-27C836623B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9164" y="5044615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1" name="Arc 156">
              <a:extLst>
                <a:ext uri="{FF2B5EF4-FFF2-40B4-BE49-F238E27FC236}">
                  <a16:creationId xmlns:a16="http://schemas.microsoft.com/office/drawing/2014/main" id="{FFC653C3-B838-EDBC-50BB-F839CBB49AB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2019" y="4621650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2" name="Arc 156">
              <a:extLst>
                <a:ext uri="{FF2B5EF4-FFF2-40B4-BE49-F238E27FC236}">
                  <a16:creationId xmlns:a16="http://schemas.microsoft.com/office/drawing/2014/main" id="{84EA2FC2-3C28-FFAC-CCCE-7FD3D9E11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9159" y="4604841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3" name="Oval 163">
              <a:extLst>
                <a:ext uri="{FF2B5EF4-FFF2-40B4-BE49-F238E27FC236}">
                  <a16:creationId xmlns:a16="http://schemas.microsoft.com/office/drawing/2014/main" id="{2F6C5C0F-C822-CFA6-6964-7A09EDB86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9554" y="4769409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86CFB511-EE85-2742-45D2-3123317CFCE5}"/>
                    </a:ext>
                  </a:extLst>
                </p:cNvPr>
                <p:cNvSpPr txBox="1"/>
                <p:nvPr/>
              </p:nvSpPr>
              <p:spPr>
                <a:xfrm>
                  <a:off x="9952420" y="3291444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86CFB511-EE85-2742-45D2-3123317CF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2420" y="3291444"/>
                  <a:ext cx="539355" cy="461665"/>
                </a:xfrm>
                <a:prstGeom prst="rect">
                  <a:avLst/>
                </a:prstGeom>
                <a:blipFill>
                  <a:blip r:embed="rId15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Line 27">
              <a:extLst>
                <a:ext uri="{FF2B5EF4-FFF2-40B4-BE49-F238E27FC236}">
                  <a16:creationId xmlns:a16="http://schemas.microsoft.com/office/drawing/2014/main" id="{9F0AFAF8-7F48-871E-F9FE-C07F7112E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7063" y="3523949"/>
              <a:ext cx="1113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A6DF67EC-BD86-8A9F-447D-FBDFA55F8581}"/>
                    </a:ext>
                  </a:extLst>
                </p:cNvPr>
                <p:cNvSpPr txBox="1"/>
                <p:nvPr/>
              </p:nvSpPr>
              <p:spPr>
                <a:xfrm>
                  <a:off x="8591012" y="329449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A6DF67EC-BD86-8A9F-447D-FBDFA55F8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1012" y="3294492"/>
                  <a:ext cx="539355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0B7B740D-5AAF-C43E-B7DE-0A3C0D3E2ACD}"/>
                    </a:ext>
                  </a:extLst>
                </p:cNvPr>
                <p:cNvSpPr txBox="1"/>
                <p:nvPr/>
              </p:nvSpPr>
              <p:spPr>
                <a:xfrm>
                  <a:off x="7518682" y="454274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0B7B740D-5AAF-C43E-B7DE-0A3C0D3E2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682" y="4542748"/>
                  <a:ext cx="539355" cy="462434"/>
                </a:xfrm>
                <a:prstGeom prst="rect">
                  <a:avLst/>
                </a:prstGeom>
                <a:blipFill>
                  <a:blip r:embed="rId17"/>
                  <a:stretch>
                    <a:fillRect l="-8989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Line 27">
              <a:extLst>
                <a:ext uri="{FF2B5EF4-FFF2-40B4-BE49-F238E27FC236}">
                  <a16:creationId xmlns:a16="http://schemas.microsoft.com/office/drawing/2014/main" id="{BCF0394C-665B-BCFF-BBD4-0020530DA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9474" y="3527551"/>
              <a:ext cx="1118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50BBFC3D-F05A-C031-EA77-D488651ADB18}"/>
                    </a:ext>
                  </a:extLst>
                </p:cNvPr>
                <p:cNvSpPr txBox="1"/>
                <p:nvPr/>
              </p:nvSpPr>
              <p:spPr>
                <a:xfrm>
                  <a:off x="6965510" y="3295046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50BBFC3D-F05A-C031-EA77-D488651AD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510" y="3295046"/>
                  <a:ext cx="539355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63799906-4BB0-5720-7A28-E054C8417C40}"/>
                    </a:ext>
                  </a:extLst>
                </p:cNvPr>
                <p:cNvSpPr txBox="1"/>
                <p:nvPr/>
              </p:nvSpPr>
              <p:spPr>
                <a:xfrm>
                  <a:off x="5596389" y="330468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63799906-4BB0-5720-7A28-E054C8417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6389" y="3304682"/>
                  <a:ext cx="539355" cy="462434"/>
                </a:xfrm>
                <a:prstGeom prst="rect">
                  <a:avLst/>
                </a:prstGeom>
                <a:blipFill>
                  <a:blip r:embed="rId19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3" name="Line 27">
              <a:extLst>
                <a:ext uri="{FF2B5EF4-FFF2-40B4-BE49-F238E27FC236}">
                  <a16:creationId xmlns:a16="http://schemas.microsoft.com/office/drawing/2014/main" id="{F5158138-86D0-6602-905A-7EF2A89C87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382750" y="2320199"/>
              <a:ext cx="9666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8AF5337-28DC-D867-4EA2-41A167C2BC78}"/>
                    </a:ext>
                  </a:extLst>
                </p:cNvPr>
                <p:cNvSpPr txBox="1"/>
                <p:nvPr/>
              </p:nvSpPr>
              <p:spPr>
                <a:xfrm>
                  <a:off x="5636967" y="1458641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8AF5337-28DC-D867-4EA2-41A167C2BC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967" y="1458641"/>
                  <a:ext cx="539355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6145D354-E1FD-3826-80CF-7B17BD1CCBCF}"/>
                </a:ext>
              </a:extLst>
            </p:cNvPr>
            <p:cNvSpPr txBox="1"/>
            <p:nvPr/>
          </p:nvSpPr>
          <p:spPr>
            <a:xfrm>
              <a:off x="557428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A0F17C61-88EC-2E84-4B19-15175D116B96}"/>
                    </a:ext>
                  </a:extLst>
                </p:cNvPr>
                <p:cNvSpPr txBox="1"/>
                <p:nvPr/>
              </p:nvSpPr>
              <p:spPr>
                <a:xfrm>
                  <a:off x="7518682" y="2376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A0F17C61-88EC-2E84-4B19-15175D116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682" y="2376000"/>
                  <a:ext cx="539355" cy="462434"/>
                </a:xfrm>
                <a:prstGeom prst="rect">
                  <a:avLst/>
                </a:prstGeom>
                <a:blipFill>
                  <a:blip r:embed="rId21"/>
                  <a:stretch>
                    <a:fillRect l="-8989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9" name="Line 27">
              <a:extLst>
                <a:ext uri="{FF2B5EF4-FFF2-40B4-BE49-F238E27FC236}">
                  <a16:creationId xmlns:a16="http://schemas.microsoft.com/office/drawing/2014/main" id="{944CE9D5-DC16-A035-428A-F0D74144F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619" y="2397907"/>
              <a:ext cx="15680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F76FA6C8-75D9-D4DE-0F27-121D73F8C4A6}"/>
                    </a:ext>
                  </a:extLst>
                </p:cNvPr>
                <p:cNvSpPr/>
                <p:nvPr/>
              </p:nvSpPr>
              <p:spPr>
                <a:xfrm>
                  <a:off x="6220669" y="3240012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F76FA6C8-75D9-D4DE-0F27-121D73F8C4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0669" y="3240012"/>
                  <a:ext cx="716034" cy="57507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F8F3323E-8278-E3A8-E809-4CE8B9A8AE28}"/>
                </a:ext>
              </a:extLst>
            </p:cNvPr>
            <p:cNvSpPr/>
            <p:nvPr/>
          </p:nvSpPr>
          <p:spPr>
            <a:xfrm flipV="1">
              <a:off x="6088467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813FD2C2-CE1A-873B-1958-F00DA289263A}"/>
                </a:ext>
              </a:extLst>
            </p:cNvPr>
            <p:cNvSpPr/>
            <p:nvPr/>
          </p:nvSpPr>
          <p:spPr>
            <a:xfrm flipV="1">
              <a:off x="6536761" y="2350175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F76F10DC-F8A2-CF4A-E673-585FB0E2C93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6796711" y="3810382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6" name="Line 27">
              <a:extLst>
                <a:ext uri="{FF2B5EF4-FFF2-40B4-BE49-F238E27FC236}">
                  <a16:creationId xmlns:a16="http://schemas.microsoft.com/office/drawing/2014/main" id="{749711B9-0DBC-323F-6733-4F7646F9C0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01128" y="4620529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7" name="Line 27">
              <a:extLst>
                <a:ext uri="{FF2B5EF4-FFF2-40B4-BE49-F238E27FC236}">
                  <a16:creationId xmlns:a16="http://schemas.microsoft.com/office/drawing/2014/main" id="{C2BC2E77-DB41-4845-0186-1140547342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85274" y="4686623"/>
              <a:ext cx="2969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8" name="Line 27">
              <a:extLst>
                <a:ext uri="{FF2B5EF4-FFF2-40B4-BE49-F238E27FC236}">
                  <a16:creationId xmlns:a16="http://schemas.microsoft.com/office/drawing/2014/main" id="{47EFA38D-E650-8EEC-7EC0-C79C3FD5AE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6792828" y="3799493"/>
              <a:ext cx="529117" cy="9645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07EC8598-9563-EB4A-C833-2B62D1DAB57B}"/>
                    </a:ext>
                  </a:extLst>
                </p:cNvPr>
                <p:cNvSpPr txBox="1"/>
                <p:nvPr/>
              </p:nvSpPr>
              <p:spPr>
                <a:xfrm>
                  <a:off x="5636966" y="276423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07EC8598-9563-EB4A-C833-2B62D1DAB5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966" y="2764232"/>
                  <a:ext cx="539355" cy="461665"/>
                </a:xfrm>
                <a:prstGeom prst="rect">
                  <a:avLst/>
                </a:prstGeom>
                <a:blipFill>
                  <a:blip r:embed="rId23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E326A922-24DC-2E26-BC9C-04D8A3953F81}"/>
                    </a:ext>
                  </a:extLst>
                </p:cNvPr>
                <p:cNvSpPr txBox="1"/>
                <p:nvPr/>
              </p:nvSpPr>
              <p:spPr>
                <a:xfrm>
                  <a:off x="4878800" y="216668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E326A922-24DC-2E26-BC9C-04D8A3953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8800" y="2166689"/>
                  <a:ext cx="539355" cy="46243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4" name="Line 27">
              <a:extLst>
                <a:ext uri="{FF2B5EF4-FFF2-40B4-BE49-F238E27FC236}">
                  <a16:creationId xmlns:a16="http://schemas.microsoft.com/office/drawing/2014/main" id="{72B8B55F-53D3-7E43-1669-9A2E49E49E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638150" y="3151311"/>
              <a:ext cx="17791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728553B7-7858-5759-102B-F25C334C0A05}"/>
                    </a:ext>
                  </a:extLst>
                </p:cNvPr>
                <p:cNvSpPr txBox="1"/>
                <p:nvPr/>
              </p:nvSpPr>
              <p:spPr>
                <a:xfrm>
                  <a:off x="11665271" y="2573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728553B7-7858-5759-102B-F25C334C0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5271" y="2573000"/>
                  <a:ext cx="539355" cy="462434"/>
                </a:xfrm>
                <a:prstGeom prst="rect">
                  <a:avLst/>
                </a:prstGeom>
                <a:blipFill>
                  <a:blip r:embed="rId25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5A8D3DA8-32C9-594B-EC06-0851F7AAF93E}"/>
                </a:ext>
              </a:extLst>
            </p:cNvPr>
            <p:cNvSpPr txBox="1"/>
            <p:nvPr/>
          </p:nvSpPr>
          <p:spPr>
            <a:xfrm>
              <a:off x="856119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06410B16-9F51-04B3-0B0C-B636579E49E9}"/>
                    </a:ext>
                  </a:extLst>
                </p:cNvPr>
                <p:cNvSpPr txBox="1"/>
                <p:nvPr/>
              </p:nvSpPr>
              <p:spPr>
                <a:xfrm>
                  <a:off x="11661731" y="2007686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06410B16-9F51-04B3-0B0C-B636579E49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1731" y="2007686"/>
                  <a:ext cx="539355" cy="462434"/>
                </a:xfrm>
                <a:prstGeom prst="rect">
                  <a:avLst/>
                </a:prstGeom>
                <a:blipFill>
                  <a:blip r:embed="rId26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B44E502F-B246-F35A-D75C-9E270981C227}"/>
                    </a:ext>
                  </a:extLst>
                </p:cNvPr>
                <p:cNvSpPr/>
                <p:nvPr/>
              </p:nvSpPr>
              <p:spPr>
                <a:xfrm>
                  <a:off x="8494961" y="2106766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baseline="-25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B44E502F-B246-F35A-D75C-9E270981C2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961" y="2106766"/>
                  <a:ext cx="716034" cy="57507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85BC2F34-BE0C-D136-749E-0C09A83D9309}"/>
                </a:ext>
              </a:extLst>
            </p:cNvPr>
            <p:cNvSpPr/>
            <p:nvPr/>
          </p:nvSpPr>
          <p:spPr>
            <a:xfrm flipV="1">
              <a:off x="8793026" y="198000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62554013-40D7-E17C-6624-E255385EC6DA}"/>
                    </a:ext>
                  </a:extLst>
                </p:cNvPr>
                <p:cNvSpPr/>
                <p:nvPr/>
              </p:nvSpPr>
              <p:spPr>
                <a:xfrm>
                  <a:off x="9207579" y="3236410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62554013-40D7-E17C-6624-E255385EC6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7579" y="3236410"/>
                  <a:ext cx="716034" cy="57507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CF6F7B3C-69A2-1F04-655A-9AFE08236EE7}"/>
                </a:ext>
              </a:extLst>
            </p:cNvPr>
            <p:cNvSpPr/>
            <p:nvPr/>
          </p:nvSpPr>
          <p:spPr>
            <a:xfrm flipV="1">
              <a:off x="9077224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5F31EB7B-BDEE-2045-A554-93B763942868}"/>
                </a:ext>
              </a:extLst>
            </p:cNvPr>
            <p:cNvSpPr/>
            <p:nvPr/>
          </p:nvSpPr>
          <p:spPr>
            <a:xfrm flipV="1">
              <a:off x="9523671" y="234657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9" name="Line 27">
              <a:extLst>
                <a:ext uri="{FF2B5EF4-FFF2-40B4-BE49-F238E27FC236}">
                  <a16:creationId xmlns:a16="http://schemas.microsoft.com/office/drawing/2014/main" id="{9F0D15F6-AC0C-A416-47BE-1DA73B44F19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783621" y="3806780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1" name="Line 27">
              <a:extLst>
                <a:ext uri="{FF2B5EF4-FFF2-40B4-BE49-F238E27FC236}">
                  <a16:creationId xmlns:a16="http://schemas.microsoft.com/office/drawing/2014/main" id="{45400DB9-A4EB-4C23-45BF-24E3F92485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364953" y="4684248"/>
              <a:ext cx="2993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2" name="Line 27">
              <a:extLst>
                <a:ext uri="{FF2B5EF4-FFF2-40B4-BE49-F238E27FC236}">
                  <a16:creationId xmlns:a16="http://schemas.microsoft.com/office/drawing/2014/main" id="{27AFA900-41FA-0C41-CB2B-760DD7A466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778121" y="3799038"/>
              <a:ext cx="526888" cy="9605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08DCCBC5-F807-45BB-5490-41C05DDB5452}"/>
                    </a:ext>
                  </a:extLst>
                </p:cNvPr>
                <p:cNvSpPr txBox="1"/>
                <p:nvPr/>
              </p:nvSpPr>
              <p:spPr>
                <a:xfrm>
                  <a:off x="8623877" y="145503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08DCCBC5-F807-45BB-5490-41C05DDB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877" y="1455039"/>
                  <a:ext cx="539355" cy="461665"/>
                </a:xfrm>
                <a:prstGeom prst="rect">
                  <a:avLst/>
                </a:prstGeom>
                <a:blipFill>
                  <a:blip r:embed="rId29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A4E0AEA8-1EF1-943D-962B-4D86ADCB7C7A}"/>
                    </a:ext>
                  </a:extLst>
                </p:cNvPr>
                <p:cNvSpPr txBox="1"/>
                <p:nvPr/>
              </p:nvSpPr>
              <p:spPr>
                <a:xfrm>
                  <a:off x="8623876" y="2760630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A4E0AEA8-1EF1-943D-962B-4D86ADCB7C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876" y="2760630"/>
                  <a:ext cx="539355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7EE8D979-5401-D29F-7C63-8B0E80E6405A}"/>
                </a:ext>
              </a:extLst>
            </p:cNvPr>
            <p:cNvSpPr/>
            <p:nvPr/>
          </p:nvSpPr>
          <p:spPr>
            <a:xfrm flipV="1">
              <a:off x="10468587" y="22174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57" name="Line 27">
              <a:extLst>
                <a:ext uri="{FF2B5EF4-FFF2-40B4-BE49-F238E27FC236}">
                  <a16:creationId xmlns:a16="http://schemas.microsoft.com/office/drawing/2014/main" id="{846164F2-6BA4-4AB5-4C23-1CCF95B65B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626861" y="3149510"/>
              <a:ext cx="17755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8" name="Line 27">
              <a:extLst>
                <a:ext uri="{FF2B5EF4-FFF2-40B4-BE49-F238E27FC236}">
                  <a16:creationId xmlns:a16="http://schemas.microsoft.com/office/drawing/2014/main" id="{D1A4AFE2-8762-7FB6-2D49-6E16AFC99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7518" y="2822018"/>
              <a:ext cx="2129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5C58A7C5-C84C-53EF-1CA0-881901BD8B00}"/>
                </a:ext>
              </a:extLst>
            </p:cNvPr>
            <p:cNvSpPr/>
            <p:nvPr/>
          </p:nvSpPr>
          <p:spPr>
            <a:xfrm flipV="1">
              <a:off x="5806667" y="197989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4" name="等腰三角形 263">
              <a:extLst>
                <a:ext uri="{FF2B5EF4-FFF2-40B4-BE49-F238E27FC236}">
                  <a16:creationId xmlns:a16="http://schemas.microsoft.com/office/drawing/2014/main" id="{FA61F474-1599-52DB-7358-A6C69D02796D}"/>
                </a:ext>
              </a:extLst>
            </p:cNvPr>
            <p:cNvSpPr/>
            <p:nvPr/>
          </p:nvSpPr>
          <p:spPr>
            <a:xfrm rot="5400000">
              <a:off x="11011367" y="2638039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6994C73C-8174-12AC-C5BC-DAF95E13919C}"/>
                </a:ext>
              </a:extLst>
            </p:cNvPr>
            <p:cNvSpPr/>
            <p:nvPr/>
          </p:nvSpPr>
          <p:spPr>
            <a:xfrm flipV="1">
              <a:off x="11406992" y="2762591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7" name="Arc 158">
              <a:extLst>
                <a:ext uri="{FF2B5EF4-FFF2-40B4-BE49-F238E27FC236}">
                  <a16:creationId xmlns:a16="http://schemas.microsoft.com/office/drawing/2014/main" id="{A391A71F-1CA9-3AA8-9EAD-536F3A3E047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295487" y="1941911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8" name="Line 160">
              <a:extLst>
                <a:ext uri="{FF2B5EF4-FFF2-40B4-BE49-F238E27FC236}">
                  <a16:creationId xmlns:a16="http://schemas.microsoft.com/office/drawing/2014/main" id="{6FE8B56F-172F-CDC0-E837-DFF4ED125D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0637" y="2040484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1" name="Line 9">
              <a:extLst>
                <a:ext uri="{FF2B5EF4-FFF2-40B4-BE49-F238E27FC236}">
                  <a16:creationId xmlns:a16="http://schemas.microsoft.com/office/drawing/2014/main" id="{58B80EB8-B852-8E36-75CE-51A79E1E21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77473" y="2265381"/>
              <a:ext cx="141966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Line 160">
              <a:extLst>
                <a:ext uri="{FF2B5EF4-FFF2-40B4-BE49-F238E27FC236}">
                  <a16:creationId xmlns:a16="http://schemas.microsoft.com/office/drawing/2014/main" id="{C84B9328-B24F-377F-9DA0-E1738127A8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0637" y="248067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3" name="Arc 156">
              <a:extLst>
                <a:ext uri="{FF2B5EF4-FFF2-40B4-BE49-F238E27FC236}">
                  <a16:creationId xmlns:a16="http://schemas.microsoft.com/office/drawing/2014/main" id="{33C44246-31FC-F470-964D-E507E386140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23492" y="2057706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4" name="Arc 156">
              <a:extLst>
                <a:ext uri="{FF2B5EF4-FFF2-40B4-BE49-F238E27FC236}">
                  <a16:creationId xmlns:a16="http://schemas.microsoft.com/office/drawing/2014/main" id="{EE7DCF7E-927B-5AA3-D8F4-4E4DD12B6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0632" y="2040897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5" name="Oval 163">
              <a:extLst>
                <a:ext uri="{FF2B5EF4-FFF2-40B4-BE49-F238E27FC236}">
                  <a16:creationId xmlns:a16="http://schemas.microsoft.com/office/drawing/2014/main" id="{E5754EE4-C47F-D771-CDB1-428136C0D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1027" y="2205465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8" name="等腰三角形 277">
              <a:extLst>
                <a:ext uri="{FF2B5EF4-FFF2-40B4-BE49-F238E27FC236}">
                  <a16:creationId xmlns:a16="http://schemas.microsoft.com/office/drawing/2014/main" id="{72347876-6E46-C0AA-41DA-E676FFF7BFCE}"/>
                </a:ext>
              </a:extLst>
            </p:cNvPr>
            <p:cNvSpPr/>
            <p:nvPr/>
          </p:nvSpPr>
          <p:spPr>
            <a:xfrm rot="5400000">
              <a:off x="11009597" y="208080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1402DB41-11BE-FC81-0CDD-9DC27C1CF52A}"/>
                </a:ext>
              </a:extLst>
            </p:cNvPr>
            <p:cNvSpPr/>
            <p:nvPr/>
          </p:nvSpPr>
          <p:spPr>
            <a:xfrm flipV="1">
              <a:off x="11405222" y="2205354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B907F42B-A562-6B62-543D-F1883B7D1222}"/>
                </a:ext>
              </a:extLst>
            </p:cNvPr>
            <p:cNvSpPr/>
            <p:nvPr/>
          </p:nvSpPr>
          <p:spPr>
            <a:xfrm flipV="1">
              <a:off x="9521246" y="27737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A463F503-1D9E-3C1F-0615-41C460134407}"/>
                </a:ext>
              </a:extLst>
            </p:cNvPr>
            <p:cNvSpPr/>
            <p:nvPr/>
          </p:nvSpPr>
          <p:spPr>
            <a:xfrm flipV="1">
              <a:off x="6537761" y="4913946"/>
              <a:ext cx="91367" cy="95462"/>
            </a:xfrm>
            <a:prstGeom prst="ellipse">
              <a:avLst/>
            </a:prstGeom>
            <a:solidFill>
              <a:srgbClr val="FF000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3" name="Line 8">
              <a:extLst>
                <a:ext uri="{FF2B5EF4-FFF2-40B4-BE49-F238E27FC236}">
                  <a16:creationId xmlns:a16="http://schemas.microsoft.com/office/drawing/2014/main" id="{70988D6F-E0F2-1182-54F1-8B4F40999A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1566" y="5220489"/>
              <a:ext cx="41976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Line 8">
              <a:extLst>
                <a:ext uri="{FF2B5EF4-FFF2-40B4-BE49-F238E27FC236}">
                  <a16:creationId xmlns:a16="http://schemas.microsoft.com/office/drawing/2014/main" id="{B5AB42F5-E824-832B-3BF0-A627ADEFE3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37805" y="3510896"/>
              <a:ext cx="343965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Line 7">
              <a:extLst>
                <a:ext uri="{FF2B5EF4-FFF2-40B4-BE49-F238E27FC236}">
                  <a16:creationId xmlns:a16="http://schemas.microsoft.com/office/drawing/2014/main" id="{B71751E2-27BD-6142-6F51-BD51D0FFC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8314" y="1800000"/>
              <a:ext cx="12172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Line 7">
              <a:extLst>
                <a:ext uri="{FF2B5EF4-FFF2-40B4-BE49-F238E27FC236}">
                  <a16:creationId xmlns:a16="http://schemas.microsoft.com/office/drawing/2014/main" id="{F4F396F7-3593-764C-F1B5-67ECE913B0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67256" y="1965766"/>
              <a:ext cx="34688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等腰三角形 286">
              <a:extLst>
                <a:ext uri="{FF2B5EF4-FFF2-40B4-BE49-F238E27FC236}">
                  <a16:creationId xmlns:a16="http://schemas.microsoft.com/office/drawing/2014/main" id="{D421A66F-04C5-B5CC-0088-8D3D2CFB584F}"/>
                </a:ext>
              </a:extLst>
            </p:cNvPr>
            <p:cNvSpPr/>
            <p:nvPr/>
          </p:nvSpPr>
          <p:spPr>
            <a:xfrm rot="5400000">
              <a:off x="5794761" y="4781055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C2E9A267-A4B6-7D7F-2A15-614B83AD93CE}"/>
                </a:ext>
              </a:extLst>
            </p:cNvPr>
            <p:cNvSpPr/>
            <p:nvPr/>
          </p:nvSpPr>
          <p:spPr>
            <a:xfrm flipV="1">
              <a:off x="6190386" y="4905607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ADA0769F-6B9B-2FB4-D503-372124BDB5F9}"/>
                    </a:ext>
                  </a:extLst>
                </p:cNvPr>
                <p:cNvSpPr txBox="1"/>
                <p:nvPr/>
              </p:nvSpPr>
              <p:spPr>
                <a:xfrm>
                  <a:off x="5148000" y="4727102"/>
                  <a:ext cx="51260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ADA0769F-6B9B-2FB4-D503-372124BDB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8000" y="4727102"/>
                  <a:ext cx="512608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15294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F3D969A8-E6DF-B187-5465-68785529F879}"/>
                    </a:ext>
                  </a:extLst>
                </p:cNvPr>
                <p:cNvSpPr/>
                <p:nvPr/>
              </p:nvSpPr>
              <p:spPr>
                <a:xfrm>
                  <a:off x="5508051" y="2110368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ar-AE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ar-AE" dirty="0"/>
                </a:p>
              </p:txBody>
            </p:sp>
          </mc:Choice>
          <mc:Fallback xmlns="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F3D969A8-E6DF-B187-5465-68785529F8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051" y="2110368"/>
                  <a:ext cx="716034" cy="575079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5E541572-8F45-9126-B8E4-E88A7E714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6966" y="5509273"/>
              <a:ext cx="3938039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0A0AF00F-CA3C-E0C5-09F2-68567B543E67}"/>
                </a:ext>
              </a:extLst>
            </p:cNvPr>
            <p:cNvSpPr/>
            <p:nvPr/>
          </p:nvSpPr>
          <p:spPr>
            <a:xfrm rot="5400000">
              <a:off x="5793566" y="5328746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9FBA773-2CE0-A056-C399-C8D1D6A96499}"/>
                </a:ext>
              </a:extLst>
            </p:cNvPr>
            <p:cNvSpPr/>
            <p:nvPr/>
          </p:nvSpPr>
          <p:spPr>
            <a:xfrm flipV="1">
              <a:off x="6189191" y="5453298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8">
              <a:extLst>
                <a:ext uri="{FF2B5EF4-FFF2-40B4-BE49-F238E27FC236}">
                  <a16:creationId xmlns:a16="http://schemas.microsoft.com/office/drawing/2014/main" id="{7B3BC5EE-111E-8D5F-2CA5-97BB6D0C59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1299" y="4960325"/>
              <a:ext cx="266354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8">
              <a:extLst>
                <a:ext uri="{FF2B5EF4-FFF2-40B4-BE49-F238E27FC236}">
                  <a16:creationId xmlns:a16="http://schemas.microsoft.com/office/drawing/2014/main" id="{616D4BF1-89FB-DFD0-A0EC-39E50CA98A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279787" y="5232137"/>
              <a:ext cx="566666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160">
              <a:extLst>
                <a:ext uri="{FF2B5EF4-FFF2-40B4-BE49-F238E27FC236}">
                  <a16:creationId xmlns:a16="http://schemas.microsoft.com/office/drawing/2014/main" id="{6AD4169E-9515-7FF0-EB98-3B161ED83E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59166" y="4604362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8" name="Line 7">
              <a:extLst>
                <a:ext uri="{FF2B5EF4-FFF2-40B4-BE49-F238E27FC236}">
                  <a16:creationId xmlns:a16="http://schemas.microsoft.com/office/drawing/2014/main" id="{2CFB63B0-BF28-876B-6748-4617AA90E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6844" y="4690413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F9A08711-9BFC-C079-8F55-711E6ED88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96003" y="4828068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160">
              <a:extLst>
                <a:ext uri="{FF2B5EF4-FFF2-40B4-BE49-F238E27FC236}">
                  <a16:creationId xmlns:a16="http://schemas.microsoft.com/office/drawing/2014/main" id="{3171959F-931B-1FF7-CF17-252A44D484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59166" y="5043358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1" name="Arc 156">
              <a:extLst>
                <a:ext uri="{FF2B5EF4-FFF2-40B4-BE49-F238E27FC236}">
                  <a16:creationId xmlns:a16="http://schemas.microsoft.com/office/drawing/2014/main" id="{4FEAD26F-8735-366E-23F7-724645B6CF0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42021" y="462039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2" name="Arc 156">
              <a:extLst>
                <a:ext uri="{FF2B5EF4-FFF2-40B4-BE49-F238E27FC236}">
                  <a16:creationId xmlns:a16="http://schemas.microsoft.com/office/drawing/2014/main" id="{64D77DB3-EB8E-467F-6A49-C5D05E367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9161" y="4603584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Oval 163">
              <a:extLst>
                <a:ext uri="{FF2B5EF4-FFF2-40B4-BE49-F238E27FC236}">
                  <a16:creationId xmlns:a16="http://schemas.microsoft.com/office/drawing/2014/main" id="{E100D903-FE70-AF02-D38B-479B14CCB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9556" y="4768152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4" name="Line 27">
              <a:extLst>
                <a:ext uri="{FF2B5EF4-FFF2-40B4-BE49-F238E27FC236}">
                  <a16:creationId xmlns:a16="http://schemas.microsoft.com/office/drawing/2014/main" id="{5D461FD9-D7CD-7219-7731-B5FCB50D98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81130" y="4619272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6" name="Arc 158">
              <a:extLst>
                <a:ext uri="{FF2B5EF4-FFF2-40B4-BE49-F238E27FC236}">
                  <a16:creationId xmlns:a16="http://schemas.microsoft.com/office/drawing/2014/main" id="{97506C22-6AE3-41B2-D833-AFAF557DCB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14016" y="4504598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2" name="Arc 158">
              <a:extLst>
                <a:ext uri="{FF2B5EF4-FFF2-40B4-BE49-F238E27FC236}">
                  <a16:creationId xmlns:a16="http://schemas.microsoft.com/office/drawing/2014/main" id="{D2A9772B-C7CE-6E5E-E2B5-3EAF752593A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34014" y="4505855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7" name="Line 8">
              <a:extLst>
                <a:ext uri="{FF2B5EF4-FFF2-40B4-BE49-F238E27FC236}">
                  <a16:creationId xmlns:a16="http://schemas.microsoft.com/office/drawing/2014/main" id="{B8E21591-EC26-2103-5D22-88CD278DB6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94794" y="3653055"/>
              <a:ext cx="3726485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A775DA78-66FC-0A11-FFB4-0A20A15D5A27}"/>
                </a:ext>
              </a:extLst>
            </p:cNvPr>
            <p:cNvSpPr/>
            <p:nvPr/>
          </p:nvSpPr>
          <p:spPr>
            <a:xfrm flipV="1">
              <a:off x="8012353" y="5462019"/>
              <a:ext cx="91367" cy="95462"/>
            </a:xfrm>
            <a:prstGeom prst="ellipse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9" name="Line 160">
              <a:extLst>
                <a:ext uri="{FF2B5EF4-FFF2-40B4-BE49-F238E27FC236}">
                  <a16:creationId xmlns:a16="http://schemas.microsoft.com/office/drawing/2014/main" id="{9A442BC5-9496-646E-6889-D6C1B03F0F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7675" y="2039950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0" name="Line 7">
              <a:extLst>
                <a:ext uri="{FF2B5EF4-FFF2-40B4-BE49-F238E27FC236}">
                  <a16:creationId xmlns:a16="http://schemas.microsoft.com/office/drawing/2014/main" id="{36F267DA-EC0A-9C7E-5C00-53B36D556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5353" y="2127192"/>
              <a:ext cx="270808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9">
              <a:extLst>
                <a:ext uri="{FF2B5EF4-FFF2-40B4-BE49-F238E27FC236}">
                  <a16:creationId xmlns:a16="http://schemas.microsoft.com/office/drawing/2014/main" id="{FDDCE579-E1CF-8FF1-501C-BC85D1D9B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4512" y="2264847"/>
              <a:ext cx="884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160">
              <a:extLst>
                <a:ext uri="{FF2B5EF4-FFF2-40B4-BE49-F238E27FC236}">
                  <a16:creationId xmlns:a16="http://schemas.microsoft.com/office/drawing/2014/main" id="{7610E79F-0A08-6623-AEF3-3B1BAFF7DE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7675" y="2480137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3" name="Arc 156">
              <a:extLst>
                <a:ext uri="{FF2B5EF4-FFF2-40B4-BE49-F238E27FC236}">
                  <a16:creationId xmlns:a16="http://schemas.microsoft.com/office/drawing/2014/main" id="{21A3E016-54D5-128E-C029-F7467656FE2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0530" y="2057172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4" name="Arc 156">
              <a:extLst>
                <a:ext uri="{FF2B5EF4-FFF2-40B4-BE49-F238E27FC236}">
                  <a16:creationId xmlns:a16="http://schemas.microsoft.com/office/drawing/2014/main" id="{311D4119-AB06-B11E-35BF-49982BFE5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7670" y="204036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5" name="Oval 163">
              <a:extLst>
                <a:ext uri="{FF2B5EF4-FFF2-40B4-BE49-F238E27FC236}">
                  <a16:creationId xmlns:a16="http://schemas.microsoft.com/office/drawing/2014/main" id="{8BBFD44A-B438-AB71-AE44-7B549572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65" y="2204931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6" name="Arc 158">
              <a:extLst>
                <a:ext uri="{FF2B5EF4-FFF2-40B4-BE49-F238E27FC236}">
                  <a16:creationId xmlns:a16="http://schemas.microsoft.com/office/drawing/2014/main" id="{DB402DF5-4C95-001C-A7A3-E84954AA434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32525" y="1941377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8F14B50C-1C2F-A3F7-5A38-D9AAAD0E7852}"/>
                </a:ext>
              </a:extLst>
            </p:cNvPr>
            <p:cNvSpPr/>
            <p:nvPr/>
          </p:nvSpPr>
          <p:spPr>
            <a:xfrm flipV="1">
              <a:off x="7482376" y="221666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8" name="Line 7">
              <a:extLst>
                <a:ext uri="{FF2B5EF4-FFF2-40B4-BE49-F238E27FC236}">
                  <a16:creationId xmlns:a16="http://schemas.microsoft.com/office/drawing/2014/main" id="{0C41B008-1182-5155-FF35-FDFC363D1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5088" y="1800000"/>
              <a:ext cx="1484085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Line 7">
              <a:extLst>
                <a:ext uri="{FF2B5EF4-FFF2-40B4-BE49-F238E27FC236}">
                  <a16:creationId xmlns:a16="http://schemas.microsoft.com/office/drawing/2014/main" id="{4A6CE85E-1EFD-D107-705B-69DF4B029D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10074" y="1966642"/>
              <a:ext cx="344740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Line 27">
              <a:extLst>
                <a:ext uri="{FF2B5EF4-FFF2-40B4-BE49-F238E27FC236}">
                  <a16:creationId xmlns:a16="http://schemas.microsoft.com/office/drawing/2014/main" id="{F1C8802A-9237-5A7B-C10B-C7E69D4E8D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16132" y="3336523"/>
              <a:ext cx="324359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C99A4EFF-CEE8-AD44-B0A6-48F0E693CC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25470" y="2333148"/>
              <a:ext cx="1414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19EACB4B-37B5-7BFE-B745-F26BB8A9BC35}"/>
              </a:ext>
            </a:extLst>
          </p:cNvPr>
          <p:cNvSpPr txBox="1"/>
          <p:nvPr/>
        </p:nvSpPr>
        <p:spPr>
          <a:xfrm>
            <a:off x="4636800" y="4735990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F2F7ADE-E07D-7F83-0DCD-A306ED442DB8}"/>
              </a:ext>
            </a:extLst>
          </p:cNvPr>
          <p:cNvSpPr txBox="1"/>
          <p:nvPr/>
        </p:nvSpPr>
        <p:spPr>
          <a:xfrm>
            <a:off x="4636800" y="5275562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A602D7-1C3B-75FF-B05C-6E1BF250FF11}"/>
              </a:ext>
            </a:extLst>
          </p:cNvPr>
          <p:cNvSpPr txBox="1"/>
          <p:nvPr/>
        </p:nvSpPr>
        <p:spPr>
          <a:xfrm>
            <a:off x="10640467" y="4966822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078B14E-D809-E5BD-B802-2C7B030C61FE}"/>
              </a:ext>
            </a:extLst>
          </p:cNvPr>
          <p:cNvGrpSpPr/>
          <p:nvPr/>
        </p:nvGrpSpPr>
        <p:grpSpPr>
          <a:xfrm>
            <a:off x="6558454" y="5760000"/>
            <a:ext cx="3643630" cy="812029"/>
            <a:chOff x="450363" y="5192788"/>
            <a:chExt cx="3643630" cy="812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330C21D-6FCE-6E9F-1630-8F9D62A432DD}"/>
                    </a:ext>
                  </a:extLst>
                </p:cNvPr>
                <p:cNvSpPr txBox="1"/>
                <p:nvPr/>
              </p:nvSpPr>
              <p:spPr>
                <a:xfrm>
                  <a:off x="450363" y="5542383"/>
                  <a:ext cx="1180901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A330C21D-6FCE-6E9F-1630-8F9D62A43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63" y="5542383"/>
                  <a:ext cx="1180901" cy="462434"/>
                </a:xfrm>
                <a:prstGeom prst="rect">
                  <a:avLst/>
                </a:prstGeom>
                <a:blipFill>
                  <a:blip r:embed="rId33"/>
                  <a:stretch>
                    <a:fillRect l="-10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3E62BB19-943F-8EE1-8C92-9F8D4ACAB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409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" name="等腰三角形 33">
              <a:extLst>
                <a:ext uri="{FF2B5EF4-FFF2-40B4-BE49-F238E27FC236}">
                  <a16:creationId xmlns:a16="http://schemas.microsoft.com/office/drawing/2014/main" id="{EDB53D6A-F0AE-B213-9D6D-97BF8D34267B}"/>
                </a:ext>
              </a:extLst>
            </p:cNvPr>
            <p:cNvSpPr/>
            <p:nvPr/>
          </p:nvSpPr>
          <p:spPr>
            <a:xfrm rot="5400000">
              <a:off x="1894516" y="5607422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6FE22060-4D8F-0E3C-8948-0B924D369B63}"/>
                </a:ext>
              </a:extLst>
            </p:cNvPr>
            <p:cNvSpPr/>
            <p:nvPr/>
          </p:nvSpPr>
          <p:spPr>
            <a:xfrm flipV="1">
              <a:off x="2291911" y="5732517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638A4A6F-EA94-505D-AA13-B85B239C5A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081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911382D5-234E-8331-DB83-750775D7E51F}"/>
                </a:ext>
              </a:extLst>
            </p:cNvPr>
            <p:cNvSpPr/>
            <p:nvPr/>
          </p:nvSpPr>
          <p:spPr>
            <a:xfrm rot="5400000">
              <a:off x="2766188" y="560742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DCAAB0A-2148-3836-C591-1B65A99CC853}"/>
                </a:ext>
              </a:extLst>
            </p:cNvPr>
            <p:cNvSpPr/>
            <p:nvPr/>
          </p:nvSpPr>
          <p:spPr>
            <a:xfrm flipV="1">
              <a:off x="3163583" y="573251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356751CC-A08A-1783-725E-C4086421B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299" y="5791401"/>
              <a:ext cx="295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D7F3C4C5-A734-1F98-C261-CD6757FD10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86373" y="5689588"/>
              <a:ext cx="204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7171802D-B92F-F987-FC31-F9DC61C7A90A}"/>
                </a:ext>
              </a:extLst>
            </p:cNvPr>
            <p:cNvSpPr/>
            <p:nvPr/>
          </p:nvSpPr>
          <p:spPr>
            <a:xfrm flipV="1">
              <a:off x="2542922" y="5742351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9766DBA8-48FE-9C25-BD4B-855C8067FB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51269" y="5688882"/>
              <a:ext cx="216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D5742DD-2977-63E4-54DF-1734A9C296CB}"/>
                    </a:ext>
                  </a:extLst>
                </p:cNvPr>
                <p:cNvSpPr txBox="1"/>
                <p:nvPr/>
              </p:nvSpPr>
              <p:spPr>
                <a:xfrm>
                  <a:off x="2096284" y="5192788"/>
                  <a:ext cx="98052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D5742DD-2977-63E4-54DF-1734A9C296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284" y="5192788"/>
                  <a:ext cx="980526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24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F1ECA70C-490F-5452-9130-B64B53DA0B99}"/>
                    </a:ext>
                  </a:extLst>
                </p:cNvPr>
                <p:cNvSpPr txBox="1"/>
                <p:nvPr/>
              </p:nvSpPr>
              <p:spPr>
                <a:xfrm>
                  <a:off x="3155725" y="5192788"/>
                  <a:ext cx="93826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F1ECA70C-490F-5452-9130-B64B53DA0B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5725" y="5192788"/>
                  <a:ext cx="938268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58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BBA40A6-415F-A898-06E5-A0F4846A47D2}"/>
              </a:ext>
            </a:extLst>
          </p:cNvPr>
          <p:cNvGrpSpPr/>
          <p:nvPr/>
        </p:nvGrpSpPr>
        <p:grpSpPr>
          <a:xfrm>
            <a:off x="6241454" y="3196468"/>
            <a:ext cx="655846" cy="655846"/>
            <a:chOff x="4338669" y="6271887"/>
            <a:chExt cx="655846" cy="655846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1A99660F-874A-71B2-B945-A46F7141EA78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338670" y="6599810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CF8A057B-9E4B-A896-D94F-307144BC99F1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4338669" y="6599811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48F1760-840F-15D5-A089-4906410EBA41}"/>
              </a:ext>
            </a:extLst>
          </p:cNvPr>
          <p:cNvGrpSpPr/>
          <p:nvPr/>
        </p:nvGrpSpPr>
        <p:grpSpPr>
          <a:xfrm>
            <a:off x="8512653" y="2069985"/>
            <a:ext cx="655846" cy="655846"/>
            <a:chOff x="4338669" y="6271887"/>
            <a:chExt cx="655846" cy="655846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50769CA-1820-1A87-4E13-A2B14AA9639E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338670" y="6599810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77A8BF64-B566-CEB1-EA3B-B71FF2A853B1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4338669" y="6599811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6439A9A-6AF8-F65F-DBC9-C136D0852118}"/>
              </a:ext>
            </a:extLst>
          </p:cNvPr>
          <p:cNvCxnSpPr>
            <a:cxnSpLocks/>
            <a:stCxn id="217" idx="3"/>
            <a:endCxn id="217" idx="1"/>
          </p:cNvCxnSpPr>
          <p:nvPr/>
        </p:nvCxnSpPr>
        <p:spPr>
          <a:xfrm flipH="1">
            <a:off x="5495425" y="2397908"/>
            <a:ext cx="716034" cy="0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3BAA951-C159-E873-0A53-E5ACD69E6E4D}"/>
              </a:ext>
            </a:extLst>
          </p:cNvPr>
          <p:cNvCxnSpPr>
            <a:cxnSpLocks/>
            <a:stCxn id="244" idx="2"/>
            <a:endCxn id="244" idx="0"/>
          </p:cNvCxnSpPr>
          <p:nvPr/>
        </p:nvCxnSpPr>
        <p:spPr>
          <a:xfrm flipV="1">
            <a:off x="9552970" y="3236410"/>
            <a:ext cx="0" cy="575079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D12EDAD7-11E1-A714-5206-1961AB4467DF}"/>
              </a:ext>
            </a:extLst>
          </p:cNvPr>
          <p:cNvSpPr txBox="1"/>
          <p:nvPr/>
        </p:nvSpPr>
        <p:spPr>
          <a:xfrm>
            <a:off x="9158270" y="4350059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220C401-F2C0-0F32-3A32-FA3B9047E09B}"/>
              </a:ext>
            </a:extLst>
          </p:cNvPr>
          <p:cNvSpPr txBox="1"/>
          <p:nvPr/>
        </p:nvSpPr>
        <p:spPr>
          <a:xfrm>
            <a:off x="11403501" y="1776514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143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/>
      <p:bldP spid="13" grpId="0"/>
      <p:bldP spid="26" grpId="0"/>
      <p:bldP spid="28" grpId="0"/>
      <p:bldP spid="73" grpId="0"/>
      <p:bldP spid="7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5CA30-60D1-66B3-56C0-51808700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EADE5703-E774-E4E2-16FD-FCC4A413EF47}"/>
              </a:ext>
            </a:extLst>
          </p:cNvPr>
          <p:cNvSpPr txBox="1"/>
          <p:nvPr/>
        </p:nvSpPr>
        <p:spPr>
          <a:xfrm>
            <a:off x="7774076" y="5472314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9CDB9F3-F188-D44A-2226-401A472D33AA}"/>
              </a:ext>
            </a:extLst>
          </p:cNvPr>
          <p:cNvSpPr txBox="1"/>
          <p:nvPr/>
        </p:nvSpPr>
        <p:spPr>
          <a:xfrm>
            <a:off x="7414593" y="1890086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EF0ADA-6AB2-087B-3C93-62FC3646219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触发器知识补充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5F4F8B-3B68-9BC1-CAB0-5585C24653C9}"/>
                  </a:ext>
                </a:extLst>
              </p:cNvPr>
              <p:cNvSpPr txBox="1"/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带置数和清零功能的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有优先控制权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（不同时有效）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45F4F8B-3B68-9BC1-CAB0-5585C2465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blipFill>
                <a:blip r:embed="rId3"/>
                <a:stretch>
                  <a:fillRect l="-2342" t="-920" b="-4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71BC03EF-2154-1B1F-C463-04BA3AD2D1D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F479E49B-6B45-31AC-8AEF-B9A6F5883F5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95" name="箭头: 五边形 294">
                <a:extLst>
                  <a:ext uri="{FF2B5EF4-FFF2-40B4-BE49-F238E27FC236}">
                    <a16:creationId xmlns:a16="http://schemas.microsoft.com/office/drawing/2014/main" id="{24803237-AC37-39C1-5ADC-F79F1EA1CB8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箭头: V 形 295">
                <a:extLst>
                  <a:ext uri="{FF2B5EF4-FFF2-40B4-BE49-F238E27FC236}">
                    <a16:creationId xmlns:a16="http://schemas.microsoft.com/office/drawing/2014/main" id="{8574FF85-3B5A-E6A1-4879-563EEFD4DA2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4" name="灯片编号占位符 3">
              <a:extLst>
                <a:ext uri="{FF2B5EF4-FFF2-40B4-BE49-F238E27FC236}">
                  <a16:creationId xmlns:a16="http://schemas.microsoft.com/office/drawing/2014/main" id="{6B053CAA-56D3-2AA2-1029-BDC082A32C6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2E80F11B-F88B-11F8-E26D-9EE9FE97A516}"/>
              </a:ext>
            </a:extLst>
          </p:cNvPr>
          <p:cNvGrpSpPr/>
          <p:nvPr/>
        </p:nvGrpSpPr>
        <p:grpSpPr>
          <a:xfrm>
            <a:off x="720000" y="4255200"/>
            <a:ext cx="3332769" cy="2261984"/>
            <a:chOff x="720000" y="3896336"/>
            <a:chExt cx="3332769" cy="2261984"/>
          </a:xfrm>
        </p:grpSpPr>
        <p:sp>
          <p:nvSpPr>
            <p:cNvPr id="298" name="Line 27">
              <a:extLst>
                <a:ext uri="{FF2B5EF4-FFF2-40B4-BE49-F238E27FC236}">
                  <a16:creationId xmlns:a16="http://schemas.microsoft.com/office/drawing/2014/main" id="{015B59F2-DD93-7741-CA7A-888867590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189404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9F9F147D-DBC5-1FD1-492A-666C0827E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714632"/>
              <a:ext cx="1342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0DB79A0C-F68F-5CA2-5BA3-8BC0473A8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293159"/>
              <a:ext cx="5636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4DDC0E66-B0DD-67FF-75A2-650FEE281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863325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5A7DA41-8740-FC9C-B80C-E9A3B904A2B3}"/>
                </a:ext>
              </a:extLst>
            </p:cNvPr>
            <p:cNvSpPr/>
            <p:nvPr/>
          </p:nvSpPr>
          <p:spPr>
            <a:xfrm>
              <a:off x="1688563" y="3896336"/>
              <a:ext cx="1452298" cy="226198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2800" dirty="0">
                  <a:solidFill>
                    <a:schemeClr val="tx1"/>
                  </a:solidFill>
                  <a:ea typeface="微软雅黑" panose="020B0503020204020204" pitchFamily="34" charset="-122"/>
                </a:rPr>
                <a:t> </a:t>
              </a:r>
              <a:endParaRPr lang="en-US" altLang="zh-CN" sz="2400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F41B0ABF-728B-A519-9A8B-243C8D2BE79C}"/>
                </a:ext>
              </a:extLst>
            </p:cNvPr>
            <p:cNvSpPr/>
            <p:nvPr/>
          </p:nvSpPr>
          <p:spPr>
            <a:xfrm rot="5400000">
              <a:off x="1651359" y="5227125"/>
              <a:ext cx="206475" cy="132068"/>
            </a:xfrm>
            <a:prstGeom prst="triangl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8FDADC7-184B-738E-554A-85ED068A0B2D}"/>
                    </a:ext>
                  </a:extLst>
                </p:cNvPr>
                <p:cNvSpPr txBox="1"/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C8FDADC7-184B-738E-554A-85ED068A0B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E1A9D1A-BC25-3BAE-CFCD-6FC4DCD5D2F1}"/>
                    </a:ext>
                  </a:extLst>
                </p:cNvPr>
                <p:cNvSpPr txBox="1"/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E1A9D1A-BC25-3BAE-CFCD-6FC4DCD5D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95DFA1E-D8A9-02AB-405F-FB9D7A15ED44}"/>
                    </a:ext>
                  </a:extLst>
                </p:cNvPr>
                <p:cNvSpPr txBox="1"/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95DFA1E-D8A9-02AB-405F-FB9D7A15ED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DC39E9F-3987-DB01-2F00-766F53A2CED3}"/>
                </a:ext>
              </a:extLst>
            </p:cNvPr>
            <p:cNvSpPr/>
            <p:nvPr/>
          </p:nvSpPr>
          <p:spPr>
            <a:xfrm>
              <a:off x="1552189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FE4CB7A-BEB3-DB40-E269-83FB73F34849}"/>
                </a:ext>
              </a:extLst>
            </p:cNvPr>
            <p:cNvSpPr/>
            <p:nvPr/>
          </p:nvSpPr>
          <p:spPr>
            <a:xfrm>
              <a:off x="3140861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756B9039-9993-94E6-A2CB-70858085AD88}"/>
                    </a:ext>
                  </a:extLst>
                </p:cNvPr>
                <p:cNvSpPr txBox="1"/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756B9039-9993-94E6-A2CB-70858085AD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9AA4E1B-01C1-108F-0BFA-1069C421682F}"/>
                    </a:ext>
                  </a:extLst>
                </p:cNvPr>
                <p:cNvSpPr txBox="1"/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9AA4E1B-01C1-108F-0BFA-1069C42168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37CDB25-3BEA-6F47-257D-54199790D4D6}"/>
                    </a:ext>
                  </a:extLst>
                </p:cNvPr>
                <p:cNvSpPr txBox="1"/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37CDB25-3BEA-6F47-257D-54199790D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blipFill>
                  <a:blip r:embed="rId9"/>
                  <a:stretch>
                    <a:fillRect l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9210985-A7B4-D96C-D023-8F025A3BE92E}"/>
                    </a:ext>
                  </a:extLst>
                </p:cNvPr>
                <p:cNvSpPr txBox="1"/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9210985-A7B4-D96C-D023-8F025A3BE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DF0A991E-4EC7-DF29-7349-2DB733A6B0D2}"/>
                    </a:ext>
                  </a:extLst>
                </p:cNvPr>
                <p:cNvSpPr txBox="1"/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DF0A991E-4EC7-DF29-7349-2DB733A6B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E61D9508-7D88-5EBD-862B-A3C292057F75}"/>
                </a:ext>
              </a:extLst>
            </p:cNvPr>
            <p:cNvSpPr/>
            <p:nvPr/>
          </p:nvSpPr>
          <p:spPr>
            <a:xfrm>
              <a:off x="1552189" y="4126404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F3209A51-37FF-7835-ED96-DBB130AB4661}"/>
                    </a:ext>
                  </a:extLst>
                </p:cNvPr>
                <p:cNvSpPr txBox="1"/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F3209A51-37FF-7835-ED96-DBB130AB4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DD123861-DDE7-B8E9-00AF-E7AE95356887}"/>
                    </a:ext>
                  </a:extLst>
                </p:cNvPr>
                <p:cNvSpPr txBox="1"/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DD123861-DDE7-B8E9-00AF-E7AE95356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FE1553E-A5FF-1A72-0788-262338DCD1FF}"/>
                  </a:ext>
                </a:extLst>
              </p:cNvPr>
              <p:cNvSpPr txBox="1"/>
              <p:nvPr/>
            </p:nvSpPr>
            <p:spPr>
              <a:xfrm>
                <a:off x="5146805" y="5274793"/>
                <a:ext cx="512608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FE1553E-A5FF-1A72-0788-262338DCD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805" y="5274793"/>
                <a:ext cx="512608" cy="462434"/>
              </a:xfrm>
              <a:prstGeom prst="rect">
                <a:avLst/>
              </a:prstGeom>
              <a:blipFill>
                <a:blip r:embed="rId14"/>
                <a:stretch>
                  <a:fillRect l="-10714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2676E7DE-E628-456F-A41F-108B079A75E8}"/>
              </a:ext>
            </a:extLst>
          </p:cNvPr>
          <p:cNvGrpSpPr/>
          <p:nvPr/>
        </p:nvGrpSpPr>
        <p:grpSpPr>
          <a:xfrm>
            <a:off x="4866174" y="1080000"/>
            <a:ext cx="7325826" cy="4646140"/>
            <a:chOff x="4878800" y="1080000"/>
            <a:chExt cx="7325826" cy="4646140"/>
          </a:xfrm>
        </p:grpSpPr>
        <p:sp>
          <p:nvSpPr>
            <p:cNvPr id="243" name="Line 27">
              <a:extLst>
                <a:ext uri="{FF2B5EF4-FFF2-40B4-BE49-F238E27FC236}">
                  <a16:creationId xmlns:a16="http://schemas.microsoft.com/office/drawing/2014/main" id="{8B68B9C6-0403-D1CE-C6D3-CC73DE3897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83176" y="2340000"/>
              <a:ext cx="939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8C197DCB-E81C-3385-3828-61E28DADC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3755" y="2397605"/>
              <a:ext cx="1615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46" name="Line 27">
              <a:extLst>
                <a:ext uri="{FF2B5EF4-FFF2-40B4-BE49-F238E27FC236}">
                  <a16:creationId xmlns:a16="http://schemas.microsoft.com/office/drawing/2014/main" id="{87A9736A-B4A1-FF30-4B31-9606C34AEA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44873" y="3203409"/>
              <a:ext cx="16464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8E6B58C0-A683-EB02-BC20-5E742CCA78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65961" y="3211409"/>
              <a:ext cx="1630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97" name="Line 8">
              <a:extLst>
                <a:ext uri="{FF2B5EF4-FFF2-40B4-BE49-F238E27FC236}">
                  <a16:creationId xmlns:a16="http://schemas.microsoft.com/office/drawing/2014/main" id="{8EB49697-A160-03FD-EFF3-2D75B72C9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6966" y="4961582"/>
              <a:ext cx="121068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Line 8">
              <a:extLst>
                <a:ext uri="{FF2B5EF4-FFF2-40B4-BE49-F238E27FC236}">
                  <a16:creationId xmlns:a16="http://schemas.microsoft.com/office/drawing/2014/main" id="{2E8CAE37-F9D9-C9F5-E5F5-3BF7A4911B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42376" y="5084782"/>
              <a:ext cx="2814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Line 7">
              <a:extLst>
                <a:ext uri="{FF2B5EF4-FFF2-40B4-BE49-F238E27FC236}">
                  <a16:creationId xmlns:a16="http://schemas.microsoft.com/office/drawing/2014/main" id="{D4E79AB6-62EC-25D9-9085-664EAB8ED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8315" y="2127726"/>
              <a:ext cx="27080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Line 160">
              <a:extLst>
                <a:ext uri="{FF2B5EF4-FFF2-40B4-BE49-F238E27FC236}">
                  <a16:creationId xmlns:a16="http://schemas.microsoft.com/office/drawing/2014/main" id="{AC9CE290-5FB1-CD9C-9FF8-8C53C5C26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9164" y="460484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6" name="Line 7">
              <a:extLst>
                <a:ext uri="{FF2B5EF4-FFF2-40B4-BE49-F238E27FC236}">
                  <a16:creationId xmlns:a16="http://schemas.microsoft.com/office/drawing/2014/main" id="{2EBC5262-74D9-6EF7-2A70-3EFD9C6D3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6842" y="4691670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Line 9">
              <a:extLst>
                <a:ext uri="{FF2B5EF4-FFF2-40B4-BE49-F238E27FC236}">
                  <a16:creationId xmlns:a16="http://schemas.microsoft.com/office/drawing/2014/main" id="{6384ED6A-0E0A-4C6A-9B5F-09FB4F75F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001" y="4829325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160">
              <a:extLst>
                <a:ext uri="{FF2B5EF4-FFF2-40B4-BE49-F238E27FC236}">
                  <a16:creationId xmlns:a16="http://schemas.microsoft.com/office/drawing/2014/main" id="{5760E523-3A19-73FC-0D3D-4C2BB0F768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9164" y="5044615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1" name="Arc 156">
              <a:extLst>
                <a:ext uri="{FF2B5EF4-FFF2-40B4-BE49-F238E27FC236}">
                  <a16:creationId xmlns:a16="http://schemas.microsoft.com/office/drawing/2014/main" id="{510DF54C-9FDE-3175-1747-9AC95A4475E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2019" y="4621650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2" name="Arc 156">
              <a:extLst>
                <a:ext uri="{FF2B5EF4-FFF2-40B4-BE49-F238E27FC236}">
                  <a16:creationId xmlns:a16="http://schemas.microsoft.com/office/drawing/2014/main" id="{9B3E6072-00F9-3ECF-01A8-1158A2A04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9159" y="4604841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3" name="Oval 163">
              <a:extLst>
                <a:ext uri="{FF2B5EF4-FFF2-40B4-BE49-F238E27FC236}">
                  <a16:creationId xmlns:a16="http://schemas.microsoft.com/office/drawing/2014/main" id="{8081E2B3-EA41-DBFC-66BA-AD26EFA60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9554" y="4769409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26F9EF94-08C1-F924-12BB-04E577E5FA5D}"/>
                    </a:ext>
                  </a:extLst>
                </p:cNvPr>
                <p:cNvSpPr txBox="1"/>
                <p:nvPr/>
              </p:nvSpPr>
              <p:spPr>
                <a:xfrm>
                  <a:off x="9952420" y="3291444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26F9EF94-08C1-F924-12BB-04E577E5F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2420" y="3291444"/>
                  <a:ext cx="539355" cy="461665"/>
                </a:xfrm>
                <a:prstGeom prst="rect">
                  <a:avLst/>
                </a:prstGeom>
                <a:blipFill>
                  <a:blip r:embed="rId15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Line 27">
              <a:extLst>
                <a:ext uri="{FF2B5EF4-FFF2-40B4-BE49-F238E27FC236}">
                  <a16:creationId xmlns:a16="http://schemas.microsoft.com/office/drawing/2014/main" id="{23DE1929-E5A0-AE21-8F5D-E8D8F7608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7063" y="3523949"/>
              <a:ext cx="1113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0C2D395F-374C-DBB1-2188-6AF872932426}"/>
                    </a:ext>
                  </a:extLst>
                </p:cNvPr>
                <p:cNvSpPr txBox="1"/>
                <p:nvPr/>
              </p:nvSpPr>
              <p:spPr>
                <a:xfrm>
                  <a:off x="8591012" y="329449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0C2D395F-374C-DBB1-2188-6AF8729324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1012" y="3294492"/>
                  <a:ext cx="539355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7450C341-75BB-666C-8EB9-3C78482CC16F}"/>
                    </a:ext>
                  </a:extLst>
                </p:cNvPr>
                <p:cNvSpPr txBox="1"/>
                <p:nvPr/>
              </p:nvSpPr>
              <p:spPr>
                <a:xfrm>
                  <a:off x="7518682" y="454274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7450C341-75BB-666C-8EB9-3C78482CC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682" y="4542748"/>
                  <a:ext cx="539355" cy="462434"/>
                </a:xfrm>
                <a:prstGeom prst="rect">
                  <a:avLst/>
                </a:prstGeom>
                <a:blipFill>
                  <a:blip r:embed="rId17"/>
                  <a:stretch>
                    <a:fillRect l="-11236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Line 27">
              <a:extLst>
                <a:ext uri="{FF2B5EF4-FFF2-40B4-BE49-F238E27FC236}">
                  <a16:creationId xmlns:a16="http://schemas.microsoft.com/office/drawing/2014/main" id="{E40A2D95-AA35-7C8E-C6E6-7CC0ACC8F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9474" y="3527551"/>
              <a:ext cx="1118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BCABAE7C-459A-1682-085D-A5F54E20A4CB}"/>
                    </a:ext>
                  </a:extLst>
                </p:cNvPr>
                <p:cNvSpPr txBox="1"/>
                <p:nvPr/>
              </p:nvSpPr>
              <p:spPr>
                <a:xfrm>
                  <a:off x="6965510" y="3295046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BCABAE7C-459A-1682-085D-A5F54E20A4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510" y="3295046"/>
                  <a:ext cx="539355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3C5E3858-F537-026C-CD79-46DE87D50BD7}"/>
                    </a:ext>
                  </a:extLst>
                </p:cNvPr>
                <p:cNvSpPr txBox="1"/>
                <p:nvPr/>
              </p:nvSpPr>
              <p:spPr>
                <a:xfrm>
                  <a:off x="5596389" y="330468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3C5E3858-F537-026C-CD79-46DE87D50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6389" y="3304682"/>
                  <a:ext cx="539355" cy="462434"/>
                </a:xfrm>
                <a:prstGeom prst="rect">
                  <a:avLst/>
                </a:prstGeom>
                <a:blipFill>
                  <a:blip r:embed="rId19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3" name="Line 27">
              <a:extLst>
                <a:ext uri="{FF2B5EF4-FFF2-40B4-BE49-F238E27FC236}">
                  <a16:creationId xmlns:a16="http://schemas.microsoft.com/office/drawing/2014/main" id="{9C315199-5661-D896-9F23-04DCFF8E1E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382750" y="2320199"/>
              <a:ext cx="9666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CEEEF11C-9B8A-39F9-5155-8467E63C943A}"/>
                    </a:ext>
                  </a:extLst>
                </p:cNvPr>
                <p:cNvSpPr txBox="1"/>
                <p:nvPr/>
              </p:nvSpPr>
              <p:spPr>
                <a:xfrm>
                  <a:off x="5636967" y="1458641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CEEEF11C-9B8A-39F9-5155-8467E63C9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967" y="1458641"/>
                  <a:ext cx="539355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B0FA39A5-1736-7C38-9962-5C52831EE75C}"/>
                </a:ext>
              </a:extLst>
            </p:cNvPr>
            <p:cNvSpPr txBox="1"/>
            <p:nvPr/>
          </p:nvSpPr>
          <p:spPr>
            <a:xfrm>
              <a:off x="557428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B913BF78-0904-798E-A1E4-9BF6201F5001}"/>
                    </a:ext>
                  </a:extLst>
                </p:cNvPr>
                <p:cNvSpPr txBox="1"/>
                <p:nvPr/>
              </p:nvSpPr>
              <p:spPr>
                <a:xfrm>
                  <a:off x="7518682" y="2376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B913BF78-0904-798E-A1E4-9BF6201F50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682" y="2376000"/>
                  <a:ext cx="539355" cy="462434"/>
                </a:xfrm>
                <a:prstGeom prst="rect">
                  <a:avLst/>
                </a:prstGeom>
                <a:blipFill>
                  <a:blip r:embed="rId21"/>
                  <a:stretch>
                    <a:fillRect l="-8989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9" name="Line 27">
              <a:extLst>
                <a:ext uri="{FF2B5EF4-FFF2-40B4-BE49-F238E27FC236}">
                  <a16:creationId xmlns:a16="http://schemas.microsoft.com/office/drawing/2014/main" id="{4ED73246-A21B-BCEF-A600-BD5CD8AD9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619" y="2397907"/>
              <a:ext cx="15680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021E4F39-9502-9C8D-830E-555E7B5350B6}"/>
                    </a:ext>
                  </a:extLst>
                </p:cNvPr>
                <p:cNvSpPr/>
                <p:nvPr/>
              </p:nvSpPr>
              <p:spPr>
                <a:xfrm>
                  <a:off x="6220669" y="3240012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021E4F39-9502-9C8D-830E-555E7B5350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0669" y="3240012"/>
                  <a:ext cx="716034" cy="57507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B89DA9EE-8486-7DA1-124B-6AD096DB31ED}"/>
                </a:ext>
              </a:extLst>
            </p:cNvPr>
            <p:cNvSpPr/>
            <p:nvPr/>
          </p:nvSpPr>
          <p:spPr>
            <a:xfrm flipV="1">
              <a:off x="6088467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F2D621FD-78EE-B6E3-861E-7E2123EB2564}"/>
                </a:ext>
              </a:extLst>
            </p:cNvPr>
            <p:cNvSpPr/>
            <p:nvPr/>
          </p:nvSpPr>
          <p:spPr>
            <a:xfrm flipV="1">
              <a:off x="6536761" y="2350175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8A5B76EF-93EF-4739-CEB9-EB473E780A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6796711" y="3810382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6" name="Line 27">
              <a:extLst>
                <a:ext uri="{FF2B5EF4-FFF2-40B4-BE49-F238E27FC236}">
                  <a16:creationId xmlns:a16="http://schemas.microsoft.com/office/drawing/2014/main" id="{128A40E3-98B5-3246-C9BD-4368610505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01128" y="4620529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7" name="Line 27">
              <a:extLst>
                <a:ext uri="{FF2B5EF4-FFF2-40B4-BE49-F238E27FC236}">
                  <a16:creationId xmlns:a16="http://schemas.microsoft.com/office/drawing/2014/main" id="{2E35C2D7-F2DC-745A-BD30-DA76724716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85274" y="4686623"/>
              <a:ext cx="2969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8" name="Line 27">
              <a:extLst>
                <a:ext uri="{FF2B5EF4-FFF2-40B4-BE49-F238E27FC236}">
                  <a16:creationId xmlns:a16="http://schemas.microsoft.com/office/drawing/2014/main" id="{DB74AF1D-868F-5723-0E42-91ABBEF1F6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6792828" y="3799493"/>
              <a:ext cx="529117" cy="9645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988D70C6-207C-7912-C4C2-02DB47770A7C}"/>
                    </a:ext>
                  </a:extLst>
                </p:cNvPr>
                <p:cNvSpPr txBox="1"/>
                <p:nvPr/>
              </p:nvSpPr>
              <p:spPr>
                <a:xfrm>
                  <a:off x="5636966" y="276423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988D70C6-207C-7912-C4C2-02DB47770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966" y="2764232"/>
                  <a:ext cx="539355" cy="461665"/>
                </a:xfrm>
                <a:prstGeom prst="rect">
                  <a:avLst/>
                </a:prstGeom>
                <a:blipFill>
                  <a:blip r:embed="rId23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F446E961-C873-3406-BB11-FE333DA683A1}"/>
                    </a:ext>
                  </a:extLst>
                </p:cNvPr>
                <p:cNvSpPr txBox="1"/>
                <p:nvPr/>
              </p:nvSpPr>
              <p:spPr>
                <a:xfrm>
                  <a:off x="4878800" y="216668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F446E961-C873-3406-BB11-FE333DA68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8800" y="2166689"/>
                  <a:ext cx="539355" cy="46243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4" name="Line 27">
              <a:extLst>
                <a:ext uri="{FF2B5EF4-FFF2-40B4-BE49-F238E27FC236}">
                  <a16:creationId xmlns:a16="http://schemas.microsoft.com/office/drawing/2014/main" id="{E2FEA754-39D3-5F5D-E1BF-A66731583F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638150" y="3151311"/>
              <a:ext cx="17791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F1C3580B-1303-51B8-F7A1-AE75A02007E7}"/>
                    </a:ext>
                  </a:extLst>
                </p:cNvPr>
                <p:cNvSpPr txBox="1"/>
                <p:nvPr/>
              </p:nvSpPr>
              <p:spPr>
                <a:xfrm>
                  <a:off x="11665271" y="2573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F1C3580B-1303-51B8-F7A1-AE75A02007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5271" y="2573000"/>
                  <a:ext cx="539355" cy="462434"/>
                </a:xfrm>
                <a:prstGeom prst="rect">
                  <a:avLst/>
                </a:prstGeom>
                <a:blipFill>
                  <a:blip r:embed="rId25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F1313FA8-7000-ECA3-A360-6CEAB2820AF1}"/>
                </a:ext>
              </a:extLst>
            </p:cNvPr>
            <p:cNvSpPr txBox="1"/>
            <p:nvPr/>
          </p:nvSpPr>
          <p:spPr>
            <a:xfrm>
              <a:off x="856119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0F949221-738E-00FD-8129-C3791EB0CD33}"/>
                    </a:ext>
                  </a:extLst>
                </p:cNvPr>
                <p:cNvSpPr txBox="1"/>
                <p:nvPr/>
              </p:nvSpPr>
              <p:spPr>
                <a:xfrm>
                  <a:off x="11661731" y="2007686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0F949221-738E-00FD-8129-C3791EB0C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1731" y="2007686"/>
                  <a:ext cx="539355" cy="462434"/>
                </a:xfrm>
                <a:prstGeom prst="rect">
                  <a:avLst/>
                </a:prstGeom>
                <a:blipFill>
                  <a:blip r:embed="rId26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E51CACB3-E9BB-DBCF-5924-E6AB04B22FD8}"/>
                    </a:ext>
                  </a:extLst>
                </p:cNvPr>
                <p:cNvSpPr/>
                <p:nvPr/>
              </p:nvSpPr>
              <p:spPr>
                <a:xfrm>
                  <a:off x="8494961" y="2106766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baseline="-25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E51CACB3-E9BB-DBCF-5924-E6AB04B22F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961" y="2106766"/>
                  <a:ext cx="716034" cy="57507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59E12011-E3FF-5751-5B04-1EAE6C7D1D24}"/>
                </a:ext>
              </a:extLst>
            </p:cNvPr>
            <p:cNvSpPr/>
            <p:nvPr/>
          </p:nvSpPr>
          <p:spPr>
            <a:xfrm flipV="1">
              <a:off x="8793026" y="198000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48A4432F-156A-289C-02AB-6C92F74C5ACA}"/>
                    </a:ext>
                  </a:extLst>
                </p:cNvPr>
                <p:cNvSpPr/>
                <p:nvPr/>
              </p:nvSpPr>
              <p:spPr>
                <a:xfrm>
                  <a:off x="9207579" y="3236410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48A4432F-156A-289C-02AB-6C92F74C5A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7579" y="3236410"/>
                  <a:ext cx="716034" cy="57507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071EE911-D775-DBF8-7911-105921A0A0FB}"/>
                </a:ext>
              </a:extLst>
            </p:cNvPr>
            <p:cNvSpPr/>
            <p:nvPr/>
          </p:nvSpPr>
          <p:spPr>
            <a:xfrm flipV="1">
              <a:off x="9077224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D6D2EFCF-8209-9F9F-FD7E-6455E7EAD735}"/>
                </a:ext>
              </a:extLst>
            </p:cNvPr>
            <p:cNvSpPr/>
            <p:nvPr/>
          </p:nvSpPr>
          <p:spPr>
            <a:xfrm flipV="1">
              <a:off x="9523671" y="234657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9" name="Line 27">
              <a:extLst>
                <a:ext uri="{FF2B5EF4-FFF2-40B4-BE49-F238E27FC236}">
                  <a16:creationId xmlns:a16="http://schemas.microsoft.com/office/drawing/2014/main" id="{5B718AF1-9AA8-E240-C779-D3D70AB5A1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783621" y="3806780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1" name="Line 27">
              <a:extLst>
                <a:ext uri="{FF2B5EF4-FFF2-40B4-BE49-F238E27FC236}">
                  <a16:creationId xmlns:a16="http://schemas.microsoft.com/office/drawing/2014/main" id="{9F0C4FB8-F5E8-A5C1-FCAC-0E9B1135F6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364953" y="4684248"/>
              <a:ext cx="2993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2" name="Line 27">
              <a:extLst>
                <a:ext uri="{FF2B5EF4-FFF2-40B4-BE49-F238E27FC236}">
                  <a16:creationId xmlns:a16="http://schemas.microsoft.com/office/drawing/2014/main" id="{EC092C54-B440-0BBC-BD85-FFC389D6663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778121" y="3799038"/>
              <a:ext cx="526888" cy="9605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6E83E0DA-39E1-C301-5514-E051553DF1CC}"/>
                    </a:ext>
                  </a:extLst>
                </p:cNvPr>
                <p:cNvSpPr txBox="1"/>
                <p:nvPr/>
              </p:nvSpPr>
              <p:spPr>
                <a:xfrm>
                  <a:off x="8623877" y="145503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6E83E0DA-39E1-C301-5514-E051553DF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877" y="1455039"/>
                  <a:ext cx="539355" cy="461665"/>
                </a:xfrm>
                <a:prstGeom prst="rect">
                  <a:avLst/>
                </a:prstGeom>
                <a:blipFill>
                  <a:blip r:embed="rId29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6970A29E-9540-330E-2BD9-C848DD208BC7}"/>
                    </a:ext>
                  </a:extLst>
                </p:cNvPr>
                <p:cNvSpPr txBox="1"/>
                <p:nvPr/>
              </p:nvSpPr>
              <p:spPr>
                <a:xfrm>
                  <a:off x="8623876" y="2760630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6970A29E-9540-330E-2BD9-C848DD208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876" y="2760630"/>
                  <a:ext cx="539355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468CF93E-CD4C-D0E7-14B0-59CB65BB5EF1}"/>
                </a:ext>
              </a:extLst>
            </p:cNvPr>
            <p:cNvSpPr/>
            <p:nvPr/>
          </p:nvSpPr>
          <p:spPr>
            <a:xfrm flipV="1">
              <a:off x="10468587" y="22174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57" name="Line 27">
              <a:extLst>
                <a:ext uri="{FF2B5EF4-FFF2-40B4-BE49-F238E27FC236}">
                  <a16:creationId xmlns:a16="http://schemas.microsoft.com/office/drawing/2014/main" id="{52A36130-DBC7-0D1B-EDA2-4AC80E8ABE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626861" y="3149510"/>
              <a:ext cx="17755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8" name="Line 27">
              <a:extLst>
                <a:ext uri="{FF2B5EF4-FFF2-40B4-BE49-F238E27FC236}">
                  <a16:creationId xmlns:a16="http://schemas.microsoft.com/office/drawing/2014/main" id="{733D1883-FD63-A38F-0218-4E6CFA73C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7518" y="2822018"/>
              <a:ext cx="2129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1D3B4896-CF56-3CA9-B1B2-A6DD134521A7}"/>
                </a:ext>
              </a:extLst>
            </p:cNvPr>
            <p:cNvSpPr/>
            <p:nvPr/>
          </p:nvSpPr>
          <p:spPr>
            <a:xfrm flipV="1">
              <a:off x="5806667" y="197989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4" name="等腰三角形 263">
              <a:extLst>
                <a:ext uri="{FF2B5EF4-FFF2-40B4-BE49-F238E27FC236}">
                  <a16:creationId xmlns:a16="http://schemas.microsoft.com/office/drawing/2014/main" id="{BE8CDB87-32D6-A8BE-CD6B-C4C97DBB3000}"/>
                </a:ext>
              </a:extLst>
            </p:cNvPr>
            <p:cNvSpPr/>
            <p:nvPr/>
          </p:nvSpPr>
          <p:spPr>
            <a:xfrm rot="5400000">
              <a:off x="11011367" y="2638039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545D9996-D783-BEC7-4887-00812AE43CA2}"/>
                </a:ext>
              </a:extLst>
            </p:cNvPr>
            <p:cNvSpPr/>
            <p:nvPr/>
          </p:nvSpPr>
          <p:spPr>
            <a:xfrm flipV="1">
              <a:off x="11406992" y="2762591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7" name="Arc 158">
              <a:extLst>
                <a:ext uri="{FF2B5EF4-FFF2-40B4-BE49-F238E27FC236}">
                  <a16:creationId xmlns:a16="http://schemas.microsoft.com/office/drawing/2014/main" id="{926F4EB0-3A2E-72AA-B040-B37E4F95F48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295487" y="1941911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8" name="Line 160">
              <a:extLst>
                <a:ext uri="{FF2B5EF4-FFF2-40B4-BE49-F238E27FC236}">
                  <a16:creationId xmlns:a16="http://schemas.microsoft.com/office/drawing/2014/main" id="{CA52DC21-84A0-C742-5643-AFEB0E76AE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0637" y="2040484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1" name="Line 9">
              <a:extLst>
                <a:ext uri="{FF2B5EF4-FFF2-40B4-BE49-F238E27FC236}">
                  <a16:creationId xmlns:a16="http://schemas.microsoft.com/office/drawing/2014/main" id="{1780E444-30B2-DBB0-A494-29353FC9B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77473" y="2265381"/>
              <a:ext cx="141966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Line 160">
              <a:extLst>
                <a:ext uri="{FF2B5EF4-FFF2-40B4-BE49-F238E27FC236}">
                  <a16:creationId xmlns:a16="http://schemas.microsoft.com/office/drawing/2014/main" id="{860E061D-79A1-D770-31EB-0EAB3A8A2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0637" y="248067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3" name="Arc 156">
              <a:extLst>
                <a:ext uri="{FF2B5EF4-FFF2-40B4-BE49-F238E27FC236}">
                  <a16:creationId xmlns:a16="http://schemas.microsoft.com/office/drawing/2014/main" id="{BB4F612D-E21E-71B3-E742-C9A0EF550DF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23492" y="2057706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4" name="Arc 156">
              <a:extLst>
                <a:ext uri="{FF2B5EF4-FFF2-40B4-BE49-F238E27FC236}">
                  <a16:creationId xmlns:a16="http://schemas.microsoft.com/office/drawing/2014/main" id="{6493D352-7368-7901-5C2A-CB56A1603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0632" y="2040897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5" name="Oval 163">
              <a:extLst>
                <a:ext uri="{FF2B5EF4-FFF2-40B4-BE49-F238E27FC236}">
                  <a16:creationId xmlns:a16="http://schemas.microsoft.com/office/drawing/2014/main" id="{D82E97BD-EC7D-740E-9870-C5F30B8A2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1027" y="2205465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8" name="等腰三角形 277">
              <a:extLst>
                <a:ext uri="{FF2B5EF4-FFF2-40B4-BE49-F238E27FC236}">
                  <a16:creationId xmlns:a16="http://schemas.microsoft.com/office/drawing/2014/main" id="{8C739B20-0942-9AE7-F4AB-3EF37B0FB3FD}"/>
                </a:ext>
              </a:extLst>
            </p:cNvPr>
            <p:cNvSpPr/>
            <p:nvPr/>
          </p:nvSpPr>
          <p:spPr>
            <a:xfrm rot="5400000">
              <a:off x="11009597" y="208080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D6A0D694-41A7-DC8D-A328-8AB035B1841B}"/>
                </a:ext>
              </a:extLst>
            </p:cNvPr>
            <p:cNvSpPr/>
            <p:nvPr/>
          </p:nvSpPr>
          <p:spPr>
            <a:xfrm flipV="1">
              <a:off x="11405222" y="2205354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BEFF7ECF-EFE7-7791-3B97-76E1576C749F}"/>
                </a:ext>
              </a:extLst>
            </p:cNvPr>
            <p:cNvSpPr/>
            <p:nvPr/>
          </p:nvSpPr>
          <p:spPr>
            <a:xfrm flipV="1">
              <a:off x="9521246" y="27737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A4BD8ADA-7C5F-6070-4214-05E5AEA46655}"/>
                </a:ext>
              </a:extLst>
            </p:cNvPr>
            <p:cNvSpPr/>
            <p:nvPr/>
          </p:nvSpPr>
          <p:spPr>
            <a:xfrm flipV="1">
              <a:off x="6537761" y="4913946"/>
              <a:ext cx="91367" cy="95462"/>
            </a:xfrm>
            <a:prstGeom prst="ellipse">
              <a:avLst/>
            </a:prstGeom>
            <a:solidFill>
              <a:srgbClr val="FF000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3" name="Line 8">
              <a:extLst>
                <a:ext uri="{FF2B5EF4-FFF2-40B4-BE49-F238E27FC236}">
                  <a16:creationId xmlns:a16="http://schemas.microsoft.com/office/drawing/2014/main" id="{28B37BE9-E265-3F1A-7807-92C9D10AF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1566" y="5220489"/>
              <a:ext cx="41976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Line 8">
              <a:extLst>
                <a:ext uri="{FF2B5EF4-FFF2-40B4-BE49-F238E27FC236}">
                  <a16:creationId xmlns:a16="http://schemas.microsoft.com/office/drawing/2014/main" id="{6411A6CE-D588-82D8-E608-986F1CE857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37522" y="3510613"/>
              <a:ext cx="344021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Line 7">
              <a:extLst>
                <a:ext uri="{FF2B5EF4-FFF2-40B4-BE49-F238E27FC236}">
                  <a16:creationId xmlns:a16="http://schemas.microsoft.com/office/drawing/2014/main" id="{369A1A93-1407-01F2-8A2B-3D348CCEE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8314" y="1800000"/>
              <a:ext cx="12172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Line 7">
              <a:extLst>
                <a:ext uri="{FF2B5EF4-FFF2-40B4-BE49-F238E27FC236}">
                  <a16:creationId xmlns:a16="http://schemas.microsoft.com/office/drawing/2014/main" id="{607A462A-DC26-C5F8-128C-63A1305C17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66344" y="1964854"/>
              <a:ext cx="34870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等腰三角形 286">
              <a:extLst>
                <a:ext uri="{FF2B5EF4-FFF2-40B4-BE49-F238E27FC236}">
                  <a16:creationId xmlns:a16="http://schemas.microsoft.com/office/drawing/2014/main" id="{6FF684D9-7D10-67DE-E45E-2818B607F5E8}"/>
                </a:ext>
              </a:extLst>
            </p:cNvPr>
            <p:cNvSpPr/>
            <p:nvPr/>
          </p:nvSpPr>
          <p:spPr>
            <a:xfrm rot="5400000">
              <a:off x="5794761" y="4781055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6295B35D-7CE8-861E-FED5-4856FD5B00E0}"/>
                </a:ext>
              </a:extLst>
            </p:cNvPr>
            <p:cNvSpPr/>
            <p:nvPr/>
          </p:nvSpPr>
          <p:spPr>
            <a:xfrm flipV="1">
              <a:off x="6190386" y="4905607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3D418CCC-AEAA-1076-49F6-8A44E8C46094}"/>
                    </a:ext>
                  </a:extLst>
                </p:cNvPr>
                <p:cNvSpPr txBox="1"/>
                <p:nvPr/>
              </p:nvSpPr>
              <p:spPr>
                <a:xfrm>
                  <a:off x="5148000" y="4727102"/>
                  <a:ext cx="51260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3D418CCC-AEAA-1076-49F6-8A44E8C46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8000" y="4727102"/>
                  <a:ext cx="512608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15294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B3D252F5-5C42-CE82-0B2C-1734FFA5D0B5}"/>
                    </a:ext>
                  </a:extLst>
                </p:cNvPr>
                <p:cNvSpPr/>
                <p:nvPr/>
              </p:nvSpPr>
              <p:spPr>
                <a:xfrm>
                  <a:off x="5508051" y="2110368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ar-AE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ar-AE" dirty="0"/>
                </a:p>
              </p:txBody>
            </p:sp>
          </mc:Choice>
          <mc:Fallback xmlns="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B3D252F5-5C42-CE82-0B2C-1734FFA5D0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051" y="2110368"/>
                  <a:ext cx="716034" cy="575079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EAC9F396-B925-12BF-AD5E-7189DFA35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6966" y="5509273"/>
              <a:ext cx="3938039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4655BC49-B39A-06E2-2E59-96439771B25D}"/>
                </a:ext>
              </a:extLst>
            </p:cNvPr>
            <p:cNvSpPr/>
            <p:nvPr/>
          </p:nvSpPr>
          <p:spPr>
            <a:xfrm rot="5400000">
              <a:off x="5793566" y="5328746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5CE9E7C4-9CF4-9C7F-0F74-1CBE696A4B61}"/>
                </a:ext>
              </a:extLst>
            </p:cNvPr>
            <p:cNvSpPr/>
            <p:nvPr/>
          </p:nvSpPr>
          <p:spPr>
            <a:xfrm flipV="1">
              <a:off x="6189191" y="5453298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8">
              <a:extLst>
                <a:ext uri="{FF2B5EF4-FFF2-40B4-BE49-F238E27FC236}">
                  <a16:creationId xmlns:a16="http://schemas.microsoft.com/office/drawing/2014/main" id="{7570ECAE-F75A-37CF-E7C1-CC3BEFD2A6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1299" y="4960325"/>
              <a:ext cx="266354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8">
              <a:extLst>
                <a:ext uri="{FF2B5EF4-FFF2-40B4-BE49-F238E27FC236}">
                  <a16:creationId xmlns:a16="http://schemas.microsoft.com/office/drawing/2014/main" id="{4B8C78CA-9689-3BF6-5C5D-EA6B641B04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279787" y="5232137"/>
              <a:ext cx="566666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160">
              <a:extLst>
                <a:ext uri="{FF2B5EF4-FFF2-40B4-BE49-F238E27FC236}">
                  <a16:creationId xmlns:a16="http://schemas.microsoft.com/office/drawing/2014/main" id="{313ABE81-F068-CC82-3910-8F1EFAE4B6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59166" y="4604362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8" name="Line 7">
              <a:extLst>
                <a:ext uri="{FF2B5EF4-FFF2-40B4-BE49-F238E27FC236}">
                  <a16:creationId xmlns:a16="http://schemas.microsoft.com/office/drawing/2014/main" id="{4B7DA19E-E224-1A0E-4A07-4AA2A1D352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6844" y="4690413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D31ECCE1-8748-3D30-05DC-2E60B646E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96003" y="4828068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160">
              <a:extLst>
                <a:ext uri="{FF2B5EF4-FFF2-40B4-BE49-F238E27FC236}">
                  <a16:creationId xmlns:a16="http://schemas.microsoft.com/office/drawing/2014/main" id="{A919BB3F-DBAA-2713-E3A5-CC810B312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59166" y="5043358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1" name="Arc 156">
              <a:extLst>
                <a:ext uri="{FF2B5EF4-FFF2-40B4-BE49-F238E27FC236}">
                  <a16:creationId xmlns:a16="http://schemas.microsoft.com/office/drawing/2014/main" id="{D853248F-9EB1-8B0D-2353-85851BD1E70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42021" y="462039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2" name="Arc 156">
              <a:extLst>
                <a:ext uri="{FF2B5EF4-FFF2-40B4-BE49-F238E27FC236}">
                  <a16:creationId xmlns:a16="http://schemas.microsoft.com/office/drawing/2014/main" id="{FBDBFFCD-B1D5-5602-8838-A1EEB5941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9161" y="4603584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Oval 163">
              <a:extLst>
                <a:ext uri="{FF2B5EF4-FFF2-40B4-BE49-F238E27FC236}">
                  <a16:creationId xmlns:a16="http://schemas.microsoft.com/office/drawing/2014/main" id="{2135E6EA-4C15-59E0-9418-4F5443C07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9556" y="4768152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4" name="Line 27">
              <a:extLst>
                <a:ext uri="{FF2B5EF4-FFF2-40B4-BE49-F238E27FC236}">
                  <a16:creationId xmlns:a16="http://schemas.microsoft.com/office/drawing/2014/main" id="{A1D6A0A2-1A0E-AB7C-8725-2D73096804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81130" y="4619272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6" name="Arc 158">
              <a:extLst>
                <a:ext uri="{FF2B5EF4-FFF2-40B4-BE49-F238E27FC236}">
                  <a16:creationId xmlns:a16="http://schemas.microsoft.com/office/drawing/2014/main" id="{005D93D1-0C95-C92E-9A33-6E8AE885DDC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14016" y="4504598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2" name="Arc 158">
              <a:extLst>
                <a:ext uri="{FF2B5EF4-FFF2-40B4-BE49-F238E27FC236}">
                  <a16:creationId xmlns:a16="http://schemas.microsoft.com/office/drawing/2014/main" id="{2A0B07A3-EA39-5D0B-8384-926C69034F3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34014" y="4505855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7" name="Line 8">
              <a:extLst>
                <a:ext uri="{FF2B5EF4-FFF2-40B4-BE49-F238E27FC236}">
                  <a16:creationId xmlns:a16="http://schemas.microsoft.com/office/drawing/2014/main" id="{52EDD9D7-557C-E53C-301F-E0DFFE6B47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99927" y="3658188"/>
              <a:ext cx="3716219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DBED2035-43E2-F54A-0555-FE4855802C04}"/>
                </a:ext>
              </a:extLst>
            </p:cNvPr>
            <p:cNvSpPr/>
            <p:nvPr/>
          </p:nvSpPr>
          <p:spPr>
            <a:xfrm flipV="1">
              <a:off x="8012353" y="5462019"/>
              <a:ext cx="91367" cy="95462"/>
            </a:xfrm>
            <a:prstGeom prst="ellipse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9" name="Line 160">
              <a:extLst>
                <a:ext uri="{FF2B5EF4-FFF2-40B4-BE49-F238E27FC236}">
                  <a16:creationId xmlns:a16="http://schemas.microsoft.com/office/drawing/2014/main" id="{9572789C-DE48-FE95-8CFD-34BFD06DE1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7675" y="2039950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0" name="Line 7">
              <a:extLst>
                <a:ext uri="{FF2B5EF4-FFF2-40B4-BE49-F238E27FC236}">
                  <a16:creationId xmlns:a16="http://schemas.microsoft.com/office/drawing/2014/main" id="{E9C6DD07-E15D-D773-7BBC-D1153ECE0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5353" y="2127192"/>
              <a:ext cx="270808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9">
              <a:extLst>
                <a:ext uri="{FF2B5EF4-FFF2-40B4-BE49-F238E27FC236}">
                  <a16:creationId xmlns:a16="http://schemas.microsoft.com/office/drawing/2014/main" id="{D183B599-DCB5-1B43-81C8-043404E86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4512" y="2264847"/>
              <a:ext cx="884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160">
              <a:extLst>
                <a:ext uri="{FF2B5EF4-FFF2-40B4-BE49-F238E27FC236}">
                  <a16:creationId xmlns:a16="http://schemas.microsoft.com/office/drawing/2014/main" id="{519A2432-7D42-AFF8-C292-960DBDDE45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7675" y="2480137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3" name="Arc 156">
              <a:extLst>
                <a:ext uri="{FF2B5EF4-FFF2-40B4-BE49-F238E27FC236}">
                  <a16:creationId xmlns:a16="http://schemas.microsoft.com/office/drawing/2014/main" id="{5257D92D-A6B1-AC4D-1427-AA072B0B40E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0530" y="2057172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4" name="Arc 156">
              <a:extLst>
                <a:ext uri="{FF2B5EF4-FFF2-40B4-BE49-F238E27FC236}">
                  <a16:creationId xmlns:a16="http://schemas.microsoft.com/office/drawing/2014/main" id="{01E4DA70-8E56-F1FB-6025-A5A1439AA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7670" y="204036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5" name="Oval 163">
              <a:extLst>
                <a:ext uri="{FF2B5EF4-FFF2-40B4-BE49-F238E27FC236}">
                  <a16:creationId xmlns:a16="http://schemas.microsoft.com/office/drawing/2014/main" id="{A4426F20-3189-10B1-AF52-3BAED3214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65" y="2204931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6" name="Arc 158">
              <a:extLst>
                <a:ext uri="{FF2B5EF4-FFF2-40B4-BE49-F238E27FC236}">
                  <a16:creationId xmlns:a16="http://schemas.microsoft.com/office/drawing/2014/main" id="{EF86B4DF-4CD5-8225-64A1-F5A39C4156F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32525" y="1941377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9AF8C6CA-F128-C867-C7E8-2F22B15B9F68}"/>
                </a:ext>
              </a:extLst>
            </p:cNvPr>
            <p:cNvSpPr/>
            <p:nvPr/>
          </p:nvSpPr>
          <p:spPr>
            <a:xfrm flipV="1">
              <a:off x="7482376" y="221666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8" name="Line 7">
              <a:extLst>
                <a:ext uri="{FF2B5EF4-FFF2-40B4-BE49-F238E27FC236}">
                  <a16:creationId xmlns:a16="http://schemas.microsoft.com/office/drawing/2014/main" id="{CE7E6D67-1307-FFB5-7CCC-DBBC8C9517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5088" y="1800000"/>
              <a:ext cx="1484085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Line 7">
              <a:extLst>
                <a:ext uri="{FF2B5EF4-FFF2-40B4-BE49-F238E27FC236}">
                  <a16:creationId xmlns:a16="http://schemas.microsoft.com/office/drawing/2014/main" id="{046E62EC-8C3B-8AE7-5E37-170F0625A4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09385" y="1965953"/>
              <a:ext cx="346118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Line 27">
              <a:extLst>
                <a:ext uri="{FF2B5EF4-FFF2-40B4-BE49-F238E27FC236}">
                  <a16:creationId xmlns:a16="http://schemas.microsoft.com/office/drawing/2014/main" id="{5C238CC6-B050-A4E3-AA25-388DF1C02CE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16132" y="3336523"/>
              <a:ext cx="324359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6D9EB5EA-CD0E-5518-3306-54029845BC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25470" y="2333148"/>
              <a:ext cx="1414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44B993EC-84D2-5A8C-2289-1501D5ED5783}"/>
              </a:ext>
            </a:extLst>
          </p:cNvPr>
          <p:cNvSpPr txBox="1"/>
          <p:nvPr/>
        </p:nvSpPr>
        <p:spPr>
          <a:xfrm>
            <a:off x="4631674" y="4735990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A915C3-7C61-B8CA-603A-C4B5B9C58D6E}"/>
              </a:ext>
            </a:extLst>
          </p:cNvPr>
          <p:cNvSpPr txBox="1"/>
          <p:nvPr/>
        </p:nvSpPr>
        <p:spPr>
          <a:xfrm>
            <a:off x="4631674" y="5275562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A46943F-9579-A058-0DDB-57278A03B90D}"/>
              </a:ext>
            </a:extLst>
          </p:cNvPr>
          <p:cNvSpPr txBox="1"/>
          <p:nvPr/>
        </p:nvSpPr>
        <p:spPr>
          <a:xfrm>
            <a:off x="10611809" y="4735989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3F389A2-264A-9AD0-17DF-0634A1E03981}"/>
              </a:ext>
            </a:extLst>
          </p:cNvPr>
          <p:cNvGrpSpPr/>
          <p:nvPr/>
        </p:nvGrpSpPr>
        <p:grpSpPr>
          <a:xfrm>
            <a:off x="6558454" y="5760000"/>
            <a:ext cx="3643630" cy="812029"/>
            <a:chOff x="450363" y="5192788"/>
            <a:chExt cx="3643630" cy="812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DB9390F-7E55-DFBD-E690-7C70CC2C00D8}"/>
                    </a:ext>
                  </a:extLst>
                </p:cNvPr>
                <p:cNvSpPr txBox="1"/>
                <p:nvPr/>
              </p:nvSpPr>
              <p:spPr>
                <a:xfrm>
                  <a:off x="450363" y="5542383"/>
                  <a:ext cx="1180901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DB9390F-7E55-DFBD-E690-7C70CC2C0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63" y="5542383"/>
                  <a:ext cx="1180901" cy="462434"/>
                </a:xfrm>
                <a:prstGeom prst="rect">
                  <a:avLst/>
                </a:prstGeom>
                <a:blipFill>
                  <a:blip r:embed="rId33"/>
                  <a:stretch>
                    <a:fillRect l="-10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321CBBB8-8370-1C8E-E2B6-1FD5B8300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409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" name="等腰三角形 33">
              <a:extLst>
                <a:ext uri="{FF2B5EF4-FFF2-40B4-BE49-F238E27FC236}">
                  <a16:creationId xmlns:a16="http://schemas.microsoft.com/office/drawing/2014/main" id="{D3358D20-87FA-7538-8DE6-756F0B6F68BF}"/>
                </a:ext>
              </a:extLst>
            </p:cNvPr>
            <p:cNvSpPr/>
            <p:nvPr/>
          </p:nvSpPr>
          <p:spPr>
            <a:xfrm rot="5400000">
              <a:off x="1894516" y="5607422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16DEAC67-8EEF-BD84-371B-9647B726DB07}"/>
                </a:ext>
              </a:extLst>
            </p:cNvPr>
            <p:cNvSpPr/>
            <p:nvPr/>
          </p:nvSpPr>
          <p:spPr>
            <a:xfrm flipV="1">
              <a:off x="2291911" y="5732517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70A526F4-7187-964B-341A-ECEE00C933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081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43A1769B-854D-3264-6437-EA81DC95E234}"/>
                </a:ext>
              </a:extLst>
            </p:cNvPr>
            <p:cNvSpPr/>
            <p:nvPr/>
          </p:nvSpPr>
          <p:spPr>
            <a:xfrm rot="5400000">
              <a:off x="2766188" y="560742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AE80822E-BA80-1664-9BBD-A8984249D188}"/>
                </a:ext>
              </a:extLst>
            </p:cNvPr>
            <p:cNvSpPr/>
            <p:nvPr/>
          </p:nvSpPr>
          <p:spPr>
            <a:xfrm flipV="1">
              <a:off x="3163583" y="573251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39616ECA-59AB-AEC6-D763-6CAE557ED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299" y="5791401"/>
              <a:ext cx="295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0CE21DBA-BE9A-9675-BA33-0E3A55BDAA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86373" y="5689588"/>
              <a:ext cx="204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0B55775E-06B5-52AC-C58E-F9DE1F3B4B5F}"/>
                </a:ext>
              </a:extLst>
            </p:cNvPr>
            <p:cNvSpPr/>
            <p:nvPr/>
          </p:nvSpPr>
          <p:spPr>
            <a:xfrm flipV="1">
              <a:off x="2542922" y="5742351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31197557-17BD-9072-B49C-AE6495AE2B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51269" y="5688882"/>
              <a:ext cx="216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AECE773-34BC-AC1C-08BE-B3FFADA322D7}"/>
                    </a:ext>
                  </a:extLst>
                </p:cNvPr>
                <p:cNvSpPr txBox="1"/>
                <p:nvPr/>
              </p:nvSpPr>
              <p:spPr>
                <a:xfrm>
                  <a:off x="2096284" y="5192788"/>
                  <a:ext cx="98052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4AECE773-34BC-AC1C-08BE-B3FFADA32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284" y="5192788"/>
                  <a:ext cx="980526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24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C87502C-E4A1-6890-E02D-C828D471FAC4}"/>
                    </a:ext>
                  </a:extLst>
                </p:cNvPr>
                <p:cNvSpPr txBox="1"/>
                <p:nvPr/>
              </p:nvSpPr>
              <p:spPr>
                <a:xfrm>
                  <a:off x="3155725" y="5192788"/>
                  <a:ext cx="93826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C87502C-E4A1-6890-E02D-C828D471FA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5725" y="5192788"/>
                  <a:ext cx="938268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58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8B614EA-EC1A-FE5B-C5A4-3A7D99CEFF7D}"/>
              </a:ext>
            </a:extLst>
          </p:cNvPr>
          <p:cNvGrpSpPr/>
          <p:nvPr/>
        </p:nvGrpSpPr>
        <p:grpSpPr>
          <a:xfrm>
            <a:off x="5526403" y="2071229"/>
            <a:ext cx="655846" cy="655846"/>
            <a:chOff x="4338669" y="6271887"/>
            <a:chExt cx="655846" cy="655846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FB728497-F6F2-CBB3-4B52-3D49DF9475AA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338670" y="6599810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FE69AA2C-0366-054E-74D9-48CFE2BBD1EC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4338669" y="6599811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546D983-839E-76E8-46E7-B0D21F807FCF}"/>
              </a:ext>
            </a:extLst>
          </p:cNvPr>
          <p:cNvGrpSpPr/>
          <p:nvPr/>
        </p:nvGrpSpPr>
        <p:grpSpPr>
          <a:xfrm>
            <a:off x="9228976" y="3196800"/>
            <a:ext cx="655846" cy="655846"/>
            <a:chOff x="4338669" y="6271887"/>
            <a:chExt cx="655846" cy="655846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432A644-E812-3EA9-1C4C-7FFF6C714F26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338670" y="6599810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1BBE975-DB42-C131-00AC-9B65BC1C9DB4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4338669" y="6599811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9ED77A4-D5EC-E178-BD6D-EE082E3B540D}"/>
              </a:ext>
            </a:extLst>
          </p:cNvPr>
          <p:cNvCxnSpPr>
            <a:cxnSpLocks/>
            <a:stCxn id="220" idx="2"/>
            <a:endCxn id="220" idx="0"/>
          </p:cNvCxnSpPr>
          <p:nvPr/>
        </p:nvCxnSpPr>
        <p:spPr>
          <a:xfrm flipV="1">
            <a:off x="6566060" y="3240012"/>
            <a:ext cx="0" cy="575079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DA756D3-A115-A4B7-7ACE-D1F43701E09E}"/>
              </a:ext>
            </a:extLst>
          </p:cNvPr>
          <p:cNvCxnSpPr>
            <a:cxnSpLocks/>
            <a:stCxn id="240" idx="1"/>
            <a:endCxn id="240" idx="3"/>
          </p:cNvCxnSpPr>
          <p:nvPr/>
        </p:nvCxnSpPr>
        <p:spPr>
          <a:xfrm>
            <a:off x="8482335" y="2394306"/>
            <a:ext cx="716034" cy="0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EDB3A050-E2E2-64C8-B63B-9B0B86738D75}"/>
              </a:ext>
            </a:extLst>
          </p:cNvPr>
          <p:cNvSpPr txBox="1"/>
          <p:nvPr/>
        </p:nvSpPr>
        <p:spPr>
          <a:xfrm>
            <a:off x="11403501" y="1776514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65D7261-9446-9A79-5EE5-8700B80180AC}"/>
              </a:ext>
            </a:extLst>
          </p:cNvPr>
          <p:cNvSpPr txBox="1"/>
          <p:nvPr/>
        </p:nvSpPr>
        <p:spPr>
          <a:xfrm>
            <a:off x="11404800" y="2842439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667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/>
      <p:bldP spid="13" grpId="0"/>
      <p:bldP spid="26" grpId="0"/>
      <p:bldP spid="28" grpId="0"/>
      <p:bldP spid="65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B23C-A7C2-8999-42BD-192BA8B57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B9CD3F7-4D1B-8C29-6AB0-5BFCB7615468}"/>
              </a:ext>
            </a:extLst>
          </p:cNvPr>
          <p:cNvSpPr txBox="1"/>
          <p:nvPr/>
        </p:nvSpPr>
        <p:spPr>
          <a:xfrm>
            <a:off x="6174544" y="4896410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AB49CE-E338-4E98-EF0C-689FEDC4CB4C}"/>
              </a:ext>
            </a:extLst>
          </p:cNvPr>
          <p:cNvSpPr txBox="1"/>
          <p:nvPr/>
        </p:nvSpPr>
        <p:spPr>
          <a:xfrm>
            <a:off x="6147682" y="3815091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0AE2DF-8B71-9738-4BD4-966745FD5D4D}"/>
              </a:ext>
            </a:extLst>
          </p:cNvPr>
          <p:cNvSpPr txBox="1"/>
          <p:nvPr/>
        </p:nvSpPr>
        <p:spPr>
          <a:xfrm>
            <a:off x="10131589" y="1888010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C0C605-E5CC-EDA2-A306-DF68A3CB8E44}"/>
              </a:ext>
            </a:extLst>
          </p:cNvPr>
          <p:cNvSpPr txBox="1"/>
          <p:nvPr/>
        </p:nvSpPr>
        <p:spPr>
          <a:xfrm>
            <a:off x="7774076" y="5472314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F27E1F6-C495-E880-824B-A48FF693BA68}"/>
              </a:ext>
            </a:extLst>
          </p:cNvPr>
          <p:cNvSpPr txBox="1"/>
          <p:nvPr/>
        </p:nvSpPr>
        <p:spPr>
          <a:xfrm>
            <a:off x="7414593" y="1890086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8E7136-C05E-93A0-F2EA-6399F87D96A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触发器知识补充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EC07F7C-4C03-2546-61D2-4F081570A8F7}"/>
                  </a:ext>
                </a:extLst>
              </p:cNvPr>
              <p:cNvSpPr txBox="1"/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带置数和清零功能的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（低电平有效）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有优先控制权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（不同时有效）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EC07F7C-4C03-2546-61D2-4F081570A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2" y="828000"/>
                <a:ext cx="5203310" cy="2653932"/>
              </a:xfrm>
              <a:prstGeom prst="rect">
                <a:avLst/>
              </a:prstGeom>
              <a:blipFill>
                <a:blip r:embed="rId3"/>
                <a:stretch>
                  <a:fillRect l="-2342" t="-920" b="-4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2" name="组合 291">
            <a:extLst>
              <a:ext uri="{FF2B5EF4-FFF2-40B4-BE49-F238E27FC236}">
                <a16:creationId xmlns:a16="http://schemas.microsoft.com/office/drawing/2014/main" id="{EBF122EE-835A-CF72-C267-8D31D2C8B03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A8882110-A035-352E-6480-9F364BE941E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95" name="箭头: 五边形 294">
                <a:extLst>
                  <a:ext uri="{FF2B5EF4-FFF2-40B4-BE49-F238E27FC236}">
                    <a16:creationId xmlns:a16="http://schemas.microsoft.com/office/drawing/2014/main" id="{0704AC7F-B83A-D834-19F0-CA5360DDA2F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6" name="箭头: V 形 295">
                <a:extLst>
                  <a:ext uri="{FF2B5EF4-FFF2-40B4-BE49-F238E27FC236}">
                    <a16:creationId xmlns:a16="http://schemas.microsoft.com/office/drawing/2014/main" id="{864689D4-49FC-5085-7699-D1C70180265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4" name="灯片编号占位符 3">
              <a:extLst>
                <a:ext uri="{FF2B5EF4-FFF2-40B4-BE49-F238E27FC236}">
                  <a16:creationId xmlns:a16="http://schemas.microsoft.com/office/drawing/2014/main" id="{9B1AC0FD-6C04-1ACC-E8F9-92DC3EACD5E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927E7ACD-4023-EF76-B407-166DCF284A22}"/>
              </a:ext>
            </a:extLst>
          </p:cNvPr>
          <p:cNvGrpSpPr/>
          <p:nvPr/>
        </p:nvGrpSpPr>
        <p:grpSpPr>
          <a:xfrm>
            <a:off x="720000" y="4255200"/>
            <a:ext cx="3332769" cy="2261984"/>
            <a:chOff x="720000" y="3896336"/>
            <a:chExt cx="3332769" cy="2261984"/>
          </a:xfrm>
        </p:grpSpPr>
        <p:sp>
          <p:nvSpPr>
            <p:cNvPr id="298" name="Line 27">
              <a:extLst>
                <a:ext uri="{FF2B5EF4-FFF2-40B4-BE49-F238E27FC236}">
                  <a16:creationId xmlns:a16="http://schemas.microsoft.com/office/drawing/2014/main" id="{8D45C8E4-C851-E726-17CF-7FD387075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189404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EDA15C6C-E2C9-6BA9-AF15-A50DBCF55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4714632"/>
              <a:ext cx="13420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B074F1C8-F033-70ED-6ED6-3548F4D51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293159"/>
              <a:ext cx="5636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2ECEBA9A-847D-29C9-B0C4-19C4327A9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7027" y="5863325"/>
              <a:ext cx="2339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C1B17AB-4232-DF2A-7E97-14F3DBECA451}"/>
                </a:ext>
              </a:extLst>
            </p:cNvPr>
            <p:cNvSpPr/>
            <p:nvPr/>
          </p:nvSpPr>
          <p:spPr>
            <a:xfrm>
              <a:off x="1688563" y="3896336"/>
              <a:ext cx="1452298" cy="226198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2800" dirty="0">
                  <a:solidFill>
                    <a:schemeClr val="tx1"/>
                  </a:solidFill>
                  <a:ea typeface="微软雅黑" panose="020B0503020204020204" pitchFamily="34" charset="-122"/>
                </a:rPr>
                <a:t> </a:t>
              </a:r>
              <a:endParaRPr lang="en-US" altLang="zh-CN" sz="2400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4043FB0C-42B3-EB5E-BDB6-502D50382262}"/>
                </a:ext>
              </a:extLst>
            </p:cNvPr>
            <p:cNvSpPr/>
            <p:nvPr/>
          </p:nvSpPr>
          <p:spPr>
            <a:xfrm rot="5400000">
              <a:off x="1651359" y="5227125"/>
              <a:ext cx="206475" cy="132068"/>
            </a:xfrm>
            <a:prstGeom prst="triangl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C444C99-AFC1-CBD3-1B6B-E44B4F96157E}"/>
                    </a:ext>
                  </a:extLst>
                </p:cNvPr>
                <p:cNvSpPr txBox="1"/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C444C99-AFC1-CBD3-1B6B-E44B4F9615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645" y="4461383"/>
                  <a:ext cx="51260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666A120-6887-FC90-BC63-778442BFEC71}"/>
                    </a:ext>
                  </a:extLst>
                </p:cNvPr>
                <p:cNvSpPr txBox="1"/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666A120-6887-FC90-BC63-778442BFE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4432" y="5031549"/>
                  <a:ext cx="54863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39F0EE1-14E6-B33E-D814-39A7BECF08F8}"/>
                    </a:ext>
                  </a:extLst>
                </p:cNvPr>
                <p:cNvSpPr txBox="1"/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F39F0EE1-14E6-B33E-D814-39A7BECF08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5601715"/>
                  <a:ext cx="448351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1B73466-D0A9-60CB-88AB-EA1EB93BABB7}"/>
                </a:ext>
              </a:extLst>
            </p:cNvPr>
            <p:cNvSpPr/>
            <p:nvPr/>
          </p:nvSpPr>
          <p:spPr>
            <a:xfrm>
              <a:off x="1552189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C8D4DEE-3997-3AED-9FA2-25FAB33F0C0E}"/>
                </a:ext>
              </a:extLst>
            </p:cNvPr>
            <p:cNvSpPr/>
            <p:nvPr/>
          </p:nvSpPr>
          <p:spPr>
            <a:xfrm>
              <a:off x="3140861" y="5800325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EE5828BB-D11B-C96B-EBCE-BB54EC325657}"/>
                    </a:ext>
                  </a:extLst>
                </p:cNvPr>
                <p:cNvSpPr txBox="1"/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EE5828BB-D11B-C96B-EBCE-BB54EC325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1" y="4453022"/>
                  <a:ext cx="512608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713235F9-245B-F108-3189-4E10F34AF751}"/>
                    </a:ext>
                  </a:extLst>
                </p:cNvPr>
                <p:cNvSpPr txBox="1"/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713235F9-245B-F108-3189-4E10F34AF7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031549"/>
                  <a:ext cx="51260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1AC0531-1862-9B9B-3F2B-0020EFC79197}"/>
                    </a:ext>
                  </a:extLst>
                </p:cNvPr>
                <p:cNvSpPr txBox="1"/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1AC0531-1862-9B9B-3F2B-0020EFC791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5600817"/>
                  <a:ext cx="512608" cy="524118"/>
                </a:xfrm>
                <a:prstGeom prst="rect">
                  <a:avLst/>
                </a:prstGeom>
                <a:blipFill>
                  <a:blip r:embed="rId9"/>
                  <a:stretch>
                    <a:fillRect l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F699C2A-A7DA-EFB8-F554-41E97764AE94}"/>
                    </a:ext>
                  </a:extLst>
                </p:cNvPr>
                <p:cNvSpPr txBox="1"/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F699C2A-A7DA-EFB8-F554-41E97764AE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5600817"/>
                  <a:ext cx="392677" cy="5241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36BAF618-ADDF-55D8-32B7-2E9A1F739037}"/>
                    </a:ext>
                  </a:extLst>
                </p:cNvPr>
                <p:cNvSpPr txBox="1"/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36BAF618-ADDF-55D8-32B7-2E9A1F739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311" y="3927794"/>
                  <a:ext cx="448351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3E2AC2DE-DA3A-BB8A-0222-137D56BE3893}"/>
                </a:ext>
              </a:extLst>
            </p:cNvPr>
            <p:cNvSpPr/>
            <p:nvPr/>
          </p:nvSpPr>
          <p:spPr>
            <a:xfrm>
              <a:off x="1552189" y="4126404"/>
              <a:ext cx="126000" cy="126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0179BC95-B0C9-5FA8-00E4-B9F75A110F1B}"/>
                    </a:ext>
                  </a:extLst>
                </p:cNvPr>
                <p:cNvSpPr txBox="1"/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0179BC95-B0C9-5FA8-00E4-B9F75A110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" y="3926896"/>
                  <a:ext cx="512608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445D8012-E8C7-A550-8C1A-6E71F35547AA}"/>
                    </a:ext>
                  </a:extLst>
                </p:cNvPr>
                <p:cNvSpPr txBox="1"/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445D8012-E8C7-A550-8C1A-6E71F3554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0092" y="3926896"/>
                  <a:ext cx="392677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FCB7F0D-881B-1E03-6EAD-69AAB0E1699C}"/>
                  </a:ext>
                </a:extLst>
              </p:cNvPr>
              <p:cNvSpPr txBox="1"/>
              <p:nvPr/>
            </p:nvSpPr>
            <p:spPr>
              <a:xfrm>
                <a:off x="5146805" y="5274793"/>
                <a:ext cx="512608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FCB7F0D-881B-1E03-6EAD-69AAB0E16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805" y="5274793"/>
                <a:ext cx="512608" cy="462434"/>
              </a:xfrm>
              <a:prstGeom prst="rect">
                <a:avLst/>
              </a:prstGeom>
              <a:blipFill>
                <a:blip r:embed="rId14"/>
                <a:stretch>
                  <a:fillRect l="-10714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8568CDF-5F87-D778-0E77-728E5EDB9902}"/>
              </a:ext>
            </a:extLst>
          </p:cNvPr>
          <p:cNvGrpSpPr/>
          <p:nvPr/>
        </p:nvGrpSpPr>
        <p:grpSpPr>
          <a:xfrm>
            <a:off x="4866174" y="1080000"/>
            <a:ext cx="7325826" cy="4646140"/>
            <a:chOff x="4878800" y="1080000"/>
            <a:chExt cx="7325826" cy="4646140"/>
          </a:xfrm>
        </p:grpSpPr>
        <p:sp>
          <p:nvSpPr>
            <p:cNvPr id="243" name="Line 27">
              <a:extLst>
                <a:ext uri="{FF2B5EF4-FFF2-40B4-BE49-F238E27FC236}">
                  <a16:creationId xmlns:a16="http://schemas.microsoft.com/office/drawing/2014/main" id="{EB18CD44-3916-30C0-1CD4-6C0923F736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82626" y="2340000"/>
              <a:ext cx="939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492E8370-A649-97AF-84A3-C2E026431C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93755" y="2397605"/>
              <a:ext cx="1615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46" name="Line 27">
              <a:extLst>
                <a:ext uri="{FF2B5EF4-FFF2-40B4-BE49-F238E27FC236}">
                  <a16:creationId xmlns:a16="http://schemas.microsoft.com/office/drawing/2014/main" id="{65C01171-EECF-E2BF-6508-41B9728427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44873" y="3203409"/>
              <a:ext cx="16464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095E2D8D-E020-B256-3302-2EE3E2B764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765961" y="3211409"/>
              <a:ext cx="1630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97" name="Line 8">
              <a:extLst>
                <a:ext uri="{FF2B5EF4-FFF2-40B4-BE49-F238E27FC236}">
                  <a16:creationId xmlns:a16="http://schemas.microsoft.com/office/drawing/2014/main" id="{E4E9FD96-BE81-68FF-7AEB-AED581F93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6966" y="4961582"/>
              <a:ext cx="121068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Line 8">
              <a:extLst>
                <a:ext uri="{FF2B5EF4-FFF2-40B4-BE49-F238E27FC236}">
                  <a16:creationId xmlns:a16="http://schemas.microsoft.com/office/drawing/2014/main" id="{A0431F33-544B-7ECB-6BF1-750FF9BFCF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42376" y="5084782"/>
              <a:ext cx="2814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Line 7">
              <a:extLst>
                <a:ext uri="{FF2B5EF4-FFF2-40B4-BE49-F238E27FC236}">
                  <a16:creationId xmlns:a16="http://schemas.microsoft.com/office/drawing/2014/main" id="{8C94B13B-01D7-D2FD-6C5A-584A501C2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8315" y="2127726"/>
              <a:ext cx="27080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Line 160">
              <a:extLst>
                <a:ext uri="{FF2B5EF4-FFF2-40B4-BE49-F238E27FC236}">
                  <a16:creationId xmlns:a16="http://schemas.microsoft.com/office/drawing/2014/main" id="{F61B8A7B-25C7-8095-5C83-042F0908DA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9164" y="460484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6" name="Line 7">
              <a:extLst>
                <a:ext uri="{FF2B5EF4-FFF2-40B4-BE49-F238E27FC236}">
                  <a16:creationId xmlns:a16="http://schemas.microsoft.com/office/drawing/2014/main" id="{C86136A1-71D5-2ECB-2B5B-11E803C62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6842" y="4691670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Line 9">
              <a:extLst>
                <a:ext uri="{FF2B5EF4-FFF2-40B4-BE49-F238E27FC236}">
                  <a16:creationId xmlns:a16="http://schemas.microsoft.com/office/drawing/2014/main" id="{7F045360-F71C-16CB-0A2B-63528F632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001" y="4829325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160">
              <a:extLst>
                <a:ext uri="{FF2B5EF4-FFF2-40B4-BE49-F238E27FC236}">
                  <a16:creationId xmlns:a16="http://schemas.microsoft.com/office/drawing/2014/main" id="{92CE2C77-F73E-BAEE-D245-B72E7D0977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9164" y="5044615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1" name="Arc 156">
              <a:extLst>
                <a:ext uri="{FF2B5EF4-FFF2-40B4-BE49-F238E27FC236}">
                  <a16:creationId xmlns:a16="http://schemas.microsoft.com/office/drawing/2014/main" id="{210289CC-CE91-CDB3-9434-6CD59C0D9D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2019" y="4621650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2" name="Arc 156">
              <a:extLst>
                <a:ext uri="{FF2B5EF4-FFF2-40B4-BE49-F238E27FC236}">
                  <a16:creationId xmlns:a16="http://schemas.microsoft.com/office/drawing/2014/main" id="{AB23F063-36B0-8AA7-75F1-472981153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9159" y="4604841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3" name="Oval 163">
              <a:extLst>
                <a:ext uri="{FF2B5EF4-FFF2-40B4-BE49-F238E27FC236}">
                  <a16:creationId xmlns:a16="http://schemas.microsoft.com/office/drawing/2014/main" id="{DC46B3D0-6A60-DF54-7E7C-FAC8E8841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9554" y="4769409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32EF15E5-7A3C-85B0-D480-877740720199}"/>
                    </a:ext>
                  </a:extLst>
                </p:cNvPr>
                <p:cNvSpPr txBox="1"/>
                <p:nvPr/>
              </p:nvSpPr>
              <p:spPr>
                <a:xfrm>
                  <a:off x="9952420" y="3291444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32EF15E5-7A3C-85B0-D480-877740720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2420" y="3291444"/>
                  <a:ext cx="539355" cy="461665"/>
                </a:xfrm>
                <a:prstGeom prst="rect">
                  <a:avLst/>
                </a:prstGeom>
                <a:blipFill>
                  <a:blip r:embed="rId15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Line 27">
              <a:extLst>
                <a:ext uri="{FF2B5EF4-FFF2-40B4-BE49-F238E27FC236}">
                  <a16:creationId xmlns:a16="http://schemas.microsoft.com/office/drawing/2014/main" id="{9B1E65AD-6BA2-16ED-F889-79DF84F00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7063" y="3523949"/>
              <a:ext cx="1113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60792ACA-0FC3-E215-6497-AEB66F2FEBF3}"/>
                    </a:ext>
                  </a:extLst>
                </p:cNvPr>
                <p:cNvSpPr txBox="1"/>
                <p:nvPr/>
              </p:nvSpPr>
              <p:spPr>
                <a:xfrm>
                  <a:off x="8591012" y="329449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文本框 207">
                  <a:extLst>
                    <a:ext uri="{FF2B5EF4-FFF2-40B4-BE49-F238E27FC236}">
                      <a16:creationId xmlns:a16="http://schemas.microsoft.com/office/drawing/2014/main" id="{60792ACA-0FC3-E215-6497-AEB66F2FEB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1012" y="3294492"/>
                  <a:ext cx="539355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794A6BA1-7F7C-E12B-026C-3F6298E8DCD8}"/>
                    </a:ext>
                  </a:extLst>
                </p:cNvPr>
                <p:cNvSpPr txBox="1"/>
                <p:nvPr/>
              </p:nvSpPr>
              <p:spPr>
                <a:xfrm>
                  <a:off x="7518682" y="454274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794A6BA1-7F7C-E12B-026C-3F6298E8DC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682" y="4542748"/>
                  <a:ext cx="539355" cy="462434"/>
                </a:xfrm>
                <a:prstGeom prst="rect">
                  <a:avLst/>
                </a:prstGeom>
                <a:blipFill>
                  <a:blip r:embed="rId17"/>
                  <a:stretch>
                    <a:fillRect l="-8989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Line 27">
              <a:extLst>
                <a:ext uri="{FF2B5EF4-FFF2-40B4-BE49-F238E27FC236}">
                  <a16:creationId xmlns:a16="http://schemas.microsoft.com/office/drawing/2014/main" id="{ED90AC43-FFAD-B267-2EC6-D1A625D32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9474" y="3527551"/>
              <a:ext cx="1118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2D97C3AC-52A7-DC0D-F34A-DF55191CEA0D}"/>
                    </a:ext>
                  </a:extLst>
                </p:cNvPr>
                <p:cNvSpPr txBox="1"/>
                <p:nvPr/>
              </p:nvSpPr>
              <p:spPr>
                <a:xfrm>
                  <a:off x="6965510" y="3295046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文本框 210">
                  <a:extLst>
                    <a:ext uri="{FF2B5EF4-FFF2-40B4-BE49-F238E27FC236}">
                      <a16:creationId xmlns:a16="http://schemas.microsoft.com/office/drawing/2014/main" id="{2D97C3AC-52A7-DC0D-F34A-DF55191CE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510" y="3295046"/>
                  <a:ext cx="539355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AD6EB1FE-9FDA-36FE-28D4-633A0333F4C9}"/>
                    </a:ext>
                  </a:extLst>
                </p:cNvPr>
                <p:cNvSpPr txBox="1"/>
                <p:nvPr/>
              </p:nvSpPr>
              <p:spPr>
                <a:xfrm>
                  <a:off x="5596389" y="330468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AD6EB1FE-9FDA-36FE-28D4-633A0333F4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6389" y="3304682"/>
                  <a:ext cx="539355" cy="462434"/>
                </a:xfrm>
                <a:prstGeom prst="rect">
                  <a:avLst/>
                </a:prstGeom>
                <a:blipFill>
                  <a:blip r:embed="rId19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3" name="Line 27">
              <a:extLst>
                <a:ext uri="{FF2B5EF4-FFF2-40B4-BE49-F238E27FC236}">
                  <a16:creationId xmlns:a16="http://schemas.microsoft.com/office/drawing/2014/main" id="{6747566E-CCC8-64DD-A98F-1104794168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382750" y="2320199"/>
              <a:ext cx="9666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CBC77D64-7297-1E69-CD3E-D2DEBADF6ED5}"/>
                    </a:ext>
                  </a:extLst>
                </p:cNvPr>
                <p:cNvSpPr txBox="1"/>
                <p:nvPr/>
              </p:nvSpPr>
              <p:spPr>
                <a:xfrm>
                  <a:off x="5636967" y="1458641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CBC77D64-7297-1E69-CD3E-D2DEBADF6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967" y="1458641"/>
                  <a:ext cx="539355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024F1531-7A0A-ECDF-4575-180738F8621F}"/>
                </a:ext>
              </a:extLst>
            </p:cNvPr>
            <p:cNvSpPr txBox="1"/>
            <p:nvPr/>
          </p:nvSpPr>
          <p:spPr>
            <a:xfrm>
              <a:off x="557428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F7B0389F-375C-B6C3-C771-7593C95CF3BF}"/>
                    </a:ext>
                  </a:extLst>
                </p:cNvPr>
                <p:cNvSpPr txBox="1"/>
                <p:nvPr/>
              </p:nvSpPr>
              <p:spPr>
                <a:xfrm>
                  <a:off x="7518682" y="2376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F7B0389F-375C-B6C3-C771-7593C95CF3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682" y="2376000"/>
                  <a:ext cx="539355" cy="462434"/>
                </a:xfrm>
                <a:prstGeom prst="rect">
                  <a:avLst/>
                </a:prstGeom>
                <a:blipFill>
                  <a:blip r:embed="rId21"/>
                  <a:stretch>
                    <a:fillRect l="-8989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9" name="Line 27">
              <a:extLst>
                <a:ext uri="{FF2B5EF4-FFF2-40B4-BE49-F238E27FC236}">
                  <a16:creationId xmlns:a16="http://schemas.microsoft.com/office/drawing/2014/main" id="{771E6BEF-E1FF-1BCC-C44E-AEAC375E9E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619" y="2397907"/>
              <a:ext cx="15680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9E18C04B-5BE8-D2C7-8CDC-7CC9F5B99449}"/>
                    </a:ext>
                  </a:extLst>
                </p:cNvPr>
                <p:cNvSpPr/>
                <p:nvPr/>
              </p:nvSpPr>
              <p:spPr>
                <a:xfrm>
                  <a:off x="6220669" y="3240012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0" name="矩形 219">
                  <a:extLst>
                    <a:ext uri="{FF2B5EF4-FFF2-40B4-BE49-F238E27FC236}">
                      <a16:creationId xmlns:a16="http://schemas.microsoft.com/office/drawing/2014/main" id="{9E18C04B-5BE8-D2C7-8CDC-7CC9F5B994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0669" y="3240012"/>
                  <a:ext cx="716034" cy="57507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8EBAC7C7-D5D0-58A5-68B9-42032B89A9CB}"/>
                </a:ext>
              </a:extLst>
            </p:cNvPr>
            <p:cNvSpPr/>
            <p:nvPr/>
          </p:nvSpPr>
          <p:spPr>
            <a:xfrm flipV="1">
              <a:off x="6088467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A82A278C-0FED-6EEE-B97E-FCA1DE287CF6}"/>
                </a:ext>
              </a:extLst>
            </p:cNvPr>
            <p:cNvSpPr/>
            <p:nvPr/>
          </p:nvSpPr>
          <p:spPr>
            <a:xfrm flipV="1">
              <a:off x="6536761" y="2350175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32FEAE90-FD77-3F8D-247A-866817BA5A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6796711" y="3810382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6" name="Line 27">
              <a:extLst>
                <a:ext uri="{FF2B5EF4-FFF2-40B4-BE49-F238E27FC236}">
                  <a16:creationId xmlns:a16="http://schemas.microsoft.com/office/drawing/2014/main" id="{5E36C62C-E9EB-7D94-1D79-BA68D78808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01128" y="4620529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7" name="Line 27">
              <a:extLst>
                <a:ext uri="{FF2B5EF4-FFF2-40B4-BE49-F238E27FC236}">
                  <a16:creationId xmlns:a16="http://schemas.microsoft.com/office/drawing/2014/main" id="{81285BD1-3266-FA43-7922-7D69639C72E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85274" y="4686623"/>
              <a:ext cx="2969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8" name="Line 27">
              <a:extLst>
                <a:ext uri="{FF2B5EF4-FFF2-40B4-BE49-F238E27FC236}">
                  <a16:creationId xmlns:a16="http://schemas.microsoft.com/office/drawing/2014/main" id="{F300473A-7865-A3B3-5C4D-046DF666C1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6792828" y="3799493"/>
              <a:ext cx="529117" cy="9645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89E6B983-2EC2-5DDA-FBD1-545D3F16C25C}"/>
                    </a:ext>
                  </a:extLst>
                </p:cNvPr>
                <p:cNvSpPr txBox="1"/>
                <p:nvPr/>
              </p:nvSpPr>
              <p:spPr>
                <a:xfrm>
                  <a:off x="5636966" y="276423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89E6B983-2EC2-5DDA-FBD1-545D3F16C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6966" y="2764232"/>
                  <a:ext cx="539355" cy="461665"/>
                </a:xfrm>
                <a:prstGeom prst="rect">
                  <a:avLst/>
                </a:prstGeom>
                <a:blipFill>
                  <a:blip r:embed="rId23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89D89000-0F19-F2F2-B48B-939B3A1D8417}"/>
                    </a:ext>
                  </a:extLst>
                </p:cNvPr>
                <p:cNvSpPr txBox="1"/>
                <p:nvPr/>
              </p:nvSpPr>
              <p:spPr>
                <a:xfrm>
                  <a:off x="4878800" y="216668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89D89000-0F19-F2F2-B48B-939B3A1D8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8800" y="2166689"/>
                  <a:ext cx="539355" cy="46243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4" name="Line 27">
              <a:extLst>
                <a:ext uri="{FF2B5EF4-FFF2-40B4-BE49-F238E27FC236}">
                  <a16:creationId xmlns:a16="http://schemas.microsoft.com/office/drawing/2014/main" id="{D87C6ED6-3F21-D0CB-9D95-FA6A15542F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638150" y="3151311"/>
              <a:ext cx="17791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60BB28CA-08EF-95B9-E8D3-007CB4136CAA}"/>
                    </a:ext>
                  </a:extLst>
                </p:cNvPr>
                <p:cNvSpPr txBox="1"/>
                <p:nvPr/>
              </p:nvSpPr>
              <p:spPr>
                <a:xfrm>
                  <a:off x="11665271" y="25730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60BB28CA-08EF-95B9-E8D3-007CB4136C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5271" y="2573000"/>
                  <a:ext cx="539355" cy="462434"/>
                </a:xfrm>
                <a:prstGeom prst="rect">
                  <a:avLst/>
                </a:prstGeom>
                <a:blipFill>
                  <a:blip r:embed="rId25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0B69F71B-C458-54CF-CB5D-A994AF6F00EB}"/>
                </a:ext>
              </a:extLst>
            </p:cNvPr>
            <p:cNvSpPr txBox="1"/>
            <p:nvPr/>
          </p:nvSpPr>
          <p:spPr>
            <a:xfrm>
              <a:off x="8561193" y="1080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72F2DD6E-A3E5-7AF0-36AD-1BABED247018}"/>
                    </a:ext>
                  </a:extLst>
                </p:cNvPr>
                <p:cNvSpPr txBox="1"/>
                <p:nvPr/>
              </p:nvSpPr>
              <p:spPr>
                <a:xfrm>
                  <a:off x="11661731" y="2007686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72F2DD6E-A3E5-7AF0-36AD-1BABED247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1731" y="2007686"/>
                  <a:ext cx="539355" cy="462434"/>
                </a:xfrm>
                <a:prstGeom prst="rect">
                  <a:avLst/>
                </a:prstGeom>
                <a:blipFill>
                  <a:blip r:embed="rId26"/>
                  <a:stretch>
                    <a:fillRect l="-1136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6B13D872-880C-79B1-B776-E7ACA829B62B}"/>
                    </a:ext>
                  </a:extLst>
                </p:cNvPr>
                <p:cNvSpPr/>
                <p:nvPr/>
              </p:nvSpPr>
              <p:spPr>
                <a:xfrm>
                  <a:off x="8494961" y="2106766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baseline="-25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0" name="矩形 239">
                  <a:extLst>
                    <a:ext uri="{FF2B5EF4-FFF2-40B4-BE49-F238E27FC236}">
                      <a16:creationId xmlns:a16="http://schemas.microsoft.com/office/drawing/2014/main" id="{6B13D872-880C-79B1-B776-E7ACA829B6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961" y="2106766"/>
                  <a:ext cx="716034" cy="57507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FB755B33-A035-52EC-351F-CB2BCAD34357}"/>
                </a:ext>
              </a:extLst>
            </p:cNvPr>
            <p:cNvSpPr/>
            <p:nvPr/>
          </p:nvSpPr>
          <p:spPr>
            <a:xfrm flipV="1">
              <a:off x="8793026" y="198000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BE918136-2E11-E085-F800-75F7BCE62FD3}"/>
                    </a:ext>
                  </a:extLst>
                </p:cNvPr>
                <p:cNvSpPr/>
                <p:nvPr/>
              </p:nvSpPr>
              <p:spPr>
                <a:xfrm>
                  <a:off x="9207579" y="3236410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4" name="矩形 243">
                  <a:extLst>
                    <a:ext uri="{FF2B5EF4-FFF2-40B4-BE49-F238E27FC236}">
                      <a16:creationId xmlns:a16="http://schemas.microsoft.com/office/drawing/2014/main" id="{BE918136-2E11-E085-F800-75F7BCE62F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7579" y="3236410"/>
                  <a:ext cx="716034" cy="57507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452DD6E8-EF39-BEB7-3A45-C2022B7AECEC}"/>
                </a:ext>
              </a:extLst>
            </p:cNvPr>
            <p:cNvSpPr/>
            <p:nvPr/>
          </p:nvSpPr>
          <p:spPr>
            <a:xfrm flipV="1">
              <a:off x="9077224" y="3467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854630FA-EE5B-4624-068D-DFA6C7932DD1}"/>
                </a:ext>
              </a:extLst>
            </p:cNvPr>
            <p:cNvSpPr/>
            <p:nvPr/>
          </p:nvSpPr>
          <p:spPr>
            <a:xfrm flipV="1">
              <a:off x="9523671" y="234657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49" name="Line 27">
              <a:extLst>
                <a:ext uri="{FF2B5EF4-FFF2-40B4-BE49-F238E27FC236}">
                  <a16:creationId xmlns:a16="http://schemas.microsoft.com/office/drawing/2014/main" id="{5C80DB1B-0A54-C7FF-2CE8-1D866CCE1E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783621" y="3806780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1" name="Line 27">
              <a:extLst>
                <a:ext uri="{FF2B5EF4-FFF2-40B4-BE49-F238E27FC236}">
                  <a16:creationId xmlns:a16="http://schemas.microsoft.com/office/drawing/2014/main" id="{B08BFF5E-A39F-BE79-3ADF-7B518FA518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364953" y="4684248"/>
              <a:ext cx="2993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2" name="Line 27">
              <a:extLst>
                <a:ext uri="{FF2B5EF4-FFF2-40B4-BE49-F238E27FC236}">
                  <a16:creationId xmlns:a16="http://schemas.microsoft.com/office/drawing/2014/main" id="{9E519054-E94E-264A-73D2-13CFA509EC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778121" y="3799038"/>
              <a:ext cx="526888" cy="9605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8F719FB8-E460-0246-1B42-0952F4771272}"/>
                    </a:ext>
                  </a:extLst>
                </p:cNvPr>
                <p:cNvSpPr txBox="1"/>
                <p:nvPr/>
              </p:nvSpPr>
              <p:spPr>
                <a:xfrm>
                  <a:off x="8623877" y="145503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8F719FB8-E460-0246-1B42-0952F4771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877" y="1455039"/>
                  <a:ext cx="539355" cy="461665"/>
                </a:xfrm>
                <a:prstGeom prst="rect">
                  <a:avLst/>
                </a:prstGeom>
                <a:blipFill>
                  <a:blip r:embed="rId29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0952CCDC-B703-5632-E6AD-F9FDC7AB6BFC}"/>
                    </a:ext>
                  </a:extLst>
                </p:cNvPr>
                <p:cNvSpPr txBox="1"/>
                <p:nvPr/>
              </p:nvSpPr>
              <p:spPr>
                <a:xfrm>
                  <a:off x="8623876" y="2760630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0952CCDC-B703-5632-E6AD-F9FDC7AB6B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3876" y="2760630"/>
                  <a:ext cx="539355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1C8D7327-0F39-7BAA-86E7-4A474A629B82}"/>
                </a:ext>
              </a:extLst>
            </p:cNvPr>
            <p:cNvSpPr/>
            <p:nvPr/>
          </p:nvSpPr>
          <p:spPr>
            <a:xfrm flipV="1">
              <a:off x="10468587" y="22174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57" name="Line 27">
              <a:extLst>
                <a:ext uri="{FF2B5EF4-FFF2-40B4-BE49-F238E27FC236}">
                  <a16:creationId xmlns:a16="http://schemas.microsoft.com/office/drawing/2014/main" id="{9D64A3C8-5B80-CB08-DEA6-3C00296A61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626861" y="3149510"/>
              <a:ext cx="17755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8" name="Line 27">
              <a:extLst>
                <a:ext uri="{FF2B5EF4-FFF2-40B4-BE49-F238E27FC236}">
                  <a16:creationId xmlns:a16="http://schemas.microsoft.com/office/drawing/2014/main" id="{F5B269FC-2F0A-61FF-179A-CF92BFC65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7518" y="2822018"/>
              <a:ext cx="21296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8EACB9C2-3DF4-569B-61F3-B3CFB3D6DCBD}"/>
                </a:ext>
              </a:extLst>
            </p:cNvPr>
            <p:cNvSpPr/>
            <p:nvPr/>
          </p:nvSpPr>
          <p:spPr>
            <a:xfrm flipV="1">
              <a:off x="5806667" y="197989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4" name="等腰三角形 263">
              <a:extLst>
                <a:ext uri="{FF2B5EF4-FFF2-40B4-BE49-F238E27FC236}">
                  <a16:creationId xmlns:a16="http://schemas.microsoft.com/office/drawing/2014/main" id="{0780735B-1339-3161-FC6A-91BAA7AABEAD}"/>
                </a:ext>
              </a:extLst>
            </p:cNvPr>
            <p:cNvSpPr/>
            <p:nvPr/>
          </p:nvSpPr>
          <p:spPr>
            <a:xfrm rot="5400000">
              <a:off x="11011367" y="2638039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8103B448-2348-6DF2-02E8-4080BE0CB8AF}"/>
                </a:ext>
              </a:extLst>
            </p:cNvPr>
            <p:cNvSpPr/>
            <p:nvPr/>
          </p:nvSpPr>
          <p:spPr>
            <a:xfrm flipV="1">
              <a:off x="11406992" y="2762591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67" name="Arc 158">
              <a:extLst>
                <a:ext uri="{FF2B5EF4-FFF2-40B4-BE49-F238E27FC236}">
                  <a16:creationId xmlns:a16="http://schemas.microsoft.com/office/drawing/2014/main" id="{75DFDD2C-8DE5-B9C5-5E32-34544957C8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295487" y="1941911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8" name="Line 160">
              <a:extLst>
                <a:ext uri="{FF2B5EF4-FFF2-40B4-BE49-F238E27FC236}">
                  <a16:creationId xmlns:a16="http://schemas.microsoft.com/office/drawing/2014/main" id="{A0EDB837-2F80-1961-67B2-E97BA24F7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0637" y="2040484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1" name="Line 9">
              <a:extLst>
                <a:ext uri="{FF2B5EF4-FFF2-40B4-BE49-F238E27FC236}">
                  <a16:creationId xmlns:a16="http://schemas.microsoft.com/office/drawing/2014/main" id="{7AC183B0-1D56-1DBF-5360-03C72FEC8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77473" y="2265381"/>
              <a:ext cx="141966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Line 160">
              <a:extLst>
                <a:ext uri="{FF2B5EF4-FFF2-40B4-BE49-F238E27FC236}">
                  <a16:creationId xmlns:a16="http://schemas.microsoft.com/office/drawing/2014/main" id="{FD0079A3-0FA9-9C79-B523-80A9754BBB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0637" y="2480671"/>
              <a:ext cx="197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3" name="Arc 156">
              <a:extLst>
                <a:ext uri="{FF2B5EF4-FFF2-40B4-BE49-F238E27FC236}">
                  <a16:creationId xmlns:a16="http://schemas.microsoft.com/office/drawing/2014/main" id="{49E81218-766D-AA09-3266-A9C447ECA18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23492" y="2057706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4" name="Arc 156">
              <a:extLst>
                <a:ext uri="{FF2B5EF4-FFF2-40B4-BE49-F238E27FC236}">
                  <a16:creationId xmlns:a16="http://schemas.microsoft.com/office/drawing/2014/main" id="{40584162-82AD-C03A-1F6B-B56C2AFD0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0632" y="2040897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5" name="Oval 163">
              <a:extLst>
                <a:ext uri="{FF2B5EF4-FFF2-40B4-BE49-F238E27FC236}">
                  <a16:creationId xmlns:a16="http://schemas.microsoft.com/office/drawing/2014/main" id="{34926D0D-20A7-F3F4-9E34-536BA6324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21027" y="2205465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8" name="等腰三角形 277">
              <a:extLst>
                <a:ext uri="{FF2B5EF4-FFF2-40B4-BE49-F238E27FC236}">
                  <a16:creationId xmlns:a16="http://schemas.microsoft.com/office/drawing/2014/main" id="{C22AAD4E-3DC1-C5A6-153C-D450607F7281}"/>
                </a:ext>
              </a:extLst>
            </p:cNvPr>
            <p:cNvSpPr/>
            <p:nvPr/>
          </p:nvSpPr>
          <p:spPr>
            <a:xfrm rot="5400000">
              <a:off x="11009597" y="208080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9F941EE3-380E-7EDE-3D71-22A05BB74E4D}"/>
                </a:ext>
              </a:extLst>
            </p:cNvPr>
            <p:cNvSpPr/>
            <p:nvPr/>
          </p:nvSpPr>
          <p:spPr>
            <a:xfrm flipV="1">
              <a:off x="11405222" y="2205354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C93A6186-57B9-704D-2EE3-C5173CB29127}"/>
                </a:ext>
              </a:extLst>
            </p:cNvPr>
            <p:cNvSpPr/>
            <p:nvPr/>
          </p:nvSpPr>
          <p:spPr>
            <a:xfrm flipV="1">
              <a:off x="9521246" y="277374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7A6F53FC-288E-A59B-9CE4-713BCB78CBDD}"/>
                </a:ext>
              </a:extLst>
            </p:cNvPr>
            <p:cNvSpPr/>
            <p:nvPr/>
          </p:nvSpPr>
          <p:spPr>
            <a:xfrm flipV="1">
              <a:off x="6537761" y="4913946"/>
              <a:ext cx="91367" cy="95462"/>
            </a:xfrm>
            <a:prstGeom prst="ellipse">
              <a:avLst/>
            </a:prstGeom>
            <a:solidFill>
              <a:srgbClr val="FF000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3" name="Line 8">
              <a:extLst>
                <a:ext uri="{FF2B5EF4-FFF2-40B4-BE49-F238E27FC236}">
                  <a16:creationId xmlns:a16="http://schemas.microsoft.com/office/drawing/2014/main" id="{024355EA-2606-3E00-5B74-0E1C3A54C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1566" y="5220489"/>
              <a:ext cx="41976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Line 8">
              <a:extLst>
                <a:ext uri="{FF2B5EF4-FFF2-40B4-BE49-F238E27FC236}">
                  <a16:creationId xmlns:a16="http://schemas.microsoft.com/office/drawing/2014/main" id="{DF62FE2F-4AF6-8E1C-7E30-C30A85311E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37522" y="3510613"/>
              <a:ext cx="344021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Line 7">
              <a:extLst>
                <a:ext uri="{FF2B5EF4-FFF2-40B4-BE49-F238E27FC236}">
                  <a16:creationId xmlns:a16="http://schemas.microsoft.com/office/drawing/2014/main" id="{CBE789A5-9280-065C-F5C2-7ACD2AF04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8314" y="1800000"/>
              <a:ext cx="121728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Line 7">
              <a:extLst>
                <a:ext uri="{FF2B5EF4-FFF2-40B4-BE49-F238E27FC236}">
                  <a16:creationId xmlns:a16="http://schemas.microsoft.com/office/drawing/2014/main" id="{2F8928D7-547B-E1D5-91FF-8ED2DCE22D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66344" y="1964854"/>
              <a:ext cx="34870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等腰三角形 286">
              <a:extLst>
                <a:ext uri="{FF2B5EF4-FFF2-40B4-BE49-F238E27FC236}">
                  <a16:creationId xmlns:a16="http://schemas.microsoft.com/office/drawing/2014/main" id="{6C2431B2-67D5-F527-4F9E-69E7BD86C98F}"/>
                </a:ext>
              </a:extLst>
            </p:cNvPr>
            <p:cNvSpPr/>
            <p:nvPr/>
          </p:nvSpPr>
          <p:spPr>
            <a:xfrm rot="5400000">
              <a:off x="5794761" y="4781055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6D385C87-120D-E8A9-B175-3EB0816BC122}"/>
                </a:ext>
              </a:extLst>
            </p:cNvPr>
            <p:cNvSpPr/>
            <p:nvPr/>
          </p:nvSpPr>
          <p:spPr>
            <a:xfrm flipV="1">
              <a:off x="6190386" y="4905607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E4D93753-C4CA-315E-0857-EE464743CCAE}"/>
                    </a:ext>
                  </a:extLst>
                </p:cNvPr>
                <p:cNvSpPr txBox="1"/>
                <p:nvPr/>
              </p:nvSpPr>
              <p:spPr>
                <a:xfrm>
                  <a:off x="5148000" y="4727102"/>
                  <a:ext cx="51260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1" name="文本框 290">
                  <a:extLst>
                    <a:ext uri="{FF2B5EF4-FFF2-40B4-BE49-F238E27FC236}">
                      <a16:creationId xmlns:a16="http://schemas.microsoft.com/office/drawing/2014/main" id="{E4D93753-C4CA-315E-0857-EE464743CC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8000" y="4727102"/>
                  <a:ext cx="512608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15294" b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7CADB2C1-7597-61FE-AE04-EC49FCA057FA}"/>
                    </a:ext>
                  </a:extLst>
                </p:cNvPr>
                <p:cNvSpPr/>
                <p:nvPr/>
              </p:nvSpPr>
              <p:spPr>
                <a:xfrm>
                  <a:off x="5508051" y="2110368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ar-AE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ar-AE" dirty="0"/>
                </a:p>
              </p:txBody>
            </p:sp>
          </mc:Choice>
          <mc:Fallback xmlns="">
            <p:sp>
              <p:nvSpPr>
                <p:cNvPr id="217" name="矩形 216">
                  <a:extLst>
                    <a:ext uri="{FF2B5EF4-FFF2-40B4-BE49-F238E27FC236}">
                      <a16:creationId xmlns:a16="http://schemas.microsoft.com/office/drawing/2014/main" id="{7CADB2C1-7597-61FE-AE04-EC49FCA057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051" y="2110368"/>
                  <a:ext cx="716034" cy="575079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B21BCD2B-240B-68CA-626E-FE6D15DE4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6966" y="5509273"/>
              <a:ext cx="3938039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等腰三角形 22">
              <a:extLst>
                <a:ext uri="{FF2B5EF4-FFF2-40B4-BE49-F238E27FC236}">
                  <a16:creationId xmlns:a16="http://schemas.microsoft.com/office/drawing/2014/main" id="{D7C674B7-198C-BFF5-A0E7-CA22F64A21DC}"/>
                </a:ext>
              </a:extLst>
            </p:cNvPr>
            <p:cNvSpPr/>
            <p:nvPr/>
          </p:nvSpPr>
          <p:spPr>
            <a:xfrm rot="5400000">
              <a:off x="5793566" y="5328746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AD1EBBA2-4420-9651-CE6A-BD6D64D23CA6}"/>
                </a:ext>
              </a:extLst>
            </p:cNvPr>
            <p:cNvSpPr/>
            <p:nvPr/>
          </p:nvSpPr>
          <p:spPr>
            <a:xfrm flipV="1">
              <a:off x="6189191" y="5453298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8">
              <a:extLst>
                <a:ext uri="{FF2B5EF4-FFF2-40B4-BE49-F238E27FC236}">
                  <a16:creationId xmlns:a16="http://schemas.microsoft.com/office/drawing/2014/main" id="{CC8A340A-6BB5-0DFB-8382-C6773EC87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1299" y="4960325"/>
              <a:ext cx="266354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8">
              <a:extLst>
                <a:ext uri="{FF2B5EF4-FFF2-40B4-BE49-F238E27FC236}">
                  <a16:creationId xmlns:a16="http://schemas.microsoft.com/office/drawing/2014/main" id="{803F05F7-3EA4-49BE-8E2D-44F595C073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279787" y="5232137"/>
              <a:ext cx="566666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160">
              <a:extLst>
                <a:ext uri="{FF2B5EF4-FFF2-40B4-BE49-F238E27FC236}">
                  <a16:creationId xmlns:a16="http://schemas.microsoft.com/office/drawing/2014/main" id="{05BB4C37-1A0D-7105-EB52-B411935275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59166" y="4604362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8" name="Line 7">
              <a:extLst>
                <a:ext uri="{FF2B5EF4-FFF2-40B4-BE49-F238E27FC236}">
                  <a16:creationId xmlns:a16="http://schemas.microsoft.com/office/drawing/2014/main" id="{6866B39F-36B8-FFB4-243E-72FA963E5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6844" y="4690413"/>
              <a:ext cx="2708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9">
              <a:extLst>
                <a:ext uri="{FF2B5EF4-FFF2-40B4-BE49-F238E27FC236}">
                  <a16:creationId xmlns:a16="http://schemas.microsoft.com/office/drawing/2014/main" id="{800E0312-D9E8-E8C4-04CC-F7F3B03C5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96003" y="4828068"/>
              <a:ext cx="23014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160">
              <a:extLst>
                <a:ext uri="{FF2B5EF4-FFF2-40B4-BE49-F238E27FC236}">
                  <a16:creationId xmlns:a16="http://schemas.microsoft.com/office/drawing/2014/main" id="{BF32E99A-BEAD-CF52-9ED2-8063ABDA62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59166" y="5043358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1" name="Arc 156">
              <a:extLst>
                <a:ext uri="{FF2B5EF4-FFF2-40B4-BE49-F238E27FC236}">
                  <a16:creationId xmlns:a16="http://schemas.microsoft.com/office/drawing/2014/main" id="{5DEF2151-44B4-87F3-BD00-CA95B51EC9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942021" y="462039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2" name="Arc 156">
              <a:extLst>
                <a:ext uri="{FF2B5EF4-FFF2-40B4-BE49-F238E27FC236}">
                  <a16:creationId xmlns:a16="http://schemas.microsoft.com/office/drawing/2014/main" id="{26881125-316E-7EE7-180F-DEC430CEA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9161" y="4603584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Oval 163">
              <a:extLst>
                <a:ext uri="{FF2B5EF4-FFF2-40B4-BE49-F238E27FC236}">
                  <a16:creationId xmlns:a16="http://schemas.microsoft.com/office/drawing/2014/main" id="{6AC4BF8D-4D93-5567-34FD-FC4745C5C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9556" y="4768152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4" name="Line 27">
              <a:extLst>
                <a:ext uri="{FF2B5EF4-FFF2-40B4-BE49-F238E27FC236}">
                  <a16:creationId xmlns:a16="http://schemas.microsoft.com/office/drawing/2014/main" id="{378F20BB-A4C6-6B64-B3CA-579C0ACB1D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81130" y="4619272"/>
              <a:ext cx="1659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6" name="Arc 158">
              <a:extLst>
                <a:ext uri="{FF2B5EF4-FFF2-40B4-BE49-F238E27FC236}">
                  <a16:creationId xmlns:a16="http://schemas.microsoft.com/office/drawing/2014/main" id="{A4FEFD2B-1643-2786-A63A-138FB226B83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314016" y="4504598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2" name="Arc 158">
              <a:extLst>
                <a:ext uri="{FF2B5EF4-FFF2-40B4-BE49-F238E27FC236}">
                  <a16:creationId xmlns:a16="http://schemas.microsoft.com/office/drawing/2014/main" id="{C680A4BD-D0C0-2872-4052-9F9C0A50DA1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34014" y="4505855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7" name="Line 8">
              <a:extLst>
                <a:ext uri="{FF2B5EF4-FFF2-40B4-BE49-F238E27FC236}">
                  <a16:creationId xmlns:a16="http://schemas.microsoft.com/office/drawing/2014/main" id="{51993A89-FA2A-E023-D48E-87C231460F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99927" y="3658188"/>
              <a:ext cx="3716219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5EB677BC-EC94-6FBF-60A2-88975DB31E33}"/>
                </a:ext>
              </a:extLst>
            </p:cNvPr>
            <p:cNvSpPr/>
            <p:nvPr/>
          </p:nvSpPr>
          <p:spPr>
            <a:xfrm flipV="1">
              <a:off x="8012353" y="5462019"/>
              <a:ext cx="91367" cy="95462"/>
            </a:xfrm>
            <a:prstGeom prst="ellipse">
              <a:avLst/>
            </a:prstGeom>
            <a:solidFill>
              <a:srgbClr val="00B050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9" name="Line 160">
              <a:extLst>
                <a:ext uri="{FF2B5EF4-FFF2-40B4-BE49-F238E27FC236}">
                  <a16:creationId xmlns:a16="http://schemas.microsoft.com/office/drawing/2014/main" id="{4BEB4F30-76C5-1066-A0A0-48E03232A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7675" y="2039950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0" name="Line 7">
              <a:extLst>
                <a:ext uri="{FF2B5EF4-FFF2-40B4-BE49-F238E27FC236}">
                  <a16:creationId xmlns:a16="http://schemas.microsoft.com/office/drawing/2014/main" id="{CF7E0D58-8150-4EF6-65B5-A509379D8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5353" y="2127192"/>
              <a:ext cx="270808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9">
              <a:extLst>
                <a:ext uri="{FF2B5EF4-FFF2-40B4-BE49-F238E27FC236}">
                  <a16:creationId xmlns:a16="http://schemas.microsoft.com/office/drawing/2014/main" id="{57CA0F6B-0F76-3EA3-55CA-D32802559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4512" y="2264847"/>
              <a:ext cx="8844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Line 160">
              <a:extLst>
                <a:ext uri="{FF2B5EF4-FFF2-40B4-BE49-F238E27FC236}">
                  <a16:creationId xmlns:a16="http://schemas.microsoft.com/office/drawing/2014/main" id="{FB1911DB-8FC1-413D-43D5-E88C835248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7675" y="2480137"/>
              <a:ext cx="197112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3" name="Arc 156">
              <a:extLst>
                <a:ext uri="{FF2B5EF4-FFF2-40B4-BE49-F238E27FC236}">
                  <a16:creationId xmlns:a16="http://schemas.microsoft.com/office/drawing/2014/main" id="{DBDE1F64-44CD-BBC7-7107-E83DB111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0530" y="2057172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4" name="Arc 156">
              <a:extLst>
                <a:ext uri="{FF2B5EF4-FFF2-40B4-BE49-F238E27FC236}">
                  <a16:creationId xmlns:a16="http://schemas.microsoft.com/office/drawing/2014/main" id="{0D38B74B-30B5-859B-01AF-D49E1653D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7670" y="2040363"/>
              <a:ext cx="297528" cy="422964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5" name="Oval 163">
              <a:extLst>
                <a:ext uri="{FF2B5EF4-FFF2-40B4-BE49-F238E27FC236}">
                  <a16:creationId xmlns:a16="http://schemas.microsoft.com/office/drawing/2014/main" id="{A2B8392F-6C23-4B1C-B51D-B7EB3AFFA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8065" y="2204931"/>
              <a:ext cx="118800" cy="11880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B05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6" name="Arc 158">
              <a:extLst>
                <a:ext uri="{FF2B5EF4-FFF2-40B4-BE49-F238E27FC236}">
                  <a16:creationId xmlns:a16="http://schemas.microsoft.com/office/drawing/2014/main" id="{2F45489E-412B-D6C9-D9CD-E0267105ECF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332525" y="1941377"/>
              <a:ext cx="437836" cy="63968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06DA9E92-77A8-85C9-4D89-33443BBD7586}"/>
                </a:ext>
              </a:extLst>
            </p:cNvPr>
            <p:cNvSpPr/>
            <p:nvPr/>
          </p:nvSpPr>
          <p:spPr>
            <a:xfrm flipV="1">
              <a:off x="7482376" y="221666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8" name="Line 7">
              <a:extLst>
                <a:ext uri="{FF2B5EF4-FFF2-40B4-BE49-F238E27FC236}">
                  <a16:creationId xmlns:a16="http://schemas.microsoft.com/office/drawing/2014/main" id="{42B292AC-6149-1A15-8CC8-E5B8E960C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5088" y="1800000"/>
              <a:ext cx="1484085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Line 7">
              <a:extLst>
                <a:ext uri="{FF2B5EF4-FFF2-40B4-BE49-F238E27FC236}">
                  <a16:creationId xmlns:a16="http://schemas.microsoft.com/office/drawing/2014/main" id="{ED294ADF-B19E-749E-913F-2BF13B37FE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09385" y="1965953"/>
              <a:ext cx="346118" cy="0"/>
            </a:xfrm>
            <a:prstGeom prst="line">
              <a:avLst/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3" name="Line 27">
              <a:extLst>
                <a:ext uri="{FF2B5EF4-FFF2-40B4-BE49-F238E27FC236}">
                  <a16:creationId xmlns:a16="http://schemas.microsoft.com/office/drawing/2014/main" id="{CC50C58C-4EF8-0947-6C1E-695A125D6B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16132" y="3336523"/>
              <a:ext cx="324359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60486AA0-2C81-1CBC-F566-5F8441D7FE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25470" y="2333148"/>
              <a:ext cx="1414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C6D556-E60A-71AD-4584-AA32A8756B78}"/>
              </a:ext>
            </a:extLst>
          </p:cNvPr>
          <p:cNvSpPr txBox="1"/>
          <p:nvPr/>
        </p:nvSpPr>
        <p:spPr>
          <a:xfrm>
            <a:off x="4631674" y="4735990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803CD2F-5AC3-F025-08DC-EA239ECE8858}"/>
              </a:ext>
            </a:extLst>
          </p:cNvPr>
          <p:cNvSpPr txBox="1"/>
          <p:nvPr/>
        </p:nvSpPr>
        <p:spPr>
          <a:xfrm>
            <a:off x="4631674" y="5275562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FC1DC5F-2C3F-1119-0A53-7C20CE0FABE2}"/>
              </a:ext>
            </a:extLst>
          </p:cNvPr>
          <p:cNvSpPr txBox="1"/>
          <p:nvPr/>
        </p:nvSpPr>
        <p:spPr>
          <a:xfrm>
            <a:off x="10611809" y="4735989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4BA1576-9246-5BE4-CA30-4615E6E8013F}"/>
              </a:ext>
            </a:extLst>
          </p:cNvPr>
          <p:cNvGrpSpPr/>
          <p:nvPr/>
        </p:nvGrpSpPr>
        <p:grpSpPr>
          <a:xfrm>
            <a:off x="6558454" y="5760000"/>
            <a:ext cx="3643630" cy="812029"/>
            <a:chOff x="450363" y="5192788"/>
            <a:chExt cx="3643630" cy="8120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1147D15E-1E5B-28F1-EA3F-CF61604A10D8}"/>
                    </a:ext>
                  </a:extLst>
                </p:cNvPr>
                <p:cNvSpPr txBox="1"/>
                <p:nvPr/>
              </p:nvSpPr>
              <p:spPr>
                <a:xfrm>
                  <a:off x="450363" y="5542383"/>
                  <a:ext cx="1180901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1147D15E-1E5B-28F1-EA3F-CF61604A1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63" y="5542383"/>
                  <a:ext cx="1180901" cy="462434"/>
                </a:xfrm>
                <a:prstGeom prst="rect">
                  <a:avLst/>
                </a:prstGeom>
                <a:blipFill>
                  <a:blip r:embed="rId33"/>
                  <a:stretch>
                    <a:fillRect l="-10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8F30EB03-0626-A5F1-6781-AFB462E73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409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" name="等腰三角形 33">
              <a:extLst>
                <a:ext uri="{FF2B5EF4-FFF2-40B4-BE49-F238E27FC236}">
                  <a16:creationId xmlns:a16="http://schemas.microsoft.com/office/drawing/2014/main" id="{82775B73-A585-4561-40F1-821ED46B65BD}"/>
                </a:ext>
              </a:extLst>
            </p:cNvPr>
            <p:cNvSpPr/>
            <p:nvPr/>
          </p:nvSpPr>
          <p:spPr>
            <a:xfrm rot="5400000">
              <a:off x="1894516" y="5607422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82DC5BA7-77EB-6E12-C88B-C0E96EA8E5EA}"/>
                </a:ext>
              </a:extLst>
            </p:cNvPr>
            <p:cNvSpPr/>
            <p:nvPr/>
          </p:nvSpPr>
          <p:spPr>
            <a:xfrm flipV="1">
              <a:off x="2291911" y="5732517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4E9012AC-D3E7-01C8-BD66-E38CC32E7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081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7" name="等腰三角形 36">
              <a:extLst>
                <a:ext uri="{FF2B5EF4-FFF2-40B4-BE49-F238E27FC236}">
                  <a16:creationId xmlns:a16="http://schemas.microsoft.com/office/drawing/2014/main" id="{7E5A7A47-B39A-ECCC-1A2F-40BE45531A7F}"/>
                </a:ext>
              </a:extLst>
            </p:cNvPr>
            <p:cNvSpPr/>
            <p:nvPr/>
          </p:nvSpPr>
          <p:spPr>
            <a:xfrm rot="5400000">
              <a:off x="2766188" y="560742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AC67A1F4-86A5-B9F1-2B52-7B0566128FC1}"/>
                </a:ext>
              </a:extLst>
            </p:cNvPr>
            <p:cNvSpPr/>
            <p:nvPr/>
          </p:nvSpPr>
          <p:spPr>
            <a:xfrm flipV="1">
              <a:off x="3163583" y="573251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1891F67C-A03D-209E-8D35-EDB53E3F2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299" y="5791401"/>
              <a:ext cx="295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0E6DEA72-6B96-2A60-724F-03323E1257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86373" y="5689588"/>
              <a:ext cx="204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D93B1B78-732A-04C8-A02C-2D9CCE9CCFBC}"/>
                </a:ext>
              </a:extLst>
            </p:cNvPr>
            <p:cNvSpPr/>
            <p:nvPr/>
          </p:nvSpPr>
          <p:spPr>
            <a:xfrm flipV="1">
              <a:off x="2542922" y="5742351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7DE2BDF1-1CE5-23EF-FF60-F21E1B5692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51269" y="5688882"/>
              <a:ext cx="216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5C23193C-5D9C-DE1B-7079-186AF72AFBDA}"/>
                    </a:ext>
                  </a:extLst>
                </p:cNvPr>
                <p:cNvSpPr txBox="1"/>
                <p:nvPr/>
              </p:nvSpPr>
              <p:spPr>
                <a:xfrm>
                  <a:off x="2096284" y="5192788"/>
                  <a:ext cx="98052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5C23193C-5D9C-DE1B-7079-186AF72AF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284" y="5192788"/>
                  <a:ext cx="980526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24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8394E5A-07EF-BD47-C052-7493BDF75396}"/>
                    </a:ext>
                  </a:extLst>
                </p:cNvPr>
                <p:cNvSpPr txBox="1"/>
                <p:nvPr/>
              </p:nvSpPr>
              <p:spPr>
                <a:xfrm>
                  <a:off x="3155725" y="5192788"/>
                  <a:ext cx="93826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C8394E5A-07EF-BD47-C052-7493BDF753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5725" y="5192788"/>
                  <a:ext cx="938268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58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F9A28F3-81B2-FA84-EC43-ABF5BA8390F3}"/>
              </a:ext>
            </a:extLst>
          </p:cNvPr>
          <p:cNvGrpSpPr/>
          <p:nvPr/>
        </p:nvGrpSpPr>
        <p:grpSpPr>
          <a:xfrm>
            <a:off x="5526403" y="2071229"/>
            <a:ext cx="655846" cy="655846"/>
            <a:chOff x="4338669" y="6271887"/>
            <a:chExt cx="655846" cy="655846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6EF13007-F4EF-19C9-3FDC-366EE78F29F9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338670" y="6599810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07805AFF-C502-3B63-2C59-DA93934216A5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4338669" y="6599811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7B0BC42-BE40-A508-2EF9-6F62B5BCFD1A}"/>
              </a:ext>
            </a:extLst>
          </p:cNvPr>
          <p:cNvGrpSpPr/>
          <p:nvPr/>
        </p:nvGrpSpPr>
        <p:grpSpPr>
          <a:xfrm>
            <a:off x="9228976" y="3196800"/>
            <a:ext cx="655846" cy="655846"/>
            <a:chOff x="4338669" y="6271887"/>
            <a:chExt cx="655846" cy="655846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7DA99E6C-9E22-3971-A64D-42FEDF1A27E6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338670" y="6599810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DA9CE653-1D99-A2DF-0E93-2A1436FCE822}"/>
                </a:ext>
              </a:extLst>
            </p:cNvPr>
            <p:cNvCxnSpPr>
              <a:cxnSpLocks/>
            </p:cNvCxnSpPr>
            <p:nvPr/>
          </p:nvCxnSpPr>
          <p:spPr>
            <a:xfrm rot="18900000" flipH="1">
              <a:off x="4338669" y="6599811"/>
              <a:ext cx="655846" cy="0"/>
            </a:xfrm>
            <a:prstGeom prst="line">
              <a:avLst/>
            </a:prstGeom>
            <a:ln w="7620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E10BFEF-452F-1A0A-C8EE-19B2F5D8CFD9}"/>
              </a:ext>
            </a:extLst>
          </p:cNvPr>
          <p:cNvCxnSpPr>
            <a:cxnSpLocks/>
            <a:stCxn id="220" idx="2"/>
            <a:endCxn id="220" idx="0"/>
          </p:cNvCxnSpPr>
          <p:nvPr/>
        </p:nvCxnSpPr>
        <p:spPr>
          <a:xfrm flipV="1">
            <a:off x="6566060" y="3240012"/>
            <a:ext cx="0" cy="575079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732FACEC-4590-7362-2919-F15C657EC9C9}"/>
              </a:ext>
            </a:extLst>
          </p:cNvPr>
          <p:cNvCxnSpPr>
            <a:cxnSpLocks/>
            <a:stCxn id="240" idx="1"/>
            <a:endCxn id="240" idx="3"/>
          </p:cNvCxnSpPr>
          <p:nvPr/>
        </p:nvCxnSpPr>
        <p:spPr>
          <a:xfrm>
            <a:off x="8482335" y="2394306"/>
            <a:ext cx="716034" cy="0"/>
          </a:xfrm>
          <a:prstGeom prst="line">
            <a:avLst/>
          </a:prstGeom>
          <a:ln w="762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992CB02F-5F42-E346-453E-6C398717D555}"/>
              </a:ext>
            </a:extLst>
          </p:cNvPr>
          <p:cNvSpPr txBox="1"/>
          <p:nvPr/>
        </p:nvSpPr>
        <p:spPr>
          <a:xfrm>
            <a:off x="11403501" y="1776514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E25D345-02E4-36F9-70A4-0F3B1C44B506}"/>
              </a:ext>
            </a:extLst>
          </p:cNvPr>
          <p:cNvSpPr txBox="1"/>
          <p:nvPr/>
        </p:nvSpPr>
        <p:spPr>
          <a:xfrm>
            <a:off x="11404800" y="2842439"/>
            <a:ext cx="539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FF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FF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7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  <p:bldP spid="10" grpId="0"/>
      <p:bldP spid="27" grpId="0"/>
      <p:bldP spid="30" grpId="0"/>
      <p:bldP spid="13" grpId="0"/>
      <p:bldP spid="26" grpId="0"/>
      <p:bldP spid="28" grpId="0"/>
      <p:bldP spid="65" grpId="0"/>
      <p:bldP spid="6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2386-F4FC-01FB-6EF1-2E62DFBA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组合 609">
            <a:extLst>
              <a:ext uri="{FF2B5EF4-FFF2-40B4-BE49-F238E27FC236}">
                <a16:creationId xmlns:a16="http://schemas.microsoft.com/office/drawing/2014/main" id="{237AE4F8-8633-9946-FAED-0913863CFB5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11" name="组合 610">
              <a:extLst>
                <a:ext uri="{FF2B5EF4-FFF2-40B4-BE49-F238E27FC236}">
                  <a16:creationId xmlns:a16="http://schemas.microsoft.com/office/drawing/2014/main" id="{63FDA1B9-D89A-274E-E3D6-27A08E50D55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13" name="箭头: 五边形 612">
                <a:extLst>
                  <a:ext uri="{FF2B5EF4-FFF2-40B4-BE49-F238E27FC236}">
                    <a16:creationId xmlns:a16="http://schemas.microsoft.com/office/drawing/2014/main" id="{689F9A31-D2C4-CA25-1F58-EC12D4ED2B6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4" name="箭头: V 形 613">
                <a:extLst>
                  <a:ext uri="{FF2B5EF4-FFF2-40B4-BE49-F238E27FC236}">
                    <a16:creationId xmlns:a16="http://schemas.microsoft.com/office/drawing/2014/main" id="{71EA6F17-7B8D-F38B-F971-F5FE76E362F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12" name="灯片编号占位符 3">
              <a:extLst>
                <a:ext uri="{FF2B5EF4-FFF2-40B4-BE49-F238E27FC236}">
                  <a16:creationId xmlns:a16="http://schemas.microsoft.com/office/drawing/2014/main" id="{FDC2EBFB-FD33-7103-F284-B983012CCDF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626" name="组合 625">
            <a:extLst>
              <a:ext uri="{FF2B5EF4-FFF2-40B4-BE49-F238E27FC236}">
                <a16:creationId xmlns:a16="http://schemas.microsoft.com/office/drawing/2014/main" id="{07C738E3-5C23-ADC3-78F8-1DF723237528}"/>
              </a:ext>
            </a:extLst>
          </p:cNvPr>
          <p:cNvGrpSpPr/>
          <p:nvPr/>
        </p:nvGrpSpPr>
        <p:grpSpPr>
          <a:xfrm>
            <a:off x="245615" y="648000"/>
            <a:ext cx="11700769" cy="3378468"/>
            <a:chOff x="412286" y="1268173"/>
            <a:chExt cx="11700769" cy="3378468"/>
          </a:xfrm>
        </p:grpSpPr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02A39426-3F40-3E4D-2107-CE54FD2A8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8246" y="1772849"/>
              <a:ext cx="388643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217DC0D4-60C8-693C-CBC4-51DE032F0F45}"/>
                    </a:ext>
                  </a:extLst>
                </p:cNvPr>
                <p:cNvSpPr txBox="1"/>
                <p:nvPr/>
              </p:nvSpPr>
              <p:spPr>
                <a:xfrm>
                  <a:off x="460456" y="2358612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217DC0D4-60C8-693C-CBC4-51DE032F0F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56" y="2358612"/>
                  <a:ext cx="619686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DE594059-C0A5-3159-40E4-B5ECD1538B95}"/>
                    </a:ext>
                  </a:extLst>
                </p:cNvPr>
                <p:cNvSpPr txBox="1"/>
                <p:nvPr/>
              </p:nvSpPr>
              <p:spPr>
                <a:xfrm>
                  <a:off x="460456" y="3764391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DE594059-C0A5-3159-40E4-B5ECD1538B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56" y="3764391"/>
                  <a:ext cx="61968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E3DB8911-78BD-315D-E065-4F19B0493444}"/>
                    </a:ext>
                  </a:extLst>
                </p:cNvPr>
                <p:cNvSpPr txBox="1"/>
                <p:nvPr/>
              </p:nvSpPr>
              <p:spPr>
                <a:xfrm>
                  <a:off x="2384454" y="127432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E3DB8911-78BD-315D-E065-4F19B04934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4454" y="1274320"/>
                  <a:ext cx="619686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E214FE75-BB39-9808-B52F-56380FF9F633}"/>
                </a:ext>
              </a:extLst>
            </p:cNvPr>
            <p:cNvSpPr/>
            <p:nvPr/>
          </p:nvSpPr>
          <p:spPr>
            <a:xfrm flipV="1">
              <a:off x="9291573" y="1727883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矩形 272">
                  <a:extLst>
                    <a:ext uri="{FF2B5EF4-FFF2-40B4-BE49-F238E27FC236}">
                      <a16:creationId xmlns:a16="http://schemas.microsoft.com/office/drawing/2014/main" id="{087C5AC0-7FC5-B3EB-46E2-DBE3A5328623}"/>
                    </a:ext>
                  </a:extLst>
                </p:cNvPr>
                <p:cNvSpPr/>
                <p:nvPr/>
              </p:nvSpPr>
              <p:spPr>
                <a:xfrm>
                  <a:off x="10101626" y="2888808"/>
                  <a:ext cx="1008938" cy="96302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sz="200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</m:oMath>
                  </a14:m>
                  <a:endParaRPr lang="en-US" altLang="zh-CN" dirty="0"/>
                </a:p>
                <a:p>
                  <a:pPr algn="r"/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73" name="矩形 272">
                  <a:extLst>
                    <a:ext uri="{FF2B5EF4-FFF2-40B4-BE49-F238E27FC236}">
                      <a16:creationId xmlns:a16="http://schemas.microsoft.com/office/drawing/2014/main" id="{087C5AC0-7FC5-B3EB-46E2-DBE3A53286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1626" y="2888808"/>
                  <a:ext cx="1008938" cy="96302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4" name="等腰三角形 273">
              <a:extLst>
                <a:ext uri="{FF2B5EF4-FFF2-40B4-BE49-F238E27FC236}">
                  <a16:creationId xmlns:a16="http://schemas.microsoft.com/office/drawing/2014/main" id="{36CF8A77-AC7E-07FF-4EAB-CAB4A037572B}"/>
                </a:ext>
              </a:extLst>
            </p:cNvPr>
            <p:cNvSpPr/>
            <p:nvPr/>
          </p:nvSpPr>
          <p:spPr>
            <a:xfrm rot="5400000">
              <a:off x="10062477" y="3322362"/>
              <a:ext cx="174212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75" name="Line 27">
              <a:extLst>
                <a:ext uri="{FF2B5EF4-FFF2-40B4-BE49-F238E27FC236}">
                  <a16:creationId xmlns:a16="http://schemas.microsoft.com/office/drawing/2014/main" id="{1DF7CB72-AC30-1235-6970-A6FFF4480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0564" y="3044758"/>
              <a:ext cx="240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276" name="Line 27">
              <a:extLst>
                <a:ext uri="{FF2B5EF4-FFF2-40B4-BE49-F238E27FC236}">
                  <a16:creationId xmlns:a16="http://schemas.microsoft.com/office/drawing/2014/main" id="{B7224BCE-F9D7-E619-F891-56C60B0C3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89018" y="3370841"/>
              <a:ext cx="512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277" name="Line 27">
              <a:extLst>
                <a:ext uri="{FF2B5EF4-FFF2-40B4-BE49-F238E27FC236}">
                  <a16:creationId xmlns:a16="http://schemas.microsoft.com/office/drawing/2014/main" id="{2DBE5598-2CE3-B3D6-63B6-C81D57583B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59352" y="3673812"/>
              <a:ext cx="2422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C892F1DC-9E36-0EAF-874A-57C2D6A43BEA}"/>
                    </a:ext>
                  </a:extLst>
                </p:cNvPr>
                <p:cNvSpPr txBox="1"/>
                <p:nvPr/>
              </p:nvSpPr>
              <p:spPr>
                <a:xfrm>
                  <a:off x="10183354" y="2866770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C892F1DC-9E36-0EAF-874A-57C2D6A43B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3354" y="2866770"/>
                  <a:ext cx="448351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21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2909E47B-7876-7683-4E5B-4F02019DC27F}"/>
                    </a:ext>
                  </a:extLst>
                </p:cNvPr>
                <p:cNvSpPr txBox="1"/>
                <p:nvPr/>
              </p:nvSpPr>
              <p:spPr>
                <a:xfrm>
                  <a:off x="10183354" y="3170264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2909E47B-7876-7683-4E5B-4F02019DC2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3354" y="3170264"/>
                  <a:ext cx="448351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94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文本框 280">
                  <a:extLst>
                    <a:ext uri="{FF2B5EF4-FFF2-40B4-BE49-F238E27FC236}">
                      <a16:creationId xmlns:a16="http://schemas.microsoft.com/office/drawing/2014/main" id="{8A570874-D48A-EB07-941B-CFAE242A2ED8}"/>
                    </a:ext>
                  </a:extLst>
                </p:cNvPr>
                <p:cNvSpPr txBox="1"/>
                <p:nvPr/>
              </p:nvSpPr>
              <p:spPr>
                <a:xfrm>
                  <a:off x="10101625" y="3473759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81" name="文本框 280">
                  <a:extLst>
                    <a:ext uri="{FF2B5EF4-FFF2-40B4-BE49-F238E27FC236}">
                      <a16:creationId xmlns:a16="http://schemas.microsoft.com/office/drawing/2014/main" id="{8A570874-D48A-EB07-941B-CFAE242A2E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1625" y="3473759"/>
                  <a:ext cx="44835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BFC63EC5-0BD2-D33E-8518-B3987C8FBF09}"/>
                </a:ext>
              </a:extLst>
            </p:cNvPr>
            <p:cNvSpPr/>
            <p:nvPr/>
          </p:nvSpPr>
          <p:spPr>
            <a:xfrm flipV="1">
              <a:off x="9972111" y="361462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AA6474BB-24F9-F75A-0375-FA4C689117F6}"/>
                </a:ext>
              </a:extLst>
            </p:cNvPr>
            <p:cNvSpPr/>
            <p:nvPr/>
          </p:nvSpPr>
          <p:spPr>
            <a:xfrm flipV="1">
              <a:off x="11119475" y="361761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85" name="梯形 284">
              <a:extLst>
                <a:ext uri="{FF2B5EF4-FFF2-40B4-BE49-F238E27FC236}">
                  <a16:creationId xmlns:a16="http://schemas.microsoft.com/office/drawing/2014/main" id="{2C61A51D-1BE8-189B-0A7B-2FA3662DFBFB}"/>
                </a:ext>
              </a:extLst>
            </p:cNvPr>
            <p:cNvSpPr/>
            <p:nvPr/>
          </p:nvSpPr>
          <p:spPr>
            <a:xfrm rot="10800000">
              <a:off x="9070576" y="2005031"/>
              <a:ext cx="1601525" cy="422905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489EB400-5EB8-3E87-8F10-FCBC5ADCB26C}"/>
                </a:ext>
              </a:extLst>
            </p:cNvPr>
            <p:cNvCxnSpPr>
              <a:cxnSpLocks/>
              <a:stCxn id="285" idx="0"/>
            </p:cNvCxnSpPr>
            <p:nvPr/>
          </p:nvCxnSpPr>
          <p:spPr>
            <a:xfrm>
              <a:off x="9871338" y="2427936"/>
              <a:ext cx="0" cy="63240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Line 27">
              <a:extLst>
                <a:ext uri="{FF2B5EF4-FFF2-40B4-BE49-F238E27FC236}">
                  <a16:creationId xmlns:a16="http://schemas.microsoft.com/office/drawing/2014/main" id="{1D25CA4E-2FC4-CCED-85B4-1A52F6FD7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59352" y="3065732"/>
              <a:ext cx="2353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295" name="文本框 294">
              <a:extLst>
                <a:ext uri="{FF2B5EF4-FFF2-40B4-BE49-F238E27FC236}">
                  <a16:creationId xmlns:a16="http://schemas.microsoft.com/office/drawing/2014/main" id="{F33EB782-BB02-9B36-B02D-540C94931A79}"/>
                </a:ext>
              </a:extLst>
            </p:cNvPr>
            <p:cNvSpPr txBox="1"/>
            <p:nvPr/>
          </p:nvSpPr>
          <p:spPr>
            <a:xfrm>
              <a:off x="9070139" y="2012821"/>
              <a:ext cx="159362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00  01  10  11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B5D0317F-318C-BC90-C643-C7F08EE03735}"/>
                </a:ext>
              </a:extLst>
            </p:cNvPr>
            <p:cNvCxnSpPr>
              <a:cxnSpLocks/>
            </p:cNvCxnSpPr>
            <p:nvPr/>
          </p:nvCxnSpPr>
          <p:spPr>
            <a:xfrm>
              <a:off x="9331922" y="1765007"/>
              <a:ext cx="0" cy="2316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1E4874D0-7E23-27F2-2490-25E28EE6E0D5}"/>
                </a:ext>
              </a:extLst>
            </p:cNvPr>
            <p:cNvCxnSpPr>
              <a:cxnSpLocks/>
            </p:cNvCxnSpPr>
            <p:nvPr/>
          </p:nvCxnSpPr>
          <p:spPr>
            <a:xfrm>
              <a:off x="9685732" y="1889490"/>
              <a:ext cx="0" cy="1071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连接符 298">
              <a:extLst>
                <a:ext uri="{FF2B5EF4-FFF2-40B4-BE49-F238E27FC236}">
                  <a16:creationId xmlns:a16="http://schemas.microsoft.com/office/drawing/2014/main" id="{89A8FBC1-70EA-DBCC-C405-B289570E81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50688" y="1889490"/>
              <a:ext cx="0" cy="1064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连接符 299">
              <a:extLst>
                <a:ext uri="{FF2B5EF4-FFF2-40B4-BE49-F238E27FC236}">
                  <a16:creationId xmlns:a16="http://schemas.microsoft.com/office/drawing/2014/main" id="{6E855F65-629B-CA34-53C4-D7A9ACF604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07616" y="1651690"/>
              <a:ext cx="0" cy="3442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矩形 354">
                  <a:extLst>
                    <a:ext uri="{FF2B5EF4-FFF2-40B4-BE49-F238E27FC236}">
                      <a16:creationId xmlns:a16="http://schemas.microsoft.com/office/drawing/2014/main" id="{547F0813-8DD1-B8BC-7876-B324CF9A69A4}"/>
                    </a:ext>
                  </a:extLst>
                </p:cNvPr>
                <p:cNvSpPr/>
                <p:nvPr/>
              </p:nvSpPr>
              <p:spPr>
                <a:xfrm>
                  <a:off x="7529184" y="2896598"/>
                  <a:ext cx="1008938" cy="96302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sz="200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altLang="zh-CN" dirty="0"/>
                </a:p>
                <a:p>
                  <a:pPr algn="r"/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55" name="矩形 354">
                  <a:extLst>
                    <a:ext uri="{FF2B5EF4-FFF2-40B4-BE49-F238E27FC236}">
                      <a16:creationId xmlns:a16="http://schemas.microsoft.com/office/drawing/2014/main" id="{547F0813-8DD1-B8BC-7876-B324CF9A69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9184" y="2896598"/>
                  <a:ext cx="1008938" cy="96302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6" name="等腰三角形 355">
              <a:extLst>
                <a:ext uri="{FF2B5EF4-FFF2-40B4-BE49-F238E27FC236}">
                  <a16:creationId xmlns:a16="http://schemas.microsoft.com/office/drawing/2014/main" id="{3BA31664-F5D1-9DB5-B2B3-2FA6B5B7476F}"/>
                </a:ext>
              </a:extLst>
            </p:cNvPr>
            <p:cNvSpPr/>
            <p:nvPr/>
          </p:nvSpPr>
          <p:spPr>
            <a:xfrm rot="5400000">
              <a:off x="7490035" y="3330152"/>
              <a:ext cx="174212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57" name="Line 27">
              <a:extLst>
                <a:ext uri="{FF2B5EF4-FFF2-40B4-BE49-F238E27FC236}">
                  <a16:creationId xmlns:a16="http://schemas.microsoft.com/office/drawing/2014/main" id="{698DF833-4713-ED2E-568F-327A21B09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8122" y="3052548"/>
              <a:ext cx="240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6DE84856-21AA-0ADC-26D5-38BCCE2485B2}"/>
                    </a:ext>
                  </a:extLst>
                </p:cNvPr>
                <p:cNvSpPr txBox="1"/>
                <p:nvPr/>
              </p:nvSpPr>
              <p:spPr>
                <a:xfrm>
                  <a:off x="7610912" y="2874560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6DE84856-21AA-0ADC-26D5-38BCCE2485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912" y="2874560"/>
                  <a:ext cx="448351" cy="400110"/>
                </a:xfrm>
                <a:prstGeom prst="rect">
                  <a:avLst/>
                </a:prstGeom>
                <a:blipFill>
                  <a:blip r:embed="rId11"/>
                  <a:stretch>
                    <a:fillRect l="-121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1C9BCA6F-B20C-698A-061A-B7CAE83DAB06}"/>
                    </a:ext>
                  </a:extLst>
                </p:cNvPr>
                <p:cNvSpPr txBox="1"/>
                <p:nvPr/>
              </p:nvSpPr>
              <p:spPr>
                <a:xfrm>
                  <a:off x="7610912" y="3178054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1C9BCA6F-B20C-698A-061A-B7CAE83DA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0912" y="3178054"/>
                  <a:ext cx="448351" cy="400110"/>
                </a:xfrm>
                <a:prstGeom prst="rect">
                  <a:avLst/>
                </a:prstGeom>
                <a:blipFill>
                  <a:blip r:embed="rId12"/>
                  <a:stretch>
                    <a:fillRect l="-94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2" name="文本框 361">
                  <a:extLst>
                    <a:ext uri="{FF2B5EF4-FFF2-40B4-BE49-F238E27FC236}">
                      <a16:creationId xmlns:a16="http://schemas.microsoft.com/office/drawing/2014/main" id="{DF2F88C8-4FF9-654F-FD7E-CBE1465E113F}"/>
                    </a:ext>
                  </a:extLst>
                </p:cNvPr>
                <p:cNvSpPr txBox="1"/>
                <p:nvPr/>
              </p:nvSpPr>
              <p:spPr>
                <a:xfrm>
                  <a:off x="7529183" y="3481549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62" name="文本框 361">
                  <a:extLst>
                    <a:ext uri="{FF2B5EF4-FFF2-40B4-BE49-F238E27FC236}">
                      <a16:creationId xmlns:a16="http://schemas.microsoft.com/office/drawing/2014/main" id="{DF2F88C8-4FF9-654F-FD7E-CBE1465E1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9183" y="3481549"/>
                  <a:ext cx="448351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6B3DF815-A790-A314-0EDB-D52597148AB3}"/>
                </a:ext>
              </a:extLst>
            </p:cNvPr>
            <p:cNvSpPr/>
            <p:nvPr/>
          </p:nvSpPr>
          <p:spPr>
            <a:xfrm flipV="1">
              <a:off x="8547033" y="362540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365" name="梯形 364">
              <a:extLst>
                <a:ext uri="{FF2B5EF4-FFF2-40B4-BE49-F238E27FC236}">
                  <a16:creationId xmlns:a16="http://schemas.microsoft.com/office/drawing/2014/main" id="{4BEF55CC-DCC4-934A-FAD7-5AFF4DD38141}"/>
                </a:ext>
              </a:extLst>
            </p:cNvPr>
            <p:cNvSpPr/>
            <p:nvPr/>
          </p:nvSpPr>
          <p:spPr>
            <a:xfrm rot="10800000">
              <a:off x="6498134" y="2012821"/>
              <a:ext cx="1601525" cy="422905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BD92A2DF-81E6-324D-0404-981D0546C45C}"/>
                </a:ext>
              </a:extLst>
            </p:cNvPr>
            <p:cNvCxnSpPr>
              <a:cxnSpLocks/>
              <a:stCxn id="365" idx="0"/>
            </p:cNvCxnSpPr>
            <p:nvPr/>
          </p:nvCxnSpPr>
          <p:spPr>
            <a:xfrm>
              <a:off x="7298896" y="2435726"/>
              <a:ext cx="0" cy="64558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7" name="Line 27">
              <a:extLst>
                <a:ext uri="{FF2B5EF4-FFF2-40B4-BE49-F238E27FC236}">
                  <a16:creationId xmlns:a16="http://schemas.microsoft.com/office/drawing/2014/main" id="{1DA4051A-8947-67FA-C178-EA3D884BE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6910" y="3073522"/>
              <a:ext cx="2353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368" name="文本框 367">
              <a:extLst>
                <a:ext uri="{FF2B5EF4-FFF2-40B4-BE49-F238E27FC236}">
                  <a16:creationId xmlns:a16="http://schemas.microsoft.com/office/drawing/2014/main" id="{C5CDCB47-D446-4CA9-EEF5-B537D7693CD9}"/>
                </a:ext>
              </a:extLst>
            </p:cNvPr>
            <p:cNvSpPr txBox="1"/>
            <p:nvPr/>
          </p:nvSpPr>
          <p:spPr>
            <a:xfrm>
              <a:off x="6497697" y="2020611"/>
              <a:ext cx="159362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00  01  10  11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9EAD23F5-B799-F8DD-B3F5-7D8E44FD2F02}"/>
                </a:ext>
              </a:extLst>
            </p:cNvPr>
            <p:cNvCxnSpPr>
              <a:cxnSpLocks/>
            </p:cNvCxnSpPr>
            <p:nvPr/>
          </p:nvCxnSpPr>
          <p:spPr>
            <a:xfrm>
              <a:off x="6759480" y="1889490"/>
              <a:ext cx="0" cy="11491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连接符 369">
              <a:extLst>
                <a:ext uri="{FF2B5EF4-FFF2-40B4-BE49-F238E27FC236}">
                  <a16:creationId xmlns:a16="http://schemas.microsoft.com/office/drawing/2014/main" id="{4C26E8DE-7D03-3932-1C0E-D1E14B6F798D}"/>
                </a:ext>
              </a:extLst>
            </p:cNvPr>
            <p:cNvCxnSpPr>
              <a:cxnSpLocks/>
            </p:cNvCxnSpPr>
            <p:nvPr/>
          </p:nvCxnSpPr>
          <p:spPr>
            <a:xfrm>
              <a:off x="7113290" y="1765007"/>
              <a:ext cx="0" cy="2393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直接连接符 370">
              <a:extLst>
                <a:ext uri="{FF2B5EF4-FFF2-40B4-BE49-F238E27FC236}">
                  <a16:creationId xmlns:a16="http://schemas.microsoft.com/office/drawing/2014/main" id="{04AE7FF7-0E31-87D9-1048-81A9C81C4F08}"/>
                </a:ext>
              </a:extLst>
            </p:cNvPr>
            <p:cNvCxnSpPr>
              <a:cxnSpLocks/>
            </p:cNvCxnSpPr>
            <p:nvPr/>
          </p:nvCxnSpPr>
          <p:spPr>
            <a:xfrm>
              <a:off x="7478246" y="1765007"/>
              <a:ext cx="0" cy="23872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直接连接符 371">
              <a:extLst>
                <a:ext uri="{FF2B5EF4-FFF2-40B4-BE49-F238E27FC236}">
                  <a16:creationId xmlns:a16="http://schemas.microsoft.com/office/drawing/2014/main" id="{DFA645E1-60B1-AA3F-EC8A-DFCAD4E2DB35}"/>
                </a:ext>
              </a:extLst>
            </p:cNvPr>
            <p:cNvCxnSpPr>
              <a:cxnSpLocks/>
            </p:cNvCxnSpPr>
            <p:nvPr/>
          </p:nvCxnSpPr>
          <p:spPr>
            <a:xfrm>
              <a:off x="7835174" y="1651690"/>
              <a:ext cx="0" cy="35204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矩形 392">
                  <a:extLst>
                    <a:ext uri="{FF2B5EF4-FFF2-40B4-BE49-F238E27FC236}">
                      <a16:creationId xmlns:a16="http://schemas.microsoft.com/office/drawing/2014/main" id="{13D01510-906C-1774-688F-3BADF28ED547}"/>
                    </a:ext>
                  </a:extLst>
                </p:cNvPr>
                <p:cNvSpPr/>
                <p:nvPr/>
              </p:nvSpPr>
              <p:spPr>
                <a:xfrm>
                  <a:off x="4958897" y="2904388"/>
                  <a:ext cx="1008938" cy="96302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sz="200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en-US" altLang="zh-CN" dirty="0"/>
                </a:p>
                <a:p>
                  <a:pPr algn="r"/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93" name="矩形 392">
                  <a:extLst>
                    <a:ext uri="{FF2B5EF4-FFF2-40B4-BE49-F238E27FC236}">
                      <a16:creationId xmlns:a16="http://schemas.microsoft.com/office/drawing/2014/main" id="{13D01510-906C-1774-688F-3BADF28ED5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8897" y="2904388"/>
                  <a:ext cx="1008938" cy="96302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4" name="等腰三角形 393">
              <a:extLst>
                <a:ext uri="{FF2B5EF4-FFF2-40B4-BE49-F238E27FC236}">
                  <a16:creationId xmlns:a16="http://schemas.microsoft.com/office/drawing/2014/main" id="{99B635BB-BE27-D5D3-E8BE-D6F426FE4B3C}"/>
                </a:ext>
              </a:extLst>
            </p:cNvPr>
            <p:cNvSpPr/>
            <p:nvPr/>
          </p:nvSpPr>
          <p:spPr>
            <a:xfrm rot="5400000">
              <a:off x="4919748" y="3337942"/>
              <a:ext cx="174212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395" name="Line 27">
              <a:extLst>
                <a:ext uri="{FF2B5EF4-FFF2-40B4-BE49-F238E27FC236}">
                  <a16:creationId xmlns:a16="http://schemas.microsoft.com/office/drawing/2014/main" id="{D09148E0-8632-8FE1-30A6-6940AC645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7835" y="3060338"/>
              <a:ext cx="240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DF119EC7-5615-7BA0-B4C8-B4582D6DC027}"/>
                    </a:ext>
                  </a:extLst>
                </p:cNvPr>
                <p:cNvSpPr txBox="1"/>
                <p:nvPr/>
              </p:nvSpPr>
              <p:spPr>
                <a:xfrm>
                  <a:off x="5040625" y="2882350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DF119EC7-5615-7BA0-B4C8-B4582D6DC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0625" y="2882350"/>
                  <a:ext cx="448351" cy="400110"/>
                </a:xfrm>
                <a:prstGeom prst="rect">
                  <a:avLst/>
                </a:prstGeom>
                <a:blipFill>
                  <a:blip r:embed="rId15"/>
                  <a:stretch>
                    <a:fillRect l="-123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7255ABBC-1C68-E045-6343-9A9FAF17B62A}"/>
                    </a:ext>
                  </a:extLst>
                </p:cNvPr>
                <p:cNvSpPr txBox="1"/>
                <p:nvPr/>
              </p:nvSpPr>
              <p:spPr>
                <a:xfrm>
                  <a:off x="5040625" y="3185844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7255ABBC-1C68-E045-6343-9A9FAF17B6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0625" y="3185844"/>
                  <a:ext cx="448351" cy="400110"/>
                </a:xfrm>
                <a:prstGeom prst="rect">
                  <a:avLst/>
                </a:prstGeom>
                <a:blipFill>
                  <a:blip r:embed="rId16"/>
                  <a:stretch>
                    <a:fillRect l="-95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0" name="文本框 399">
                  <a:extLst>
                    <a:ext uri="{FF2B5EF4-FFF2-40B4-BE49-F238E27FC236}">
                      <a16:creationId xmlns:a16="http://schemas.microsoft.com/office/drawing/2014/main" id="{4090932C-1295-AB12-7540-09F722EB22C3}"/>
                    </a:ext>
                  </a:extLst>
                </p:cNvPr>
                <p:cNvSpPr txBox="1"/>
                <p:nvPr/>
              </p:nvSpPr>
              <p:spPr>
                <a:xfrm>
                  <a:off x="4958896" y="3489339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00" name="文本框 399">
                  <a:extLst>
                    <a:ext uri="{FF2B5EF4-FFF2-40B4-BE49-F238E27FC236}">
                      <a16:creationId xmlns:a16="http://schemas.microsoft.com/office/drawing/2014/main" id="{4090932C-1295-AB12-7540-09F722EB2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8896" y="3489339"/>
                  <a:ext cx="448351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2" name="椭圆 401">
              <a:extLst>
                <a:ext uri="{FF2B5EF4-FFF2-40B4-BE49-F238E27FC236}">
                  <a16:creationId xmlns:a16="http://schemas.microsoft.com/office/drawing/2014/main" id="{B3B34690-03E2-B04E-92BC-085056679A58}"/>
                </a:ext>
              </a:extLst>
            </p:cNvPr>
            <p:cNvSpPr/>
            <p:nvPr/>
          </p:nvSpPr>
          <p:spPr>
            <a:xfrm flipV="1">
              <a:off x="5976746" y="363319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403" name="梯形 402">
              <a:extLst>
                <a:ext uri="{FF2B5EF4-FFF2-40B4-BE49-F238E27FC236}">
                  <a16:creationId xmlns:a16="http://schemas.microsoft.com/office/drawing/2014/main" id="{9AACBEA9-86F8-73B4-57A5-BA4659DD38BA}"/>
                </a:ext>
              </a:extLst>
            </p:cNvPr>
            <p:cNvSpPr/>
            <p:nvPr/>
          </p:nvSpPr>
          <p:spPr>
            <a:xfrm rot="10800000">
              <a:off x="3927847" y="2020611"/>
              <a:ext cx="1601525" cy="422905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404" name="直接连接符 403">
              <a:extLst>
                <a:ext uri="{FF2B5EF4-FFF2-40B4-BE49-F238E27FC236}">
                  <a16:creationId xmlns:a16="http://schemas.microsoft.com/office/drawing/2014/main" id="{38549B21-8AB4-F416-746E-2840FA7576D9}"/>
                </a:ext>
              </a:extLst>
            </p:cNvPr>
            <p:cNvCxnSpPr>
              <a:cxnSpLocks/>
              <a:stCxn id="403" idx="0"/>
            </p:cNvCxnSpPr>
            <p:nvPr/>
          </p:nvCxnSpPr>
          <p:spPr>
            <a:xfrm>
              <a:off x="4728609" y="2443516"/>
              <a:ext cx="0" cy="63779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5" name="Line 27">
              <a:extLst>
                <a:ext uri="{FF2B5EF4-FFF2-40B4-BE49-F238E27FC236}">
                  <a16:creationId xmlns:a16="http://schemas.microsoft.com/office/drawing/2014/main" id="{0900DB62-BD91-413A-C754-8B3C05FD4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6623" y="3081312"/>
              <a:ext cx="2353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406" name="文本框 405">
              <a:extLst>
                <a:ext uri="{FF2B5EF4-FFF2-40B4-BE49-F238E27FC236}">
                  <a16:creationId xmlns:a16="http://schemas.microsoft.com/office/drawing/2014/main" id="{D199B571-009B-AFE7-5B77-2590D3B14140}"/>
                </a:ext>
              </a:extLst>
            </p:cNvPr>
            <p:cNvSpPr txBox="1"/>
            <p:nvPr/>
          </p:nvSpPr>
          <p:spPr>
            <a:xfrm>
              <a:off x="3927410" y="2028401"/>
              <a:ext cx="159362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00  01  10  11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7" name="直接连接符 406">
              <a:extLst>
                <a:ext uri="{FF2B5EF4-FFF2-40B4-BE49-F238E27FC236}">
                  <a16:creationId xmlns:a16="http://schemas.microsoft.com/office/drawing/2014/main" id="{8BDA54F3-7848-D7C1-9A59-24410D711B67}"/>
                </a:ext>
              </a:extLst>
            </p:cNvPr>
            <p:cNvCxnSpPr>
              <a:cxnSpLocks/>
            </p:cNvCxnSpPr>
            <p:nvPr/>
          </p:nvCxnSpPr>
          <p:spPr>
            <a:xfrm>
              <a:off x="4189193" y="1765007"/>
              <a:ext cx="0" cy="2471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1C343A18-DA6F-45FB-71F8-16E405194242}"/>
                </a:ext>
              </a:extLst>
            </p:cNvPr>
            <p:cNvCxnSpPr>
              <a:cxnSpLocks/>
            </p:cNvCxnSpPr>
            <p:nvPr/>
          </p:nvCxnSpPr>
          <p:spPr>
            <a:xfrm>
              <a:off x="4543003" y="1880811"/>
              <a:ext cx="0" cy="13138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6197CEDB-86AA-BF21-0501-8A9BDE47E612}"/>
                </a:ext>
              </a:extLst>
            </p:cNvPr>
            <p:cNvCxnSpPr>
              <a:cxnSpLocks/>
            </p:cNvCxnSpPr>
            <p:nvPr/>
          </p:nvCxnSpPr>
          <p:spPr>
            <a:xfrm>
              <a:off x="4907959" y="1880811"/>
              <a:ext cx="0" cy="1307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5C847D67-81F7-9318-B66E-37539B6B59D5}"/>
                </a:ext>
              </a:extLst>
            </p:cNvPr>
            <p:cNvCxnSpPr>
              <a:cxnSpLocks/>
            </p:cNvCxnSpPr>
            <p:nvPr/>
          </p:nvCxnSpPr>
          <p:spPr>
            <a:xfrm>
              <a:off x="5264887" y="1651690"/>
              <a:ext cx="0" cy="35983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1" name="矩形 410">
                  <a:extLst>
                    <a:ext uri="{FF2B5EF4-FFF2-40B4-BE49-F238E27FC236}">
                      <a16:creationId xmlns:a16="http://schemas.microsoft.com/office/drawing/2014/main" id="{4AC73A9A-E64C-82A7-3BC8-7A884C2F514B}"/>
                    </a:ext>
                  </a:extLst>
                </p:cNvPr>
                <p:cNvSpPr/>
                <p:nvPr/>
              </p:nvSpPr>
              <p:spPr>
                <a:xfrm>
                  <a:off x="2387385" y="2912178"/>
                  <a:ext cx="1008938" cy="963022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sz="2000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en-US" altLang="zh-CN" dirty="0"/>
                </a:p>
                <a:p>
                  <a:pPr algn="r"/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11" name="矩形 410">
                  <a:extLst>
                    <a:ext uri="{FF2B5EF4-FFF2-40B4-BE49-F238E27FC236}">
                      <a16:creationId xmlns:a16="http://schemas.microsoft.com/office/drawing/2014/main" id="{4AC73A9A-E64C-82A7-3BC8-7A884C2F51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7385" y="2912178"/>
                  <a:ext cx="1008938" cy="96302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2" name="等腰三角形 411">
              <a:extLst>
                <a:ext uri="{FF2B5EF4-FFF2-40B4-BE49-F238E27FC236}">
                  <a16:creationId xmlns:a16="http://schemas.microsoft.com/office/drawing/2014/main" id="{8F9D04CF-80E1-5910-5A0C-7CB30B8559BF}"/>
                </a:ext>
              </a:extLst>
            </p:cNvPr>
            <p:cNvSpPr/>
            <p:nvPr/>
          </p:nvSpPr>
          <p:spPr>
            <a:xfrm rot="5400000">
              <a:off x="2348236" y="3345732"/>
              <a:ext cx="174212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413" name="Line 27">
              <a:extLst>
                <a:ext uri="{FF2B5EF4-FFF2-40B4-BE49-F238E27FC236}">
                  <a16:creationId xmlns:a16="http://schemas.microsoft.com/office/drawing/2014/main" id="{6017410C-11D9-CD2C-A126-F945FEE5B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6323" y="3068128"/>
              <a:ext cx="2408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2EDAADB2-C4C6-8DBA-57FA-724DF107F478}"/>
                    </a:ext>
                  </a:extLst>
                </p:cNvPr>
                <p:cNvSpPr txBox="1"/>
                <p:nvPr/>
              </p:nvSpPr>
              <p:spPr>
                <a:xfrm>
                  <a:off x="2469113" y="2890140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16" name="文本框 415">
                  <a:extLst>
                    <a:ext uri="{FF2B5EF4-FFF2-40B4-BE49-F238E27FC236}">
                      <a16:creationId xmlns:a16="http://schemas.microsoft.com/office/drawing/2014/main" id="{2EDAADB2-C4C6-8DBA-57FA-724DF107F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113" y="2890140"/>
                  <a:ext cx="448351" cy="400110"/>
                </a:xfrm>
                <a:prstGeom prst="rect">
                  <a:avLst/>
                </a:prstGeom>
                <a:blipFill>
                  <a:blip r:embed="rId19"/>
                  <a:stretch>
                    <a:fillRect l="-123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7" name="文本框 416">
                  <a:extLst>
                    <a:ext uri="{FF2B5EF4-FFF2-40B4-BE49-F238E27FC236}">
                      <a16:creationId xmlns:a16="http://schemas.microsoft.com/office/drawing/2014/main" id="{64C62C3B-27A1-05A2-E942-0DF355D552FA}"/>
                    </a:ext>
                  </a:extLst>
                </p:cNvPr>
                <p:cNvSpPr txBox="1"/>
                <p:nvPr/>
              </p:nvSpPr>
              <p:spPr>
                <a:xfrm>
                  <a:off x="2469113" y="3193634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17" name="文本框 416">
                  <a:extLst>
                    <a:ext uri="{FF2B5EF4-FFF2-40B4-BE49-F238E27FC236}">
                      <a16:creationId xmlns:a16="http://schemas.microsoft.com/office/drawing/2014/main" id="{64C62C3B-27A1-05A2-E942-0DF355D552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9113" y="3193634"/>
                  <a:ext cx="448351" cy="400110"/>
                </a:xfrm>
                <a:prstGeom prst="rect">
                  <a:avLst/>
                </a:prstGeom>
                <a:blipFill>
                  <a:blip r:embed="rId20"/>
                  <a:stretch>
                    <a:fillRect l="-95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8" name="文本框 417">
                  <a:extLst>
                    <a:ext uri="{FF2B5EF4-FFF2-40B4-BE49-F238E27FC236}">
                      <a16:creationId xmlns:a16="http://schemas.microsoft.com/office/drawing/2014/main" id="{B55B15AF-EE3A-AB24-F53A-88AD9F14592C}"/>
                    </a:ext>
                  </a:extLst>
                </p:cNvPr>
                <p:cNvSpPr txBox="1"/>
                <p:nvPr/>
              </p:nvSpPr>
              <p:spPr>
                <a:xfrm>
                  <a:off x="2387384" y="3497129"/>
                  <a:ext cx="44835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418" name="文本框 417">
                  <a:extLst>
                    <a:ext uri="{FF2B5EF4-FFF2-40B4-BE49-F238E27FC236}">
                      <a16:creationId xmlns:a16="http://schemas.microsoft.com/office/drawing/2014/main" id="{B55B15AF-EE3A-AB24-F53A-88AD9F1459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7384" y="3497129"/>
                  <a:ext cx="448351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0" name="椭圆 419">
              <a:extLst>
                <a:ext uri="{FF2B5EF4-FFF2-40B4-BE49-F238E27FC236}">
                  <a16:creationId xmlns:a16="http://schemas.microsoft.com/office/drawing/2014/main" id="{C4B3228B-1592-A943-53AB-EB7AF11037F4}"/>
                </a:ext>
              </a:extLst>
            </p:cNvPr>
            <p:cNvSpPr/>
            <p:nvPr/>
          </p:nvSpPr>
          <p:spPr>
            <a:xfrm flipV="1">
              <a:off x="3405234" y="364098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421" name="梯形 420">
              <a:extLst>
                <a:ext uri="{FF2B5EF4-FFF2-40B4-BE49-F238E27FC236}">
                  <a16:creationId xmlns:a16="http://schemas.microsoft.com/office/drawing/2014/main" id="{307871CF-964A-30F9-5C3B-1B5FA62FD5B4}"/>
                </a:ext>
              </a:extLst>
            </p:cNvPr>
            <p:cNvSpPr/>
            <p:nvPr/>
          </p:nvSpPr>
          <p:spPr>
            <a:xfrm rot="10800000">
              <a:off x="1356335" y="2028401"/>
              <a:ext cx="1601525" cy="422905"/>
            </a:xfrm>
            <a:prstGeom prst="trapezoid">
              <a:avLst>
                <a:gd name="adj" fmla="val 6185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FCDFA9FA-1D18-6F7F-303C-B1497A3D696B}"/>
                </a:ext>
              </a:extLst>
            </p:cNvPr>
            <p:cNvCxnSpPr>
              <a:cxnSpLocks/>
              <a:stCxn id="421" idx="0"/>
            </p:cNvCxnSpPr>
            <p:nvPr/>
          </p:nvCxnSpPr>
          <p:spPr>
            <a:xfrm>
              <a:off x="2157097" y="2451306"/>
              <a:ext cx="0" cy="64682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Line 27">
              <a:extLst>
                <a:ext uri="{FF2B5EF4-FFF2-40B4-BE49-F238E27FC236}">
                  <a16:creationId xmlns:a16="http://schemas.microsoft.com/office/drawing/2014/main" id="{DE29A193-140C-7C76-506C-EBDAC0D09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111" y="3089102"/>
              <a:ext cx="2353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424" name="文本框 423">
              <a:extLst>
                <a:ext uri="{FF2B5EF4-FFF2-40B4-BE49-F238E27FC236}">
                  <a16:creationId xmlns:a16="http://schemas.microsoft.com/office/drawing/2014/main" id="{518DC30E-3981-89C1-B97F-01631BE6BB59}"/>
                </a:ext>
              </a:extLst>
            </p:cNvPr>
            <p:cNvSpPr txBox="1"/>
            <p:nvPr/>
          </p:nvSpPr>
          <p:spPr>
            <a:xfrm>
              <a:off x="1355898" y="2036191"/>
              <a:ext cx="159362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00  01  10  11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0C1D4771-532B-250B-BE51-EABC925E629B}"/>
                </a:ext>
              </a:extLst>
            </p:cNvPr>
            <p:cNvCxnSpPr>
              <a:cxnSpLocks/>
            </p:cNvCxnSpPr>
            <p:nvPr/>
          </p:nvCxnSpPr>
          <p:spPr>
            <a:xfrm>
              <a:off x="1617681" y="1880811"/>
              <a:ext cx="0" cy="13917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EF110970-1F3E-C8C0-FCBC-30ABBCB5E057}"/>
                </a:ext>
              </a:extLst>
            </p:cNvPr>
            <p:cNvCxnSpPr>
              <a:cxnSpLocks/>
            </p:cNvCxnSpPr>
            <p:nvPr/>
          </p:nvCxnSpPr>
          <p:spPr>
            <a:xfrm>
              <a:off x="1971491" y="1765007"/>
              <a:ext cx="0" cy="25497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9AF8E0D5-BE41-D9BD-F5A3-605D8C4C6AA3}"/>
                </a:ext>
              </a:extLst>
            </p:cNvPr>
            <p:cNvCxnSpPr>
              <a:cxnSpLocks/>
            </p:cNvCxnSpPr>
            <p:nvPr/>
          </p:nvCxnSpPr>
          <p:spPr>
            <a:xfrm>
              <a:off x="2336447" y="1765007"/>
              <a:ext cx="0" cy="25430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直接连接符 427">
              <a:extLst>
                <a:ext uri="{FF2B5EF4-FFF2-40B4-BE49-F238E27FC236}">
                  <a16:creationId xmlns:a16="http://schemas.microsoft.com/office/drawing/2014/main" id="{7B65B76D-656D-1553-6CAC-7BC6212C6482}"/>
                </a:ext>
              </a:extLst>
            </p:cNvPr>
            <p:cNvCxnSpPr>
              <a:cxnSpLocks/>
            </p:cNvCxnSpPr>
            <p:nvPr/>
          </p:nvCxnSpPr>
          <p:spPr>
            <a:xfrm>
              <a:off x="2693375" y="1651690"/>
              <a:ext cx="0" cy="36762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3D0BF005-172B-D438-D8FD-97CFE1D28D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8471" y="1889490"/>
              <a:ext cx="15204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>
              <a:extLst>
                <a:ext uri="{FF2B5EF4-FFF2-40B4-BE49-F238E27FC236}">
                  <a16:creationId xmlns:a16="http://schemas.microsoft.com/office/drawing/2014/main" id="{26D9C1BD-55D3-B061-494A-360B138CA60E}"/>
                </a:ext>
              </a:extLst>
            </p:cNvPr>
            <p:cNvCxnSpPr>
              <a:cxnSpLocks/>
              <a:endCxn id="603" idx="0"/>
            </p:cNvCxnSpPr>
            <p:nvPr/>
          </p:nvCxnSpPr>
          <p:spPr>
            <a:xfrm flipH="1">
              <a:off x="11351404" y="1765007"/>
              <a:ext cx="1331" cy="24714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0" name="椭圆 449">
              <a:extLst>
                <a:ext uri="{FF2B5EF4-FFF2-40B4-BE49-F238E27FC236}">
                  <a16:creationId xmlns:a16="http://schemas.microsoft.com/office/drawing/2014/main" id="{620F82DC-2D25-1D7C-06F1-B9A660771606}"/>
                </a:ext>
              </a:extLst>
            </p:cNvPr>
            <p:cNvSpPr/>
            <p:nvPr/>
          </p:nvSpPr>
          <p:spPr>
            <a:xfrm flipV="1">
              <a:off x="11310682" y="3002323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251AB4AC-D785-4789-6AD8-AE594A4B51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7959" y="1889490"/>
              <a:ext cx="479033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8" name="椭圆 457">
              <a:extLst>
                <a:ext uri="{FF2B5EF4-FFF2-40B4-BE49-F238E27FC236}">
                  <a16:creationId xmlns:a16="http://schemas.microsoft.com/office/drawing/2014/main" id="{C3930B18-A1AB-746A-CF87-B113B9A0E719}"/>
                </a:ext>
              </a:extLst>
            </p:cNvPr>
            <p:cNvSpPr/>
            <p:nvPr/>
          </p:nvSpPr>
          <p:spPr>
            <a:xfrm flipV="1">
              <a:off x="6717925" y="1845887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466" name="直接连接符 465">
              <a:extLst>
                <a:ext uri="{FF2B5EF4-FFF2-40B4-BE49-F238E27FC236}">
                  <a16:creationId xmlns:a16="http://schemas.microsoft.com/office/drawing/2014/main" id="{9E3B3BE0-21C6-FEA9-DBDB-DDDE86C4F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7561" y="1771819"/>
              <a:ext cx="478572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连接符 475">
              <a:extLst>
                <a:ext uri="{FF2B5EF4-FFF2-40B4-BE49-F238E27FC236}">
                  <a16:creationId xmlns:a16="http://schemas.microsoft.com/office/drawing/2014/main" id="{5C4BEC89-2B94-4471-A61F-C57524C70982}"/>
                </a:ext>
              </a:extLst>
            </p:cNvPr>
            <p:cNvCxnSpPr>
              <a:cxnSpLocks/>
            </p:cNvCxnSpPr>
            <p:nvPr/>
          </p:nvCxnSpPr>
          <p:spPr>
            <a:xfrm>
              <a:off x="8780542" y="1889490"/>
              <a:ext cx="0" cy="23718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7" name="椭圆 476">
              <a:extLst>
                <a:ext uri="{FF2B5EF4-FFF2-40B4-BE49-F238E27FC236}">
                  <a16:creationId xmlns:a16="http://schemas.microsoft.com/office/drawing/2014/main" id="{B0A7F469-8BDB-790E-175F-591506280514}"/>
                </a:ext>
              </a:extLst>
            </p:cNvPr>
            <p:cNvSpPr/>
            <p:nvPr/>
          </p:nvSpPr>
          <p:spPr>
            <a:xfrm flipV="1">
              <a:off x="8738489" y="3010257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479" name="椭圆 478">
              <a:extLst>
                <a:ext uri="{FF2B5EF4-FFF2-40B4-BE49-F238E27FC236}">
                  <a16:creationId xmlns:a16="http://schemas.microsoft.com/office/drawing/2014/main" id="{612C19C7-7380-5612-586B-DE7C5197FC03}"/>
                </a:ext>
              </a:extLst>
            </p:cNvPr>
            <p:cNvSpPr/>
            <p:nvPr/>
          </p:nvSpPr>
          <p:spPr>
            <a:xfrm flipV="1">
              <a:off x="8739123" y="1845317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482" name="椭圆 481">
              <a:extLst>
                <a:ext uri="{FF2B5EF4-FFF2-40B4-BE49-F238E27FC236}">
                  <a16:creationId xmlns:a16="http://schemas.microsoft.com/office/drawing/2014/main" id="{8CC45506-79A2-A37D-29DC-9E3A8A165F00}"/>
                </a:ext>
              </a:extLst>
            </p:cNvPr>
            <p:cNvSpPr/>
            <p:nvPr/>
          </p:nvSpPr>
          <p:spPr>
            <a:xfrm flipV="1">
              <a:off x="4147141" y="1727883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81DBA14C-2CE0-E23A-974D-47C590B15C9B}"/>
                </a:ext>
              </a:extLst>
            </p:cNvPr>
            <p:cNvCxnSpPr>
              <a:cxnSpLocks/>
              <a:endCxn id="601" idx="0"/>
            </p:cNvCxnSpPr>
            <p:nvPr/>
          </p:nvCxnSpPr>
          <p:spPr>
            <a:xfrm flipH="1">
              <a:off x="6208350" y="1781205"/>
              <a:ext cx="1771" cy="246131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椭圆 485">
              <a:extLst>
                <a:ext uri="{FF2B5EF4-FFF2-40B4-BE49-F238E27FC236}">
                  <a16:creationId xmlns:a16="http://schemas.microsoft.com/office/drawing/2014/main" id="{2A3D8856-6E03-7FEF-B54A-FB3D4C322626}"/>
                </a:ext>
              </a:extLst>
            </p:cNvPr>
            <p:cNvSpPr/>
            <p:nvPr/>
          </p:nvSpPr>
          <p:spPr>
            <a:xfrm flipV="1">
              <a:off x="6168068" y="3018521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3B1E96DB-590B-8B77-14E5-06799DAB5B93}"/>
                </a:ext>
              </a:extLst>
            </p:cNvPr>
            <p:cNvSpPr/>
            <p:nvPr/>
          </p:nvSpPr>
          <p:spPr>
            <a:xfrm flipV="1">
              <a:off x="6167196" y="1727883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490" name="直接连接符 489">
              <a:extLst>
                <a:ext uri="{FF2B5EF4-FFF2-40B4-BE49-F238E27FC236}">
                  <a16:creationId xmlns:a16="http://schemas.microsoft.com/office/drawing/2014/main" id="{06F68271-4DC8-817E-C13C-CCBA41EBCE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6761" y="1889345"/>
              <a:ext cx="294606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>
              <a:extLst>
                <a:ext uri="{FF2B5EF4-FFF2-40B4-BE49-F238E27FC236}">
                  <a16:creationId xmlns:a16="http://schemas.microsoft.com/office/drawing/2014/main" id="{30695589-4F1C-425C-3BF3-B753B95C51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8407" y="1771819"/>
              <a:ext cx="9946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接连接符 504">
              <a:extLst>
                <a:ext uri="{FF2B5EF4-FFF2-40B4-BE49-F238E27FC236}">
                  <a16:creationId xmlns:a16="http://schemas.microsoft.com/office/drawing/2014/main" id="{219D8ED1-AE67-7A34-0330-AF8B96721F34}"/>
                </a:ext>
              </a:extLst>
            </p:cNvPr>
            <p:cNvCxnSpPr>
              <a:cxnSpLocks/>
              <a:endCxn id="600" idx="0"/>
            </p:cNvCxnSpPr>
            <p:nvPr/>
          </p:nvCxnSpPr>
          <p:spPr>
            <a:xfrm flipH="1">
              <a:off x="3637163" y="1880811"/>
              <a:ext cx="1192" cy="23657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6" name="椭圆 505">
              <a:extLst>
                <a:ext uri="{FF2B5EF4-FFF2-40B4-BE49-F238E27FC236}">
                  <a16:creationId xmlns:a16="http://schemas.microsoft.com/office/drawing/2014/main" id="{DEA31266-E564-7EE1-A1C0-9867544A6F95}"/>
                </a:ext>
              </a:extLst>
            </p:cNvPr>
            <p:cNvSpPr/>
            <p:nvPr/>
          </p:nvSpPr>
          <p:spPr>
            <a:xfrm flipV="1">
              <a:off x="3596302" y="3026515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508" name="直接连接符 507">
              <a:extLst>
                <a:ext uri="{FF2B5EF4-FFF2-40B4-BE49-F238E27FC236}">
                  <a16:creationId xmlns:a16="http://schemas.microsoft.com/office/drawing/2014/main" id="{B76C6679-3662-C598-772F-CEE9AF8F1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0610" y="2633645"/>
              <a:ext cx="790426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直接连接符 509">
              <a:extLst>
                <a:ext uri="{FF2B5EF4-FFF2-40B4-BE49-F238E27FC236}">
                  <a16:creationId xmlns:a16="http://schemas.microsoft.com/office/drawing/2014/main" id="{0CC1B341-F0A0-DFCD-4233-A17527D22E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820" y="2827624"/>
              <a:ext cx="807131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接连接符 511">
              <a:extLst>
                <a:ext uri="{FF2B5EF4-FFF2-40B4-BE49-F238E27FC236}">
                  <a16:creationId xmlns:a16="http://schemas.microsoft.com/office/drawing/2014/main" id="{322D16D9-F830-1BC6-CBB2-107C4B7286E1}"/>
                </a:ext>
              </a:extLst>
            </p:cNvPr>
            <p:cNvCxnSpPr>
              <a:cxnSpLocks/>
            </p:cNvCxnSpPr>
            <p:nvPr/>
          </p:nvCxnSpPr>
          <p:spPr>
            <a:xfrm>
              <a:off x="8892958" y="2151511"/>
              <a:ext cx="0" cy="4886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接连接符 512">
              <a:extLst>
                <a:ext uri="{FF2B5EF4-FFF2-40B4-BE49-F238E27FC236}">
                  <a16:creationId xmlns:a16="http://schemas.microsoft.com/office/drawing/2014/main" id="{D7777E13-8DE5-9986-EE69-899CBF05D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0403" y="2151511"/>
              <a:ext cx="28430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直接连接符 517">
              <a:extLst>
                <a:ext uri="{FF2B5EF4-FFF2-40B4-BE49-F238E27FC236}">
                  <a16:creationId xmlns:a16="http://schemas.microsoft.com/office/drawing/2014/main" id="{E20D87DA-448B-13DC-4A77-E606DFC161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3965" y="2324517"/>
              <a:ext cx="22163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直接连接符 518">
              <a:extLst>
                <a:ext uri="{FF2B5EF4-FFF2-40B4-BE49-F238E27FC236}">
                  <a16:creationId xmlns:a16="http://schemas.microsoft.com/office/drawing/2014/main" id="{81D57FCE-4593-79DF-35DE-E16D4A78AE60}"/>
                </a:ext>
              </a:extLst>
            </p:cNvPr>
            <p:cNvCxnSpPr>
              <a:cxnSpLocks/>
            </p:cNvCxnSpPr>
            <p:nvPr/>
          </p:nvCxnSpPr>
          <p:spPr>
            <a:xfrm>
              <a:off x="9057365" y="2323315"/>
              <a:ext cx="0" cy="51429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直接连接符 521">
              <a:extLst>
                <a:ext uri="{FF2B5EF4-FFF2-40B4-BE49-F238E27FC236}">
                  <a16:creationId xmlns:a16="http://schemas.microsoft.com/office/drawing/2014/main" id="{331E3F14-A96A-28D9-4242-4E80B6176D2B}"/>
                </a:ext>
              </a:extLst>
            </p:cNvPr>
            <p:cNvCxnSpPr>
              <a:cxnSpLocks/>
            </p:cNvCxnSpPr>
            <p:nvPr/>
          </p:nvCxnSpPr>
          <p:spPr>
            <a:xfrm>
              <a:off x="6317655" y="2151511"/>
              <a:ext cx="0" cy="4886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接连接符 522">
              <a:extLst>
                <a:ext uri="{FF2B5EF4-FFF2-40B4-BE49-F238E27FC236}">
                  <a16:creationId xmlns:a16="http://schemas.microsoft.com/office/drawing/2014/main" id="{3883C19B-B3F6-641E-4A01-084EDAE27C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5100" y="2151511"/>
              <a:ext cx="28430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直接连接符 523">
              <a:extLst>
                <a:ext uri="{FF2B5EF4-FFF2-40B4-BE49-F238E27FC236}">
                  <a16:creationId xmlns:a16="http://schemas.microsoft.com/office/drawing/2014/main" id="{5DCA6C29-FA23-B7AD-2C7C-158A4535BE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8662" y="2324517"/>
              <a:ext cx="22163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直接连接符 524">
              <a:extLst>
                <a:ext uri="{FF2B5EF4-FFF2-40B4-BE49-F238E27FC236}">
                  <a16:creationId xmlns:a16="http://schemas.microsoft.com/office/drawing/2014/main" id="{4DA3209C-E012-4959-3D55-38B494C12F3D}"/>
                </a:ext>
              </a:extLst>
            </p:cNvPr>
            <p:cNvCxnSpPr>
              <a:cxnSpLocks/>
            </p:cNvCxnSpPr>
            <p:nvPr/>
          </p:nvCxnSpPr>
          <p:spPr>
            <a:xfrm>
              <a:off x="6482062" y="2323315"/>
              <a:ext cx="0" cy="51429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7" name="组合 526">
              <a:extLst>
                <a:ext uri="{FF2B5EF4-FFF2-40B4-BE49-F238E27FC236}">
                  <a16:creationId xmlns:a16="http://schemas.microsoft.com/office/drawing/2014/main" id="{A247A91B-7807-6CA1-FD32-0462032CC1BB}"/>
                </a:ext>
              </a:extLst>
            </p:cNvPr>
            <p:cNvGrpSpPr/>
            <p:nvPr/>
          </p:nvGrpSpPr>
          <p:grpSpPr>
            <a:xfrm>
              <a:off x="3732706" y="2151511"/>
              <a:ext cx="385193" cy="686100"/>
              <a:chOff x="9222579" y="3178199"/>
              <a:chExt cx="385193" cy="686100"/>
            </a:xfrm>
          </p:grpSpPr>
          <p:cxnSp>
            <p:nvCxnSpPr>
              <p:cNvPr id="528" name="直接连接符 527">
                <a:extLst>
                  <a:ext uri="{FF2B5EF4-FFF2-40B4-BE49-F238E27FC236}">
                    <a16:creationId xmlns:a16="http://schemas.microsoft.com/office/drawing/2014/main" id="{B2A87811-B914-FF00-4C32-9C781CD06D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5134" y="3178199"/>
                <a:ext cx="0" cy="4886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4242EC17-6075-6042-0872-2625DDF906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22579" y="3178199"/>
                <a:ext cx="28430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直接连接符 529">
                <a:extLst>
                  <a:ext uri="{FF2B5EF4-FFF2-40B4-BE49-F238E27FC236}">
                    <a16:creationId xmlns:a16="http://schemas.microsoft.com/office/drawing/2014/main" id="{963DAF9A-731C-026C-3A8B-D54EA93092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86141" y="3351205"/>
                <a:ext cx="2216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直接连接符 530">
                <a:extLst>
                  <a:ext uri="{FF2B5EF4-FFF2-40B4-BE49-F238E27FC236}">
                    <a16:creationId xmlns:a16="http://schemas.microsoft.com/office/drawing/2014/main" id="{28C47E47-28E2-A12C-9BF0-627402E51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9541" y="3350003"/>
                <a:ext cx="0" cy="51429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2" name="组合 531">
              <a:extLst>
                <a:ext uri="{FF2B5EF4-FFF2-40B4-BE49-F238E27FC236}">
                  <a16:creationId xmlns:a16="http://schemas.microsoft.com/office/drawing/2014/main" id="{C1C29102-DFB4-F3FF-CC57-110361064AAB}"/>
                </a:ext>
              </a:extLst>
            </p:cNvPr>
            <p:cNvGrpSpPr/>
            <p:nvPr/>
          </p:nvGrpSpPr>
          <p:grpSpPr>
            <a:xfrm>
              <a:off x="1152360" y="2151511"/>
              <a:ext cx="385193" cy="686100"/>
              <a:chOff x="9222579" y="3178199"/>
              <a:chExt cx="385193" cy="686100"/>
            </a:xfrm>
          </p:grpSpPr>
          <p:cxnSp>
            <p:nvCxnSpPr>
              <p:cNvPr id="533" name="直接连接符 532">
                <a:extLst>
                  <a:ext uri="{FF2B5EF4-FFF2-40B4-BE49-F238E27FC236}">
                    <a16:creationId xmlns:a16="http://schemas.microsoft.com/office/drawing/2014/main" id="{9BCCC95C-DD12-E096-2858-FEB7EAC1F9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5134" y="3178199"/>
                <a:ext cx="0" cy="4886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直接连接符 533">
                <a:extLst>
                  <a:ext uri="{FF2B5EF4-FFF2-40B4-BE49-F238E27FC236}">
                    <a16:creationId xmlns:a16="http://schemas.microsoft.com/office/drawing/2014/main" id="{1B70AE7A-63D5-D7D9-6E0C-D908806317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22579" y="3178199"/>
                <a:ext cx="28430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直接连接符 534">
                <a:extLst>
                  <a:ext uri="{FF2B5EF4-FFF2-40B4-BE49-F238E27FC236}">
                    <a16:creationId xmlns:a16="http://schemas.microsoft.com/office/drawing/2014/main" id="{91857E42-FA82-8744-18AF-B2563EB080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86141" y="3351205"/>
                <a:ext cx="22163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直接连接符 535">
                <a:extLst>
                  <a:ext uri="{FF2B5EF4-FFF2-40B4-BE49-F238E27FC236}">
                    <a16:creationId xmlns:a16="http://schemas.microsoft.com/office/drawing/2014/main" id="{10FC146E-6C5D-DBFF-6B55-A26D3AE2BB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9541" y="3350003"/>
                <a:ext cx="0" cy="51429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7" name="椭圆 536">
              <a:extLst>
                <a:ext uri="{FF2B5EF4-FFF2-40B4-BE49-F238E27FC236}">
                  <a16:creationId xmlns:a16="http://schemas.microsoft.com/office/drawing/2014/main" id="{2D99F0DB-DEE1-1DE6-896E-9738DC3C521E}"/>
                </a:ext>
              </a:extLst>
            </p:cNvPr>
            <p:cNvSpPr/>
            <p:nvPr/>
          </p:nvSpPr>
          <p:spPr>
            <a:xfrm flipV="1">
              <a:off x="1122562" y="2588844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38" name="椭圆 537">
              <a:extLst>
                <a:ext uri="{FF2B5EF4-FFF2-40B4-BE49-F238E27FC236}">
                  <a16:creationId xmlns:a16="http://schemas.microsoft.com/office/drawing/2014/main" id="{A5F6BD4A-6BE3-2C36-6802-4BC1ED703229}"/>
                </a:ext>
              </a:extLst>
            </p:cNvPr>
            <p:cNvSpPr/>
            <p:nvPr/>
          </p:nvSpPr>
          <p:spPr>
            <a:xfrm flipV="1">
              <a:off x="1287328" y="2783101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39" name="椭圆 538">
              <a:extLst>
                <a:ext uri="{FF2B5EF4-FFF2-40B4-BE49-F238E27FC236}">
                  <a16:creationId xmlns:a16="http://schemas.microsoft.com/office/drawing/2014/main" id="{2107F1F6-57DA-B266-888E-E43A4E991351}"/>
                </a:ext>
              </a:extLst>
            </p:cNvPr>
            <p:cNvSpPr/>
            <p:nvPr/>
          </p:nvSpPr>
          <p:spPr>
            <a:xfrm flipV="1">
              <a:off x="3703599" y="2588947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40" name="椭圆 539">
              <a:extLst>
                <a:ext uri="{FF2B5EF4-FFF2-40B4-BE49-F238E27FC236}">
                  <a16:creationId xmlns:a16="http://schemas.microsoft.com/office/drawing/2014/main" id="{91EF4C36-45EB-D9E0-22CB-91BC23D0D35F}"/>
                </a:ext>
              </a:extLst>
            </p:cNvPr>
            <p:cNvSpPr/>
            <p:nvPr/>
          </p:nvSpPr>
          <p:spPr>
            <a:xfrm flipV="1">
              <a:off x="3868365" y="2783204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41" name="椭圆 540">
              <a:extLst>
                <a:ext uri="{FF2B5EF4-FFF2-40B4-BE49-F238E27FC236}">
                  <a16:creationId xmlns:a16="http://schemas.microsoft.com/office/drawing/2014/main" id="{FEE39C5D-109C-BABA-8570-59706927AEE6}"/>
                </a:ext>
              </a:extLst>
            </p:cNvPr>
            <p:cNvSpPr/>
            <p:nvPr/>
          </p:nvSpPr>
          <p:spPr>
            <a:xfrm flipV="1">
              <a:off x="6276127" y="2590002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42" name="椭圆 541">
              <a:extLst>
                <a:ext uri="{FF2B5EF4-FFF2-40B4-BE49-F238E27FC236}">
                  <a16:creationId xmlns:a16="http://schemas.microsoft.com/office/drawing/2014/main" id="{1F3DA1F6-0A3D-BD21-C33B-8E3090F9FA96}"/>
                </a:ext>
              </a:extLst>
            </p:cNvPr>
            <p:cNvSpPr/>
            <p:nvPr/>
          </p:nvSpPr>
          <p:spPr>
            <a:xfrm flipV="1">
              <a:off x="6440893" y="2784259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545" name="直接连接符 544">
              <a:extLst>
                <a:ext uri="{FF2B5EF4-FFF2-40B4-BE49-F238E27FC236}">
                  <a16:creationId xmlns:a16="http://schemas.microsoft.com/office/drawing/2014/main" id="{31CF70A8-D1CB-968A-3264-279D2526B9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727" y="4015178"/>
              <a:ext cx="859048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接连接符 548">
              <a:extLst>
                <a:ext uri="{FF2B5EF4-FFF2-40B4-BE49-F238E27FC236}">
                  <a16:creationId xmlns:a16="http://schemas.microsoft.com/office/drawing/2014/main" id="{290F23DD-8EA1-2867-30F9-6ADCD1D036DD}"/>
                </a:ext>
              </a:extLst>
            </p:cNvPr>
            <p:cNvCxnSpPr>
              <a:cxnSpLocks/>
            </p:cNvCxnSpPr>
            <p:nvPr/>
          </p:nvCxnSpPr>
          <p:spPr>
            <a:xfrm>
              <a:off x="9595931" y="3358897"/>
              <a:ext cx="0" cy="66988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>
              <a:extLst>
                <a:ext uri="{FF2B5EF4-FFF2-40B4-BE49-F238E27FC236}">
                  <a16:creationId xmlns:a16="http://schemas.microsoft.com/office/drawing/2014/main" id="{E143EFDC-3DE9-11EA-0D30-4C22FFE85894}"/>
                </a:ext>
              </a:extLst>
            </p:cNvPr>
            <p:cNvCxnSpPr>
              <a:cxnSpLocks/>
            </p:cNvCxnSpPr>
            <p:nvPr/>
          </p:nvCxnSpPr>
          <p:spPr>
            <a:xfrm>
              <a:off x="9871338" y="3672478"/>
              <a:ext cx="0" cy="50275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接连接符 553">
              <a:extLst>
                <a:ext uri="{FF2B5EF4-FFF2-40B4-BE49-F238E27FC236}">
                  <a16:creationId xmlns:a16="http://schemas.microsoft.com/office/drawing/2014/main" id="{842A7660-68F1-CE03-004D-6572058CF0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7496" y="4165196"/>
              <a:ext cx="888560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3" name="Line 27">
              <a:extLst>
                <a:ext uri="{FF2B5EF4-FFF2-40B4-BE49-F238E27FC236}">
                  <a16:creationId xmlns:a16="http://schemas.microsoft.com/office/drawing/2014/main" id="{0A651074-B1E8-6B14-E7F0-3AB332986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6574" y="3378694"/>
              <a:ext cx="512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564" name="Line 27">
              <a:extLst>
                <a:ext uri="{FF2B5EF4-FFF2-40B4-BE49-F238E27FC236}">
                  <a16:creationId xmlns:a16="http://schemas.microsoft.com/office/drawing/2014/main" id="{1237CAF9-EB01-55DB-7304-F35AE028D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6908" y="3681665"/>
              <a:ext cx="2422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565" name="椭圆 564">
              <a:extLst>
                <a:ext uri="{FF2B5EF4-FFF2-40B4-BE49-F238E27FC236}">
                  <a16:creationId xmlns:a16="http://schemas.microsoft.com/office/drawing/2014/main" id="{82792F04-996B-2F69-67BE-254F0324393B}"/>
                </a:ext>
              </a:extLst>
            </p:cNvPr>
            <p:cNvSpPr/>
            <p:nvPr/>
          </p:nvSpPr>
          <p:spPr>
            <a:xfrm flipV="1">
              <a:off x="7399667" y="3622481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566" name="直接连接符 565">
              <a:extLst>
                <a:ext uri="{FF2B5EF4-FFF2-40B4-BE49-F238E27FC236}">
                  <a16:creationId xmlns:a16="http://schemas.microsoft.com/office/drawing/2014/main" id="{30A0976B-7174-82DB-67A6-BC46FB07B5A7}"/>
                </a:ext>
              </a:extLst>
            </p:cNvPr>
            <p:cNvCxnSpPr>
              <a:cxnSpLocks/>
            </p:cNvCxnSpPr>
            <p:nvPr/>
          </p:nvCxnSpPr>
          <p:spPr>
            <a:xfrm>
              <a:off x="7023487" y="3366750"/>
              <a:ext cx="0" cy="66988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直接连接符 566">
              <a:extLst>
                <a:ext uri="{FF2B5EF4-FFF2-40B4-BE49-F238E27FC236}">
                  <a16:creationId xmlns:a16="http://schemas.microsoft.com/office/drawing/2014/main" id="{ED6A91A8-4BEF-EEF8-C18F-F369D2CE4C8F}"/>
                </a:ext>
              </a:extLst>
            </p:cNvPr>
            <p:cNvCxnSpPr>
              <a:cxnSpLocks/>
            </p:cNvCxnSpPr>
            <p:nvPr/>
          </p:nvCxnSpPr>
          <p:spPr>
            <a:xfrm>
              <a:off x="7298894" y="3680331"/>
              <a:ext cx="0" cy="50275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9" name="Line 27">
              <a:extLst>
                <a:ext uri="{FF2B5EF4-FFF2-40B4-BE49-F238E27FC236}">
                  <a16:creationId xmlns:a16="http://schemas.microsoft.com/office/drawing/2014/main" id="{8B3D889D-71CD-D276-4ADC-681DD43AC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9010" y="3384766"/>
              <a:ext cx="512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570" name="Line 27">
              <a:extLst>
                <a:ext uri="{FF2B5EF4-FFF2-40B4-BE49-F238E27FC236}">
                  <a16:creationId xmlns:a16="http://schemas.microsoft.com/office/drawing/2014/main" id="{31D834B9-63B6-D559-A26A-A4E6F86E4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9344" y="3687737"/>
              <a:ext cx="2422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571" name="椭圆 570">
              <a:extLst>
                <a:ext uri="{FF2B5EF4-FFF2-40B4-BE49-F238E27FC236}">
                  <a16:creationId xmlns:a16="http://schemas.microsoft.com/office/drawing/2014/main" id="{8C40AF83-7BF6-8607-127C-7467D0B9D979}"/>
                </a:ext>
              </a:extLst>
            </p:cNvPr>
            <p:cNvSpPr/>
            <p:nvPr/>
          </p:nvSpPr>
          <p:spPr>
            <a:xfrm flipV="1">
              <a:off x="4832103" y="3628553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572" name="直接连接符 571">
              <a:extLst>
                <a:ext uri="{FF2B5EF4-FFF2-40B4-BE49-F238E27FC236}">
                  <a16:creationId xmlns:a16="http://schemas.microsoft.com/office/drawing/2014/main" id="{74F4365D-75AC-8152-3D14-CBBB72A7FB15}"/>
                </a:ext>
              </a:extLst>
            </p:cNvPr>
            <p:cNvCxnSpPr>
              <a:cxnSpLocks/>
            </p:cNvCxnSpPr>
            <p:nvPr/>
          </p:nvCxnSpPr>
          <p:spPr>
            <a:xfrm>
              <a:off x="4455923" y="3372822"/>
              <a:ext cx="0" cy="66988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直接连接符 572">
              <a:extLst>
                <a:ext uri="{FF2B5EF4-FFF2-40B4-BE49-F238E27FC236}">
                  <a16:creationId xmlns:a16="http://schemas.microsoft.com/office/drawing/2014/main" id="{06DD3836-4FE2-4833-DE60-BD75E2D2AC6C}"/>
                </a:ext>
              </a:extLst>
            </p:cNvPr>
            <p:cNvCxnSpPr>
              <a:cxnSpLocks/>
            </p:cNvCxnSpPr>
            <p:nvPr/>
          </p:nvCxnSpPr>
          <p:spPr>
            <a:xfrm>
              <a:off x="4731330" y="3686403"/>
              <a:ext cx="0" cy="50275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5" name="Line 27">
              <a:extLst>
                <a:ext uri="{FF2B5EF4-FFF2-40B4-BE49-F238E27FC236}">
                  <a16:creationId xmlns:a16="http://schemas.microsoft.com/office/drawing/2014/main" id="{85276D90-DE08-456F-6896-28ED3E041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4777" y="3397193"/>
              <a:ext cx="512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576" name="Line 27">
              <a:extLst>
                <a:ext uri="{FF2B5EF4-FFF2-40B4-BE49-F238E27FC236}">
                  <a16:creationId xmlns:a16="http://schemas.microsoft.com/office/drawing/2014/main" id="{58A4578D-FDE7-1FBD-C3F0-46770A257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111" y="3700164"/>
              <a:ext cx="2422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577" name="椭圆 576">
              <a:extLst>
                <a:ext uri="{FF2B5EF4-FFF2-40B4-BE49-F238E27FC236}">
                  <a16:creationId xmlns:a16="http://schemas.microsoft.com/office/drawing/2014/main" id="{BD3A8E94-9BA9-CC6F-EAD8-561A7CA662C4}"/>
                </a:ext>
              </a:extLst>
            </p:cNvPr>
            <p:cNvSpPr/>
            <p:nvPr/>
          </p:nvSpPr>
          <p:spPr>
            <a:xfrm flipV="1">
              <a:off x="2257870" y="3640980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578" name="直接连接符 577">
              <a:extLst>
                <a:ext uri="{FF2B5EF4-FFF2-40B4-BE49-F238E27FC236}">
                  <a16:creationId xmlns:a16="http://schemas.microsoft.com/office/drawing/2014/main" id="{FA551013-BEDB-86C6-9F80-74533CEFCFA4}"/>
                </a:ext>
              </a:extLst>
            </p:cNvPr>
            <p:cNvCxnSpPr>
              <a:cxnSpLocks/>
            </p:cNvCxnSpPr>
            <p:nvPr/>
          </p:nvCxnSpPr>
          <p:spPr>
            <a:xfrm>
              <a:off x="1881690" y="3385249"/>
              <a:ext cx="0" cy="66988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18CA577B-7755-84D8-7963-78D812C7F3D2}"/>
                </a:ext>
              </a:extLst>
            </p:cNvPr>
            <p:cNvCxnSpPr>
              <a:cxnSpLocks/>
            </p:cNvCxnSpPr>
            <p:nvPr/>
          </p:nvCxnSpPr>
          <p:spPr>
            <a:xfrm>
              <a:off x="2157097" y="3698830"/>
              <a:ext cx="0" cy="50275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0" name="椭圆 579">
              <a:extLst>
                <a:ext uri="{FF2B5EF4-FFF2-40B4-BE49-F238E27FC236}">
                  <a16:creationId xmlns:a16="http://schemas.microsoft.com/office/drawing/2014/main" id="{FE307DDC-7C71-DF70-5EFE-6886BDE515DD}"/>
                </a:ext>
              </a:extLst>
            </p:cNvPr>
            <p:cNvSpPr/>
            <p:nvPr/>
          </p:nvSpPr>
          <p:spPr>
            <a:xfrm flipV="1">
              <a:off x="1840235" y="3971315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81" name="椭圆 580">
              <a:extLst>
                <a:ext uri="{FF2B5EF4-FFF2-40B4-BE49-F238E27FC236}">
                  <a16:creationId xmlns:a16="http://schemas.microsoft.com/office/drawing/2014/main" id="{5F896E37-845C-74E8-73B6-17E6F6A8DE10}"/>
                </a:ext>
              </a:extLst>
            </p:cNvPr>
            <p:cNvSpPr/>
            <p:nvPr/>
          </p:nvSpPr>
          <p:spPr>
            <a:xfrm flipV="1">
              <a:off x="2115899" y="4121095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82" name="椭圆 581">
              <a:extLst>
                <a:ext uri="{FF2B5EF4-FFF2-40B4-BE49-F238E27FC236}">
                  <a16:creationId xmlns:a16="http://schemas.microsoft.com/office/drawing/2014/main" id="{7BDF8682-E95C-6ADB-9ECF-6111C19BEF47}"/>
                </a:ext>
              </a:extLst>
            </p:cNvPr>
            <p:cNvSpPr/>
            <p:nvPr/>
          </p:nvSpPr>
          <p:spPr>
            <a:xfrm flipV="1">
              <a:off x="4414466" y="3972321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83" name="椭圆 582">
              <a:extLst>
                <a:ext uri="{FF2B5EF4-FFF2-40B4-BE49-F238E27FC236}">
                  <a16:creationId xmlns:a16="http://schemas.microsoft.com/office/drawing/2014/main" id="{661703B1-67D4-6A58-0500-FB0DBC47934F}"/>
                </a:ext>
              </a:extLst>
            </p:cNvPr>
            <p:cNvSpPr/>
            <p:nvPr/>
          </p:nvSpPr>
          <p:spPr>
            <a:xfrm flipV="1">
              <a:off x="4688939" y="4122101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84" name="椭圆 583">
              <a:extLst>
                <a:ext uri="{FF2B5EF4-FFF2-40B4-BE49-F238E27FC236}">
                  <a16:creationId xmlns:a16="http://schemas.microsoft.com/office/drawing/2014/main" id="{0EC62B33-C59C-E327-96A0-AF89D29716C3}"/>
                </a:ext>
              </a:extLst>
            </p:cNvPr>
            <p:cNvSpPr/>
            <p:nvPr/>
          </p:nvSpPr>
          <p:spPr>
            <a:xfrm flipV="1">
              <a:off x="6982409" y="3973755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585" name="椭圆 584">
              <a:extLst>
                <a:ext uri="{FF2B5EF4-FFF2-40B4-BE49-F238E27FC236}">
                  <a16:creationId xmlns:a16="http://schemas.microsoft.com/office/drawing/2014/main" id="{92292622-F32E-227D-48BE-B4F96981E3AE}"/>
                </a:ext>
              </a:extLst>
            </p:cNvPr>
            <p:cNvSpPr/>
            <p:nvPr/>
          </p:nvSpPr>
          <p:spPr>
            <a:xfrm flipV="1">
              <a:off x="7257878" y="4120738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9" name="文本框 588">
                  <a:extLst>
                    <a:ext uri="{FF2B5EF4-FFF2-40B4-BE49-F238E27FC236}">
                      <a16:creationId xmlns:a16="http://schemas.microsoft.com/office/drawing/2014/main" id="{7D1AF368-BE29-1D7A-58DA-22E2F1B0B71B}"/>
                    </a:ext>
                  </a:extLst>
                </p:cNvPr>
                <p:cNvSpPr txBox="1"/>
                <p:nvPr/>
              </p:nvSpPr>
              <p:spPr>
                <a:xfrm>
                  <a:off x="4952017" y="1268173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89" name="文本框 588">
                  <a:extLst>
                    <a:ext uri="{FF2B5EF4-FFF2-40B4-BE49-F238E27FC236}">
                      <a16:creationId xmlns:a16="http://schemas.microsoft.com/office/drawing/2014/main" id="{7D1AF368-BE29-1D7A-58DA-22E2F1B0B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2017" y="1268173"/>
                  <a:ext cx="619686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0" name="文本框 589">
                  <a:extLst>
                    <a:ext uri="{FF2B5EF4-FFF2-40B4-BE49-F238E27FC236}">
                      <a16:creationId xmlns:a16="http://schemas.microsoft.com/office/drawing/2014/main" id="{D68FEF19-D6F5-B4B4-D8DF-097EC08CBFCF}"/>
                    </a:ext>
                  </a:extLst>
                </p:cNvPr>
                <p:cNvSpPr txBox="1"/>
                <p:nvPr/>
              </p:nvSpPr>
              <p:spPr>
                <a:xfrm>
                  <a:off x="7526067" y="127432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0" name="文本框 589">
                  <a:extLst>
                    <a:ext uri="{FF2B5EF4-FFF2-40B4-BE49-F238E27FC236}">
                      <a16:creationId xmlns:a16="http://schemas.microsoft.com/office/drawing/2014/main" id="{D68FEF19-D6F5-B4B4-D8DF-097EC08CB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6067" y="1274320"/>
                  <a:ext cx="619686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1" name="文本框 590">
                  <a:extLst>
                    <a:ext uri="{FF2B5EF4-FFF2-40B4-BE49-F238E27FC236}">
                      <a16:creationId xmlns:a16="http://schemas.microsoft.com/office/drawing/2014/main" id="{9F7F2863-96CD-A512-28CD-61D9519B9F9D}"/>
                    </a:ext>
                  </a:extLst>
                </p:cNvPr>
                <p:cNvSpPr txBox="1"/>
                <p:nvPr/>
              </p:nvSpPr>
              <p:spPr>
                <a:xfrm>
                  <a:off x="10101986" y="1275964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1" name="文本框 590">
                  <a:extLst>
                    <a:ext uri="{FF2B5EF4-FFF2-40B4-BE49-F238E27FC236}">
                      <a16:creationId xmlns:a16="http://schemas.microsoft.com/office/drawing/2014/main" id="{9F7F2863-96CD-A512-28CD-61D9519B9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1986" y="1275964"/>
                  <a:ext cx="619686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2" name="文本框 591">
                  <a:extLst>
                    <a:ext uri="{FF2B5EF4-FFF2-40B4-BE49-F238E27FC236}">
                      <a16:creationId xmlns:a16="http://schemas.microsoft.com/office/drawing/2014/main" id="{0FD62980-F171-7748-F367-10544F33393A}"/>
                    </a:ext>
                  </a:extLst>
                </p:cNvPr>
                <p:cNvSpPr txBox="1"/>
                <p:nvPr/>
              </p:nvSpPr>
              <p:spPr>
                <a:xfrm>
                  <a:off x="11493369" y="1688546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SL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2" name="文本框 591">
                  <a:extLst>
                    <a:ext uri="{FF2B5EF4-FFF2-40B4-BE49-F238E27FC236}">
                      <a16:creationId xmlns:a16="http://schemas.microsoft.com/office/drawing/2014/main" id="{0FD62980-F171-7748-F367-10544F3339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3369" y="1688546"/>
                  <a:ext cx="619686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3" name="文本框 592">
                  <a:extLst>
                    <a:ext uri="{FF2B5EF4-FFF2-40B4-BE49-F238E27FC236}">
                      <a16:creationId xmlns:a16="http://schemas.microsoft.com/office/drawing/2014/main" id="{E80241BE-C28F-1082-1387-1DE1BAFCC31F}"/>
                    </a:ext>
                  </a:extLst>
                </p:cNvPr>
                <p:cNvSpPr txBox="1"/>
                <p:nvPr/>
              </p:nvSpPr>
              <p:spPr>
                <a:xfrm>
                  <a:off x="412286" y="1572981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SR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3" name="文本框 592">
                  <a:extLst>
                    <a:ext uri="{FF2B5EF4-FFF2-40B4-BE49-F238E27FC236}">
                      <a16:creationId xmlns:a16="http://schemas.microsoft.com/office/drawing/2014/main" id="{E80241BE-C28F-1082-1387-1DE1BAFCC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286" y="1572981"/>
                  <a:ext cx="619686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" name="文本框 593">
                  <a:extLst>
                    <a:ext uri="{FF2B5EF4-FFF2-40B4-BE49-F238E27FC236}">
                      <a16:creationId xmlns:a16="http://schemas.microsoft.com/office/drawing/2014/main" id="{92A66382-4245-272E-AC1E-2171968324AD}"/>
                    </a:ext>
                  </a:extLst>
                </p:cNvPr>
                <p:cNvSpPr txBox="1"/>
                <p:nvPr/>
              </p:nvSpPr>
              <p:spPr>
                <a:xfrm>
                  <a:off x="460456" y="2653136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4" name="文本框 593">
                  <a:extLst>
                    <a:ext uri="{FF2B5EF4-FFF2-40B4-BE49-F238E27FC236}">
                      <a16:creationId xmlns:a16="http://schemas.microsoft.com/office/drawing/2014/main" id="{92A66382-4245-272E-AC1E-217196832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56" y="2653136"/>
                  <a:ext cx="619686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5" name="文本框 594">
                  <a:extLst>
                    <a:ext uri="{FF2B5EF4-FFF2-40B4-BE49-F238E27FC236}">
                      <a16:creationId xmlns:a16="http://schemas.microsoft.com/office/drawing/2014/main" id="{DFAAFD09-2A1F-0FDF-8661-A1C5CAA8F275}"/>
                    </a:ext>
                  </a:extLst>
                </p:cNvPr>
                <p:cNvSpPr txBox="1"/>
                <p:nvPr/>
              </p:nvSpPr>
              <p:spPr>
                <a:xfrm>
                  <a:off x="460456" y="4037325"/>
                  <a:ext cx="619686" cy="400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CR</m:t>
                            </m:r>
                          </m:e>
                        </m:acc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5" name="文本框 594">
                  <a:extLst>
                    <a:ext uri="{FF2B5EF4-FFF2-40B4-BE49-F238E27FC236}">
                      <a16:creationId xmlns:a16="http://schemas.microsoft.com/office/drawing/2014/main" id="{DFAAFD09-2A1F-0FDF-8661-A1C5CAA8F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456" y="4037325"/>
                  <a:ext cx="619686" cy="40081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6" name="文本框 595">
                  <a:extLst>
                    <a:ext uri="{FF2B5EF4-FFF2-40B4-BE49-F238E27FC236}">
                      <a16:creationId xmlns:a16="http://schemas.microsoft.com/office/drawing/2014/main" id="{07AC80D7-7C55-D261-86BE-38F5A451E3FC}"/>
                    </a:ext>
                  </a:extLst>
                </p:cNvPr>
                <p:cNvSpPr txBox="1"/>
                <p:nvPr/>
              </p:nvSpPr>
              <p:spPr>
                <a:xfrm>
                  <a:off x="1660638" y="2844703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6" name="文本框 595">
                  <a:extLst>
                    <a:ext uri="{FF2B5EF4-FFF2-40B4-BE49-F238E27FC236}">
                      <a16:creationId xmlns:a16="http://schemas.microsoft.com/office/drawing/2014/main" id="{07AC80D7-7C55-D261-86BE-38F5A451E3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0638" y="2844703"/>
                  <a:ext cx="619686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7" name="文本框 596">
                  <a:extLst>
                    <a:ext uri="{FF2B5EF4-FFF2-40B4-BE49-F238E27FC236}">
                      <a16:creationId xmlns:a16="http://schemas.microsoft.com/office/drawing/2014/main" id="{CD358428-9627-6AD0-665D-C4A3F2795EFA}"/>
                    </a:ext>
                  </a:extLst>
                </p:cNvPr>
                <p:cNvSpPr txBox="1"/>
                <p:nvPr/>
              </p:nvSpPr>
              <p:spPr>
                <a:xfrm>
                  <a:off x="4232150" y="2844703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7" name="文本框 596">
                  <a:extLst>
                    <a:ext uri="{FF2B5EF4-FFF2-40B4-BE49-F238E27FC236}">
                      <a16:creationId xmlns:a16="http://schemas.microsoft.com/office/drawing/2014/main" id="{CD358428-9627-6AD0-665D-C4A3F2795E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2150" y="2844703"/>
                  <a:ext cx="619686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8" name="文本框 597">
                  <a:extLst>
                    <a:ext uri="{FF2B5EF4-FFF2-40B4-BE49-F238E27FC236}">
                      <a16:creationId xmlns:a16="http://schemas.microsoft.com/office/drawing/2014/main" id="{C8AFA989-AA21-C440-D599-A3D109A01877}"/>
                    </a:ext>
                  </a:extLst>
                </p:cNvPr>
                <p:cNvSpPr txBox="1"/>
                <p:nvPr/>
              </p:nvSpPr>
              <p:spPr>
                <a:xfrm>
                  <a:off x="6802029" y="2844703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8" name="文本框 597">
                  <a:extLst>
                    <a:ext uri="{FF2B5EF4-FFF2-40B4-BE49-F238E27FC236}">
                      <a16:creationId xmlns:a16="http://schemas.microsoft.com/office/drawing/2014/main" id="{C8AFA989-AA21-C440-D599-A3D109A018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2029" y="2844703"/>
                  <a:ext cx="619686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9" name="文本框 598">
                  <a:extLst>
                    <a:ext uri="{FF2B5EF4-FFF2-40B4-BE49-F238E27FC236}">
                      <a16:creationId xmlns:a16="http://schemas.microsoft.com/office/drawing/2014/main" id="{2D1F2111-F2C6-04C3-75EC-D2320A973DA6}"/>
                    </a:ext>
                  </a:extLst>
                </p:cNvPr>
                <p:cNvSpPr txBox="1"/>
                <p:nvPr/>
              </p:nvSpPr>
              <p:spPr>
                <a:xfrm>
                  <a:off x="9365946" y="2844703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9" name="文本框 598">
                  <a:extLst>
                    <a:ext uri="{FF2B5EF4-FFF2-40B4-BE49-F238E27FC236}">
                      <a16:creationId xmlns:a16="http://schemas.microsoft.com/office/drawing/2014/main" id="{2D1F2111-F2C6-04C3-75EC-D2320A973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5946" y="2844703"/>
                  <a:ext cx="619686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0" name="文本框 599">
                  <a:extLst>
                    <a:ext uri="{FF2B5EF4-FFF2-40B4-BE49-F238E27FC236}">
                      <a16:creationId xmlns:a16="http://schemas.microsoft.com/office/drawing/2014/main" id="{D4D9D5A9-E8A3-33AA-84B8-074E05956F47}"/>
                    </a:ext>
                  </a:extLst>
                </p:cNvPr>
                <p:cNvSpPr txBox="1"/>
                <p:nvPr/>
              </p:nvSpPr>
              <p:spPr>
                <a:xfrm>
                  <a:off x="3327320" y="4246531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0" name="文本框 599">
                  <a:extLst>
                    <a:ext uri="{FF2B5EF4-FFF2-40B4-BE49-F238E27FC236}">
                      <a16:creationId xmlns:a16="http://schemas.microsoft.com/office/drawing/2014/main" id="{D4D9D5A9-E8A3-33AA-84B8-074E05956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7320" y="4246531"/>
                  <a:ext cx="619686" cy="400110"/>
                </a:xfrm>
                <a:prstGeom prst="rect">
                  <a:avLst/>
                </a:prstGeom>
                <a:blipFill>
                  <a:blip r:embed="rId33"/>
                  <a:stretch>
                    <a:fillRect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1" name="文本框 600">
                  <a:extLst>
                    <a:ext uri="{FF2B5EF4-FFF2-40B4-BE49-F238E27FC236}">
                      <a16:creationId xmlns:a16="http://schemas.microsoft.com/office/drawing/2014/main" id="{46E89355-6ACA-F949-5323-A59F90432227}"/>
                    </a:ext>
                  </a:extLst>
                </p:cNvPr>
                <p:cNvSpPr txBox="1"/>
                <p:nvPr/>
              </p:nvSpPr>
              <p:spPr>
                <a:xfrm>
                  <a:off x="5898507" y="4242519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1" name="文本框 600">
                  <a:extLst>
                    <a:ext uri="{FF2B5EF4-FFF2-40B4-BE49-F238E27FC236}">
                      <a16:creationId xmlns:a16="http://schemas.microsoft.com/office/drawing/2014/main" id="{46E89355-6ACA-F949-5323-A59F90432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507" y="4242519"/>
                  <a:ext cx="619686" cy="400110"/>
                </a:xfrm>
                <a:prstGeom prst="rect">
                  <a:avLst/>
                </a:prstGeom>
                <a:blipFill>
                  <a:blip r:embed="rId34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3" name="文本框 602">
                  <a:extLst>
                    <a:ext uri="{FF2B5EF4-FFF2-40B4-BE49-F238E27FC236}">
                      <a16:creationId xmlns:a16="http://schemas.microsoft.com/office/drawing/2014/main" id="{ED05A8B6-CC31-CC00-60DC-617E964AB48C}"/>
                    </a:ext>
                  </a:extLst>
                </p:cNvPr>
                <p:cNvSpPr txBox="1"/>
                <p:nvPr/>
              </p:nvSpPr>
              <p:spPr>
                <a:xfrm>
                  <a:off x="11041561" y="4236432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3" name="文本框 602">
                  <a:extLst>
                    <a:ext uri="{FF2B5EF4-FFF2-40B4-BE49-F238E27FC236}">
                      <a16:creationId xmlns:a16="http://schemas.microsoft.com/office/drawing/2014/main" id="{ED05A8B6-CC31-CC00-60DC-617E964AB4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1561" y="4236432"/>
                  <a:ext cx="619686" cy="400110"/>
                </a:xfrm>
                <a:prstGeom prst="rect">
                  <a:avLst/>
                </a:prstGeom>
                <a:blipFill>
                  <a:blip r:embed="rId35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8" name="椭圆 607">
              <a:extLst>
                <a:ext uri="{FF2B5EF4-FFF2-40B4-BE49-F238E27FC236}">
                  <a16:creationId xmlns:a16="http://schemas.microsoft.com/office/drawing/2014/main" id="{68BFC431-1BAE-76AD-320B-D80CD2A67DA3}"/>
                </a:ext>
              </a:extLst>
            </p:cNvPr>
            <p:cNvSpPr/>
            <p:nvPr/>
          </p:nvSpPr>
          <p:spPr>
            <a:xfrm flipV="1">
              <a:off x="3595111" y="1846067"/>
              <a:ext cx="84104" cy="8787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2" name="文本框 621">
                  <a:extLst>
                    <a:ext uri="{FF2B5EF4-FFF2-40B4-BE49-F238E27FC236}">
                      <a16:creationId xmlns:a16="http://schemas.microsoft.com/office/drawing/2014/main" id="{1FE4808F-B0A2-B8FB-0EAD-A37C959F7D2A}"/>
                    </a:ext>
                  </a:extLst>
                </p:cNvPr>
                <p:cNvSpPr txBox="1"/>
                <p:nvPr/>
              </p:nvSpPr>
              <p:spPr>
                <a:xfrm>
                  <a:off x="8474199" y="4242519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2" name="文本框 621">
                  <a:extLst>
                    <a:ext uri="{FF2B5EF4-FFF2-40B4-BE49-F238E27FC236}">
                      <a16:creationId xmlns:a16="http://schemas.microsoft.com/office/drawing/2014/main" id="{1FE4808F-B0A2-B8FB-0EAD-A37C959F7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4199" y="4242519"/>
                  <a:ext cx="619686" cy="400110"/>
                </a:xfrm>
                <a:prstGeom prst="rect">
                  <a:avLst/>
                </a:prstGeom>
                <a:blipFill>
                  <a:blip r:embed="rId36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25" name="表格 624">
                <a:extLst>
                  <a:ext uri="{FF2B5EF4-FFF2-40B4-BE49-F238E27FC236}">
                    <a16:creationId xmlns:a16="http://schemas.microsoft.com/office/drawing/2014/main" id="{63B13806-EA57-2553-3167-DBD1BB17A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18653"/>
                  </p:ext>
                </p:extLst>
              </p:nvPr>
            </p:nvGraphicFramePr>
            <p:xfrm>
              <a:off x="828000" y="4176000"/>
              <a:ext cx="4524804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08268">
                      <a:extLst>
                        <a:ext uri="{9D8B030D-6E8A-4147-A177-3AD203B41FA5}">
                          <a16:colId xmlns:a16="http://schemas.microsoft.com/office/drawing/2014/main" val="3526202613"/>
                        </a:ext>
                      </a:extLst>
                    </a:gridCol>
                    <a:gridCol w="1508268">
                      <a:extLst>
                        <a:ext uri="{9D8B030D-6E8A-4147-A177-3AD203B41FA5}">
                          <a16:colId xmlns:a16="http://schemas.microsoft.com/office/drawing/2014/main" val="389270013"/>
                        </a:ext>
                      </a:extLst>
                    </a:gridCol>
                    <a:gridCol w="1508268">
                      <a:extLst>
                        <a:ext uri="{9D8B030D-6E8A-4147-A177-3AD203B41FA5}">
                          <a16:colId xmlns:a16="http://schemas.microsoft.com/office/drawing/2014/main" val="1161541744"/>
                        </a:ext>
                      </a:extLst>
                    </a:gridCol>
                  </a:tblGrid>
                  <a:tr h="279423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控制信号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6118619"/>
                      </a:ext>
                    </a:extLst>
                  </a:tr>
                  <a:tr h="2794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3328356"/>
                      </a:ext>
                    </a:extLst>
                  </a:tr>
                  <a:tr h="2794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2902124"/>
                      </a:ext>
                    </a:extLst>
                  </a:tr>
                  <a:tr h="2794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右移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428103"/>
                      </a:ext>
                    </a:extLst>
                  </a:tr>
                  <a:tr h="2794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左移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81656831"/>
                      </a:ext>
                    </a:extLst>
                  </a:tr>
                  <a:tr h="2794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并行输入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4979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25" name="表格 624">
                <a:extLst>
                  <a:ext uri="{FF2B5EF4-FFF2-40B4-BE49-F238E27FC236}">
                    <a16:creationId xmlns:a16="http://schemas.microsoft.com/office/drawing/2014/main" id="{63B13806-EA57-2553-3167-DBD1BB17A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18653"/>
                  </p:ext>
                </p:extLst>
              </p:nvPr>
            </p:nvGraphicFramePr>
            <p:xfrm>
              <a:off x="828000" y="4176000"/>
              <a:ext cx="4524804" cy="23774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08268">
                      <a:extLst>
                        <a:ext uri="{9D8B030D-6E8A-4147-A177-3AD203B41FA5}">
                          <a16:colId xmlns:a16="http://schemas.microsoft.com/office/drawing/2014/main" val="3526202613"/>
                        </a:ext>
                      </a:extLst>
                    </a:gridCol>
                    <a:gridCol w="1508268">
                      <a:extLst>
                        <a:ext uri="{9D8B030D-6E8A-4147-A177-3AD203B41FA5}">
                          <a16:colId xmlns:a16="http://schemas.microsoft.com/office/drawing/2014/main" val="389270013"/>
                        </a:ext>
                      </a:extLst>
                    </a:gridCol>
                    <a:gridCol w="1508268">
                      <a:extLst>
                        <a:ext uri="{9D8B030D-6E8A-4147-A177-3AD203B41FA5}">
                          <a16:colId xmlns:a16="http://schemas.microsoft.com/office/drawing/2014/main" val="1161541744"/>
                        </a:ext>
                      </a:extLst>
                    </a:gridCol>
                  </a:tblGrid>
                  <a:tr h="3962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控制信号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sz="2000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61186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7"/>
                          <a:stretch>
                            <a:fillRect l="-403" t="-107692" r="-200806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7"/>
                          <a:stretch>
                            <a:fillRect l="-100403" t="-107692" r="-100806" b="-427692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6332835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229021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右移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142810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左移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8165683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并行输入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4979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60" name="组合 659">
            <a:extLst>
              <a:ext uri="{FF2B5EF4-FFF2-40B4-BE49-F238E27FC236}">
                <a16:creationId xmlns:a16="http://schemas.microsoft.com/office/drawing/2014/main" id="{39658ADE-AC75-ABDC-46A9-0A26A4D7CE46}"/>
              </a:ext>
            </a:extLst>
          </p:cNvPr>
          <p:cNvGrpSpPr/>
          <p:nvPr/>
        </p:nvGrpSpPr>
        <p:grpSpPr>
          <a:xfrm>
            <a:off x="7058761" y="4387735"/>
            <a:ext cx="3357395" cy="1979721"/>
            <a:chOff x="7051141" y="4482983"/>
            <a:chExt cx="3357395" cy="1979721"/>
          </a:xfrm>
        </p:grpSpPr>
        <p:sp>
          <p:nvSpPr>
            <p:cNvPr id="627" name="矩形 626">
              <a:extLst>
                <a:ext uri="{FF2B5EF4-FFF2-40B4-BE49-F238E27FC236}">
                  <a16:creationId xmlns:a16="http://schemas.microsoft.com/office/drawing/2014/main" id="{01EA1DD8-1A16-E1AE-206A-57A3871D7B3C}"/>
                </a:ext>
              </a:extLst>
            </p:cNvPr>
            <p:cNvSpPr/>
            <p:nvPr/>
          </p:nvSpPr>
          <p:spPr>
            <a:xfrm>
              <a:off x="7335452" y="4767297"/>
              <a:ext cx="2799860" cy="141109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74x194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8" name="文本框 627">
                  <a:extLst>
                    <a:ext uri="{FF2B5EF4-FFF2-40B4-BE49-F238E27FC236}">
                      <a16:creationId xmlns:a16="http://schemas.microsoft.com/office/drawing/2014/main" id="{5FEB2EA3-E496-FD4C-DE21-98D64DA39B13}"/>
                    </a:ext>
                  </a:extLst>
                </p:cNvPr>
                <p:cNvSpPr txBox="1"/>
                <p:nvPr/>
              </p:nvSpPr>
              <p:spPr>
                <a:xfrm>
                  <a:off x="7335452" y="4767297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SR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8" name="文本框 627">
                  <a:extLst>
                    <a:ext uri="{FF2B5EF4-FFF2-40B4-BE49-F238E27FC236}">
                      <a16:creationId xmlns:a16="http://schemas.microsoft.com/office/drawing/2014/main" id="{5FEB2EA3-E496-FD4C-DE21-98D64DA39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5452" y="4767297"/>
                  <a:ext cx="619686" cy="4001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9" name="文本框 628">
                  <a:extLst>
                    <a:ext uri="{FF2B5EF4-FFF2-40B4-BE49-F238E27FC236}">
                      <a16:creationId xmlns:a16="http://schemas.microsoft.com/office/drawing/2014/main" id="{F8B3183C-0EE7-52D2-9B57-BDDE83957636}"/>
                    </a:ext>
                  </a:extLst>
                </p:cNvPr>
                <p:cNvSpPr txBox="1"/>
                <p:nvPr/>
              </p:nvSpPr>
              <p:spPr>
                <a:xfrm>
                  <a:off x="9515626" y="4767297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SL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9" name="文本框 628">
                  <a:extLst>
                    <a:ext uri="{FF2B5EF4-FFF2-40B4-BE49-F238E27FC236}">
                      <a16:creationId xmlns:a16="http://schemas.microsoft.com/office/drawing/2014/main" id="{F8B3183C-0EE7-52D2-9B57-BDDE839576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5626" y="4767297"/>
                  <a:ext cx="619686" cy="40011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0" name="文本框 629">
                  <a:extLst>
                    <a:ext uri="{FF2B5EF4-FFF2-40B4-BE49-F238E27FC236}">
                      <a16:creationId xmlns:a16="http://schemas.microsoft.com/office/drawing/2014/main" id="{B91E90CA-53A1-2552-C48C-31A43A509C01}"/>
                    </a:ext>
                  </a:extLst>
                </p:cNvPr>
                <p:cNvSpPr txBox="1"/>
                <p:nvPr/>
              </p:nvSpPr>
              <p:spPr>
                <a:xfrm>
                  <a:off x="7812861" y="4767297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0" name="文本框 629">
                  <a:extLst>
                    <a:ext uri="{FF2B5EF4-FFF2-40B4-BE49-F238E27FC236}">
                      <a16:creationId xmlns:a16="http://schemas.microsoft.com/office/drawing/2014/main" id="{B91E90CA-53A1-2552-C48C-31A43A509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861" y="4767297"/>
                  <a:ext cx="619686" cy="4001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1" name="文本框 630">
                  <a:extLst>
                    <a:ext uri="{FF2B5EF4-FFF2-40B4-BE49-F238E27FC236}">
                      <a16:creationId xmlns:a16="http://schemas.microsoft.com/office/drawing/2014/main" id="{7C71C87D-C5CD-38E8-A567-545299515EAB}"/>
                    </a:ext>
                  </a:extLst>
                </p:cNvPr>
                <p:cNvSpPr txBox="1"/>
                <p:nvPr/>
              </p:nvSpPr>
              <p:spPr>
                <a:xfrm>
                  <a:off x="8223845" y="4767297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1" name="文本框 630">
                  <a:extLst>
                    <a:ext uri="{FF2B5EF4-FFF2-40B4-BE49-F238E27FC236}">
                      <a16:creationId xmlns:a16="http://schemas.microsoft.com/office/drawing/2014/main" id="{7C71C87D-C5CD-38E8-A567-545299515E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3845" y="4767297"/>
                  <a:ext cx="619686" cy="400110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2" name="文本框 631">
                  <a:extLst>
                    <a:ext uri="{FF2B5EF4-FFF2-40B4-BE49-F238E27FC236}">
                      <a16:creationId xmlns:a16="http://schemas.microsoft.com/office/drawing/2014/main" id="{DB5BD2B4-CE23-A05C-31E9-3CA590764ADA}"/>
                    </a:ext>
                  </a:extLst>
                </p:cNvPr>
                <p:cNvSpPr txBox="1"/>
                <p:nvPr/>
              </p:nvSpPr>
              <p:spPr>
                <a:xfrm>
                  <a:off x="8627233" y="4767297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2" name="文本框 631">
                  <a:extLst>
                    <a:ext uri="{FF2B5EF4-FFF2-40B4-BE49-F238E27FC236}">
                      <a16:creationId xmlns:a16="http://schemas.microsoft.com/office/drawing/2014/main" id="{DB5BD2B4-CE23-A05C-31E9-3CA590764A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7233" y="4767297"/>
                  <a:ext cx="619686" cy="40011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3" name="文本框 632">
                  <a:extLst>
                    <a:ext uri="{FF2B5EF4-FFF2-40B4-BE49-F238E27FC236}">
                      <a16:creationId xmlns:a16="http://schemas.microsoft.com/office/drawing/2014/main" id="{381D230A-7FDB-B66D-5B58-BA39156B7765}"/>
                    </a:ext>
                  </a:extLst>
                </p:cNvPr>
                <p:cNvSpPr txBox="1"/>
                <p:nvPr/>
              </p:nvSpPr>
              <p:spPr>
                <a:xfrm>
                  <a:off x="9038217" y="4767297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3" name="文本框 632">
                  <a:extLst>
                    <a:ext uri="{FF2B5EF4-FFF2-40B4-BE49-F238E27FC236}">
                      <a16:creationId xmlns:a16="http://schemas.microsoft.com/office/drawing/2014/main" id="{381D230A-7FDB-B66D-5B58-BA39156B7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8217" y="4767297"/>
                  <a:ext cx="619686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" name="文本框 634">
                  <a:extLst>
                    <a:ext uri="{FF2B5EF4-FFF2-40B4-BE49-F238E27FC236}">
                      <a16:creationId xmlns:a16="http://schemas.microsoft.com/office/drawing/2014/main" id="{E3B9F820-540B-3B0F-1279-BFEC552E8C35}"/>
                    </a:ext>
                  </a:extLst>
                </p:cNvPr>
                <p:cNvSpPr txBox="1"/>
                <p:nvPr/>
              </p:nvSpPr>
              <p:spPr>
                <a:xfrm>
                  <a:off x="7335452" y="5207589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5" name="文本框 634">
                  <a:extLst>
                    <a:ext uri="{FF2B5EF4-FFF2-40B4-BE49-F238E27FC236}">
                      <a16:creationId xmlns:a16="http://schemas.microsoft.com/office/drawing/2014/main" id="{E3B9F820-540B-3B0F-1279-BFEC552E8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5452" y="5207589"/>
                  <a:ext cx="477409" cy="40011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6" name="文本框 635">
                  <a:extLst>
                    <a:ext uri="{FF2B5EF4-FFF2-40B4-BE49-F238E27FC236}">
                      <a16:creationId xmlns:a16="http://schemas.microsoft.com/office/drawing/2014/main" id="{809A78DE-3CA4-496F-87BB-576221B9034A}"/>
                    </a:ext>
                  </a:extLst>
                </p:cNvPr>
                <p:cNvSpPr txBox="1"/>
                <p:nvPr/>
              </p:nvSpPr>
              <p:spPr>
                <a:xfrm>
                  <a:off x="7335452" y="5647882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6" name="文本框 635">
                  <a:extLst>
                    <a:ext uri="{FF2B5EF4-FFF2-40B4-BE49-F238E27FC236}">
                      <a16:creationId xmlns:a16="http://schemas.microsoft.com/office/drawing/2014/main" id="{809A78DE-3CA4-496F-87BB-576221B903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5452" y="5647882"/>
                  <a:ext cx="477409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7" name="文本框 636">
                  <a:extLst>
                    <a:ext uri="{FF2B5EF4-FFF2-40B4-BE49-F238E27FC236}">
                      <a16:creationId xmlns:a16="http://schemas.microsoft.com/office/drawing/2014/main" id="{93F992DF-2298-ED9F-55BC-12FE1A06BCCB}"/>
                    </a:ext>
                  </a:extLst>
                </p:cNvPr>
                <p:cNvSpPr txBox="1"/>
                <p:nvPr/>
              </p:nvSpPr>
              <p:spPr>
                <a:xfrm>
                  <a:off x="7812861" y="5780246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7" name="文本框 636">
                  <a:extLst>
                    <a:ext uri="{FF2B5EF4-FFF2-40B4-BE49-F238E27FC236}">
                      <a16:creationId xmlns:a16="http://schemas.microsoft.com/office/drawing/2014/main" id="{93F992DF-2298-ED9F-55BC-12FE1A06B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861" y="5780246"/>
                  <a:ext cx="619686" cy="400110"/>
                </a:xfrm>
                <a:prstGeom prst="rect">
                  <a:avLst/>
                </a:prstGeom>
                <a:blipFill>
                  <a:blip r:embed="rId46"/>
                  <a:stretch>
                    <a:fillRect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8" name="文本框 637">
                  <a:extLst>
                    <a:ext uri="{FF2B5EF4-FFF2-40B4-BE49-F238E27FC236}">
                      <a16:creationId xmlns:a16="http://schemas.microsoft.com/office/drawing/2014/main" id="{A75F0C29-1BE8-70D1-2317-D63337C486D9}"/>
                    </a:ext>
                  </a:extLst>
                </p:cNvPr>
                <p:cNvSpPr txBox="1"/>
                <p:nvPr/>
              </p:nvSpPr>
              <p:spPr>
                <a:xfrm>
                  <a:off x="8223845" y="5780246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8" name="文本框 637">
                  <a:extLst>
                    <a:ext uri="{FF2B5EF4-FFF2-40B4-BE49-F238E27FC236}">
                      <a16:creationId xmlns:a16="http://schemas.microsoft.com/office/drawing/2014/main" id="{A75F0C29-1BE8-70D1-2317-D63337C48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3845" y="5780246"/>
                  <a:ext cx="619686" cy="400110"/>
                </a:xfrm>
                <a:prstGeom prst="rect">
                  <a:avLst/>
                </a:prstGeom>
                <a:blipFill>
                  <a:blip r:embed="rId47"/>
                  <a:stretch>
                    <a:fillRect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文本框 638">
                  <a:extLst>
                    <a:ext uri="{FF2B5EF4-FFF2-40B4-BE49-F238E27FC236}">
                      <a16:creationId xmlns:a16="http://schemas.microsoft.com/office/drawing/2014/main" id="{7B8045E5-568F-9027-9A23-2517346C588B}"/>
                    </a:ext>
                  </a:extLst>
                </p:cNvPr>
                <p:cNvSpPr txBox="1"/>
                <p:nvPr/>
              </p:nvSpPr>
              <p:spPr>
                <a:xfrm>
                  <a:off x="8627233" y="5780246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9" name="文本框 638">
                  <a:extLst>
                    <a:ext uri="{FF2B5EF4-FFF2-40B4-BE49-F238E27FC236}">
                      <a16:creationId xmlns:a16="http://schemas.microsoft.com/office/drawing/2014/main" id="{7B8045E5-568F-9027-9A23-2517346C58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7233" y="5780246"/>
                  <a:ext cx="619686" cy="400110"/>
                </a:xfrm>
                <a:prstGeom prst="rect">
                  <a:avLst/>
                </a:prstGeom>
                <a:blipFill>
                  <a:blip r:embed="rId48"/>
                  <a:stretch>
                    <a:fillRect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0" name="文本框 639">
                  <a:extLst>
                    <a:ext uri="{FF2B5EF4-FFF2-40B4-BE49-F238E27FC236}">
                      <a16:creationId xmlns:a16="http://schemas.microsoft.com/office/drawing/2014/main" id="{CF3C458E-9C8B-E0B2-BD12-DF5892061C61}"/>
                    </a:ext>
                  </a:extLst>
                </p:cNvPr>
                <p:cNvSpPr txBox="1"/>
                <p:nvPr/>
              </p:nvSpPr>
              <p:spPr>
                <a:xfrm>
                  <a:off x="9038217" y="5780246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0" name="文本框 639">
                  <a:extLst>
                    <a:ext uri="{FF2B5EF4-FFF2-40B4-BE49-F238E27FC236}">
                      <a16:creationId xmlns:a16="http://schemas.microsoft.com/office/drawing/2014/main" id="{CF3C458E-9C8B-E0B2-BD12-DF5892061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8217" y="5780246"/>
                  <a:ext cx="619686" cy="400110"/>
                </a:xfrm>
                <a:prstGeom prst="rect">
                  <a:avLst/>
                </a:prstGeom>
                <a:blipFill>
                  <a:blip r:embed="rId49"/>
                  <a:stretch>
                    <a:fillRect b="-123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1" name="文本框 640">
                  <a:extLst>
                    <a:ext uri="{FF2B5EF4-FFF2-40B4-BE49-F238E27FC236}">
                      <a16:creationId xmlns:a16="http://schemas.microsoft.com/office/drawing/2014/main" id="{51F0179C-547A-0F2E-EE19-15453A13ABE0}"/>
                    </a:ext>
                  </a:extLst>
                </p:cNvPr>
                <p:cNvSpPr txBox="1"/>
                <p:nvPr/>
              </p:nvSpPr>
              <p:spPr>
                <a:xfrm>
                  <a:off x="9657903" y="5207589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1" name="文本框 640">
                  <a:extLst>
                    <a:ext uri="{FF2B5EF4-FFF2-40B4-BE49-F238E27FC236}">
                      <a16:creationId xmlns:a16="http://schemas.microsoft.com/office/drawing/2014/main" id="{51F0179C-547A-0F2E-EE19-15453A13AB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7903" y="5207589"/>
                  <a:ext cx="477409" cy="400110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2" name="文本框 641">
                  <a:extLst>
                    <a:ext uri="{FF2B5EF4-FFF2-40B4-BE49-F238E27FC236}">
                      <a16:creationId xmlns:a16="http://schemas.microsoft.com/office/drawing/2014/main" id="{4F849369-C943-4EB1-D8FC-69ACE0186670}"/>
                    </a:ext>
                  </a:extLst>
                </p:cNvPr>
                <p:cNvSpPr txBox="1"/>
                <p:nvPr/>
              </p:nvSpPr>
              <p:spPr>
                <a:xfrm>
                  <a:off x="9657902" y="5647881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CR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2" name="文本框 641">
                  <a:extLst>
                    <a:ext uri="{FF2B5EF4-FFF2-40B4-BE49-F238E27FC236}">
                      <a16:creationId xmlns:a16="http://schemas.microsoft.com/office/drawing/2014/main" id="{4F849369-C943-4EB1-D8FC-69ACE01866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7902" y="5647881"/>
                  <a:ext cx="477409" cy="400110"/>
                </a:xfrm>
                <a:prstGeom prst="rect">
                  <a:avLst/>
                </a:prstGeom>
                <a:blipFill>
                  <a:blip r:embed="rId51"/>
                  <a:stretch>
                    <a:fillRect r="-12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3" name="直接连接符 642">
              <a:extLst>
                <a:ext uri="{FF2B5EF4-FFF2-40B4-BE49-F238E27FC236}">
                  <a16:creationId xmlns:a16="http://schemas.microsoft.com/office/drawing/2014/main" id="{A73309AC-3FD4-D01D-79EB-756FFE8B290B}"/>
                </a:ext>
              </a:extLst>
            </p:cNvPr>
            <p:cNvCxnSpPr>
              <a:cxnSpLocks/>
            </p:cNvCxnSpPr>
            <p:nvPr/>
          </p:nvCxnSpPr>
          <p:spPr>
            <a:xfrm>
              <a:off x="7645295" y="4482988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直接连接符 644">
              <a:extLst>
                <a:ext uri="{FF2B5EF4-FFF2-40B4-BE49-F238E27FC236}">
                  <a16:creationId xmlns:a16="http://schemas.microsoft.com/office/drawing/2014/main" id="{1A9FE150-C115-685E-039E-18CBD601C7E9}"/>
                </a:ext>
              </a:extLst>
            </p:cNvPr>
            <p:cNvCxnSpPr>
              <a:cxnSpLocks/>
            </p:cNvCxnSpPr>
            <p:nvPr/>
          </p:nvCxnSpPr>
          <p:spPr>
            <a:xfrm>
              <a:off x="8060902" y="4482985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直接连接符 645">
              <a:extLst>
                <a:ext uri="{FF2B5EF4-FFF2-40B4-BE49-F238E27FC236}">
                  <a16:creationId xmlns:a16="http://schemas.microsoft.com/office/drawing/2014/main" id="{7B5CEF9C-E1FF-F55C-C310-AF1F267BE972}"/>
                </a:ext>
              </a:extLst>
            </p:cNvPr>
            <p:cNvCxnSpPr>
              <a:cxnSpLocks/>
            </p:cNvCxnSpPr>
            <p:nvPr/>
          </p:nvCxnSpPr>
          <p:spPr>
            <a:xfrm>
              <a:off x="8495606" y="4482983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2EEBF913-F4EF-17F2-5C66-34B3D1A1B139}"/>
                </a:ext>
              </a:extLst>
            </p:cNvPr>
            <p:cNvCxnSpPr>
              <a:cxnSpLocks/>
            </p:cNvCxnSpPr>
            <p:nvPr/>
          </p:nvCxnSpPr>
          <p:spPr>
            <a:xfrm>
              <a:off x="8932917" y="4482983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直接连接符 647">
              <a:extLst>
                <a:ext uri="{FF2B5EF4-FFF2-40B4-BE49-F238E27FC236}">
                  <a16:creationId xmlns:a16="http://schemas.microsoft.com/office/drawing/2014/main" id="{FB0330C7-2007-9304-CBA5-7881C800F07F}"/>
                </a:ext>
              </a:extLst>
            </p:cNvPr>
            <p:cNvCxnSpPr>
              <a:cxnSpLocks/>
            </p:cNvCxnSpPr>
            <p:nvPr/>
          </p:nvCxnSpPr>
          <p:spPr>
            <a:xfrm>
              <a:off x="9378550" y="4482984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直接连接符 648">
              <a:extLst>
                <a:ext uri="{FF2B5EF4-FFF2-40B4-BE49-F238E27FC236}">
                  <a16:creationId xmlns:a16="http://schemas.microsoft.com/office/drawing/2014/main" id="{FCBAC56B-6970-C5FA-2C13-2C0DDF24B125}"/>
                </a:ext>
              </a:extLst>
            </p:cNvPr>
            <p:cNvCxnSpPr>
              <a:cxnSpLocks/>
            </p:cNvCxnSpPr>
            <p:nvPr/>
          </p:nvCxnSpPr>
          <p:spPr>
            <a:xfrm>
              <a:off x="9825469" y="4482984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直接连接符 649">
              <a:extLst>
                <a:ext uri="{FF2B5EF4-FFF2-40B4-BE49-F238E27FC236}">
                  <a16:creationId xmlns:a16="http://schemas.microsoft.com/office/drawing/2014/main" id="{6F06DBFC-F434-DC6E-3E7B-3D74C83A3F51}"/>
                </a:ext>
              </a:extLst>
            </p:cNvPr>
            <p:cNvCxnSpPr>
              <a:cxnSpLocks/>
            </p:cNvCxnSpPr>
            <p:nvPr/>
          </p:nvCxnSpPr>
          <p:spPr>
            <a:xfrm>
              <a:off x="8122704" y="6178395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直接连接符 650">
              <a:extLst>
                <a:ext uri="{FF2B5EF4-FFF2-40B4-BE49-F238E27FC236}">
                  <a16:creationId xmlns:a16="http://schemas.microsoft.com/office/drawing/2014/main" id="{58FF5DCB-7D28-5642-7A35-2840D297307D}"/>
                </a:ext>
              </a:extLst>
            </p:cNvPr>
            <p:cNvCxnSpPr>
              <a:cxnSpLocks/>
            </p:cNvCxnSpPr>
            <p:nvPr/>
          </p:nvCxnSpPr>
          <p:spPr>
            <a:xfrm>
              <a:off x="8535617" y="6178395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直接连接符 651">
              <a:extLst>
                <a:ext uri="{FF2B5EF4-FFF2-40B4-BE49-F238E27FC236}">
                  <a16:creationId xmlns:a16="http://schemas.microsoft.com/office/drawing/2014/main" id="{151E852C-3378-6072-6B84-5E23CE5DA685}"/>
                </a:ext>
              </a:extLst>
            </p:cNvPr>
            <p:cNvCxnSpPr>
              <a:cxnSpLocks/>
            </p:cNvCxnSpPr>
            <p:nvPr/>
          </p:nvCxnSpPr>
          <p:spPr>
            <a:xfrm>
              <a:off x="8936361" y="6178393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直接连接符 652">
              <a:extLst>
                <a:ext uri="{FF2B5EF4-FFF2-40B4-BE49-F238E27FC236}">
                  <a16:creationId xmlns:a16="http://schemas.microsoft.com/office/drawing/2014/main" id="{68D839A3-4BDD-578A-EEEF-AFEFE3AE3DD2}"/>
                </a:ext>
              </a:extLst>
            </p:cNvPr>
            <p:cNvCxnSpPr>
              <a:cxnSpLocks/>
            </p:cNvCxnSpPr>
            <p:nvPr/>
          </p:nvCxnSpPr>
          <p:spPr>
            <a:xfrm>
              <a:off x="9348060" y="6178392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直接连接符 653">
              <a:extLst>
                <a:ext uri="{FF2B5EF4-FFF2-40B4-BE49-F238E27FC236}">
                  <a16:creationId xmlns:a16="http://schemas.microsoft.com/office/drawing/2014/main" id="{2BB09CBF-0892-39A6-6449-C2A21A44CBD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93297" y="5265490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直接连接符 654">
              <a:extLst>
                <a:ext uri="{FF2B5EF4-FFF2-40B4-BE49-F238E27FC236}">
                  <a16:creationId xmlns:a16="http://schemas.microsoft.com/office/drawing/2014/main" id="{A0A02553-A8F2-92D4-AE7C-60EE6A0762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93296" y="5706196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直接连接符 655">
              <a:extLst>
                <a:ext uri="{FF2B5EF4-FFF2-40B4-BE49-F238E27FC236}">
                  <a16:creationId xmlns:a16="http://schemas.microsoft.com/office/drawing/2014/main" id="{CFDA0CEF-E0C0-C66B-DD69-551087CEB9F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66382" y="5265491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直接连接符 656">
              <a:extLst>
                <a:ext uri="{FF2B5EF4-FFF2-40B4-BE49-F238E27FC236}">
                  <a16:creationId xmlns:a16="http://schemas.microsoft.com/office/drawing/2014/main" id="{6708C61B-4B31-5478-D199-2C70D007E14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66382" y="5705783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8" name="等腰三角形 657">
              <a:extLst>
                <a:ext uri="{FF2B5EF4-FFF2-40B4-BE49-F238E27FC236}">
                  <a16:creationId xmlns:a16="http://schemas.microsoft.com/office/drawing/2014/main" id="{AB5C7AF1-73F7-B236-15CF-B2628ADEC47A}"/>
                </a:ext>
              </a:extLst>
            </p:cNvPr>
            <p:cNvSpPr/>
            <p:nvPr/>
          </p:nvSpPr>
          <p:spPr>
            <a:xfrm rot="16200000" flipH="1">
              <a:off x="10025379" y="5368610"/>
              <a:ext cx="141797" cy="78068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659" name="椭圆 658">
              <a:extLst>
                <a:ext uri="{FF2B5EF4-FFF2-40B4-BE49-F238E27FC236}">
                  <a16:creationId xmlns:a16="http://schemas.microsoft.com/office/drawing/2014/main" id="{2587EB25-3104-F411-DC8B-863DD030E167}"/>
                </a:ext>
              </a:extLst>
            </p:cNvPr>
            <p:cNvSpPr/>
            <p:nvPr/>
          </p:nvSpPr>
          <p:spPr>
            <a:xfrm flipV="1">
              <a:off x="10150295" y="578729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913AF4D-9202-05B9-BF1E-6A814D62543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kumimoji="1" lang="zh-CN" altLang="en-US" sz="3000" dirty="0">
                <a:solidFill>
                  <a:srgbClr val="FFFF00"/>
                </a:solidFill>
              </a:rPr>
              <a:t>四位双向移位寄存器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4138944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8BA2A-95AF-603C-F860-0BB80EC3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组合 609">
            <a:extLst>
              <a:ext uri="{FF2B5EF4-FFF2-40B4-BE49-F238E27FC236}">
                <a16:creationId xmlns:a16="http://schemas.microsoft.com/office/drawing/2014/main" id="{BA6F85B3-7A4F-83ED-5D6D-F5F5D1814DE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11" name="组合 610">
              <a:extLst>
                <a:ext uri="{FF2B5EF4-FFF2-40B4-BE49-F238E27FC236}">
                  <a16:creationId xmlns:a16="http://schemas.microsoft.com/office/drawing/2014/main" id="{8D94912D-D88F-055D-A9BE-50D9ABD1CD9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13" name="箭头: 五边形 612">
                <a:extLst>
                  <a:ext uri="{FF2B5EF4-FFF2-40B4-BE49-F238E27FC236}">
                    <a16:creationId xmlns:a16="http://schemas.microsoft.com/office/drawing/2014/main" id="{39C6A688-FA86-72DF-5EC7-D58950D24ED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4" name="箭头: V 形 613">
                <a:extLst>
                  <a:ext uri="{FF2B5EF4-FFF2-40B4-BE49-F238E27FC236}">
                    <a16:creationId xmlns:a16="http://schemas.microsoft.com/office/drawing/2014/main" id="{8149C3E3-484E-3CCA-DCA7-CCE06FDD92B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12" name="灯片编号占位符 3">
              <a:extLst>
                <a:ext uri="{FF2B5EF4-FFF2-40B4-BE49-F238E27FC236}">
                  <a16:creationId xmlns:a16="http://schemas.microsoft.com/office/drawing/2014/main" id="{BA364EF8-7475-FA7C-5921-F70A229C8EA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2D9AF6C-38D7-627D-E02E-BAEC0F352FF9}"/>
              </a:ext>
            </a:extLst>
          </p:cNvPr>
          <p:cNvSpPr txBox="1"/>
          <p:nvPr/>
        </p:nvSpPr>
        <p:spPr>
          <a:xfrm>
            <a:off x="360000" y="828000"/>
            <a:ext cx="4638363" cy="115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四位双向移位寄存器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74x194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E93399A-6860-FA86-3FC3-72B833D627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9429916"/>
                  </p:ext>
                </p:extLst>
              </p:nvPr>
            </p:nvGraphicFramePr>
            <p:xfrm>
              <a:off x="360000" y="2736000"/>
              <a:ext cx="11026721" cy="3931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81778">
                      <a:extLst>
                        <a:ext uri="{9D8B030D-6E8A-4147-A177-3AD203B41FA5}">
                          <a16:colId xmlns:a16="http://schemas.microsoft.com/office/drawing/2014/main" val="3816063739"/>
                        </a:ext>
                      </a:extLst>
                    </a:gridCol>
                    <a:gridCol w="1320264">
                      <a:extLst>
                        <a:ext uri="{9D8B030D-6E8A-4147-A177-3AD203B41FA5}">
                          <a16:colId xmlns:a16="http://schemas.microsoft.com/office/drawing/2014/main" val="1472810078"/>
                        </a:ext>
                      </a:extLst>
                    </a:gridCol>
                    <a:gridCol w="701046">
                      <a:extLst>
                        <a:ext uri="{9D8B030D-6E8A-4147-A177-3AD203B41FA5}">
                          <a16:colId xmlns:a16="http://schemas.microsoft.com/office/drawing/2014/main" val="339571257"/>
                        </a:ext>
                      </a:extLst>
                    </a:gridCol>
                    <a:gridCol w="701046">
                      <a:extLst>
                        <a:ext uri="{9D8B030D-6E8A-4147-A177-3AD203B41FA5}">
                          <a16:colId xmlns:a16="http://schemas.microsoft.com/office/drawing/2014/main" val="4171392294"/>
                        </a:ext>
                      </a:extLst>
                    </a:gridCol>
                    <a:gridCol w="1268363">
                      <a:extLst>
                        <a:ext uri="{9D8B030D-6E8A-4147-A177-3AD203B41FA5}">
                          <a16:colId xmlns:a16="http://schemas.microsoft.com/office/drawing/2014/main" val="1667841015"/>
                        </a:ext>
                      </a:extLst>
                    </a:gridCol>
                    <a:gridCol w="3127112">
                      <a:extLst>
                        <a:ext uri="{9D8B030D-6E8A-4147-A177-3AD203B41FA5}">
                          <a16:colId xmlns:a16="http://schemas.microsoft.com/office/drawing/2014/main" val="950381269"/>
                        </a:ext>
                      </a:extLst>
                    </a:gridCol>
                    <a:gridCol w="3127112">
                      <a:extLst>
                        <a:ext uri="{9D8B030D-6E8A-4147-A177-3AD203B41FA5}">
                          <a16:colId xmlns:a16="http://schemas.microsoft.com/office/drawing/2014/main" val="2270799723"/>
                        </a:ext>
                      </a:extLst>
                    </a:gridCol>
                  </a:tblGrid>
                  <a:tr h="298851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    入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    出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5400935"/>
                      </a:ext>
                    </a:extLst>
                  </a:tr>
                  <a:tr h="298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清零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模式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串行输入</a:t>
                          </a:r>
                          <a:endParaRPr lang="zh-CN" altLang="en-US" sz="1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时钟</a:t>
                          </a:r>
                          <a:r>
                            <a:rPr lang="zh-CN" altLang="en-US" sz="2000" baseline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CP</m:t>
                              </m:r>
                            </m:oMath>
                          </a14:m>
                          <a:endParaRPr lang="zh-CN" altLang="en-US" sz="2000" i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并行输入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:r>
                            <a:rPr lang="zh-CN" altLang="en-US" sz="2000" baseline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baseline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9512159"/>
                      </a:ext>
                    </a:extLst>
                  </a:tr>
                  <a:tr h="311354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i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i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SR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SL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5355051"/>
                      </a:ext>
                    </a:extLst>
                  </a:tr>
                  <a:tr h="31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0        0        0        0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6989690"/>
                      </a:ext>
                    </a:extLst>
                  </a:tr>
                  <a:tr h="31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</a:t>
                          </a:r>
                          <a:r>
                            <a:rPr lang="zh-CN" altLang="en-US" sz="2000" baseline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baseline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89100111"/>
                      </a:ext>
                    </a:extLst>
                  </a:tr>
                  <a:tr h="31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</a:t>
                          </a:r>
                          <a:r>
                            <a:rPr lang="zh-CN" altLang="en-US" sz="2000" baseline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baseline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885592"/>
                      </a:ext>
                    </a:extLst>
                  </a:tr>
                  <a:tr h="31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</a:t>
                          </a:r>
                          <a:r>
                            <a:rPr lang="zh-CN" altLang="en-US" sz="2000" baseline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baseline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209271"/>
                      </a:ext>
                    </a:extLst>
                  </a:tr>
                  <a:tr h="31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baseline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82411408"/>
                      </a:ext>
                    </a:extLst>
                  </a:tr>
                  <a:tr h="31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baseline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</m:oMath>
                          </a14:m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4215427"/>
                      </a:ext>
                    </a:extLst>
                  </a:tr>
                  <a:tr h="3108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989016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E93399A-6860-FA86-3FC3-72B833D627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9429916"/>
                  </p:ext>
                </p:extLst>
              </p:nvPr>
            </p:nvGraphicFramePr>
            <p:xfrm>
              <a:off x="360000" y="2736000"/>
              <a:ext cx="11026721" cy="3931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81778">
                      <a:extLst>
                        <a:ext uri="{9D8B030D-6E8A-4147-A177-3AD203B41FA5}">
                          <a16:colId xmlns:a16="http://schemas.microsoft.com/office/drawing/2014/main" val="3816063739"/>
                        </a:ext>
                      </a:extLst>
                    </a:gridCol>
                    <a:gridCol w="1320264">
                      <a:extLst>
                        <a:ext uri="{9D8B030D-6E8A-4147-A177-3AD203B41FA5}">
                          <a16:colId xmlns:a16="http://schemas.microsoft.com/office/drawing/2014/main" val="1472810078"/>
                        </a:ext>
                      </a:extLst>
                    </a:gridCol>
                    <a:gridCol w="701046">
                      <a:extLst>
                        <a:ext uri="{9D8B030D-6E8A-4147-A177-3AD203B41FA5}">
                          <a16:colId xmlns:a16="http://schemas.microsoft.com/office/drawing/2014/main" val="339571257"/>
                        </a:ext>
                      </a:extLst>
                    </a:gridCol>
                    <a:gridCol w="701046">
                      <a:extLst>
                        <a:ext uri="{9D8B030D-6E8A-4147-A177-3AD203B41FA5}">
                          <a16:colId xmlns:a16="http://schemas.microsoft.com/office/drawing/2014/main" val="4171392294"/>
                        </a:ext>
                      </a:extLst>
                    </a:gridCol>
                    <a:gridCol w="1268363">
                      <a:extLst>
                        <a:ext uri="{9D8B030D-6E8A-4147-A177-3AD203B41FA5}">
                          <a16:colId xmlns:a16="http://schemas.microsoft.com/office/drawing/2014/main" val="1667841015"/>
                        </a:ext>
                      </a:extLst>
                    </a:gridCol>
                    <a:gridCol w="3127112">
                      <a:extLst>
                        <a:ext uri="{9D8B030D-6E8A-4147-A177-3AD203B41FA5}">
                          <a16:colId xmlns:a16="http://schemas.microsoft.com/office/drawing/2014/main" val="950381269"/>
                        </a:ext>
                      </a:extLst>
                    </a:gridCol>
                    <a:gridCol w="3127112">
                      <a:extLst>
                        <a:ext uri="{9D8B030D-6E8A-4147-A177-3AD203B41FA5}">
                          <a16:colId xmlns:a16="http://schemas.microsoft.com/office/drawing/2014/main" val="2270799723"/>
                        </a:ext>
                      </a:extLst>
                    </a:gridCol>
                  </a:tblGrid>
                  <a:tr h="381000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    入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    出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5400935"/>
                      </a:ext>
                    </a:extLst>
                  </a:tr>
                  <a:tr h="381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清零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模式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串行输入</a:t>
                          </a:r>
                          <a:endParaRPr lang="zh-CN" altLang="en-US" sz="19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6923" t="-53543" r="-494231" b="-3732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9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并行输入</a:t>
                          </a:r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27" t="-53543" r="-390" b="-3732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951215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447" t="-200000" r="-675576" b="-7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870" t="-200000" r="-1174783" b="-7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870" t="-200000" r="-1074783" b="-729231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2827" t="-200000" r="-100390" b="-729231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zh-CN" altLang="en-US" sz="200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535505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0        0        0        0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69896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27" t="-400000" r="-390" b="-5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910011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27" t="-492424" r="-390" b="-4212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855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0      1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27" t="-601538" r="-390" b="-3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20927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27" t="-701538" r="-390" b="-2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241140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1      0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x        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27" t="-801538" r="-390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421542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   </a:t>
                          </a:r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endParaRPr lang="zh-CN" altLang="en-US" sz="20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20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↑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2827" t="-901538" r="-10039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827" t="-901538" r="-390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89016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81B9B9FD-1673-6580-6720-0ED59D132C6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kumimoji="1" lang="zh-CN" altLang="en-US" sz="3000" dirty="0">
                <a:solidFill>
                  <a:srgbClr val="FFFF00"/>
                </a:solidFill>
              </a:rPr>
              <a:t>四位双向移位寄存器</a:t>
            </a:r>
            <a:endParaRPr lang="zh-CN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8E8B524-ABB5-2905-9354-484AB43FDAB9}"/>
                  </a:ext>
                </a:extLst>
              </p:cNvPr>
              <p:cNvSpPr txBox="1"/>
              <p:nvPr/>
            </p:nvSpPr>
            <p:spPr>
              <a:xfrm>
                <a:off x="470645" y="3503506"/>
                <a:ext cx="445476" cy="4008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CR</m:t>
                          </m:r>
                        </m:e>
                      </m:acc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8E8B524-ABB5-2905-9354-484AB43FD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45" y="3503506"/>
                <a:ext cx="445476" cy="400815"/>
              </a:xfrm>
              <a:prstGeom prst="rect">
                <a:avLst/>
              </a:prstGeom>
              <a:blipFill>
                <a:blip r:embed="rId3"/>
                <a:stretch>
                  <a:fillRect r="-9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B3A7DBCD-749A-C989-B8AC-2FDAF57D6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000" y="576000"/>
            <a:ext cx="7257483" cy="204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24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0FBC7BF-7480-3344-FB97-553942DEF4C3}"/>
              </a:ext>
            </a:extLst>
          </p:cNvPr>
          <p:cNvSpPr txBox="1"/>
          <p:nvPr/>
        </p:nvSpPr>
        <p:spPr>
          <a:xfrm>
            <a:off x="360000" y="828000"/>
            <a:ext cx="1007374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用两片四位双向移位寄存器连接成八位双向移位寄存器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BA4D3F08-6A40-8D4C-42FB-69444CC3346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78" name="组合 277">
              <a:extLst>
                <a:ext uri="{FF2B5EF4-FFF2-40B4-BE49-F238E27FC236}">
                  <a16:creationId xmlns:a16="http://schemas.microsoft.com/office/drawing/2014/main" id="{7093DA5B-154E-6154-F457-C603D02D4AE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80" name="箭头: 五边形 279">
                <a:extLst>
                  <a:ext uri="{FF2B5EF4-FFF2-40B4-BE49-F238E27FC236}">
                    <a16:creationId xmlns:a16="http://schemas.microsoft.com/office/drawing/2014/main" id="{4C2F2A9A-77C0-69FD-9408-B5A0A57B565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1" name="箭头: V 形 280">
                <a:extLst>
                  <a:ext uri="{FF2B5EF4-FFF2-40B4-BE49-F238E27FC236}">
                    <a16:creationId xmlns:a16="http://schemas.microsoft.com/office/drawing/2014/main" id="{5661BF71-5D32-D180-BC4C-662D4DEB7ED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9" name="灯片编号占位符 3">
              <a:extLst>
                <a:ext uri="{FF2B5EF4-FFF2-40B4-BE49-F238E27FC236}">
                  <a16:creationId xmlns:a16="http://schemas.microsoft.com/office/drawing/2014/main" id="{C5800DC1-FC55-5D23-98CA-A7A01EDE6CF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373" name="组合 372">
            <a:extLst>
              <a:ext uri="{FF2B5EF4-FFF2-40B4-BE49-F238E27FC236}">
                <a16:creationId xmlns:a16="http://schemas.microsoft.com/office/drawing/2014/main" id="{4BC5A110-8651-00A1-CBBC-424D37193B3F}"/>
              </a:ext>
            </a:extLst>
          </p:cNvPr>
          <p:cNvGrpSpPr/>
          <p:nvPr/>
        </p:nvGrpSpPr>
        <p:grpSpPr>
          <a:xfrm>
            <a:off x="720000" y="1620000"/>
            <a:ext cx="11087925" cy="4752000"/>
            <a:chOff x="720000" y="1459980"/>
            <a:chExt cx="11087925" cy="47520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6ABFF12-855A-7934-0197-96695EB894AE}"/>
                </a:ext>
              </a:extLst>
            </p:cNvPr>
            <p:cNvSpPr/>
            <p:nvPr/>
          </p:nvSpPr>
          <p:spPr>
            <a:xfrm>
              <a:off x="2408590" y="3072780"/>
              <a:ext cx="2799860" cy="141109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74x194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1DE3D2B-D431-E91E-96EB-6CEBD64D25E4}"/>
                    </a:ext>
                  </a:extLst>
                </p:cNvPr>
                <p:cNvSpPr txBox="1"/>
                <p:nvPr/>
              </p:nvSpPr>
              <p:spPr>
                <a:xfrm>
                  <a:off x="2408590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SR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C1DE3D2B-D431-E91E-96EB-6CEBD64D25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8590" y="3072780"/>
                  <a:ext cx="619686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0063FC1-7692-638C-B466-0868D4265E85}"/>
                    </a:ext>
                  </a:extLst>
                </p:cNvPr>
                <p:cNvSpPr txBox="1"/>
                <p:nvPr/>
              </p:nvSpPr>
              <p:spPr>
                <a:xfrm>
                  <a:off x="4588764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SL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0063FC1-7692-638C-B466-0868D4265E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8764" y="3072780"/>
                  <a:ext cx="619686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9AB61A1-C952-AFC1-3ED2-B8C48B5C269A}"/>
                    </a:ext>
                  </a:extLst>
                </p:cNvPr>
                <p:cNvSpPr txBox="1"/>
                <p:nvPr/>
              </p:nvSpPr>
              <p:spPr>
                <a:xfrm>
                  <a:off x="2885999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9AB61A1-C952-AFC1-3ED2-B8C48B5C2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5999" y="3072780"/>
                  <a:ext cx="61968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1937191-8D52-7628-A76E-11D8B620D84E}"/>
                    </a:ext>
                  </a:extLst>
                </p:cNvPr>
                <p:cNvSpPr txBox="1"/>
                <p:nvPr/>
              </p:nvSpPr>
              <p:spPr>
                <a:xfrm>
                  <a:off x="3296983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1937191-8D52-7628-A76E-11D8B620D8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6983" y="3072780"/>
                  <a:ext cx="619686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451A01A-7C47-AD9C-AD42-5D69C0DD928F}"/>
                    </a:ext>
                  </a:extLst>
                </p:cNvPr>
                <p:cNvSpPr txBox="1"/>
                <p:nvPr/>
              </p:nvSpPr>
              <p:spPr>
                <a:xfrm>
                  <a:off x="3700371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451A01A-7C47-AD9C-AD42-5D69C0DD9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0371" y="3072780"/>
                  <a:ext cx="619686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067A4DAF-AFA2-7777-4B0C-AF46B9E2EA1D}"/>
                    </a:ext>
                  </a:extLst>
                </p:cNvPr>
                <p:cNvSpPr txBox="1"/>
                <p:nvPr/>
              </p:nvSpPr>
              <p:spPr>
                <a:xfrm>
                  <a:off x="4111355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067A4DAF-AFA2-7777-4B0C-AF46B9E2E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355" y="3072780"/>
                  <a:ext cx="61968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45D9C26-6887-19A3-48B8-0648BCE186C6}"/>
                    </a:ext>
                  </a:extLst>
                </p:cNvPr>
                <p:cNvSpPr txBox="1"/>
                <p:nvPr/>
              </p:nvSpPr>
              <p:spPr>
                <a:xfrm>
                  <a:off x="2408590" y="3511980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45D9C26-6887-19A3-48B8-0648BCE18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8590" y="3511980"/>
                  <a:ext cx="477409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F4FF803-D1EA-2B36-4227-FFBB49936733}"/>
                    </a:ext>
                  </a:extLst>
                </p:cNvPr>
                <p:cNvSpPr txBox="1"/>
                <p:nvPr/>
              </p:nvSpPr>
              <p:spPr>
                <a:xfrm>
                  <a:off x="2408590" y="3951180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F4FF803-D1EA-2B36-4227-FFBB49936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8590" y="3951180"/>
                  <a:ext cx="477409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EDFE6CF-8D78-0F77-A2E5-580B372B5A07}"/>
                    </a:ext>
                  </a:extLst>
                </p:cNvPr>
                <p:cNvSpPr txBox="1"/>
                <p:nvPr/>
              </p:nvSpPr>
              <p:spPr>
                <a:xfrm>
                  <a:off x="2885999" y="40843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EDFE6CF-8D78-0F77-A2E5-580B372B5A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5999" y="4084380"/>
                  <a:ext cx="619686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E542043-586C-CA81-E414-64A0E2E46395}"/>
                    </a:ext>
                  </a:extLst>
                </p:cNvPr>
                <p:cNvSpPr txBox="1"/>
                <p:nvPr/>
              </p:nvSpPr>
              <p:spPr>
                <a:xfrm>
                  <a:off x="3296983" y="40843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E542043-586C-CA81-E414-64A0E2E46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6983" y="4084380"/>
                  <a:ext cx="619686" cy="400110"/>
                </a:xfrm>
                <a:prstGeom prst="rect">
                  <a:avLst/>
                </a:prstGeom>
                <a:blipFill>
                  <a:blip r:embed="rId11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BE8B066-A795-085C-E5FF-69BFCD18D885}"/>
                    </a:ext>
                  </a:extLst>
                </p:cNvPr>
                <p:cNvSpPr txBox="1"/>
                <p:nvPr/>
              </p:nvSpPr>
              <p:spPr>
                <a:xfrm>
                  <a:off x="3700371" y="40843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BE8B066-A795-085C-E5FF-69BFCD18D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0371" y="4084380"/>
                  <a:ext cx="619686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7FF5A72-6FD2-0426-3AAB-3390251318AD}"/>
                    </a:ext>
                  </a:extLst>
                </p:cNvPr>
                <p:cNvSpPr txBox="1"/>
                <p:nvPr/>
              </p:nvSpPr>
              <p:spPr>
                <a:xfrm>
                  <a:off x="4111355" y="40843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7FF5A72-6FD2-0426-3AAB-339025131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355" y="4084380"/>
                  <a:ext cx="619686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2E819BD7-5957-87B6-27A5-C288B708D13C}"/>
                    </a:ext>
                  </a:extLst>
                </p:cNvPr>
                <p:cNvSpPr txBox="1"/>
                <p:nvPr/>
              </p:nvSpPr>
              <p:spPr>
                <a:xfrm>
                  <a:off x="4730400" y="3511980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2E819BD7-5957-87B6-27A5-C288B708D1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0400" y="3511980"/>
                  <a:ext cx="477409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CB1B2DD-C997-CB30-5C61-C44A785EDC35}"/>
                    </a:ext>
                  </a:extLst>
                </p:cNvPr>
                <p:cNvSpPr txBox="1"/>
                <p:nvPr/>
              </p:nvSpPr>
              <p:spPr>
                <a:xfrm>
                  <a:off x="4730400" y="3951180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CR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CB1B2DD-C997-CB30-5C61-C44A785ED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0400" y="3951180"/>
                  <a:ext cx="477409" cy="400110"/>
                </a:xfrm>
                <a:prstGeom prst="rect">
                  <a:avLst/>
                </a:prstGeom>
                <a:blipFill>
                  <a:blip r:embed="rId15"/>
                  <a:stretch>
                    <a:fillRect r="-12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E96BB23-8AC5-BAFE-DAE2-1583023165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4599" y="3712197"/>
              <a:ext cx="55399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89DB419-55C4-7CB7-6D04-6B37F79C6A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6861" y="4152903"/>
              <a:ext cx="5617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0D5F1D24-2803-F592-CA45-3E516DC191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7366" y="3712198"/>
              <a:ext cx="30812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423A339F-77EF-87FA-5028-C8FCEC4977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97366" y="4152490"/>
              <a:ext cx="58183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BD6CE46E-ED4D-D37C-C269-39D0D1E3576C}"/>
                </a:ext>
              </a:extLst>
            </p:cNvPr>
            <p:cNvSpPr/>
            <p:nvPr/>
          </p:nvSpPr>
          <p:spPr>
            <a:xfrm rot="16200000" flipH="1">
              <a:off x="5098517" y="3673980"/>
              <a:ext cx="141797" cy="78068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84BC978C-6998-B7D7-51D3-E90ADC8937E1}"/>
                </a:ext>
              </a:extLst>
            </p:cNvPr>
            <p:cNvSpPr/>
            <p:nvPr/>
          </p:nvSpPr>
          <p:spPr>
            <a:xfrm flipV="1">
              <a:off x="5223433" y="409184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F23BFF40-264E-FE71-9DE8-4FA5A681E136}"/>
                </a:ext>
              </a:extLst>
            </p:cNvPr>
            <p:cNvSpPr/>
            <p:nvPr/>
          </p:nvSpPr>
          <p:spPr>
            <a:xfrm>
              <a:off x="6994636" y="3072780"/>
              <a:ext cx="2799860" cy="141109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74x194</a:t>
              </a:r>
              <a:endPara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3537C9F-F140-EEEF-C463-B548611FB9B2}"/>
                    </a:ext>
                  </a:extLst>
                </p:cNvPr>
                <p:cNvSpPr txBox="1"/>
                <p:nvPr/>
              </p:nvSpPr>
              <p:spPr>
                <a:xfrm>
                  <a:off x="6994636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SR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3537C9F-F140-EEEF-C463-B548611FB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4636" y="3072780"/>
                  <a:ext cx="619686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B1686524-9C8B-AA8C-E334-5B865227C5C1}"/>
                    </a:ext>
                  </a:extLst>
                </p:cNvPr>
                <p:cNvSpPr txBox="1"/>
                <p:nvPr/>
              </p:nvSpPr>
              <p:spPr>
                <a:xfrm>
                  <a:off x="9174810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SL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B1686524-9C8B-AA8C-E334-5B865227C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4810" y="3072780"/>
                  <a:ext cx="619686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5D4591B-75B2-E2FA-E0F4-ED8BF6D0C535}"/>
                    </a:ext>
                  </a:extLst>
                </p:cNvPr>
                <p:cNvSpPr txBox="1"/>
                <p:nvPr/>
              </p:nvSpPr>
              <p:spPr>
                <a:xfrm>
                  <a:off x="7472045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5D4591B-75B2-E2FA-E0F4-ED8BF6D0C5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2045" y="3072780"/>
                  <a:ext cx="619686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E8AF49E3-2215-16B0-0DA7-D0BB50DE8EFC}"/>
                    </a:ext>
                  </a:extLst>
                </p:cNvPr>
                <p:cNvSpPr txBox="1"/>
                <p:nvPr/>
              </p:nvSpPr>
              <p:spPr>
                <a:xfrm>
                  <a:off x="7883029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E8AF49E3-2215-16B0-0DA7-D0BB50DE8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3029" y="3072780"/>
                  <a:ext cx="619686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81DA889-2682-EB90-3486-EAD73DDB42AE}"/>
                    </a:ext>
                  </a:extLst>
                </p:cNvPr>
                <p:cNvSpPr txBox="1"/>
                <p:nvPr/>
              </p:nvSpPr>
              <p:spPr>
                <a:xfrm>
                  <a:off x="8286417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81DA889-2682-EB90-3486-EAD73DDB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6417" y="3072780"/>
                  <a:ext cx="619686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E360803-2B8F-9428-F0F4-AB7176AD12C8}"/>
                    </a:ext>
                  </a:extLst>
                </p:cNvPr>
                <p:cNvSpPr txBox="1"/>
                <p:nvPr/>
              </p:nvSpPr>
              <p:spPr>
                <a:xfrm>
                  <a:off x="8697401" y="30727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D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E360803-2B8F-9428-F0F4-AB7176AD12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401" y="3072780"/>
                  <a:ext cx="619686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9B66EA1-EAAA-6A26-B6B2-A893EE1A9C05}"/>
                    </a:ext>
                  </a:extLst>
                </p:cNvPr>
                <p:cNvSpPr txBox="1"/>
                <p:nvPr/>
              </p:nvSpPr>
              <p:spPr>
                <a:xfrm>
                  <a:off x="6994636" y="3511980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9B66EA1-EAAA-6A26-B6B2-A893EE1A9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4636" y="3511980"/>
                  <a:ext cx="477409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6C8C58F-DDDE-816D-A0F6-023C36CA588F}"/>
                    </a:ext>
                  </a:extLst>
                </p:cNvPr>
                <p:cNvSpPr txBox="1"/>
                <p:nvPr/>
              </p:nvSpPr>
              <p:spPr>
                <a:xfrm>
                  <a:off x="6994636" y="3951180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6C8C58F-DDDE-816D-A0F6-023C36CA58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4636" y="3951180"/>
                  <a:ext cx="477409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427B5FA-F497-D3DF-2D86-64594A981354}"/>
                    </a:ext>
                  </a:extLst>
                </p:cNvPr>
                <p:cNvSpPr txBox="1"/>
                <p:nvPr/>
              </p:nvSpPr>
              <p:spPr>
                <a:xfrm>
                  <a:off x="7472045" y="40843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A427B5FA-F497-D3DF-2D86-64594A9813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2045" y="4084380"/>
                  <a:ext cx="619686" cy="400110"/>
                </a:xfrm>
                <a:prstGeom prst="rect">
                  <a:avLst/>
                </a:prstGeom>
                <a:blipFill>
                  <a:blip r:embed="rId24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D1EB71A8-2B80-564D-C95C-C072995BB980}"/>
                    </a:ext>
                  </a:extLst>
                </p:cNvPr>
                <p:cNvSpPr txBox="1"/>
                <p:nvPr/>
              </p:nvSpPr>
              <p:spPr>
                <a:xfrm>
                  <a:off x="7883029" y="40843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D1EB71A8-2B80-564D-C95C-C072995BB9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3029" y="4084380"/>
                  <a:ext cx="619686" cy="400110"/>
                </a:xfrm>
                <a:prstGeom prst="rect">
                  <a:avLst/>
                </a:prstGeom>
                <a:blipFill>
                  <a:blip r:embed="rId25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F78700BA-1A7B-B936-2EEF-0B585075A8A3}"/>
                    </a:ext>
                  </a:extLst>
                </p:cNvPr>
                <p:cNvSpPr txBox="1"/>
                <p:nvPr/>
              </p:nvSpPr>
              <p:spPr>
                <a:xfrm>
                  <a:off x="8286417" y="40843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F78700BA-1A7B-B936-2EEF-0B585075A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6417" y="4084380"/>
                  <a:ext cx="619686" cy="400110"/>
                </a:xfrm>
                <a:prstGeom prst="rect">
                  <a:avLst/>
                </a:prstGeom>
                <a:blipFill>
                  <a:blip r:embed="rId26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87FFE07C-B311-2EE9-EC37-FAF411CA4A7E}"/>
                    </a:ext>
                  </a:extLst>
                </p:cNvPr>
                <p:cNvSpPr txBox="1"/>
                <p:nvPr/>
              </p:nvSpPr>
              <p:spPr>
                <a:xfrm>
                  <a:off x="8697401" y="4084380"/>
                  <a:ext cx="61968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87FFE07C-B311-2EE9-EC37-FAF411CA4A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401" y="4084380"/>
                  <a:ext cx="619686" cy="400110"/>
                </a:xfrm>
                <a:prstGeom prst="rect">
                  <a:avLst/>
                </a:prstGeom>
                <a:blipFill>
                  <a:blip r:embed="rId27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435DCD2-1ADD-6201-D005-D3DF752B57E4}"/>
                    </a:ext>
                  </a:extLst>
                </p:cNvPr>
                <p:cNvSpPr txBox="1"/>
                <p:nvPr/>
              </p:nvSpPr>
              <p:spPr>
                <a:xfrm>
                  <a:off x="9317087" y="3511980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CP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2435DCD2-1ADD-6201-D005-D3DF752B5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7087" y="3511980"/>
                  <a:ext cx="477409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B4D8FE1-D9A7-489D-77C2-2ADD999E026F}"/>
                    </a:ext>
                  </a:extLst>
                </p:cNvPr>
                <p:cNvSpPr txBox="1"/>
                <p:nvPr/>
              </p:nvSpPr>
              <p:spPr>
                <a:xfrm>
                  <a:off x="9317086" y="3951180"/>
                  <a:ext cx="47740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CR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0B4D8FE1-D9A7-489D-77C2-2ADD999E02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7086" y="3951180"/>
                  <a:ext cx="477409" cy="400110"/>
                </a:xfrm>
                <a:prstGeom prst="rect">
                  <a:avLst/>
                </a:prstGeom>
                <a:blipFill>
                  <a:blip r:embed="rId29"/>
                  <a:stretch>
                    <a:fillRect r="-126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F283B85-2902-00A1-3BE1-73E1F6072FED}"/>
                </a:ext>
              </a:extLst>
            </p:cNvPr>
            <p:cNvCxnSpPr>
              <a:cxnSpLocks/>
            </p:cNvCxnSpPr>
            <p:nvPr/>
          </p:nvCxnSpPr>
          <p:spPr>
            <a:xfrm>
              <a:off x="2718433" y="2521306"/>
              <a:ext cx="0" cy="5505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0652D49-B6B2-A5DC-9FE0-E578E3194595}"/>
                </a:ext>
              </a:extLst>
            </p:cNvPr>
            <p:cNvCxnSpPr>
              <a:cxnSpLocks/>
            </p:cNvCxnSpPr>
            <p:nvPr/>
          </p:nvCxnSpPr>
          <p:spPr>
            <a:xfrm>
              <a:off x="3134040" y="2301104"/>
              <a:ext cx="0" cy="77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012EFBB-8CC8-8810-0C86-4863B2D40B68}"/>
                </a:ext>
              </a:extLst>
            </p:cNvPr>
            <p:cNvCxnSpPr>
              <a:cxnSpLocks/>
            </p:cNvCxnSpPr>
            <p:nvPr/>
          </p:nvCxnSpPr>
          <p:spPr>
            <a:xfrm>
              <a:off x="3568744" y="2301099"/>
              <a:ext cx="0" cy="77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F0C0C6D-1D27-0915-E97C-9020A4904EC4}"/>
                </a:ext>
              </a:extLst>
            </p:cNvPr>
            <p:cNvCxnSpPr>
              <a:cxnSpLocks/>
            </p:cNvCxnSpPr>
            <p:nvPr/>
          </p:nvCxnSpPr>
          <p:spPr>
            <a:xfrm>
              <a:off x="4006055" y="2301099"/>
              <a:ext cx="0" cy="77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20F68AA-4339-197C-3774-D09DFB9FB2BF}"/>
                </a:ext>
              </a:extLst>
            </p:cNvPr>
            <p:cNvCxnSpPr>
              <a:cxnSpLocks/>
            </p:cNvCxnSpPr>
            <p:nvPr/>
          </p:nvCxnSpPr>
          <p:spPr>
            <a:xfrm>
              <a:off x="4451688" y="2301102"/>
              <a:ext cx="0" cy="77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BBEC63B2-E0BB-6715-96C6-88F5E6D37F1B}"/>
                </a:ext>
              </a:extLst>
            </p:cNvPr>
            <p:cNvCxnSpPr>
              <a:cxnSpLocks/>
            </p:cNvCxnSpPr>
            <p:nvPr/>
          </p:nvCxnSpPr>
          <p:spPr>
            <a:xfrm>
              <a:off x="4898607" y="2452989"/>
              <a:ext cx="0" cy="61884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5AE6C30-8187-CBFE-8E36-AA33004836E9}"/>
                </a:ext>
              </a:extLst>
            </p:cNvPr>
            <p:cNvCxnSpPr>
              <a:cxnSpLocks/>
            </p:cNvCxnSpPr>
            <p:nvPr/>
          </p:nvCxnSpPr>
          <p:spPr>
            <a:xfrm>
              <a:off x="7304479" y="2617812"/>
              <a:ext cx="0" cy="4540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60BAA338-E169-6341-1332-0B72E179EA65}"/>
                </a:ext>
              </a:extLst>
            </p:cNvPr>
            <p:cNvCxnSpPr>
              <a:cxnSpLocks/>
            </p:cNvCxnSpPr>
            <p:nvPr/>
          </p:nvCxnSpPr>
          <p:spPr>
            <a:xfrm>
              <a:off x="7720086" y="2301110"/>
              <a:ext cx="0" cy="77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29BD58ED-5C35-F4E5-63A7-8661B535CC76}"/>
                </a:ext>
              </a:extLst>
            </p:cNvPr>
            <p:cNvCxnSpPr>
              <a:cxnSpLocks/>
            </p:cNvCxnSpPr>
            <p:nvPr/>
          </p:nvCxnSpPr>
          <p:spPr>
            <a:xfrm>
              <a:off x="8154790" y="2301104"/>
              <a:ext cx="0" cy="77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342B6327-DDBE-EA1E-D068-F9027F7E2C3A}"/>
                </a:ext>
              </a:extLst>
            </p:cNvPr>
            <p:cNvCxnSpPr>
              <a:cxnSpLocks/>
            </p:cNvCxnSpPr>
            <p:nvPr/>
          </p:nvCxnSpPr>
          <p:spPr>
            <a:xfrm>
              <a:off x="8592101" y="2301104"/>
              <a:ext cx="0" cy="77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C2C2C48-3C1F-E3E4-3616-118F89584B88}"/>
                </a:ext>
              </a:extLst>
            </p:cNvPr>
            <p:cNvCxnSpPr>
              <a:cxnSpLocks/>
            </p:cNvCxnSpPr>
            <p:nvPr/>
          </p:nvCxnSpPr>
          <p:spPr>
            <a:xfrm>
              <a:off x="9037734" y="2301107"/>
              <a:ext cx="0" cy="77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id="{DE52824E-290D-B207-D80F-00CBD5EAA6A8}"/>
                </a:ext>
              </a:extLst>
            </p:cNvPr>
            <p:cNvCxnSpPr>
              <a:cxnSpLocks/>
            </p:cNvCxnSpPr>
            <p:nvPr/>
          </p:nvCxnSpPr>
          <p:spPr>
            <a:xfrm>
              <a:off x="9484653" y="2521306"/>
              <a:ext cx="0" cy="55053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5" name="组合 284">
              <a:extLst>
                <a:ext uri="{FF2B5EF4-FFF2-40B4-BE49-F238E27FC236}">
                  <a16:creationId xmlns:a16="http://schemas.microsoft.com/office/drawing/2014/main" id="{4CD8234A-15FC-B711-BE28-36DBB4D98799}"/>
                </a:ext>
              </a:extLst>
            </p:cNvPr>
            <p:cNvGrpSpPr/>
            <p:nvPr/>
          </p:nvGrpSpPr>
          <p:grpSpPr>
            <a:xfrm>
              <a:off x="3195842" y="4482944"/>
              <a:ext cx="5811402" cy="827798"/>
              <a:chOff x="3195842" y="4482944"/>
              <a:chExt cx="5811402" cy="284314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A619AB54-0645-9647-BBD6-98FAF0D8B9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5842" y="4482947"/>
                <a:ext cx="0" cy="28430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F4F195EE-2F36-D0C0-492B-6AED5419DC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08755" y="4482947"/>
                <a:ext cx="0" cy="28430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79943A98-CF54-5E82-C2FD-720B1BF698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9499" y="4482945"/>
                <a:ext cx="0" cy="28430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EDD394EB-46C1-39A5-971E-E09416734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1198" y="4482944"/>
                <a:ext cx="0" cy="28430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 258">
                <a:extLst>
                  <a:ext uri="{FF2B5EF4-FFF2-40B4-BE49-F238E27FC236}">
                    <a16:creationId xmlns:a16="http://schemas.microsoft.com/office/drawing/2014/main" id="{4689AE3C-BBF2-DBAA-686E-9E3D5DD5D8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81888" y="4482949"/>
                <a:ext cx="0" cy="28430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直接连接符 259">
                <a:extLst>
                  <a:ext uri="{FF2B5EF4-FFF2-40B4-BE49-F238E27FC236}">
                    <a16:creationId xmlns:a16="http://schemas.microsoft.com/office/drawing/2014/main" id="{3B02B5DC-3D4D-0B3A-4C50-65BADDD1A6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4801" y="4482949"/>
                <a:ext cx="0" cy="28430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0D82220C-59DD-5D60-C7EC-F442896C56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95545" y="4482947"/>
                <a:ext cx="0" cy="28430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>
                <a:extLst>
                  <a:ext uri="{FF2B5EF4-FFF2-40B4-BE49-F238E27FC236}">
                    <a16:creationId xmlns:a16="http://schemas.microsoft.com/office/drawing/2014/main" id="{08A3B5B5-EC07-5C69-EC92-4C2BA3EFB1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7244" y="4482946"/>
                <a:ext cx="0" cy="28430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55A15758-71A4-970F-8EBA-4F47319DFD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7594" y="3712199"/>
              <a:ext cx="57704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514CBD69-029D-C1FB-5405-FB5E7C365E9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52480" y="4010750"/>
              <a:ext cx="0" cy="28430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4D69B966-AA01-81E5-ED21-3DB38ED4B5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83412" y="3712200"/>
              <a:ext cx="7914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2E9DD7F6-27DF-AD8B-CDEF-3476C9C6C3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83412" y="4152492"/>
              <a:ext cx="79144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等腰三角形 274">
              <a:extLst>
                <a:ext uri="{FF2B5EF4-FFF2-40B4-BE49-F238E27FC236}">
                  <a16:creationId xmlns:a16="http://schemas.microsoft.com/office/drawing/2014/main" id="{CBD055B0-D422-8A3B-10F7-596EC5D46A6E}"/>
                </a:ext>
              </a:extLst>
            </p:cNvPr>
            <p:cNvSpPr/>
            <p:nvPr/>
          </p:nvSpPr>
          <p:spPr>
            <a:xfrm rot="16200000" flipH="1">
              <a:off x="9684563" y="3673980"/>
              <a:ext cx="141797" cy="78068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C07DB006-F2C6-EC12-27AE-4B66D5806FA9}"/>
                </a:ext>
              </a:extLst>
            </p:cNvPr>
            <p:cNvSpPr/>
            <p:nvPr/>
          </p:nvSpPr>
          <p:spPr>
            <a:xfrm flipV="1">
              <a:off x="9809479" y="4091845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18DE906C-0294-5A40-3812-C80BFC2D3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1675" y="2766899"/>
              <a:ext cx="482767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A05E14C2-E44D-9711-BEDE-46D02D053D77}"/>
                </a:ext>
              </a:extLst>
            </p:cNvPr>
            <p:cNvCxnSpPr>
              <a:cxnSpLocks/>
            </p:cNvCxnSpPr>
            <p:nvPr/>
          </p:nvCxnSpPr>
          <p:spPr>
            <a:xfrm>
              <a:off x="10296405" y="2766899"/>
              <a:ext cx="0" cy="94529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椭圆 291">
              <a:extLst>
                <a:ext uri="{FF2B5EF4-FFF2-40B4-BE49-F238E27FC236}">
                  <a16:creationId xmlns:a16="http://schemas.microsoft.com/office/drawing/2014/main" id="{8B5E89F4-664E-CA0E-3F8B-D5BE782B964F}"/>
                </a:ext>
              </a:extLst>
            </p:cNvPr>
            <p:cNvSpPr/>
            <p:nvPr/>
          </p:nvSpPr>
          <p:spPr>
            <a:xfrm flipV="1">
              <a:off x="10255408" y="3666592"/>
              <a:ext cx="81993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93" name="直接连接符 292">
              <a:extLst>
                <a:ext uri="{FF2B5EF4-FFF2-40B4-BE49-F238E27FC236}">
                  <a16:creationId xmlns:a16="http://schemas.microsoft.com/office/drawing/2014/main" id="{5FB2C69A-F49B-F233-7D9C-4380E4BC04BA}"/>
                </a:ext>
              </a:extLst>
            </p:cNvPr>
            <p:cNvCxnSpPr>
              <a:cxnSpLocks/>
            </p:cNvCxnSpPr>
            <p:nvPr/>
          </p:nvCxnSpPr>
          <p:spPr>
            <a:xfrm>
              <a:off x="10104882" y="2936464"/>
              <a:ext cx="0" cy="122633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椭圆 294">
              <a:extLst>
                <a:ext uri="{FF2B5EF4-FFF2-40B4-BE49-F238E27FC236}">
                  <a16:creationId xmlns:a16="http://schemas.microsoft.com/office/drawing/2014/main" id="{D3146EDB-7469-F3C7-216F-96F8C0F844D9}"/>
                </a:ext>
              </a:extLst>
            </p:cNvPr>
            <p:cNvSpPr/>
            <p:nvPr/>
          </p:nvSpPr>
          <p:spPr>
            <a:xfrm flipV="1">
              <a:off x="10063885" y="4106883"/>
              <a:ext cx="81993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96" name="直接连接符 295">
              <a:extLst>
                <a:ext uri="{FF2B5EF4-FFF2-40B4-BE49-F238E27FC236}">
                  <a16:creationId xmlns:a16="http://schemas.microsoft.com/office/drawing/2014/main" id="{46B564CD-8116-33A1-F31C-BB30D310BA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0179" y="2936464"/>
              <a:ext cx="434747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连接符 297">
              <a:extLst>
                <a:ext uri="{FF2B5EF4-FFF2-40B4-BE49-F238E27FC236}">
                  <a16:creationId xmlns:a16="http://schemas.microsoft.com/office/drawing/2014/main" id="{E0997EAC-C0D9-EC8B-40CD-BFD8F0539734}"/>
                </a:ext>
              </a:extLst>
            </p:cNvPr>
            <p:cNvCxnSpPr>
              <a:cxnSpLocks/>
            </p:cNvCxnSpPr>
            <p:nvPr/>
          </p:nvCxnSpPr>
          <p:spPr>
            <a:xfrm>
              <a:off x="5492448" y="2766899"/>
              <a:ext cx="0" cy="94529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连接符 300">
              <a:extLst>
                <a:ext uri="{FF2B5EF4-FFF2-40B4-BE49-F238E27FC236}">
                  <a16:creationId xmlns:a16="http://schemas.microsoft.com/office/drawing/2014/main" id="{FAB714FC-A358-0B44-741A-5DED1D90172A}"/>
                </a:ext>
              </a:extLst>
            </p:cNvPr>
            <p:cNvCxnSpPr>
              <a:cxnSpLocks/>
            </p:cNvCxnSpPr>
            <p:nvPr/>
          </p:nvCxnSpPr>
          <p:spPr>
            <a:xfrm>
              <a:off x="5770179" y="2936464"/>
              <a:ext cx="0" cy="121602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7C8CA5D3-1D1A-90CA-EEBB-1C470A1EF8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84653" y="2533730"/>
              <a:ext cx="109020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3EF20419-9FE6-1C1F-FF3F-8ABA1018F9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0643" y="2617812"/>
              <a:ext cx="132089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39846A3B-5DA4-E683-8D4B-0A6520B7DAA8}"/>
                </a:ext>
              </a:extLst>
            </p:cNvPr>
            <p:cNvCxnSpPr>
              <a:cxnSpLocks/>
            </p:cNvCxnSpPr>
            <p:nvPr/>
          </p:nvCxnSpPr>
          <p:spPr>
            <a:xfrm>
              <a:off x="6417594" y="3710260"/>
              <a:ext cx="0" cy="10036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8EACFBFD-216F-796C-12DA-4FEE0E80E5CE}"/>
                </a:ext>
              </a:extLst>
            </p:cNvPr>
            <p:cNvCxnSpPr>
              <a:cxnSpLocks/>
            </p:cNvCxnSpPr>
            <p:nvPr/>
          </p:nvCxnSpPr>
          <p:spPr>
            <a:xfrm>
              <a:off x="6722909" y="4152487"/>
              <a:ext cx="0" cy="83467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直接连接符 319">
              <a:extLst>
                <a:ext uri="{FF2B5EF4-FFF2-40B4-BE49-F238E27FC236}">
                  <a16:creationId xmlns:a16="http://schemas.microsoft.com/office/drawing/2014/main" id="{02BC375F-AC0B-9EC1-F324-72EB166505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0723" y="4713890"/>
              <a:ext cx="4166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直接连接符 321">
              <a:extLst>
                <a:ext uri="{FF2B5EF4-FFF2-40B4-BE49-F238E27FC236}">
                  <a16:creationId xmlns:a16="http://schemas.microsoft.com/office/drawing/2014/main" id="{9F779DC9-528A-7003-D87C-1070B2C08A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5793" y="4987159"/>
              <a:ext cx="464711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id="{533D5044-A5DD-D692-0A88-68C3E6DA7D00}"/>
                </a:ext>
              </a:extLst>
            </p:cNvPr>
            <p:cNvCxnSpPr>
              <a:cxnSpLocks/>
            </p:cNvCxnSpPr>
            <p:nvPr/>
          </p:nvCxnSpPr>
          <p:spPr>
            <a:xfrm>
              <a:off x="2250723" y="3699431"/>
              <a:ext cx="0" cy="102350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连接符 330">
              <a:extLst>
                <a:ext uri="{FF2B5EF4-FFF2-40B4-BE49-F238E27FC236}">
                  <a16:creationId xmlns:a16="http://schemas.microsoft.com/office/drawing/2014/main" id="{B791D2AF-108C-0490-82A2-18B76026A8AC}"/>
                </a:ext>
              </a:extLst>
            </p:cNvPr>
            <p:cNvCxnSpPr>
              <a:cxnSpLocks/>
            </p:cNvCxnSpPr>
            <p:nvPr/>
          </p:nvCxnSpPr>
          <p:spPr>
            <a:xfrm>
              <a:off x="2075793" y="4152487"/>
              <a:ext cx="0" cy="8458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接连接符 333">
              <a:extLst>
                <a:ext uri="{FF2B5EF4-FFF2-40B4-BE49-F238E27FC236}">
                  <a16:creationId xmlns:a16="http://schemas.microsoft.com/office/drawing/2014/main" id="{0AC807DB-FEDF-0AF6-86F1-BDEB23EACF5C}"/>
                </a:ext>
              </a:extLst>
            </p:cNvPr>
            <p:cNvCxnSpPr>
              <a:cxnSpLocks/>
            </p:cNvCxnSpPr>
            <p:nvPr/>
          </p:nvCxnSpPr>
          <p:spPr>
            <a:xfrm>
              <a:off x="5996151" y="2617812"/>
              <a:ext cx="0" cy="254276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连接符 337">
              <a:extLst>
                <a:ext uri="{FF2B5EF4-FFF2-40B4-BE49-F238E27FC236}">
                  <a16:creationId xmlns:a16="http://schemas.microsoft.com/office/drawing/2014/main" id="{45D4C89F-B6D2-115C-98C4-81E0DC92F4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99351" y="5160579"/>
              <a:ext cx="1596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634F740A-35E5-59D6-4129-8FB5161A9C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3352" y="2452989"/>
              <a:ext cx="132089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直接连接符 348">
              <a:extLst>
                <a:ext uri="{FF2B5EF4-FFF2-40B4-BE49-F238E27FC236}">
                  <a16:creationId xmlns:a16="http://schemas.microsoft.com/office/drawing/2014/main" id="{7E0AAFE7-1271-9208-0F57-9D64A5A0081A}"/>
                </a:ext>
              </a:extLst>
            </p:cNvPr>
            <p:cNvCxnSpPr>
              <a:cxnSpLocks/>
            </p:cNvCxnSpPr>
            <p:nvPr/>
          </p:nvCxnSpPr>
          <p:spPr>
            <a:xfrm>
              <a:off x="6214247" y="2452986"/>
              <a:ext cx="0" cy="270759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直接连接符 350">
              <a:extLst>
                <a:ext uri="{FF2B5EF4-FFF2-40B4-BE49-F238E27FC236}">
                  <a16:creationId xmlns:a16="http://schemas.microsoft.com/office/drawing/2014/main" id="{0EBDCD05-AC55-DCD5-1CEF-8357A2FE01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4247" y="5160579"/>
              <a:ext cx="15968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2" name="椭圆 351">
              <a:extLst>
                <a:ext uri="{FF2B5EF4-FFF2-40B4-BE49-F238E27FC236}">
                  <a16:creationId xmlns:a16="http://schemas.microsoft.com/office/drawing/2014/main" id="{B6B7E6AF-586E-2784-8411-50EB479DD8D9}"/>
                </a:ext>
              </a:extLst>
            </p:cNvPr>
            <p:cNvSpPr/>
            <p:nvPr/>
          </p:nvSpPr>
          <p:spPr>
            <a:xfrm flipV="1">
              <a:off x="2212401" y="3666592"/>
              <a:ext cx="81993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EBC4CB8B-DECF-5614-D0E2-E6A92A7B361D}"/>
                </a:ext>
              </a:extLst>
            </p:cNvPr>
            <p:cNvSpPr/>
            <p:nvPr/>
          </p:nvSpPr>
          <p:spPr>
            <a:xfrm flipV="1">
              <a:off x="2036384" y="4106882"/>
              <a:ext cx="81993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F254E677-E1BA-64C2-E7A1-4618079C89F5}"/>
                </a:ext>
              </a:extLst>
            </p:cNvPr>
            <p:cNvSpPr/>
            <p:nvPr/>
          </p:nvSpPr>
          <p:spPr>
            <a:xfrm flipV="1">
              <a:off x="4380201" y="5114975"/>
              <a:ext cx="81993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94C3F53B-3E22-B06D-9FF8-130E777CE812}"/>
                </a:ext>
              </a:extLst>
            </p:cNvPr>
            <p:cNvSpPr/>
            <p:nvPr/>
          </p:nvSpPr>
          <p:spPr>
            <a:xfrm flipV="1">
              <a:off x="7740891" y="5114975"/>
              <a:ext cx="81993" cy="9120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56" name="直接连接符 355">
              <a:extLst>
                <a:ext uri="{FF2B5EF4-FFF2-40B4-BE49-F238E27FC236}">
                  <a16:creationId xmlns:a16="http://schemas.microsoft.com/office/drawing/2014/main" id="{FC5BE82D-0B5D-3DEB-EFB3-90392B9431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6861" y="2533730"/>
              <a:ext cx="87157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DDF1359C-78A6-96AD-AB97-44250FB3C78C}"/>
                    </a:ext>
                  </a:extLst>
                </p:cNvPr>
                <p:cNvSpPr txBox="1"/>
                <p:nvPr/>
              </p:nvSpPr>
              <p:spPr>
                <a:xfrm>
                  <a:off x="1404000" y="3512141"/>
                  <a:ext cx="46672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i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60" name="文本框 359">
                  <a:extLst>
                    <a:ext uri="{FF2B5EF4-FFF2-40B4-BE49-F238E27FC236}">
                      <a16:creationId xmlns:a16="http://schemas.microsoft.com/office/drawing/2014/main" id="{DDF1359C-78A6-96AD-AB97-44250FB3C7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4000" y="3512141"/>
                  <a:ext cx="466725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CA445BB8-0E1A-B392-D34B-E3469578A72C}"/>
                    </a:ext>
                  </a:extLst>
                </p:cNvPr>
                <p:cNvSpPr txBox="1"/>
                <p:nvPr/>
              </p:nvSpPr>
              <p:spPr>
                <a:xfrm>
                  <a:off x="1404000" y="3952432"/>
                  <a:ext cx="46672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i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61" name="文本框 360">
                  <a:extLst>
                    <a:ext uri="{FF2B5EF4-FFF2-40B4-BE49-F238E27FC236}">
                      <a16:creationId xmlns:a16="http://schemas.microsoft.com/office/drawing/2014/main" id="{CA445BB8-0E1A-B392-D34B-E3469578A7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4000" y="3952432"/>
                  <a:ext cx="466725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4" name="文本框 363">
              <a:extLst>
                <a:ext uri="{FF2B5EF4-FFF2-40B4-BE49-F238E27FC236}">
                  <a16:creationId xmlns:a16="http://schemas.microsoft.com/office/drawing/2014/main" id="{C07CF2AA-C2E2-D23D-CBBB-0655F053A8ED}"/>
                </a:ext>
              </a:extLst>
            </p:cNvPr>
            <p:cNvSpPr txBox="1"/>
            <p:nvPr/>
          </p:nvSpPr>
          <p:spPr>
            <a:xfrm>
              <a:off x="720000" y="2215980"/>
              <a:ext cx="1259925" cy="72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i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右移</a:t>
              </a:r>
              <a:endParaRPr lang="en-US" altLang="zh-CN" sz="2000" i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i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串行输入 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66" name="文本框 365">
              <a:extLst>
                <a:ext uri="{FF2B5EF4-FFF2-40B4-BE49-F238E27FC236}">
                  <a16:creationId xmlns:a16="http://schemas.microsoft.com/office/drawing/2014/main" id="{CBD67892-4B4A-2ADC-BF1F-C06B8811E3CF}"/>
                </a:ext>
              </a:extLst>
            </p:cNvPr>
            <p:cNvSpPr txBox="1"/>
            <p:nvPr/>
          </p:nvSpPr>
          <p:spPr>
            <a:xfrm>
              <a:off x="10548000" y="2215980"/>
              <a:ext cx="1259925" cy="72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i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左移</a:t>
              </a:r>
              <a:endParaRPr lang="en-US" altLang="zh-CN" sz="2000" i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i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串行输入 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文本框 366">
                  <a:extLst>
                    <a:ext uri="{FF2B5EF4-FFF2-40B4-BE49-F238E27FC236}">
                      <a16:creationId xmlns:a16="http://schemas.microsoft.com/office/drawing/2014/main" id="{BC7F00CC-4BCA-86E3-A4FB-4B574AC9A3AB}"/>
                    </a:ext>
                  </a:extLst>
                </p:cNvPr>
                <p:cNvSpPr txBox="1"/>
                <p:nvPr/>
              </p:nvSpPr>
              <p:spPr>
                <a:xfrm>
                  <a:off x="10620000" y="3511980"/>
                  <a:ext cx="74476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LK</m:t>
                      </m:r>
                    </m:oMath>
                  </a14:m>
                  <a:r>
                    <a:rPr lang="zh-CN" altLang="en-US" sz="2000" i="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67" name="文本框 366">
                  <a:extLst>
                    <a:ext uri="{FF2B5EF4-FFF2-40B4-BE49-F238E27FC236}">
                      <a16:creationId xmlns:a16="http://schemas.microsoft.com/office/drawing/2014/main" id="{BC7F00CC-4BCA-86E3-A4FB-4B574AC9A3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000" y="3511980"/>
                  <a:ext cx="744766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文本框 367">
                  <a:extLst>
                    <a:ext uri="{FF2B5EF4-FFF2-40B4-BE49-F238E27FC236}">
                      <a16:creationId xmlns:a16="http://schemas.microsoft.com/office/drawing/2014/main" id="{536408D4-DCDF-B6C1-0B48-0E77B8083056}"/>
                    </a:ext>
                  </a:extLst>
                </p:cNvPr>
                <p:cNvSpPr txBox="1"/>
                <p:nvPr/>
              </p:nvSpPr>
              <p:spPr>
                <a:xfrm>
                  <a:off x="10620000" y="3951180"/>
                  <a:ext cx="744766" cy="400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CR</m:t>
                          </m:r>
                        </m:e>
                      </m:acc>
                    </m:oMath>
                  </a14:m>
                  <a:r>
                    <a:rPr lang="zh-CN" altLang="en-US" sz="20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68" name="文本框 367">
                  <a:extLst>
                    <a:ext uri="{FF2B5EF4-FFF2-40B4-BE49-F238E27FC236}">
                      <a16:creationId xmlns:a16="http://schemas.microsoft.com/office/drawing/2014/main" id="{536408D4-DCDF-B6C1-0B48-0E77B8083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20000" y="3951180"/>
                  <a:ext cx="744766" cy="40081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9" name="右大括号 368">
              <a:extLst>
                <a:ext uri="{FF2B5EF4-FFF2-40B4-BE49-F238E27FC236}">
                  <a16:creationId xmlns:a16="http://schemas.microsoft.com/office/drawing/2014/main" id="{5E63E827-9013-A3BD-1FFB-95447C4D2A91}"/>
                </a:ext>
              </a:extLst>
            </p:cNvPr>
            <p:cNvSpPr/>
            <p:nvPr/>
          </p:nvSpPr>
          <p:spPr>
            <a:xfrm rot="5400000">
              <a:off x="5922000" y="2647980"/>
              <a:ext cx="360000" cy="5832000"/>
            </a:xfrm>
            <a:prstGeom prst="rightBrace">
              <a:avLst>
                <a:gd name="adj1" fmla="val 91264"/>
                <a:gd name="adj2" fmla="val 50000"/>
              </a:avLst>
            </a:prstGeom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0" name="文本框 369">
              <a:extLst>
                <a:ext uri="{FF2B5EF4-FFF2-40B4-BE49-F238E27FC236}">
                  <a16:creationId xmlns:a16="http://schemas.microsoft.com/office/drawing/2014/main" id="{B40DB0D1-AB7B-5693-6463-741265299DF5}"/>
                </a:ext>
              </a:extLst>
            </p:cNvPr>
            <p:cNvSpPr txBox="1"/>
            <p:nvPr/>
          </p:nvSpPr>
          <p:spPr>
            <a:xfrm>
              <a:off x="4752000" y="5779980"/>
              <a:ext cx="270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i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并行数据输出 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71" name="右大括号 370">
              <a:extLst>
                <a:ext uri="{FF2B5EF4-FFF2-40B4-BE49-F238E27FC236}">
                  <a16:creationId xmlns:a16="http://schemas.microsoft.com/office/drawing/2014/main" id="{BB58BF52-1A7C-6A19-A84C-E59EBBC4C244}"/>
                </a:ext>
              </a:extLst>
            </p:cNvPr>
            <p:cNvSpPr/>
            <p:nvPr/>
          </p:nvSpPr>
          <p:spPr>
            <a:xfrm rot="16200000" flipV="1">
              <a:off x="5904000" y="-916020"/>
              <a:ext cx="360000" cy="5940000"/>
            </a:xfrm>
            <a:prstGeom prst="rightBrace">
              <a:avLst>
                <a:gd name="adj1" fmla="val 91264"/>
                <a:gd name="adj2" fmla="val 50000"/>
              </a:avLst>
            </a:prstGeom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文本框 371">
              <a:extLst>
                <a:ext uri="{FF2B5EF4-FFF2-40B4-BE49-F238E27FC236}">
                  <a16:creationId xmlns:a16="http://schemas.microsoft.com/office/drawing/2014/main" id="{9B039EFA-F3E4-D7AB-190F-262F554430C5}"/>
                </a:ext>
              </a:extLst>
            </p:cNvPr>
            <p:cNvSpPr txBox="1"/>
            <p:nvPr/>
          </p:nvSpPr>
          <p:spPr>
            <a:xfrm>
              <a:off x="4734000" y="1459980"/>
              <a:ext cx="2700000" cy="43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i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并行数据输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</a:t>
              </a:r>
              <a:r>
                <a:rPr lang="zh-CN" altLang="en-US" sz="2000" i="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D9C28508-883B-1D09-1781-A2A9AA82D39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kumimoji="1" lang="zh-CN" altLang="en-US" sz="3000" dirty="0">
                <a:solidFill>
                  <a:srgbClr val="FFFF00"/>
                </a:solidFill>
              </a:rPr>
              <a:t>八位双向移位寄存器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347030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95B3-CBFD-0394-8643-CED35465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4CEF62-22B2-600D-75F7-61821B6749B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应用</a:t>
            </a:r>
            <a:r>
              <a:rPr kumimoji="1" lang="zh-CN" altLang="en-US" sz="3000" dirty="0">
                <a:solidFill>
                  <a:srgbClr val="FFFF00"/>
                </a:solidFill>
              </a:rPr>
              <a:t>示例</a:t>
            </a:r>
            <a:endParaRPr lang="zh-CN" altLang="en-US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D9904F0-D2E8-00F0-E10E-478F877FDD5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C3E5FC0-88B9-EF79-029D-4C02F5C3F9E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9473206B-E5C8-7E08-AF45-02E958C62D4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AE675BFC-8B93-A00A-912A-CF92B974525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43A3BF15-F1E9-C208-C8F5-2D7E053F1F5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2BA4ED7-9CB3-5CC8-C5F1-2D66ED39956C}"/>
                  </a:ext>
                </a:extLst>
              </p:cNvPr>
              <p:cNvSpPr txBox="1"/>
              <p:nvPr/>
            </p:nvSpPr>
            <p:spPr>
              <a:xfrm>
                <a:off x="359998" y="828000"/>
                <a:ext cx="8565637" cy="1091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用移位寄存器检测序列“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连续为“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”时，输出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，否则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2BA4ED7-9CB3-5CC8-C5F1-2D66ED399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8" y="828000"/>
                <a:ext cx="8565637" cy="1091966"/>
              </a:xfrm>
              <a:prstGeom prst="rect">
                <a:avLst/>
              </a:prstGeom>
              <a:blipFill>
                <a:blip r:embed="rId2"/>
                <a:stretch>
                  <a:fillRect l="-1423" t="-2235" b="-12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>
            <a:extLst>
              <a:ext uri="{FF2B5EF4-FFF2-40B4-BE49-F238E27FC236}">
                <a16:creationId xmlns:a16="http://schemas.microsoft.com/office/drawing/2014/main" id="{1FDE7705-1DC2-D04D-DE92-834DB1239436}"/>
              </a:ext>
            </a:extLst>
          </p:cNvPr>
          <p:cNvGrpSpPr/>
          <p:nvPr/>
        </p:nvGrpSpPr>
        <p:grpSpPr>
          <a:xfrm>
            <a:off x="360000" y="2736000"/>
            <a:ext cx="6651532" cy="2539768"/>
            <a:chOff x="273617" y="1548000"/>
            <a:chExt cx="6651532" cy="2539768"/>
          </a:xfrm>
        </p:grpSpPr>
        <p:sp>
          <p:nvSpPr>
            <p:cNvPr id="59" name="Line 27">
              <a:extLst>
                <a:ext uri="{FF2B5EF4-FFF2-40B4-BE49-F238E27FC236}">
                  <a16:creationId xmlns:a16="http://schemas.microsoft.com/office/drawing/2014/main" id="{8E35A95F-9DFC-45A5-3557-6BDE2F729E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63656" y="3589993"/>
              <a:ext cx="5340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0" name="Line 27">
              <a:extLst>
                <a:ext uri="{FF2B5EF4-FFF2-40B4-BE49-F238E27FC236}">
                  <a16:creationId xmlns:a16="http://schemas.microsoft.com/office/drawing/2014/main" id="{50D7371C-B0BF-216D-9DB9-2DC870735B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96893" y="3593943"/>
              <a:ext cx="5261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1" name="Line 27">
              <a:extLst>
                <a:ext uri="{FF2B5EF4-FFF2-40B4-BE49-F238E27FC236}">
                  <a16:creationId xmlns:a16="http://schemas.microsoft.com/office/drawing/2014/main" id="{6FC930BC-F0D9-B934-8898-63DF379BA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273" y="2430383"/>
              <a:ext cx="5623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2" name="Line 27">
              <a:extLst>
                <a:ext uri="{FF2B5EF4-FFF2-40B4-BE49-F238E27FC236}">
                  <a16:creationId xmlns:a16="http://schemas.microsoft.com/office/drawing/2014/main" id="{A7540B7D-B5DF-DA43-AB0B-D99281B65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273" y="3072053"/>
              <a:ext cx="633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5656CA5-F085-42D9-7336-E0075362930D}"/>
                    </a:ext>
                  </a:extLst>
                </p:cNvPr>
                <p:cNvSpPr txBox="1"/>
                <p:nvPr/>
              </p:nvSpPr>
              <p:spPr>
                <a:xfrm>
                  <a:off x="2256323" y="1967677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25656CA5-F085-42D9-7336-E00753629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6323" y="1967677"/>
                  <a:ext cx="664646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752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65BDA2B-F0DF-ED4E-B527-5A95BD228914}"/>
                </a:ext>
              </a:extLst>
            </p:cNvPr>
            <p:cNvSpPr/>
            <p:nvPr/>
          </p:nvSpPr>
          <p:spPr>
            <a:xfrm flipV="1">
              <a:off x="2335437" y="301789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AAF6791-D79D-2224-AEDD-7B9BDAC2DA12}"/>
                    </a:ext>
                  </a:extLst>
                </p:cNvPr>
                <p:cNvSpPr txBox="1"/>
                <p:nvPr/>
              </p:nvSpPr>
              <p:spPr>
                <a:xfrm>
                  <a:off x="360000" y="283758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AAF6791-D79D-2224-AEDD-7B9BDAC2DA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2837582"/>
                  <a:ext cx="4580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05D31B-281B-0E4B-B588-4713028BD002}"/>
                    </a:ext>
                  </a:extLst>
                </p:cNvPr>
                <p:cNvSpPr txBox="1"/>
                <p:nvPr/>
              </p:nvSpPr>
              <p:spPr>
                <a:xfrm>
                  <a:off x="362881" y="219084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105D31B-281B-0E4B-B588-4713028BD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881" y="2190848"/>
                  <a:ext cx="45807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8D37FF71-8FE1-3D14-3298-182788C56EF8}"/>
                    </a:ext>
                  </a:extLst>
                </p:cNvPr>
                <p:cNvSpPr txBox="1"/>
                <p:nvPr/>
              </p:nvSpPr>
              <p:spPr>
                <a:xfrm>
                  <a:off x="6260503" y="2190848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8D37FF71-8FE1-3D14-3298-182788C56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0503" y="2190848"/>
                  <a:ext cx="664646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75622A81-AF41-2D7D-38D6-D4B12531A425}"/>
                    </a:ext>
                  </a:extLst>
                </p:cNvPr>
                <p:cNvSpPr/>
                <p:nvPr/>
              </p:nvSpPr>
              <p:spPr>
                <a:xfrm>
                  <a:off x="3631759" y="2159045"/>
                  <a:ext cx="937799" cy="116390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dirty="0">
                      <a:solidFill>
                        <a:schemeClr val="tx1"/>
                      </a:solidFill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8" name="矩形 67">
                  <a:extLst>
                    <a:ext uri="{FF2B5EF4-FFF2-40B4-BE49-F238E27FC236}">
                      <a16:creationId xmlns:a16="http://schemas.microsoft.com/office/drawing/2014/main" id="{75622A81-AF41-2D7D-38D6-D4B12531A4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1759" y="2159045"/>
                  <a:ext cx="937799" cy="116390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5463998D-B480-78A0-2915-608F41D69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4589" y="3070010"/>
              <a:ext cx="3171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AF6590F9-D4E5-5393-17CB-71B3C5198CD1}"/>
                    </a:ext>
                  </a:extLst>
                </p:cNvPr>
                <p:cNvSpPr txBox="1"/>
                <p:nvPr/>
              </p:nvSpPr>
              <p:spPr>
                <a:xfrm>
                  <a:off x="3682881" y="2205579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AF6590F9-D4E5-5393-17CB-71B3C5198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2881" y="2205579"/>
                  <a:ext cx="448351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60F3924D-766A-CC62-BB44-1C75C7015354}"/>
                </a:ext>
              </a:extLst>
            </p:cNvPr>
            <p:cNvSpPr/>
            <p:nvPr/>
          </p:nvSpPr>
          <p:spPr>
            <a:xfrm rot="5400000">
              <a:off x="3606880" y="3022052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46372DF4-F776-2939-E886-6B23038B60C5}"/>
                </a:ext>
              </a:extLst>
            </p:cNvPr>
            <p:cNvSpPr/>
            <p:nvPr/>
          </p:nvSpPr>
          <p:spPr>
            <a:xfrm flipV="1">
              <a:off x="4574107" y="301585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BA97A153-9113-F2ED-B622-AAF54EFB8997}"/>
                    </a:ext>
                  </a:extLst>
                </p:cNvPr>
                <p:cNvSpPr txBox="1"/>
                <p:nvPr/>
              </p:nvSpPr>
              <p:spPr>
                <a:xfrm>
                  <a:off x="3742891" y="2841220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BA97A153-9113-F2ED-B622-AAF54EFB89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2891" y="2841220"/>
                  <a:ext cx="448351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Line 27">
              <a:extLst>
                <a:ext uri="{FF2B5EF4-FFF2-40B4-BE49-F238E27FC236}">
                  <a16:creationId xmlns:a16="http://schemas.microsoft.com/office/drawing/2014/main" id="{FC274281-0173-FC1E-81AD-454583A822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3857" y="2106622"/>
              <a:ext cx="6358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88E60F0D-6695-F565-2FF3-D95545E0D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1450" y="1794468"/>
              <a:ext cx="42351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6" name="Line 27">
              <a:extLst>
                <a:ext uri="{FF2B5EF4-FFF2-40B4-BE49-F238E27FC236}">
                  <a16:creationId xmlns:a16="http://schemas.microsoft.com/office/drawing/2014/main" id="{0F8AF1A1-895E-3761-E899-4AA9FE6B38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5755" y="3387603"/>
              <a:ext cx="6310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B32C2011-4A60-712D-1983-DE504DAEB4E2}"/>
                    </a:ext>
                  </a:extLst>
                </p:cNvPr>
                <p:cNvSpPr txBox="1"/>
                <p:nvPr/>
              </p:nvSpPr>
              <p:spPr>
                <a:xfrm>
                  <a:off x="4490937" y="1962496"/>
                  <a:ext cx="6646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B32C2011-4A60-712D-1983-DE504DAEB4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0937" y="1962496"/>
                  <a:ext cx="66464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2752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ACDDB177-8894-D78B-56E1-8BAB904BD4D1}"/>
                </a:ext>
              </a:extLst>
            </p:cNvPr>
            <p:cNvSpPr/>
            <p:nvPr/>
          </p:nvSpPr>
          <p:spPr>
            <a:xfrm rot="5400000">
              <a:off x="3795702" y="1562490"/>
              <a:ext cx="491413" cy="462434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0A23007C-AAB3-16FA-B86A-F6151F00C7B8}"/>
                </a:ext>
              </a:extLst>
            </p:cNvPr>
            <p:cNvSpPr/>
            <p:nvPr/>
          </p:nvSpPr>
          <p:spPr>
            <a:xfrm flipV="1">
              <a:off x="4261320" y="1742489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AF666965-5A5A-7CE3-C601-DCBD864FF1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092372" y="2022949"/>
              <a:ext cx="468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66EB9677-7BE1-A6FC-5256-738E57FA33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36356" y="2979730"/>
              <a:ext cx="10929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2" name="Line 27">
              <a:extLst>
                <a:ext uri="{FF2B5EF4-FFF2-40B4-BE49-F238E27FC236}">
                  <a16:creationId xmlns:a16="http://schemas.microsoft.com/office/drawing/2014/main" id="{49A6380C-2096-12A9-6DD0-C57C54D961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71809" y="3070400"/>
              <a:ext cx="9115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61159BCC-6F34-D724-D952-0AA0A1304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7604" y="2614602"/>
              <a:ext cx="289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4" name="流程图: 延期 83">
              <a:extLst>
                <a:ext uri="{FF2B5EF4-FFF2-40B4-BE49-F238E27FC236}">
                  <a16:creationId xmlns:a16="http://schemas.microsoft.com/office/drawing/2014/main" id="{485E37F4-08E0-5505-827A-CB881D774652}"/>
                </a:ext>
              </a:extLst>
            </p:cNvPr>
            <p:cNvSpPr/>
            <p:nvPr/>
          </p:nvSpPr>
          <p:spPr>
            <a:xfrm>
              <a:off x="5616990" y="2155662"/>
              <a:ext cx="534241" cy="548639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8F019B06-900E-ECE6-1BF8-63457EF0B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6604" y="2251325"/>
              <a:ext cx="2903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AB63A5A2-8775-B11A-D354-0E69B6A2A39D}"/>
                    </a:ext>
                  </a:extLst>
                </p:cNvPr>
                <p:cNvSpPr/>
                <p:nvPr/>
              </p:nvSpPr>
              <p:spPr>
                <a:xfrm>
                  <a:off x="1393089" y="2161088"/>
                  <a:ext cx="937799" cy="116390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zh-CN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FF</m:t>
                          </m:r>
                        </m:e>
                        <m:sub>
                          <m: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6" name="矩形 85">
                  <a:extLst>
                    <a:ext uri="{FF2B5EF4-FFF2-40B4-BE49-F238E27FC236}">
                      <a16:creationId xmlns:a16="http://schemas.microsoft.com/office/drawing/2014/main" id="{AB63A5A2-8775-B11A-D354-0E69B6A2A3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089" y="2161088"/>
                  <a:ext cx="937799" cy="11639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EDA60F6E-E034-E878-53D9-11F1C98ECA9A}"/>
                    </a:ext>
                  </a:extLst>
                </p:cNvPr>
                <p:cNvSpPr txBox="1"/>
                <p:nvPr/>
              </p:nvSpPr>
              <p:spPr>
                <a:xfrm>
                  <a:off x="1444211" y="2207622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EDA60F6E-E034-E878-53D9-11F1C98EC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211" y="2207622"/>
                  <a:ext cx="448351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24324" r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等腰三角形 87">
              <a:extLst>
                <a:ext uri="{FF2B5EF4-FFF2-40B4-BE49-F238E27FC236}">
                  <a16:creationId xmlns:a16="http://schemas.microsoft.com/office/drawing/2014/main" id="{C2369D1E-D751-31C1-19A7-0F3F4448EC5A}"/>
                </a:ext>
              </a:extLst>
            </p:cNvPr>
            <p:cNvSpPr/>
            <p:nvPr/>
          </p:nvSpPr>
          <p:spPr>
            <a:xfrm rot="5400000">
              <a:off x="1368210" y="302409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7F1B86E0-9DEE-DAF0-4C19-2222239C11CF}"/>
                    </a:ext>
                  </a:extLst>
                </p:cNvPr>
                <p:cNvSpPr txBox="1"/>
                <p:nvPr/>
              </p:nvSpPr>
              <p:spPr>
                <a:xfrm>
                  <a:off x="1504221" y="2843263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7F1B86E0-9DEE-DAF0-4C19-2222239C1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4221" y="2843263"/>
                  <a:ext cx="448351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1918" r="-274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4217E1C1-A4F5-FCA8-9559-C9147CA42A1C}"/>
                </a:ext>
              </a:extLst>
            </p:cNvPr>
            <p:cNvSpPr/>
            <p:nvPr/>
          </p:nvSpPr>
          <p:spPr>
            <a:xfrm flipV="1">
              <a:off x="1039040" y="2378125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945F3D01-99AE-3EAE-2600-86B89C1FC988}"/>
                </a:ext>
              </a:extLst>
            </p:cNvPr>
            <p:cNvSpPr/>
            <p:nvPr/>
          </p:nvSpPr>
          <p:spPr>
            <a:xfrm flipV="1">
              <a:off x="1039040" y="3020627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89A76E43-6E00-D7C1-4688-0A11E7C4CAE5}"/>
                </a:ext>
              </a:extLst>
            </p:cNvPr>
            <p:cNvSpPr/>
            <p:nvPr/>
          </p:nvSpPr>
          <p:spPr>
            <a:xfrm flipV="1">
              <a:off x="2929934" y="2378244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D25B9F2E-7062-2126-6E77-533D9080C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344" y="3526193"/>
              <a:ext cx="23442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9CE3BF8C-FA63-95CF-4542-5C1734F1E0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96549" y="3385113"/>
              <a:ext cx="6360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6260E661-483B-6E42-1E5A-DC4ACF1F7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722" y="3703150"/>
              <a:ext cx="22248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CD386A3-537D-F382-EC81-91228137A543}"/>
                </a:ext>
              </a:extLst>
            </p:cNvPr>
            <p:cNvSpPr/>
            <p:nvPr/>
          </p:nvSpPr>
          <p:spPr>
            <a:xfrm>
              <a:off x="1809577" y="3333625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52F3AFEE-4FB6-8F64-FA4F-14685D22685C}"/>
                </a:ext>
              </a:extLst>
            </p:cNvPr>
            <p:cNvSpPr/>
            <p:nvPr/>
          </p:nvSpPr>
          <p:spPr>
            <a:xfrm>
              <a:off x="4078821" y="3333600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5F6EE61E-1322-B716-0AB8-9C4F72548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318" y="3857029"/>
              <a:ext cx="33553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0D805507-45D6-0823-061F-A76E370D647C}"/>
                </a:ext>
              </a:extLst>
            </p:cNvPr>
            <p:cNvSpPr/>
            <p:nvPr/>
          </p:nvSpPr>
          <p:spPr>
            <a:xfrm>
              <a:off x="1808097" y="3805334"/>
              <a:ext cx="104821" cy="102434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5838C67A-AD51-F334-4205-6C0EA73D89B3}"/>
                    </a:ext>
                  </a:extLst>
                </p:cNvPr>
                <p:cNvSpPr txBox="1"/>
                <p:nvPr/>
              </p:nvSpPr>
              <p:spPr>
                <a:xfrm>
                  <a:off x="273617" y="3625334"/>
                  <a:ext cx="5444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5838C67A-AD51-F334-4205-6C0EA73D8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617" y="3625334"/>
                  <a:ext cx="544455" cy="462434"/>
                </a:xfrm>
                <a:prstGeom prst="rect">
                  <a:avLst/>
                </a:prstGeom>
                <a:blipFill>
                  <a:blip r:embed="rId14"/>
                  <a:stretch>
                    <a:fillRect l="-2247" r="-33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82392ED-AA4A-1799-C0EE-7019AE6337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636337"/>
                  </p:ext>
                </p:extLst>
              </p:nvPr>
            </p:nvGraphicFramePr>
            <p:xfrm>
              <a:off x="8209437" y="2808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225892"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p>
                                </m:sSubSup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222013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A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</a:t>
                          </a: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i="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22201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682392ED-AA4A-1799-C0EE-7019AE6337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636337"/>
                  </p:ext>
                </p:extLst>
              </p:nvPr>
            </p:nvGraphicFramePr>
            <p:xfrm>
              <a:off x="8209437" y="2808000"/>
              <a:ext cx="3359354" cy="23843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75328">
                      <a:extLst>
                        <a:ext uri="{9D8B030D-6E8A-4147-A177-3AD203B41FA5}">
                          <a16:colId xmlns:a16="http://schemas.microsoft.com/office/drawing/2014/main" val="3447244152"/>
                        </a:ext>
                      </a:extLst>
                    </a:gridCol>
                    <a:gridCol w="1234256">
                      <a:extLst>
                        <a:ext uri="{9D8B030D-6E8A-4147-A177-3AD203B41FA5}">
                          <a16:colId xmlns:a16="http://schemas.microsoft.com/office/drawing/2014/main" val="284705310"/>
                        </a:ext>
                      </a:extLst>
                    </a:gridCol>
                    <a:gridCol w="1249770">
                      <a:extLst>
                        <a:ext uri="{9D8B030D-6E8A-4147-A177-3AD203B41FA5}">
                          <a16:colId xmlns:a16="http://schemas.microsoft.com/office/drawing/2014/main" val="3532139505"/>
                        </a:ext>
                      </a:extLst>
                    </a:gridCol>
                  </a:tblGrid>
                  <a:tr h="403162">
                    <a:tc row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694" t="-763" r="-284722" b="-21297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35539" t="-1515" r="-490" b="-52121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7618978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71429" t="-103077" r="-101970" b="-4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5"/>
                          <a:stretch>
                            <a:fillRect l="-169756" t="-103077" r="-976" b="-4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03896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618502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0  1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0/0</a:t>
                          </a:r>
                          <a:endParaRPr lang="zh-CN" altLang="en-US" sz="2000" i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i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1/</a:t>
                          </a: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</a:t>
                          </a:r>
                          <a:endParaRPr lang="zh-CN" altLang="en-US" sz="2000" i="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6108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0/1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8171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1  0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0/0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+mn-cs"/>
                            </a:rPr>
                            <a:t>0  1/0</a:t>
                          </a:r>
                          <a:endParaRPr kumimoji="0" lang="zh-CN" altLang="en-US" sz="2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320220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4795085B-1B16-BCEB-66CB-C98B04F44D25}"/>
              </a:ext>
            </a:extLst>
          </p:cNvPr>
          <p:cNvSpPr txBox="1"/>
          <p:nvPr/>
        </p:nvSpPr>
        <p:spPr>
          <a:xfrm>
            <a:off x="8209437" y="2341028"/>
            <a:ext cx="33593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状态表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7661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A3A8E42A-2FCB-7065-A142-6DAB66A4D7A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移位寄存器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应用</a:t>
            </a:r>
            <a:r>
              <a:rPr kumimoji="1" lang="zh-CN" altLang="en-US" sz="3000" dirty="0">
                <a:solidFill>
                  <a:srgbClr val="FFFF00"/>
                </a:solidFill>
              </a:rPr>
              <a:t>示例</a:t>
            </a:r>
            <a:endParaRPr lang="zh-CN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A88EBE-7060-843E-E861-31D663041574}"/>
                  </a:ext>
                </a:extLst>
              </p:cNvPr>
              <p:cNvSpPr txBox="1"/>
              <p:nvPr/>
            </p:nvSpPr>
            <p:spPr>
              <a:xfrm>
                <a:off x="359998" y="828000"/>
                <a:ext cx="8565637" cy="1091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用移位寄存器检测序列“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连续为“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”时，输出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，否则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A88EBE-7060-843E-E861-31D663041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8" y="828000"/>
                <a:ext cx="8565637" cy="1091966"/>
              </a:xfrm>
              <a:prstGeom prst="rect">
                <a:avLst/>
              </a:prstGeom>
              <a:blipFill>
                <a:blip r:embed="rId3"/>
                <a:stretch>
                  <a:fillRect l="-1423" t="-2235" b="-12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E69C2D13-BFF9-0DF7-15F7-98FB2DDC43D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61D24FE-38C0-DB5A-E9D7-1909589FC82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C6787159-713E-DA6A-F8F0-E71BEAA454A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4B88DE4D-9385-09D1-E4AD-FE93F90D4E3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灯片编号占位符 3">
              <a:extLst>
                <a:ext uri="{FF2B5EF4-FFF2-40B4-BE49-F238E27FC236}">
                  <a16:creationId xmlns:a16="http://schemas.microsoft.com/office/drawing/2014/main" id="{1AF8CFCF-BC5F-C7FB-73AF-99B7035C588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F0474556-A282-D905-AAE8-3D2DEE6719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0" y="1980000"/>
            <a:ext cx="5154834" cy="189301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ADB92E3-6D4A-A9FD-2BF2-CA52EF0307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980000"/>
            <a:ext cx="5041679" cy="205247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2358783-045E-83A4-FFF3-9854FC0651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00" y="4140000"/>
            <a:ext cx="2520000" cy="179396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F670516-3365-4C65-5504-59ED972FEB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140000"/>
            <a:ext cx="2520000" cy="1793445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2F7ED47-35EA-E58C-BAC6-BB38770226DD}"/>
              </a:ext>
            </a:extLst>
          </p:cNvPr>
          <p:cNvSpPr txBox="1"/>
          <p:nvPr/>
        </p:nvSpPr>
        <p:spPr>
          <a:xfrm>
            <a:off x="8640001" y="4140000"/>
            <a:ext cx="3082308" cy="1907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”：输入 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”：连续输入 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1" lang="en-US" altLang="zh-CN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1" lang="zh-CN" altLang="en-US" sz="2000" b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：连续输入 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</a:p>
          <a:p>
            <a:pPr>
              <a:lnSpc>
                <a:spcPct val="120000"/>
              </a:lnSpc>
            </a:pP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”：连续输入 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与“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”等效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57500CE-D655-4605-71E5-4C5D732CA767}"/>
              </a:ext>
            </a:extLst>
          </p:cNvPr>
          <p:cNvSpPr txBox="1"/>
          <p:nvPr/>
        </p:nvSpPr>
        <p:spPr>
          <a:xfrm>
            <a:off x="2879999" y="4140000"/>
            <a:ext cx="3101075" cy="1907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“00”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：输入 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“01”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：连续输入 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  <a:p>
            <a:pPr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“11”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：连续输入 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</a:p>
          <a:p>
            <a:pPr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“10”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：连续输入 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与“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kumimoji="1"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”等效</a:t>
            </a:r>
            <a:endParaRPr kumimoji="1" lang="en-US" altLang="zh-CN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E15E62E-1473-CFCF-0EFB-954CC895DAD9}"/>
              </a:ext>
            </a:extLst>
          </p:cNvPr>
          <p:cNvSpPr txBox="1"/>
          <p:nvPr/>
        </p:nvSpPr>
        <p:spPr>
          <a:xfrm>
            <a:off x="4836000" y="6120000"/>
            <a:ext cx="2519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状态编码不同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29" name="对话气泡: 椭圆形 28">
            <a:extLst>
              <a:ext uri="{FF2B5EF4-FFF2-40B4-BE49-F238E27FC236}">
                <a16:creationId xmlns:a16="http://schemas.microsoft.com/office/drawing/2014/main" id="{F5DF93AA-E026-F0E4-0722-AC147A3CC690}"/>
              </a:ext>
            </a:extLst>
          </p:cNvPr>
          <p:cNvSpPr/>
          <p:nvPr/>
        </p:nvSpPr>
        <p:spPr>
          <a:xfrm>
            <a:off x="9360000" y="720000"/>
            <a:ext cx="2628000" cy="1080000"/>
          </a:xfrm>
          <a:prstGeom prst="wedgeEllipseCallout">
            <a:avLst>
              <a:gd name="adj1" fmla="val -30610"/>
              <a:gd name="adj2" fmla="val 7375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之前的设计（课件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3897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2588AA3-3DD3-1286-8FD3-5483454FDA3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E1F92F9-6627-4166-5D0A-B7FCCB45EB7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247F0827-A654-3673-4773-70851996503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C6A5BBCD-810D-B54F-4D33-F0AB4D32A16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A5F77533-CA47-0BA2-A7E5-A8F30AC8CA0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5E0DA24D-2DCE-B0B5-B8BE-F4F69D9B077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课外知识 </a:t>
            </a:r>
            <a:r>
              <a:rPr lang="en-US" altLang="zh-CN" sz="3000" dirty="0"/>
              <a:t>—— </a:t>
            </a:r>
            <a:r>
              <a:rPr kumimoji="1" lang="zh-CN" altLang="en-US" sz="3000" dirty="0">
                <a:solidFill>
                  <a:srgbClr val="FFFF00"/>
                </a:solidFill>
              </a:rPr>
              <a:t>乘法器示例</a:t>
            </a:r>
            <a:endParaRPr lang="zh-CN" alt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1FD708-5126-D7CA-D081-BE3B4D301993}"/>
              </a:ext>
            </a:extLst>
          </p:cNvPr>
          <p:cNvSpPr txBox="1"/>
          <p:nvPr/>
        </p:nvSpPr>
        <p:spPr>
          <a:xfrm>
            <a:off x="360000" y="828000"/>
            <a:ext cx="8710363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用时序电路实现两个二进制数的乘法运算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2C8118F-F8AC-93AD-8CE0-B156D1BF6F01}"/>
              </a:ext>
            </a:extLst>
          </p:cNvPr>
          <p:cNvGrpSpPr/>
          <p:nvPr/>
        </p:nvGrpSpPr>
        <p:grpSpPr>
          <a:xfrm>
            <a:off x="4106641" y="1548000"/>
            <a:ext cx="2939143" cy="4218146"/>
            <a:chOff x="7454537" y="1502914"/>
            <a:chExt cx="2939143" cy="42181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5FFD34E3-0B31-6526-ED0C-0D20CF7E0306}"/>
                    </a:ext>
                  </a:extLst>
                </p:cNvPr>
                <p:cNvSpPr txBox="1"/>
                <p:nvPr/>
              </p:nvSpPr>
              <p:spPr>
                <a:xfrm>
                  <a:off x="7881257" y="1502914"/>
                  <a:ext cx="2299064" cy="11596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kumimoji="1" lang="en-US" altLang="zh-CN" sz="28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1 1 0 1</a:t>
                  </a:r>
                </a:p>
                <a:p>
                  <a:pPr algn="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kumimoji="1" lang="en-US" altLang="zh-C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kumimoji="1" lang="en-US" altLang="zh-CN" sz="28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1 1 0 0</a:t>
                  </a: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5FFD34E3-0B31-6526-ED0C-0D20CF7E03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1257" y="1502914"/>
                  <a:ext cx="2299064" cy="1159613"/>
                </a:xfrm>
                <a:prstGeom prst="rect">
                  <a:avLst/>
                </a:prstGeom>
                <a:blipFill>
                  <a:blip r:embed="rId3"/>
                  <a:stretch>
                    <a:fillRect t="-2105" r="-5305" b="-14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41D053B2-E11E-47F5-5F4E-9EEAA11DFB68}"/>
                </a:ext>
              </a:extLst>
            </p:cNvPr>
            <p:cNvCxnSpPr>
              <a:cxnSpLocks/>
            </p:cNvCxnSpPr>
            <p:nvPr/>
          </p:nvCxnSpPr>
          <p:spPr>
            <a:xfrm>
              <a:off x="7667897" y="2662527"/>
              <a:ext cx="2725783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E23C4C9-B9F0-5356-C7AC-E23FCA711359}"/>
                </a:ext>
              </a:extLst>
            </p:cNvPr>
            <p:cNvSpPr txBox="1"/>
            <p:nvPr/>
          </p:nvSpPr>
          <p:spPr>
            <a:xfrm>
              <a:off x="7881257" y="2735177"/>
              <a:ext cx="2299064" cy="2347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0 0 0 0</a:t>
              </a:r>
            </a:p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0 0 0 0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1 1 0 1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</a:t>
              </a:r>
            </a:p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1 1 0 1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0 0 0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69164C2-B6AB-4C01-89D9-035AAAF3006A}"/>
                </a:ext>
              </a:extLst>
            </p:cNvPr>
            <p:cNvCxnSpPr>
              <a:cxnSpLocks/>
            </p:cNvCxnSpPr>
            <p:nvPr/>
          </p:nvCxnSpPr>
          <p:spPr>
            <a:xfrm>
              <a:off x="7667896" y="5068134"/>
              <a:ext cx="2725783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A095149-C0B3-1F10-75FE-6B85A2D7EA05}"/>
                </a:ext>
              </a:extLst>
            </p:cNvPr>
            <p:cNvSpPr txBox="1"/>
            <p:nvPr/>
          </p:nvSpPr>
          <p:spPr>
            <a:xfrm>
              <a:off x="7454537" y="5155456"/>
              <a:ext cx="2725783" cy="5656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1 0 0 1 1 1 0 0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DCD4DBE-1DBA-4EEF-BAF6-9C96EE8D4516}"/>
              </a:ext>
            </a:extLst>
          </p:cNvPr>
          <p:cNvGrpSpPr/>
          <p:nvPr/>
        </p:nvGrpSpPr>
        <p:grpSpPr>
          <a:xfrm>
            <a:off x="720000" y="1548000"/>
            <a:ext cx="1740947" cy="3030129"/>
            <a:chOff x="8652733" y="1502914"/>
            <a:chExt cx="1740947" cy="30301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133B658-E86B-D71B-04B5-3E7ABBFF850F}"/>
                    </a:ext>
                  </a:extLst>
                </p:cNvPr>
                <p:cNvSpPr txBox="1"/>
                <p:nvPr/>
              </p:nvSpPr>
              <p:spPr>
                <a:xfrm>
                  <a:off x="8652735" y="1502914"/>
                  <a:ext cx="1527585" cy="11596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kumimoji="1" lang="en-US" altLang="zh-CN" sz="28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1 3</a:t>
                  </a:r>
                </a:p>
                <a:p>
                  <a:pPr algn="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kumimoji="1" lang="en-US" altLang="zh-C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kumimoji="1" lang="en-US" altLang="zh-CN" sz="28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1 2</a:t>
                  </a: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A133B658-E86B-D71B-04B5-3E7ABBFF85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2735" y="1502914"/>
                  <a:ext cx="1527585" cy="1159613"/>
                </a:xfrm>
                <a:prstGeom prst="rect">
                  <a:avLst/>
                </a:prstGeom>
                <a:blipFill>
                  <a:blip r:embed="rId4"/>
                  <a:stretch>
                    <a:fillRect t="-2105" r="-8367" b="-14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8621A14-11E5-E647-C37C-C6B0076AD3E4}"/>
                </a:ext>
              </a:extLst>
            </p:cNvPr>
            <p:cNvCxnSpPr>
              <a:cxnSpLocks/>
            </p:cNvCxnSpPr>
            <p:nvPr/>
          </p:nvCxnSpPr>
          <p:spPr>
            <a:xfrm>
              <a:off x="8652737" y="2662527"/>
              <a:ext cx="1740943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891E945-0953-A08B-E9E4-2B3DA7231F93}"/>
                </a:ext>
              </a:extLst>
            </p:cNvPr>
            <p:cNvSpPr txBox="1"/>
            <p:nvPr/>
          </p:nvSpPr>
          <p:spPr>
            <a:xfrm>
              <a:off x="8652737" y="2735177"/>
              <a:ext cx="1527584" cy="11596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2 6</a:t>
              </a:r>
            </a:p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1 3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6DC83C9-4126-142D-8C83-F11689BE7B04}"/>
                </a:ext>
              </a:extLst>
            </p:cNvPr>
            <p:cNvCxnSpPr>
              <a:cxnSpLocks/>
            </p:cNvCxnSpPr>
            <p:nvPr/>
          </p:nvCxnSpPr>
          <p:spPr>
            <a:xfrm>
              <a:off x="8652737" y="3880117"/>
              <a:ext cx="1740942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DA7DAAA-3E84-0A87-34F6-3114960483ED}"/>
                </a:ext>
              </a:extLst>
            </p:cNvPr>
            <p:cNvSpPr txBox="1"/>
            <p:nvPr/>
          </p:nvSpPr>
          <p:spPr>
            <a:xfrm>
              <a:off x="8652733" y="3967439"/>
              <a:ext cx="1527586" cy="5656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1 5 6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51E387B4-4CA7-7ADE-E35D-53A6000B9049}"/>
              </a:ext>
            </a:extLst>
          </p:cNvPr>
          <p:cNvSpPr/>
          <p:nvPr/>
        </p:nvSpPr>
        <p:spPr>
          <a:xfrm>
            <a:off x="3420000" y="1980000"/>
            <a:ext cx="515566" cy="486383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2380719-FF7C-7ABC-2CFF-B9ABFCFF86AB}"/>
              </a:ext>
            </a:extLst>
          </p:cNvPr>
          <p:cNvSpPr txBox="1"/>
          <p:nvPr/>
        </p:nvSpPr>
        <p:spPr>
          <a:xfrm>
            <a:off x="720000" y="4665450"/>
            <a:ext cx="1740943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十进制乘法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F2106E-195E-ED95-E19E-D5B4620C908F}"/>
              </a:ext>
            </a:extLst>
          </p:cNvPr>
          <p:cNvSpPr txBox="1"/>
          <p:nvPr/>
        </p:nvSpPr>
        <p:spPr>
          <a:xfrm>
            <a:off x="4106642" y="5832000"/>
            <a:ext cx="2939141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二进制乘法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69ADBE-235F-61BF-6A56-DAA484737B8C}"/>
              </a:ext>
            </a:extLst>
          </p:cNvPr>
          <p:cNvSpPr txBox="1"/>
          <p:nvPr/>
        </p:nvSpPr>
        <p:spPr>
          <a:xfrm>
            <a:off x="7534800" y="4020422"/>
            <a:ext cx="1828798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向左移</a:t>
            </a:r>
            <a:r>
              <a:rPr kumimoji="1"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</a:t>
            </a: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kumimoji="1" lang="en-US" altLang="zh-CN" sz="2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AD138BE-F4DA-3460-AC81-B0A4DF513456}"/>
              </a:ext>
            </a:extLst>
          </p:cNvPr>
          <p:cNvSpPr txBox="1"/>
          <p:nvPr/>
        </p:nvSpPr>
        <p:spPr>
          <a:xfrm>
            <a:off x="7534800" y="4597186"/>
            <a:ext cx="1828798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向左移</a:t>
            </a:r>
            <a:r>
              <a:rPr kumimoji="1"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</a:t>
            </a: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kumimoji="1" lang="en-US" altLang="zh-CN" sz="2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AA32D43-D293-A5C5-8ABD-01BD01E36ABC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6948000" y="4252505"/>
            <a:ext cx="586800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A006485-2F6A-68D8-76E8-2293046CAEC4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6948000" y="4829269"/>
            <a:ext cx="586800" cy="1"/>
          </a:xfrm>
          <a:prstGeom prst="straightConnector1">
            <a:avLst/>
          </a:prstGeom>
          <a:ln w="38100">
            <a:solidFill>
              <a:srgbClr val="0000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2B024A4-F95C-D460-D68E-281FD6805B07}"/>
              </a:ext>
            </a:extLst>
          </p:cNvPr>
          <p:cNvSpPr txBox="1"/>
          <p:nvPr/>
        </p:nvSpPr>
        <p:spPr>
          <a:xfrm>
            <a:off x="8048531" y="1872000"/>
            <a:ext cx="3751928" cy="941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移位器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实现二进制数的乘法运算</a:t>
            </a:r>
            <a:endParaRPr kumimoji="1"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31ED6DD-3125-2C04-A025-94ABB5BE7EBE}"/>
              </a:ext>
            </a:extLst>
          </p:cNvPr>
          <p:cNvSpPr txBox="1"/>
          <p:nvPr/>
        </p:nvSpPr>
        <p:spPr>
          <a:xfrm>
            <a:off x="7534798" y="5240527"/>
            <a:ext cx="3163083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一系列相加得到的结果</a:t>
            </a:r>
            <a:endParaRPr kumimoji="1" lang="en-US" altLang="zh-CN" sz="2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E9E9E65-CC78-D31F-460C-23B85AD145EE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6948000" y="5472610"/>
            <a:ext cx="586798" cy="1"/>
          </a:xfrm>
          <a:prstGeom prst="straightConnector1">
            <a:avLst/>
          </a:prstGeom>
          <a:ln w="38100">
            <a:solidFill>
              <a:srgbClr val="0000FF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D94E248-FF67-566D-B212-AB169BFA9AB0}"/>
              </a:ext>
            </a:extLst>
          </p:cNvPr>
          <p:cNvCxnSpPr>
            <a:cxnSpLocks/>
          </p:cNvCxnSpPr>
          <p:nvPr/>
        </p:nvCxnSpPr>
        <p:spPr>
          <a:xfrm>
            <a:off x="6636819" y="3224440"/>
            <a:ext cx="0" cy="1856695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ED28041-9114-5010-6E66-C95FC7FECCF0}"/>
              </a:ext>
            </a:extLst>
          </p:cNvPr>
          <p:cNvCxnSpPr>
            <a:cxnSpLocks/>
          </p:cNvCxnSpPr>
          <p:nvPr/>
        </p:nvCxnSpPr>
        <p:spPr>
          <a:xfrm>
            <a:off x="6324356" y="3821068"/>
            <a:ext cx="0" cy="1240284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2BA055E-F1A7-9349-B1C9-1ECB53D3B690}"/>
              </a:ext>
            </a:extLst>
          </p:cNvPr>
          <p:cNvCxnSpPr>
            <a:cxnSpLocks/>
          </p:cNvCxnSpPr>
          <p:nvPr/>
        </p:nvCxnSpPr>
        <p:spPr>
          <a:xfrm>
            <a:off x="6011893" y="4407680"/>
            <a:ext cx="0" cy="673455"/>
          </a:xfrm>
          <a:prstGeom prst="line">
            <a:avLst/>
          </a:prstGeom>
          <a:ln w="254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90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28" grpId="0"/>
      <p:bldP spid="29" grpId="0"/>
      <p:bldP spid="37" grpId="0"/>
      <p:bldP spid="4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5198A-BCBA-52D7-25C3-92470D61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71D5C70-5299-7AC4-CD7B-4820476B6FE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4B21550-E3C7-EB74-CDF5-216EF0E0B9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E336CBA1-FFB7-C178-B445-9A2F7B05616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15A786C2-8D13-EEB6-BEB1-AE0CA07C8FF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59071946-CAD4-CAE4-65F9-1C0270003CD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357F6A23-BE21-C8A4-ECD6-421BB2B3010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课外知识 </a:t>
            </a:r>
            <a:r>
              <a:rPr lang="en-US" altLang="zh-CN" sz="3000" dirty="0"/>
              <a:t>—— </a:t>
            </a:r>
            <a:r>
              <a:rPr kumimoji="1" lang="zh-CN" altLang="en-US" sz="3000" dirty="0">
                <a:solidFill>
                  <a:srgbClr val="FFFF00"/>
                </a:solidFill>
              </a:rPr>
              <a:t>乘法器示例</a:t>
            </a:r>
            <a:endParaRPr lang="zh-CN" altLang="en-US" sz="3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4889C0-F1E0-6DAA-E19A-C206BD30F5AA}"/>
              </a:ext>
            </a:extLst>
          </p:cNvPr>
          <p:cNvSpPr txBox="1"/>
          <p:nvPr/>
        </p:nvSpPr>
        <p:spPr>
          <a:xfrm>
            <a:off x="360000" y="828000"/>
            <a:ext cx="7364503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用时序电路实现两个二进制数的乘法运算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B2560B5-19C6-25E4-DB64-E9FFE02C382D}"/>
              </a:ext>
            </a:extLst>
          </p:cNvPr>
          <p:cNvSpPr txBox="1"/>
          <p:nvPr/>
        </p:nvSpPr>
        <p:spPr>
          <a:xfrm>
            <a:off x="5256000" y="5914800"/>
            <a:ext cx="538945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时序电路实现乘法器的一种框架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3CF6D266-5769-DB2D-93C8-95E2A71815D5}"/>
              </a:ext>
            </a:extLst>
          </p:cNvPr>
          <p:cNvSpPr txBox="1"/>
          <p:nvPr/>
        </p:nvSpPr>
        <p:spPr>
          <a:xfrm>
            <a:off x="8136000" y="1440000"/>
            <a:ext cx="3774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相加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次后得到最终结果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grpSp>
        <p:nvGrpSpPr>
          <p:cNvPr id="270" name="组合 269">
            <a:extLst>
              <a:ext uri="{FF2B5EF4-FFF2-40B4-BE49-F238E27FC236}">
                <a16:creationId xmlns:a16="http://schemas.microsoft.com/office/drawing/2014/main" id="{E3B9FBB4-980E-5C0C-3F6C-0CC198E8BD18}"/>
              </a:ext>
            </a:extLst>
          </p:cNvPr>
          <p:cNvGrpSpPr/>
          <p:nvPr/>
        </p:nvGrpSpPr>
        <p:grpSpPr>
          <a:xfrm>
            <a:off x="4618716" y="1548000"/>
            <a:ext cx="7256480" cy="4071592"/>
            <a:chOff x="4678194" y="1656000"/>
            <a:chExt cx="7256480" cy="4071592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CCBD889-B351-687C-0882-CDAF939BD9B4}"/>
                </a:ext>
              </a:extLst>
            </p:cNvPr>
            <p:cNvSpPr/>
            <p:nvPr/>
          </p:nvSpPr>
          <p:spPr>
            <a:xfrm>
              <a:off x="4678194" y="2713515"/>
              <a:ext cx="701538" cy="622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右移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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09E62FF-F8E7-18E3-0327-6CC099E33C45}"/>
                </a:ext>
              </a:extLst>
            </p:cNvPr>
            <p:cNvSpPr/>
            <p:nvPr/>
          </p:nvSpPr>
          <p:spPr>
            <a:xfrm>
              <a:off x="4678194" y="1656000"/>
              <a:ext cx="2407284" cy="7019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初始存入乘数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00001100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CDA63C0-B7B9-9C05-E276-D75E3B8CE88D}"/>
                </a:ext>
              </a:extLst>
            </p:cNvPr>
            <p:cNvSpPr/>
            <p:nvPr/>
          </p:nvSpPr>
          <p:spPr>
            <a:xfrm>
              <a:off x="5712853" y="2713515"/>
              <a:ext cx="950630" cy="622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寄存器</a:t>
              </a: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745B87CA-7382-528F-FB78-D28DEBF3EDB5}"/>
                </a:ext>
              </a:extLst>
            </p:cNvPr>
            <p:cNvCxnSpPr>
              <a:cxnSpLocks/>
              <a:endCxn id="36" idx="0"/>
            </p:cNvCxnSpPr>
            <p:nvPr/>
          </p:nvCxnSpPr>
          <p:spPr>
            <a:xfrm>
              <a:off x="6188168" y="2357992"/>
              <a:ext cx="0" cy="355523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5E393ED5-DF90-AA9C-5181-31D80D22DBFB}"/>
                </a:ext>
              </a:extLst>
            </p:cNvPr>
            <p:cNvCxnSpPr>
              <a:cxnSpLocks/>
              <a:stCxn id="33" idx="3"/>
              <a:endCxn id="36" idx="1"/>
            </p:cNvCxnSpPr>
            <p:nvPr/>
          </p:nvCxnSpPr>
          <p:spPr>
            <a:xfrm>
              <a:off x="5379732" y="3024915"/>
              <a:ext cx="333121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269B4BCA-B1B2-DA7B-1FE6-51C394D54017}"/>
                </a:ext>
              </a:extLst>
            </p:cNvPr>
            <p:cNvSpPr/>
            <p:nvPr/>
          </p:nvSpPr>
          <p:spPr>
            <a:xfrm>
              <a:off x="4678194" y="5104361"/>
              <a:ext cx="701538" cy="62279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左移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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48BB5AFC-30C4-C985-B3FB-06355FE9AFCC}"/>
                </a:ext>
              </a:extLst>
            </p:cNvPr>
            <p:cNvSpPr/>
            <p:nvPr/>
          </p:nvSpPr>
          <p:spPr>
            <a:xfrm>
              <a:off x="4678194" y="4046845"/>
              <a:ext cx="2407285" cy="7019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初始存入被乘数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00001101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A2E64136-723E-B60F-A9BE-842949C4ACCD}"/>
                </a:ext>
              </a:extLst>
            </p:cNvPr>
            <p:cNvSpPr/>
            <p:nvPr/>
          </p:nvSpPr>
          <p:spPr>
            <a:xfrm>
              <a:off x="5712853" y="5104361"/>
              <a:ext cx="950630" cy="6228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寄存器</a:t>
              </a:r>
            </a:p>
          </p:txBody>
        </p: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EA44B946-D120-F384-2CA8-FB793E0EDD51}"/>
                </a:ext>
              </a:extLst>
            </p:cNvPr>
            <p:cNvCxnSpPr>
              <a:cxnSpLocks/>
              <a:endCxn id="139" idx="0"/>
            </p:cNvCxnSpPr>
            <p:nvPr/>
          </p:nvCxnSpPr>
          <p:spPr>
            <a:xfrm>
              <a:off x="6188168" y="4748837"/>
              <a:ext cx="0" cy="35552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箭头连接符 140">
              <a:extLst>
                <a:ext uri="{FF2B5EF4-FFF2-40B4-BE49-F238E27FC236}">
                  <a16:creationId xmlns:a16="http://schemas.microsoft.com/office/drawing/2014/main" id="{128A9580-DFCD-74A4-1D45-EB9BC59CDE06}"/>
                </a:ext>
              </a:extLst>
            </p:cNvPr>
            <p:cNvCxnSpPr>
              <a:cxnSpLocks/>
              <a:stCxn id="137" idx="3"/>
              <a:endCxn id="139" idx="1"/>
            </p:cNvCxnSpPr>
            <p:nvPr/>
          </p:nvCxnSpPr>
          <p:spPr>
            <a:xfrm>
              <a:off x="5379732" y="5415759"/>
              <a:ext cx="333121" cy="2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流程图: 手动操作 141">
              <a:extLst>
                <a:ext uri="{FF2B5EF4-FFF2-40B4-BE49-F238E27FC236}">
                  <a16:creationId xmlns:a16="http://schemas.microsoft.com/office/drawing/2014/main" id="{CFBA2701-A4EA-53D4-19ED-3B267EC34B46}"/>
                </a:ext>
              </a:extLst>
            </p:cNvPr>
            <p:cNvSpPr/>
            <p:nvPr/>
          </p:nvSpPr>
          <p:spPr>
            <a:xfrm rot="16200000">
              <a:off x="7528795" y="3823651"/>
              <a:ext cx="1098542" cy="372624"/>
            </a:xfrm>
            <a:prstGeom prst="flowChartManualOpera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4" name="连接符: 肘形 143">
              <a:extLst>
                <a:ext uri="{FF2B5EF4-FFF2-40B4-BE49-F238E27FC236}">
                  <a16:creationId xmlns:a16="http://schemas.microsoft.com/office/drawing/2014/main" id="{127CCB7C-7BCA-CAB0-192B-E431F2534142}"/>
                </a:ext>
              </a:extLst>
            </p:cNvPr>
            <p:cNvCxnSpPr>
              <a:cxnSpLocks/>
              <a:stCxn id="36" idx="3"/>
              <a:endCxn id="142" idx="3"/>
            </p:cNvCxnSpPr>
            <p:nvPr/>
          </p:nvCxnSpPr>
          <p:spPr>
            <a:xfrm>
              <a:off x="6663483" y="3024915"/>
              <a:ext cx="1414583" cy="545631"/>
            </a:xfrm>
            <a:prstGeom prst="bentConnector2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连接符: 肘形 150">
              <a:extLst>
                <a:ext uri="{FF2B5EF4-FFF2-40B4-BE49-F238E27FC236}">
                  <a16:creationId xmlns:a16="http://schemas.microsoft.com/office/drawing/2014/main" id="{405BDC95-2961-A128-EA6C-0BAB051BAE2B}"/>
                </a:ext>
              </a:extLst>
            </p:cNvPr>
            <p:cNvCxnSpPr>
              <a:cxnSpLocks/>
              <a:stCxn id="139" idx="3"/>
            </p:cNvCxnSpPr>
            <p:nvPr/>
          </p:nvCxnSpPr>
          <p:spPr>
            <a:xfrm flipV="1">
              <a:off x="6663483" y="4305656"/>
              <a:ext cx="1228265" cy="1110105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A81A90FF-514C-87D0-CB66-84C53BABB17F}"/>
                </a:ext>
              </a:extLst>
            </p:cNvPr>
            <p:cNvSpPr/>
            <p:nvPr/>
          </p:nvSpPr>
          <p:spPr>
            <a:xfrm>
              <a:off x="5874538" y="3511897"/>
              <a:ext cx="1403077" cy="38539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00000000</a:t>
              </a:r>
            </a:p>
          </p:txBody>
        </p: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274BE068-3A6E-566B-B5B0-B5DE85CDFDA1}"/>
                </a:ext>
              </a:extLst>
            </p:cNvPr>
            <p:cNvCxnSpPr>
              <a:cxnSpLocks/>
              <a:stCxn id="154" idx="3"/>
            </p:cNvCxnSpPr>
            <p:nvPr/>
          </p:nvCxnSpPr>
          <p:spPr>
            <a:xfrm>
              <a:off x="7277615" y="3704596"/>
              <a:ext cx="614133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4F93FA6F-0E39-7044-A723-E6A90E5F2804}"/>
                </a:ext>
              </a:extLst>
            </p:cNvPr>
            <p:cNvSpPr txBox="1"/>
            <p:nvPr/>
          </p:nvSpPr>
          <p:spPr>
            <a:xfrm>
              <a:off x="7840337" y="3548893"/>
              <a:ext cx="37262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  <a:p>
              <a:pPr algn="ctr"/>
              <a:r>
                <a:rPr lang="en-US" altLang="zh-CN" sz="1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724DF9CB-83E9-FD0B-1146-CDDD928D2269}"/>
                </a:ext>
              </a:extLst>
            </p:cNvPr>
            <p:cNvCxnSpPr>
              <a:cxnSpLocks/>
              <a:stCxn id="142" idx="2"/>
            </p:cNvCxnSpPr>
            <p:nvPr/>
          </p:nvCxnSpPr>
          <p:spPr>
            <a:xfrm>
              <a:off x="8264378" y="4009963"/>
              <a:ext cx="361668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连接符: 肘形 172">
              <a:extLst>
                <a:ext uri="{FF2B5EF4-FFF2-40B4-BE49-F238E27FC236}">
                  <a16:creationId xmlns:a16="http://schemas.microsoft.com/office/drawing/2014/main" id="{6C57CFD4-6229-5C4F-70F9-9DD243BD367C}"/>
                </a:ext>
              </a:extLst>
            </p:cNvPr>
            <p:cNvCxnSpPr>
              <a:cxnSpLocks/>
              <a:stCxn id="182" idx="0"/>
              <a:endCxn id="181" idx="1"/>
            </p:cNvCxnSpPr>
            <p:nvPr/>
          </p:nvCxnSpPr>
          <p:spPr>
            <a:xfrm rot="16200000" flipH="1" flipV="1">
              <a:off x="8918429" y="2421571"/>
              <a:ext cx="1008000" cy="1564857"/>
            </a:xfrm>
            <a:prstGeom prst="bentConnector4">
              <a:avLst>
                <a:gd name="adj1" fmla="val -22679"/>
                <a:gd name="adj2" fmla="val 116714"/>
              </a:avLst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37AE501C-E090-6016-317C-E4FFBC454822}"/>
                </a:ext>
              </a:extLst>
            </p:cNvPr>
            <p:cNvSpPr/>
            <p:nvPr/>
          </p:nvSpPr>
          <p:spPr>
            <a:xfrm>
              <a:off x="8640000" y="2700000"/>
              <a:ext cx="540000" cy="2016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加法器</a:t>
              </a:r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51E7AE40-D35D-9BC3-86EB-10FCC11A6BE6}"/>
                </a:ext>
              </a:extLst>
            </p:cNvPr>
            <p:cNvSpPr/>
            <p:nvPr/>
          </p:nvSpPr>
          <p:spPr>
            <a:xfrm>
              <a:off x="9934857" y="2700000"/>
              <a:ext cx="540000" cy="2016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寄存器</a:t>
              </a:r>
            </a:p>
          </p:txBody>
        </p: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8E380FE0-B4AE-E6B3-8910-9714BA83205D}"/>
                </a:ext>
              </a:extLst>
            </p:cNvPr>
            <p:cNvCxnSpPr>
              <a:cxnSpLocks/>
              <a:stCxn id="181" idx="3"/>
              <a:endCxn id="182" idx="1"/>
            </p:cNvCxnSpPr>
            <p:nvPr/>
          </p:nvCxnSpPr>
          <p:spPr>
            <a:xfrm>
              <a:off x="9180000" y="3708000"/>
              <a:ext cx="754857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9ECE7C5C-430C-C0B4-B1FF-589893B29A42}"/>
                </a:ext>
              </a:extLst>
            </p:cNvPr>
            <p:cNvSpPr txBox="1"/>
            <p:nvPr/>
          </p:nvSpPr>
          <p:spPr>
            <a:xfrm>
              <a:off x="9193955" y="3077616"/>
              <a:ext cx="67994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相加结果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D7D5DFB4-CC9A-562F-1159-4BA6A78F3658}"/>
                </a:ext>
              </a:extLst>
            </p:cNvPr>
            <p:cNvSpPr txBox="1"/>
            <p:nvPr/>
          </p:nvSpPr>
          <p:spPr>
            <a:xfrm>
              <a:off x="6580608" y="2673933"/>
              <a:ext cx="16323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当前最右位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C0CF83D3-2F4B-1CB6-8981-E940B2F32BA6}"/>
                </a:ext>
              </a:extLst>
            </p:cNvPr>
            <p:cNvSpPr txBox="1"/>
            <p:nvPr/>
          </p:nvSpPr>
          <p:spPr>
            <a:xfrm>
              <a:off x="7238354" y="4668991"/>
              <a:ext cx="93165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当前存的结果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D4E6DBF1-D52B-EEA8-5000-ACA9721D4BE1}"/>
                </a:ext>
              </a:extLst>
            </p:cNvPr>
            <p:cNvCxnSpPr>
              <a:cxnSpLocks/>
              <a:stCxn id="268" idx="0"/>
              <a:endCxn id="182" idx="2"/>
            </p:cNvCxnSpPr>
            <p:nvPr/>
          </p:nvCxnSpPr>
          <p:spPr>
            <a:xfrm flipV="1">
              <a:off x="10204857" y="4716000"/>
              <a:ext cx="0" cy="30960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39567245-718C-3E22-05A6-8C054A306AE6}"/>
                </a:ext>
              </a:extLst>
            </p:cNvPr>
            <p:cNvCxnSpPr>
              <a:cxnSpLocks/>
              <a:stCxn id="182" idx="3"/>
            </p:cNvCxnSpPr>
            <p:nvPr/>
          </p:nvCxnSpPr>
          <p:spPr>
            <a:xfrm flipV="1">
              <a:off x="10474857" y="3704596"/>
              <a:ext cx="390471" cy="3404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8FA928E2-4A34-16BE-E5DB-9CA2D2CDEC32}"/>
                </a:ext>
              </a:extLst>
            </p:cNvPr>
            <p:cNvSpPr txBox="1"/>
            <p:nvPr/>
          </p:nvSpPr>
          <p:spPr>
            <a:xfrm>
              <a:off x="10766792" y="3381430"/>
              <a:ext cx="116788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最终结果（</a:t>
              </a:r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r>
                <a:rPr lang="zh-CN" altLang="en-US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位）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B8A4A820-CC2A-13BB-B6A8-B447F6E22B48}"/>
                </a:ext>
              </a:extLst>
            </p:cNvPr>
            <p:cNvSpPr/>
            <p:nvPr/>
          </p:nvSpPr>
          <p:spPr>
            <a:xfrm>
              <a:off x="9500574" y="5025600"/>
              <a:ext cx="1408566" cy="7019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初始状态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00000000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9BD5DE2-ADF3-1E93-A223-28D480A11D1B}"/>
              </a:ext>
            </a:extLst>
          </p:cNvPr>
          <p:cNvGrpSpPr/>
          <p:nvPr/>
        </p:nvGrpSpPr>
        <p:grpSpPr>
          <a:xfrm>
            <a:off x="360000" y="1548000"/>
            <a:ext cx="2939143" cy="4218146"/>
            <a:chOff x="7454537" y="1502914"/>
            <a:chExt cx="2939143" cy="42181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018714D-1456-5588-8947-4790CB48959A}"/>
                    </a:ext>
                  </a:extLst>
                </p:cNvPr>
                <p:cNvSpPr txBox="1"/>
                <p:nvPr/>
              </p:nvSpPr>
              <p:spPr>
                <a:xfrm>
                  <a:off x="7881257" y="1502914"/>
                  <a:ext cx="2299064" cy="11596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>
                    <a:lnSpc>
                      <a:spcPct val="120000"/>
                    </a:lnSpc>
                    <a:spcAft>
                      <a:spcPts val="600"/>
                    </a:spcAft>
                  </a:pPr>
                  <a:r>
                    <a:rPr kumimoji="1" lang="en-US" altLang="zh-CN" sz="28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1 1 0 1</a:t>
                  </a:r>
                </a:p>
                <a:p>
                  <a:pPr algn="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kumimoji="1" lang="en-US" altLang="zh-C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kumimoji="1" lang="en-US" altLang="zh-CN" sz="28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   1 1 0 0</a:t>
                  </a: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018714D-1456-5588-8947-4790CB4895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1257" y="1502914"/>
                  <a:ext cx="2299064" cy="1159613"/>
                </a:xfrm>
                <a:prstGeom prst="rect">
                  <a:avLst/>
                </a:prstGeom>
                <a:blipFill>
                  <a:blip r:embed="rId3"/>
                  <a:stretch>
                    <a:fillRect t="-2105" r="-5570" b="-14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167C84F8-ECF9-5CC9-CECD-24F9F09047AF}"/>
                </a:ext>
              </a:extLst>
            </p:cNvPr>
            <p:cNvCxnSpPr>
              <a:cxnSpLocks/>
            </p:cNvCxnSpPr>
            <p:nvPr/>
          </p:nvCxnSpPr>
          <p:spPr>
            <a:xfrm>
              <a:off x="7667897" y="2662527"/>
              <a:ext cx="2725783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26DF177-2F5B-54B5-0AD7-FF37073AAC61}"/>
                </a:ext>
              </a:extLst>
            </p:cNvPr>
            <p:cNvSpPr txBox="1"/>
            <p:nvPr/>
          </p:nvSpPr>
          <p:spPr>
            <a:xfrm>
              <a:off x="7454538" y="2735177"/>
              <a:ext cx="2725784" cy="23476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0 0 0 0 </a:t>
              </a: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0 0 0 0</a:t>
              </a:r>
            </a:p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0 0 0 </a:t>
              </a: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0 0 0 0 </a:t>
              </a:r>
              <a:r>
                <a:rPr kumimoji="1" lang="en-US" altLang="zh-CN" sz="2800" dirty="0">
                  <a:solidFill>
                    <a:srgbClr val="00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2800" dirty="0">
                  <a:solidFill>
                    <a:srgbClr val="00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</a:t>
              </a: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1 1 0 1 </a:t>
              </a:r>
              <a:r>
                <a:rPr kumimoji="1" lang="en-US" altLang="zh-CN" sz="2800" dirty="0">
                  <a:solidFill>
                    <a:srgbClr val="00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</a:t>
              </a:r>
            </a:p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2800" dirty="0">
                  <a:solidFill>
                    <a:srgbClr val="00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</a:t>
              </a: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1 1 0 1 </a:t>
              </a:r>
              <a:r>
                <a:rPr kumimoji="1" lang="en-US" altLang="zh-CN" sz="2800" dirty="0">
                  <a:solidFill>
                    <a:srgbClr val="00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0 0 0</a:t>
              </a: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2430467D-0492-850F-954C-3B17DE9F63BA}"/>
                </a:ext>
              </a:extLst>
            </p:cNvPr>
            <p:cNvCxnSpPr>
              <a:cxnSpLocks/>
            </p:cNvCxnSpPr>
            <p:nvPr/>
          </p:nvCxnSpPr>
          <p:spPr>
            <a:xfrm>
              <a:off x="7667896" y="5068134"/>
              <a:ext cx="2725783" cy="0"/>
            </a:xfrm>
            <a:prstGeom prst="line">
              <a:avLst/>
            </a:prstGeom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5CE901A-712E-D2A0-FDE7-789AA242CCCD}"/>
                </a:ext>
              </a:extLst>
            </p:cNvPr>
            <p:cNvSpPr txBox="1"/>
            <p:nvPr/>
          </p:nvSpPr>
          <p:spPr>
            <a:xfrm>
              <a:off x="7454537" y="5155456"/>
              <a:ext cx="2725783" cy="5656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1 0 0 1 1 1 0 0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3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23672-FF6D-0908-E66E-83681CC2B0A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课外知识 </a:t>
            </a:r>
            <a:r>
              <a:rPr lang="en-US" altLang="zh-CN" sz="3000" dirty="0"/>
              <a:t>—— </a:t>
            </a:r>
            <a:r>
              <a:rPr kumimoji="1" lang="zh-CN" altLang="en-US" sz="3000" dirty="0">
                <a:solidFill>
                  <a:srgbClr val="FFFF00"/>
                </a:solidFill>
              </a:rPr>
              <a:t>寄存器的数据传输</a:t>
            </a:r>
            <a:endParaRPr lang="zh-CN" altLang="en-US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E418601-11E7-64F3-013F-77C37128E6E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AFE0343-324D-79E7-EA28-9B05C0AB4F3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C962ECF0-2BD0-D122-2710-8CA8BEF4318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753BAA1A-48C9-F059-A164-E14594A9DFB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6FDBCAD8-6614-CEE1-C7AE-947E6CBFB07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2B85AE8-FE67-FDB1-8DC5-321DB7844666}"/>
                  </a:ext>
                </a:extLst>
              </p:cNvPr>
              <p:cNvSpPr txBox="1"/>
              <p:nvPr/>
            </p:nvSpPr>
            <p:spPr>
              <a:xfrm>
                <a:off x="360000" y="827999"/>
                <a:ext cx="4508175" cy="2174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寄存器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Register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：输入数据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：输出数据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Load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acc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32B85AE8-FE67-FDB1-8DC5-321DB7844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999"/>
                <a:ext cx="4508175" cy="2174121"/>
              </a:xfrm>
              <a:prstGeom prst="rect">
                <a:avLst/>
              </a:prstGeom>
              <a:blipFill>
                <a:blip r:embed="rId15"/>
                <a:stretch>
                  <a:fillRect l="-2703" t="-1124" b="-56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E729938D-89AE-B937-6F3F-57B6D24B37B6}"/>
              </a:ext>
            </a:extLst>
          </p:cNvPr>
          <p:cNvGrpSpPr/>
          <p:nvPr/>
        </p:nvGrpSpPr>
        <p:grpSpPr>
          <a:xfrm>
            <a:off x="1080000" y="3240000"/>
            <a:ext cx="3302990" cy="2490931"/>
            <a:chOff x="1140924" y="3836560"/>
            <a:chExt cx="3302990" cy="2490931"/>
          </a:xfrm>
        </p:grpSpPr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8834FB34-9A0B-3FF3-4C05-B3690A87FD02}"/>
                </a:ext>
              </a:extLst>
            </p:cNvPr>
            <p:cNvCxnSpPr>
              <a:cxnSpLocks/>
            </p:cNvCxnSpPr>
            <p:nvPr/>
          </p:nvCxnSpPr>
          <p:spPr>
            <a:xfrm>
              <a:off x="2747208" y="4283688"/>
              <a:ext cx="0" cy="154022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E919E83E-C74B-233F-CD18-E81993CCE22B}"/>
                    </a:ext>
                  </a:extLst>
                </p:cNvPr>
                <p:cNvSpPr/>
                <p:nvPr/>
              </p:nvSpPr>
              <p:spPr>
                <a:xfrm>
                  <a:off x="2247234" y="4565384"/>
                  <a:ext cx="999947" cy="999701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矩形 100">
                  <a:extLst>
                    <a:ext uri="{FF2B5EF4-FFF2-40B4-BE49-F238E27FC236}">
                      <a16:creationId xmlns:a16="http://schemas.microsoft.com/office/drawing/2014/main" id="{E919E83E-C74B-233F-CD18-E81993CCE2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7234" y="4565384"/>
                  <a:ext cx="999947" cy="99970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A232C79C-1DD3-ECFB-FB25-D3906C818EE3}"/>
                </a:ext>
              </a:extLst>
            </p:cNvPr>
            <p:cNvCxnSpPr>
              <a:cxnSpLocks/>
              <a:stCxn id="101" idx="3"/>
            </p:cNvCxnSpPr>
            <p:nvPr/>
          </p:nvCxnSpPr>
          <p:spPr>
            <a:xfrm>
              <a:off x="3247181" y="5065235"/>
              <a:ext cx="674506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225A72FB-1252-9456-D4F6-EEB3B591154B}"/>
                </a:ext>
              </a:extLst>
            </p:cNvPr>
            <p:cNvCxnSpPr>
              <a:cxnSpLocks/>
              <a:endCxn id="101" idx="1"/>
            </p:cNvCxnSpPr>
            <p:nvPr/>
          </p:nvCxnSpPr>
          <p:spPr>
            <a:xfrm>
              <a:off x="1572966" y="5065235"/>
              <a:ext cx="674268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09A7D0DF-25B5-E968-AA2C-625009CE0C57}"/>
                    </a:ext>
                  </a:extLst>
                </p:cNvPr>
                <p:cNvSpPr txBox="1"/>
                <p:nvPr/>
              </p:nvSpPr>
              <p:spPr>
                <a:xfrm>
                  <a:off x="2558097" y="3836560"/>
                  <a:ext cx="45807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09A7D0DF-25B5-E968-AA2C-625009CE0C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8097" y="3836560"/>
                  <a:ext cx="458075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等腰三角形 112">
              <a:extLst>
                <a:ext uri="{FF2B5EF4-FFF2-40B4-BE49-F238E27FC236}">
                  <a16:creationId xmlns:a16="http://schemas.microsoft.com/office/drawing/2014/main" id="{D0C7443F-3EDB-96D2-8A4C-E6D3479D32E7}"/>
                </a:ext>
              </a:extLst>
            </p:cNvPr>
            <p:cNvSpPr/>
            <p:nvPr/>
          </p:nvSpPr>
          <p:spPr>
            <a:xfrm>
              <a:off x="2645115" y="5413832"/>
              <a:ext cx="204186" cy="151179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86DC16DB-3F04-A186-9AA2-B1C9E1297C52}"/>
                    </a:ext>
                  </a:extLst>
                </p:cNvPr>
                <p:cNvSpPr txBox="1"/>
                <p:nvPr/>
              </p:nvSpPr>
              <p:spPr>
                <a:xfrm>
                  <a:off x="2501619" y="5804271"/>
                  <a:ext cx="60202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86DC16DB-3F04-A186-9AA2-B1C9E1297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619" y="5804271"/>
                  <a:ext cx="602025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5940AE00-F7C7-F0A7-F0E2-87432FCB276A}"/>
                    </a:ext>
                  </a:extLst>
                </p:cNvPr>
                <p:cNvSpPr txBox="1"/>
                <p:nvPr/>
              </p:nvSpPr>
              <p:spPr>
                <a:xfrm>
                  <a:off x="3985839" y="4788493"/>
                  <a:ext cx="45807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5940AE00-F7C7-F0A7-F0E2-87432FCB27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5839" y="4788493"/>
                  <a:ext cx="458075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60618377-45AB-562A-DE76-EE19AB2705E0}"/>
                    </a:ext>
                  </a:extLst>
                </p:cNvPr>
                <p:cNvSpPr txBox="1"/>
                <p:nvPr/>
              </p:nvSpPr>
              <p:spPr>
                <a:xfrm>
                  <a:off x="1140924" y="4798600"/>
                  <a:ext cx="45807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60618377-45AB-562A-DE76-EE19AB2705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0924" y="4798600"/>
                  <a:ext cx="458075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1" name="文本框 130">
            <a:extLst>
              <a:ext uri="{FF2B5EF4-FFF2-40B4-BE49-F238E27FC236}">
                <a16:creationId xmlns:a16="http://schemas.microsoft.com/office/drawing/2014/main" id="{DD302720-93F3-769B-1CC6-083A74F7A0AA}"/>
              </a:ext>
            </a:extLst>
          </p:cNvPr>
          <p:cNvSpPr txBox="1"/>
          <p:nvPr/>
        </p:nvSpPr>
        <p:spPr>
          <a:xfrm>
            <a:off x="1959481" y="5760000"/>
            <a:ext cx="1438947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Line 27">
            <a:extLst>
              <a:ext uri="{FF2B5EF4-FFF2-40B4-BE49-F238E27FC236}">
                <a16:creationId xmlns:a16="http://schemas.microsoft.com/office/drawing/2014/main" id="{6817F870-1249-55E4-CCB9-347B61D2B1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868" y="2138038"/>
            <a:ext cx="17921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97" name="Line 27">
            <a:extLst>
              <a:ext uri="{FF2B5EF4-FFF2-40B4-BE49-F238E27FC236}">
                <a16:creationId xmlns:a16="http://schemas.microsoft.com/office/drawing/2014/main" id="{EE5B4E8F-D57F-8DCA-D5D8-D4B2FB70D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8650" y="2437541"/>
            <a:ext cx="35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Line 27">
            <a:extLst>
              <a:ext uri="{FF2B5EF4-FFF2-40B4-BE49-F238E27FC236}">
                <a16:creationId xmlns:a16="http://schemas.microsoft.com/office/drawing/2014/main" id="{AC8A3BBC-205F-6B9D-3D35-8592D1139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1125" y="2288031"/>
            <a:ext cx="253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D8B5883E-B4DF-AE30-039B-4B466CDCD36A}"/>
              </a:ext>
            </a:extLst>
          </p:cNvPr>
          <p:cNvSpPr/>
          <p:nvPr/>
        </p:nvSpPr>
        <p:spPr>
          <a:xfrm flipV="1">
            <a:off x="7977600" y="2379306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0" name="Line 27">
            <a:extLst>
              <a:ext uri="{FF2B5EF4-FFF2-40B4-BE49-F238E27FC236}">
                <a16:creationId xmlns:a16="http://schemas.microsoft.com/office/drawing/2014/main" id="{6F9594FB-FE2B-A7B5-434D-9A9D7C830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8650" y="2845400"/>
            <a:ext cx="35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02" name="Line 27">
            <a:extLst>
              <a:ext uri="{FF2B5EF4-FFF2-40B4-BE49-F238E27FC236}">
                <a16:creationId xmlns:a16="http://schemas.microsoft.com/office/drawing/2014/main" id="{3939D4CA-E222-FAB0-E453-8F99757EC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3386" y="3144903"/>
            <a:ext cx="129370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Line 27">
            <a:extLst>
              <a:ext uri="{FF2B5EF4-FFF2-40B4-BE49-F238E27FC236}">
                <a16:creationId xmlns:a16="http://schemas.microsoft.com/office/drawing/2014/main" id="{651C77FE-33E6-8DE3-8780-455CCA2BD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1125" y="2995393"/>
            <a:ext cx="253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流程图: 延期 106">
            <a:extLst>
              <a:ext uri="{FF2B5EF4-FFF2-40B4-BE49-F238E27FC236}">
                <a16:creationId xmlns:a16="http://schemas.microsoft.com/office/drawing/2014/main" id="{9108BC04-A7EC-9019-E7ED-860AD35D5103}"/>
              </a:ext>
            </a:extLst>
          </p:cNvPr>
          <p:cNvSpPr/>
          <p:nvPr/>
        </p:nvSpPr>
        <p:spPr>
          <a:xfrm>
            <a:off x="8107088" y="2013538"/>
            <a:ext cx="534241" cy="548639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08" name="流程图: 延期 107">
            <a:extLst>
              <a:ext uri="{FF2B5EF4-FFF2-40B4-BE49-F238E27FC236}">
                <a16:creationId xmlns:a16="http://schemas.microsoft.com/office/drawing/2014/main" id="{39E0B8E0-4FBA-3CCF-3571-67E4523F5937}"/>
              </a:ext>
            </a:extLst>
          </p:cNvPr>
          <p:cNvSpPr/>
          <p:nvPr/>
        </p:nvSpPr>
        <p:spPr>
          <a:xfrm>
            <a:off x="8107088" y="2724433"/>
            <a:ext cx="534241" cy="548639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11" name="Line 27">
            <a:extLst>
              <a:ext uri="{FF2B5EF4-FFF2-40B4-BE49-F238E27FC236}">
                <a16:creationId xmlns:a16="http://schemas.microsoft.com/office/drawing/2014/main" id="{123C81DE-6A73-3E8E-3FB2-C6B25D70FC0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738347" y="2593265"/>
            <a:ext cx="20206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Arc 158">
            <a:extLst>
              <a:ext uri="{FF2B5EF4-FFF2-40B4-BE49-F238E27FC236}">
                <a16:creationId xmlns:a16="http://schemas.microsoft.com/office/drawing/2014/main" id="{B5509B60-2FD9-913E-5D58-DD55285060BE}"/>
              </a:ext>
            </a:extLst>
          </p:cNvPr>
          <p:cNvSpPr>
            <a:spLocks/>
          </p:cNvSpPr>
          <p:nvPr/>
        </p:nvSpPr>
        <p:spPr bwMode="auto">
          <a:xfrm rot="5400000">
            <a:off x="8488582" y="2219109"/>
            <a:ext cx="540228" cy="842290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6" name="Line 160">
            <a:extLst>
              <a:ext uri="{FF2B5EF4-FFF2-40B4-BE49-F238E27FC236}">
                <a16:creationId xmlns:a16="http://schemas.microsoft.com/office/drawing/2014/main" id="{166A8673-1940-BBE2-D501-78F179799C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6583" y="2367239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7" name="Line 160">
            <a:extLst>
              <a:ext uri="{FF2B5EF4-FFF2-40B4-BE49-F238E27FC236}">
                <a16:creationId xmlns:a16="http://schemas.microsoft.com/office/drawing/2014/main" id="{E0987514-1655-4D13-2CE9-B6E8E7D1EB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6583" y="2910369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8" name="Arc 156">
            <a:extLst>
              <a:ext uri="{FF2B5EF4-FFF2-40B4-BE49-F238E27FC236}">
                <a16:creationId xmlns:a16="http://schemas.microsoft.com/office/drawing/2014/main" id="{96661BA3-3DDA-86D0-91D7-6130C3A9F024}"/>
              </a:ext>
            </a:extLst>
          </p:cNvPr>
          <p:cNvSpPr>
            <a:spLocks/>
          </p:cNvSpPr>
          <p:nvPr/>
        </p:nvSpPr>
        <p:spPr bwMode="auto">
          <a:xfrm flipV="1">
            <a:off x="9297354" y="2388490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9" name="Line 27">
            <a:extLst>
              <a:ext uri="{FF2B5EF4-FFF2-40B4-BE49-F238E27FC236}">
                <a16:creationId xmlns:a16="http://schemas.microsoft.com/office/drawing/2014/main" id="{EE24A1A5-4725-4E4A-8CD4-736E82C2E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8855" y="2488834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20" name="Line 27">
            <a:extLst>
              <a:ext uri="{FF2B5EF4-FFF2-40B4-BE49-F238E27FC236}">
                <a16:creationId xmlns:a16="http://schemas.microsoft.com/office/drawing/2014/main" id="{E854A311-B0D0-7C6E-1C0D-94BC1864C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8855" y="2788337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Line 27">
            <a:extLst>
              <a:ext uri="{FF2B5EF4-FFF2-40B4-BE49-F238E27FC236}">
                <a16:creationId xmlns:a16="http://schemas.microsoft.com/office/drawing/2014/main" id="{E2C7C946-6D22-0AC0-3621-CA72F3F11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6825" y="2638827"/>
            <a:ext cx="4783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Arc 156">
            <a:extLst>
              <a:ext uri="{FF2B5EF4-FFF2-40B4-BE49-F238E27FC236}">
                <a16:creationId xmlns:a16="http://schemas.microsoft.com/office/drawing/2014/main" id="{04C6CFD2-B008-484A-7E03-F01FD1855EE0}"/>
              </a:ext>
            </a:extLst>
          </p:cNvPr>
          <p:cNvSpPr>
            <a:spLocks/>
          </p:cNvSpPr>
          <p:nvPr/>
        </p:nvSpPr>
        <p:spPr bwMode="auto">
          <a:xfrm>
            <a:off x="9295663" y="2367224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3" name="Line 27">
            <a:extLst>
              <a:ext uri="{FF2B5EF4-FFF2-40B4-BE49-F238E27FC236}">
                <a16:creationId xmlns:a16="http://schemas.microsoft.com/office/drawing/2014/main" id="{25D5BDC9-1654-34CC-7E04-1D9A4218C62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788453" y="2388433"/>
            <a:ext cx="20080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Line 27">
            <a:extLst>
              <a:ext uri="{FF2B5EF4-FFF2-40B4-BE49-F238E27FC236}">
                <a16:creationId xmlns:a16="http://schemas.microsoft.com/office/drawing/2014/main" id="{865A3EC3-9870-E3EE-4115-700916FE7E1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780858" y="2890322"/>
            <a:ext cx="214278" cy="166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679D6B6E-E0FE-BDD9-9D80-21E6E2921046}"/>
              </a:ext>
            </a:extLst>
          </p:cNvPr>
          <p:cNvSpPr/>
          <p:nvPr/>
        </p:nvSpPr>
        <p:spPr>
          <a:xfrm flipV="1">
            <a:off x="9688851" y="2580758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26" name="Line 27">
            <a:extLst>
              <a:ext uri="{FF2B5EF4-FFF2-40B4-BE49-F238E27FC236}">
                <a16:creationId xmlns:a16="http://schemas.microsoft.com/office/drawing/2014/main" id="{E1CF48CE-9B5A-EBA1-9EB1-F4ED126E86B0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773980" y="1976501"/>
            <a:ext cx="33107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" name="Line 27">
            <a:extLst>
              <a:ext uri="{FF2B5EF4-FFF2-40B4-BE49-F238E27FC236}">
                <a16:creationId xmlns:a16="http://schemas.microsoft.com/office/drawing/2014/main" id="{7999F304-8CB0-E6E4-9C68-A0BD0CF4F0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866" y="1810966"/>
            <a:ext cx="309111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2DDD6EEB-92E0-1D5A-0696-169166B1D394}"/>
              </a:ext>
            </a:extLst>
          </p:cNvPr>
          <p:cNvSpPr/>
          <p:nvPr/>
        </p:nvSpPr>
        <p:spPr>
          <a:xfrm>
            <a:off x="10212639" y="2379977"/>
            <a:ext cx="637307" cy="9477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Line 27">
            <a:extLst>
              <a:ext uri="{FF2B5EF4-FFF2-40B4-BE49-F238E27FC236}">
                <a16:creationId xmlns:a16="http://schemas.microsoft.com/office/drawing/2014/main" id="{1075C4A3-ADAD-B259-AA80-761A75FB1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77036" y="3096869"/>
            <a:ext cx="33560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BCEE8FD9-3A34-CED1-515E-4889B31A4251}"/>
                  </a:ext>
                </a:extLst>
              </p:cNvPr>
              <p:cNvSpPr txBox="1"/>
              <p:nvPr/>
            </p:nvSpPr>
            <p:spPr>
              <a:xfrm>
                <a:off x="10263760" y="2385494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BCEE8FD9-3A34-CED1-515E-4889B31A4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760" y="2385494"/>
                <a:ext cx="448351" cy="461665"/>
              </a:xfrm>
              <a:prstGeom prst="rect">
                <a:avLst/>
              </a:prstGeom>
              <a:blipFill>
                <a:blip r:embed="rId21"/>
                <a:stretch>
                  <a:fillRect l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等腰三角形 133">
            <a:extLst>
              <a:ext uri="{FF2B5EF4-FFF2-40B4-BE49-F238E27FC236}">
                <a16:creationId xmlns:a16="http://schemas.microsoft.com/office/drawing/2014/main" id="{7FE0E56B-D012-0595-7AA3-E83B09CDCF86}"/>
              </a:ext>
            </a:extLst>
          </p:cNvPr>
          <p:cNvSpPr/>
          <p:nvPr/>
        </p:nvSpPr>
        <p:spPr>
          <a:xfrm rot="5400000">
            <a:off x="10174218" y="3048911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Line 27">
            <a:extLst>
              <a:ext uri="{FF2B5EF4-FFF2-40B4-BE49-F238E27FC236}">
                <a16:creationId xmlns:a16="http://schemas.microsoft.com/office/drawing/2014/main" id="{3A7C56C5-8CC3-98FD-A111-769AC8253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49946" y="2638827"/>
            <a:ext cx="41482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" name="Line 27">
            <a:extLst>
              <a:ext uri="{FF2B5EF4-FFF2-40B4-BE49-F238E27FC236}">
                <a16:creationId xmlns:a16="http://schemas.microsoft.com/office/drawing/2014/main" id="{3E0A9B2C-FCE2-3C6E-05BA-619D314044FC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591958" y="2224899"/>
            <a:ext cx="82786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DF0D9883-0018-9C9D-53C3-E17A8E7C42AC}"/>
              </a:ext>
            </a:extLst>
          </p:cNvPr>
          <p:cNvSpPr/>
          <p:nvPr/>
        </p:nvSpPr>
        <p:spPr>
          <a:xfrm flipV="1">
            <a:off x="10958400" y="2591095"/>
            <a:ext cx="94100" cy="93600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3428FD38-A257-D173-598F-49FF62FF2386}"/>
              </a:ext>
            </a:extLst>
          </p:cNvPr>
          <p:cNvSpPr/>
          <p:nvPr/>
        </p:nvSpPr>
        <p:spPr>
          <a:xfrm flipV="1">
            <a:off x="7700946" y="2388558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39" name="Line 27">
            <a:extLst>
              <a:ext uri="{FF2B5EF4-FFF2-40B4-BE49-F238E27FC236}">
                <a16:creationId xmlns:a16="http://schemas.microsoft.com/office/drawing/2014/main" id="{A27B4B17-072D-2BBD-C088-541FDCC81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3386" y="1582960"/>
            <a:ext cx="94805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40" name="等腰三角形 139">
            <a:extLst>
              <a:ext uri="{FF2B5EF4-FFF2-40B4-BE49-F238E27FC236}">
                <a16:creationId xmlns:a16="http://schemas.microsoft.com/office/drawing/2014/main" id="{4DA04CC4-4A70-8F87-2E1B-ADE0E57B72FB}"/>
              </a:ext>
            </a:extLst>
          </p:cNvPr>
          <p:cNvSpPr/>
          <p:nvPr/>
        </p:nvSpPr>
        <p:spPr>
          <a:xfrm rot="5400000">
            <a:off x="7041799" y="1372392"/>
            <a:ext cx="515182" cy="421137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85FC7DC7-1559-2289-44D5-0B9F7478D730}"/>
              </a:ext>
            </a:extLst>
          </p:cNvPr>
          <p:cNvSpPr/>
          <p:nvPr/>
        </p:nvSpPr>
        <p:spPr>
          <a:xfrm flipV="1">
            <a:off x="7511842" y="1524284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97888291-861D-B125-DB0A-DE51466F06D7}"/>
              </a:ext>
            </a:extLst>
          </p:cNvPr>
          <p:cNvSpPr/>
          <p:nvPr/>
        </p:nvSpPr>
        <p:spPr>
          <a:xfrm flipV="1">
            <a:off x="7701254" y="2797779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43" name="Line 27">
            <a:extLst>
              <a:ext uri="{FF2B5EF4-FFF2-40B4-BE49-F238E27FC236}">
                <a16:creationId xmlns:a16="http://schemas.microsoft.com/office/drawing/2014/main" id="{2A20478A-2C82-D38B-2B3D-04491A1AA2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305" y="4725318"/>
            <a:ext cx="17921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44" name="Line 27">
            <a:extLst>
              <a:ext uri="{FF2B5EF4-FFF2-40B4-BE49-F238E27FC236}">
                <a16:creationId xmlns:a16="http://schemas.microsoft.com/office/drawing/2014/main" id="{938D3637-8433-6C7F-217B-1BD3E7C64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8087" y="5024821"/>
            <a:ext cx="35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5331B391-90F9-A555-7479-172E7B799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0562" y="4875311"/>
            <a:ext cx="253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D726B6B8-2611-6D4D-32BA-CDF3F9AA90CB}"/>
              </a:ext>
            </a:extLst>
          </p:cNvPr>
          <p:cNvSpPr/>
          <p:nvPr/>
        </p:nvSpPr>
        <p:spPr>
          <a:xfrm flipV="1">
            <a:off x="7977600" y="4967854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47" name="Line 27">
            <a:extLst>
              <a:ext uri="{FF2B5EF4-FFF2-40B4-BE49-F238E27FC236}">
                <a16:creationId xmlns:a16="http://schemas.microsoft.com/office/drawing/2014/main" id="{2A8FA632-7493-B817-A02F-84E4F266F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8087" y="5432680"/>
            <a:ext cx="3584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48" name="Line 27">
            <a:extLst>
              <a:ext uri="{FF2B5EF4-FFF2-40B4-BE49-F238E27FC236}">
                <a16:creationId xmlns:a16="http://schemas.microsoft.com/office/drawing/2014/main" id="{69F3F854-D46B-0CD5-693F-1808DA4E8A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2823" y="5732183"/>
            <a:ext cx="129370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9" name="Line 27">
            <a:extLst>
              <a:ext uri="{FF2B5EF4-FFF2-40B4-BE49-F238E27FC236}">
                <a16:creationId xmlns:a16="http://schemas.microsoft.com/office/drawing/2014/main" id="{064A52A0-B2D5-12AA-2497-BA37B0DFF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0562" y="5582673"/>
            <a:ext cx="2532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" name="流程图: 延期 149">
            <a:extLst>
              <a:ext uri="{FF2B5EF4-FFF2-40B4-BE49-F238E27FC236}">
                <a16:creationId xmlns:a16="http://schemas.microsoft.com/office/drawing/2014/main" id="{1DABC6D0-0E29-A8D4-3986-802AC0AE69C8}"/>
              </a:ext>
            </a:extLst>
          </p:cNvPr>
          <p:cNvSpPr/>
          <p:nvPr/>
        </p:nvSpPr>
        <p:spPr>
          <a:xfrm>
            <a:off x="8106525" y="4600818"/>
            <a:ext cx="534241" cy="548639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1" name="流程图: 延期 150">
            <a:extLst>
              <a:ext uri="{FF2B5EF4-FFF2-40B4-BE49-F238E27FC236}">
                <a16:creationId xmlns:a16="http://schemas.microsoft.com/office/drawing/2014/main" id="{45125D97-4E8D-1E6F-B704-4579B992849D}"/>
              </a:ext>
            </a:extLst>
          </p:cNvPr>
          <p:cNvSpPr/>
          <p:nvPr/>
        </p:nvSpPr>
        <p:spPr>
          <a:xfrm>
            <a:off x="8106525" y="5311713"/>
            <a:ext cx="534241" cy="548639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52" name="Line 27">
            <a:extLst>
              <a:ext uri="{FF2B5EF4-FFF2-40B4-BE49-F238E27FC236}">
                <a16:creationId xmlns:a16="http://schemas.microsoft.com/office/drawing/2014/main" id="{188B1BD8-FCE2-ADFA-1F36-FBC5569E152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737784" y="5180545"/>
            <a:ext cx="20206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" name="Arc 158">
            <a:extLst>
              <a:ext uri="{FF2B5EF4-FFF2-40B4-BE49-F238E27FC236}">
                <a16:creationId xmlns:a16="http://schemas.microsoft.com/office/drawing/2014/main" id="{A80B2507-03A9-2C18-D67F-37A9B678C333}"/>
              </a:ext>
            </a:extLst>
          </p:cNvPr>
          <p:cNvSpPr>
            <a:spLocks/>
          </p:cNvSpPr>
          <p:nvPr/>
        </p:nvSpPr>
        <p:spPr bwMode="auto">
          <a:xfrm rot="5400000">
            <a:off x="8488019" y="4806389"/>
            <a:ext cx="540228" cy="842290"/>
          </a:xfrm>
          <a:custGeom>
            <a:avLst/>
            <a:gdLst>
              <a:gd name="T0" fmla="*/ 0 w 21674"/>
              <a:gd name="T1" fmla="*/ 0 h 21600"/>
              <a:gd name="T2" fmla="*/ 0 w 21674"/>
              <a:gd name="T3" fmla="*/ 0 h 21600"/>
              <a:gd name="T4" fmla="*/ 0 w 21674"/>
              <a:gd name="T5" fmla="*/ 0 h 21600"/>
              <a:gd name="T6" fmla="*/ 0 60000 65536"/>
              <a:gd name="T7" fmla="*/ 0 60000 65536"/>
              <a:gd name="T8" fmla="*/ 0 60000 65536"/>
              <a:gd name="T9" fmla="*/ 0 w 21674"/>
              <a:gd name="T10" fmla="*/ 0 h 21600"/>
              <a:gd name="T11" fmla="*/ 21674 w 216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74" h="21600" fill="none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</a:path>
              <a:path w="21674" h="21600" stroke="0" extrusionOk="0">
                <a:moveTo>
                  <a:pt x="-1" y="2923"/>
                </a:moveTo>
                <a:cubicBezTo>
                  <a:pt x="3295" y="1008"/>
                  <a:pt x="7040" y="-1"/>
                  <a:pt x="10852" y="0"/>
                </a:cubicBezTo>
                <a:cubicBezTo>
                  <a:pt x="14652" y="0"/>
                  <a:pt x="18385" y="1002"/>
                  <a:pt x="21674" y="2906"/>
                </a:cubicBezTo>
                <a:lnTo>
                  <a:pt x="10852" y="21600"/>
                </a:lnTo>
                <a:lnTo>
                  <a:pt x="-1" y="292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4" name="Line 160">
            <a:extLst>
              <a:ext uri="{FF2B5EF4-FFF2-40B4-BE49-F238E27FC236}">
                <a16:creationId xmlns:a16="http://schemas.microsoft.com/office/drawing/2014/main" id="{1CBC4835-5B71-916D-C5DB-60BBAA76F3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6020" y="4954519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5" name="Line 160">
            <a:extLst>
              <a:ext uri="{FF2B5EF4-FFF2-40B4-BE49-F238E27FC236}">
                <a16:creationId xmlns:a16="http://schemas.microsoft.com/office/drawing/2014/main" id="{FADB5D71-C424-59C6-E414-CA3A6F30D1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56020" y="5497649"/>
            <a:ext cx="2595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6" name="Arc 156">
            <a:extLst>
              <a:ext uri="{FF2B5EF4-FFF2-40B4-BE49-F238E27FC236}">
                <a16:creationId xmlns:a16="http://schemas.microsoft.com/office/drawing/2014/main" id="{3F128073-C13D-B974-7EC8-2BC2E036CD9D}"/>
              </a:ext>
            </a:extLst>
          </p:cNvPr>
          <p:cNvSpPr>
            <a:spLocks/>
          </p:cNvSpPr>
          <p:nvPr/>
        </p:nvSpPr>
        <p:spPr bwMode="auto">
          <a:xfrm flipV="1">
            <a:off x="9296791" y="4975770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7" name="Line 27">
            <a:extLst>
              <a:ext uri="{FF2B5EF4-FFF2-40B4-BE49-F238E27FC236}">
                <a16:creationId xmlns:a16="http://schemas.microsoft.com/office/drawing/2014/main" id="{651A750D-F12E-473A-7A92-AC7656F4F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8292" y="5076114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58" name="Line 27">
            <a:extLst>
              <a:ext uri="{FF2B5EF4-FFF2-40B4-BE49-F238E27FC236}">
                <a16:creationId xmlns:a16="http://schemas.microsoft.com/office/drawing/2014/main" id="{F39141AC-2DEF-0070-E190-796285FF8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8292" y="5375617"/>
            <a:ext cx="25393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" name="Line 27">
            <a:extLst>
              <a:ext uri="{FF2B5EF4-FFF2-40B4-BE49-F238E27FC236}">
                <a16:creationId xmlns:a16="http://schemas.microsoft.com/office/drawing/2014/main" id="{B481B713-9848-84A0-5A96-40FCA28D1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6262" y="5226107"/>
            <a:ext cx="4783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" name="Arc 156">
            <a:extLst>
              <a:ext uri="{FF2B5EF4-FFF2-40B4-BE49-F238E27FC236}">
                <a16:creationId xmlns:a16="http://schemas.microsoft.com/office/drawing/2014/main" id="{5855820E-DDDB-3327-AED0-2A2B5227FD52}"/>
              </a:ext>
            </a:extLst>
          </p:cNvPr>
          <p:cNvSpPr>
            <a:spLocks/>
          </p:cNvSpPr>
          <p:nvPr/>
        </p:nvSpPr>
        <p:spPr bwMode="auto">
          <a:xfrm>
            <a:off x="9295100" y="4954504"/>
            <a:ext cx="391762" cy="521879"/>
          </a:xfrm>
          <a:custGeom>
            <a:avLst/>
            <a:gdLst>
              <a:gd name="T0" fmla="*/ 0 w 19012"/>
              <a:gd name="T1" fmla="*/ 0 h 21600"/>
              <a:gd name="T2" fmla="*/ 0 w 19012"/>
              <a:gd name="T3" fmla="*/ 0 h 21600"/>
              <a:gd name="T4" fmla="*/ 0 w 19012"/>
              <a:gd name="T5" fmla="*/ 0 h 21600"/>
              <a:gd name="T6" fmla="*/ 0 60000 65536"/>
              <a:gd name="T7" fmla="*/ 0 60000 65536"/>
              <a:gd name="T8" fmla="*/ 0 60000 65536"/>
              <a:gd name="T9" fmla="*/ 0 w 19012"/>
              <a:gd name="T10" fmla="*/ 0 h 21600"/>
              <a:gd name="T11" fmla="*/ 19012 w 190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12" h="21600" fill="none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</a:path>
              <a:path w="19012" h="21600" stroke="0" extrusionOk="0">
                <a:moveTo>
                  <a:pt x="-1" y="0"/>
                </a:moveTo>
                <a:cubicBezTo>
                  <a:pt x="7941" y="0"/>
                  <a:pt x="15242" y="4357"/>
                  <a:pt x="19012" y="11347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1" name="Line 27">
            <a:extLst>
              <a:ext uri="{FF2B5EF4-FFF2-40B4-BE49-F238E27FC236}">
                <a16:creationId xmlns:a16="http://schemas.microsoft.com/office/drawing/2014/main" id="{29E479A8-D625-7113-0D4E-DAA8C888EBA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787890" y="4975713"/>
            <a:ext cx="20080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" name="Line 27">
            <a:extLst>
              <a:ext uri="{FF2B5EF4-FFF2-40B4-BE49-F238E27FC236}">
                <a16:creationId xmlns:a16="http://schemas.microsoft.com/office/drawing/2014/main" id="{9250D9D0-9E15-0C2D-F35D-BDBB9C671DC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784614" y="5474948"/>
            <a:ext cx="20730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F9FD8D2E-C362-3356-220D-D7163C1A9072}"/>
              </a:ext>
            </a:extLst>
          </p:cNvPr>
          <p:cNvSpPr/>
          <p:nvPr/>
        </p:nvSpPr>
        <p:spPr>
          <a:xfrm flipV="1">
            <a:off x="9688288" y="5168038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64" name="Line 27">
            <a:extLst>
              <a:ext uri="{FF2B5EF4-FFF2-40B4-BE49-F238E27FC236}">
                <a16:creationId xmlns:a16="http://schemas.microsoft.com/office/drawing/2014/main" id="{9AEB0325-C429-CBA7-BC35-CEBC411B48A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773417" y="4563781"/>
            <a:ext cx="33107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" name="Line 27">
            <a:extLst>
              <a:ext uri="{FF2B5EF4-FFF2-40B4-BE49-F238E27FC236}">
                <a16:creationId xmlns:a16="http://schemas.microsoft.com/office/drawing/2014/main" id="{A2ED43C1-2BCC-A97E-7C24-8A2D539CA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7303" y="4398246"/>
            <a:ext cx="307728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F1F42BE6-E612-42EC-E85B-527F2C7C2092}"/>
              </a:ext>
            </a:extLst>
          </p:cNvPr>
          <p:cNvSpPr/>
          <p:nvPr/>
        </p:nvSpPr>
        <p:spPr>
          <a:xfrm>
            <a:off x="10212076" y="4967257"/>
            <a:ext cx="637307" cy="9477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Line 27">
            <a:extLst>
              <a:ext uri="{FF2B5EF4-FFF2-40B4-BE49-F238E27FC236}">
                <a16:creationId xmlns:a16="http://schemas.microsoft.com/office/drawing/2014/main" id="{3EC77E7B-AD02-68B6-7B82-CB7DD2BDED1D}"/>
              </a:ext>
            </a:extLst>
          </p:cNvPr>
          <p:cNvSpPr>
            <a:spLocks noChangeShapeType="1"/>
          </p:cNvSpPr>
          <p:nvPr/>
        </p:nvSpPr>
        <p:spPr bwMode="auto">
          <a:xfrm>
            <a:off x="9877037" y="5684149"/>
            <a:ext cx="3350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CA8E47F9-7559-46F9-083F-3169311F7BEF}"/>
                  </a:ext>
                </a:extLst>
              </p:cNvPr>
              <p:cNvSpPr txBox="1"/>
              <p:nvPr/>
            </p:nvSpPr>
            <p:spPr>
              <a:xfrm>
                <a:off x="10263197" y="4972774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CA8E47F9-7559-46F9-083F-3169311F7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3197" y="4972774"/>
                <a:ext cx="448351" cy="461665"/>
              </a:xfrm>
              <a:prstGeom prst="rect">
                <a:avLst/>
              </a:prstGeom>
              <a:blipFill>
                <a:blip r:embed="rId22"/>
                <a:stretch>
                  <a:fillRect l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等腰三角形 168">
            <a:extLst>
              <a:ext uri="{FF2B5EF4-FFF2-40B4-BE49-F238E27FC236}">
                <a16:creationId xmlns:a16="http://schemas.microsoft.com/office/drawing/2014/main" id="{4E59D19C-8E51-EC1E-0701-E13DAF0315D8}"/>
              </a:ext>
            </a:extLst>
          </p:cNvPr>
          <p:cNvSpPr/>
          <p:nvPr/>
        </p:nvSpPr>
        <p:spPr>
          <a:xfrm rot="5400000">
            <a:off x="10173655" y="5636191"/>
            <a:ext cx="174212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Line 27">
            <a:extLst>
              <a:ext uri="{FF2B5EF4-FFF2-40B4-BE49-F238E27FC236}">
                <a16:creationId xmlns:a16="http://schemas.microsoft.com/office/drawing/2014/main" id="{69C8B3A5-05A4-C1D4-AD8C-04FC83CAE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49383" y="5226107"/>
            <a:ext cx="41482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" name="Line 27">
            <a:extLst>
              <a:ext uri="{FF2B5EF4-FFF2-40B4-BE49-F238E27FC236}">
                <a16:creationId xmlns:a16="http://schemas.microsoft.com/office/drawing/2014/main" id="{FC2DC763-1433-B98F-EA1A-1A5DD9E1AEB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0591158" y="4812179"/>
            <a:ext cx="82786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0FC264E5-F5A9-4C7F-87A5-74E0889F6B59}"/>
              </a:ext>
            </a:extLst>
          </p:cNvPr>
          <p:cNvSpPr/>
          <p:nvPr/>
        </p:nvSpPr>
        <p:spPr>
          <a:xfrm flipV="1">
            <a:off x="10958400" y="5178375"/>
            <a:ext cx="94100" cy="93600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D6979BCE-E6A9-886A-26F5-42E2DEACFCBF}"/>
              </a:ext>
            </a:extLst>
          </p:cNvPr>
          <p:cNvSpPr/>
          <p:nvPr/>
        </p:nvSpPr>
        <p:spPr>
          <a:xfrm flipV="1">
            <a:off x="7700383" y="4975838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34CC9D5F-064E-8A24-62D3-DD7739563FB3}"/>
              </a:ext>
            </a:extLst>
          </p:cNvPr>
          <p:cNvSpPr/>
          <p:nvPr/>
        </p:nvSpPr>
        <p:spPr>
          <a:xfrm flipV="1">
            <a:off x="7700691" y="5385059"/>
            <a:ext cx="94100" cy="98317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75" name="Line 27">
            <a:extLst>
              <a:ext uri="{FF2B5EF4-FFF2-40B4-BE49-F238E27FC236}">
                <a16:creationId xmlns:a16="http://schemas.microsoft.com/office/drawing/2014/main" id="{8C11EC53-8600-E888-8E89-18EA8913715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652561" y="2349651"/>
            <a:ext cx="24632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145FD44B-2F1A-FFE1-A821-E6957C5A0FD9}"/>
              </a:ext>
            </a:extLst>
          </p:cNvPr>
          <p:cNvSpPr/>
          <p:nvPr/>
        </p:nvSpPr>
        <p:spPr>
          <a:xfrm flipV="1">
            <a:off x="10080000" y="5169600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F1DC8EBF-896D-2259-752C-364DF0EDB594}"/>
              </a:ext>
            </a:extLst>
          </p:cNvPr>
          <p:cNvSpPr/>
          <p:nvPr/>
        </p:nvSpPr>
        <p:spPr>
          <a:xfrm flipV="1">
            <a:off x="10080000" y="5625741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897E2730-1EFA-1750-BEB7-03B6E0B33F36}"/>
              </a:ext>
            </a:extLst>
          </p:cNvPr>
          <p:cNvSpPr/>
          <p:nvPr/>
        </p:nvSpPr>
        <p:spPr>
          <a:xfrm flipV="1">
            <a:off x="10080000" y="3039086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01EBCAC2-3226-6C03-951F-EAAC1009B511}"/>
              </a:ext>
            </a:extLst>
          </p:cNvPr>
          <p:cNvSpPr/>
          <p:nvPr/>
        </p:nvSpPr>
        <p:spPr>
          <a:xfrm flipV="1">
            <a:off x="10080000" y="2582148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48CF62D7-BEFA-F463-B3FD-2981E12F826F}"/>
              </a:ext>
            </a:extLst>
          </p:cNvPr>
          <p:cNvSpPr/>
          <p:nvPr/>
        </p:nvSpPr>
        <p:spPr>
          <a:xfrm flipV="1">
            <a:off x="9836510" y="3049366"/>
            <a:ext cx="94100" cy="93600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81" name="Line 27">
            <a:extLst>
              <a:ext uri="{FF2B5EF4-FFF2-40B4-BE49-F238E27FC236}">
                <a16:creationId xmlns:a16="http://schemas.microsoft.com/office/drawing/2014/main" id="{DB2EEFCC-E9D2-1076-4AF4-1E24B60B841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126781" y="4927812"/>
            <a:ext cx="151514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" name="Line 27">
            <a:extLst>
              <a:ext uri="{FF2B5EF4-FFF2-40B4-BE49-F238E27FC236}">
                <a16:creationId xmlns:a16="http://schemas.microsoft.com/office/drawing/2014/main" id="{53F5BD29-771D-4F89-3511-69DDF6E05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2823" y="1130097"/>
            <a:ext cx="307930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83" name="等腰三角形 182">
            <a:extLst>
              <a:ext uri="{FF2B5EF4-FFF2-40B4-BE49-F238E27FC236}">
                <a16:creationId xmlns:a16="http://schemas.microsoft.com/office/drawing/2014/main" id="{3D348566-221B-3960-4A8A-DC034F71DFE7}"/>
              </a:ext>
            </a:extLst>
          </p:cNvPr>
          <p:cNvSpPr/>
          <p:nvPr/>
        </p:nvSpPr>
        <p:spPr>
          <a:xfrm rot="5400000">
            <a:off x="7701064" y="919529"/>
            <a:ext cx="515182" cy="421137"/>
          </a:xfrm>
          <a:prstGeom prst="triangle">
            <a:avLst/>
          </a:prstGeom>
          <a:solidFill>
            <a:schemeClr val="bg1"/>
          </a:solidFill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78033FCA-92BA-E37A-D453-54FDF2D9D7F6}"/>
              </a:ext>
            </a:extLst>
          </p:cNvPr>
          <p:cNvSpPr/>
          <p:nvPr/>
        </p:nvSpPr>
        <p:spPr>
          <a:xfrm flipV="1">
            <a:off x="8171107" y="1072689"/>
            <a:ext cx="116087" cy="115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FF7A7767-3544-DA63-23D4-61A6E5AF4BB9}"/>
                  </a:ext>
                </a:extLst>
              </p:cNvPr>
              <p:cNvSpPr txBox="1"/>
              <p:nvPr/>
            </p:nvSpPr>
            <p:spPr>
              <a:xfrm>
                <a:off x="7564186" y="3636281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FF7A7767-3544-DA63-23D4-61A6E5AF4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186" y="3636281"/>
                <a:ext cx="458075" cy="46243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EF43767B-C600-72A4-AF9A-E28C0C24E9AF}"/>
                  </a:ext>
                </a:extLst>
              </p:cNvPr>
              <p:cNvSpPr txBox="1"/>
              <p:nvPr/>
            </p:nvSpPr>
            <p:spPr>
              <a:xfrm>
                <a:off x="8684714" y="3633309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EF43767B-C600-72A4-AF9A-E28C0C24E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714" y="3633309"/>
                <a:ext cx="458075" cy="4624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4F5113BE-ADAD-72F1-33DA-6CEF8AEB6537}"/>
                  </a:ext>
                </a:extLst>
              </p:cNvPr>
              <p:cNvSpPr txBox="1"/>
              <p:nvPr/>
            </p:nvSpPr>
            <p:spPr>
              <a:xfrm>
                <a:off x="6449059" y="3633309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4F5113BE-ADAD-72F1-33DA-6CEF8AEB6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059" y="3633309"/>
                <a:ext cx="458075" cy="46243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F58B5649-01C4-A625-C3AE-F8643DD4F556}"/>
                  </a:ext>
                </a:extLst>
              </p:cNvPr>
              <p:cNvSpPr txBox="1"/>
              <p:nvPr/>
            </p:nvSpPr>
            <p:spPr>
              <a:xfrm>
                <a:off x="9697051" y="3627728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F58B5649-01C4-A625-C3AE-F8643DD4F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051" y="3627728"/>
                <a:ext cx="458075" cy="4624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6F6738ED-93EE-5E33-1F7F-B81BCE247241}"/>
                  </a:ext>
                </a:extLst>
              </p:cNvPr>
              <p:cNvSpPr txBox="1"/>
              <p:nvPr/>
            </p:nvSpPr>
            <p:spPr>
              <a:xfrm>
                <a:off x="11160484" y="3632851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6F6738ED-93EE-5E33-1F7F-B81BCE247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484" y="3632851"/>
                <a:ext cx="458075" cy="46243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5487EFAC-FCF1-88BC-3E8F-6B28C0FD7AA4}"/>
                  </a:ext>
                </a:extLst>
              </p:cNvPr>
              <p:cNvSpPr txBox="1"/>
              <p:nvPr/>
            </p:nvSpPr>
            <p:spPr>
              <a:xfrm>
                <a:off x="11313116" y="2388433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5487EFAC-FCF1-88BC-3E8F-6B28C0FD7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3116" y="2388433"/>
                <a:ext cx="458075" cy="462434"/>
              </a:xfrm>
              <a:prstGeom prst="rect">
                <a:avLst/>
              </a:prstGeom>
              <a:blipFill>
                <a:blip r:embed="rId28"/>
                <a:stretch>
                  <a:fillRect l="-26667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C673B06C-A609-0EDC-C5BF-509568C6E1A9}"/>
                  </a:ext>
                </a:extLst>
              </p:cNvPr>
              <p:cNvSpPr txBox="1"/>
              <p:nvPr/>
            </p:nvSpPr>
            <p:spPr>
              <a:xfrm>
                <a:off x="11314800" y="4967257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C673B06C-A609-0EDC-C5BF-509568C6E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4800" y="4967257"/>
                <a:ext cx="458075" cy="462434"/>
              </a:xfrm>
              <a:prstGeom prst="rect">
                <a:avLst/>
              </a:prstGeom>
              <a:blipFill>
                <a:blip r:embed="rId29"/>
                <a:stretch>
                  <a:fillRect l="-26667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FDCDD483-A000-5B49-5955-67D14B864D0C}"/>
                  </a:ext>
                </a:extLst>
              </p:cNvPr>
              <p:cNvSpPr txBox="1"/>
              <p:nvPr/>
            </p:nvSpPr>
            <p:spPr>
              <a:xfrm>
                <a:off x="6354748" y="904748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CP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FDCDD483-A000-5B49-5955-67D14B864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748" y="904748"/>
                <a:ext cx="458075" cy="462434"/>
              </a:xfrm>
              <a:prstGeom prst="rect">
                <a:avLst/>
              </a:prstGeom>
              <a:blipFill>
                <a:blip r:embed="rId30"/>
                <a:stretch>
                  <a:fillRect l="-19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C0CE94F5-5A23-CB66-207F-35E959C2E7B2}"/>
                  </a:ext>
                </a:extLst>
              </p:cNvPr>
              <p:cNvSpPr txBox="1"/>
              <p:nvPr/>
            </p:nvSpPr>
            <p:spPr>
              <a:xfrm>
                <a:off x="6348068" y="1384337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C0CE94F5-5A23-CB66-207F-35E959C2E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068" y="1384337"/>
                <a:ext cx="458075" cy="462434"/>
              </a:xfrm>
              <a:prstGeom prst="rect">
                <a:avLst/>
              </a:prstGeom>
              <a:blipFill>
                <a:blip r:embed="rId31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04BDF80D-325A-F32F-475A-34DE3B199357}"/>
                  </a:ext>
                </a:extLst>
              </p:cNvPr>
              <p:cNvSpPr txBox="1"/>
              <p:nvPr/>
            </p:nvSpPr>
            <p:spPr>
              <a:xfrm>
                <a:off x="6399817" y="2924988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04BDF80D-325A-F32F-475A-34DE3B199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817" y="2924988"/>
                <a:ext cx="458075" cy="462434"/>
              </a:xfrm>
              <a:prstGeom prst="rect">
                <a:avLst/>
              </a:prstGeom>
              <a:blipFill>
                <a:blip r:embed="rId32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2B47460B-D629-CC0B-F0F5-214D2566EF46}"/>
                  </a:ext>
                </a:extLst>
              </p:cNvPr>
              <p:cNvSpPr txBox="1"/>
              <p:nvPr/>
            </p:nvSpPr>
            <p:spPr>
              <a:xfrm>
                <a:off x="6400800" y="5515813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2B47460B-D629-CC0B-F0F5-214D2566E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5515813"/>
                <a:ext cx="458075" cy="462434"/>
              </a:xfrm>
              <a:prstGeom prst="rect">
                <a:avLst/>
              </a:prstGeom>
              <a:blipFill>
                <a:blip r:embed="rId33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327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7AF0A-8270-CC73-3C05-3C107CE46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E32B6-94CD-95F7-8213-D4DDA7B654B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课外知识 </a:t>
            </a:r>
            <a:r>
              <a:rPr lang="en-US" altLang="zh-CN" sz="3000" dirty="0"/>
              <a:t>—— </a:t>
            </a:r>
            <a:r>
              <a:rPr kumimoji="1" lang="zh-CN" altLang="en-US" sz="3000" dirty="0">
                <a:solidFill>
                  <a:srgbClr val="FFFF00"/>
                </a:solidFill>
              </a:rPr>
              <a:t>寄存器的数据传输</a:t>
            </a:r>
            <a:endParaRPr lang="zh-CN" altLang="en-US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8FACB10-E629-4438-2D68-E03027EA2BC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FBF9F02-2F51-9B81-04A1-C1C6E6707D0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A8A4E885-E582-8645-9B16-45CF7DC51A3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AD6A0F53-0AB0-1DB6-F51A-BB4BC38987A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74BC9430-84DD-76C4-293A-5F21E773ED2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9C76379-397E-33D5-6FE5-793387DC217B}"/>
                  </a:ext>
                </a:extLst>
              </p:cNvPr>
              <p:cNvSpPr txBox="1"/>
              <p:nvPr/>
            </p:nvSpPr>
            <p:spPr>
              <a:xfrm>
                <a:off x="360000" y="827999"/>
                <a:ext cx="7094111" cy="5260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基于多路数据选择器（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MUX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）的数据传输</a:t>
                </a:r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每个寄存器的数据输入处配置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MUX</a:t>
                </a: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每个寄存器的数据输出处连接到所有的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MUX</a:t>
                </a: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灵活实现多个数据同时传输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9C76379-397E-33D5-6FE5-793387DC2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7999"/>
                <a:ext cx="7094111" cy="5260158"/>
              </a:xfrm>
              <a:prstGeom prst="rect">
                <a:avLst/>
              </a:prstGeom>
              <a:blipFill>
                <a:blip r:embed="rId2"/>
                <a:stretch>
                  <a:fillRect l="-1718" t="-463" b="-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4780D387-1732-B6B0-5239-9750661164E0}"/>
              </a:ext>
            </a:extLst>
          </p:cNvPr>
          <p:cNvGrpSpPr/>
          <p:nvPr/>
        </p:nvGrpSpPr>
        <p:grpSpPr>
          <a:xfrm>
            <a:off x="8037799" y="720000"/>
            <a:ext cx="3396956" cy="5334552"/>
            <a:chOff x="8037799" y="720000"/>
            <a:chExt cx="3396956" cy="5334552"/>
          </a:xfrm>
        </p:grpSpPr>
        <p:sp>
          <p:nvSpPr>
            <p:cNvPr id="9" name="流程图: 手动操作 8">
              <a:extLst>
                <a:ext uri="{FF2B5EF4-FFF2-40B4-BE49-F238E27FC236}">
                  <a16:creationId xmlns:a16="http://schemas.microsoft.com/office/drawing/2014/main" id="{9E6B6202-7CF7-801E-0469-283FCF22F719}"/>
                </a:ext>
              </a:extLst>
            </p:cNvPr>
            <p:cNvSpPr/>
            <p:nvPr/>
          </p:nvSpPr>
          <p:spPr>
            <a:xfrm rot="16200000">
              <a:off x="9138054" y="1501496"/>
              <a:ext cx="1047402" cy="372625"/>
            </a:xfrm>
            <a:prstGeom prst="flowChartManualOpera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FF13D9B3-FEEA-8E9A-AFDD-D97E291D1186}"/>
                </a:ext>
              </a:extLst>
            </p:cNvPr>
            <p:cNvSpPr txBox="1"/>
            <p:nvPr/>
          </p:nvSpPr>
          <p:spPr>
            <a:xfrm>
              <a:off x="9406165" y="1256921"/>
              <a:ext cx="37262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</a:t>
              </a:r>
            </a:p>
            <a:p>
              <a:pPr algn="ctr">
                <a:spcAft>
                  <a:spcPts val="12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4CE44EA-F2CA-3123-4817-C6F9B9FA4E19}"/>
                </a:ext>
              </a:extLst>
            </p:cNvPr>
            <p:cNvCxnSpPr>
              <a:cxnSpLocks/>
              <a:stCxn id="138" idx="2"/>
              <a:endCxn id="17" idx="0"/>
            </p:cNvCxnSpPr>
            <p:nvPr/>
          </p:nvCxnSpPr>
          <p:spPr>
            <a:xfrm>
              <a:off x="11046712" y="1120110"/>
              <a:ext cx="1" cy="46495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B5DEA53A-A4E5-5230-D886-80DE9771ECF3}"/>
                    </a:ext>
                  </a:extLst>
                </p:cNvPr>
                <p:cNvSpPr/>
                <p:nvPr/>
              </p:nvSpPr>
              <p:spPr>
                <a:xfrm>
                  <a:off x="10658670" y="1585069"/>
                  <a:ext cx="776085" cy="869483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B5DEA53A-A4E5-5230-D886-80DE9771EC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8670" y="1585069"/>
                  <a:ext cx="776085" cy="86948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76815F7-D4ED-480D-58F0-3504C1F11507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9848068" y="1687809"/>
              <a:ext cx="81060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637626F-554A-60F3-3B83-B1102B0CE2AA}"/>
                </a:ext>
              </a:extLst>
            </p:cNvPr>
            <p:cNvCxnSpPr>
              <a:cxnSpLocks/>
            </p:cNvCxnSpPr>
            <p:nvPr/>
          </p:nvCxnSpPr>
          <p:spPr>
            <a:xfrm>
              <a:off x="8620927" y="2360395"/>
              <a:ext cx="20377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AFCA824-444A-B940-C857-62A43705D1B4}"/>
                </a:ext>
              </a:extLst>
            </p:cNvPr>
            <p:cNvCxnSpPr>
              <a:cxnSpLocks/>
            </p:cNvCxnSpPr>
            <p:nvPr/>
          </p:nvCxnSpPr>
          <p:spPr>
            <a:xfrm>
              <a:off x="8083519" y="1467374"/>
              <a:ext cx="140091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72ED226E-4F18-7CB4-4FFC-39B52F638FCC}"/>
                </a:ext>
              </a:extLst>
            </p:cNvPr>
            <p:cNvCxnSpPr>
              <a:cxnSpLocks/>
            </p:cNvCxnSpPr>
            <p:nvPr/>
          </p:nvCxnSpPr>
          <p:spPr>
            <a:xfrm>
              <a:off x="8359442" y="1908242"/>
              <a:ext cx="112498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F8B6B9C6-ED5E-A794-AC80-41C351C59C40}"/>
                    </a:ext>
                  </a:extLst>
                </p:cNvPr>
                <p:cNvSpPr txBox="1"/>
                <p:nvPr/>
              </p:nvSpPr>
              <p:spPr>
                <a:xfrm>
                  <a:off x="9443614" y="720574"/>
                  <a:ext cx="43628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F8B6B9C6-ED5E-A794-AC80-41C351C59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3614" y="720574"/>
                  <a:ext cx="436282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719DB57E-48A1-CBA8-AAEA-9E705FB23AF2}"/>
                </a:ext>
              </a:extLst>
            </p:cNvPr>
            <p:cNvCxnSpPr>
              <a:cxnSpLocks/>
              <a:stCxn id="130" idx="2"/>
            </p:cNvCxnSpPr>
            <p:nvPr/>
          </p:nvCxnSpPr>
          <p:spPr>
            <a:xfrm>
              <a:off x="9661755" y="1120684"/>
              <a:ext cx="1" cy="1481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EF0FA2B4-23A0-D7FD-D1C5-4892414FF680}"/>
                    </a:ext>
                  </a:extLst>
                </p:cNvPr>
                <p:cNvSpPr txBox="1"/>
                <p:nvPr/>
              </p:nvSpPr>
              <p:spPr>
                <a:xfrm>
                  <a:off x="10828571" y="720000"/>
                  <a:ext cx="43628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EF0FA2B4-23A0-D7FD-D1C5-4892414FF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8571" y="720000"/>
                  <a:ext cx="436282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9FC0904-0715-6D75-5A1B-B519A40E042A}"/>
                </a:ext>
              </a:extLst>
            </p:cNvPr>
            <p:cNvCxnSpPr>
              <a:cxnSpLocks/>
            </p:cNvCxnSpPr>
            <p:nvPr/>
          </p:nvCxnSpPr>
          <p:spPr>
            <a:xfrm>
              <a:off x="9991038" y="1687808"/>
              <a:ext cx="4502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6DBAFDAB-3657-8AF5-DE5A-EA89040D5A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6316" y="2360395"/>
              <a:ext cx="4502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流程图: 手动操作 148">
              <a:extLst>
                <a:ext uri="{FF2B5EF4-FFF2-40B4-BE49-F238E27FC236}">
                  <a16:creationId xmlns:a16="http://schemas.microsoft.com/office/drawing/2014/main" id="{16BDFE02-7BC4-6275-C2B6-E5201A7E657A}"/>
                </a:ext>
              </a:extLst>
            </p:cNvPr>
            <p:cNvSpPr/>
            <p:nvPr/>
          </p:nvSpPr>
          <p:spPr>
            <a:xfrm rot="16200000">
              <a:off x="9138054" y="3301496"/>
              <a:ext cx="1047402" cy="372625"/>
            </a:xfrm>
            <a:prstGeom prst="flowChartManualOpera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7FD7DCEB-2FE8-8FC3-639B-10240A64AD45}"/>
                </a:ext>
              </a:extLst>
            </p:cNvPr>
            <p:cNvSpPr txBox="1"/>
            <p:nvPr/>
          </p:nvSpPr>
          <p:spPr>
            <a:xfrm>
              <a:off x="9406165" y="3056921"/>
              <a:ext cx="37262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</a:t>
              </a:r>
            </a:p>
            <a:p>
              <a:pPr algn="ctr">
                <a:spcAft>
                  <a:spcPts val="12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37A98FC7-D923-616D-27A8-FB109DEC3A7D}"/>
                </a:ext>
              </a:extLst>
            </p:cNvPr>
            <p:cNvCxnSpPr>
              <a:cxnSpLocks/>
              <a:stCxn id="158" idx="2"/>
              <a:endCxn id="152" idx="0"/>
            </p:cNvCxnSpPr>
            <p:nvPr/>
          </p:nvCxnSpPr>
          <p:spPr>
            <a:xfrm>
              <a:off x="11046712" y="2920110"/>
              <a:ext cx="1" cy="46495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471A89F0-98CB-2A5E-95EE-FB43E214178C}"/>
                    </a:ext>
                  </a:extLst>
                </p:cNvPr>
                <p:cNvSpPr/>
                <p:nvPr/>
              </p:nvSpPr>
              <p:spPr>
                <a:xfrm>
                  <a:off x="10658670" y="3385069"/>
                  <a:ext cx="776085" cy="869483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矩形 151">
                  <a:extLst>
                    <a:ext uri="{FF2B5EF4-FFF2-40B4-BE49-F238E27FC236}">
                      <a16:creationId xmlns:a16="http://schemas.microsoft.com/office/drawing/2014/main" id="{471A89F0-98CB-2A5E-95EE-FB43E21417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8670" y="3385069"/>
                  <a:ext cx="776085" cy="86948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7C95EE5D-EE49-6F39-1CAE-1D384703F438}"/>
                </a:ext>
              </a:extLst>
            </p:cNvPr>
            <p:cNvCxnSpPr>
              <a:cxnSpLocks/>
              <a:stCxn id="149" idx="2"/>
            </p:cNvCxnSpPr>
            <p:nvPr/>
          </p:nvCxnSpPr>
          <p:spPr>
            <a:xfrm>
              <a:off x="9848068" y="3487809"/>
              <a:ext cx="81060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7AA94B4E-D3F8-6B76-46C3-2578E96D3124}"/>
                </a:ext>
              </a:extLst>
            </p:cNvPr>
            <p:cNvCxnSpPr>
              <a:cxnSpLocks/>
            </p:cNvCxnSpPr>
            <p:nvPr/>
          </p:nvCxnSpPr>
          <p:spPr>
            <a:xfrm>
              <a:off x="8359442" y="4160395"/>
              <a:ext cx="229922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3AA08208-0BC0-13BE-16F1-CEC62E288912}"/>
                </a:ext>
              </a:extLst>
            </p:cNvPr>
            <p:cNvCxnSpPr>
              <a:cxnSpLocks/>
            </p:cNvCxnSpPr>
            <p:nvPr/>
          </p:nvCxnSpPr>
          <p:spPr>
            <a:xfrm>
              <a:off x="8620927" y="3267374"/>
              <a:ext cx="86350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42D53B93-7636-6EC5-62B0-FEC94EDCC9F7}"/>
                </a:ext>
              </a:extLst>
            </p:cNvPr>
            <p:cNvCxnSpPr>
              <a:cxnSpLocks/>
            </p:cNvCxnSpPr>
            <p:nvPr/>
          </p:nvCxnSpPr>
          <p:spPr>
            <a:xfrm>
              <a:off x="8083519" y="3708242"/>
              <a:ext cx="140091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BFD5208-4955-E5F6-F31C-276E92C2E42D}"/>
                    </a:ext>
                  </a:extLst>
                </p:cNvPr>
                <p:cNvSpPr txBox="1"/>
                <p:nvPr/>
              </p:nvSpPr>
              <p:spPr>
                <a:xfrm>
                  <a:off x="9443614" y="2520574"/>
                  <a:ext cx="43628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DBFD5208-4955-E5F6-F31C-276E92C2E4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3614" y="2520574"/>
                  <a:ext cx="436282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1820D17D-D0FE-016C-9584-AF499F592E52}"/>
                </a:ext>
              </a:extLst>
            </p:cNvPr>
            <p:cNvCxnSpPr>
              <a:cxnSpLocks/>
              <a:stCxn id="156" idx="2"/>
            </p:cNvCxnSpPr>
            <p:nvPr/>
          </p:nvCxnSpPr>
          <p:spPr>
            <a:xfrm>
              <a:off x="9661755" y="2920684"/>
              <a:ext cx="1" cy="1481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12F79040-9678-AAE2-A61C-7F071E82CBDB}"/>
                    </a:ext>
                  </a:extLst>
                </p:cNvPr>
                <p:cNvSpPr txBox="1"/>
                <p:nvPr/>
              </p:nvSpPr>
              <p:spPr>
                <a:xfrm>
                  <a:off x="10828571" y="2520000"/>
                  <a:ext cx="43628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12F79040-9678-AAE2-A61C-7F071E82C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8571" y="2520000"/>
                  <a:ext cx="436282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56BADD2A-8052-6973-3EA4-8DFBB0279CFD}"/>
                </a:ext>
              </a:extLst>
            </p:cNvPr>
            <p:cNvCxnSpPr>
              <a:cxnSpLocks/>
            </p:cNvCxnSpPr>
            <p:nvPr/>
          </p:nvCxnSpPr>
          <p:spPr>
            <a:xfrm>
              <a:off x="9991038" y="3487808"/>
              <a:ext cx="4502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444D8F81-7EC3-C7EE-D9F4-924A59D52D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6316" y="4160395"/>
              <a:ext cx="4502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流程图: 手动操作 163">
              <a:extLst>
                <a:ext uri="{FF2B5EF4-FFF2-40B4-BE49-F238E27FC236}">
                  <a16:creationId xmlns:a16="http://schemas.microsoft.com/office/drawing/2014/main" id="{E5CBA4F8-A4E2-FF66-E672-D38640E850E7}"/>
                </a:ext>
              </a:extLst>
            </p:cNvPr>
            <p:cNvSpPr/>
            <p:nvPr/>
          </p:nvSpPr>
          <p:spPr>
            <a:xfrm rot="16200000">
              <a:off x="9138054" y="5101496"/>
              <a:ext cx="1047402" cy="372625"/>
            </a:xfrm>
            <a:prstGeom prst="flowChartManualOpera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5DB93112-2AA3-5F08-9780-E871B744AD77}"/>
                </a:ext>
              </a:extLst>
            </p:cNvPr>
            <p:cNvSpPr txBox="1"/>
            <p:nvPr/>
          </p:nvSpPr>
          <p:spPr>
            <a:xfrm>
              <a:off x="9406165" y="4856921"/>
              <a:ext cx="37262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 </a:t>
              </a:r>
            </a:p>
            <a:p>
              <a:pPr algn="ctr">
                <a:spcAft>
                  <a:spcPts val="1200"/>
                </a:spcAft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0C7CDBA2-0143-4C37-3AAB-EED48D49F4CC}"/>
                </a:ext>
              </a:extLst>
            </p:cNvPr>
            <p:cNvCxnSpPr>
              <a:cxnSpLocks/>
              <a:stCxn id="173" idx="2"/>
              <a:endCxn id="167" idx="0"/>
            </p:cNvCxnSpPr>
            <p:nvPr/>
          </p:nvCxnSpPr>
          <p:spPr>
            <a:xfrm>
              <a:off x="11046712" y="4720110"/>
              <a:ext cx="1" cy="46495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矩形 166">
                  <a:extLst>
                    <a:ext uri="{FF2B5EF4-FFF2-40B4-BE49-F238E27FC236}">
                      <a16:creationId xmlns:a16="http://schemas.microsoft.com/office/drawing/2014/main" id="{0C651539-E363-5A00-AE6F-88127915515B}"/>
                    </a:ext>
                  </a:extLst>
                </p:cNvPr>
                <p:cNvSpPr/>
                <p:nvPr/>
              </p:nvSpPr>
              <p:spPr>
                <a:xfrm>
                  <a:off x="10658670" y="5185069"/>
                  <a:ext cx="776085" cy="869483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矩形 166">
                  <a:extLst>
                    <a:ext uri="{FF2B5EF4-FFF2-40B4-BE49-F238E27FC236}">
                      <a16:creationId xmlns:a16="http://schemas.microsoft.com/office/drawing/2014/main" id="{0C651539-E363-5A00-AE6F-8812791551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8670" y="5185069"/>
                  <a:ext cx="776085" cy="86948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7FB2BA14-E452-7D7B-A55B-5BBFCED684D0}"/>
                </a:ext>
              </a:extLst>
            </p:cNvPr>
            <p:cNvCxnSpPr>
              <a:cxnSpLocks/>
              <a:stCxn id="164" idx="2"/>
            </p:cNvCxnSpPr>
            <p:nvPr/>
          </p:nvCxnSpPr>
          <p:spPr>
            <a:xfrm>
              <a:off x="9848068" y="5287809"/>
              <a:ext cx="81060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B320E493-29D8-080C-5983-C2E05F423517}"/>
                </a:ext>
              </a:extLst>
            </p:cNvPr>
            <p:cNvCxnSpPr>
              <a:cxnSpLocks/>
            </p:cNvCxnSpPr>
            <p:nvPr/>
          </p:nvCxnSpPr>
          <p:spPr>
            <a:xfrm>
              <a:off x="8083519" y="5960395"/>
              <a:ext cx="257515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319FB58B-A28A-3AB8-7CE5-83DD0D20B065}"/>
                </a:ext>
              </a:extLst>
            </p:cNvPr>
            <p:cNvCxnSpPr>
              <a:cxnSpLocks/>
            </p:cNvCxnSpPr>
            <p:nvPr/>
          </p:nvCxnSpPr>
          <p:spPr>
            <a:xfrm>
              <a:off x="8620927" y="5067374"/>
              <a:ext cx="86350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79CB3B23-ACDB-1BDF-EE2F-646F9E1666AF}"/>
                </a:ext>
              </a:extLst>
            </p:cNvPr>
            <p:cNvCxnSpPr>
              <a:cxnSpLocks/>
            </p:cNvCxnSpPr>
            <p:nvPr/>
          </p:nvCxnSpPr>
          <p:spPr>
            <a:xfrm>
              <a:off x="8359442" y="5508242"/>
              <a:ext cx="112498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74B43B7C-1594-3179-4641-5F5B592757E0}"/>
                    </a:ext>
                  </a:extLst>
                </p:cNvPr>
                <p:cNvSpPr txBox="1"/>
                <p:nvPr/>
              </p:nvSpPr>
              <p:spPr>
                <a:xfrm>
                  <a:off x="9443614" y="4320574"/>
                  <a:ext cx="43628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74B43B7C-1594-3179-4641-5F5B592757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3614" y="4320574"/>
                  <a:ext cx="436282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A29689CD-8251-BB94-5345-551487165F2D}"/>
                </a:ext>
              </a:extLst>
            </p:cNvPr>
            <p:cNvCxnSpPr>
              <a:cxnSpLocks/>
              <a:stCxn id="171" idx="2"/>
            </p:cNvCxnSpPr>
            <p:nvPr/>
          </p:nvCxnSpPr>
          <p:spPr>
            <a:xfrm>
              <a:off x="9661755" y="4720684"/>
              <a:ext cx="1" cy="1481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8F14A513-2BBB-D506-6C9F-6B4F92450A7F}"/>
                    </a:ext>
                  </a:extLst>
                </p:cNvPr>
                <p:cNvSpPr txBox="1"/>
                <p:nvPr/>
              </p:nvSpPr>
              <p:spPr>
                <a:xfrm>
                  <a:off x="10828571" y="4320000"/>
                  <a:ext cx="436282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8F14A513-2BBB-D506-6C9F-6B4F92450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8571" y="4320000"/>
                  <a:ext cx="436282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53D62291-D777-C82C-E746-0CFEEAB2A849}"/>
                </a:ext>
              </a:extLst>
            </p:cNvPr>
            <p:cNvCxnSpPr>
              <a:cxnSpLocks/>
            </p:cNvCxnSpPr>
            <p:nvPr/>
          </p:nvCxnSpPr>
          <p:spPr>
            <a:xfrm>
              <a:off x="9991038" y="5287808"/>
              <a:ext cx="4502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4B19A673-2B41-2B37-2046-17CAD9A102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56316" y="5960395"/>
              <a:ext cx="4502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BD5A61AC-E2B8-3A43-F288-67B466CC380C}"/>
                </a:ext>
              </a:extLst>
            </p:cNvPr>
            <p:cNvCxnSpPr>
              <a:cxnSpLocks/>
            </p:cNvCxnSpPr>
            <p:nvPr/>
          </p:nvCxnSpPr>
          <p:spPr>
            <a:xfrm>
              <a:off x="8620928" y="2360395"/>
              <a:ext cx="0" cy="270698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1905484E-0274-921B-0DE5-B397A7F84BEB}"/>
                </a:ext>
              </a:extLst>
            </p:cNvPr>
            <p:cNvSpPr/>
            <p:nvPr/>
          </p:nvSpPr>
          <p:spPr>
            <a:xfrm>
              <a:off x="8576398" y="3220464"/>
              <a:ext cx="91437" cy="914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C5911601-D6E9-4113-EA7B-0FB27B370216}"/>
                </a:ext>
              </a:extLst>
            </p:cNvPr>
            <p:cNvCxnSpPr>
              <a:cxnSpLocks/>
            </p:cNvCxnSpPr>
            <p:nvPr/>
          </p:nvCxnSpPr>
          <p:spPr>
            <a:xfrm>
              <a:off x="8359442" y="1912691"/>
              <a:ext cx="0" cy="359555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4725BB80-85AA-BC92-D389-3E39A7076F13}"/>
                </a:ext>
              </a:extLst>
            </p:cNvPr>
            <p:cNvCxnSpPr>
              <a:cxnSpLocks/>
            </p:cNvCxnSpPr>
            <p:nvPr/>
          </p:nvCxnSpPr>
          <p:spPr>
            <a:xfrm>
              <a:off x="8083519" y="1467374"/>
              <a:ext cx="0" cy="449302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5AA0744B-71C2-B19B-6563-326161DAB6CD}"/>
                </a:ext>
              </a:extLst>
            </p:cNvPr>
            <p:cNvSpPr/>
            <p:nvPr/>
          </p:nvSpPr>
          <p:spPr>
            <a:xfrm>
              <a:off x="8313744" y="4113485"/>
              <a:ext cx="91437" cy="914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143D96DD-16FB-4EF0-AF67-F7CA99595AFB}"/>
                </a:ext>
              </a:extLst>
            </p:cNvPr>
            <p:cNvSpPr/>
            <p:nvPr/>
          </p:nvSpPr>
          <p:spPr>
            <a:xfrm>
              <a:off x="8037799" y="3661903"/>
              <a:ext cx="91437" cy="914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9536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30480-3FDB-C583-6092-F79C3FCF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7B85F-5E3B-4DAC-378E-D4F8AF44456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课外知识 </a:t>
            </a:r>
            <a:r>
              <a:rPr lang="en-US" altLang="zh-CN" sz="3000" dirty="0"/>
              <a:t>—— </a:t>
            </a:r>
            <a:r>
              <a:rPr kumimoji="1" lang="zh-CN" altLang="en-US" sz="3000" dirty="0">
                <a:solidFill>
                  <a:srgbClr val="FFFF00"/>
                </a:solidFill>
              </a:rPr>
              <a:t>寄存器的数据传输</a:t>
            </a:r>
            <a:endParaRPr lang="zh-CN" altLang="en-US" sz="3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AE955D-EE44-592B-1FB4-E8A905BF0E2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D07EDA9-BF5E-4623-0E8E-3B308A81F98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12E8CAC7-4104-7C7C-AB97-BDD17AECDD5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05355D25-17CC-0527-514D-0BA25D4097A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B1EF4029-4853-4B2B-62AD-D4382914B04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250CF771-3D88-9134-137E-6BBC4A3FB5A5}"/>
              </a:ext>
            </a:extLst>
          </p:cNvPr>
          <p:cNvSpPr txBox="1"/>
          <p:nvPr/>
        </p:nvSpPr>
        <p:spPr>
          <a:xfrm>
            <a:off x="360000" y="827999"/>
            <a:ext cx="6324795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）式三态门传输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用三态门控制寄存器输出数据到总线上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每次只能传输一个数据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BE13C29-3302-1345-CC65-C4ACFD6C0699}"/>
              </a:ext>
            </a:extLst>
          </p:cNvPr>
          <p:cNvCxnSpPr>
            <a:cxnSpLocks/>
            <a:stCxn id="138" idx="2"/>
            <a:endCxn id="17" idx="0"/>
          </p:cNvCxnSpPr>
          <p:nvPr/>
        </p:nvCxnSpPr>
        <p:spPr>
          <a:xfrm>
            <a:off x="11046712" y="1120110"/>
            <a:ext cx="1" cy="4649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4F5B35B-0DBA-B046-8164-E65B19903C14}"/>
                  </a:ext>
                </a:extLst>
              </p:cNvPr>
              <p:cNvSpPr/>
              <p:nvPr/>
            </p:nvSpPr>
            <p:spPr>
              <a:xfrm>
                <a:off x="10658670" y="1585069"/>
                <a:ext cx="776085" cy="869483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4F5B35B-0DBA-B046-8164-E65B19903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8670" y="1585069"/>
                <a:ext cx="776085" cy="8694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30C8645-68FA-6152-A227-9D9313FD6344}"/>
              </a:ext>
            </a:extLst>
          </p:cNvPr>
          <p:cNvCxnSpPr>
            <a:cxnSpLocks/>
          </p:cNvCxnSpPr>
          <p:nvPr/>
        </p:nvCxnSpPr>
        <p:spPr>
          <a:xfrm>
            <a:off x="8620927" y="1687809"/>
            <a:ext cx="203774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2704400-1FE1-C507-941C-C6463BBAD155}"/>
              </a:ext>
            </a:extLst>
          </p:cNvPr>
          <p:cNvCxnSpPr>
            <a:cxnSpLocks/>
          </p:cNvCxnSpPr>
          <p:nvPr/>
        </p:nvCxnSpPr>
        <p:spPr>
          <a:xfrm>
            <a:off x="8620927" y="2360395"/>
            <a:ext cx="203774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7D1FDE6E-40C6-92A8-DA8A-3CC8AB3A9D07}"/>
                  </a:ext>
                </a:extLst>
              </p:cNvPr>
              <p:cNvSpPr txBox="1"/>
              <p:nvPr/>
            </p:nvSpPr>
            <p:spPr>
              <a:xfrm>
                <a:off x="10828571" y="720000"/>
                <a:ext cx="4362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7D1FDE6E-40C6-92A8-DA8A-3CC8AB3A9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571" y="720000"/>
                <a:ext cx="43628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CFFCBDE-BF10-499C-5750-BD4E7396C6DB}"/>
              </a:ext>
            </a:extLst>
          </p:cNvPr>
          <p:cNvCxnSpPr>
            <a:cxnSpLocks/>
          </p:cNvCxnSpPr>
          <p:nvPr/>
        </p:nvCxnSpPr>
        <p:spPr>
          <a:xfrm>
            <a:off x="9991038" y="1687808"/>
            <a:ext cx="450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6FF13142-044C-EC67-9FBE-B5AC078C6DB5}"/>
              </a:ext>
            </a:extLst>
          </p:cNvPr>
          <p:cNvCxnSpPr>
            <a:cxnSpLocks/>
          </p:cNvCxnSpPr>
          <p:nvPr/>
        </p:nvCxnSpPr>
        <p:spPr>
          <a:xfrm flipH="1">
            <a:off x="9956316" y="2360395"/>
            <a:ext cx="450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25571B25-3790-55AB-0BE7-E64CCEECEAE3}"/>
              </a:ext>
            </a:extLst>
          </p:cNvPr>
          <p:cNvCxnSpPr>
            <a:cxnSpLocks/>
            <a:stCxn id="158" idx="2"/>
            <a:endCxn id="152" idx="0"/>
          </p:cNvCxnSpPr>
          <p:nvPr/>
        </p:nvCxnSpPr>
        <p:spPr>
          <a:xfrm>
            <a:off x="11046712" y="2920110"/>
            <a:ext cx="1" cy="4649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FFF82573-42A2-97CC-8B53-364846229610}"/>
                  </a:ext>
                </a:extLst>
              </p:cNvPr>
              <p:cNvSpPr/>
              <p:nvPr/>
            </p:nvSpPr>
            <p:spPr>
              <a:xfrm>
                <a:off x="10658670" y="3385069"/>
                <a:ext cx="776085" cy="869483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2" name="矩形 151">
                <a:extLst>
                  <a:ext uri="{FF2B5EF4-FFF2-40B4-BE49-F238E27FC236}">
                    <a16:creationId xmlns:a16="http://schemas.microsoft.com/office/drawing/2014/main" id="{FFF82573-42A2-97CC-8B53-364846229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8670" y="3385069"/>
                <a:ext cx="776085" cy="869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07BA763A-C7B0-3DD5-379A-A36DFEA66984}"/>
              </a:ext>
            </a:extLst>
          </p:cNvPr>
          <p:cNvCxnSpPr>
            <a:cxnSpLocks/>
          </p:cNvCxnSpPr>
          <p:nvPr/>
        </p:nvCxnSpPr>
        <p:spPr>
          <a:xfrm>
            <a:off x="8620927" y="3487809"/>
            <a:ext cx="203774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EE8312BB-A6CB-7ACF-F055-8E7967AAB043}"/>
              </a:ext>
            </a:extLst>
          </p:cNvPr>
          <p:cNvCxnSpPr>
            <a:cxnSpLocks/>
          </p:cNvCxnSpPr>
          <p:nvPr/>
        </p:nvCxnSpPr>
        <p:spPr>
          <a:xfrm>
            <a:off x="8620927" y="4160395"/>
            <a:ext cx="203774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89A447AD-EC27-7078-977E-83C934D7A0B1}"/>
                  </a:ext>
                </a:extLst>
              </p:cNvPr>
              <p:cNvSpPr txBox="1"/>
              <p:nvPr/>
            </p:nvSpPr>
            <p:spPr>
              <a:xfrm>
                <a:off x="10828571" y="2520000"/>
                <a:ext cx="4362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89A447AD-EC27-7078-977E-83C934D7A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571" y="2520000"/>
                <a:ext cx="43628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E9EED639-7597-E700-0030-9DB13CF1978A}"/>
              </a:ext>
            </a:extLst>
          </p:cNvPr>
          <p:cNvCxnSpPr>
            <a:cxnSpLocks/>
          </p:cNvCxnSpPr>
          <p:nvPr/>
        </p:nvCxnSpPr>
        <p:spPr>
          <a:xfrm>
            <a:off x="9991038" y="3487808"/>
            <a:ext cx="450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9C47CCBC-61A6-1056-A792-0684F2280894}"/>
              </a:ext>
            </a:extLst>
          </p:cNvPr>
          <p:cNvCxnSpPr>
            <a:cxnSpLocks/>
          </p:cNvCxnSpPr>
          <p:nvPr/>
        </p:nvCxnSpPr>
        <p:spPr>
          <a:xfrm flipH="1">
            <a:off x="9956316" y="4160395"/>
            <a:ext cx="450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CE9D29E-7DC9-9930-CCE8-BD72A95BA02C}"/>
              </a:ext>
            </a:extLst>
          </p:cNvPr>
          <p:cNvCxnSpPr>
            <a:cxnSpLocks/>
            <a:stCxn id="173" idx="2"/>
            <a:endCxn id="167" idx="0"/>
          </p:cNvCxnSpPr>
          <p:nvPr/>
        </p:nvCxnSpPr>
        <p:spPr>
          <a:xfrm>
            <a:off x="11046712" y="4720110"/>
            <a:ext cx="1" cy="4649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F0C2D24C-8406-7454-5815-9DA85B556C3A}"/>
                  </a:ext>
                </a:extLst>
              </p:cNvPr>
              <p:cNvSpPr/>
              <p:nvPr/>
            </p:nvSpPr>
            <p:spPr>
              <a:xfrm>
                <a:off x="10658670" y="5185069"/>
                <a:ext cx="776085" cy="869483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" name="矩形 166">
                <a:extLst>
                  <a:ext uri="{FF2B5EF4-FFF2-40B4-BE49-F238E27FC236}">
                    <a16:creationId xmlns:a16="http://schemas.microsoft.com/office/drawing/2014/main" id="{F0C2D24C-8406-7454-5815-9DA85B556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8670" y="5185069"/>
                <a:ext cx="776085" cy="8694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EA6D3DF5-7204-4DE5-2CF2-A6F5AD449178}"/>
              </a:ext>
            </a:extLst>
          </p:cNvPr>
          <p:cNvCxnSpPr>
            <a:cxnSpLocks/>
          </p:cNvCxnSpPr>
          <p:nvPr/>
        </p:nvCxnSpPr>
        <p:spPr>
          <a:xfrm>
            <a:off x="8620927" y="5287809"/>
            <a:ext cx="203774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91F7F18F-EDBA-D024-98A3-73B7811E8FCB}"/>
              </a:ext>
            </a:extLst>
          </p:cNvPr>
          <p:cNvCxnSpPr>
            <a:cxnSpLocks/>
          </p:cNvCxnSpPr>
          <p:nvPr/>
        </p:nvCxnSpPr>
        <p:spPr>
          <a:xfrm>
            <a:off x="8620927" y="5960395"/>
            <a:ext cx="203774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6C161ABC-66C2-B98A-E2F4-5E558E728823}"/>
                  </a:ext>
                </a:extLst>
              </p:cNvPr>
              <p:cNvSpPr txBox="1"/>
              <p:nvPr/>
            </p:nvSpPr>
            <p:spPr>
              <a:xfrm>
                <a:off x="10828571" y="4320000"/>
                <a:ext cx="4362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6C161ABC-66C2-B98A-E2F4-5E558E728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571" y="4320000"/>
                <a:ext cx="43628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22FA1FEA-12DA-1609-B788-9533F600AD9F}"/>
              </a:ext>
            </a:extLst>
          </p:cNvPr>
          <p:cNvCxnSpPr>
            <a:cxnSpLocks/>
          </p:cNvCxnSpPr>
          <p:nvPr/>
        </p:nvCxnSpPr>
        <p:spPr>
          <a:xfrm>
            <a:off x="9991038" y="5287808"/>
            <a:ext cx="450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0C00F3AF-5B6E-5D0A-D30C-3A830DFECCDF}"/>
              </a:ext>
            </a:extLst>
          </p:cNvPr>
          <p:cNvCxnSpPr>
            <a:cxnSpLocks/>
          </p:cNvCxnSpPr>
          <p:nvPr/>
        </p:nvCxnSpPr>
        <p:spPr>
          <a:xfrm flipH="1">
            <a:off x="9956316" y="5960395"/>
            <a:ext cx="450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等腰三角形 201">
            <a:extLst>
              <a:ext uri="{FF2B5EF4-FFF2-40B4-BE49-F238E27FC236}">
                <a16:creationId xmlns:a16="http://schemas.microsoft.com/office/drawing/2014/main" id="{1B45A24C-9D2B-22D5-4FB5-F7DE75C29305}"/>
              </a:ext>
            </a:extLst>
          </p:cNvPr>
          <p:cNvSpPr/>
          <p:nvPr/>
        </p:nvSpPr>
        <p:spPr>
          <a:xfrm rot="16200000">
            <a:off x="9360000" y="2162395"/>
            <a:ext cx="432000" cy="396000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等腰三角形 202">
            <a:extLst>
              <a:ext uri="{FF2B5EF4-FFF2-40B4-BE49-F238E27FC236}">
                <a16:creationId xmlns:a16="http://schemas.microsoft.com/office/drawing/2014/main" id="{CA0BA846-3663-86CC-9DC9-775D089B7529}"/>
              </a:ext>
            </a:extLst>
          </p:cNvPr>
          <p:cNvSpPr/>
          <p:nvPr/>
        </p:nvSpPr>
        <p:spPr>
          <a:xfrm rot="16200000">
            <a:off x="9360000" y="3962395"/>
            <a:ext cx="432000" cy="396000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等腰三角形 203">
            <a:extLst>
              <a:ext uri="{FF2B5EF4-FFF2-40B4-BE49-F238E27FC236}">
                <a16:creationId xmlns:a16="http://schemas.microsoft.com/office/drawing/2014/main" id="{2F75AC8C-2016-98F0-4D95-56706EF76221}"/>
              </a:ext>
            </a:extLst>
          </p:cNvPr>
          <p:cNvSpPr/>
          <p:nvPr/>
        </p:nvSpPr>
        <p:spPr>
          <a:xfrm rot="16200000">
            <a:off x="9360000" y="5762394"/>
            <a:ext cx="432000" cy="396000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A4D38F99-FCE8-1F01-2629-8855E4944418}"/>
              </a:ext>
            </a:extLst>
          </p:cNvPr>
          <p:cNvCxnSpPr>
            <a:cxnSpLocks/>
          </p:cNvCxnSpPr>
          <p:nvPr/>
        </p:nvCxnSpPr>
        <p:spPr>
          <a:xfrm>
            <a:off x="8621910" y="1367692"/>
            <a:ext cx="0" cy="4916702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椭圆 216">
            <a:extLst>
              <a:ext uri="{FF2B5EF4-FFF2-40B4-BE49-F238E27FC236}">
                <a16:creationId xmlns:a16="http://schemas.microsoft.com/office/drawing/2014/main" id="{B1472524-80B1-9715-B525-2BCBDB742EC1}"/>
              </a:ext>
            </a:extLst>
          </p:cNvPr>
          <p:cNvSpPr/>
          <p:nvPr/>
        </p:nvSpPr>
        <p:spPr>
          <a:xfrm>
            <a:off x="8576399" y="4114676"/>
            <a:ext cx="91437" cy="9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281930CC-215E-E5CB-C5F6-5AEB76346915}"/>
              </a:ext>
            </a:extLst>
          </p:cNvPr>
          <p:cNvSpPr/>
          <p:nvPr/>
        </p:nvSpPr>
        <p:spPr>
          <a:xfrm>
            <a:off x="8576398" y="3440812"/>
            <a:ext cx="91437" cy="9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87C100C0-F1E0-02F7-2DFD-A58DF795C95A}"/>
              </a:ext>
            </a:extLst>
          </p:cNvPr>
          <p:cNvSpPr/>
          <p:nvPr/>
        </p:nvSpPr>
        <p:spPr>
          <a:xfrm>
            <a:off x="8576398" y="2313399"/>
            <a:ext cx="91437" cy="9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92B9F80B-3FD1-588D-5A12-434BB7EB1FAB}"/>
              </a:ext>
            </a:extLst>
          </p:cNvPr>
          <p:cNvSpPr/>
          <p:nvPr/>
        </p:nvSpPr>
        <p:spPr>
          <a:xfrm>
            <a:off x="8577588" y="5242089"/>
            <a:ext cx="91437" cy="9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B016116F-59F6-E76D-BB85-1375E9186973}"/>
              </a:ext>
            </a:extLst>
          </p:cNvPr>
          <p:cNvCxnSpPr>
            <a:cxnSpLocks/>
            <a:stCxn id="202" idx="1"/>
          </p:cNvCxnSpPr>
          <p:nvPr/>
        </p:nvCxnSpPr>
        <p:spPr>
          <a:xfrm>
            <a:off x="9576000" y="2468395"/>
            <a:ext cx="0" cy="216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3F56C169-1743-053F-0D70-3E5435073CDA}"/>
              </a:ext>
            </a:extLst>
          </p:cNvPr>
          <p:cNvCxnSpPr>
            <a:cxnSpLocks/>
            <a:stCxn id="203" idx="1"/>
          </p:cNvCxnSpPr>
          <p:nvPr/>
        </p:nvCxnSpPr>
        <p:spPr>
          <a:xfrm>
            <a:off x="9576000" y="4268395"/>
            <a:ext cx="0" cy="216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F4E9ACC7-C424-B583-F818-65DACDE4FF8E}"/>
              </a:ext>
            </a:extLst>
          </p:cNvPr>
          <p:cNvCxnSpPr>
            <a:cxnSpLocks/>
            <a:stCxn id="204" idx="1"/>
          </p:cNvCxnSpPr>
          <p:nvPr/>
        </p:nvCxnSpPr>
        <p:spPr>
          <a:xfrm>
            <a:off x="9576000" y="6068394"/>
            <a:ext cx="0" cy="216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E227D2DD-790C-0667-0FA3-66286A532970}"/>
                  </a:ext>
                </a:extLst>
              </p:cNvPr>
              <p:cNvSpPr txBox="1"/>
              <p:nvPr/>
            </p:nvSpPr>
            <p:spPr>
              <a:xfrm>
                <a:off x="9406959" y="2628000"/>
                <a:ext cx="4362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E227D2DD-790C-0667-0FA3-66286A532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6959" y="2628000"/>
                <a:ext cx="43628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725C8BB9-AD3B-4009-2CEA-0764A3674E3F}"/>
                  </a:ext>
                </a:extLst>
              </p:cNvPr>
              <p:cNvSpPr txBox="1"/>
              <p:nvPr/>
            </p:nvSpPr>
            <p:spPr>
              <a:xfrm>
                <a:off x="9406800" y="4428000"/>
                <a:ext cx="4362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725C8BB9-AD3B-4009-2CEA-0764A3674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6800" y="4428000"/>
                <a:ext cx="43628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EB28EFD2-4E2A-BE6B-DE72-307EEDC172E8}"/>
                  </a:ext>
                </a:extLst>
              </p:cNvPr>
              <p:cNvSpPr txBox="1"/>
              <p:nvPr/>
            </p:nvSpPr>
            <p:spPr>
              <a:xfrm>
                <a:off x="9406800" y="6228000"/>
                <a:ext cx="4362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EB28EFD2-4E2A-BE6B-DE72-307EEDC17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6800" y="6228000"/>
                <a:ext cx="43628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2D699D3F-E141-48F6-EF34-DA12DAEA468D}"/>
              </a:ext>
            </a:extLst>
          </p:cNvPr>
          <p:cNvCxnSpPr>
            <a:cxnSpLocks/>
          </p:cNvCxnSpPr>
          <p:nvPr/>
        </p:nvCxnSpPr>
        <p:spPr>
          <a:xfrm flipH="1">
            <a:off x="8820000" y="2360409"/>
            <a:ext cx="450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10910E36-9C73-33BB-80E3-CB56C7B4B39E}"/>
              </a:ext>
            </a:extLst>
          </p:cNvPr>
          <p:cNvCxnSpPr>
            <a:cxnSpLocks/>
          </p:cNvCxnSpPr>
          <p:nvPr/>
        </p:nvCxnSpPr>
        <p:spPr>
          <a:xfrm flipH="1">
            <a:off x="8820000" y="4160409"/>
            <a:ext cx="450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A3E064CB-1D27-1B13-E6A1-8A3B9DD134EA}"/>
              </a:ext>
            </a:extLst>
          </p:cNvPr>
          <p:cNvCxnSpPr>
            <a:cxnSpLocks/>
          </p:cNvCxnSpPr>
          <p:nvPr/>
        </p:nvCxnSpPr>
        <p:spPr>
          <a:xfrm flipH="1">
            <a:off x="8820000" y="5960409"/>
            <a:ext cx="4502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椭圆 240">
            <a:extLst>
              <a:ext uri="{FF2B5EF4-FFF2-40B4-BE49-F238E27FC236}">
                <a16:creationId xmlns:a16="http://schemas.microsoft.com/office/drawing/2014/main" id="{0C6C85FB-895B-55BA-0BEF-3F07B62B32CA}"/>
              </a:ext>
            </a:extLst>
          </p:cNvPr>
          <p:cNvSpPr/>
          <p:nvPr/>
        </p:nvSpPr>
        <p:spPr>
          <a:xfrm>
            <a:off x="8576398" y="5914675"/>
            <a:ext cx="91437" cy="9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754E97BE-A9A7-BE4A-115F-42EAFB3BDE2F}"/>
              </a:ext>
            </a:extLst>
          </p:cNvPr>
          <p:cNvSpPr/>
          <p:nvPr/>
        </p:nvSpPr>
        <p:spPr>
          <a:xfrm>
            <a:off x="8576397" y="1642089"/>
            <a:ext cx="91437" cy="914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7DB64073-3A5A-EFA8-CC54-F7C7510BE8B5}"/>
              </a:ext>
            </a:extLst>
          </p:cNvPr>
          <p:cNvSpPr txBox="1"/>
          <p:nvPr/>
        </p:nvSpPr>
        <p:spPr>
          <a:xfrm>
            <a:off x="8190876" y="907010"/>
            <a:ext cx="8601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175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991636-E894-0750-19C4-5AAD7229BF1B}"/>
              </a:ext>
            </a:extLst>
          </p:cNvPr>
          <p:cNvSpPr txBox="1"/>
          <p:nvPr/>
        </p:nvSpPr>
        <p:spPr>
          <a:xfrm>
            <a:off x="360001" y="828000"/>
            <a:ext cx="6012224" cy="2343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P326 - 327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6.5.3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D6E68-8F0D-B928-C058-B60248C9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E7967-2863-A7A4-CC11-93D0AE5E541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期中考试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E512FB-CE1F-E359-597B-401F98BA0C6B}"/>
              </a:ext>
            </a:extLst>
          </p:cNvPr>
          <p:cNvSpPr txBox="1"/>
          <p:nvPr/>
        </p:nvSpPr>
        <p:spPr>
          <a:xfrm>
            <a:off x="360000" y="828000"/>
            <a:ext cx="9698399" cy="2946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日，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14: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– 16: 30</a:t>
            </a: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地点：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3C101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3C102</a:t>
            </a: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考试范围：课件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– 14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（课件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除外）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座位安排：考试当天提前发到群里，座位号会写到黑板上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预祝大家考试顺利！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644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27258</TotalTime>
  <Words>2596</Words>
  <Application>Microsoft Office PowerPoint</Application>
  <PresentationFormat>宽屏</PresentationFormat>
  <Paragraphs>940</Paragraphs>
  <Slides>27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等线</vt:lpstr>
      <vt:lpstr>微软雅黑</vt:lpstr>
      <vt:lpstr>微软雅黑</vt:lpstr>
      <vt:lpstr>Arial</vt:lpstr>
      <vt:lpstr>Cambria Math</vt:lpstr>
      <vt:lpstr>Candara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1332</cp:revision>
  <dcterms:created xsi:type="dcterms:W3CDTF">2024-12-23T04:28:42Z</dcterms:created>
  <dcterms:modified xsi:type="dcterms:W3CDTF">2025-12-31T08:54:10Z</dcterms:modified>
</cp:coreProperties>
</file>