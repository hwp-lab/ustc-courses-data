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handoutMasterIdLst>
    <p:handoutMasterId r:id="rId37"/>
  </p:handoutMasterIdLst>
  <p:sldIdLst>
    <p:sldId id="256" r:id="rId2"/>
    <p:sldId id="444" r:id="rId3"/>
    <p:sldId id="512" r:id="rId4"/>
    <p:sldId id="513" r:id="rId5"/>
    <p:sldId id="514" r:id="rId6"/>
    <p:sldId id="515" r:id="rId7"/>
    <p:sldId id="516" r:id="rId8"/>
    <p:sldId id="517" r:id="rId9"/>
    <p:sldId id="518" r:id="rId10"/>
    <p:sldId id="519" r:id="rId11"/>
    <p:sldId id="520" r:id="rId12"/>
    <p:sldId id="521" r:id="rId13"/>
    <p:sldId id="522" r:id="rId14"/>
    <p:sldId id="523" r:id="rId15"/>
    <p:sldId id="524" r:id="rId16"/>
    <p:sldId id="525" r:id="rId17"/>
    <p:sldId id="526" r:id="rId18"/>
    <p:sldId id="527" r:id="rId19"/>
    <p:sldId id="528" r:id="rId20"/>
    <p:sldId id="529" r:id="rId21"/>
    <p:sldId id="530" r:id="rId22"/>
    <p:sldId id="532" r:id="rId23"/>
    <p:sldId id="531" r:id="rId24"/>
    <p:sldId id="533" r:id="rId25"/>
    <p:sldId id="534" r:id="rId26"/>
    <p:sldId id="535" r:id="rId27"/>
    <p:sldId id="536" r:id="rId28"/>
    <p:sldId id="537" r:id="rId29"/>
    <p:sldId id="538" r:id="rId30"/>
    <p:sldId id="542" r:id="rId31"/>
    <p:sldId id="539" r:id="rId32"/>
    <p:sldId id="541" r:id="rId33"/>
    <p:sldId id="540" r:id="rId34"/>
    <p:sldId id="511" r:id="rId35"/>
  </p:sldIdLst>
  <p:sldSz cx="9906000" cy="6858000" type="A4"/>
  <p:notesSz cx="9144000" cy="6858000"/>
  <p:defaultText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pos="31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93"/>
    <p:restoredTop sz="73101"/>
  </p:normalViewPr>
  <p:slideViewPr>
    <p:cSldViewPr snapToGrid="0" snapToObjects="1">
      <p:cViewPr varScale="1">
        <p:scale>
          <a:sx n="70" d="100"/>
          <a:sy n="70" d="100"/>
        </p:scale>
        <p:origin x="1530" y="60"/>
      </p:cViewPr>
      <p:guideLst>
        <p:guide orient="horz" pos="2160"/>
        <p:guide pos="2880"/>
        <p:guide pos="3120"/>
      </p:guideLst>
    </p:cSldViewPr>
  </p:slideViewPr>
  <p:notesTextViewPr>
    <p:cViewPr>
      <p:scale>
        <a:sx n="100" d="100"/>
        <a:sy n="100" d="100"/>
      </p:scale>
      <p:origin x="0" y="0"/>
    </p:cViewPr>
  </p:notesTextViewPr>
  <p:notesViewPr>
    <p:cSldViewPr snapToGrid="0" snapToObjects="1">
      <p:cViewPr varScale="1">
        <p:scale>
          <a:sx n="111" d="100"/>
          <a:sy n="111" d="100"/>
        </p:scale>
        <p:origin x="1600"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31B8FAB7-9DA6-42E2-BB80-6EB4D83E2AE8}" type="datetimeFigureOut">
              <a:rPr lang="zh-CN" altLang="en-US" smtClean="0"/>
              <a:t>2025/11/5</a:t>
            </a:fld>
            <a:endParaRPr lang="zh-CN" altLang="en-US"/>
          </a:p>
        </p:txBody>
      </p:sp>
      <p:sp>
        <p:nvSpPr>
          <p:cNvPr id="4" name="页脚占位符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342D08B7-D15B-4122-BED5-76961CE891DF}" type="slidenum">
              <a:rPr lang="zh-CN" altLang="en-US" smtClean="0"/>
              <a:t>‹#›</a:t>
            </a:fld>
            <a:endParaRPr lang="zh-CN" altLang="en-US"/>
          </a:p>
        </p:txBody>
      </p:sp>
    </p:spTree>
    <p:extLst>
      <p:ext uri="{BB962C8B-B14F-4D97-AF65-F5344CB8AC3E}">
        <p14:creationId xmlns:p14="http://schemas.microsoft.com/office/powerpoint/2010/main" val="37357159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C526F516-474B-49E6-8B3A-4C2D69386E26}" type="datetimeFigureOut">
              <a:rPr lang="zh-CN" altLang="en-US" smtClean="0"/>
              <a:t>2025/11/5</a:t>
            </a:fld>
            <a:endParaRPr lang="zh-CN" altLang="en-US"/>
          </a:p>
        </p:txBody>
      </p:sp>
      <p:sp>
        <p:nvSpPr>
          <p:cNvPr id="4" name="幻灯片图像占位符 3"/>
          <p:cNvSpPr>
            <a:spLocks noGrp="1" noRot="1" noChangeAspect="1"/>
          </p:cNvSpPr>
          <p:nvPr>
            <p:ph type="sldImg" idx="2"/>
          </p:nvPr>
        </p:nvSpPr>
        <p:spPr>
          <a:xfrm>
            <a:off x="2900363" y="857250"/>
            <a:ext cx="3343275"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6BB7EB77-94AC-4128-8DFB-759E46F1AD99}" type="slidenum">
              <a:rPr lang="zh-CN" altLang="en-US" smtClean="0"/>
              <a:t>‹#›</a:t>
            </a:fld>
            <a:endParaRPr lang="zh-CN" altLang="en-US"/>
          </a:p>
        </p:txBody>
      </p:sp>
    </p:spTree>
    <p:extLst>
      <p:ext uri="{BB962C8B-B14F-4D97-AF65-F5344CB8AC3E}">
        <p14:creationId xmlns:p14="http://schemas.microsoft.com/office/powerpoint/2010/main" val="1500672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B7EB77-94AC-4128-8DFB-759E46F1AD99}" type="slidenum">
              <a:rPr lang="zh-CN" altLang="en-US" smtClean="0"/>
              <a:t>1</a:t>
            </a:fld>
            <a:endParaRPr lang="zh-CN" altLang="en-US"/>
          </a:p>
        </p:txBody>
      </p:sp>
    </p:spTree>
    <p:extLst>
      <p:ext uri="{BB962C8B-B14F-4D97-AF65-F5344CB8AC3E}">
        <p14:creationId xmlns:p14="http://schemas.microsoft.com/office/powerpoint/2010/main" val="2559023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动态驱动是将所有数码管的</a:t>
            </a:r>
            <a:r>
              <a:rPr lang="en-US" altLang="zh-CN" dirty="0"/>
              <a:t>8</a:t>
            </a:r>
            <a:r>
              <a:rPr lang="zh-CN" altLang="en-US" dirty="0"/>
              <a:t>个显示笔划</a:t>
            </a:r>
            <a:r>
              <a:rPr lang="en-US" altLang="zh-CN" dirty="0"/>
              <a:t>"</a:t>
            </a:r>
            <a:r>
              <a:rPr lang="en-US" altLang="zh-CN" dirty="0" err="1"/>
              <a:t>a,b,c,d,e,f,g,dp</a:t>
            </a:r>
            <a:r>
              <a:rPr lang="en-US" altLang="zh-CN" dirty="0"/>
              <a:t>"</a:t>
            </a:r>
            <a:r>
              <a:rPr lang="zh-CN" altLang="en-US" dirty="0"/>
              <a:t>的同名端连在一起，另外为每个数码管的公共极</a:t>
            </a:r>
            <a:r>
              <a:rPr lang="en-US" altLang="zh-CN" dirty="0"/>
              <a:t>COM</a:t>
            </a:r>
            <a:r>
              <a:rPr lang="zh-CN" altLang="en-US" dirty="0"/>
              <a:t>增加位选通控制电路，位选通由各自独立的</a:t>
            </a:r>
            <a:r>
              <a:rPr lang="en-US" altLang="zh-CN" dirty="0"/>
              <a:t>I/O</a:t>
            </a:r>
            <a:r>
              <a:rPr lang="zh-CN" altLang="en-US" dirty="0"/>
              <a:t>线控制，输出字形码时，所有数码管都接收到相同的字形码，但究竟是那个数码管会显示出字形，取决于选通</a:t>
            </a:r>
            <a:r>
              <a:rPr lang="en-US" altLang="zh-CN" dirty="0"/>
              <a:t>COM</a:t>
            </a:r>
            <a:r>
              <a:rPr lang="zh-CN" altLang="en-US" dirty="0"/>
              <a:t>端电路的控制，所以我们只要将需要显示的数码管的选通控制打开，该位就显示出字形，没有选通的数码管就不会亮。通过分时轮流控制各个数码管的</a:t>
            </a:r>
            <a:r>
              <a:rPr lang="en-US" altLang="zh-CN" dirty="0"/>
              <a:t>COM</a:t>
            </a:r>
            <a:r>
              <a:rPr lang="zh-CN" altLang="en-US" dirty="0"/>
              <a:t>端，就使各个数码管轮流受控显示， 在轮流显示过程中，由于人的视觉暂留现象及发光二极管的余辉效应，尽管实际上各位数码管并非同时点亮，但只要扫描的速度足够快，给人的印象就是一组稳定的显示数据，这就是动态驱动。</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7</a:t>
            </a:fld>
            <a:endParaRPr lang="zh-CN" altLang="en-US"/>
          </a:p>
        </p:txBody>
      </p:sp>
    </p:spTree>
    <p:extLst>
      <p:ext uri="{BB962C8B-B14F-4D97-AF65-F5344CB8AC3E}">
        <p14:creationId xmlns:p14="http://schemas.microsoft.com/office/powerpoint/2010/main" val="2812926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数据通路就是数据在被处理的过程中依次经过各种器件的次序和方向。</a:t>
            </a:r>
            <a:endParaRPr lang="en-US" altLang="zh-CN" dirty="0"/>
          </a:p>
          <a:p>
            <a:pPr eaLnBrk="1" hangingPunct="1"/>
            <a:endParaRPr lang="en-US" altLang="zh-CN" dirty="0"/>
          </a:p>
          <a:p>
            <a:pPr eaLnBrk="1" hangingPunct="1"/>
            <a:r>
              <a:rPr lang="en-US" altLang="zh-CN" dirty="0"/>
              <a:t>T</a:t>
            </a:r>
            <a:r>
              <a:rPr lang="zh-CN" altLang="en-US" dirty="0"/>
              <a:t>为什么要使用减法？</a:t>
            </a:r>
            <a:endParaRPr lang="en-US" altLang="zh-CN" dirty="0"/>
          </a:p>
          <a:p>
            <a:pPr eaLnBrk="1" hangingPunct="1"/>
            <a:r>
              <a:rPr lang="zh-CN" altLang="en-US" dirty="0"/>
              <a:t>当乘数、被乘数的位数非</a:t>
            </a:r>
            <a:r>
              <a:rPr lang="en-US" altLang="zh-CN" dirty="0"/>
              <a:t>2^n</a:t>
            </a:r>
            <a:r>
              <a:rPr lang="zh-CN" altLang="en-US" dirty="0"/>
              <a:t>时，减到</a:t>
            </a:r>
            <a:r>
              <a:rPr lang="en-US" altLang="zh-CN" dirty="0"/>
              <a:t>0</a:t>
            </a:r>
            <a:r>
              <a:rPr lang="zh-CN" altLang="en-US" dirty="0"/>
              <a:t>的判断比较容易，置初始值数则可以使用上下拉方便实现。</a:t>
            </a:r>
            <a:endParaRPr lang="en-US" altLang="zh-CN" dirty="0"/>
          </a:p>
          <a:p>
            <a:pPr eaLnBrk="1" hangingPunct="1"/>
            <a:endParaRPr lang="en-US" altLang="zh-CN"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17</a:t>
            </a:fld>
            <a:endParaRPr lang="zh-CN" altLang="en-US"/>
          </a:p>
        </p:txBody>
      </p:sp>
    </p:spTree>
    <p:extLst>
      <p:ext uri="{BB962C8B-B14F-4D97-AF65-F5344CB8AC3E}">
        <p14:creationId xmlns:p14="http://schemas.microsoft.com/office/powerpoint/2010/main" val="1576778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这里表下面的等于意思是</a:t>
            </a:r>
            <a:r>
              <a:rPr lang="en-US" altLang="zh-CN" dirty="0"/>
              <a:t> </a:t>
            </a:r>
            <a:r>
              <a:rPr lang="zh-CN" altLang="en-US" dirty="0"/>
              <a:t>如果</a:t>
            </a:r>
            <a:r>
              <a:rPr lang="en-US" altLang="zh-CN" dirty="0"/>
              <a:t> </a:t>
            </a:r>
            <a:r>
              <a:rPr lang="zh-CN" altLang="en-US" dirty="0"/>
              <a:t>当前状态为等号右边的</a:t>
            </a:r>
            <a:r>
              <a:rPr lang="en-US" altLang="zh-CN" dirty="0"/>
              <a:t>Si</a:t>
            </a:r>
            <a:r>
              <a:rPr lang="zh-CN" altLang="en-US" dirty="0"/>
              <a:t>，则等号左边的数据为</a:t>
            </a:r>
            <a:r>
              <a:rPr lang="en-US" altLang="zh-CN" dirty="0"/>
              <a:t>1</a:t>
            </a:r>
            <a:r>
              <a:rPr lang="zh-CN" altLang="en-US" dirty="0"/>
              <a:t>；否则为</a:t>
            </a:r>
            <a:r>
              <a:rPr lang="en-US" altLang="zh-CN" dirty="0"/>
              <a:t>0.</a:t>
            </a:r>
          </a:p>
          <a:p>
            <a:pPr eaLnBrk="1" hangingPunct="1"/>
            <a:r>
              <a:rPr lang="zh-CN" altLang="en-US" dirty="0"/>
              <a:t>例如</a:t>
            </a:r>
            <a:r>
              <a:rPr lang="en-US" altLang="zh-CN" dirty="0"/>
              <a:t>Done=S0, Done=(state==S0);</a:t>
            </a:r>
          </a:p>
          <a:p>
            <a:pPr eaLnBrk="1" hangingPunct="1"/>
            <a:r>
              <a:rPr lang="en-US" altLang="zh-CN" dirty="0"/>
              <a:t>Add=B[0]*S1, Add=B[0]*(state==0);</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19</a:t>
            </a:fld>
            <a:endParaRPr lang="zh-CN" altLang="en-US"/>
          </a:p>
        </p:txBody>
      </p:sp>
    </p:spTree>
    <p:extLst>
      <p:ext uri="{BB962C8B-B14F-4D97-AF65-F5344CB8AC3E}">
        <p14:creationId xmlns:p14="http://schemas.microsoft.com/office/powerpoint/2010/main" val="2636978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 </a:t>
            </a:r>
            <a:r>
              <a:rPr lang="zh-CN" altLang="en-US" dirty="0"/>
              <a:t>缩位或非，只要两个操作数有一个为</a:t>
            </a:r>
            <a:r>
              <a:rPr lang="en-US" altLang="zh-CN" dirty="0"/>
              <a:t>1</a:t>
            </a:r>
            <a:r>
              <a:rPr lang="zh-CN" altLang="en-US" dirty="0"/>
              <a:t>，则结果为</a:t>
            </a:r>
            <a:r>
              <a:rPr lang="en-US" altLang="zh-CN" dirty="0"/>
              <a:t>0</a:t>
            </a:r>
            <a:r>
              <a:rPr lang="zh-CN" altLang="en-US" dirty="0"/>
              <a:t>。所以在</a:t>
            </a:r>
            <a:r>
              <a:rPr lang="en-US" altLang="zh-CN" dirty="0"/>
              <a:t>4</a:t>
            </a:r>
            <a:r>
              <a:rPr lang="zh-CN" altLang="en-US" dirty="0"/>
              <a:t>位乘法操作的条件下，相当于</a:t>
            </a:r>
            <a:r>
              <a:rPr lang="en-US" altLang="zh-CN" dirty="0"/>
              <a:t> e=(t==2'b00);</a:t>
            </a:r>
            <a:endParaRPr lang="zh-CN" altLang="en-US"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20</a:t>
            </a:fld>
            <a:endParaRPr lang="zh-CN" altLang="en-US"/>
          </a:p>
        </p:txBody>
      </p:sp>
    </p:spTree>
    <p:extLst>
      <p:ext uri="{BB962C8B-B14F-4D97-AF65-F5344CB8AC3E}">
        <p14:creationId xmlns:p14="http://schemas.microsoft.com/office/powerpoint/2010/main" val="30463035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X</a:t>
            </a:r>
            <a:r>
              <a:rPr kumimoji="1" lang="zh-CN" altLang="en-US" dirty="0"/>
              <a:t>：在这里表示数值未知</a:t>
            </a:r>
          </a:p>
        </p:txBody>
      </p:sp>
      <p:sp>
        <p:nvSpPr>
          <p:cNvPr id="4" name="灯片编号占位符 3"/>
          <p:cNvSpPr>
            <a:spLocks noGrp="1"/>
          </p:cNvSpPr>
          <p:nvPr>
            <p:ph type="sldNum" sz="quarter" idx="5"/>
          </p:nvPr>
        </p:nvSpPr>
        <p:spPr/>
        <p:txBody>
          <a:bodyPr/>
          <a:lstStyle/>
          <a:p>
            <a:fld id="{6BB7EB77-94AC-4128-8DFB-759E46F1AD99}" type="slidenum">
              <a:rPr lang="zh-CN" altLang="en-US" smtClean="0"/>
              <a:t>24</a:t>
            </a:fld>
            <a:endParaRPr lang="zh-CN" altLang="en-US"/>
          </a:p>
        </p:txBody>
      </p:sp>
    </p:spTree>
    <p:extLst>
      <p:ext uri="{BB962C8B-B14F-4D97-AF65-F5344CB8AC3E}">
        <p14:creationId xmlns:p14="http://schemas.microsoft.com/office/powerpoint/2010/main" val="38007316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也称寄存器文件</a:t>
            </a:r>
            <a:r>
              <a:rPr lang="en-US" altLang="zh-CN"/>
              <a:t>(Register File)</a:t>
            </a:r>
            <a:r>
              <a:rPr lang="zh-CN" altLang="en-US"/>
              <a:t>或者寄存器堆</a:t>
            </a:r>
            <a:r>
              <a:rPr lang="en-US" altLang="zh-CN"/>
              <a:t>(Register Bank)</a:t>
            </a:r>
            <a:r>
              <a:rPr lang="zh-CN" altLang="en-US"/>
              <a:t>；双端口输出有利于实现双操作数的计算，例如：加数和被加数，乘数和被乘数等。</a:t>
            </a:r>
            <a:endParaRPr lang="en-US" altLang="zh-CN"/>
          </a:p>
          <a:p>
            <a:r>
              <a:rPr lang="zh-CN" altLang="en-US"/>
              <a:t>寄存器组和</a:t>
            </a:r>
            <a:r>
              <a:rPr lang="en-US" altLang="zh-CN"/>
              <a:t>MEM</a:t>
            </a:r>
            <a:r>
              <a:rPr lang="zh-CN" altLang="en-US"/>
              <a:t>的区别。寄存器组使用多个寄存器实现，因此内部组成复杂，但速度快，不一定需要时钟，可双端输出，一般用来作为</a:t>
            </a:r>
            <a:r>
              <a:rPr lang="en-US" altLang="zh-CN"/>
              <a:t>CPU</a:t>
            </a:r>
            <a:r>
              <a:rPr lang="zh-CN" altLang="en-US"/>
              <a:t>内部寄存器；</a:t>
            </a:r>
            <a:r>
              <a:rPr lang="en-US" altLang="zh-CN"/>
              <a:t>MEM</a:t>
            </a:r>
            <a:r>
              <a:rPr lang="zh-CN" altLang="en-US"/>
              <a:t>采用</a:t>
            </a:r>
            <a:r>
              <a:rPr lang="en-US" altLang="zh-CN"/>
              <a:t>MOS</a:t>
            </a:r>
            <a:r>
              <a:rPr lang="zh-CN" altLang="en-US"/>
              <a:t>管或电容实现，组成简单，但速度较慢，需要时钟和控制信号，一般用于需要大批量存储数据的场合。</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29</a:t>
            </a:fld>
            <a:endParaRPr lang="zh-CN" altLang="en-US"/>
          </a:p>
        </p:txBody>
      </p:sp>
    </p:spTree>
    <p:extLst>
      <p:ext uri="{BB962C8B-B14F-4D97-AF65-F5344CB8AC3E}">
        <p14:creationId xmlns:p14="http://schemas.microsoft.com/office/powerpoint/2010/main" val="7468946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31</a:t>
            </a:fld>
            <a:endParaRPr lang="zh-CN" altLang="en-US"/>
          </a:p>
        </p:txBody>
      </p:sp>
    </p:spTree>
    <p:extLst>
      <p:ext uri="{BB962C8B-B14F-4D97-AF65-F5344CB8AC3E}">
        <p14:creationId xmlns:p14="http://schemas.microsoft.com/office/powerpoint/2010/main" val="18291719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也称寄存器文件</a:t>
            </a:r>
            <a:r>
              <a:rPr lang="en-US" altLang="zh-CN" dirty="0"/>
              <a:t>(Register File)</a:t>
            </a:r>
            <a:r>
              <a:rPr lang="zh-CN" altLang="en-US" dirty="0"/>
              <a:t>或者寄存器堆</a:t>
            </a:r>
            <a:r>
              <a:rPr lang="en-US" altLang="zh-CN" dirty="0"/>
              <a:t>(Register Bank)</a:t>
            </a:r>
            <a:endParaRPr lang="zh-CN" altLang="en-US"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32</a:t>
            </a:fld>
            <a:endParaRPr lang="zh-CN" altLang="en-US"/>
          </a:p>
        </p:txBody>
      </p:sp>
    </p:spTree>
    <p:extLst>
      <p:ext uri="{BB962C8B-B14F-4D97-AF65-F5344CB8AC3E}">
        <p14:creationId xmlns:p14="http://schemas.microsoft.com/office/powerpoint/2010/main" val="30190609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CPU</a:t>
            </a:r>
            <a:r>
              <a:rPr lang="zh-CN" altLang="en-US" dirty="0"/>
              <a:t>架构，从寄存器组中取地址为</a:t>
            </a:r>
            <a:r>
              <a:rPr lang="en-US" altLang="zh-CN" dirty="0"/>
              <a:t>1</a:t>
            </a:r>
            <a:r>
              <a:rPr lang="zh-CN" altLang="en-US" dirty="0"/>
              <a:t>和</a:t>
            </a:r>
            <a:r>
              <a:rPr lang="en-US" altLang="zh-CN" dirty="0"/>
              <a:t>2</a:t>
            </a:r>
            <a:r>
              <a:rPr lang="zh-CN" altLang="en-US" dirty="0"/>
              <a:t>的两个数相减，结果存入寄存器组地址</a:t>
            </a:r>
            <a:r>
              <a:rPr lang="en-US" altLang="zh-CN" dirty="0"/>
              <a:t>0</a:t>
            </a:r>
            <a:endParaRPr lang="zh-CN" altLang="en-US"/>
          </a:p>
          <a:p>
            <a:endParaRPr kumimoji="1" lang="zh-CN" altLang="en-US"/>
          </a:p>
        </p:txBody>
      </p:sp>
      <p:sp>
        <p:nvSpPr>
          <p:cNvPr id="4" name="灯片编号占位符 3"/>
          <p:cNvSpPr>
            <a:spLocks noGrp="1"/>
          </p:cNvSpPr>
          <p:nvPr>
            <p:ph type="sldNum" sz="quarter" idx="5"/>
          </p:nvPr>
        </p:nvSpPr>
        <p:spPr/>
        <p:txBody>
          <a:bodyPr/>
          <a:lstStyle/>
          <a:p>
            <a:fld id="{6BB7EB77-94AC-4128-8DFB-759E46F1AD99}" type="slidenum">
              <a:rPr lang="zh-CN" altLang="en-US" smtClean="0"/>
              <a:t>33</a:t>
            </a:fld>
            <a:endParaRPr lang="zh-CN" altLang="en-US"/>
          </a:p>
        </p:txBody>
      </p:sp>
    </p:spTree>
    <p:extLst>
      <p:ext uri="{BB962C8B-B14F-4D97-AF65-F5344CB8AC3E}">
        <p14:creationId xmlns:p14="http://schemas.microsoft.com/office/powerpoint/2010/main" val="9987889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742950" y="2130426"/>
            <a:ext cx="8420100" cy="1470025"/>
          </a:xfrm>
        </p:spPr>
        <p:txBody>
          <a:bodyPr/>
          <a:lstStyle/>
          <a:p>
            <a:r>
              <a:rPr lang="en-US" altLang="zh-CN" dirty="0" err="1"/>
              <a:t>Mastertitelformat</a:t>
            </a:r>
            <a:r>
              <a:rPr lang="en-US" altLang="zh-CN" dirty="0"/>
              <a:t> </a:t>
            </a:r>
            <a:r>
              <a:rPr lang="en-US" altLang="zh-CN" dirty="0" err="1"/>
              <a:t>bearbeiten</a:t>
            </a:r>
            <a:endParaRPr lang="en-US" dirty="0"/>
          </a:p>
        </p:txBody>
      </p:sp>
      <p:sp>
        <p:nvSpPr>
          <p:cNvPr id="3" name="Untertitel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a:t>Master-Untertitelformat bearbeiten</a:t>
            </a:r>
            <a:endParaRPr lang="en-US"/>
          </a:p>
        </p:txBody>
      </p:sp>
      <p:sp>
        <p:nvSpPr>
          <p:cNvPr id="7" name="Titel 1">
            <a:extLst>
              <a:ext uri="{FF2B5EF4-FFF2-40B4-BE49-F238E27FC236}">
                <a16:creationId xmlns:a16="http://schemas.microsoft.com/office/drawing/2014/main" id="{EAD0EE8D-9D56-A393-A0B6-B1D464FF8959}"/>
              </a:ext>
            </a:extLst>
          </p:cNvPr>
          <p:cNvSpPr txBox="1">
            <a:spLocks/>
          </p:cNvSpPr>
          <p:nvPr userDrawn="1"/>
        </p:nvSpPr>
        <p:spPr>
          <a:xfrm>
            <a:off x="0" y="0"/>
            <a:ext cx="9906000" cy="510639"/>
          </a:xfrm>
          <a:prstGeom prst="rect">
            <a:avLst/>
          </a:prstGeom>
          <a:solidFill>
            <a:schemeClr val="accent1"/>
          </a:solidFill>
          <a:ln>
            <a:noFill/>
          </a:ln>
        </p:spPr>
        <p:txBody>
          <a:bodyPr vert="horz" lIns="91440" tIns="45720" rIns="91440" bIns="45720" rtlCol="0" anchor="ctr">
            <a:noAutofit/>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r>
              <a:rPr lang="zh-CN" altLang="en-US" sz="2800" dirty="0"/>
              <a:t>计算机科学与技术学院本科课程</a:t>
            </a:r>
            <a:endParaRPr lang="en-US" altLang="zh-CN" sz="2800" dirty="0"/>
          </a:p>
        </p:txBody>
      </p:sp>
      <p:sp>
        <p:nvSpPr>
          <p:cNvPr id="8" name="Titel 1">
            <a:extLst>
              <a:ext uri="{FF2B5EF4-FFF2-40B4-BE49-F238E27FC236}">
                <a16:creationId xmlns:a16="http://schemas.microsoft.com/office/drawing/2014/main" id="{32A6DDD0-4B5B-3901-545E-2EAC257EF171}"/>
              </a:ext>
            </a:extLst>
          </p:cNvPr>
          <p:cNvSpPr txBox="1">
            <a:spLocks/>
          </p:cNvSpPr>
          <p:nvPr userDrawn="1"/>
        </p:nvSpPr>
        <p:spPr>
          <a:xfrm>
            <a:off x="0" y="6741796"/>
            <a:ext cx="9906000" cy="116204"/>
          </a:xfrm>
          <a:prstGeom prst="rect">
            <a:avLst/>
          </a:prstGeom>
          <a:solidFill>
            <a:schemeClr val="accent1"/>
          </a:solidFill>
          <a:ln>
            <a:noFill/>
          </a:ln>
        </p:spPr>
        <p:txBody>
          <a:bodyPr vert="horz" lIns="91440" tIns="45720" rIns="91440" bIns="45720" rtlCol="0" anchor="ctr">
            <a:normAutofit fontScale="25000" lnSpcReduction="20000"/>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endParaRPr lang="en-US" dirty="0"/>
          </a:p>
        </p:txBody>
      </p:sp>
    </p:spTree>
    <p:extLst>
      <p:ext uri="{BB962C8B-B14F-4D97-AF65-F5344CB8AC3E}">
        <p14:creationId xmlns:p14="http://schemas.microsoft.com/office/powerpoint/2010/main" val="843216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p:nvPr>
        </p:nvSpPr>
        <p:spPr>
          <a:xfrm>
            <a:off x="0" y="0"/>
            <a:ext cx="9906000" cy="510639"/>
          </a:xfrm>
          <a:solidFill>
            <a:schemeClr val="accent1"/>
          </a:solidFill>
          <a:ln>
            <a:noFill/>
          </a:ln>
        </p:spPr>
        <p:txBody>
          <a:bodyPr>
            <a:normAutofit/>
          </a:bodyPr>
          <a:lstStyle>
            <a:lvl1pPr algn="ctr">
              <a:defRPr sz="3200">
                <a:solidFill>
                  <a:schemeClr val="bg1"/>
                </a:solidFill>
                <a:latin typeface="Microsoft YaHei" panose="020B0503020204020204" pitchFamily="34" charset="-122"/>
                <a:ea typeface="Microsoft YaHei" panose="020B0503020204020204" pitchFamily="34" charset="-122"/>
              </a:defRPr>
            </a:lvl1pPr>
          </a:lstStyle>
          <a:p>
            <a:r>
              <a:rPr lang="en-US" altLang="zh-CN" dirty="0" err="1"/>
              <a:t>Mastertitelformat</a:t>
            </a:r>
            <a:r>
              <a:rPr lang="en-US" altLang="zh-CN" dirty="0"/>
              <a:t> </a:t>
            </a:r>
            <a:r>
              <a:rPr lang="en-US" altLang="zh-CN" dirty="0" err="1"/>
              <a:t>bearbeiten</a:t>
            </a:r>
            <a:endParaRPr lang="en-US" dirty="0"/>
          </a:p>
        </p:txBody>
      </p:sp>
      <p:sp>
        <p:nvSpPr>
          <p:cNvPr id="3" name="Inhaltsplatzhalter 2"/>
          <p:cNvSpPr>
            <a:spLocks noGrp="1"/>
          </p:cNvSpPr>
          <p:nvPr>
            <p:ph idx="1"/>
          </p:nvPr>
        </p:nvSpPr>
        <p:spPr>
          <a:xfrm>
            <a:off x="17780" y="585760"/>
            <a:ext cx="9888220" cy="5947119"/>
          </a:xfrm>
        </p:spPr>
        <p:txBody>
          <a:bodyPr/>
          <a:lstStyle>
            <a:lvl1pPr>
              <a:defRPr sz="2800">
                <a:solidFill>
                  <a:schemeClr val="accent1">
                    <a:lumMod val="50000"/>
                  </a:schemeClr>
                </a:solidFill>
                <a:latin typeface="+mj-ea"/>
                <a:ea typeface="+mj-ea"/>
              </a:defRPr>
            </a:lvl1pPr>
            <a:lvl2pPr>
              <a:defRPr sz="2400">
                <a:solidFill>
                  <a:schemeClr val="accent1">
                    <a:lumMod val="75000"/>
                  </a:schemeClr>
                </a:solidFill>
                <a:latin typeface="+mj-ea"/>
                <a:ea typeface="+mj-ea"/>
              </a:defRPr>
            </a:lvl2pPr>
            <a:lvl3pPr>
              <a:defRPr sz="2000">
                <a:solidFill>
                  <a:schemeClr val="tx1">
                    <a:lumMod val="50000"/>
                    <a:lumOff val="50000"/>
                  </a:schemeClr>
                </a:solidFill>
                <a:latin typeface="+mj-ea"/>
                <a:ea typeface="+mj-ea"/>
              </a:defRPr>
            </a:lvl3pPr>
            <a:lvl4pPr>
              <a:defRPr>
                <a:solidFill>
                  <a:schemeClr val="tx1">
                    <a:lumMod val="50000"/>
                    <a:lumOff val="50000"/>
                  </a:schemeClr>
                </a:solidFill>
                <a:latin typeface="+mj-ea"/>
                <a:ea typeface="+mj-ea"/>
              </a:defRPr>
            </a:lvl4pPr>
            <a:lvl5pPr>
              <a:defRPr>
                <a:solidFill>
                  <a:schemeClr val="tx1">
                    <a:lumMod val="50000"/>
                    <a:lumOff val="50000"/>
                  </a:schemeClr>
                </a:solidFill>
                <a:latin typeface="+mj-ea"/>
                <a:ea typeface="+mj-ea"/>
              </a:defRPr>
            </a:lvl5pPr>
          </a:lstStyle>
          <a:p>
            <a:pPr lvl="0"/>
            <a:r>
              <a:rPr lang="en-US" altLang="zh-CN" dirty="0" err="1"/>
              <a:t>Mastertextformat</a:t>
            </a:r>
            <a:r>
              <a:rPr lang="en-US" altLang="zh-CN" dirty="0"/>
              <a:t> </a:t>
            </a:r>
            <a:r>
              <a:rPr lang="en-US" altLang="zh-CN" dirty="0" err="1"/>
              <a:t>bearbeiten</a:t>
            </a:r>
            <a:endParaRPr lang="en-US" altLang="zh-CN" dirty="0"/>
          </a:p>
          <a:p>
            <a:pPr lvl="1"/>
            <a:r>
              <a:rPr lang="en-US" altLang="zh-CN" dirty="0" err="1"/>
              <a:t>Zweite</a:t>
            </a:r>
            <a:r>
              <a:rPr lang="en-US" altLang="zh-CN" dirty="0"/>
              <a:t> Ebene</a:t>
            </a:r>
          </a:p>
          <a:p>
            <a:pPr lvl="2"/>
            <a:r>
              <a:rPr lang="en-US" altLang="zh-CN" dirty="0" err="1"/>
              <a:t>Dritte</a:t>
            </a:r>
            <a:r>
              <a:rPr lang="en-US" altLang="zh-CN" dirty="0"/>
              <a:t> Ebene</a:t>
            </a:r>
          </a:p>
          <a:p>
            <a:pPr lvl="3"/>
            <a:r>
              <a:rPr lang="en-US" altLang="zh-CN" dirty="0" err="1"/>
              <a:t>Vierte</a:t>
            </a:r>
            <a:r>
              <a:rPr lang="en-US" altLang="zh-CN" dirty="0"/>
              <a:t> Ebene</a:t>
            </a:r>
          </a:p>
          <a:p>
            <a:pPr lvl="4"/>
            <a:r>
              <a:rPr lang="en-US" altLang="zh-CN" dirty="0" err="1"/>
              <a:t>Fünfte</a:t>
            </a:r>
            <a:r>
              <a:rPr lang="en-US" altLang="zh-CN" dirty="0"/>
              <a:t> Ebene</a:t>
            </a:r>
            <a:endParaRPr lang="en-US" dirty="0"/>
          </a:p>
        </p:txBody>
      </p:sp>
      <p:sp>
        <p:nvSpPr>
          <p:cNvPr id="5" name="Fußzeilenplatzhalter 4"/>
          <p:cNvSpPr>
            <a:spLocks noGrp="1"/>
          </p:cNvSpPr>
          <p:nvPr>
            <p:ph type="ftr" sz="quarter" idx="11"/>
          </p:nvPr>
        </p:nvSpPr>
        <p:spPr>
          <a:xfrm>
            <a:off x="3384550" y="6532880"/>
            <a:ext cx="3136900" cy="188596"/>
          </a:xfrm>
        </p:spPr>
        <p:txBody>
          <a:bodyPr/>
          <a:lstStyle>
            <a:lvl1pPr>
              <a:defRPr sz="1000">
                <a:solidFill>
                  <a:srgbClr val="0070C0"/>
                </a:solidFill>
              </a:defRPr>
            </a:lvl1pPr>
          </a:lstStyle>
          <a:p>
            <a:r>
              <a:rPr lang="zh-CN" altLang="en-US"/>
              <a:t>模拟与数字电路：</a:t>
            </a:r>
            <a:r>
              <a:rPr lang="en-US" altLang="zh-CN"/>
              <a:t>17. </a:t>
            </a:r>
            <a:r>
              <a:rPr lang="zh-CN" altLang="en-US"/>
              <a:t>时序逻辑电路</a:t>
            </a:r>
            <a:r>
              <a:rPr lang="en-US" altLang="zh-CN"/>
              <a:t>4</a:t>
            </a:r>
            <a:endParaRPr lang="en-US" dirty="0"/>
          </a:p>
        </p:txBody>
      </p:sp>
      <p:sp>
        <p:nvSpPr>
          <p:cNvPr id="6" name="Foliennummernplatzhalter 5"/>
          <p:cNvSpPr>
            <a:spLocks noGrp="1"/>
          </p:cNvSpPr>
          <p:nvPr>
            <p:ph type="sldNum" sz="quarter" idx="12"/>
          </p:nvPr>
        </p:nvSpPr>
        <p:spPr>
          <a:xfrm>
            <a:off x="7475220" y="6543040"/>
            <a:ext cx="2311400" cy="188596"/>
          </a:xfrm>
        </p:spPr>
        <p:txBody>
          <a:bodyPr/>
          <a:lstStyle>
            <a:lvl1pPr>
              <a:defRPr sz="1000">
                <a:solidFill>
                  <a:srgbClr val="0070C0"/>
                </a:solidFill>
              </a:defRPr>
            </a:lvl1pPr>
          </a:lstStyle>
          <a:p>
            <a:fld id="{9E260BC5-5BF3-8746-862B-DC45E9CAA88B}" type="slidenum">
              <a:rPr lang="en-US" smtClean="0"/>
              <a:pPr/>
              <a:t>‹#›</a:t>
            </a:fld>
            <a:r>
              <a:rPr lang="en-US" altLang="zh-CN" dirty="0"/>
              <a:t>/</a:t>
            </a:r>
            <a:endParaRPr lang="en-US" dirty="0"/>
          </a:p>
        </p:txBody>
      </p:sp>
      <p:pic>
        <p:nvPicPr>
          <p:cNvPr id="7" name="Bild 3"/>
          <p:cNvPicPr>
            <a:picLocks noChangeAspect="1"/>
          </p:cNvPicPr>
          <p:nvPr userDrawn="1"/>
        </p:nvPicPr>
        <p:blipFill>
          <a:blip r:embed="rId2"/>
          <a:stretch>
            <a:fillRect/>
          </a:stretch>
        </p:blipFill>
        <p:spPr>
          <a:xfrm>
            <a:off x="9258354" y="575599"/>
            <a:ext cx="629866" cy="574907"/>
          </a:xfrm>
          <a:prstGeom prst="rect">
            <a:avLst/>
          </a:prstGeom>
        </p:spPr>
      </p:pic>
      <p:sp>
        <p:nvSpPr>
          <p:cNvPr id="11" name="Titel 1">
            <a:extLst>
              <a:ext uri="{FF2B5EF4-FFF2-40B4-BE49-F238E27FC236}">
                <a16:creationId xmlns:a16="http://schemas.microsoft.com/office/drawing/2014/main" id="{8A49508E-0CBC-36CF-BE0A-9CFE928D5051}"/>
              </a:ext>
            </a:extLst>
          </p:cNvPr>
          <p:cNvSpPr txBox="1">
            <a:spLocks/>
          </p:cNvSpPr>
          <p:nvPr userDrawn="1"/>
        </p:nvSpPr>
        <p:spPr>
          <a:xfrm>
            <a:off x="0" y="6741796"/>
            <a:ext cx="9906000" cy="116204"/>
          </a:xfrm>
          <a:prstGeom prst="rect">
            <a:avLst/>
          </a:prstGeom>
          <a:solidFill>
            <a:schemeClr val="accent1"/>
          </a:solidFill>
          <a:ln>
            <a:noFill/>
          </a:ln>
        </p:spPr>
        <p:txBody>
          <a:bodyPr vert="horz" lIns="91440" tIns="45720" rIns="91440" bIns="45720" rtlCol="0" anchor="ctr">
            <a:normAutofit fontScale="25000" lnSpcReduction="20000"/>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endParaRPr lang="en-US" dirty="0"/>
          </a:p>
        </p:txBody>
      </p:sp>
      <p:sp>
        <p:nvSpPr>
          <p:cNvPr id="4" name="Fußzeilenplatzhalter 4">
            <a:extLst>
              <a:ext uri="{FF2B5EF4-FFF2-40B4-BE49-F238E27FC236}">
                <a16:creationId xmlns:a16="http://schemas.microsoft.com/office/drawing/2014/main" id="{6482FF6C-9411-92E7-7DED-EBDB23C92E35}"/>
              </a:ext>
            </a:extLst>
          </p:cNvPr>
          <p:cNvSpPr txBox="1">
            <a:spLocks/>
          </p:cNvSpPr>
          <p:nvPr userDrawn="1"/>
        </p:nvSpPr>
        <p:spPr>
          <a:xfrm>
            <a:off x="17780" y="6522719"/>
            <a:ext cx="1684560" cy="208917"/>
          </a:xfrm>
          <a:prstGeom prst="rect">
            <a:avLst/>
          </a:prstGeom>
        </p:spPr>
        <p:txBody>
          <a:bodyPr vert="horz" lIns="91440" tIns="45720" rIns="91440" bIns="45720" rtlCol="0" anchor="ctr"/>
          <a:lstStyle>
            <a:defPPr>
              <a:defRPr lang="de-DE"/>
            </a:defPPr>
            <a:lvl1pPr marL="0" algn="ctr" defTabSz="457200" rtl="0" eaLnBrk="1" latinLnBrk="0" hangingPunct="1">
              <a:defRPr sz="1000" kern="1200">
                <a:solidFill>
                  <a:srgbClr val="0070C0"/>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dirty="0"/>
              <a:t>2024</a:t>
            </a:r>
            <a:r>
              <a:rPr lang="zh-CN" altLang="en-US" dirty="0"/>
              <a:t>年秋季学期</a:t>
            </a:r>
            <a:endParaRPr lang="en-US" dirty="0"/>
          </a:p>
        </p:txBody>
      </p:sp>
    </p:spTree>
    <p:extLst>
      <p:ext uri="{BB962C8B-B14F-4D97-AF65-F5344CB8AC3E}">
        <p14:creationId xmlns:p14="http://schemas.microsoft.com/office/powerpoint/2010/main" val="1212937757"/>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82506" y="4406901"/>
            <a:ext cx="8420100" cy="1362075"/>
          </a:xfrm>
        </p:spPr>
        <p:txBody>
          <a:bodyPr anchor="t"/>
          <a:lstStyle>
            <a:lvl1pPr algn="l">
              <a:defRPr sz="4000" b="1" cap="all"/>
            </a:lvl1pPr>
          </a:lstStyle>
          <a:p>
            <a:r>
              <a:rPr lang="en-US" altLang="zh-CN"/>
              <a:t>Mastertitelformat bearbeiten</a:t>
            </a:r>
            <a:endParaRPr lang="en-US"/>
          </a:p>
        </p:txBody>
      </p:sp>
      <p:sp>
        <p:nvSpPr>
          <p:cNvPr id="3" name="Textplatzhalter 2"/>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CN"/>
              <a:t>Mastertextformat bearbeiten</a:t>
            </a:r>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604770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Inhaltsplatzhalter 2"/>
          <p:cNvSpPr>
            <a:spLocks noGrp="1"/>
          </p:cNvSpPr>
          <p:nvPr>
            <p:ph sz="half" idx="1"/>
          </p:nvPr>
        </p:nvSpPr>
        <p:spPr>
          <a:xfrm>
            <a:off x="49530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Inhaltsplatzhalter 3"/>
          <p:cNvSpPr>
            <a:spLocks noGrp="1"/>
          </p:cNvSpPr>
          <p:nvPr>
            <p:ph sz="half" idx="2"/>
          </p:nvPr>
        </p:nvSpPr>
        <p:spPr>
          <a:xfrm>
            <a:off x="503555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943307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altLang="zh-CN"/>
              <a:t>Mastertitelformat bearbeiten</a:t>
            </a:r>
            <a:endParaRPr lang="en-US"/>
          </a:p>
        </p:txBody>
      </p:sp>
      <p:sp>
        <p:nvSpPr>
          <p:cNvPr id="3" name="Textplatzhalter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Mastertextformat bearbeiten</a:t>
            </a:r>
          </a:p>
        </p:txBody>
      </p:sp>
      <p:sp>
        <p:nvSpPr>
          <p:cNvPr id="4" name="Inhaltsplatzhalter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5" name="Textplatzhalter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Mastertextformat bearbeiten</a:t>
            </a:r>
          </a:p>
        </p:txBody>
      </p:sp>
      <p:sp>
        <p:nvSpPr>
          <p:cNvPr id="6" name="Inhaltsplatzhalter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7" name="Datumsplatzhalter 6"/>
          <p:cNvSpPr>
            <a:spLocks noGrp="1"/>
          </p:cNvSpPr>
          <p:nvPr>
            <p:ph type="dt" sz="half" idx="10"/>
          </p:nvPr>
        </p:nvSpPr>
        <p:spPr/>
        <p:txBody>
          <a:bodyPr/>
          <a:lstStyle/>
          <a:p>
            <a:endParaRPr lang="en-US"/>
          </a:p>
        </p:txBody>
      </p:sp>
      <p:sp>
        <p:nvSpPr>
          <p:cNvPr id="8" name="Fußzeilenplatzhalter 7"/>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a:p>
        </p:txBody>
      </p:sp>
      <p:sp>
        <p:nvSpPr>
          <p:cNvPr id="9" name="Foliennummernplatzhalter 8"/>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794405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Datumsplatzhalter 2"/>
          <p:cNvSpPr>
            <a:spLocks noGrp="1"/>
          </p:cNvSpPr>
          <p:nvPr>
            <p:ph type="dt" sz="half" idx="10"/>
          </p:nvPr>
        </p:nvSpPr>
        <p:spPr/>
        <p:txBody>
          <a:bodyPr/>
          <a:lstStyle/>
          <a:p>
            <a:endParaRPr lang="en-US"/>
          </a:p>
        </p:txBody>
      </p:sp>
      <p:sp>
        <p:nvSpPr>
          <p:cNvPr id="4" name="Fußzeilenplatzhalter 3"/>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a:p>
        </p:txBody>
      </p:sp>
      <p:sp>
        <p:nvSpPr>
          <p:cNvPr id="5" name="Foliennummernplatzhalter 4"/>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049821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endParaRPr lang="en-US"/>
          </a:p>
        </p:txBody>
      </p:sp>
      <p:sp>
        <p:nvSpPr>
          <p:cNvPr id="3" name="Fußzeilenplatzhalter 2"/>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a:p>
        </p:txBody>
      </p:sp>
      <p:sp>
        <p:nvSpPr>
          <p:cNvPr id="4" name="Foliennummernplatzhalter 3"/>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3033565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495300" y="273050"/>
            <a:ext cx="3259006" cy="1162050"/>
          </a:xfrm>
        </p:spPr>
        <p:txBody>
          <a:bodyPr anchor="b"/>
          <a:lstStyle>
            <a:lvl1pPr algn="l">
              <a:defRPr sz="2000" b="1"/>
            </a:lvl1pPr>
          </a:lstStyle>
          <a:p>
            <a:r>
              <a:rPr lang="en-US" altLang="zh-CN"/>
              <a:t>Mastertitelformat bearbeiten</a:t>
            </a:r>
            <a:endParaRPr lang="en-US"/>
          </a:p>
        </p:txBody>
      </p:sp>
      <p:sp>
        <p:nvSpPr>
          <p:cNvPr id="3" name="Inhaltsplatzhalter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Textplatzhalter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Mastertextformat bearbeiten</a:t>
            </a:r>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213735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941645" y="4800600"/>
            <a:ext cx="5943600" cy="566738"/>
          </a:xfrm>
        </p:spPr>
        <p:txBody>
          <a:bodyPr anchor="b"/>
          <a:lstStyle>
            <a:lvl1pPr algn="l">
              <a:defRPr sz="2000" b="1"/>
            </a:lvl1pPr>
          </a:lstStyle>
          <a:p>
            <a:r>
              <a:rPr lang="en-US" altLang="zh-CN"/>
              <a:t>Mastertitelformat bearbeiten</a:t>
            </a:r>
            <a:endParaRPr lang="en-US"/>
          </a:p>
        </p:txBody>
      </p:sp>
      <p:sp>
        <p:nvSpPr>
          <p:cNvPr id="3" name="Bildplatzhalter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platzhalter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Mastertextformat bearbeiten</a:t>
            </a:r>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757037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Vertikaler Textplatzhalter 2"/>
          <p:cNvSpPr>
            <a:spLocks noGrp="1"/>
          </p:cNvSpPr>
          <p:nvPr>
            <p:ph type="body" orient="vert" idx="1"/>
          </p:nvPr>
        </p:nvSpPr>
        <p:spPr/>
        <p:txBody>
          <a:bodyPr vert="eaVert"/>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157457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7181850" y="274639"/>
            <a:ext cx="2228850" cy="5851525"/>
          </a:xfrm>
        </p:spPr>
        <p:txBody>
          <a:bodyPr vert="eaVert"/>
          <a:lstStyle/>
          <a:p>
            <a:r>
              <a:rPr lang="en-US" altLang="zh-CN"/>
              <a:t>Mastertitelformat bearbeiten</a:t>
            </a:r>
            <a:endParaRPr lang="en-US"/>
          </a:p>
        </p:txBody>
      </p:sp>
      <p:sp>
        <p:nvSpPr>
          <p:cNvPr id="3" name="Vertikaler Textplatzhalter 2"/>
          <p:cNvSpPr>
            <a:spLocks noGrp="1"/>
          </p:cNvSpPr>
          <p:nvPr>
            <p:ph type="body" orient="vert" idx="1"/>
          </p:nvPr>
        </p:nvSpPr>
        <p:spPr>
          <a:xfrm>
            <a:off x="495300" y="274639"/>
            <a:ext cx="6521450" cy="5851525"/>
          </a:xfrm>
        </p:spPr>
        <p:txBody>
          <a:bodyPr vert="eaVert"/>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341033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n-US" altLang="zh-CN"/>
              <a:t>Mastertitelformat bearbeiten</a:t>
            </a:r>
            <a:endParaRPr lang="en-US"/>
          </a:p>
        </p:txBody>
      </p:sp>
      <p:sp>
        <p:nvSpPr>
          <p:cNvPr id="3" name="Textplatzhalter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ußzeilenplatzhalter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模拟与数字电路：</a:t>
            </a:r>
            <a:r>
              <a:rPr lang="en-US" altLang="zh-CN"/>
              <a:t>17. </a:t>
            </a:r>
            <a:r>
              <a:rPr lang="zh-CN" altLang="en-US"/>
              <a:t>时序逻辑电路</a:t>
            </a:r>
            <a:r>
              <a:rPr lang="en-US" altLang="zh-CN"/>
              <a:t>4</a:t>
            </a:r>
            <a:endParaRPr lang="en-US"/>
          </a:p>
        </p:txBody>
      </p:sp>
      <p:sp>
        <p:nvSpPr>
          <p:cNvPr id="6" name="Foliennummernplatzhalter 5"/>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260BC5-5BF3-8746-862B-DC45E9CAA88B}" type="slidenum">
              <a:rPr lang="en-US" smtClean="0"/>
              <a:t>‹#›</a:t>
            </a:fld>
            <a:endParaRPr lang="en-US"/>
          </a:p>
        </p:txBody>
      </p:sp>
    </p:spTree>
    <p:extLst>
      <p:ext uri="{BB962C8B-B14F-4D97-AF65-F5344CB8AC3E}">
        <p14:creationId xmlns:p14="http://schemas.microsoft.com/office/powerpoint/2010/main" val="33822047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6.wmf"/><Relationship Id="rId5" Type="http://schemas.openxmlformats.org/officeDocument/2006/relationships/oleObject" Target="../embeddings/oleObject2.bin"/><Relationship Id="rId4" Type="http://schemas.openxmlformats.org/officeDocument/2006/relationships/image" Target="../media/image15.wmf"/></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742950" y="1077976"/>
            <a:ext cx="8420100" cy="1470025"/>
          </a:xfrm>
        </p:spPr>
        <p:txBody>
          <a:bodyPr>
            <a:normAutofit fontScale="90000"/>
          </a:bodyPr>
          <a:lstStyle/>
          <a:p>
            <a:br>
              <a:rPr lang="en-US" altLang="zh-CN" sz="2400" b="1" dirty="0">
                <a:latin typeface="黑体"/>
                <a:ea typeface="黑体"/>
                <a:cs typeface="黑体"/>
              </a:rPr>
            </a:br>
            <a:br>
              <a:rPr lang="en-US" altLang="zh-CN" b="1" dirty="0">
                <a:latin typeface="黑体"/>
                <a:ea typeface="黑体"/>
                <a:cs typeface="黑体"/>
              </a:rPr>
            </a:br>
            <a:r>
              <a:rPr lang="zh-CN" altLang="en-US" sz="2200" dirty="0">
                <a:solidFill>
                  <a:schemeClr val="accent1">
                    <a:lumMod val="50000"/>
                  </a:schemeClr>
                </a:solidFill>
              </a:rPr>
              <a:t>模拟与数字电路</a:t>
            </a:r>
            <a:br>
              <a:rPr lang="zh-CN" altLang="en-US" sz="2200" dirty="0">
                <a:solidFill>
                  <a:schemeClr val="accent1">
                    <a:lumMod val="50000"/>
                  </a:schemeClr>
                </a:solidFill>
              </a:rPr>
            </a:br>
            <a:r>
              <a:rPr lang="en-US" altLang="zh-CN" sz="2200" dirty="0">
                <a:solidFill>
                  <a:schemeClr val="accent1">
                    <a:lumMod val="50000"/>
                  </a:schemeClr>
                </a:solidFill>
                <a:latin typeface="+mj-ea"/>
              </a:rPr>
              <a:t>Analog and Digital Circuits</a:t>
            </a:r>
            <a:endParaRPr lang="en-US" sz="2200" dirty="0">
              <a:solidFill>
                <a:schemeClr val="accent1">
                  <a:lumMod val="50000"/>
                </a:schemeClr>
              </a:solidFill>
              <a:latin typeface="+mj-ea"/>
            </a:endParaRPr>
          </a:p>
        </p:txBody>
      </p:sp>
      <p:sp>
        <p:nvSpPr>
          <p:cNvPr id="3" name="Untertitel 2"/>
          <p:cNvSpPr>
            <a:spLocks noGrp="1"/>
          </p:cNvSpPr>
          <p:nvPr>
            <p:ph type="subTitle" idx="1"/>
          </p:nvPr>
        </p:nvSpPr>
        <p:spPr>
          <a:xfrm>
            <a:off x="1485900" y="2546991"/>
            <a:ext cx="6934200" cy="2269558"/>
          </a:xfrm>
        </p:spPr>
        <p:txBody>
          <a:bodyPr>
            <a:noAutofit/>
          </a:bodyPr>
          <a:lstStyle/>
          <a:p>
            <a:endParaRPr lang="en-US" altLang="zh-CN" sz="1600" b="0" dirty="0">
              <a:solidFill>
                <a:schemeClr val="accent1"/>
              </a:solidFill>
              <a:latin typeface="微软雅黑" panose="020B0503020204020204" pitchFamily="34" charset="-122"/>
              <a:ea typeface="微软雅黑" panose="020B0503020204020204" pitchFamily="34" charset="-122"/>
            </a:endParaRPr>
          </a:p>
          <a:p>
            <a:pPr algn="ctr" eaLnBrk="1" hangingPunct="1">
              <a:spcAft>
                <a:spcPct val="0"/>
              </a:spcAft>
              <a:buFontTx/>
              <a:buNone/>
            </a:pPr>
            <a:br>
              <a:rPr lang="en-US" altLang="zh-CN" sz="1600" b="0" dirty="0">
                <a:solidFill>
                  <a:schemeClr val="accent1"/>
                </a:solidFill>
                <a:latin typeface="微软雅黑" panose="020B0503020204020204" pitchFamily="34" charset="-122"/>
                <a:ea typeface="微软雅黑" panose="020B0503020204020204" pitchFamily="34" charset="-122"/>
              </a:rPr>
            </a:br>
            <a:r>
              <a:rPr lang="en-US" altLang="zh-CN" sz="3600" b="1" dirty="0">
                <a:solidFill>
                  <a:schemeClr val="tx1"/>
                </a:solidFill>
                <a:latin typeface="Microsoft YaHei" panose="020B0503020204020204" pitchFamily="34" charset="-122"/>
                <a:ea typeface="Microsoft YaHei" panose="020B0503020204020204" pitchFamily="34" charset="-122"/>
              </a:rPr>
              <a:t>17_</a:t>
            </a:r>
            <a:r>
              <a:rPr lang="zh-CN" altLang="en-US" sz="3600" b="1" dirty="0">
                <a:solidFill>
                  <a:schemeClr val="tx1"/>
                </a:solidFill>
                <a:latin typeface="Microsoft YaHei" panose="020B0503020204020204" pitchFamily="34" charset="-122"/>
                <a:ea typeface="Microsoft YaHei" panose="020B0503020204020204" pitchFamily="34" charset="-122"/>
              </a:rPr>
              <a:t>时序逻辑电路（</a:t>
            </a:r>
            <a:r>
              <a:rPr lang="en-US" altLang="zh-CN" sz="3600" b="1" dirty="0">
                <a:solidFill>
                  <a:schemeClr val="tx1"/>
                </a:solidFill>
                <a:latin typeface="Microsoft YaHei" panose="020B0503020204020204" pitchFamily="34" charset="-122"/>
                <a:ea typeface="Microsoft YaHei" panose="020B0503020204020204" pitchFamily="34" charset="-122"/>
              </a:rPr>
              <a:t>4</a:t>
            </a:r>
            <a:r>
              <a:rPr lang="zh-CN" altLang="en-US" sz="3600" b="1" dirty="0">
                <a:solidFill>
                  <a:schemeClr val="tx1"/>
                </a:solidFill>
                <a:latin typeface="Microsoft YaHei" panose="020B0503020204020204" pitchFamily="34" charset="-122"/>
                <a:ea typeface="Microsoft YaHei" panose="020B0503020204020204" pitchFamily="34" charset="-122"/>
              </a:rPr>
              <a:t>）</a:t>
            </a:r>
            <a:endParaRPr lang="en-US" altLang="zh-CN" sz="3600" b="1" dirty="0">
              <a:solidFill>
                <a:schemeClr val="tx1"/>
              </a:solidFill>
              <a:latin typeface="Microsoft YaHei" panose="020B0503020204020204" pitchFamily="34" charset="-122"/>
              <a:ea typeface="Microsoft YaHei" panose="020B0503020204020204" pitchFamily="34" charset="-122"/>
            </a:endParaRPr>
          </a:p>
          <a:p>
            <a:pPr algn="ctr" eaLnBrk="1" hangingPunct="1">
              <a:spcAft>
                <a:spcPct val="0"/>
              </a:spcAft>
              <a:buFontTx/>
              <a:buNone/>
            </a:pPr>
            <a:endParaRPr lang="en-US" altLang="zh-CN" sz="2000" dirty="0">
              <a:solidFill>
                <a:schemeClr val="tx1"/>
              </a:solidFill>
              <a:latin typeface="Microsoft YaHei" panose="020B0503020204020204" pitchFamily="34" charset="-122"/>
              <a:ea typeface="Microsoft YaHei" panose="020B0503020204020204" pitchFamily="34" charset="-122"/>
            </a:endParaRPr>
          </a:p>
          <a:p>
            <a:pPr algn="ctr" eaLnBrk="1" hangingPunct="1">
              <a:spcAft>
                <a:spcPct val="0"/>
              </a:spcAft>
              <a:buFontTx/>
              <a:buNone/>
            </a:pPr>
            <a:r>
              <a:rPr lang="zh-CN" altLang="en-US" sz="2000" dirty="0">
                <a:solidFill>
                  <a:schemeClr val="tx1"/>
                </a:solidFill>
                <a:latin typeface="Microsoft YaHei" panose="020B0503020204020204" pitchFamily="34" charset="-122"/>
                <a:ea typeface="Microsoft YaHei" panose="020B0503020204020204" pitchFamily="34" charset="-122"/>
              </a:rPr>
              <a:t>（课外）</a:t>
            </a:r>
            <a:endParaRPr lang="en-US" altLang="zh-CN" sz="2000" dirty="0">
              <a:solidFill>
                <a:schemeClr val="tx1"/>
              </a:solidFill>
              <a:latin typeface="Microsoft YaHei" panose="020B0503020204020204" pitchFamily="34" charset="-122"/>
              <a:ea typeface="Microsoft YaHei" panose="020B0503020204020204" pitchFamily="34" charset="-122"/>
            </a:endParaRPr>
          </a:p>
          <a:p>
            <a:br>
              <a:rPr lang="en-US" sz="2000" dirty="0">
                <a:solidFill>
                  <a:srgbClr val="0070C0"/>
                </a:solidFill>
              </a:rPr>
            </a:br>
            <a:endParaRPr lang="en-US" sz="2000" dirty="0">
              <a:solidFill>
                <a:srgbClr val="0070C0"/>
              </a:solidFill>
            </a:endParaRPr>
          </a:p>
        </p:txBody>
      </p:sp>
      <p:pic>
        <p:nvPicPr>
          <p:cNvPr id="4" name="Bild 3"/>
          <p:cNvPicPr>
            <a:picLocks noChangeAspect="1"/>
          </p:cNvPicPr>
          <p:nvPr/>
        </p:nvPicPr>
        <p:blipFill>
          <a:blip r:embed="rId3"/>
          <a:stretch>
            <a:fillRect/>
          </a:stretch>
        </p:blipFill>
        <p:spPr>
          <a:xfrm>
            <a:off x="4089004" y="5093353"/>
            <a:ext cx="1727992" cy="1577214"/>
          </a:xfrm>
          <a:prstGeom prst="rect">
            <a:avLst/>
          </a:prstGeom>
        </p:spPr>
      </p:pic>
    </p:spTree>
    <p:extLst>
      <p:ext uri="{BB962C8B-B14F-4D97-AF65-F5344CB8AC3E}">
        <p14:creationId xmlns:p14="http://schemas.microsoft.com/office/powerpoint/2010/main" val="818877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7DBC4C-9640-AD61-0F3B-5CF8739795FF}"/>
              </a:ext>
            </a:extLst>
          </p:cNvPr>
          <p:cNvSpPr>
            <a:spLocks noGrp="1"/>
          </p:cNvSpPr>
          <p:nvPr>
            <p:ph type="title"/>
          </p:nvPr>
        </p:nvSpPr>
        <p:spPr/>
        <p:txBody>
          <a:bodyPr>
            <a:normAutofit fontScale="90000"/>
          </a:bodyPr>
          <a:lstStyle/>
          <a:p>
            <a:r>
              <a:rPr kumimoji="1" lang="zh-CN" altLang="en-US" dirty="0"/>
              <a:t>内容提纲</a:t>
            </a:r>
          </a:p>
        </p:txBody>
      </p:sp>
      <p:sp>
        <p:nvSpPr>
          <p:cNvPr id="3" name="内容占位符 2">
            <a:extLst>
              <a:ext uri="{FF2B5EF4-FFF2-40B4-BE49-F238E27FC236}">
                <a16:creationId xmlns:a16="http://schemas.microsoft.com/office/drawing/2014/main" id="{F106375B-3C17-2170-48EE-3E1111080382}"/>
              </a:ext>
            </a:extLst>
          </p:cNvPr>
          <p:cNvSpPr>
            <a:spLocks noGrp="1"/>
          </p:cNvSpPr>
          <p:nvPr>
            <p:ph idx="1"/>
          </p:nvPr>
        </p:nvSpPr>
        <p:spPr/>
        <p:txBody>
          <a:bodyPr>
            <a:normAutofit/>
          </a:bodyPr>
          <a:lstStyle/>
          <a:p>
            <a:pPr eaLnBrk="1" hangingPunct="1"/>
            <a:r>
              <a:rPr lang="zh-CN" altLang="en-US" dirty="0"/>
              <a:t>数码管动态显示</a:t>
            </a:r>
            <a:endParaRPr lang="en-US" altLang="zh-CN" dirty="0"/>
          </a:p>
          <a:p>
            <a:pPr eaLnBrk="1" hangingPunct="1"/>
            <a:r>
              <a:rPr lang="zh-CN" altLang="en-US" dirty="0"/>
              <a:t>按键</a:t>
            </a:r>
            <a:r>
              <a:rPr lang="en-US" altLang="zh-CN" dirty="0"/>
              <a:t>/</a:t>
            </a:r>
            <a:r>
              <a:rPr lang="zh-CN" altLang="en-US" dirty="0"/>
              <a:t>开关去抖动</a:t>
            </a:r>
            <a:endParaRPr lang="en-US" altLang="zh-CN" dirty="0"/>
          </a:p>
          <a:p>
            <a:pPr eaLnBrk="1" hangingPunct="1"/>
            <a:r>
              <a:rPr lang="zh-CN" altLang="en-US" dirty="0"/>
              <a:t>数字系统结构</a:t>
            </a:r>
            <a:endParaRPr lang="en-US" altLang="zh-CN" dirty="0"/>
          </a:p>
          <a:p>
            <a:pPr eaLnBrk="1" hangingPunct="1"/>
            <a:r>
              <a:rPr kumimoji="1" lang="zh-CN" altLang="en-US" dirty="0"/>
              <a:t>时序二进制乘法器</a:t>
            </a:r>
          </a:p>
          <a:p>
            <a:pPr eaLnBrk="1" hangingPunct="1"/>
            <a:r>
              <a:rPr lang="zh-CN" altLang="en-US" dirty="0"/>
              <a:t>寄存器组</a:t>
            </a:r>
          </a:p>
        </p:txBody>
      </p:sp>
      <p:sp>
        <p:nvSpPr>
          <p:cNvPr id="4" name="页脚占位符 3">
            <a:extLst>
              <a:ext uri="{FF2B5EF4-FFF2-40B4-BE49-F238E27FC236}">
                <a16:creationId xmlns:a16="http://schemas.microsoft.com/office/drawing/2014/main" id="{64B087B8-46F4-E8D4-8B30-EF3E7278EC2E}"/>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B47B7386-9DB7-80F6-203E-055AF101294E}"/>
              </a:ext>
            </a:extLst>
          </p:cNvPr>
          <p:cNvSpPr>
            <a:spLocks noGrp="1"/>
          </p:cNvSpPr>
          <p:nvPr>
            <p:ph type="sldNum" sz="quarter" idx="12"/>
          </p:nvPr>
        </p:nvSpPr>
        <p:spPr/>
        <p:txBody>
          <a:bodyPr/>
          <a:lstStyle/>
          <a:p>
            <a:fld id="{9E260BC5-5BF3-8746-862B-DC45E9CAA88B}" type="slidenum">
              <a:rPr lang="en-US" smtClean="0"/>
              <a:pPr/>
              <a:t>2</a:t>
            </a:fld>
            <a:r>
              <a:rPr lang="en-US" altLang="zh-CN" dirty="0"/>
              <a:t>/34</a:t>
            </a:r>
            <a:endParaRPr lang="en-US" dirty="0"/>
          </a:p>
        </p:txBody>
      </p:sp>
    </p:spTree>
    <p:extLst>
      <p:ext uri="{BB962C8B-B14F-4D97-AF65-F5344CB8AC3E}">
        <p14:creationId xmlns:p14="http://schemas.microsoft.com/office/powerpoint/2010/main" val="2129300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8389B3-2B49-A236-F92A-B1B11907321E}"/>
              </a:ext>
            </a:extLst>
          </p:cNvPr>
          <p:cNvSpPr>
            <a:spLocks noGrp="1"/>
          </p:cNvSpPr>
          <p:nvPr>
            <p:ph type="title"/>
          </p:nvPr>
        </p:nvSpPr>
        <p:spPr/>
        <p:txBody>
          <a:bodyPr>
            <a:normAutofit fontScale="90000"/>
          </a:bodyPr>
          <a:lstStyle/>
          <a:p>
            <a:pPr algn="l"/>
            <a:r>
              <a:rPr lang="en-US" altLang="zh-CN" dirty="0"/>
              <a:t>Nexys-4</a:t>
            </a:r>
            <a:r>
              <a:rPr lang="zh-CN" altLang="en-US" dirty="0"/>
              <a:t> 基本输入</a:t>
            </a:r>
            <a:r>
              <a:rPr lang="en-US" altLang="zh-CN" dirty="0"/>
              <a:t>/</a:t>
            </a:r>
            <a:r>
              <a:rPr lang="zh-CN" altLang="en-US" dirty="0"/>
              <a:t>输出</a:t>
            </a:r>
            <a:endParaRPr kumimoji="1" lang="zh-CN" altLang="en-US" dirty="0"/>
          </a:p>
        </p:txBody>
      </p:sp>
      <p:sp>
        <p:nvSpPr>
          <p:cNvPr id="3" name="内容占位符 2">
            <a:extLst>
              <a:ext uri="{FF2B5EF4-FFF2-40B4-BE49-F238E27FC236}">
                <a16:creationId xmlns:a16="http://schemas.microsoft.com/office/drawing/2014/main" id="{2E39D720-D1F8-5E3D-F575-1F29DADD850D}"/>
              </a:ext>
            </a:extLst>
          </p:cNvPr>
          <p:cNvSpPr>
            <a:spLocks noGrp="1"/>
          </p:cNvSpPr>
          <p:nvPr>
            <p:ph idx="1"/>
          </p:nvPr>
        </p:nvSpPr>
        <p:spPr/>
        <p:txBody>
          <a:bodyPr/>
          <a:lstStyle/>
          <a:p>
            <a:pPr>
              <a:defRPr/>
            </a:pPr>
            <a:r>
              <a:rPr lang="zh-CN" altLang="en-US" sz="2400" dirty="0"/>
              <a:t>开关</a:t>
            </a:r>
            <a:r>
              <a:rPr lang="en-US" altLang="zh-CN" sz="2400" dirty="0"/>
              <a:t>/</a:t>
            </a:r>
            <a:r>
              <a:rPr lang="zh-CN" altLang="en-US" sz="2400" dirty="0"/>
              <a:t>按键</a:t>
            </a:r>
          </a:p>
          <a:p>
            <a:pPr lvl="1">
              <a:defRPr/>
            </a:pPr>
            <a:r>
              <a:rPr lang="en-US" altLang="zh-CN" dirty="0"/>
              <a:t>BTN</a:t>
            </a:r>
            <a:r>
              <a:rPr lang="zh-CN" altLang="en-US" dirty="0"/>
              <a:t>按下为</a:t>
            </a:r>
            <a:r>
              <a:rPr lang="en-US" altLang="zh-CN" dirty="0"/>
              <a:t>1</a:t>
            </a:r>
          </a:p>
          <a:p>
            <a:pPr lvl="1">
              <a:defRPr/>
            </a:pPr>
            <a:r>
              <a:rPr lang="en-US" altLang="zh-CN" dirty="0"/>
              <a:t>SW</a:t>
            </a:r>
            <a:r>
              <a:rPr lang="zh-CN" altLang="en-US" dirty="0"/>
              <a:t>拨到上为</a:t>
            </a:r>
            <a:r>
              <a:rPr lang="en-US" altLang="zh-CN" dirty="0"/>
              <a:t>1</a:t>
            </a:r>
          </a:p>
          <a:p>
            <a:pPr>
              <a:defRPr/>
            </a:pPr>
            <a:r>
              <a:rPr lang="en-US" altLang="zh-CN" sz="2400" b="0" dirty="0"/>
              <a:t>LED</a:t>
            </a:r>
            <a:r>
              <a:rPr lang="zh-CN" altLang="en-US" sz="2400" b="0" dirty="0"/>
              <a:t>指示灯</a:t>
            </a:r>
            <a:endParaRPr lang="en-US" altLang="zh-CN" sz="2400" b="0" dirty="0"/>
          </a:p>
          <a:p>
            <a:pPr lvl="1">
              <a:buFont typeface="Times New Roman" panose="02020603050405020304" pitchFamily="18" charset="0"/>
              <a:buChar char="−"/>
              <a:defRPr/>
            </a:pPr>
            <a:r>
              <a:rPr lang="en-US" altLang="zh-CN" dirty="0"/>
              <a:t>LD=1</a:t>
            </a:r>
            <a:r>
              <a:rPr lang="zh-CN" altLang="en-US" dirty="0"/>
              <a:t>时点亮</a:t>
            </a:r>
          </a:p>
          <a:p>
            <a:pPr>
              <a:defRPr/>
            </a:pPr>
            <a:r>
              <a:rPr lang="en-US" altLang="zh-CN" sz="2400" dirty="0"/>
              <a:t>7</a:t>
            </a:r>
            <a:r>
              <a:rPr lang="zh-CN" altLang="en-US" sz="2400" dirty="0"/>
              <a:t>段数码管</a:t>
            </a:r>
            <a:endParaRPr lang="en-US" altLang="zh-CN" sz="2400" dirty="0"/>
          </a:p>
          <a:p>
            <a:pPr lvl="1">
              <a:defRPr/>
            </a:pPr>
            <a:r>
              <a:rPr lang="en-US" altLang="zh-CN" dirty="0"/>
              <a:t>AN=0</a:t>
            </a:r>
            <a:r>
              <a:rPr lang="zh-CN" altLang="en-US" dirty="0"/>
              <a:t>使能相应数位</a:t>
            </a:r>
            <a:endParaRPr lang="en-US" altLang="zh-CN" dirty="0"/>
          </a:p>
          <a:p>
            <a:pPr lvl="1">
              <a:defRPr/>
            </a:pPr>
            <a:r>
              <a:rPr lang="en-US" altLang="zh-CN" dirty="0"/>
              <a:t>CA~CG</a:t>
            </a:r>
            <a:r>
              <a:rPr lang="zh-CN" altLang="en-US" dirty="0"/>
              <a:t>：字形码，</a:t>
            </a:r>
            <a:endParaRPr lang="en-US" altLang="zh-CN" dirty="0"/>
          </a:p>
          <a:p>
            <a:pPr marL="457200" lvl="1" indent="0">
              <a:buFontTx/>
              <a:buNone/>
              <a:defRPr/>
            </a:pPr>
            <a:r>
              <a:rPr lang="en-US" altLang="zh-CN" dirty="0"/>
              <a:t>0</a:t>
            </a:r>
            <a:r>
              <a:rPr lang="zh-CN" altLang="en-US" dirty="0"/>
              <a:t>显示相应段</a:t>
            </a:r>
            <a:r>
              <a:rPr lang="en-US" altLang="zh-CN" dirty="0"/>
              <a:t>(</a:t>
            </a:r>
            <a:r>
              <a:rPr lang="zh-CN" altLang="en-US" dirty="0"/>
              <a:t>共阳极</a:t>
            </a:r>
            <a:r>
              <a:rPr lang="en-US" altLang="zh-CN" dirty="0"/>
              <a:t>)</a:t>
            </a:r>
          </a:p>
          <a:p>
            <a:pPr>
              <a:defRPr/>
            </a:pPr>
            <a:r>
              <a:rPr lang="en-US" altLang="zh-CN" sz="2400" dirty="0"/>
              <a:t>3</a:t>
            </a:r>
            <a:r>
              <a:rPr lang="zh-CN" altLang="en-US" sz="2400" dirty="0"/>
              <a:t>色</a:t>
            </a:r>
            <a:r>
              <a:rPr lang="en-US" altLang="zh-CN" sz="2400" dirty="0"/>
              <a:t>LED</a:t>
            </a:r>
          </a:p>
          <a:p>
            <a:pPr lvl="1">
              <a:defRPr/>
            </a:pPr>
            <a:r>
              <a:rPr lang="en-US" altLang="zh-CN" dirty="0"/>
              <a:t>R/G/B=1</a:t>
            </a:r>
            <a:r>
              <a:rPr lang="zh-CN" altLang="en-US" dirty="0"/>
              <a:t>时点亮</a:t>
            </a:r>
            <a:endParaRPr lang="en-US" altLang="zh-CN" dirty="0"/>
          </a:p>
          <a:p>
            <a:endParaRPr kumimoji="1" lang="zh-CN" altLang="en-US" dirty="0"/>
          </a:p>
        </p:txBody>
      </p:sp>
      <p:sp>
        <p:nvSpPr>
          <p:cNvPr id="4" name="页脚占位符 3">
            <a:extLst>
              <a:ext uri="{FF2B5EF4-FFF2-40B4-BE49-F238E27FC236}">
                <a16:creationId xmlns:a16="http://schemas.microsoft.com/office/drawing/2014/main" id="{EA4F147B-2639-253F-8BC6-117CEDB1F431}"/>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C6BF793E-665B-6655-516F-F34D02D6AD31}"/>
              </a:ext>
            </a:extLst>
          </p:cNvPr>
          <p:cNvSpPr>
            <a:spLocks noGrp="1"/>
          </p:cNvSpPr>
          <p:nvPr>
            <p:ph type="sldNum" sz="quarter" idx="12"/>
          </p:nvPr>
        </p:nvSpPr>
        <p:spPr/>
        <p:txBody>
          <a:bodyPr/>
          <a:lstStyle/>
          <a:p>
            <a:fld id="{9E260BC5-5BF3-8746-862B-DC45E9CAA88B}" type="slidenum">
              <a:rPr lang="en-US" smtClean="0"/>
              <a:pPr/>
              <a:t>3</a:t>
            </a:fld>
            <a:r>
              <a:rPr lang="en-US" altLang="zh-CN"/>
              <a:t>/</a:t>
            </a:r>
            <a:endParaRPr lang="en-US" dirty="0"/>
          </a:p>
        </p:txBody>
      </p:sp>
      <p:pic>
        <p:nvPicPr>
          <p:cNvPr id="6" name="图片 1">
            <a:extLst>
              <a:ext uri="{FF2B5EF4-FFF2-40B4-BE49-F238E27FC236}">
                <a16:creationId xmlns:a16="http://schemas.microsoft.com/office/drawing/2014/main" id="{C248D102-2F5D-4B82-DCDD-3BF9587D8AB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695825" y="0"/>
            <a:ext cx="5210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48101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8E8BE5-669A-6046-232B-FF9C0C26E6DC}"/>
              </a:ext>
            </a:extLst>
          </p:cNvPr>
          <p:cNvSpPr>
            <a:spLocks noGrp="1"/>
          </p:cNvSpPr>
          <p:nvPr>
            <p:ph type="title"/>
          </p:nvPr>
        </p:nvSpPr>
        <p:spPr/>
        <p:txBody>
          <a:bodyPr>
            <a:normAutofit fontScale="90000"/>
          </a:bodyPr>
          <a:lstStyle/>
          <a:p>
            <a:r>
              <a:rPr kumimoji="1" lang="en-US" altLang="zh-CN" dirty="0"/>
              <a:t>Nexy-4</a:t>
            </a:r>
            <a:r>
              <a:rPr kumimoji="1" lang="zh-CN" altLang="en-US" dirty="0"/>
              <a:t>电路板</a:t>
            </a:r>
          </a:p>
        </p:txBody>
      </p:sp>
      <p:sp>
        <p:nvSpPr>
          <p:cNvPr id="4" name="页脚占位符 3">
            <a:extLst>
              <a:ext uri="{FF2B5EF4-FFF2-40B4-BE49-F238E27FC236}">
                <a16:creationId xmlns:a16="http://schemas.microsoft.com/office/drawing/2014/main" id="{1459FC53-F518-EF30-E049-85F4ABDF1F00}"/>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E7AD9EEE-38E2-34B9-DCEA-46E384860D52}"/>
              </a:ext>
            </a:extLst>
          </p:cNvPr>
          <p:cNvSpPr>
            <a:spLocks noGrp="1"/>
          </p:cNvSpPr>
          <p:nvPr>
            <p:ph type="sldNum" sz="quarter" idx="12"/>
          </p:nvPr>
        </p:nvSpPr>
        <p:spPr/>
        <p:txBody>
          <a:bodyPr/>
          <a:lstStyle/>
          <a:p>
            <a:fld id="{9E260BC5-5BF3-8746-862B-DC45E9CAA88B}" type="slidenum">
              <a:rPr lang="en-US" smtClean="0"/>
              <a:pPr/>
              <a:t>4</a:t>
            </a:fld>
            <a:r>
              <a:rPr lang="en-US" altLang="zh-CN" dirty="0"/>
              <a:t>/34</a:t>
            </a:r>
            <a:endParaRPr lang="en-US" dirty="0"/>
          </a:p>
        </p:txBody>
      </p:sp>
      <p:pic>
        <p:nvPicPr>
          <p:cNvPr id="6" name="图片 2">
            <a:extLst>
              <a:ext uri="{FF2B5EF4-FFF2-40B4-BE49-F238E27FC236}">
                <a16:creationId xmlns:a16="http://schemas.microsoft.com/office/drawing/2014/main" id="{507AF46C-BD80-BB6B-AD71-FEA96BD4294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62" y="1154932"/>
            <a:ext cx="4945847" cy="4469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3">
            <a:extLst>
              <a:ext uri="{FF2B5EF4-FFF2-40B4-BE49-F238E27FC236}">
                <a16:creationId xmlns:a16="http://schemas.microsoft.com/office/drawing/2014/main" id="{45289226-5336-F6C5-BF28-C2B55A94847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21250" y="1154932"/>
            <a:ext cx="4937125" cy="4469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4">
            <a:extLst>
              <a:ext uri="{FF2B5EF4-FFF2-40B4-BE49-F238E27FC236}">
                <a16:creationId xmlns:a16="http://schemas.microsoft.com/office/drawing/2014/main" id="{2546262B-C407-728A-8047-2F0DED8CD0F9}"/>
              </a:ext>
            </a:extLst>
          </p:cNvPr>
          <p:cNvSpPr txBox="1">
            <a:spLocks noChangeArrowheads="1"/>
          </p:cNvSpPr>
          <p:nvPr/>
        </p:nvSpPr>
        <p:spPr bwMode="auto">
          <a:xfrm>
            <a:off x="446088" y="5675228"/>
            <a:ext cx="92828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zh-CN" altLang="en-US" sz="1800" b="0">
                <a:latin typeface="Arial" panose="020B0604020202020204" pitchFamily="34" charset="0"/>
              </a:rPr>
              <a:t>隐藏的麦克风</a:t>
            </a:r>
            <a:r>
              <a:rPr lang="en-US" altLang="zh-CN" sz="1800" b="0">
                <a:latin typeface="Arial" panose="020B0604020202020204" pitchFamily="34" charset="0"/>
              </a:rPr>
              <a:t>				</a:t>
            </a:r>
            <a:endParaRPr lang="zh-CN" altLang="en-US" sz="1800" b="0">
              <a:latin typeface="Arial" panose="020B0604020202020204" pitchFamily="34" charset="0"/>
            </a:endParaRPr>
          </a:p>
        </p:txBody>
      </p:sp>
      <p:sp>
        <p:nvSpPr>
          <p:cNvPr id="9" name="矩形 1">
            <a:extLst>
              <a:ext uri="{FF2B5EF4-FFF2-40B4-BE49-F238E27FC236}">
                <a16:creationId xmlns:a16="http://schemas.microsoft.com/office/drawing/2014/main" id="{E4C31E47-E29C-4E22-A984-F0EED67865C7}"/>
              </a:ext>
            </a:extLst>
          </p:cNvPr>
          <p:cNvSpPr>
            <a:spLocks noChangeArrowheads="1"/>
          </p:cNvSpPr>
          <p:nvPr/>
        </p:nvSpPr>
        <p:spPr bwMode="auto">
          <a:xfrm>
            <a:off x="2597150" y="5679992"/>
            <a:ext cx="12177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800" b="0">
                <a:latin typeface="Arial" panose="020B0604020202020204" pitchFamily="34" charset="0"/>
              </a:rPr>
              <a:t>0</a:t>
            </a:r>
            <a:r>
              <a:rPr lang="zh-CN" altLang="en-US" sz="1800" b="0">
                <a:latin typeface="Arial" panose="020B0604020202020204" pitchFamily="34" charset="0"/>
              </a:rPr>
              <a:t>电阻</a:t>
            </a:r>
            <a:r>
              <a:rPr lang="en-US" altLang="zh-CN" sz="1800" b="0">
                <a:latin typeface="Arial" panose="020B0604020202020204" pitchFamily="34" charset="0"/>
              </a:rPr>
              <a:t>	</a:t>
            </a:r>
            <a:endParaRPr lang="zh-CN" altLang="en-US" sz="1800" b="0">
              <a:latin typeface="Arial" panose="020B0604020202020204" pitchFamily="34" charset="0"/>
            </a:endParaRPr>
          </a:p>
        </p:txBody>
      </p:sp>
      <p:sp>
        <p:nvSpPr>
          <p:cNvPr id="10" name="矩形 2">
            <a:extLst>
              <a:ext uri="{FF2B5EF4-FFF2-40B4-BE49-F238E27FC236}">
                <a16:creationId xmlns:a16="http://schemas.microsoft.com/office/drawing/2014/main" id="{221A6564-133B-F262-3EFB-F2F7001C9DC6}"/>
              </a:ext>
            </a:extLst>
          </p:cNvPr>
          <p:cNvSpPr>
            <a:spLocks noChangeArrowheads="1"/>
          </p:cNvSpPr>
          <p:nvPr/>
        </p:nvSpPr>
        <p:spPr bwMode="auto">
          <a:xfrm>
            <a:off x="6323013" y="5662528"/>
            <a:ext cx="22330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zh-CN" altLang="en-US" sz="1800" b="0" dirty="0">
                <a:latin typeface="Arial" panose="020B0604020202020204" pitchFamily="34" charset="0"/>
              </a:rPr>
              <a:t>整齐的电容</a:t>
            </a:r>
            <a:r>
              <a:rPr lang="en-US" altLang="zh-CN" sz="1800" b="0" dirty="0">
                <a:latin typeface="Arial" panose="020B0604020202020204" pitchFamily="34" charset="0"/>
              </a:rPr>
              <a:t>	</a:t>
            </a:r>
            <a:endParaRPr lang="zh-CN" altLang="en-US" sz="1800" b="0" dirty="0">
              <a:latin typeface="Arial" panose="020B0604020202020204" pitchFamily="34" charset="0"/>
            </a:endParaRPr>
          </a:p>
        </p:txBody>
      </p:sp>
      <p:sp>
        <p:nvSpPr>
          <p:cNvPr id="11" name="矩形 3">
            <a:extLst>
              <a:ext uri="{FF2B5EF4-FFF2-40B4-BE49-F238E27FC236}">
                <a16:creationId xmlns:a16="http://schemas.microsoft.com/office/drawing/2014/main" id="{6CB80EEE-DAD4-A962-4928-EDDC1BB569CD}"/>
              </a:ext>
            </a:extLst>
          </p:cNvPr>
          <p:cNvSpPr>
            <a:spLocks noChangeArrowheads="1"/>
          </p:cNvSpPr>
          <p:nvPr/>
        </p:nvSpPr>
        <p:spPr bwMode="auto">
          <a:xfrm>
            <a:off x="4670425" y="5681578"/>
            <a:ext cx="12177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zh-CN" altLang="en-US" sz="1800" b="0" dirty="0">
                <a:latin typeface="Arial" panose="020B0604020202020204" pitchFamily="34" charset="0"/>
              </a:rPr>
              <a:t>差分线</a:t>
            </a:r>
            <a:r>
              <a:rPr lang="en-US" altLang="zh-CN" sz="1800" b="0" dirty="0">
                <a:latin typeface="Arial" panose="020B0604020202020204" pitchFamily="34" charset="0"/>
              </a:rPr>
              <a:t>	</a:t>
            </a:r>
            <a:endParaRPr lang="zh-CN" altLang="en-US" sz="1800" b="0" dirty="0">
              <a:latin typeface="Arial" panose="020B0604020202020204" pitchFamily="34" charset="0"/>
            </a:endParaRPr>
          </a:p>
        </p:txBody>
      </p:sp>
      <p:grpSp>
        <p:nvGrpSpPr>
          <p:cNvPr id="12" name="组合 11">
            <a:extLst>
              <a:ext uri="{FF2B5EF4-FFF2-40B4-BE49-F238E27FC236}">
                <a16:creationId xmlns:a16="http://schemas.microsoft.com/office/drawing/2014/main" id="{D9417937-BF10-3BE8-4AFE-5B114D9B293B}"/>
              </a:ext>
            </a:extLst>
          </p:cNvPr>
          <p:cNvGrpSpPr>
            <a:grpSpLocks/>
          </p:cNvGrpSpPr>
          <p:nvPr/>
        </p:nvGrpSpPr>
        <p:grpSpPr bwMode="auto">
          <a:xfrm>
            <a:off x="539750" y="3638142"/>
            <a:ext cx="8991499" cy="727484"/>
            <a:chOff x="539552" y="3703470"/>
            <a:chExt cx="8182173" cy="661634"/>
          </a:xfrm>
        </p:grpSpPr>
        <p:sp>
          <p:nvSpPr>
            <p:cNvPr id="13" name="圆角矩形 12">
              <a:extLst>
                <a:ext uri="{FF2B5EF4-FFF2-40B4-BE49-F238E27FC236}">
                  <a16:creationId xmlns:a16="http://schemas.microsoft.com/office/drawing/2014/main" id="{256BDB37-DA86-DA65-8647-134E66904C1A}"/>
                </a:ext>
              </a:extLst>
            </p:cNvPr>
            <p:cNvSpPr/>
            <p:nvPr/>
          </p:nvSpPr>
          <p:spPr>
            <a:xfrm>
              <a:off x="8253402" y="3703470"/>
              <a:ext cx="468323" cy="539462"/>
            </a:xfrm>
            <a:prstGeom prst="roundRect">
              <a:avLst/>
            </a:prstGeom>
            <a:noFill/>
            <a:ln>
              <a:solidFill>
                <a:srgbClr val="FFFF00"/>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zh-CN" altLang="en-US"/>
            </a:p>
          </p:txBody>
        </p:sp>
        <p:sp>
          <p:nvSpPr>
            <p:cNvPr id="14" name="圆角矩形 13">
              <a:extLst>
                <a:ext uri="{FF2B5EF4-FFF2-40B4-BE49-F238E27FC236}">
                  <a16:creationId xmlns:a16="http://schemas.microsoft.com/office/drawing/2014/main" id="{CAA20D3D-A4A2-02E1-DDF4-8C1DDFA091AF}"/>
                </a:ext>
              </a:extLst>
            </p:cNvPr>
            <p:cNvSpPr/>
            <p:nvPr/>
          </p:nvSpPr>
          <p:spPr>
            <a:xfrm>
              <a:off x="539552" y="3825642"/>
              <a:ext cx="468324" cy="539462"/>
            </a:xfrm>
            <a:prstGeom prst="roundRect">
              <a:avLst/>
            </a:prstGeom>
            <a:noFill/>
            <a:ln>
              <a:solidFill>
                <a:srgbClr val="FFFF00"/>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zh-CN" altLang="en-US"/>
            </a:p>
          </p:txBody>
        </p:sp>
      </p:grpSp>
      <p:grpSp>
        <p:nvGrpSpPr>
          <p:cNvPr id="15" name="组合 14">
            <a:extLst>
              <a:ext uri="{FF2B5EF4-FFF2-40B4-BE49-F238E27FC236}">
                <a16:creationId xmlns:a16="http://schemas.microsoft.com/office/drawing/2014/main" id="{8B48CB4E-3F05-0535-0BC1-B97B92CE73D1}"/>
              </a:ext>
            </a:extLst>
          </p:cNvPr>
          <p:cNvGrpSpPr>
            <a:grpSpLocks/>
          </p:cNvGrpSpPr>
          <p:nvPr/>
        </p:nvGrpSpPr>
        <p:grpSpPr bwMode="auto">
          <a:xfrm>
            <a:off x="8051301" y="3062860"/>
            <a:ext cx="465800" cy="1086865"/>
            <a:chOff x="7403633" y="3160088"/>
            <a:chExt cx="425020" cy="988992"/>
          </a:xfrm>
        </p:grpSpPr>
        <p:sp>
          <p:nvSpPr>
            <p:cNvPr id="16" name="圆角矩形 15">
              <a:extLst>
                <a:ext uri="{FF2B5EF4-FFF2-40B4-BE49-F238E27FC236}">
                  <a16:creationId xmlns:a16="http://schemas.microsoft.com/office/drawing/2014/main" id="{950C6A6D-BEDF-3220-55C7-8ACB25831908}"/>
                </a:ext>
              </a:extLst>
            </p:cNvPr>
            <p:cNvSpPr/>
            <p:nvPr/>
          </p:nvSpPr>
          <p:spPr>
            <a:xfrm>
              <a:off x="7403633" y="3160088"/>
              <a:ext cx="425020" cy="442903"/>
            </a:xfrm>
            <a:prstGeom prst="roundRect">
              <a:avLst/>
            </a:prstGeom>
            <a:noFill/>
            <a:ln>
              <a:solidFill>
                <a:srgbClr val="FFFF00"/>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zh-CN" altLang="en-US"/>
            </a:p>
          </p:txBody>
        </p:sp>
        <p:sp>
          <p:nvSpPr>
            <p:cNvPr id="17" name="圆角矩形 16">
              <a:extLst>
                <a:ext uri="{FF2B5EF4-FFF2-40B4-BE49-F238E27FC236}">
                  <a16:creationId xmlns:a16="http://schemas.microsoft.com/office/drawing/2014/main" id="{A022C514-CF3C-2F9B-0BA0-9A96EEA49082}"/>
                </a:ext>
              </a:extLst>
            </p:cNvPr>
            <p:cNvSpPr/>
            <p:nvPr/>
          </p:nvSpPr>
          <p:spPr>
            <a:xfrm>
              <a:off x="7403633" y="3690302"/>
              <a:ext cx="425020" cy="458778"/>
            </a:xfrm>
            <a:prstGeom prst="roundRect">
              <a:avLst/>
            </a:prstGeom>
            <a:noFill/>
            <a:ln>
              <a:solidFill>
                <a:srgbClr val="FFFF00"/>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zh-CN" altLang="en-US"/>
            </a:p>
          </p:txBody>
        </p:sp>
      </p:grpSp>
      <p:sp>
        <p:nvSpPr>
          <p:cNvPr id="18" name="圆角矩形 17">
            <a:extLst>
              <a:ext uri="{FF2B5EF4-FFF2-40B4-BE49-F238E27FC236}">
                <a16:creationId xmlns:a16="http://schemas.microsoft.com/office/drawing/2014/main" id="{E5F20CE9-A9F3-85CA-7BFB-8CA70FCEC827}"/>
              </a:ext>
            </a:extLst>
          </p:cNvPr>
          <p:cNvSpPr/>
          <p:nvPr/>
        </p:nvSpPr>
        <p:spPr>
          <a:xfrm>
            <a:off x="2393367" y="2393945"/>
            <a:ext cx="2110926" cy="826925"/>
          </a:xfrm>
          <a:prstGeom prst="roundRect">
            <a:avLst/>
          </a:prstGeom>
          <a:noFill/>
          <a:ln>
            <a:solidFill>
              <a:srgbClr val="FFFF00"/>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zh-CN" altLang="en-US"/>
          </a:p>
        </p:txBody>
      </p:sp>
      <p:grpSp>
        <p:nvGrpSpPr>
          <p:cNvPr id="19" name="组合 18">
            <a:extLst>
              <a:ext uri="{FF2B5EF4-FFF2-40B4-BE49-F238E27FC236}">
                <a16:creationId xmlns:a16="http://schemas.microsoft.com/office/drawing/2014/main" id="{D0D411EF-D1C3-E3D1-372A-1B9DAC91CFEC}"/>
              </a:ext>
            </a:extLst>
          </p:cNvPr>
          <p:cNvGrpSpPr>
            <a:grpSpLocks/>
          </p:cNvGrpSpPr>
          <p:nvPr/>
        </p:nvGrpSpPr>
        <p:grpSpPr bwMode="auto">
          <a:xfrm>
            <a:off x="1774657" y="2725153"/>
            <a:ext cx="6416344" cy="1640474"/>
            <a:chOff x="1756887" y="2853782"/>
            <a:chExt cx="5839448" cy="1491607"/>
          </a:xfrm>
        </p:grpSpPr>
        <p:sp>
          <p:nvSpPr>
            <p:cNvPr id="20" name="圆角矩形 19">
              <a:extLst>
                <a:ext uri="{FF2B5EF4-FFF2-40B4-BE49-F238E27FC236}">
                  <a16:creationId xmlns:a16="http://schemas.microsoft.com/office/drawing/2014/main" id="{081E6B54-49E6-02E6-6424-BD67130FE4F0}"/>
                </a:ext>
              </a:extLst>
            </p:cNvPr>
            <p:cNvSpPr/>
            <p:nvPr/>
          </p:nvSpPr>
          <p:spPr>
            <a:xfrm>
              <a:off x="6076894" y="2853782"/>
              <a:ext cx="1519441" cy="1295298"/>
            </a:xfrm>
            <a:prstGeom prst="roundRect">
              <a:avLst/>
            </a:prstGeom>
            <a:noFill/>
            <a:ln>
              <a:solidFill>
                <a:srgbClr val="00B0F0"/>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zh-CN" altLang="en-US"/>
            </a:p>
          </p:txBody>
        </p:sp>
        <p:sp>
          <p:nvSpPr>
            <p:cNvPr id="21" name="圆角矩形 20">
              <a:extLst>
                <a:ext uri="{FF2B5EF4-FFF2-40B4-BE49-F238E27FC236}">
                  <a16:creationId xmlns:a16="http://schemas.microsoft.com/office/drawing/2014/main" id="{859E3C61-D6EC-E70D-4868-3DBE9A725B9D}"/>
                </a:ext>
              </a:extLst>
            </p:cNvPr>
            <p:cNvSpPr/>
            <p:nvPr/>
          </p:nvSpPr>
          <p:spPr>
            <a:xfrm>
              <a:off x="1756887" y="3105325"/>
              <a:ext cx="1365274" cy="1240064"/>
            </a:xfrm>
            <a:prstGeom prst="roundRect">
              <a:avLst/>
            </a:prstGeom>
            <a:noFill/>
            <a:ln>
              <a:solidFill>
                <a:srgbClr val="00B0F0"/>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zh-CN" altLang="en-US"/>
            </a:p>
          </p:txBody>
        </p:sp>
      </p:grpSp>
      <p:sp>
        <p:nvSpPr>
          <p:cNvPr id="22" name="矩形 2">
            <a:extLst>
              <a:ext uri="{FF2B5EF4-FFF2-40B4-BE49-F238E27FC236}">
                <a16:creationId xmlns:a16="http://schemas.microsoft.com/office/drawing/2014/main" id="{7780D4AF-C0A5-4983-C203-C331D6026B10}"/>
              </a:ext>
            </a:extLst>
          </p:cNvPr>
          <p:cNvSpPr>
            <a:spLocks noChangeArrowheads="1"/>
          </p:cNvSpPr>
          <p:nvPr/>
        </p:nvSpPr>
        <p:spPr bwMode="auto">
          <a:xfrm>
            <a:off x="8343389" y="5654506"/>
            <a:ext cx="22330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800" b="0" dirty="0">
                <a:latin typeface="Arial" panose="020B0604020202020204" pitchFamily="34" charset="0"/>
              </a:rPr>
              <a:t>CE	</a:t>
            </a:r>
            <a:endParaRPr lang="zh-CN" altLang="en-US" sz="1800" b="0" dirty="0">
              <a:latin typeface="Arial" panose="020B0604020202020204" pitchFamily="34" charset="0"/>
            </a:endParaRPr>
          </a:p>
        </p:txBody>
      </p:sp>
      <p:sp>
        <p:nvSpPr>
          <p:cNvPr id="23" name="圆角矩形 22">
            <a:extLst>
              <a:ext uri="{FF2B5EF4-FFF2-40B4-BE49-F238E27FC236}">
                <a16:creationId xmlns:a16="http://schemas.microsoft.com/office/drawing/2014/main" id="{CEFA8B7A-4BBB-AFA6-0D30-BE7A22879379}"/>
              </a:ext>
            </a:extLst>
          </p:cNvPr>
          <p:cNvSpPr/>
          <p:nvPr/>
        </p:nvSpPr>
        <p:spPr>
          <a:xfrm>
            <a:off x="5087508" y="2562797"/>
            <a:ext cx="688703" cy="1424573"/>
          </a:xfrm>
          <a:prstGeom prst="roundRect">
            <a:avLst/>
          </a:prstGeom>
          <a:noFill/>
          <a:ln>
            <a:solidFill>
              <a:srgbClr val="FFFF00"/>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zh-CN" altLang="en-US"/>
          </a:p>
        </p:txBody>
      </p:sp>
    </p:spTree>
    <p:extLst>
      <p:ext uri="{BB962C8B-B14F-4D97-AF65-F5344CB8AC3E}">
        <p14:creationId xmlns:p14="http://schemas.microsoft.com/office/powerpoint/2010/main" val="829302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422185-AA59-7C22-403D-610E517B09BC}"/>
              </a:ext>
            </a:extLst>
          </p:cNvPr>
          <p:cNvSpPr>
            <a:spLocks noGrp="1"/>
          </p:cNvSpPr>
          <p:nvPr>
            <p:ph type="title"/>
          </p:nvPr>
        </p:nvSpPr>
        <p:spPr/>
        <p:txBody>
          <a:bodyPr>
            <a:normAutofit fontScale="90000"/>
          </a:bodyPr>
          <a:lstStyle/>
          <a:p>
            <a:r>
              <a:rPr kumimoji="1" lang="zh-CN" altLang="en-US" dirty="0"/>
              <a:t>环境保护</a:t>
            </a:r>
          </a:p>
        </p:txBody>
      </p:sp>
      <p:sp>
        <p:nvSpPr>
          <p:cNvPr id="4" name="页脚占位符 3">
            <a:extLst>
              <a:ext uri="{FF2B5EF4-FFF2-40B4-BE49-F238E27FC236}">
                <a16:creationId xmlns:a16="http://schemas.microsoft.com/office/drawing/2014/main" id="{AAB8C1D4-9E32-A25A-7536-D5518800F475}"/>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FB099C52-9350-9D1D-BB15-6485C279F955}"/>
              </a:ext>
            </a:extLst>
          </p:cNvPr>
          <p:cNvSpPr>
            <a:spLocks noGrp="1"/>
          </p:cNvSpPr>
          <p:nvPr>
            <p:ph type="sldNum" sz="quarter" idx="12"/>
          </p:nvPr>
        </p:nvSpPr>
        <p:spPr/>
        <p:txBody>
          <a:bodyPr/>
          <a:lstStyle/>
          <a:p>
            <a:fld id="{9E260BC5-5BF3-8746-862B-DC45E9CAA88B}" type="slidenum">
              <a:rPr lang="en-US" smtClean="0"/>
              <a:pPr/>
              <a:t>5</a:t>
            </a:fld>
            <a:r>
              <a:rPr lang="en-US" altLang="zh-CN" dirty="0"/>
              <a:t>/34</a:t>
            </a:r>
            <a:endParaRPr lang="en-US" dirty="0"/>
          </a:p>
        </p:txBody>
      </p:sp>
      <p:pic>
        <p:nvPicPr>
          <p:cNvPr id="6" name="图片 6">
            <a:extLst>
              <a:ext uri="{FF2B5EF4-FFF2-40B4-BE49-F238E27FC236}">
                <a16:creationId xmlns:a16="http://schemas.microsoft.com/office/drawing/2014/main" id="{A1D9C070-0CAA-E57A-A596-FA049F7EA2D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0825" y="3824288"/>
            <a:ext cx="3421063" cy="260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7">
            <a:extLst>
              <a:ext uri="{FF2B5EF4-FFF2-40B4-BE49-F238E27FC236}">
                <a16:creationId xmlns:a16="http://schemas.microsoft.com/office/drawing/2014/main" id="{310C8D06-A91E-A80F-CF3B-87A4F05328E8}"/>
              </a:ext>
            </a:extLst>
          </p:cNvPr>
          <p:cNvSpPr>
            <a:spLocks noChangeArrowheads="1"/>
          </p:cNvSpPr>
          <p:nvPr/>
        </p:nvSpPr>
        <p:spPr bwMode="auto">
          <a:xfrm>
            <a:off x="1698625" y="2018348"/>
            <a:ext cx="51022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b="0">
                <a:solidFill>
                  <a:srgbClr val="333333"/>
                </a:solidFill>
                <a:latin typeface="Microsoft YaHei" panose="020B0503020204020204" pitchFamily="34" charset="-122"/>
                <a:ea typeface="Microsoft YaHei" panose="020B0503020204020204" pitchFamily="34" charset="-122"/>
              </a:rPr>
              <a:t>CE</a:t>
            </a:r>
            <a:r>
              <a:rPr lang="zh-CN" altLang="en-US" sz="1600" b="0">
                <a:solidFill>
                  <a:srgbClr val="333333"/>
                </a:solidFill>
                <a:latin typeface="Microsoft YaHei" panose="020B0503020204020204" pitchFamily="34" charset="-122"/>
                <a:ea typeface="Microsoft YaHei" panose="020B0503020204020204" pitchFamily="34" charset="-122"/>
              </a:rPr>
              <a:t>认证，即只限于产品不危及</a:t>
            </a:r>
            <a:r>
              <a:rPr lang="zh-CN" altLang="en-US" sz="1600" b="0">
                <a:latin typeface="Microsoft YaHei" panose="020B0503020204020204" pitchFamily="34" charset="-122"/>
                <a:ea typeface="Microsoft YaHei" panose="020B0503020204020204" pitchFamily="34" charset="-122"/>
              </a:rPr>
              <a:t>人类、动物和货品的安全方面的基本安全要求。“</a:t>
            </a:r>
            <a:r>
              <a:rPr lang="en-US" altLang="zh-CN" sz="1600" b="0">
                <a:latin typeface="Microsoft YaHei" panose="020B0503020204020204" pitchFamily="34" charset="-122"/>
                <a:ea typeface="Microsoft YaHei" panose="020B0503020204020204" pitchFamily="34" charset="-122"/>
              </a:rPr>
              <a:t>CE</a:t>
            </a:r>
            <a:r>
              <a:rPr lang="zh-CN" altLang="en-US" sz="1600" b="0">
                <a:latin typeface="Microsoft YaHei" panose="020B0503020204020204" pitchFamily="34" charset="-122"/>
                <a:ea typeface="Microsoft YaHei" panose="020B0503020204020204" pitchFamily="34" charset="-122"/>
              </a:rPr>
              <a:t>”标志是一种安全认证标志，被视为制造商打开并进入欧洲市场的护照。</a:t>
            </a:r>
            <a:endParaRPr lang="en-US" altLang="zh-CN" sz="1600" b="0">
              <a:latin typeface="Microsoft YaHei" panose="020B0503020204020204" pitchFamily="34" charset="-122"/>
              <a:ea typeface="Microsoft YaHei" panose="020B0503020204020204" pitchFamily="34" charset="-122"/>
            </a:endParaRPr>
          </a:p>
          <a:p>
            <a:pPr>
              <a:spcAft>
                <a:spcPct val="0"/>
              </a:spcAft>
              <a:buFontTx/>
              <a:buNone/>
            </a:pPr>
            <a:r>
              <a:rPr lang="en-US" altLang="zh-CN" sz="1600" b="0">
                <a:latin typeface="Microsoft YaHei" panose="020B0503020204020204" pitchFamily="34" charset="-122"/>
                <a:ea typeface="Microsoft YaHei" panose="020B0503020204020204" pitchFamily="34" charset="-122"/>
              </a:rPr>
              <a:t>CE</a:t>
            </a:r>
            <a:r>
              <a:rPr lang="zh-CN" altLang="en-US" sz="1600" b="0">
                <a:latin typeface="Microsoft YaHei" panose="020B0503020204020204" pitchFamily="34" charset="-122"/>
                <a:ea typeface="Microsoft YaHei" panose="020B0503020204020204" pitchFamily="34" charset="-122"/>
              </a:rPr>
              <a:t>代表欧洲统一（</a:t>
            </a:r>
            <a:r>
              <a:rPr lang="en-US" altLang="zh-CN" sz="1600" b="0">
                <a:latin typeface="Microsoft YaHei" panose="020B0503020204020204" pitchFamily="34" charset="-122"/>
                <a:ea typeface="Microsoft YaHei" panose="020B0503020204020204" pitchFamily="34" charset="-122"/>
              </a:rPr>
              <a:t>CONFORMITE EUROPEENNE</a:t>
            </a:r>
            <a:r>
              <a:rPr lang="zh-CN" altLang="en-US" sz="1600" b="0">
                <a:latin typeface="Microsoft YaHei" panose="020B0503020204020204" pitchFamily="34" charset="-122"/>
                <a:ea typeface="Microsoft YaHei" panose="020B0503020204020204" pitchFamily="34" charset="-122"/>
              </a:rPr>
              <a:t>）</a:t>
            </a:r>
          </a:p>
        </p:txBody>
      </p:sp>
      <p:pic>
        <p:nvPicPr>
          <p:cNvPr id="8" name="图片 9">
            <a:extLst>
              <a:ext uri="{FF2B5EF4-FFF2-40B4-BE49-F238E27FC236}">
                <a16:creationId xmlns:a16="http://schemas.microsoft.com/office/drawing/2014/main" id="{8AAE536D-7D71-9E7A-5DA6-42B070AB88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3238" y="581660"/>
            <a:ext cx="819150"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10">
            <a:extLst>
              <a:ext uri="{FF2B5EF4-FFF2-40B4-BE49-F238E27FC236}">
                <a16:creationId xmlns:a16="http://schemas.microsoft.com/office/drawing/2014/main" id="{72E98586-BF15-374A-3817-A12C2C8A32E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03238" y="2119948"/>
            <a:ext cx="906462" cy="79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11">
            <a:extLst>
              <a:ext uri="{FF2B5EF4-FFF2-40B4-BE49-F238E27FC236}">
                <a16:creationId xmlns:a16="http://schemas.microsoft.com/office/drawing/2014/main" id="{F96BF688-F343-8920-964C-2B6DC828AACD}"/>
              </a:ext>
            </a:extLst>
          </p:cNvPr>
          <p:cNvSpPr>
            <a:spLocks noChangeArrowheads="1"/>
          </p:cNvSpPr>
          <p:nvPr/>
        </p:nvSpPr>
        <p:spPr bwMode="auto">
          <a:xfrm>
            <a:off x="1698625" y="1186498"/>
            <a:ext cx="4572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zh-CN" altLang="en-US" sz="1800" b="0">
                <a:solidFill>
                  <a:srgbClr val="333333"/>
                </a:solidFill>
                <a:latin typeface="Microsoft YaHei" panose="020B0503020204020204" pitchFamily="34" charset="-122"/>
                <a:ea typeface="Microsoft YaHei" panose="020B0503020204020204" pitchFamily="34" charset="-122"/>
              </a:rPr>
              <a:t>禁止扔垃圾桶，需要通过特殊渠道回收</a:t>
            </a:r>
            <a:endParaRPr lang="zh-CN" altLang="en-US" sz="1800" b="0">
              <a:latin typeface="Microsoft YaHei" panose="020B0503020204020204" pitchFamily="34" charset="-122"/>
              <a:ea typeface="Microsoft YaHei" panose="020B0503020204020204" pitchFamily="34" charset="-122"/>
            </a:endParaRPr>
          </a:p>
        </p:txBody>
      </p:sp>
      <p:pic>
        <p:nvPicPr>
          <p:cNvPr id="11" name="图片 12">
            <a:extLst>
              <a:ext uri="{FF2B5EF4-FFF2-40B4-BE49-F238E27FC236}">
                <a16:creationId xmlns:a16="http://schemas.microsoft.com/office/drawing/2014/main" id="{2599BAAA-501B-BB32-8B7C-14E164A6E2E2}"/>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779838" y="3686175"/>
            <a:ext cx="571500" cy="63817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12" name="圆角矩形 11">
            <a:extLst>
              <a:ext uri="{FF2B5EF4-FFF2-40B4-BE49-F238E27FC236}">
                <a16:creationId xmlns:a16="http://schemas.microsoft.com/office/drawing/2014/main" id="{F1929448-2024-49C1-5E09-B77BE0C8AFC0}"/>
              </a:ext>
            </a:extLst>
          </p:cNvPr>
          <p:cNvSpPr/>
          <p:nvPr/>
        </p:nvSpPr>
        <p:spPr>
          <a:xfrm>
            <a:off x="2116138" y="3929063"/>
            <a:ext cx="936625" cy="1190625"/>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Microsoft YaHei" panose="020B0503020204020204" pitchFamily="34" charset="-122"/>
              <a:ea typeface="Microsoft YaHei" panose="020B0503020204020204" pitchFamily="34" charset="-122"/>
            </a:endParaRPr>
          </a:p>
        </p:txBody>
      </p:sp>
      <p:sp>
        <p:nvSpPr>
          <p:cNvPr id="13" name="矩形 14">
            <a:extLst>
              <a:ext uri="{FF2B5EF4-FFF2-40B4-BE49-F238E27FC236}">
                <a16:creationId xmlns:a16="http://schemas.microsoft.com/office/drawing/2014/main" id="{FEC08600-029D-7411-5294-26CB270BAA04}"/>
              </a:ext>
            </a:extLst>
          </p:cNvPr>
          <p:cNvSpPr>
            <a:spLocks noChangeArrowheads="1"/>
          </p:cNvSpPr>
          <p:nvPr/>
        </p:nvSpPr>
        <p:spPr bwMode="auto">
          <a:xfrm>
            <a:off x="3790950" y="4391025"/>
            <a:ext cx="5581650"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just">
              <a:spcAft>
                <a:spcPct val="0"/>
              </a:spcAft>
              <a:buFontTx/>
              <a:buNone/>
            </a:pPr>
            <a:r>
              <a:rPr lang="en-US" altLang="zh-CN" sz="1600" b="0" dirty="0">
                <a:solidFill>
                  <a:srgbClr val="333333"/>
                </a:solidFill>
                <a:latin typeface="Microsoft YaHei" panose="020B0503020204020204" pitchFamily="34" charset="-122"/>
                <a:ea typeface="Microsoft YaHei" panose="020B0503020204020204" pitchFamily="34" charset="-122"/>
              </a:rPr>
              <a:t>RoHS</a:t>
            </a:r>
            <a:r>
              <a:rPr lang="zh-CN" altLang="en-US" sz="1600" b="0" dirty="0">
                <a:solidFill>
                  <a:srgbClr val="333333"/>
                </a:solidFill>
                <a:latin typeface="Microsoft YaHei" panose="020B0503020204020204" pitchFamily="34" charset="-122"/>
                <a:ea typeface="Microsoft YaHei" panose="020B0503020204020204" pitchFamily="34" charset="-122"/>
              </a:rPr>
              <a:t>是由欧盟立法制定的一项强制性标准，它的全称是</a:t>
            </a:r>
            <a:r>
              <a:rPr lang="en-US" altLang="zh-CN" sz="1600" b="0" dirty="0">
                <a:solidFill>
                  <a:srgbClr val="333333"/>
                </a:solidFill>
                <a:latin typeface="Microsoft YaHei" panose="020B0503020204020204" pitchFamily="34" charset="-122"/>
                <a:ea typeface="Microsoft YaHei" panose="020B0503020204020204" pitchFamily="34" charset="-122"/>
              </a:rPr>
              <a:t>《</a:t>
            </a:r>
            <a:r>
              <a:rPr lang="zh-CN" altLang="en-US" sz="1600" b="0" dirty="0">
                <a:solidFill>
                  <a:srgbClr val="333333"/>
                </a:solidFill>
                <a:latin typeface="Microsoft YaHei" panose="020B0503020204020204" pitchFamily="34" charset="-122"/>
                <a:ea typeface="Microsoft YaHei" panose="020B0503020204020204" pitchFamily="34" charset="-122"/>
              </a:rPr>
              <a:t>关于限制在电子电器设备中使用某些有害成分的指令</a:t>
            </a:r>
            <a:r>
              <a:rPr lang="en-US" altLang="zh-CN" sz="1600" b="0" dirty="0">
                <a:solidFill>
                  <a:srgbClr val="333333"/>
                </a:solidFill>
                <a:latin typeface="Microsoft YaHei" panose="020B0503020204020204" pitchFamily="34" charset="-122"/>
                <a:ea typeface="Microsoft YaHei" panose="020B0503020204020204" pitchFamily="34" charset="-122"/>
              </a:rPr>
              <a:t>》(Restriction of Hazardous Substances)</a:t>
            </a:r>
            <a:r>
              <a:rPr lang="zh-CN" altLang="en-US" sz="1600" b="0" dirty="0">
                <a:solidFill>
                  <a:srgbClr val="333333"/>
                </a:solidFill>
                <a:latin typeface="Microsoft YaHei" panose="020B0503020204020204" pitchFamily="34" charset="-122"/>
                <a:ea typeface="Microsoft YaHei" panose="020B0503020204020204" pitchFamily="34" charset="-122"/>
              </a:rPr>
              <a:t>。该标准已于</a:t>
            </a:r>
            <a:r>
              <a:rPr lang="en-US" altLang="zh-CN" sz="1600" b="0" dirty="0">
                <a:solidFill>
                  <a:srgbClr val="333333"/>
                </a:solidFill>
                <a:latin typeface="Microsoft YaHei" panose="020B0503020204020204" pitchFamily="34" charset="-122"/>
                <a:ea typeface="Microsoft YaHei" panose="020B0503020204020204" pitchFamily="34" charset="-122"/>
              </a:rPr>
              <a:t>2006</a:t>
            </a:r>
            <a:r>
              <a:rPr lang="zh-CN" altLang="en-US" sz="1600" b="0" dirty="0">
                <a:solidFill>
                  <a:srgbClr val="333333"/>
                </a:solidFill>
                <a:latin typeface="Microsoft YaHei" panose="020B0503020204020204" pitchFamily="34" charset="-122"/>
                <a:ea typeface="Microsoft YaHei" panose="020B0503020204020204" pitchFamily="34" charset="-122"/>
              </a:rPr>
              <a:t>年</a:t>
            </a:r>
            <a:r>
              <a:rPr lang="en-US" altLang="zh-CN" sz="1600" b="0" dirty="0">
                <a:solidFill>
                  <a:srgbClr val="333333"/>
                </a:solidFill>
                <a:latin typeface="Microsoft YaHei" panose="020B0503020204020204" pitchFamily="34" charset="-122"/>
                <a:ea typeface="Microsoft YaHei" panose="020B0503020204020204" pitchFamily="34" charset="-122"/>
              </a:rPr>
              <a:t>7</a:t>
            </a:r>
            <a:r>
              <a:rPr lang="zh-CN" altLang="en-US" sz="1600" b="0" dirty="0">
                <a:solidFill>
                  <a:srgbClr val="333333"/>
                </a:solidFill>
                <a:latin typeface="Microsoft YaHei" panose="020B0503020204020204" pitchFamily="34" charset="-122"/>
                <a:ea typeface="Microsoft YaHei" panose="020B0503020204020204" pitchFamily="34" charset="-122"/>
              </a:rPr>
              <a:t>月</a:t>
            </a:r>
            <a:r>
              <a:rPr lang="en-US" altLang="zh-CN" sz="1600" b="0" dirty="0">
                <a:solidFill>
                  <a:srgbClr val="333333"/>
                </a:solidFill>
                <a:latin typeface="Microsoft YaHei" panose="020B0503020204020204" pitchFamily="34" charset="-122"/>
                <a:ea typeface="Microsoft YaHei" panose="020B0503020204020204" pitchFamily="34" charset="-122"/>
              </a:rPr>
              <a:t>1</a:t>
            </a:r>
            <a:r>
              <a:rPr lang="zh-CN" altLang="en-US" sz="1600" b="0" dirty="0">
                <a:solidFill>
                  <a:srgbClr val="333333"/>
                </a:solidFill>
                <a:latin typeface="Microsoft YaHei" panose="020B0503020204020204" pitchFamily="34" charset="-122"/>
                <a:ea typeface="Microsoft YaHei" panose="020B0503020204020204" pitchFamily="34" charset="-122"/>
              </a:rPr>
              <a:t>日开始正式实施，主要用于规范电子电气产品的材料及工艺标准，使之更加有利于人体健康及环境保护。该标准的目的在于消除电器电子产品中的铅、汞、镉、六价铬、多溴联苯和多溴二苯醚共</a:t>
            </a:r>
            <a:r>
              <a:rPr lang="en-US" altLang="zh-CN" sz="1600" b="0" dirty="0">
                <a:solidFill>
                  <a:srgbClr val="333333"/>
                </a:solidFill>
                <a:latin typeface="Microsoft YaHei" panose="020B0503020204020204" pitchFamily="34" charset="-122"/>
                <a:ea typeface="Microsoft YaHei" panose="020B0503020204020204" pitchFamily="34" charset="-122"/>
              </a:rPr>
              <a:t>6</a:t>
            </a:r>
            <a:r>
              <a:rPr lang="zh-CN" altLang="en-US" sz="1600" b="0" dirty="0">
                <a:solidFill>
                  <a:srgbClr val="333333"/>
                </a:solidFill>
                <a:latin typeface="Microsoft YaHei" panose="020B0503020204020204" pitchFamily="34" charset="-122"/>
                <a:ea typeface="Microsoft YaHei" panose="020B0503020204020204" pitchFamily="34" charset="-122"/>
              </a:rPr>
              <a:t>项物质，并重点规定了铅的含量不能超过</a:t>
            </a:r>
            <a:r>
              <a:rPr lang="en-US" altLang="zh-CN" sz="1600" b="0" dirty="0">
                <a:solidFill>
                  <a:srgbClr val="333333"/>
                </a:solidFill>
                <a:latin typeface="Microsoft YaHei" panose="020B0503020204020204" pitchFamily="34" charset="-122"/>
                <a:ea typeface="Microsoft YaHei" panose="020B0503020204020204" pitchFamily="34" charset="-122"/>
              </a:rPr>
              <a:t>0.1%</a:t>
            </a:r>
            <a:r>
              <a:rPr lang="zh-CN" altLang="en-US" sz="1600" b="0" dirty="0">
                <a:solidFill>
                  <a:srgbClr val="333333"/>
                </a:solidFill>
                <a:latin typeface="Microsoft YaHei" panose="020B0503020204020204" pitchFamily="34" charset="-122"/>
                <a:ea typeface="Microsoft YaHei" panose="020B0503020204020204" pitchFamily="34" charset="-122"/>
              </a:rPr>
              <a:t>。</a:t>
            </a:r>
            <a:endParaRPr lang="zh-CN" altLang="en-US" sz="1600" b="0" dirty="0">
              <a:latin typeface="Microsoft YaHei" panose="020B0503020204020204" pitchFamily="34" charset="-122"/>
              <a:ea typeface="Microsoft YaHei" panose="020B0503020204020204" pitchFamily="34" charset="-122"/>
            </a:endParaRPr>
          </a:p>
        </p:txBody>
      </p:sp>
      <p:pic>
        <p:nvPicPr>
          <p:cNvPr id="14" name="图片 16">
            <a:extLst>
              <a:ext uri="{FF2B5EF4-FFF2-40B4-BE49-F238E27FC236}">
                <a16:creationId xmlns:a16="http://schemas.microsoft.com/office/drawing/2014/main" id="{83797051-90E7-A5B4-330A-4AF61A14D0A7}"/>
              </a:ext>
            </a:extLst>
          </p:cNvPr>
          <p:cNvPicPr>
            <a:picLocks noChangeAspect="1"/>
          </p:cNvPicPr>
          <p:nvPr/>
        </p:nvPicPr>
        <p:blipFill>
          <a:blip r:embed="rId6">
            <a:extLst>
              <a:ext uri="{28A0092B-C50C-407E-A947-70E740481C1C}">
                <a14:useLocalDpi xmlns:a14="http://schemas.microsoft.com/office/drawing/2010/main" val="0"/>
              </a:ext>
            </a:extLst>
          </a:blip>
          <a:srcRect t="31653" r="78960" b="34549"/>
          <a:stretch>
            <a:fillRect/>
          </a:stretch>
        </p:blipFill>
        <p:spPr bwMode="auto">
          <a:xfrm>
            <a:off x="7089775" y="1031081"/>
            <a:ext cx="1974850" cy="287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1170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D824E7-ECBA-9FC9-1064-C393BD4404F5}"/>
              </a:ext>
            </a:extLst>
          </p:cNvPr>
          <p:cNvSpPr>
            <a:spLocks noGrp="1"/>
          </p:cNvSpPr>
          <p:nvPr>
            <p:ph type="title"/>
          </p:nvPr>
        </p:nvSpPr>
        <p:spPr/>
        <p:txBody>
          <a:bodyPr>
            <a:normAutofit fontScale="90000"/>
          </a:bodyPr>
          <a:lstStyle/>
          <a:p>
            <a:r>
              <a:rPr kumimoji="1" lang="zh-CN" altLang="en-US" dirty="0"/>
              <a:t>电子垃圾去哪儿了</a:t>
            </a:r>
          </a:p>
        </p:txBody>
      </p:sp>
      <p:sp>
        <p:nvSpPr>
          <p:cNvPr id="4" name="页脚占位符 3">
            <a:extLst>
              <a:ext uri="{FF2B5EF4-FFF2-40B4-BE49-F238E27FC236}">
                <a16:creationId xmlns:a16="http://schemas.microsoft.com/office/drawing/2014/main" id="{D78F2878-2EAB-4E5D-43C5-E9705872DDE9}"/>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0D7B7B89-643A-04BE-57B7-5D35195A0CDE}"/>
              </a:ext>
            </a:extLst>
          </p:cNvPr>
          <p:cNvSpPr>
            <a:spLocks noGrp="1"/>
          </p:cNvSpPr>
          <p:nvPr>
            <p:ph type="sldNum" sz="quarter" idx="12"/>
          </p:nvPr>
        </p:nvSpPr>
        <p:spPr/>
        <p:txBody>
          <a:bodyPr/>
          <a:lstStyle/>
          <a:p>
            <a:fld id="{9E260BC5-5BF3-8746-862B-DC45E9CAA88B}" type="slidenum">
              <a:rPr lang="en-US" smtClean="0"/>
              <a:pPr/>
              <a:t>6</a:t>
            </a:fld>
            <a:r>
              <a:rPr lang="en-US" altLang="zh-CN" dirty="0"/>
              <a:t>/34</a:t>
            </a:r>
            <a:endParaRPr lang="en-US" dirty="0"/>
          </a:p>
        </p:txBody>
      </p:sp>
      <p:sp>
        <p:nvSpPr>
          <p:cNvPr id="6" name="矩形 5">
            <a:extLst>
              <a:ext uri="{FF2B5EF4-FFF2-40B4-BE49-F238E27FC236}">
                <a16:creationId xmlns:a16="http://schemas.microsoft.com/office/drawing/2014/main" id="{51C70166-808D-4607-C33E-5C8CD8E5D783}"/>
              </a:ext>
            </a:extLst>
          </p:cNvPr>
          <p:cNvSpPr>
            <a:spLocks noChangeArrowheads="1"/>
          </p:cNvSpPr>
          <p:nvPr/>
        </p:nvSpPr>
        <p:spPr bwMode="auto">
          <a:xfrm>
            <a:off x="119380" y="6162992"/>
            <a:ext cx="6715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zh-CN" altLang="en-US" sz="1800" b="0" dirty="0">
                <a:latin typeface="Microsoft YaHei" panose="020B0503020204020204" pitchFamily="34" charset="-122"/>
                <a:ea typeface="Microsoft YaHei" panose="020B0503020204020204" pitchFamily="34" charset="-122"/>
              </a:rPr>
              <a:t>https://baike.baidu.com/item/WEEE/7625598?fr=aladdin</a:t>
            </a:r>
          </a:p>
        </p:txBody>
      </p:sp>
      <p:sp>
        <p:nvSpPr>
          <p:cNvPr id="7" name="矩形 6">
            <a:extLst>
              <a:ext uri="{FF2B5EF4-FFF2-40B4-BE49-F238E27FC236}">
                <a16:creationId xmlns:a16="http://schemas.microsoft.com/office/drawing/2014/main" id="{0092C0D3-CA53-5B3A-63E3-B3A379A34DF0}"/>
              </a:ext>
            </a:extLst>
          </p:cNvPr>
          <p:cNvSpPr>
            <a:spLocks noChangeArrowheads="1"/>
          </p:cNvSpPr>
          <p:nvPr/>
        </p:nvSpPr>
        <p:spPr bwMode="auto">
          <a:xfrm>
            <a:off x="119380" y="4718051"/>
            <a:ext cx="9036050"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800" b="0" dirty="0">
                <a:solidFill>
                  <a:srgbClr val="333333"/>
                </a:solidFill>
                <a:latin typeface="Microsoft YaHei" panose="020B0503020204020204" pitchFamily="34" charset="-122"/>
                <a:ea typeface="Microsoft YaHei" panose="020B0503020204020204" pitchFamily="34" charset="-122"/>
              </a:rPr>
              <a:t>WEEE</a:t>
            </a:r>
            <a:r>
              <a:rPr lang="zh-CN" altLang="en-US" sz="1800" b="0" dirty="0">
                <a:solidFill>
                  <a:srgbClr val="333333"/>
                </a:solidFill>
                <a:latin typeface="Microsoft YaHei" panose="020B0503020204020204" pitchFamily="34" charset="-122"/>
                <a:ea typeface="Microsoft YaHei" panose="020B0503020204020204" pitchFamily="34" charset="-122"/>
              </a:rPr>
              <a:t>即</a:t>
            </a:r>
            <a:r>
              <a:rPr lang="en-US" altLang="zh-CN" sz="1800" b="0" dirty="0">
                <a:solidFill>
                  <a:srgbClr val="333333"/>
                </a:solidFill>
                <a:latin typeface="Microsoft YaHei" panose="020B0503020204020204" pitchFamily="34" charset="-122"/>
                <a:ea typeface="Microsoft YaHei" panose="020B0503020204020204" pitchFamily="34" charset="-122"/>
              </a:rPr>
              <a:t>Waste Electrical and Electronic Equipment (WEEE) Directive (2002/96/EC)</a:t>
            </a:r>
          </a:p>
          <a:p>
            <a:pPr>
              <a:spcAft>
                <a:spcPct val="0"/>
              </a:spcAft>
              <a:buFontTx/>
              <a:buNone/>
            </a:pPr>
            <a:endParaRPr lang="en-US" altLang="zh-CN" sz="1800" b="0" dirty="0">
              <a:solidFill>
                <a:srgbClr val="333333"/>
              </a:solidFill>
              <a:latin typeface="Microsoft YaHei" panose="020B0503020204020204" pitchFamily="34" charset="-122"/>
              <a:ea typeface="Microsoft YaHei" panose="020B0503020204020204" pitchFamily="34" charset="-122"/>
            </a:endParaRPr>
          </a:p>
          <a:p>
            <a:pPr>
              <a:spcAft>
                <a:spcPct val="0"/>
              </a:spcAft>
              <a:buFontTx/>
              <a:buNone/>
            </a:pPr>
            <a:r>
              <a:rPr lang="zh-CN" altLang="en-US" sz="1800" b="0" dirty="0">
                <a:solidFill>
                  <a:srgbClr val="333333"/>
                </a:solidFill>
                <a:latin typeface="Microsoft YaHei" panose="020B0503020204020204" pitchFamily="34" charset="-122"/>
                <a:ea typeface="Microsoft YaHei" panose="020B0503020204020204" pitchFamily="34" charset="-122"/>
              </a:rPr>
              <a:t>报废的电子电气设备，在指令</a:t>
            </a:r>
            <a:r>
              <a:rPr lang="en-US" altLang="zh-CN" sz="1800" b="0" dirty="0">
                <a:solidFill>
                  <a:srgbClr val="333333"/>
                </a:solidFill>
                <a:latin typeface="Microsoft YaHei" panose="020B0503020204020204" pitchFamily="34" charset="-122"/>
                <a:ea typeface="Microsoft YaHei" panose="020B0503020204020204" pitchFamily="34" charset="-122"/>
              </a:rPr>
              <a:t>75/442/EEC</a:t>
            </a:r>
            <a:r>
              <a:rPr lang="zh-CN" altLang="en-US" sz="1800" b="0" dirty="0">
                <a:solidFill>
                  <a:srgbClr val="333333"/>
                </a:solidFill>
                <a:latin typeface="Microsoft YaHei" panose="020B0503020204020204" pitchFamily="34" charset="-122"/>
                <a:ea typeface="Microsoft YaHei" panose="020B0503020204020204" pitchFamily="34" charset="-122"/>
              </a:rPr>
              <a:t>中对</a:t>
            </a:r>
            <a:r>
              <a:rPr lang="en-US" altLang="zh-CN" sz="1800" b="0" dirty="0">
                <a:solidFill>
                  <a:srgbClr val="333333"/>
                </a:solidFill>
                <a:latin typeface="Microsoft YaHei" panose="020B0503020204020204" pitchFamily="34" charset="-122"/>
                <a:ea typeface="Microsoft YaHei" panose="020B0503020204020204" pitchFamily="34" charset="-122"/>
              </a:rPr>
              <a:t>"waste"</a:t>
            </a:r>
            <a:r>
              <a:rPr lang="zh-CN" altLang="en-US" sz="1800" b="0" dirty="0">
                <a:solidFill>
                  <a:srgbClr val="333333"/>
                </a:solidFill>
                <a:latin typeface="Microsoft YaHei" panose="020B0503020204020204" pitchFamily="34" charset="-122"/>
                <a:ea typeface="Microsoft YaHei" panose="020B0503020204020204" pitchFamily="34" charset="-122"/>
              </a:rPr>
              <a:t>作出了详细的定义，在指令</a:t>
            </a:r>
            <a:r>
              <a:rPr lang="en-US" altLang="zh-CN" sz="1800" b="0" dirty="0">
                <a:solidFill>
                  <a:srgbClr val="333333"/>
                </a:solidFill>
                <a:latin typeface="Microsoft YaHei" panose="020B0503020204020204" pitchFamily="34" charset="-122"/>
                <a:ea typeface="Microsoft YaHei" panose="020B0503020204020204" pitchFamily="34" charset="-122"/>
              </a:rPr>
              <a:t>91/156/EEC</a:t>
            </a:r>
            <a:r>
              <a:rPr lang="zh-CN" altLang="en-US" sz="1800" b="0" dirty="0">
                <a:solidFill>
                  <a:srgbClr val="333333"/>
                </a:solidFill>
                <a:latin typeface="Microsoft YaHei" panose="020B0503020204020204" pitchFamily="34" charset="-122"/>
                <a:ea typeface="Microsoft YaHei" panose="020B0503020204020204" pitchFamily="34" charset="-122"/>
              </a:rPr>
              <a:t>中对其进行了修改。报废实际上是针对</a:t>
            </a:r>
            <a:r>
              <a:rPr lang="en-US" altLang="zh-CN" sz="1800" b="0" dirty="0">
                <a:solidFill>
                  <a:srgbClr val="333333"/>
                </a:solidFill>
                <a:latin typeface="Microsoft YaHei" panose="020B0503020204020204" pitchFamily="34" charset="-122"/>
                <a:ea typeface="Microsoft YaHei" panose="020B0503020204020204" pitchFamily="34" charset="-122"/>
              </a:rPr>
              <a:t>WEEE</a:t>
            </a:r>
            <a:r>
              <a:rPr lang="zh-CN" altLang="en-US" sz="1800" b="0" dirty="0">
                <a:solidFill>
                  <a:srgbClr val="333333"/>
                </a:solidFill>
                <a:latin typeface="Microsoft YaHei" panose="020B0503020204020204" pitchFamily="34" charset="-122"/>
                <a:ea typeface="Microsoft YaHei" panose="020B0503020204020204" pitchFamily="34" charset="-122"/>
              </a:rPr>
              <a:t>指令中附件</a:t>
            </a:r>
            <a:r>
              <a:rPr lang="en-US" altLang="zh-CN" sz="1800" b="0" dirty="0">
                <a:solidFill>
                  <a:srgbClr val="333333"/>
                </a:solidFill>
                <a:latin typeface="Microsoft YaHei" panose="020B0503020204020204" pitchFamily="34" charset="-122"/>
                <a:ea typeface="Microsoft YaHei" panose="020B0503020204020204" pitchFamily="34" charset="-122"/>
              </a:rPr>
              <a:t>Ⅰ</a:t>
            </a:r>
            <a:r>
              <a:rPr lang="zh-CN" altLang="en-US" sz="1800" b="0" dirty="0">
                <a:solidFill>
                  <a:srgbClr val="333333"/>
                </a:solidFill>
                <a:latin typeface="Microsoft YaHei" panose="020B0503020204020204" pitchFamily="34" charset="-122"/>
                <a:ea typeface="Microsoft YaHei" panose="020B0503020204020204" pitchFamily="34" charset="-122"/>
              </a:rPr>
              <a:t>中所有类别的产品，即使该产品并无达到使用寿命结束的阶段，只要被消费者丢弃都视为废弃物。</a:t>
            </a:r>
          </a:p>
        </p:txBody>
      </p:sp>
      <p:pic>
        <p:nvPicPr>
          <p:cNvPr id="8" name="图片 7">
            <a:extLst>
              <a:ext uri="{FF2B5EF4-FFF2-40B4-BE49-F238E27FC236}">
                <a16:creationId xmlns:a16="http://schemas.microsoft.com/office/drawing/2014/main" id="{18FF6BD7-2CD0-FE05-C2CE-4506B76B687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9380" y="510639"/>
            <a:ext cx="5262563" cy="425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57673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F8A9E9-E752-E057-7EEF-C583BC4ADF7A}"/>
              </a:ext>
            </a:extLst>
          </p:cNvPr>
          <p:cNvSpPr>
            <a:spLocks noGrp="1"/>
          </p:cNvSpPr>
          <p:nvPr>
            <p:ph type="title"/>
          </p:nvPr>
        </p:nvSpPr>
        <p:spPr/>
        <p:txBody>
          <a:bodyPr>
            <a:normAutofit fontScale="90000"/>
          </a:bodyPr>
          <a:lstStyle/>
          <a:p>
            <a:r>
              <a:rPr lang="zh-CN" altLang="en-US" dirty="0"/>
              <a:t>数码管动态显示</a:t>
            </a:r>
            <a:endParaRPr kumimoji="1" lang="zh-CN" altLang="en-US" dirty="0"/>
          </a:p>
        </p:txBody>
      </p:sp>
      <p:sp>
        <p:nvSpPr>
          <p:cNvPr id="4" name="页脚占位符 3">
            <a:extLst>
              <a:ext uri="{FF2B5EF4-FFF2-40B4-BE49-F238E27FC236}">
                <a16:creationId xmlns:a16="http://schemas.microsoft.com/office/drawing/2014/main" id="{D83D5336-E613-F129-0F91-6A7B5665245A}"/>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2823C7F2-B11F-2282-D06E-BB380B1A6E8D}"/>
              </a:ext>
            </a:extLst>
          </p:cNvPr>
          <p:cNvSpPr>
            <a:spLocks noGrp="1"/>
          </p:cNvSpPr>
          <p:nvPr>
            <p:ph type="sldNum" sz="quarter" idx="12"/>
          </p:nvPr>
        </p:nvSpPr>
        <p:spPr/>
        <p:txBody>
          <a:bodyPr/>
          <a:lstStyle/>
          <a:p>
            <a:fld id="{9E260BC5-5BF3-8746-862B-DC45E9CAA88B}" type="slidenum">
              <a:rPr lang="en-US" smtClean="0"/>
              <a:pPr/>
              <a:t>7</a:t>
            </a:fld>
            <a:r>
              <a:rPr lang="en-US" altLang="zh-CN" dirty="0"/>
              <a:t>/34</a:t>
            </a:r>
            <a:endParaRPr lang="en-US" dirty="0"/>
          </a:p>
        </p:txBody>
      </p:sp>
      <p:sp>
        <p:nvSpPr>
          <p:cNvPr id="6" name="TextBox 7">
            <a:extLst>
              <a:ext uri="{FF2B5EF4-FFF2-40B4-BE49-F238E27FC236}">
                <a16:creationId xmlns:a16="http://schemas.microsoft.com/office/drawing/2014/main" id="{CB5233DB-D46A-A627-6C29-60F0C387BFEA}"/>
              </a:ext>
            </a:extLst>
          </p:cNvPr>
          <p:cNvSpPr txBox="1">
            <a:spLocks noChangeArrowheads="1"/>
          </p:cNvSpPr>
          <p:nvPr/>
        </p:nvSpPr>
        <p:spPr bwMode="auto">
          <a:xfrm>
            <a:off x="6217285" y="987633"/>
            <a:ext cx="1423988" cy="23749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400">
                <a:cs typeface="Times New Roman" panose="02020603050405020304" pitchFamily="18" charset="0"/>
              </a:rPr>
              <a:t>4</a:t>
            </a:r>
            <a:r>
              <a:rPr lang="zh-CN" altLang="en-US" sz="2400">
                <a:cs typeface="Times New Roman" panose="02020603050405020304" pitchFamily="18" charset="0"/>
              </a:rPr>
              <a:t>位</a:t>
            </a:r>
            <a:r>
              <a:rPr lang="en-US" altLang="zh-CN" sz="2400">
                <a:cs typeface="Times New Roman" panose="02020603050405020304" pitchFamily="18" charset="0"/>
              </a:rPr>
              <a:t>7</a:t>
            </a:r>
            <a:r>
              <a:rPr lang="zh-CN" altLang="en-US" sz="2400">
                <a:cs typeface="Times New Roman" panose="02020603050405020304" pitchFamily="18" charset="0"/>
              </a:rPr>
              <a:t>段</a:t>
            </a:r>
            <a:endParaRPr lang="en-US" altLang="zh-CN" sz="2400">
              <a:cs typeface="Times New Roman" panose="02020603050405020304" pitchFamily="18" charset="0"/>
            </a:endParaRPr>
          </a:p>
          <a:p>
            <a:pPr algn="ctr" eaLnBrk="1" hangingPunct="1">
              <a:spcAft>
                <a:spcPct val="0"/>
              </a:spcAft>
              <a:buFontTx/>
              <a:buNone/>
            </a:pPr>
            <a:r>
              <a:rPr lang="zh-CN" altLang="en-US" sz="2400">
                <a:cs typeface="Times New Roman" panose="02020603050405020304" pitchFamily="18" charset="0"/>
              </a:rPr>
              <a:t>数码</a:t>
            </a:r>
            <a:endParaRPr lang="en-US" altLang="zh-CN" sz="2400">
              <a:cs typeface="Times New Roman" panose="02020603050405020304" pitchFamily="18" charset="0"/>
            </a:endParaRPr>
          </a:p>
          <a:p>
            <a:pPr algn="ctr" eaLnBrk="1" hangingPunct="1">
              <a:spcAft>
                <a:spcPct val="0"/>
              </a:spcAft>
              <a:buFontTx/>
              <a:buNone/>
            </a:pPr>
            <a:r>
              <a:rPr lang="zh-CN" altLang="en-US" sz="2400">
                <a:cs typeface="Times New Roman" panose="02020603050405020304" pitchFamily="18" charset="0"/>
              </a:rPr>
              <a:t>显示</a:t>
            </a:r>
            <a:endParaRPr lang="en-US" altLang="zh-CN" sz="2400">
              <a:cs typeface="Times New Roman" panose="02020603050405020304" pitchFamily="18" charset="0"/>
            </a:endParaRPr>
          </a:p>
          <a:p>
            <a:pPr algn="ctr" eaLnBrk="1" hangingPunct="1">
              <a:spcAft>
                <a:spcPct val="0"/>
              </a:spcAft>
              <a:buFontTx/>
              <a:buNone/>
            </a:pPr>
            <a:r>
              <a:rPr lang="zh-CN" altLang="en-US" sz="2400">
                <a:cs typeface="Times New Roman" panose="02020603050405020304" pitchFamily="18" charset="0"/>
              </a:rPr>
              <a:t>接口</a:t>
            </a:r>
          </a:p>
        </p:txBody>
      </p:sp>
      <p:cxnSp>
        <p:nvCxnSpPr>
          <p:cNvPr id="7" name="直接连接符 9">
            <a:extLst>
              <a:ext uri="{FF2B5EF4-FFF2-40B4-BE49-F238E27FC236}">
                <a16:creationId xmlns:a16="http://schemas.microsoft.com/office/drawing/2014/main" id="{49463B65-D568-1350-D7A5-44C60B0180F8}"/>
              </a:ext>
            </a:extLst>
          </p:cNvPr>
          <p:cNvCxnSpPr/>
          <p:nvPr/>
        </p:nvCxnSpPr>
        <p:spPr>
          <a:xfrm>
            <a:off x="5669598" y="1316246"/>
            <a:ext cx="547687"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11">
            <a:extLst>
              <a:ext uri="{FF2B5EF4-FFF2-40B4-BE49-F238E27FC236}">
                <a16:creationId xmlns:a16="http://schemas.microsoft.com/office/drawing/2014/main" id="{29D59D09-761B-25C2-F592-D4AB51BE2550}"/>
              </a:ext>
            </a:extLst>
          </p:cNvPr>
          <p:cNvCxnSpPr/>
          <p:nvPr/>
        </p:nvCxnSpPr>
        <p:spPr>
          <a:xfrm rot="16200000" flipH="1">
            <a:off x="5877561" y="1263858"/>
            <a:ext cx="131762" cy="1095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16">
            <a:extLst>
              <a:ext uri="{FF2B5EF4-FFF2-40B4-BE49-F238E27FC236}">
                <a16:creationId xmlns:a16="http://schemas.microsoft.com/office/drawing/2014/main" id="{53519F7E-1B69-1CD6-71EF-0F5FEF8EA976}"/>
              </a:ext>
            </a:extLst>
          </p:cNvPr>
          <p:cNvSpPr txBox="1">
            <a:spLocks noChangeArrowheads="1"/>
          </p:cNvSpPr>
          <p:nvPr/>
        </p:nvSpPr>
        <p:spPr bwMode="auto">
          <a:xfrm>
            <a:off x="5844223" y="984458"/>
            <a:ext cx="3000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cs typeface="Times New Roman" panose="02020603050405020304" pitchFamily="18" charset="0"/>
              </a:rPr>
              <a:t>8</a:t>
            </a:r>
            <a:endParaRPr lang="zh-CN" altLang="en-US" sz="1800" b="0">
              <a:cs typeface="Times New Roman" panose="02020603050405020304" pitchFamily="18" charset="0"/>
            </a:endParaRPr>
          </a:p>
        </p:txBody>
      </p:sp>
      <p:sp>
        <p:nvSpPr>
          <p:cNvPr id="10" name="TextBox 17">
            <a:extLst>
              <a:ext uri="{FF2B5EF4-FFF2-40B4-BE49-F238E27FC236}">
                <a16:creationId xmlns:a16="http://schemas.microsoft.com/office/drawing/2014/main" id="{0BBC0F2F-CBC0-430A-0C0D-687BAF243E2C}"/>
              </a:ext>
            </a:extLst>
          </p:cNvPr>
          <p:cNvSpPr txBox="1">
            <a:spLocks noChangeArrowheads="1"/>
          </p:cNvSpPr>
          <p:nvPr/>
        </p:nvSpPr>
        <p:spPr bwMode="auto">
          <a:xfrm>
            <a:off x="5012373" y="1136858"/>
            <a:ext cx="6461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DG0</a:t>
            </a:r>
            <a:endParaRPr lang="zh-CN" altLang="en-US" sz="1800">
              <a:cs typeface="Times New Roman" panose="02020603050405020304" pitchFamily="18" charset="0"/>
            </a:endParaRPr>
          </a:p>
        </p:txBody>
      </p:sp>
      <p:cxnSp>
        <p:nvCxnSpPr>
          <p:cNvPr id="11" name="直接连接符 18">
            <a:extLst>
              <a:ext uri="{FF2B5EF4-FFF2-40B4-BE49-F238E27FC236}">
                <a16:creationId xmlns:a16="http://schemas.microsoft.com/office/drawing/2014/main" id="{E1E48C91-9B79-7694-9945-A3D0DAEEE6DD}"/>
              </a:ext>
            </a:extLst>
          </p:cNvPr>
          <p:cNvCxnSpPr/>
          <p:nvPr/>
        </p:nvCxnSpPr>
        <p:spPr>
          <a:xfrm>
            <a:off x="5661660" y="1781383"/>
            <a:ext cx="547688"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9">
            <a:extLst>
              <a:ext uri="{FF2B5EF4-FFF2-40B4-BE49-F238E27FC236}">
                <a16:creationId xmlns:a16="http://schemas.microsoft.com/office/drawing/2014/main" id="{5FB1DC4C-5DE1-CDB8-4DAB-F1090B290B3C}"/>
              </a:ext>
            </a:extLst>
          </p:cNvPr>
          <p:cNvCxnSpPr/>
          <p:nvPr/>
        </p:nvCxnSpPr>
        <p:spPr>
          <a:xfrm rot="16200000" flipH="1">
            <a:off x="5869622" y="1728996"/>
            <a:ext cx="131763" cy="1095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20">
            <a:extLst>
              <a:ext uri="{FF2B5EF4-FFF2-40B4-BE49-F238E27FC236}">
                <a16:creationId xmlns:a16="http://schemas.microsoft.com/office/drawing/2014/main" id="{05156AF1-ACE9-5905-C4EB-87468183C8E0}"/>
              </a:ext>
            </a:extLst>
          </p:cNvPr>
          <p:cNvSpPr txBox="1">
            <a:spLocks noChangeArrowheads="1"/>
          </p:cNvSpPr>
          <p:nvPr/>
        </p:nvSpPr>
        <p:spPr bwMode="auto">
          <a:xfrm>
            <a:off x="5836285" y="1449596"/>
            <a:ext cx="3000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cs typeface="Times New Roman" panose="02020603050405020304" pitchFamily="18" charset="0"/>
              </a:rPr>
              <a:t>8</a:t>
            </a:r>
            <a:endParaRPr lang="zh-CN" altLang="en-US" sz="1800" b="0">
              <a:cs typeface="Times New Roman" panose="02020603050405020304" pitchFamily="18" charset="0"/>
            </a:endParaRPr>
          </a:p>
        </p:txBody>
      </p:sp>
      <p:sp>
        <p:nvSpPr>
          <p:cNvPr id="14" name="TextBox 21">
            <a:extLst>
              <a:ext uri="{FF2B5EF4-FFF2-40B4-BE49-F238E27FC236}">
                <a16:creationId xmlns:a16="http://schemas.microsoft.com/office/drawing/2014/main" id="{3E1BC748-7523-ED67-EDF2-055059AC6EC0}"/>
              </a:ext>
            </a:extLst>
          </p:cNvPr>
          <p:cNvSpPr txBox="1">
            <a:spLocks noChangeArrowheads="1"/>
          </p:cNvSpPr>
          <p:nvPr/>
        </p:nvSpPr>
        <p:spPr bwMode="auto">
          <a:xfrm>
            <a:off x="5004435" y="1601996"/>
            <a:ext cx="6461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DG1</a:t>
            </a:r>
            <a:endParaRPr lang="zh-CN" altLang="en-US" sz="1800">
              <a:cs typeface="Times New Roman" panose="02020603050405020304" pitchFamily="18" charset="0"/>
            </a:endParaRPr>
          </a:p>
        </p:txBody>
      </p:sp>
      <p:cxnSp>
        <p:nvCxnSpPr>
          <p:cNvPr id="15" name="直接连接符 22">
            <a:extLst>
              <a:ext uri="{FF2B5EF4-FFF2-40B4-BE49-F238E27FC236}">
                <a16:creationId xmlns:a16="http://schemas.microsoft.com/office/drawing/2014/main" id="{219FF7A6-12A7-CCA5-7173-63459D64816A}"/>
              </a:ext>
            </a:extLst>
          </p:cNvPr>
          <p:cNvCxnSpPr/>
          <p:nvPr/>
        </p:nvCxnSpPr>
        <p:spPr>
          <a:xfrm>
            <a:off x="5669598" y="2236996"/>
            <a:ext cx="547687"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23">
            <a:extLst>
              <a:ext uri="{FF2B5EF4-FFF2-40B4-BE49-F238E27FC236}">
                <a16:creationId xmlns:a16="http://schemas.microsoft.com/office/drawing/2014/main" id="{55EE17FD-08B5-48F5-4701-EF27498E538E}"/>
              </a:ext>
            </a:extLst>
          </p:cNvPr>
          <p:cNvCxnSpPr/>
          <p:nvPr/>
        </p:nvCxnSpPr>
        <p:spPr>
          <a:xfrm rot="16200000" flipH="1">
            <a:off x="5876767" y="2183814"/>
            <a:ext cx="133350" cy="1095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24">
            <a:extLst>
              <a:ext uri="{FF2B5EF4-FFF2-40B4-BE49-F238E27FC236}">
                <a16:creationId xmlns:a16="http://schemas.microsoft.com/office/drawing/2014/main" id="{DEA8509E-0664-8985-992D-F77A5A1FD475}"/>
              </a:ext>
            </a:extLst>
          </p:cNvPr>
          <p:cNvSpPr txBox="1">
            <a:spLocks noChangeArrowheads="1"/>
          </p:cNvSpPr>
          <p:nvPr/>
        </p:nvSpPr>
        <p:spPr bwMode="auto">
          <a:xfrm>
            <a:off x="5844223" y="1905208"/>
            <a:ext cx="3000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cs typeface="Times New Roman" panose="02020603050405020304" pitchFamily="18" charset="0"/>
              </a:rPr>
              <a:t>8</a:t>
            </a:r>
            <a:endParaRPr lang="zh-CN" altLang="en-US" sz="1800" b="0">
              <a:cs typeface="Times New Roman" panose="02020603050405020304" pitchFamily="18" charset="0"/>
            </a:endParaRPr>
          </a:p>
        </p:txBody>
      </p:sp>
      <p:sp>
        <p:nvSpPr>
          <p:cNvPr id="18" name="TextBox 25">
            <a:extLst>
              <a:ext uri="{FF2B5EF4-FFF2-40B4-BE49-F238E27FC236}">
                <a16:creationId xmlns:a16="http://schemas.microsoft.com/office/drawing/2014/main" id="{72122122-C5D1-61C8-B08D-80D1C2FB37BE}"/>
              </a:ext>
            </a:extLst>
          </p:cNvPr>
          <p:cNvSpPr txBox="1">
            <a:spLocks noChangeArrowheads="1"/>
          </p:cNvSpPr>
          <p:nvPr/>
        </p:nvSpPr>
        <p:spPr bwMode="auto">
          <a:xfrm>
            <a:off x="5012373" y="2057608"/>
            <a:ext cx="6461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DG2</a:t>
            </a:r>
            <a:endParaRPr lang="zh-CN" altLang="en-US" sz="1800">
              <a:cs typeface="Times New Roman" panose="02020603050405020304" pitchFamily="18" charset="0"/>
            </a:endParaRPr>
          </a:p>
        </p:txBody>
      </p:sp>
      <p:cxnSp>
        <p:nvCxnSpPr>
          <p:cNvPr id="19" name="直接连接符 26">
            <a:extLst>
              <a:ext uri="{FF2B5EF4-FFF2-40B4-BE49-F238E27FC236}">
                <a16:creationId xmlns:a16="http://schemas.microsoft.com/office/drawing/2014/main" id="{36F7B838-B58D-02A7-4FF3-6621F978CF41}"/>
              </a:ext>
            </a:extLst>
          </p:cNvPr>
          <p:cNvCxnSpPr/>
          <p:nvPr/>
        </p:nvCxnSpPr>
        <p:spPr>
          <a:xfrm>
            <a:off x="5661660" y="2702133"/>
            <a:ext cx="547688"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27">
            <a:extLst>
              <a:ext uri="{FF2B5EF4-FFF2-40B4-BE49-F238E27FC236}">
                <a16:creationId xmlns:a16="http://schemas.microsoft.com/office/drawing/2014/main" id="{021BCC14-EA5D-73AA-7F17-9DD7F8CE3C31}"/>
              </a:ext>
            </a:extLst>
          </p:cNvPr>
          <p:cNvCxnSpPr/>
          <p:nvPr/>
        </p:nvCxnSpPr>
        <p:spPr>
          <a:xfrm rot="16200000" flipH="1">
            <a:off x="5869622" y="2649746"/>
            <a:ext cx="131763" cy="1095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8">
            <a:extLst>
              <a:ext uri="{FF2B5EF4-FFF2-40B4-BE49-F238E27FC236}">
                <a16:creationId xmlns:a16="http://schemas.microsoft.com/office/drawing/2014/main" id="{189C5A86-FC9D-4787-1266-ADC7F79599A1}"/>
              </a:ext>
            </a:extLst>
          </p:cNvPr>
          <p:cNvSpPr txBox="1">
            <a:spLocks noChangeArrowheads="1"/>
          </p:cNvSpPr>
          <p:nvPr/>
        </p:nvSpPr>
        <p:spPr bwMode="auto">
          <a:xfrm>
            <a:off x="5836285" y="2370346"/>
            <a:ext cx="3000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cs typeface="Times New Roman" panose="02020603050405020304" pitchFamily="18" charset="0"/>
              </a:rPr>
              <a:t>8</a:t>
            </a:r>
            <a:endParaRPr lang="zh-CN" altLang="en-US" sz="1800" b="0">
              <a:cs typeface="Times New Roman" panose="02020603050405020304" pitchFamily="18" charset="0"/>
            </a:endParaRPr>
          </a:p>
        </p:txBody>
      </p:sp>
      <p:sp>
        <p:nvSpPr>
          <p:cNvPr id="22" name="TextBox 29">
            <a:extLst>
              <a:ext uri="{FF2B5EF4-FFF2-40B4-BE49-F238E27FC236}">
                <a16:creationId xmlns:a16="http://schemas.microsoft.com/office/drawing/2014/main" id="{93A88899-DBAC-DFCE-1E92-4074556B8B61}"/>
              </a:ext>
            </a:extLst>
          </p:cNvPr>
          <p:cNvSpPr txBox="1">
            <a:spLocks noChangeArrowheads="1"/>
          </p:cNvSpPr>
          <p:nvPr/>
        </p:nvSpPr>
        <p:spPr bwMode="auto">
          <a:xfrm>
            <a:off x="5004435" y="2522746"/>
            <a:ext cx="6461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DG3</a:t>
            </a:r>
            <a:endParaRPr lang="zh-CN" altLang="en-US" sz="1800">
              <a:cs typeface="Times New Roman" panose="02020603050405020304" pitchFamily="18" charset="0"/>
            </a:endParaRPr>
          </a:p>
        </p:txBody>
      </p:sp>
      <p:cxnSp>
        <p:nvCxnSpPr>
          <p:cNvPr id="23" name="直接连接符 30">
            <a:extLst>
              <a:ext uri="{FF2B5EF4-FFF2-40B4-BE49-F238E27FC236}">
                <a16:creationId xmlns:a16="http://schemas.microsoft.com/office/drawing/2014/main" id="{B736737F-57DA-FA90-405D-491D93A5DA75}"/>
              </a:ext>
            </a:extLst>
          </p:cNvPr>
          <p:cNvCxnSpPr/>
          <p:nvPr/>
        </p:nvCxnSpPr>
        <p:spPr>
          <a:xfrm>
            <a:off x="5661660" y="3129171"/>
            <a:ext cx="547688"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31">
            <a:extLst>
              <a:ext uri="{FF2B5EF4-FFF2-40B4-BE49-F238E27FC236}">
                <a16:creationId xmlns:a16="http://schemas.microsoft.com/office/drawing/2014/main" id="{C676C53D-AA0C-EE11-54F2-94D0544BAD1A}"/>
              </a:ext>
            </a:extLst>
          </p:cNvPr>
          <p:cNvSpPr txBox="1">
            <a:spLocks noChangeArrowheads="1"/>
          </p:cNvSpPr>
          <p:nvPr/>
        </p:nvSpPr>
        <p:spPr bwMode="auto">
          <a:xfrm>
            <a:off x="5004435" y="2949783"/>
            <a:ext cx="5429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Clk</a:t>
            </a:r>
            <a:endParaRPr lang="zh-CN" altLang="en-US" sz="1800">
              <a:cs typeface="Times New Roman" panose="02020603050405020304" pitchFamily="18" charset="0"/>
            </a:endParaRPr>
          </a:p>
        </p:txBody>
      </p:sp>
      <p:cxnSp>
        <p:nvCxnSpPr>
          <p:cNvPr id="25" name="直接连接符 32">
            <a:extLst>
              <a:ext uri="{FF2B5EF4-FFF2-40B4-BE49-F238E27FC236}">
                <a16:creationId xmlns:a16="http://schemas.microsoft.com/office/drawing/2014/main" id="{6AD0E228-309F-E116-A000-1DFBA1C18729}"/>
              </a:ext>
            </a:extLst>
          </p:cNvPr>
          <p:cNvCxnSpPr/>
          <p:nvPr/>
        </p:nvCxnSpPr>
        <p:spPr>
          <a:xfrm>
            <a:off x="7641273" y="1316246"/>
            <a:ext cx="547687"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35">
            <a:extLst>
              <a:ext uri="{FF2B5EF4-FFF2-40B4-BE49-F238E27FC236}">
                <a16:creationId xmlns:a16="http://schemas.microsoft.com/office/drawing/2014/main" id="{3E72EBF3-3A5B-A6A0-CC3E-0992FFA87539}"/>
              </a:ext>
            </a:extLst>
          </p:cNvPr>
          <p:cNvSpPr txBox="1">
            <a:spLocks noChangeArrowheads="1"/>
          </p:cNvSpPr>
          <p:nvPr/>
        </p:nvSpPr>
        <p:spPr bwMode="auto">
          <a:xfrm>
            <a:off x="8261985" y="1136858"/>
            <a:ext cx="6334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AN0</a:t>
            </a:r>
            <a:endParaRPr lang="zh-CN" altLang="en-US" sz="1800">
              <a:cs typeface="Times New Roman" panose="02020603050405020304" pitchFamily="18" charset="0"/>
            </a:endParaRPr>
          </a:p>
        </p:txBody>
      </p:sp>
      <p:cxnSp>
        <p:nvCxnSpPr>
          <p:cNvPr id="27" name="直接连接符 36">
            <a:extLst>
              <a:ext uri="{FF2B5EF4-FFF2-40B4-BE49-F238E27FC236}">
                <a16:creationId xmlns:a16="http://schemas.microsoft.com/office/drawing/2014/main" id="{73878902-28D9-8088-D48E-93540B94A37A}"/>
              </a:ext>
            </a:extLst>
          </p:cNvPr>
          <p:cNvCxnSpPr/>
          <p:nvPr/>
        </p:nvCxnSpPr>
        <p:spPr>
          <a:xfrm>
            <a:off x="7633335" y="1782971"/>
            <a:ext cx="54768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39">
            <a:extLst>
              <a:ext uri="{FF2B5EF4-FFF2-40B4-BE49-F238E27FC236}">
                <a16:creationId xmlns:a16="http://schemas.microsoft.com/office/drawing/2014/main" id="{A30B380E-FF83-7826-B1E5-85F7F0A55D76}"/>
              </a:ext>
            </a:extLst>
          </p:cNvPr>
          <p:cNvSpPr txBox="1">
            <a:spLocks noChangeArrowheads="1"/>
          </p:cNvSpPr>
          <p:nvPr/>
        </p:nvSpPr>
        <p:spPr bwMode="auto">
          <a:xfrm>
            <a:off x="8254048" y="1601996"/>
            <a:ext cx="6334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AN1</a:t>
            </a:r>
            <a:endParaRPr lang="zh-CN" altLang="en-US" sz="1800">
              <a:cs typeface="Times New Roman" panose="02020603050405020304" pitchFamily="18" charset="0"/>
            </a:endParaRPr>
          </a:p>
        </p:txBody>
      </p:sp>
      <p:cxnSp>
        <p:nvCxnSpPr>
          <p:cNvPr id="29" name="直接连接符 40">
            <a:extLst>
              <a:ext uri="{FF2B5EF4-FFF2-40B4-BE49-F238E27FC236}">
                <a16:creationId xmlns:a16="http://schemas.microsoft.com/office/drawing/2014/main" id="{7E72E443-8707-594E-ABCD-099A2667B77D}"/>
              </a:ext>
            </a:extLst>
          </p:cNvPr>
          <p:cNvCxnSpPr/>
          <p:nvPr/>
        </p:nvCxnSpPr>
        <p:spPr>
          <a:xfrm>
            <a:off x="7641273" y="2236996"/>
            <a:ext cx="547687"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43">
            <a:extLst>
              <a:ext uri="{FF2B5EF4-FFF2-40B4-BE49-F238E27FC236}">
                <a16:creationId xmlns:a16="http://schemas.microsoft.com/office/drawing/2014/main" id="{A8C7643C-E7C6-1A1F-AAF0-84FCFD035D78}"/>
              </a:ext>
            </a:extLst>
          </p:cNvPr>
          <p:cNvSpPr txBox="1">
            <a:spLocks noChangeArrowheads="1"/>
          </p:cNvSpPr>
          <p:nvPr/>
        </p:nvSpPr>
        <p:spPr bwMode="auto">
          <a:xfrm>
            <a:off x="8261985" y="2057608"/>
            <a:ext cx="6334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AN2</a:t>
            </a:r>
            <a:endParaRPr lang="zh-CN" altLang="en-US" sz="1800">
              <a:cs typeface="Times New Roman" panose="02020603050405020304" pitchFamily="18" charset="0"/>
            </a:endParaRPr>
          </a:p>
        </p:txBody>
      </p:sp>
      <p:cxnSp>
        <p:nvCxnSpPr>
          <p:cNvPr id="31" name="直接连接符 44">
            <a:extLst>
              <a:ext uri="{FF2B5EF4-FFF2-40B4-BE49-F238E27FC236}">
                <a16:creationId xmlns:a16="http://schemas.microsoft.com/office/drawing/2014/main" id="{CFD35F3D-1FF8-359C-4307-5457D332B25D}"/>
              </a:ext>
            </a:extLst>
          </p:cNvPr>
          <p:cNvCxnSpPr/>
          <p:nvPr/>
        </p:nvCxnSpPr>
        <p:spPr>
          <a:xfrm>
            <a:off x="7633335" y="2703721"/>
            <a:ext cx="54768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45">
            <a:extLst>
              <a:ext uri="{FF2B5EF4-FFF2-40B4-BE49-F238E27FC236}">
                <a16:creationId xmlns:a16="http://schemas.microsoft.com/office/drawing/2014/main" id="{569C4DD9-65EE-C997-F286-FCD10C77FF8C}"/>
              </a:ext>
            </a:extLst>
          </p:cNvPr>
          <p:cNvCxnSpPr/>
          <p:nvPr/>
        </p:nvCxnSpPr>
        <p:spPr>
          <a:xfrm rot="16200000" flipH="1">
            <a:off x="7840504" y="3079164"/>
            <a:ext cx="133350" cy="1095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Box 46">
            <a:extLst>
              <a:ext uri="{FF2B5EF4-FFF2-40B4-BE49-F238E27FC236}">
                <a16:creationId xmlns:a16="http://schemas.microsoft.com/office/drawing/2014/main" id="{00B49F1B-830E-DEF4-53A5-BB47AE493EF7}"/>
              </a:ext>
            </a:extLst>
          </p:cNvPr>
          <p:cNvSpPr txBox="1">
            <a:spLocks noChangeArrowheads="1"/>
          </p:cNvSpPr>
          <p:nvPr/>
        </p:nvSpPr>
        <p:spPr bwMode="auto">
          <a:xfrm>
            <a:off x="7807960" y="2800558"/>
            <a:ext cx="30003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cs typeface="Times New Roman" panose="02020603050405020304" pitchFamily="18" charset="0"/>
              </a:rPr>
              <a:t>8</a:t>
            </a:r>
            <a:endParaRPr lang="zh-CN" altLang="en-US" sz="1800" b="0">
              <a:cs typeface="Times New Roman" panose="02020603050405020304" pitchFamily="18" charset="0"/>
            </a:endParaRPr>
          </a:p>
        </p:txBody>
      </p:sp>
      <p:sp>
        <p:nvSpPr>
          <p:cNvPr id="34" name="TextBox 47">
            <a:extLst>
              <a:ext uri="{FF2B5EF4-FFF2-40B4-BE49-F238E27FC236}">
                <a16:creationId xmlns:a16="http://schemas.microsoft.com/office/drawing/2014/main" id="{4888BEBD-E554-A2C8-61B8-FDAE2BF231A7}"/>
              </a:ext>
            </a:extLst>
          </p:cNvPr>
          <p:cNvSpPr txBox="1">
            <a:spLocks noChangeArrowheads="1"/>
          </p:cNvSpPr>
          <p:nvPr/>
        </p:nvSpPr>
        <p:spPr bwMode="auto">
          <a:xfrm>
            <a:off x="8254048" y="2522746"/>
            <a:ext cx="6334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AN3</a:t>
            </a:r>
            <a:endParaRPr lang="zh-CN" altLang="en-US" sz="1800">
              <a:cs typeface="Times New Roman" panose="02020603050405020304" pitchFamily="18" charset="0"/>
            </a:endParaRPr>
          </a:p>
        </p:txBody>
      </p:sp>
      <p:cxnSp>
        <p:nvCxnSpPr>
          <p:cNvPr id="35" name="直接连接符 48">
            <a:extLst>
              <a:ext uri="{FF2B5EF4-FFF2-40B4-BE49-F238E27FC236}">
                <a16:creationId xmlns:a16="http://schemas.microsoft.com/office/drawing/2014/main" id="{F3F3894D-FACF-4B11-921F-969B09EAD345}"/>
              </a:ext>
            </a:extLst>
          </p:cNvPr>
          <p:cNvCxnSpPr/>
          <p:nvPr/>
        </p:nvCxnSpPr>
        <p:spPr>
          <a:xfrm>
            <a:off x="7633335" y="3130758"/>
            <a:ext cx="547688"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TextBox 49">
            <a:extLst>
              <a:ext uri="{FF2B5EF4-FFF2-40B4-BE49-F238E27FC236}">
                <a16:creationId xmlns:a16="http://schemas.microsoft.com/office/drawing/2014/main" id="{A7A8B9F8-4312-42A6-03EE-D43E476B2F05}"/>
              </a:ext>
            </a:extLst>
          </p:cNvPr>
          <p:cNvSpPr txBox="1">
            <a:spLocks noChangeArrowheads="1"/>
          </p:cNvSpPr>
          <p:nvPr/>
        </p:nvSpPr>
        <p:spPr bwMode="auto">
          <a:xfrm>
            <a:off x="8254048" y="2951371"/>
            <a:ext cx="5302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DG</a:t>
            </a:r>
            <a:endParaRPr lang="zh-CN" altLang="en-US" sz="1800">
              <a:cs typeface="Times New Roman" panose="02020603050405020304" pitchFamily="18" charset="0"/>
            </a:endParaRPr>
          </a:p>
        </p:txBody>
      </p:sp>
      <p:grpSp>
        <p:nvGrpSpPr>
          <p:cNvPr id="37" name="组合 78">
            <a:extLst>
              <a:ext uri="{FF2B5EF4-FFF2-40B4-BE49-F238E27FC236}">
                <a16:creationId xmlns:a16="http://schemas.microsoft.com/office/drawing/2014/main" id="{02259E7F-43E6-4E86-42A2-09B881223EAE}"/>
              </a:ext>
            </a:extLst>
          </p:cNvPr>
          <p:cNvGrpSpPr>
            <a:grpSpLocks/>
          </p:cNvGrpSpPr>
          <p:nvPr/>
        </p:nvGrpSpPr>
        <p:grpSpPr bwMode="auto">
          <a:xfrm>
            <a:off x="4196398" y="3649871"/>
            <a:ext cx="4954587" cy="2419350"/>
            <a:chOff x="3779838" y="3976688"/>
            <a:chExt cx="4954587" cy="2419350"/>
          </a:xfrm>
        </p:grpSpPr>
        <p:pic>
          <p:nvPicPr>
            <p:cNvPr id="38" name="Picture 3">
              <a:extLst>
                <a:ext uri="{FF2B5EF4-FFF2-40B4-BE49-F238E27FC236}">
                  <a16:creationId xmlns:a16="http://schemas.microsoft.com/office/drawing/2014/main" id="{05F4CC87-5545-9BA1-FC01-BF56A4DBE8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3875" y="3976688"/>
              <a:ext cx="4400550"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TextBox 55">
              <a:extLst>
                <a:ext uri="{FF2B5EF4-FFF2-40B4-BE49-F238E27FC236}">
                  <a16:creationId xmlns:a16="http://schemas.microsoft.com/office/drawing/2014/main" id="{4F668C0C-A193-8E48-55D0-B22812C46381}"/>
                </a:ext>
              </a:extLst>
            </p:cNvPr>
            <p:cNvSpPr txBox="1">
              <a:spLocks noChangeArrowheads="1"/>
            </p:cNvSpPr>
            <p:nvPr/>
          </p:nvSpPr>
          <p:spPr bwMode="auto">
            <a:xfrm>
              <a:off x="3787775" y="4660900"/>
              <a:ext cx="5826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600">
                  <a:cs typeface="Times New Roman" panose="02020603050405020304" pitchFamily="18" charset="0"/>
                </a:rPr>
                <a:t>AN0</a:t>
              </a:r>
              <a:endParaRPr lang="zh-CN" altLang="en-US" sz="1600">
                <a:cs typeface="Times New Roman" panose="02020603050405020304" pitchFamily="18" charset="0"/>
              </a:endParaRPr>
            </a:p>
          </p:txBody>
        </p:sp>
        <p:sp>
          <p:nvSpPr>
            <p:cNvPr id="40" name="TextBox 56">
              <a:extLst>
                <a:ext uri="{FF2B5EF4-FFF2-40B4-BE49-F238E27FC236}">
                  <a16:creationId xmlns:a16="http://schemas.microsoft.com/office/drawing/2014/main" id="{2CA51058-5D37-7B41-3C4E-3563EC96E1FE}"/>
                </a:ext>
              </a:extLst>
            </p:cNvPr>
            <p:cNvSpPr txBox="1">
              <a:spLocks noChangeArrowheads="1"/>
            </p:cNvSpPr>
            <p:nvPr/>
          </p:nvSpPr>
          <p:spPr bwMode="auto">
            <a:xfrm>
              <a:off x="3779838" y="5003800"/>
              <a:ext cx="5826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600">
                  <a:cs typeface="Times New Roman" panose="02020603050405020304" pitchFamily="18" charset="0"/>
                </a:rPr>
                <a:t>AN1</a:t>
              </a:r>
              <a:endParaRPr lang="zh-CN" altLang="en-US" sz="1600">
                <a:cs typeface="Times New Roman" panose="02020603050405020304" pitchFamily="18" charset="0"/>
              </a:endParaRPr>
            </a:p>
          </p:txBody>
        </p:sp>
        <p:sp>
          <p:nvSpPr>
            <p:cNvPr id="41" name="TextBox 57">
              <a:extLst>
                <a:ext uri="{FF2B5EF4-FFF2-40B4-BE49-F238E27FC236}">
                  <a16:creationId xmlns:a16="http://schemas.microsoft.com/office/drawing/2014/main" id="{67F5820D-CFF6-8259-B6EC-0BBE85ADCCE8}"/>
                </a:ext>
              </a:extLst>
            </p:cNvPr>
            <p:cNvSpPr txBox="1">
              <a:spLocks noChangeArrowheads="1"/>
            </p:cNvSpPr>
            <p:nvPr/>
          </p:nvSpPr>
          <p:spPr bwMode="auto">
            <a:xfrm>
              <a:off x="3787775" y="5327650"/>
              <a:ext cx="5826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600">
                  <a:cs typeface="Times New Roman" panose="02020603050405020304" pitchFamily="18" charset="0"/>
                </a:rPr>
                <a:t>AN2</a:t>
              </a:r>
              <a:endParaRPr lang="zh-CN" altLang="en-US" sz="1600">
                <a:cs typeface="Times New Roman" panose="02020603050405020304" pitchFamily="18" charset="0"/>
              </a:endParaRPr>
            </a:p>
          </p:txBody>
        </p:sp>
        <p:sp>
          <p:nvSpPr>
            <p:cNvPr id="42" name="TextBox 58">
              <a:extLst>
                <a:ext uri="{FF2B5EF4-FFF2-40B4-BE49-F238E27FC236}">
                  <a16:creationId xmlns:a16="http://schemas.microsoft.com/office/drawing/2014/main" id="{FBDF8C6A-6336-7754-5A1B-23129EB29C5E}"/>
                </a:ext>
              </a:extLst>
            </p:cNvPr>
            <p:cNvSpPr txBox="1">
              <a:spLocks noChangeArrowheads="1"/>
            </p:cNvSpPr>
            <p:nvPr/>
          </p:nvSpPr>
          <p:spPr bwMode="auto">
            <a:xfrm>
              <a:off x="3779838" y="5692775"/>
              <a:ext cx="5826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600">
                  <a:cs typeface="Times New Roman" panose="02020603050405020304" pitchFamily="18" charset="0"/>
                </a:rPr>
                <a:t>AN3</a:t>
              </a:r>
              <a:endParaRPr lang="zh-CN" altLang="en-US" sz="1600">
                <a:cs typeface="Times New Roman" panose="02020603050405020304" pitchFamily="18" charset="0"/>
              </a:endParaRPr>
            </a:p>
          </p:txBody>
        </p:sp>
        <p:sp>
          <p:nvSpPr>
            <p:cNvPr id="43" name="TextBox 59">
              <a:extLst>
                <a:ext uri="{FF2B5EF4-FFF2-40B4-BE49-F238E27FC236}">
                  <a16:creationId xmlns:a16="http://schemas.microsoft.com/office/drawing/2014/main" id="{B0F07AA5-69E9-60D7-B4C0-EFC472727C4F}"/>
                </a:ext>
              </a:extLst>
            </p:cNvPr>
            <p:cNvSpPr txBox="1">
              <a:spLocks noChangeArrowheads="1"/>
            </p:cNvSpPr>
            <p:nvPr/>
          </p:nvSpPr>
          <p:spPr bwMode="auto">
            <a:xfrm>
              <a:off x="3806825" y="6057900"/>
              <a:ext cx="49212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600">
                  <a:cs typeface="Times New Roman" panose="02020603050405020304" pitchFamily="18" charset="0"/>
                </a:rPr>
                <a:t>DG</a:t>
              </a:r>
              <a:endParaRPr lang="zh-CN" altLang="en-US" sz="1600">
                <a:cs typeface="Times New Roman" panose="02020603050405020304" pitchFamily="18" charset="0"/>
              </a:endParaRPr>
            </a:p>
          </p:txBody>
        </p:sp>
      </p:grpSp>
      <p:grpSp>
        <p:nvGrpSpPr>
          <p:cNvPr id="44" name="组合 81">
            <a:extLst>
              <a:ext uri="{FF2B5EF4-FFF2-40B4-BE49-F238E27FC236}">
                <a16:creationId xmlns:a16="http://schemas.microsoft.com/office/drawing/2014/main" id="{25230C35-D20B-5D30-7B82-B139D5373486}"/>
              </a:ext>
            </a:extLst>
          </p:cNvPr>
          <p:cNvGrpSpPr>
            <a:grpSpLocks/>
          </p:cNvGrpSpPr>
          <p:nvPr/>
        </p:nvGrpSpPr>
        <p:grpSpPr bwMode="auto">
          <a:xfrm>
            <a:off x="862648" y="1093996"/>
            <a:ext cx="3213100" cy="4454525"/>
            <a:chOff x="446088" y="1420785"/>
            <a:chExt cx="3213087" cy="4454586"/>
          </a:xfrm>
        </p:grpSpPr>
        <p:sp>
          <p:nvSpPr>
            <p:cNvPr id="45" name="TextBox 52">
              <a:extLst>
                <a:ext uri="{FF2B5EF4-FFF2-40B4-BE49-F238E27FC236}">
                  <a16:creationId xmlns:a16="http://schemas.microsoft.com/office/drawing/2014/main" id="{6BCA465F-5F9B-269E-BE5D-3A8BCCF897A2}"/>
                </a:ext>
              </a:extLst>
            </p:cNvPr>
            <p:cNvSpPr txBox="1">
              <a:spLocks noChangeArrowheads="1"/>
            </p:cNvSpPr>
            <p:nvPr/>
          </p:nvSpPr>
          <p:spPr bwMode="auto">
            <a:xfrm>
              <a:off x="1658938" y="1420785"/>
              <a:ext cx="949325" cy="83978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a:latin typeface="Arial" panose="020B0604020202020204" pitchFamily="34" charset="0"/>
                </a:rPr>
                <a:t>分频器</a:t>
              </a:r>
            </a:p>
          </p:txBody>
        </p:sp>
        <p:sp>
          <p:nvSpPr>
            <p:cNvPr id="46" name="TextBox 53">
              <a:extLst>
                <a:ext uri="{FF2B5EF4-FFF2-40B4-BE49-F238E27FC236}">
                  <a16:creationId xmlns:a16="http://schemas.microsoft.com/office/drawing/2014/main" id="{6B0EE28E-F4DC-FB83-9AC1-A5393D919781}"/>
                </a:ext>
              </a:extLst>
            </p:cNvPr>
            <p:cNvSpPr txBox="1">
              <a:spLocks noChangeArrowheads="1"/>
            </p:cNvSpPr>
            <p:nvPr/>
          </p:nvSpPr>
          <p:spPr bwMode="auto">
            <a:xfrm>
              <a:off x="1658938" y="2844774"/>
              <a:ext cx="949325" cy="83978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a:latin typeface="Arial" panose="020B0604020202020204" pitchFamily="34" charset="0"/>
                </a:rPr>
                <a:t>脉冲</a:t>
              </a:r>
              <a:endParaRPr lang="en-US" altLang="zh-CN" sz="2000">
                <a:latin typeface="Arial" panose="020B0604020202020204" pitchFamily="34" charset="0"/>
              </a:endParaRPr>
            </a:p>
            <a:p>
              <a:pPr algn="ctr" eaLnBrk="1" hangingPunct="1">
                <a:spcAft>
                  <a:spcPct val="0"/>
                </a:spcAft>
                <a:buFontTx/>
                <a:buNone/>
              </a:pPr>
              <a:r>
                <a:rPr lang="zh-CN" altLang="en-US" sz="2000">
                  <a:latin typeface="Arial" panose="020B0604020202020204" pitchFamily="34" charset="0"/>
                </a:rPr>
                <a:t>分配器</a:t>
              </a:r>
            </a:p>
          </p:txBody>
        </p:sp>
        <p:cxnSp>
          <p:nvCxnSpPr>
            <p:cNvPr id="47" name="直接连接符 61">
              <a:extLst>
                <a:ext uri="{FF2B5EF4-FFF2-40B4-BE49-F238E27FC236}">
                  <a16:creationId xmlns:a16="http://schemas.microsoft.com/office/drawing/2014/main" id="{4D02CB6B-E55C-C54D-18B9-BA239751748D}"/>
                </a:ext>
              </a:extLst>
            </p:cNvPr>
            <p:cNvCxnSpPr/>
            <p:nvPr/>
          </p:nvCxnSpPr>
          <p:spPr>
            <a:xfrm>
              <a:off x="1111247" y="4684730"/>
              <a:ext cx="547686"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62">
              <a:extLst>
                <a:ext uri="{FF2B5EF4-FFF2-40B4-BE49-F238E27FC236}">
                  <a16:creationId xmlns:a16="http://schemas.microsoft.com/office/drawing/2014/main" id="{388CEBC2-9133-15E1-F25E-4F567CC34817}"/>
                </a:ext>
              </a:extLst>
            </p:cNvPr>
            <p:cNvCxnSpPr/>
            <p:nvPr/>
          </p:nvCxnSpPr>
          <p:spPr>
            <a:xfrm rot="16200000" flipH="1">
              <a:off x="1334290" y="4631548"/>
              <a:ext cx="101601" cy="1095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TextBox 63">
              <a:extLst>
                <a:ext uri="{FF2B5EF4-FFF2-40B4-BE49-F238E27FC236}">
                  <a16:creationId xmlns:a16="http://schemas.microsoft.com/office/drawing/2014/main" id="{76AFE4CF-3CD3-F371-64FD-4DD5474A9088}"/>
                </a:ext>
              </a:extLst>
            </p:cNvPr>
            <p:cNvSpPr txBox="1">
              <a:spLocks noChangeArrowheads="1"/>
            </p:cNvSpPr>
            <p:nvPr/>
          </p:nvSpPr>
          <p:spPr bwMode="auto">
            <a:xfrm>
              <a:off x="1285875" y="4349767"/>
              <a:ext cx="300038"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cs typeface="Times New Roman" panose="02020603050405020304" pitchFamily="18" charset="0"/>
                </a:rPr>
                <a:t>8</a:t>
              </a:r>
              <a:endParaRPr lang="zh-CN" altLang="en-US" sz="1800" b="0">
                <a:cs typeface="Times New Roman" panose="02020603050405020304" pitchFamily="18" charset="0"/>
              </a:endParaRPr>
            </a:p>
          </p:txBody>
        </p:sp>
        <p:sp>
          <p:nvSpPr>
            <p:cNvPr id="50" name="TextBox 64">
              <a:extLst>
                <a:ext uri="{FF2B5EF4-FFF2-40B4-BE49-F238E27FC236}">
                  <a16:creationId xmlns:a16="http://schemas.microsoft.com/office/drawing/2014/main" id="{05AA8B5B-4AE3-1D59-B4F1-17B847D11897}"/>
                </a:ext>
              </a:extLst>
            </p:cNvPr>
            <p:cNvSpPr txBox="1">
              <a:spLocks noChangeArrowheads="1"/>
            </p:cNvSpPr>
            <p:nvPr/>
          </p:nvSpPr>
          <p:spPr bwMode="auto">
            <a:xfrm>
              <a:off x="454025" y="4487896"/>
              <a:ext cx="646113"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DG0</a:t>
              </a:r>
              <a:endParaRPr lang="zh-CN" altLang="en-US" sz="1800">
                <a:cs typeface="Times New Roman" panose="02020603050405020304" pitchFamily="18" charset="0"/>
              </a:endParaRPr>
            </a:p>
          </p:txBody>
        </p:sp>
        <p:cxnSp>
          <p:nvCxnSpPr>
            <p:cNvPr id="51" name="直接连接符 65">
              <a:extLst>
                <a:ext uri="{FF2B5EF4-FFF2-40B4-BE49-F238E27FC236}">
                  <a16:creationId xmlns:a16="http://schemas.microsoft.com/office/drawing/2014/main" id="{2F03853C-24A7-66A3-808E-997A7FDCAC80}"/>
                </a:ext>
              </a:extLst>
            </p:cNvPr>
            <p:cNvCxnSpPr/>
            <p:nvPr/>
          </p:nvCxnSpPr>
          <p:spPr>
            <a:xfrm>
              <a:off x="1103310" y="5043510"/>
              <a:ext cx="547685"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66">
              <a:extLst>
                <a:ext uri="{FF2B5EF4-FFF2-40B4-BE49-F238E27FC236}">
                  <a16:creationId xmlns:a16="http://schemas.microsoft.com/office/drawing/2014/main" id="{84294FDC-61E6-47DA-DCBE-515685735E61}"/>
                </a:ext>
              </a:extLst>
            </p:cNvPr>
            <p:cNvCxnSpPr/>
            <p:nvPr/>
          </p:nvCxnSpPr>
          <p:spPr>
            <a:xfrm rot="16200000" flipH="1">
              <a:off x="1326353" y="4990328"/>
              <a:ext cx="101601" cy="1095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TextBox 67">
              <a:extLst>
                <a:ext uri="{FF2B5EF4-FFF2-40B4-BE49-F238E27FC236}">
                  <a16:creationId xmlns:a16="http://schemas.microsoft.com/office/drawing/2014/main" id="{953D745F-F275-9DDC-2CB6-5DFD3454B123}"/>
                </a:ext>
              </a:extLst>
            </p:cNvPr>
            <p:cNvSpPr txBox="1">
              <a:spLocks noChangeArrowheads="1"/>
            </p:cNvSpPr>
            <p:nvPr/>
          </p:nvSpPr>
          <p:spPr bwMode="auto">
            <a:xfrm>
              <a:off x="1277938" y="4700621"/>
              <a:ext cx="300037"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cs typeface="Times New Roman" panose="02020603050405020304" pitchFamily="18" charset="0"/>
                </a:rPr>
                <a:t>8</a:t>
              </a:r>
              <a:endParaRPr lang="zh-CN" altLang="en-US" sz="1800" b="0">
                <a:cs typeface="Times New Roman" panose="02020603050405020304" pitchFamily="18" charset="0"/>
              </a:endParaRPr>
            </a:p>
          </p:txBody>
        </p:sp>
        <p:sp>
          <p:nvSpPr>
            <p:cNvPr id="54" name="TextBox 68">
              <a:extLst>
                <a:ext uri="{FF2B5EF4-FFF2-40B4-BE49-F238E27FC236}">
                  <a16:creationId xmlns:a16="http://schemas.microsoft.com/office/drawing/2014/main" id="{7DC4C289-E36D-4CDE-3599-1D160C3DBF13}"/>
                </a:ext>
              </a:extLst>
            </p:cNvPr>
            <p:cNvSpPr txBox="1">
              <a:spLocks noChangeArrowheads="1"/>
            </p:cNvSpPr>
            <p:nvPr/>
          </p:nvSpPr>
          <p:spPr bwMode="auto">
            <a:xfrm>
              <a:off x="446088" y="4846671"/>
              <a:ext cx="646112"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DG1</a:t>
              </a:r>
              <a:endParaRPr lang="zh-CN" altLang="en-US" sz="1800">
                <a:cs typeface="Times New Roman" panose="02020603050405020304" pitchFamily="18" charset="0"/>
              </a:endParaRPr>
            </a:p>
          </p:txBody>
        </p:sp>
        <p:cxnSp>
          <p:nvCxnSpPr>
            <p:cNvPr id="55" name="直接连接符 69">
              <a:extLst>
                <a:ext uri="{FF2B5EF4-FFF2-40B4-BE49-F238E27FC236}">
                  <a16:creationId xmlns:a16="http://schemas.microsoft.com/office/drawing/2014/main" id="{18CDD805-851E-C09C-B7EF-4B985D127E18}"/>
                </a:ext>
              </a:extLst>
            </p:cNvPr>
            <p:cNvCxnSpPr/>
            <p:nvPr/>
          </p:nvCxnSpPr>
          <p:spPr>
            <a:xfrm>
              <a:off x="1111247" y="5394351"/>
              <a:ext cx="547686"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70">
              <a:extLst>
                <a:ext uri="{FF2B5EF4-FFF2-40B4-BE49-F238E27FC236}">
                  <a16:creationId xmlns:a16="http://schemas.microsoft.com/office/drawing/2014/main" id="{30B00EBA-746F-2341-79E8-991BC1EE4C0C}"/>
                </a:ext>
              </a:extLst>
            </p:cNvPr>
            <p:cNvCxnSpPr/>
            <p:nvPr/>
          </p:nvCxnSpPr>
          <p:spPr>
            <a:xfrm rot="16200000" flipH="1">
              <a:off x="1334290" y="5341171"/>
              <a:ext cx="101601" cy="1095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TextBox 71">
              <a:extLst>
                <a:ext uri="{FF2B5EF4-FFF2-40B4-BE49-F238E27FC236}">
                  <a16:creationId xmlns:a16="http://schemas.microsoft.com/office/drawing/2014/main" id="{8927D4C9-0F66-C682-9962-51AEB50364C7}"/>
                </a:ext>
              </a:extLst>
            </p:cNvPr>
            <p:cNvSpPr txBox="1">
              <a:spLocks noChangeArrowheads="1"/>
            </p:cNvSpPr>
            <p:nvPr/>
          </p:nvSpPr>
          <p:spPr bwMode="auto">
            <a:xfrm>
              <a:off x="1285875" y="5051458"/>
              <a:ext cx="300038"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cs typeface="Times New Roman" panose="02020603050405020304" pitchFamily="18" charset="0"/>
                </a:rPr>
                <a:t>8</a:t>
              </a:r>
              <a:endParaRPr lang="zh-CN" altLang="en-US" sz="1800" b="0">
                <a:cs typeface="Times New Roman" panose="02020603050405020304" pitchFamily="18" charset="0"/>
              </a:endParaRPr>
            </a:p>
          </p:txBody>
        </p:sp>
        <p:sp>
          <p:nvSpPr>
            <p:cNvPr id="58" name="TextBox 72">
              <a:extLst>
                <a:ext uri="{FF2B5EF4-FFF2-40B4-BE49-F238E27FC236}">
                  <a16:creationId xmlns:a16="http://schemas.microsoft.com/office/drawing/2014/main" id="{2C722872-3C63-E0EB-6DE7-21825E45C756}"/>
                </a:ext>
              </a:extLst>
            </p:cNvPr>
            <p:cNvSpPr txBox="1">
              <a:spLocks noChangeArrowheads="1"/>
            </p:cNvSpPr>
            <p:nvPr/>
          </p:nvSpPr>
          <p:spPr bwMode="auto">
            <a:xfrm>
              <a:off x="454025" y="5197508"/>
              <a:ext cx="646113"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DG2</a:t>
              </a:r>
              <a:endParaRPr lang="zh-CN" altLang="en-US" sz="1800">
                <a:cs typeface="Times New Roman" panose="02020603050405020304" pitchFamily="18" charset="0"/>
              </a:endParaRPr>
            </a:p>
          </p:txBody>
        </p:sp>
        <p:cxnSp>
          <p:nvCxnSpPr>
            <p:cNvPr id="59" name="直接连接符 73">
              <a:extLst>
                <a:ext uri="{FF2B5EF4-FFF2-40B4-BE49-F238E27FC236}">
                  <a16:creationId xmlns:a16="http://schemas.microsoft.com/office/drawing/2014/main" id="{AAA00E21-264B-9E82-6906-3748B3A10D05}"/>
                </a:ext>
              </a:extLst>
            </p:cNvPr>
            <p:cNvCxnSpPr/>
            <p:nvPr/>
          </p:nvCxnSpPr>
          <p:spPr>
            <a:xfrm>
              <a:off x="1103310" y="5753131"/>
              <a:ext cx="547685"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74">
              <a:extLst>
                <a:ext uri="{FF2B5EF4-FFF2-40B4-BE49-F238E27FC236}">
                  <a16:creationId xmlns:a16="http://schemas.microsoft.com/office/drawing/2014/main" id="{8E65151D-02CF-8AD8-6C08-82F790951AAC}"/>
                </a:ext>
              </a:extLst>
            </p:cNvPr>
            <p:cNvCxnSpPr/>
            <p:nvPr/>
          </p:nvCxnSpPr>
          <p:spPr>
            <a:xfrm rot="16200000" flipH="1">
              <a:off x="1326353" y="5699951"/>
              <a:ext cx="101601" cy="1095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75">
              <a:extLst>
                <a:ext uri="{FF2B5EF4-FFF2-40B4-BE49-F238E27FC236}">
                  <a16:creationId xmlns:a16="http://schemas.microsoft.com/office/drawing/2014/main" id="{C4123955-BD1A-E1C3-7DEE-15838A6251EA}"/>
                </a:ext>
              </a:extLst>
            </p:cNvPr>
            <p:cNvSpPr txBox="1">
              <a:spLocks noChangeArrowheads="1"/>
            </p:cNvSpPr>
            <p:nvPr/>
          </p:nvSpPr>
          <p:spPr bwMode="auto">
            <a:xfrm>
              <a:off x="1277938" y="5410233"/>
              <a:ext cx="300037"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cs typeface="Times New Roman" panose="02020603050405020304" pitchFamily="18" charset="0"/>
                </a:rPr>
                <a:t>8</a:t>
              </a:r>
              <a:endParaRPr lang="zh-CN" altLang="en-US" sz="1800" b="0">
                <a:cs typeface="Times New Roman" panose="02020603050405020304" pitchFamily="18" charset="0"/>
              </a:endParaRPr>
            </a:p>
          </p:txBody>
        </p:sp>
        <p:sp>
          <p:nvSpPr>
            <p:cNvPr id="62" name="TextBox 76">
              <a:extLst>
                <a:ext uri="{FF2B5EF4-FFF2-40B4-BE49-F238E27FC236}">
                  <a16:creationId xmlns:a16="http://schemas.microsoft.com/office/drawing/2014/main" id="{FFBAD300-D627-0565-D350-5D6B391066F6}"/>
                </a:ext>
              </a:extLst>
            </p:cNvPr>
            <p:cNvSpPr txBox="1">
              <a:spLocks noChangeArrowheads="1"/>
            </p:cNvSpPr>
            <p:nvPr/>
          </p:nvSpPr>
          <p:spPr bwMode="auto">
            <a:xfrm>
              <a:off x="446088" y="5556283"/>
              <a:ext cx="646112"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DG3</a:t>
              </a:r>
              <a:endParaRPr lang="zh-CN" altLang="en-US" sz="1800">
                <a:cs typeface="Times New Roman" panose="02020603050405020304" pitchFamily="18" charset="0"/>
              </a:endParaRPr>
            </a:p>
          </p:txBody>
        </p:sp>
        <p:cxnSp>
          <p:nvCxnSpPr>
            <p:cNvPr id="63" name="直接连接符 77">
              <a:extLst>
                <a:ext uri="{FF2B5EF4-FFF2-40B4-BE49-F238E27FC236}">
                  <a16:creationId xmlns:a16="http://schemas.microsoft.com/office/drawing/2014/main" id="{366F88AE-5C9A-1C9E-61FD-B504532D50A9}"/>
                </a:ext>
              </a:extLst>
            </p:cNvPr>
            <p:cNvCxnSpPr/>
            <p:nvPr/>
          </p:nvCxnSpPr>
          <p:spPr>
            <a:xfrm>
              <a:off x="1111247" y="1822427"/>
              <a:ext cx="547686"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TextBox 78">
              <a:extLst>
                <a:ext uri="{FF2B5EF4-FFF2-40B4-BE49-F238E27FC236}">
                  <a16:creationId xmlns:a16="http://schemas.microsoft.com/office/drawing/2014/main" id="{DB1C8638-B40B-C49C-4758-5C15FCFB02B2}"/>
                </a:ext>
              </a:extLst>
            </p:cNvPr>
            <p:cNvSpPr txBox="1">
              <a:spLocks noChangeArrowheads="1"/>
            </p:cNvSpPr>
            <p:nvPr/>
          </p:nvSpPr>
          <p:spPr bwMode="auto">
            <a:xfrm>
              <a:off x="490538" y="1658910"/>
              <a:ext cx="5429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Clk</a:t>
              </a:r>
              <a:endParaRPr lang="zh-CN" altLang="en-US" sz="1800">
                <a:cs typeface="Times New Roman" panose="02020603050405020304" pitchFamily="18" charset="0"/>
              </a:endParaRPr>
            </a:p>
          </p:txBody>
        </p:sp>
        <p:cxnSp>
          <p:nvCxnSpPr>
            <p:cNvPr id="65" name="直接连接符 87">
              <a:extLst>
                <a:ext uri="{FF2B5EF4-FFF2-40B4-BE49-F238E27FC236}">
                  <a16:creationId xmlns:a16="http://schemas.microsoft.com/office/drawing/2014/main" id="{6890DCAB-DBCD-C420-9AA6-28DD843C8F82}"/>
                </a:ext>
              </a:extLst>
            </p:cNvPr>
            <p:cNvCxnSpPr/>
            <p:nvPr/>
          </p:nvCxnSpPr>
          <p:spPr>
            <a:xfrm rot="16200000" flipH="1">
              <a:off x="2779702" y="5168924"/>
              <a:ext cx="131764" cy="1095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TextBox 88">
              <a:extLst>
                <a:ext uri="{FF2B5EF4-FFF2-40B4-BE49-F238E27FC236}">
                  <a16:creationId xmlns:a16="http://schemas.microsoft.com/office/drawing/2014/main" id="{19322856-07CC-39F3-2E8E-786B9EA2D11B}"/>
                </a:ext>
              </a:extLst>
            </p:cNvPr>
            <p:cNvSpPr txBox="1">
              <a:spLocks noChangeArrowheads="1"/>
            </p:cNvSpPr>
            <p:nvPr/>
          </p:nvSpPr>
          <p:spPr bwMode="auto">
            <a:xfrm>
              <a:off x="2746375" y="4889533"/>
              <a:ext cx="30003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cs typeface="Times New Roman" panose="02020603050405020304" pitchFamily="18" charset="0"/>
                </a:rPr>
                <a:t>8</a:t>
              </a:r>
              <a:endParaRPr lang="zh-CN" altLang="en-US" sz="1800" b="0">
                <a:cs typeface="Times New Roman" panose="02020603050405020304" pitchFamily="18" charset="0"/>
              </a:endParaRPr>
            </a:p>
          </p:txBody>
        </p:sp>
        <p:cxnSp>
          <p:nvCxnSpPr>
            <p:cNvPr id="67" name="直接连接符 90">
              <a:extLst>
                <a:ext uri="{FF2B5EF4-FFF2-40B4-BE49-F238E27FC236}">
                  <a16:creationId xmlns:a16="http://schemas.microsoft.com/office/drawing/2014/main" id="{E1CC19BB-7531-1CFC-3102-2B0249A2244D}"/>
                </a:ext>
              </a:extLst>
            </p:cNvPr>
            <p:cNvCxnSpPr/>
            <p:nvPr/>
          </p:nvCxnSpPr>
          <p:spPr>
            <a:xfrm>
              <a:off x="2563804" y="5219724"/>
              <a:ext cx="547685"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TextBox 91">
              <a:extLst>
                <a:ext uri="{FF2B5EF4-FFF2-40B4-BE49-F238E27FC236}">
                  <a16:creationId xmlns:a16="http://schemas.microsoft.com/office/drawing/2014/main" id="{C49E44B2-7656-4A92-663E-859FDEFE8EDB}"/>
                </a:ext>
              </a:extLst>
            </p:cNvPr>
            <p:cNvSpPr txBox="1">
              <a:spLocks noChangeArrowheads="1"/>
            </p:cNvSpPr>
            <p:nvPr/>
          </p:nvSpPr>
          <p:spPr bwMode="auto">
            <a:xfrm>
              <a:off x="3111500" y="5035583"/>
              <a:ext cx="5302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DG</a:t>
              </a:r>
              <a:endParaRPr lang="zh-CN" altLang="en-US" sz="1800">
                <a:cs typeface="Times New Roman" panose="02020603050405020304" pitchFamily="18" charset="0"/>
              </a:endParaRPr>
            </a:p>
          </p:txBody>
        </p:sp>
        <p:cxnSp>
          <p:nvCxnSpPr>
            <p:cNvPr id="69" name="直接连接符 97">
              <a:extLst>
                <a:ext uri="{FF2B5EF4-FFF2-40B4-BE49-F238E27FC236}">
                  <a16:creationId xmlns:a16="http://schemas.microsoft.com/office/drawing/2014/main" id="{908C9F85-661E-1C3D-2A47-0F15DDD9BAF3}"/>
                </a:ext>
              </a:extLst>
            </p:cNvPr>
            <p:cNvCxnSpPr>
              <a:stCxn id="45" idx="2"/>
              <a:endCxn id="46" idx="0"/>
            </p:cNvCxnSpPr>
            <p:nvPr/>
          </p:nvCxnSpPr>
          <p:spPr>
            <a:xfrm rot="5400000">
              <a:off x="1842283" y="2551894"/>
              <a:ext cx="584208"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109">
              <a:extLst>
                <a:ext uri="{FF2B5EF4-FFF2-40B4-BE49-F238E27FC236}">
                  <a16:creationId xmlns:a16="http://schemas.microsoft.com/office/drawing/2014/main" id="{F2237415-E0B9-B049-67EE-579FE3EC4D4E}"/>
                </a:ext>
              </a:extLst>
            </p:cNvPr>
            <p:cNvCxnSpPr/>
            <p:nvPr/>
          </p:nvCxnSpPr>
          <p:spPr>
            <a:xfrm rot="16200000" flipH="1">
              <a:off x="2736840" y="4110048"/>
              <a:ext cx="131765" cy="1095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TextBox 110">
              <a:extLst>
                <a:ext uri="{FF2B5EF4-FFF2-40B4-BE49-F238E27FC236}">
                  <a16:creationId xmlns:a16="http://schemas.microsoft.com/office/drawing/2014/main" id="{BBF140E5-0DC4-6E11-9E56-DF9F87BD04A3}"/>
                </a:ext>
              </a:extLst>
            </p:cNvPr>
            <p:cNvSpPr txBox="1">
              <a:spLocks noChangeArrowheads="1"/>
            </p:cNvSpPr>
            <p:nvPr/>
          </p:nvSpPr>
          <p:spPr bwMode="auto">
            <a:xfrm>
              <a:off x="2703500" y="3830650"/>
              <a:ext cx="3000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cs typeface="Times New Roman" panose="02020603050405020304" pitchFamily="18" charset="0"/>
                </a:rPr>
                <a:t>4</a:t>
              </a:r>
              <a:endParaRPr lang="zh-CN" altLang="en-US" sz="1800" b="0">
                <a:cs typeface="Times New Roman" panose="02020603050405020304" pitchFamily="18" charset="0"/>
              </a:endParaRPr>
            </a:p>
          </p:txBody>
        </p:sp>
        <p:cxnSp>
          <p:nvCxnSpPr>
            <p:cNvPr id="72" name="直接连接符 111">
              <a:extLst>
                <a:ext uri="{FF2B5EF4-FFF2-40B4-BE49-F238E27FC236}">
                  <a16:creationId xmlns:a16="http://schemas.microsoft.com/office/drawing/2014/main" id="{F93BB824-D4A3-C187-EE5C-1FFEC937B732}"/>
                </a:ext>
              </a:extLst>
            </p:cNvPr>
            <p:cNvCxnSpPr/>
            <p:nvPr/>
          </p:nvCxnSpPr>
          <p:spPr>
            <a:xfrm>
              <a:off x="2125656" y="4154497"/>
              <a:ext cx="1022346" cy="31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TextBox 112">
              <a:extLst>
                <a:ext uri="{FF2B5EF4-FFF2-40B4-BE49-F238E27FC236}">
                  <a16:creationId xmlns:a16="http://schemas.microsoft.com/office/drawing/2014/main" id="{5E3EF70C-AD2A-9996-AE36-4D0368A61797}"/>
                </a:ext>
              </a:extLst>
            </p:cNvPr>
            <p:cNvSpPr txBox="1">
              <a:spLocks noChangeArrowheads="1"/>
            </p:cNvSpPr>
            <p:nvPr/>
          </p:nvSpPr>
          <p:spPr bwMode="auto">
            <a:xfrm>
              <a:off x="3141650" y="3971938"/>
              <a:ext cx="517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AN</a:t>
              </a:r>
              <a:endParaRPr lang="zh-CN" altLang="en-US" sz="1800">
                <a:cs typeface="Times New Roman" panose="02020603050405020304" pitchFamily="18" charset="0"/>
              </a:endParaRPr>
            </a:p>
          </p:txBody>
        </p:sp>
        <p:cxnSp>
          <p:nvCxnSpPr>
            <p:cNvPr id="74" name="直接连接符 113">
              <a:extLst>
                <a:ext uri="{FF2B5EF4-FFF2-40B4-BE49-F238E27FC236}">
                  <a16:creationId xmlns:a16="http://schemas.microsoft.com/office/drawing/2014/main" id="{7530269D-6880-6328-F1EA-A9AF8B8A9B9C}"/>
                </a:ext>
              </a:extLst>
            </p:cNvPr>
            <p:cNvCxnSpPr>
              <a:stCxn id="46" idx="2"/>
              <a:endCxn id="75" idx="0"/>
            </p:cNvCxnSpPr>
            <p:nvPr/>
          </p:nvCxnSpPr>
          <p:spPr>
            <a:xfrm rot="5400000">
              <a:off x="1677181" y="4141003"/>
              <a:ext cx="914413"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TextBox 54">
              <a:extLst>
                <a:ext uri="{FF2B5EF4-FFF2-40B4-BE49-F238E27FC236}">
                  <a16:creationId xmlns:a16="http://schemas.microsoft.com/office/drawing/2014/main" id="{F69560CE-58B9-2B52-CD8B-22439C11C4A3}"/>
                </a:ext>
              </a:extLst>
            </p:cNvPr>
            <p:cNvSpPr txBox="1">
              <a:spLocks noChangeArrowheads="1"/>
            </p:cNvSpPr>
            <p:nvPr/>
          </p:nvSpPr>
          <p:spPr bwMode="auto">
            <a:xfrm>
              <a:off x="1658938" y="4597433"/>
              <a:ext cx="949325" cy="1277938"/>
            </a:xfrm>
            <a:prstGeom prst="rect">
              <a:avLst/>
            </a:prstGeom>
            <a:solidFill>
              <a:srgbClr val="FFFFFF"/>
            </a:solidFill>
            <a:ln w="19050">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a:latin typeface="Arial" panose="020B0604020202020204" pitchFamily="34" charset="0"/>
                </a:rPr>
                <a:t>多路</a:t>
              </a:r>
              <a:endParaRPr lang="en-US" altLang="zh-CN" sz="2000">
                <a:latin typeface="Arial" panose="020B0604020202020204" pitchFamily="34" charset="0"/>
              </a:endParaRPr>
            </a:p>
            <a:p>
              <a:pPr algn="ctr" eaLnBrk="1" hangingPunct="1">
                <a:spcAft>
                  <a:spcPct val="0"/>
                </a:spcAft>
                <a:buFontTx/>
                <a:buNone/>
              </a:pPr>
              <a:r>
                <a:rPr lang="zh-CN" altLang="en-US" sz="2000">
                  <a:latin typeface="Arial" panose="020B0604020202020204" pitchFamily="34" charset="0"/>
                </a:rPr>
                <a:t>选择器</a:t>
              </a:r>
            </a:p>
          </p:txBody>
        </p:sp>
        <p:sp>
          <p:nvSpPr>
            <p:cNvPr id="76" name="TextBox 78">
              <a:extLst>
                <a:ext uri="{FF2B5EF4-FFF2-40B4-BE49-F238E27FC236}">
                  <a16:creationId xmlns:a16="http://schemas.microsoft.com/office/drawing/2014/main" id="{73CF80E9-A440-79CD-1970-EF59921C0D5B}"/>
                </a:ext>
              </a:extLst>
            </p:cNvPr>
            <p:cNvSpPr txBox="1">
              <a:spLocks noChangeArrowheads="1"/>
            </p:cNvSpPr>
            <p:nvPr/>
          </p:nvSpPr>
          <p:spPr bwMode="auto">
            <a:xfrm>
              <a:off x="2198655" y="2370123"/>
              <a:ext cx="10054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Clk_low</a:t>
              </a:r>
              <a:endParaRPr lang="zh-CN" altLang="en-US" sz="1800">
                <a:cs typeface="Times New Roman" panose="02020603050405020304" pitchFamily="18" charset="0"/>
              </a:endParaRPr>
            </a:p>
          </p:txBody>
        </p:sp>
        <p:cxnSp>
          <p:nvCxnSpPr>
            <p:cNvPr id="77" name="直接连接符 79">
              <a:extLst>
                <a:ext uri="{FF2B5EF4-FFF2-40B4-BE49-F238E27FC236}">
                  <a16:creationId xmlns:a16="http://schemas.microsoft.com/office/drawing/2014/main" id="{ABAD2BA4-DFDC-A7B3-F4E6-7A818A77281B}"/>
                </a:ext>
              </a:extLst>
            </p:cNvPr>
            <p:cNvCxnSpPr/>
            <p:nvPr/>
          </p:nvCxnSpPr>
          <p:spPr>
            <a:xfrm>
              <a:off x="2052632" y="4319600"/>
              <a:ext cx="146049" cy="952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TextBox 110">
              <a:extLst>
                <a:ext uri="{FF2B5EF4-FFF2-40B4-BE49-F238E27FC236}">
                  <a16:creationId xmlns:a16="http://schemas.microsoft.com/office/drawing/2014/main" id="{2419DD52-9233-37BC-F534-86F610CD17C2}"/>
                </a:ext>
              </a:extLst>
            </p:cNvPr>
            <p:cNvSpPr txBox="1">
              <a:spLocks noChangeArrowheads="1"/>
            </p:cNvSpPr>
            <p:nvPr/>
          </p:nvSpPr>
          <p:spPr bwMode="auto">
            <a:xfrm>
              <a:off x="1760499" y="4154502"/>
              <a:ext cx="3000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cs typeface="Times New Roman" panose="02020603050405020304" pitchFamily="18" charset="0"/>
                </a:rPr>
                <a:t>4</a:t>
              </a:r>
              <a:endParaRPr lang="zh-CN" altLang="en-US" sz="1800" b="0">
                <a:cs typeface="Times New Roman" panose="02020603050405020304" pitchFamily="18" charset="0"/>
              </a:endParaRPr>
            </a:p>
          </p:txBody>
        </p:sp>
        <p:cxnSp>
          <p:nvCxnSpPr>
            <p:cNvPr id="79" name="直接连接符 88">
              <a:extLst>
                <a:ext uri="{FF2B5EF4-FFF2-40B4-BE49-F238E27FC236}">
                  <a16:creationId xmlns:a16="http://schemas.microsoft.com/office/drawing/2014/main" id="{24316D9C-64E8-B8A8-280C-F1F751F26C6C}"/>
                </a:ext>
              </a:extLst>
            </p:cNvPr>
            <p:cNvCxnSpPr/>
            <p:nvPr/>
          </p:nvCxnSpPr>
          <p:spPr>
            <a:xfrm>
              <a:off x="2052632" y="3867155"/>
              <a:ext cx="146049" cy="952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TextBox 110">
              <a:extLst>
                <a:ext uri="{FF2B5EF4-FFF2-40B4-BE49-F238E27FC236}">
                  <a16:creationId xmlns:a16="http://schemas.microsoft.com/office/drawing/2014/main" id="{1C1B2FFA-9F9D-DBF0-3E9D-5E3B9C1512F3}"/>
                </a:ext>
              </a:extLst>
            </p:cNvPr>
            <p:cNvSpPr txBox="1">
              <a:spLocks noChangeArrowheads="1"/>
            </p:cNvSpPr>
            <p:nvPr/>
          </p:nvSpPr>
          <p:spPr bwMode="auto">
            <a:xfrm>
              <a:off x="1760499" y="3721104"/>
              <a:ext cx="3000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cs typeface="Times New Roman" panose="02020603050405020304" pitchFamily="18" charset="0"/>
                </a:rPr>
                <a:t>4</a:t>
              </a:r>
              <a:endParaRPr lang="zh-CN" altLang="en-US" sz="1800" b="0">
                <a:cs typeface="Times New Roman" panose="02020603050405020304" pitchFamily="18" charset="0"/>
              </a:endParaRPr>
            </a:p>
          </p:txBody>
        </p:sp>
      </p:grpSp>
    </p:spTree>
    <p:extLst>
      <p:ext uri="{BB962C8B-B14F-4D97-AF65-F5344CB8AC3E}">
        <p14:creationId xmlns:p14="http://schemas.microsoft.com/office/powerpoint/2010/main" val="1026883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2CE729-3957-AEFF-43E5-90865850EA61}"/>
              </a:ext>
            </a:extLst>
          </p:cNvPr>
          <p:cNvSpPr>
            <a:spLocks noGrp="1"/>
          </p:cNvSpPr>
          <p:nvPr>
            <p:ph type="title"/>
          </p:nvPr>
        </p:nvSpPr>
        <p:spPr/>
        <p:txBody>
          <a:bodyPr>
            <a:normAutofit fontScale="90000"/>
          </a:bodyPr>
          <a:lstStyle/>
          <a:p>
            <a:r>
              <a:rPr lang="zh-CN" altLang="en-US" dirty="0"/>
              <a:t>按键</a:t>
            </a:r>
            <a:r>
              <a:rPr lang="en-US" altLang="zh-CN" dirty="0"/>
              <a:t>/</a:t>
            </a:r>
            <a:r>
              <a:rPr lang="zh-CN" altLang="en-US" dirty="0"/>
              <a:t>开关去抖动</a:t>
            </a:r>
            <a:endParaRPr kumimoji="1" lang="zh-CN" altLang="en-US" dirty="0"/>
          </a:p>
        </p:txBody>
      </p:sp>
      <p:sp>
        <p:nvSpPr>
          <p:cNvPr id="3" name="内容占位符 2">
            <a:extLst>
              <a:ext uri="{FF2B5EF4-FFF2-40B4-BE49-F238E27FC236}">
                <a16:creationId xmlns:a16="http://schemas.microsoft.com/office/drawing/2014/main" id="{18C4633C-BEE6-5151-F916-6EA33EA6E0EF}"/>
              </a:ext>
            </a:extLst>
          </p:cNvPr>
          <p:cNvSpPr>
            <a:spLocks noGrp="1"/>
          </p:cNvSpPr>
          <p:nvPr>
            <p:ph idx="1"/>
          </p:nvPr>
        </p:nvSpPr>
        <p:spPr/>
        <p:txBody>
          <a:bodyPr/>
          <a:lstStyle/>
          <a:p>
            <a:r>
              <a:rPr lang="zh-CN" altLang="en-US" sz="2800" dirty="0"/>
              <a:t>若</a:t>
            </a:r>
            <a:r>
              <a:rPr lang="en-US" altLang="zh-CN" sz="2800" dirty="0" err="1"/>
              <a:t>In≠Ol</a:t>
            </a:r>
            <a:r>
              <a:rPr lang="zh-CN" altLang="en-US" sz="2800" dirty="0"/>
              <a:t>，则</a:t>
            </a:r>
            <a:r>
              <a:rPr lang="en-US" altLang="zh-CN" sz="2800" dirty="0" err="1"/>
              <a:t>Cnt</a:t>
            </a:r>
            <a:r>
              <a:rPr lang="zh-CN" altLang="en-US" sz="2800" dirty="0"/>
              <a:t>计数，否则清零</a:t>
            </a:r>
            <a:endParaRPr lang="en-US" altLang="zh-CN" sz="2800" dirty="0"/>
          </a:p>
          <a:p>
            <a:r>
              <a:rPr lang="zh-CN" altLang="en-US" sz="2800" dirty="0"/>
              <a:t>若</a:t>
            </a:r>
            <a:r>
              <a:rPr lang="en-US" altLang="zh-CN" sz="2800" dirty="0" err="1"/>
              <a:t>Cnt</a:t>
            </a:r>
            <a:r>
              <a:rPr lang="en-US" altLang="zh-CN" sz="2800" dirty="0"/>
              <a:t>=N</a:t>
            </a:r>
            <a:r>
              <a:rPr lang="zh-CN" altLang="en-US" sz="2800" dirty="0"/>
              <a:t>，则</a:t>
            </a:r>
            <a:r>
              <a:rPr lang="en-US" altLang="zh-CN" sz="2800" dirty="0" err="1"/>
              <a:t>Ol</a:t>
            </a:r>
            <a:r>
              <a:rPr lang="en-US" altLang="zh-CN" sz="2800" dirty="0"/>
              <a:t>=in</a:t>
            </a:r>
            <a:r>
              <a:rPr lang="zh-CN" altLang="en-US" sz="2800" dirty="0"/>
              <a:t>，</a:t>
            </a:r>
            <a:r>
              <a:rPr lang="en-US" altLang="zh-CN" sz="2800" dirty="0" err="1"/>
              <a:t>Cnt</a:t>
            </a:r>
            <a:r>
              <a:rPr lang="en-US" altLang="zh-CN" sz="2800" dirty="0"/>
              <a:t>=0</a:t>
            </a:r>
          </a:p>
          <a:p>
            <a:r>
              <a:rPr lang="zh-CN" altLang="en-US" sz="2800" dirty="0"/>
              <a:t>若</a:t>
            </a:r>
            <a:r>
              <a:rPr lang="en-US" altLang="zh-CN" sz="2800" dirty="0" err="1"/>
              <a:t>Cnt</a:t>
            </a:r>
            <a:r>
              <a:rPr lang="en-US" altLang="zh-CN" sz="2800" dirty="0"/>
              <a:t>=N</a:t>
            </a:r>
            <a:r>
              <a:rPr lang="zh-CN" altLang="en-US" sz="2800" dirty="0"/>
              <a:t>且</a:t>
            </a:r>
            <a:r>
              <a:rPr lang="en-US" altLang="zh-CN" sz="2800" dirty="0"/>
              <a:t>In=1</a:t>
            </a:r>
            <a:r>
              <a:rPr lang="zh-CN" altLang="en-US" sz="2800" dirty="0"/>
              <a:t>，则</a:t>
            </a:r>
            <a:r>
              <a:rPr lang="en-US" altLang="zh-CN" sz="2800" dirty="0"/>
              <a:t>Op=1</a:t>
            </a:r>
          </a:p>
          <a:p>
            <a:r>
              <a:rPr lang="zh-CN" altLang="en-US" sz="2800" dirty="0"/>
              <a:t>若</a:t>
            </a:r>
            <a:r>
              <a:rPr lang="en-US" altLang="zh-CN" sz="2800" dirty="0"/>
              <a:t>Op=1</a:t>
            </a:r>
            <a:r>
              <a:rPr lang="zh-CN" altLang="en-US" sz="2800" dirty="0"/>
              <a:t>，则</a:t>
            </a:r>
            <a:r>
              <a:rPr lang="en-US" altLang="zh-CN" sz="2800" dirty="0"/>
              <a:t>Op=0</a:t>
            </a:r>
            <a:endParaRPr lang="zh-CN" altLang="en-US" sz="2800" dirty="0"/>
          </a:p>
          <a:p>
            <a:endParaRPr kumimoji="1" lang="zh-CN" altLang="en-US" dirty="0"/>
          </a:p>
        </p:txBody>
      </p:sp>
      <p:sp>
        <p:nvSpPr>
          <p:cNvPr id="4" name="页脚占位符 3">
            <a:extLst>
              <a:ext uri="{FF2B5EF4-FFF2-40B4-BE49-F238E27FC236}">
                <a16:creationId xmlns:a16="http://schemas.microsoft.com/office/drawing/2014/main" id="{794BF372-CD9C-B851-0D9F-F348C9DEE845}"/>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82B998A4-98C0-3614-4C71-7090BD4AF1DF}"/>
              </a:ext>
            </a:extLst>
          </p:cNvPr>
          <p:cNvSpPr>
            <a:spLocks noGrp="1"/>
          </p:cNvSpPr>
          <p:nvPr>
            <p:ph type="sldNum" sz="quarter" idx="12"/>
          </p:nvPr>
        </p:nvSpPr>
        <p:spPr/>
        <p:txBody>
          <a:bodyPr/>
          <a:lstStyle/>
          <a:p>
            <a:fld id="{9E260BC5-5BF3-8746-862B-DC45E9CAA88B}" type="slidenum">
              <a:rPr lang="en-US" smtClean="0"/>
              <a:pPr/>
              <a:t>8</a:t>
            </a:fld>
            <a:r>
              <a:rPr lang="en-US" altLang="zh-CN" dirty="0"/>
              <a:t>/34</a:t>
            </a:r>
            <a:endParaRPr lang="en-US" dirty="0"/>
          </a:p>
        </p:txBody>
      </p:sp>
      <p:sp>
        <p:nvSpPr>
          <p:cNvPr id="6" name="TextBox 7">
            <a:extLst>
              <a:ext uri="{FF2B5EF4-FFF2-40B4-BE49-F238E27FC236}">
                <a16:creationId xmlns:a16="http://schemas.microsoft.com/office/drawing/2014/main" id="{FC4605A1-3E72-AD2E-21CB-5D41E27ED068}"/>
              </a:ext>
            </a:extLst>
          </p:cNvPr>
          <p:cNvSpPr txBox="1">
            <a:spLocks noChangeArrowheads="1"/>
          </p:cNvSpPr>
          <p:nvPr/>
        </p:nvSpPr>
        <p:spPr bwMode="auto">
          <a:xfrm>
            <a:off x="7325678" y="1087438"/>
            <a:ext cx="1108075" cy="134778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400">
                <a:cs typeface="Times New Roman" panose="02020603050405020304" pitchFamily="18" charset="0"/>
              </a:rPr>
              <a:t>输入</a:t>
            </a:r>
            <a:endParaRPr lang="en-US" altLang="zh-CN" sz="2400">
              <a:cs typeface="Times New Roman" panose="02020603050405020304" pitchFamily="18" charset="0"/>
            </a:endParaRPr>
          </a:p>
          <a:p>
            <a:pPr algn="ctr" eaLnBrk="1" hangingPunct="1">
              <a:spcAft>
                <a:spcPct val="0"/>
              </a:spcAft>
              <a:buFontTx/>
              <a:buNone/>
            </a:pPr>
            <a:r>
              <a:rPr lang="zh-CN" altLang="en-US" sz="2400">
                <a:cs typeface="Times New Roman" panose="02020603050405020304" pitchFamily="18" charset="0"/>
              </a:rPr>
              <a:t>整形</a:t>
            </a:r>
            <a:endParaRPr lang="en-US" altLang="zh-CN" sz="2400">
              <a:cs typeface="Times New Roman" panose="02020603050405020304" pitchFamily="18" charset="0"/>
            </a:endParaRPr>
          </a:p>
          <a:p>
            <a:pPr algn="ctr" eaLnBrk="1" hangingPunct="1">
              <a:spcAft>
                <a:spcPct val="0"/>
              </a:spcAft>
              <a:buFontTx/>
              <a:buNone/>
            </a:pPr>
            <a:r>
              <a:rPr lang="zh-CN" altLang="en-US" sz="2400">
                <a:cs typeface="Times New Roman" panose="02020603050405020304" pitchFamily="18" charset="0"/>
              </a:rPr>
              <a:t>电路</a:t>
            </a:r>
          </a:p>
        </p:txBody>
      </p:sp>
      <p:cxnSp>
        <p:nvCxnSpPr>
          <p:cNvPr id="7" name="直接连接符 68">
            <a:extLst>
              <a:ext uri="{FF2B5EF4-FFF2-40B4-BE49-F238E27FC236}">
                <a16:creationId xmlns:a16="http://schemas.microsoft.com/office/drawing/2014/main" id="{49274E6C-30D7-C6A6-504F-18E0AB2603B0}"/>
              </a:ext>
            </a:extLst>
          </p:cNvPr>
          <p:cNvCxnSpPr/>
          <p:nvPr/>
        </p:nvCxnSpPr>
        <p:spPr>
          <a:xfrm>
            <a:off x="6777990" y="1416050"/>
            <a:ext cx="547688"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17">
            <a:extLst>
              <a:ext uri="{FF2B5EF4-FFF2-40B4-BE49-F238E27FC236}">
                <a16:creationId xmlns:a16="http://schemas.microsoft.com/office/drawing/2014/main" id="{0AB10F95-0BDA-C19B-A18A-A215C242CD34}"/>
              </a:ext>
            </a:extLst>
          </p:cNvPr>
          <p:cNvSpPr txBox="1">
            <a:spLocks noChangeArrowheads="1"/>
          </p:cNvSpPr>
          <p:nvPr/>
        </p:nvSpPr>
        <p:spPr bwMode="auto">
          <a:xfrm>
            <a:off x="6296978" y="1236663"/>
            <a:ext cx="4016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800">
                <a:cs typeface="Times New Roman" panose="02020603050405020304" pitchFamily="18" charset="0"/>
              </a:rPr>
              <a:t>In</a:t>
            </a:r>
            <a:endParaRPr lang="zh-CN" altLang="en-US" sz="1800">
              <a:cs typeface="Times New Roman" panose="02020603050405020304" pitchFamily="18" charset="0"/>
            </a:endParaRPr>
          </a:p>
        </p:txBody>
      </p:sp>
      <p:cxnSp>
        <p:nvCxnSpPr>
          <p:cNvPr id="9" name="直接连接符 76">
            <a:extLst>
              <a:ext uri="{FF2B5EF4-FFF2-40B4-BE49-F238E27FC236}">
                <a16:creationId xmlns:a16="http://schemas.microsoft.com/office/drawing/2014/main" id="{0DA8B06B-9688-62AD-F227-1223BF8F1C65}"/>
              </a:ext>
            </a:extLst>
          </p:cNvPr>
          <p:cNvCxnSpPr/>
          <p:nvPr/>
        </p:nvCxnSpPr>
        <p:spPr>
          <a:xfrm>
            <a:off x="6777990" y="2063750"/>
            <a:ext cx="547688"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25">
            <a:extLst>
              <a:ext uri="{FF2B5EF4-FFF2-40B4-BE49-F238E27FC236}">
                <a16:creationId xmlns:a16="http://schemas.microsoft.com/office/drawing/2014/main" id="{7FF588EF-2540-43D9-2169-BA79B9B87582}"/>
              </a:ext>
            </a:extLst>
          </p:cNvPr>
          <p:cNvSpPr txBox="1">
            <a:spLocks noChangeArrowheads="1"/>
          </p:cNvSpPr>
          <p:nvPr/>
        </p:nvSpPr>
        <p:spPr bwMode="auto">
          <a:xfrm>
            <a:off x="6247765" y="1884363"/>
            <a:ext cx="542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Clk</a:t>
            </a:r>
            <a:endParaRPr lang="zh-CN" altLang="en-US" sz="1800">
              <a:cs typeface="Times New Roman" panose="02020603050405020304" pitchFamily="18" charset="0"/>
            </a:endParaRPr>
          </a:p>
        </p:txBody>
      </p:sp>
      <p:cxnSp>
        <p:nvCxnSpPr>
          <p:cNvPr id="11" name="直接连接符 89">
            <a:extLst>
              <a:ext uri="{FF2B5EF4-FFF2-40B4-BE49-F238E27FC236}">
                <a16:creationId xmlns:a16="http://schemas.microsoft.com/office/drawing/2014/main" id="{6449BB87-8FBC-AAAD-EE00-235FFBE98AEE}"/>
              </a:ext>
            </a:extLst>
          </p:cNvPr>
          <p:cNvCxnSpPr/>
          <p:nvPr/>
        </p:nvCxnSpPr>
        <p:spPr>
          <a:xfrm>
            <a:off x="8433753" y="1416050"/>
            <a:ext cx="547687"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35">
            <a:extLst>
              <a:ext uri="{FF2B5EF4-FFF2-40B4-BE49-F238E27FC236}">
                <a16:creationId xmlns:a16="http://schemas.microsoft.com/office/drawing/2014/main" id="{ECF646C0-E4C4-8391-BD55-57F8E17FF84E}"/>
              </a:ext>
            </a:extLst>
          </p:cNvPr>
          <p:cNvSpPr txBox="1">
            <a:spLocks noChangeArrowheads="1"/>
          </p:cNvSpPr>
          <p:nvPr/>
        </p:nvSpPr>
        <p:spPr bwMode="auto">
          <a:xfrm>
            <a:off x="9017953" y="1236663"/>
            <a:ext cx="425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Ol</a:t>
            </a:r>
            <a:endParaRPr lang="zh-CN" altLang="en-US" sz="1800">
              <a:cs typeface="Times New Roman" panose="02020603050405020304" pitchFamily="18" charset="0"/>
            </a:endParaRPr>
          </a:p>
        </p:txBody>
      </p:sp>
      <p:cxnSp>
        <p:nvCxnSpPr>
          <p:cNvPr id="13" name="直接连接符 113">
            <a:extLst>
              <a:ext uri="{FF2B5EF4-FFF2-40B4-BE49-F238E27FC236}">
                <a16:creationId xmlns:a16="http://schemas.microsoft.com/office/drawing/2014/main" id="{2DA371C9-18EE-7936-84D6-987E7A887F14}"/>
              </a:ext>
            </a:extLst>
          </p:cNvPr>
          <p:cNvCxnSpPr/>
          <p:nvPr/>
        </p:nvCxnSpPr>
        <p:spPr>
          <a:xfrm>
            <a:off x="8433753" y="2063750"/>
            <a:ext cx="547687"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43">
            <a:extLst>
              <a:ext uri="{FF2B5EF4-FFF2-40B4-BE49-F238E27FC236}">
                <a16:creationId xmlns:a16="http://schemas.microsoft.com/office/drawing/2014/main" id="{45B8FBD2-6269-E684-1AA2-339FDA785337}"/>
              </a:ext>
            </a:extLst>
          </p:cNvPr>
          <p:cNvSpPr txBox="1">
            <a:spLocks noChangeArrowheads="1"/>
          </p:cNvSpPr>
          <p:nvPr/>
        </p:nvSpPr>
        <p:spPr bwMode="auto">
          <a:xfrm>
            <a:off x="9017953" y="1884363"/>
            <a:ext cx="4921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Op</a:t>
            </a:r>
            <a:endParaRPr lang="zh-CN" altLang="en-US" sz="1800">
              <a:cs typeface="Times New Roman" panose="02020603050405020304" pitchFamily="18" charset="0"/>
            </a:endParaRPr>
          </a:p>
        </p:txBody>
      </p:sp>
      <p:sp>
        <p:nvSpPr>
          <p:cNvPr id="15" name="TextBox 25">
            <a:extLst>
              <a:ext uri="{FF2B5EF4-FFF2-40B4-BE49-F238E27FC236}">
                <a16:creationId xmlns:a16="http://schemas.microsoft.com/office/drawing/2014/main" id="{2FDFFA39-8E97-0A9C-1077-0B6A331288FC}"/>
              </a:ext>
            </a:extLst>
          </p:cNvPr>
          <p:cNvSpPr txBox="1">
            <a:spLocks noChangeArrowheads="1"/>
          </p:cNvSpPr>
          <p:nvPr/>
        </p:nvSpPr>
        <p:spPr bwMode="auto">
          <a:xfrm>
            <a:off x="5406390" y="2593975"/>
            <a:ext cx="41163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2400">
                <a:cs typeface="Times New Roman" panose="02020603050405020304" pitchFamily="18" charset="0"/>
              </a:rPr>
              <a:t>抖动持续时间一般在</a:t>
            </a:r>
            <a:r>
              <a:rPr lang="en-US" altLang="zh-CN" sz="2400">
                <a:cs typeface="Times New Roman" panose="02020603050405020304" pitchFamily="18" charset="0"/>
              </a:rPr>
              <a:t>5</a:t>
            </a:r>
            <a:r>
              <a:rPr lang="zh-CN" altLang="en-US" sz="2400">
                <a:cs typeface="Times New Roman" panose="02020603050405020304" pitchFamily="18" charset="0"/>
              </a:rPr>
              <a:t>～</a:t>
            </a:r>
            <a:r>
              <a:rPr lang="en-US" altLang="zh-CN" sz="2400">
                <a:cs typeface="Times New Roman" panose="02020603050405020304" pitchFamily="18" charset="0"/>
              </a:rPr>
              <a:t>10ms</a:t>
            </a:r>
            <a:endParaRPr lang="zh-CN" altLang="en-US" sz="2400">
              <a:cs typeface="Times New Roman" panose="02020603050405020304" pitchFamily="18" charset="0"/>
            </a:endParaRPr>
          </a:p>
        </p:txBody>
      </p:sp>
      <p:grpSp>
        <p:nvGrpSpPr>
          <p:cNvPr id="16" name="组合 82">
            <a:extLst>
              <a:ext uri="{FF2B5EF4-FFF2-40B4-BE49-F238E27FC236}">
                <a16:creationId xmlns:a16="http://schemas.microsoft.com/office/drawing/2014/main" id="{A6B79F2C-E7AB-082E-33CC-3653102F5267}"/>
              </a:ext>
            </a:extLst>
          </p:cNvPr>
          <p:cNvGrpSpPr>
            <a:grpSpLocks/>
          </p:cNvGrpSpPr>
          <p:nvPr/>
        </p:nvGrpSpPr>
        <p:grpSpPr bwMode="auto">
          <a:xfrm>
            <a:off x="401003" y="3425825"/>
            <a:ext cx="8616950" cy="2740025"/>
            <a:chOff x="263525" y="3519488"/>
            <a:chExt cx="8616950" cy="2740025"/>
          </a:xfrm>
        </p:grpSpPr>
        <p:cxnSp>
          <p:nvCxnSpPr>
            <p:cNvPr id="17" name="直接连接符 127">
              <a:extLst>
                <a:ext uri="{FF2B5EF4-FFF2-40B4-BE49-F238E27FC236}">
                  <a16:creationId xmlns:a16="http://schemas.microsoft.com/office/drawing/2014/main" id="{CA15CE19-1218-7BFF-091B-C777C4E49838}"/>
                </a:ext>
              </a:extLst>
            </p:cNvPr>
            <p:cNvCxnSpPr/>
            <p:nvPr/>
          </p:nvCxnSpPr>
          <p:spPr>
            <a:xfrm rot="5400000">
              <a:off x="1339851" y="4778375"/>
              <a:ext cx="328612"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28">
              <a:extLst>
                <a:ext uri="{FF2B5EF4-FFF2-40B4-BE49-F238E27FC236}">
                  <a16:creationId xmlns:a16="http://schemas.microsoft.com/office/drawing/2014/main" id="{4CA9ADDB-9E27-F3DC-316E-D4D41093DD7E}"/>
                </a:ext>
              </a:extLst>
            </p:cNvPr>
            <p:cNvCxnSpPr/>
            <p:nvPr/>
          </p:nvCxnSpPr>
          <p:spPr>
            <a:xfrm>
              <a:off x="847725" y="4943475"/>
              <a:ext cx="657225"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32">
              <a:extLst>
                <a:ext uri="{FF2B5EF4-FFF2-40B4-BE49-F238E27FC236}">
                  <a16:creationId xmlns:a16="http://schemas.microsoft.com/office/drawing/2014/main" id="{2352DF43-2230-8AB5-ECFB-2FDA9F97AD2F}"/>
                </a:ext>
              </a:extLst>
            </p:cNvPr>
            <p:cNvCxnSpPr/>
            <p:nvPr/>
          </p:nvCxnSpPr>
          <p:spPr>
            <a:xfrm rot="5400000">
              <a:off x="1851026" y="4778375"/>
              <a:ext cx="328612"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34">
              <a:extLst>
                <a:ext uri="{FF2B5EF4-FFF2-40B4-BE49-F238E27FC236}">
                  <a16:creationId xmlns:a16="http://schemas.microsoft.com/office/drawing/2014/main" id="{C8DF9FD1-4A84-599C-901E-B273218E9504}"/>
                </a:ext>
              </a:extLst>
            </p:cNvPr>
            <p:cNvCxnSpPr/>
            <p:nvPr/>
          </p:nvCxnSpPr>
          <p:spPr>
            <a:xfrm>
              <a:off x="2016125" y="4941888"/>
              <a:ext cx="401638"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135">
              <a:extLst>
                <a:ext uri="{FF2B5EF4-FFF2-40B4-BE49-F238E27FC236}">
                  <a16:creationId xmlns:a16="http://schemas.microsoft.com/office/drawing/2014/main" id="{B217151F-56AE-73B8-4551-7EC9A5A86274}"/>
                </a:ext>
              </a:extLst>
            </p:cNvPr>
            <p:cNvCxnSpPr/>
            <p:nvPr/>
          </p:nvCxnSpPr>
          <p:spPr>
            <a:xfrm rot="5400000">
              <a:off x="2251076" y="4778375"/>
              <a:ext cx="328612"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97">
              <a:extLst>
                <a:ext uri="{FF2B5EF4-FFF2-40B4-BE49-F238E27FC236}">
                  <a16:creationId xmlns:a16="http://schemas.microsoft.com/office/drawing/2014/main" id="{FBE98B2E-4C07-5D32-3D58-09DDC5D0DD7E}"/>
                </a:ext>
              </a:extLst>
            </p:cNvPr>
            <p:cNvCxnSpPr/>
            <p:nvPr/>
          </p:nvCxnSpPr>
          <p:spPr>
            <a:xfrm rot="5400000">
              <a:off x="958057" y="4158456"/>
              <a:ext cx="328612" cy="31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84">
              <a:extLst>
                <a:ext uri="{FF2B5EF4-FFF2-40B4-BE49-F238E27FC236}">
                  <a16:creationId xmlns:a16="http://schemas.microsoft.com/office/drawing/2014/main" id="{70997A7C-EB3F-7BB6-3541-A447F6F79187}"/>
                </a:ext>
              </a:extLst>
            </p:cNvPr>
            <p:cNvCxnSpPr/>
            <p:nvPr/>
          </p:nvCxnSpPr>
          <p:spPr>
            <a:xfrm>
              <a:off x="847725" y="4322763"/>
              <a:ext cx="7959725"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91">
              <a:extLst>
                <a:ext uri="{FF2B5EF4-FFF2-40B4-BE49-F238E27FC236}">
                  <a16:creationId xmlns:a16="http://schemas.microsoft.com/office/drawing/2014/main" id="{FD8469D9-F722-C236-7F99-4D6B671A4799}"/>
                </a:ext>
              </a:extLst>
            </p:cNvPr>
            <p:cNvCxnSpPr/>
            <p:nvPr/>
          </p:nvCxnSpPr>
          <p:spPr>
            <a:xfrm rot="5400000">
              <a:off x="1229519" y="4156869"/>
              <a:ext cx="328613" cy="31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92">
              <a:extLst>
                <a:ext uri="{FF2B5EF4-FFF2-40B4-BE49-F238E27FC236}">
                  <a16:creationId xmlns:a16="http://schemas.microsoft.com/office/drawing/2014/main" id="{F974685E-AB6D-6FCA-0481-E276D65DC229}"/>
                </a:ext>
              </a:extLst>
            </p:cNvPr>
            <p:cNvCxnSpPr/>
            <p:nvPr/>
          </p:nvCxnSpPr>
          <p:spPr>
            <a:xfrm rot="5400000">
              <a:off x="1504950" y="4157663"/>
              <a:ext cx="328613"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93">
              <a:extLst>
                <a:ext uri="{FF2B5EF4-FFF2-40B4-BE49-F238E27FC236}">
                  <a16:creationId xmlns:a16="http://schemas.microsoft.com/office/drawing/2014/main" id="{3B99B452-1F55-C6DA-F3A1-4E2CFF4C6F1C}"/>
                </a:ext>
              </a:extLst>
            </p:cNvPr>
            <p:cNvCxnSpPr/>
            <p:nvPr/>
          </p:nvCxnSpPr>
          <p:spPr>
            <a:xfrm rot="5400000">
              <a:off x="1776412" y="4157663"/>
              <a:ext cx="328613"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94">
              <a:extLst>
                <a:ext uri="{FF2B5EF4-FFF2-40B4-BE49-F238E27FC236}">
                  <a16:creationId xmlns:a16="http://schemas.microsoft.com/office/drawing/2014/main" id="{C07782F9-D0A0-3774-344A-1A215C653864}"/>
                </a:ext>
              </a:extLst>
            </p:cNvPr>
            <p:cNvCxnSpPr/>
            <p:nvPr/>
          </p:nvCxnSpPr>
          <p:spPr>
            <a:xfrm rot="5400000">
              <a:off x="2052637" y="4157663"/>
              <a:ext cx="328613"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95">
              <a:extLst>
                <a:ext uri="{FF2B5EF4-FFF2-40B4-BE49-F238E27FC236}">
                  <a16:creationId xmlns:a16="http://schemas.microsoft.com/office/drawing/2014/main" id="{789684A2-6473-CB55-B431-41ABF3086F2B}"/>
                </a:ext>
              </a:extLst>
            </p:cNvPr>
            <p:cNvCxnSpPr/>
            <p:nvPr/>
          </p:nvCxnSpPr>
          <p:spPr>
            <a:xfrm rot="5400000">
              <a:off x="2324100" y="4157663"/>
              <a:ext cx="328613"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96">
              <a:extLst>
                <a:ext uri="{FF2B5EF4-FFF2-40B4-BE49-F238E27FC236}">
                  <a16:creationId xmlns:a16="http://schemas.microsoft.com/office/drawing/2014/main" id="{788E1DA9-7D13-FCFD-A07C-2B3BE5FE5BD8}"/>
                </a:ext>
              </a:extLst>
            </p:cNvPr>
            <p:cNvCxnSpPr/>
            <p:nvPr/>
          </p:nvCxnSpPr>
          <p:spPr>
            <a:xfrm rot="5400000">
              <a:off x="2599531" y="4156869"/>
              <a:ext cx="328613" cy="31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98">
              <a:extLst>
                <a:ext uri="{FF2B5EF4-FFF2-40B4-BE49-F238E27FC236}">
                  <a16:creationId xmlns:a16="http://schemas.microsoft.com/office/drawing/2014/main" id="{57B44891-647D-0B36-44A1-1BDB509B163F}"/>
                </a:ext>
              </a:extLst>
            </p:cNvPr>
            <p:cNvCxnSpPr/>
            <p:nvPr/>
          </p:nvCxnSpPr>
          <p:spPr>
            <a:xfrm rot="5400000">
              <a:off x="2870995" y="4155281"/>
              <a:ext cx="328612" cy="31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99">
              <a:extLst>
                <a:ext uri="{FF2B5EF4-FFF2-40B4-BE49-F238E27FC236}">
                  <a16:creationId xmlns:a16="http://schemas.microsoft.com/office/drawing/2014/main" id="{B746B230-0FC7-CC26-8163-18852922569A}"/>
                </a:ext>
              </a:extLst>
            </p:cNvPr>
            <p:cNvCxnSpPr/>
            <p:nvPr/>
          </p:nvCxnSpPr>
          <p:spPr>
            <a:xfrm rot="5400000">
              <a:off x="3146426" y="4159250"/>
              <a:ext cx="328612"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100">
              <a:extLst>
                <a:ext uri="{FF2B5EF4-FFF2-40B4-BE49-F238E27FC236}">
                  <a16:creationId xmlns:a16="http://schemas.microsoft.com/office/drawing/2014/main" id="{1106FB11-DFEC-6B9D-D771-62988308B848}"/>
                </a:ext>
              </a:extLst>
            </p:cNvPr>
            <p:cNvCxnSpPr/>
            <p:nvPr/>
          </p:nvCxnSpPr>
          <p:spPr>
            <a:xfrm rot="5400000">
              <a:off x="3417887" y="4157663"/>
              <a:ext cx="328613"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101">
              <a:extLst>
                <a:ext uri="{FF2B5EF4-FFF2-40B4-BE49-F238E27FC236}">
                  <a16:creationId xmlns:a16="http://schemas.microsoft.com/office/drawing/2014/main" id="{D246AB3E-44E7-CA81-3BC3-EA143B1B9377}"/>
                </a:ext>
              </a:extLst>
            </p:cNvPr>
            <p:cNvCxnSpPr/>
            <p:nvPr/>
          </p:nvCxnSpPr>
          <p:spPr>
            <a:xfrm rot="5400000">
              <a:off x="3694112" y="4157663"/>
              <a:ext cx="328613"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102">
              <a:extLst>
                <a:ext uri="{FF2B5EF4-FFF2-40B4-BE49-F238E27FC236}">
                  <a16:creationId xmlns:a16="http://schemas.microsoft.com/office/drawing/2014/main" id="{7E60E463-772F-F844-D8B7-F1DE4A1C105B}"/>
                </a:ext>
              </a:extLst>
            </p:cNvPr>
            <p:cNvCxnSpPr/>
            <p:nvPr/>
          </p:nvCxnSpPr>
          <p:spPr>
            <a:xfrm rot="5400000">
              <a:off x="3965575" y="4157663"/>
              <a:ext cx="328613"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103">
              <a:extLst>
                <a:ext uri="{FF2B5EF4-FFF2-40B4-BE49-F238E27FC236}">
                  <a16:creationId xmlns:a16="http://schemas.microsoft.com/office/drawing/2014/main" id="{CDFD71CB-FAC1-A277-3EC6-7B4E29AFD517}"/>
                </a:ext>
              </a:extLst>
            </p:cNvPr>
            <p:cNvCxnSpPr/>
            <p:nvPr/>
          </p:nvCxnSpPr>
          <p:spPr>
            <a:xfrm rot="5400000">
              <a:off x="4241006" y="4156869"/>
              <a:ext cx="328613" cy="31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104">
              <a:extLst>
                <a:ext uri="{FF2B5EF4-FFF2-40B4-BE49-F238E27FC236}">
                  <a16:creationId xmlns:a16="http://schemas.microsoft.com/office/drawing/2014/main" id="{C71A4357-7D7D-0F83-FCCD-B1E79E0C60AA}"/>
                </a:ext>
              </a:extLst>
            </p:cNvPr>
            <p:cNvCxnSpPr/>
            <p:nvPr/>
          </p:nvCxnSpPr>
          <p:spPr>
            <a:xfrm rot="5400000">
              <a:off x="4512469" y="4156869"/>
              <a:ext cx="328613" cy="31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105">
              <a:extLst>
                <a:ext uri="{FF2B5EF4-FFF2-40B4-BE49-F238E27FC236}">
                  <a16:creationId xmlns:a16="http://schemas.microsoft.com/office/drawing/2014/main" id="{A46463F3-2136-E123-FAD3-2C14325A010E}"/>
                </a:ext>
              </a:extLst>
            </p:cNvPr>
            <p:cNvCxnSpPr/>
            <p:nvPr/>
          </p:nvCxnSpPr>
          <p:spPr>
            <a:xfrm rot="5400000">
              <a:off x="4787900" y="4157663"/>
              <a:ext cx="328613"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106">
              <a:extLst>
                <a:ext uri="{FF2B5EF4-FFF2-40B4-BE49-F238E27FC236}">
                  <a16:creationId xmlns:a16="http://schemas.microsoft.com/office/drawing/2014/main" id="{E5EC8570-91A3-29ED-0D5D-33AACFEDF7B8}"/>
                </a:ext>
              </a:extLst>
            </p:cNvPr>
            <p:cNvCxnSpPr/>
            <p:nvPr/>
          </p:nvCxnSpPr>
          <p:spPr>
            <a:xfrm rot="5400000">
              <a:off x="5059363" y="4156075"/>
              <a:ext cx="328612"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107">
              <a:extLst>
                <a:ext uri="{FF2B5EF4-FFF2-40B4-BE49-F238E27FC236}">
                  <a16:creationId xmlns:a16="http://schemas.microsoft.com/office/drawing/2014/main" id="{2EB53379-1818-0D71-FC01-FA753745D9E6}"/>
                </a:ext>
              </a:extLst>
            </p:cNvPr>
            <p:cNvCxnSpPr/>
            <p:nvPr/>
          </p:nvCxnSpPr>
          <p:spPr>
            <a:xfrm rot="5400000">
              <a:off x="5335588" y="4159250"/>
              <a:ext cx="328612"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108">
              <a:extLst>
                <a:ext uri="{FF2B5EF4-FFF2-40B4-BE49-F238E27FC236}">
                  <a16:creationId xmlns:a16="http://schemas.microsoft.com/office/drawing/2014/main" id="{947FDD47-1539-C3B3-11C3-A93DBC044A76}"/>
                </a:ext>
              </a:extLst>
            </p:cNvPr>
            <p:cNvCxnSpPr/>
            <p:nvPr/>
          </p:nvCxnSpPr>
          <p:spPr>
            <a:xfrm rot="5400000">
              <a:off x="5607050" y="4157663"/>
              <a:ext cx="328613"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110">
              <a:extLst>
                <a:ext uri="{FF2B5EF4-FFF2-40B4-BE49-F238E27FC236}">
                  <a16:creationId xmlns:a16="http://schemas.microsoft.com/office/drawing/2014/main" id="{05F45D7B-800B-EF54-E126-F117ACC7152C}"/>
                </a:ext>
              </a:extLst>
            </p:cNvPr>
            <p:cNvCxnSpPr/>
            <p:nvPr/>
          </p:nvCxnSpPr>
          <p:spPr>
            <a:xfrm rot="5400000">
              <a:off x="5882481" y="4156869"/>
              <a:ext cx="328613" cy="31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112">
              <a:extLst>
                <a:ext uri="{FF2B5EF4-FFF2-40B4-BE49-F238E27FC236}">
                  <a16:creationId xmlns:a16="http://schemas.microsoft.com/office/drawing/2014/main" id="{FAC59B6B-6DF4-D8D0-0C5D-C239B1C144B3}"/>
                </a:ext>
              </a:extLst>
            </p:cNvPr>
            <p:cNvCxnSpPr/>
            <p:nvPr/>
          </p:nvCxnSpPr>
          <p:spPr>
            <a:xfrm rot="5400000">
              <a:off x="6153944" y="4156869"/>
              <a:ext cx="328613" cy="31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114">
              <a:extLst>
                <a:ext uri="{FF2B5EF4-FFF2-40B4-BE49-F238E27FC236}">
                  <a16:creationId xmlns:a16="http://schemas.microsoft.com/office/drawing/2014/main" id="{C987BA51-5EE0-40B4-158F-90A0CB432B8B}"/>
                </a:ext>
              </a:extLst>
            </p:cNvPr>
            <p:cNvCxnSpPr/>
            <p:nvPr/>
          </p:nvCxnSpPr>
          <p:spPr>
            <a:xfrm rot="5400000">
              <a:off x="6429375" y="4157663"/>
              <a:ext cx="328613"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115">
              <a:extLst>
                <a:ext uri="{FF2B5EF4-FFF2-40B4-BE49-F238E27FC236}">
                  <a16:creationId xmlns:a16="http://schemas.microsoft.com/office/drawing/2014/main" id="{3BDF7BBD-CB20-91FA-6261-5EE7E6D42C7D}"/>
                </a:ext>
              </a:extLst>
            </p:cNvPr>
            <p:cNvCxnSpPr/>
            <p:nvPr/>
          </p:nvCxnSpPr>
          <p:spPr>
            <a:xfrm rot="5400000">
              <a:off x="6700837" y="4157663"/>
              <a:ext cx="328613"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116">
              <a:extLst>
                <a:ext uri="{FF2B5EF4-FFF2-40B4-BE49-F238E27FC236}">
                  <a16:creationId xmlns:a16="http://schemas.microsoft.com/office/drawing/2014/main" id="{CB341160-0E0C-542B-52C2-66591B15C5C1}"/>
                </a:ext>
              </a:extLst>
            </p:cNvPr>
            <p:cNvCxnSpPr/>
            <p:nvPr/>
          </p:nvCxnSpPr>
          <p:spPr>
            <a:xfrm rot="5400000">
              <a:off x="6977062" y="4157663"/>
              <a:ext cx="328613"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117">
              <a:extLst>
                <a:ext uri="{FF2B5EF4-FFF2-40B4-BE49-F238E27FC236}">
                  <a16:creationId xmlns:a16="http://schemas.microsoft.com/office/drawing/2014/main" id="{80F55048-3A3B-5ECF-131E-6C0434FC4E41}"/>
                </a:ext>
              </a:extLst>
            </p:cNvPr>
            <p:cNvCxnSpPr/>
            <p:nvPr/>
          </p:nvCxnSpPr>
          <p:spPr>
            <a:xfrm rot="5400000">
              <a:off x="7248526" y="4156075"/>
              <a:ext cx="328612"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118">
              <a:extLst>
                <a:ext uri="{FF2B5EF4-FFF2-40B4-BE49-F238E27FC236}">
                  <a16:creationId xmlns:a16="http://schemas.microsoft.com/office/drawing/2014/main" id="{EE525481-24FA-7080-2D5E-1112BABBA673}"/>
                </a:ext>
              </a:extLst>
            </p:cNvPr>
            <p:cNvCxnSpPr/>
            <p:nvPr/>
          </p:nvCxnSpPr>
          <p:spPr>
            <a:xfrm rot="5400000">
              <a:off x="7523163" y="4159250"/>
              <a:ext cx="328612"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119">
              <a:extLst>
                <a:ext uri="{FF2B5EF4-FFF2-40B4-BE49-F238E27FC236}">
                  <a16:creationId xmlns:a16="http://schemas.microsoft.com/office/drawing/2014/main" id="{5D3BBCD8-589D-8B05-D87C-CC0C43DF2DC1}"/>
                </a:ext>
              </a:extLst>
            </p:cNvPr>
            <p:cNvCxnSpPr/>
            <p:nvPr/>
          </p:nvCxnSpPr>
          <p:spPr>
            <a:xfrm rot="5400000">
              <a:off x="7795419" y="4156869"/>
              <a:ext cx="328613" cy="31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120">
              <a:extLst>
                <a:ext uri="{FF2B5EF4-FFF2-40B4-BE49-F238E27FC236}">
                  <a16:creationId xmlns:a16="http://schemas.microsoft.com/office/drawing/2014/main" id="{AA7E1839-A805-CEFF-8483-1D7E26451239}"/>
                </a:ext>
              </a:extLst>
            </p:cNvPr>
            <p:cNvCxnSpPr/>
            <p:nvPr/>
          </p:nvCxnSpPr>
          <p:spPr>
            <a:xfrm rot="5400000">
              <a:off x="8070850" y="4157663"/>
              <a:ext cx="328613"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121">
              <a:extLst>
                <a:ext uri="{FF2B5EF4-FFF2-40B4-BE49-F238E27FC236}">
                  <a16:creationId xmlns:a16="http://schemas.microsoft.com/office/drawing/2014/main" id="{2342A6EF-02E2-A804-D508-E33D750AF6D9}"/>
                </a:ext>
              </a:extLst>
            </p:cNvPr>
            <p:cNvCxnSpPr/>
            <p:nvPr/>
          </p:nvCxnSpPr>
          <p:spPr>
            <a:xfrm rot="5400000">
              <a:off x="8342312" y="4157663"/>
              <a:ext cx="328613"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129">
              <a:extLst>
                <a:ext uri="{FF2B5EF4-FFF2-40B4-BE49-F238E27FC236}">
                  <a16:creationId xmlns:a16="http://schemas.microsoft.com/office/drawing/2014/main" id="{1FA5FECA-E9E0-0199-D21F-4B2781DBF6BB}"/>
                </a:ext>
              </a:extLst>
            </p:cNvPr>
            <p:cNvCxnSpPr/>
            <p:nvPr/>
          </p:nvCxnSpPr>
          <p:spPr>
            <a:xfrm>
              <a:off x="1514475" y="4614863"/>
              <a:ext cx="501650"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136">
              <a:extLst>
                <a:ext uri="{FF2B5EF4-FFF2-40B4-BE49-F238E27FC236}">
                  <a16:creationId xmlns:a16="http://schemas.microsoft.com/office/drawing/2014/main" id="{BDD1007D-6CE0-5850-1967-2C0B7146D330}"/>
                </a:ext>
              </a:extLst>
            </p:cNvPr>
            <p:cNvCxnSpPr/>
            <p:nvPr/>
          </p:nvCxnSpPr>
          <p:spPr>
            <a:xfrm flipV="1">
              <a:off x="2417763" y="4614863"/>
              <a:ext cx="317658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TextBox 137">
              <a:extLst>
                <a:ext uri="{FF2B5EF4-FFF2-40B4-BE49-F238E27FC236}">
                  <a16:creationId xmlns:a16="http://schemas.microsoft.com/office/drawing/2014/main" id="{9A3CA4F7-55C8-FDA8-05CB-389501336983}"/>
                </a:ext>
              </a:extLst>
            </p:cNvPr>
            <p:cNvSpPr txBox="1">
              <a:spLocks noChangeArrowheads="1"/>
            </p:cNvSpPr>
            <p:nvPr/>
          </p:nvSpPr>
          <p:spPr bwMode="auto">
            <a:xfrm>
              <a:off x="847725" y="3556000"/>
              <a:ext cx="80327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latin typeface="Courier New" panose="02070309020205020404" pitchFamily="49" charset="0"/>
                  <a:cs typeface="Courier New" panose="02070309020205020404" pitchFamily="49" charset="0"/>
                </a:rPr>
                <a:t>0 0 0 1 2 0 1 2 3 0 0 0 0 0 0 0 0 0 1 0 0 1 2 3 0 0 0 0 0  </a:t>
              </a:r>
              <a:endParaRPr lang="zh-CN" altLang="en-US" sz="1800">
                <a:latin typeface="Courier New" panose="02070309020205020404" pitchFamily="49" charset="0"/>
                <a:cs typeface="Courier New" panose="02070309020205020404" pitchFamily="49" charset="0"/>
              </a:endParaRPr>
            </a:p>
            <a:p>
              <a:pPr eaLnBrk="1" hangingPunct="1">
                <a:spcAft>
                  <a:spcPct val="0"/>
                </a:spcAft>
                <a:buFontTx/>
                <a:buNone/>
              </a:pPr>
              <a:r>
                <a:rPr lang="en-US" altLang="zh-CN" sz="1800">
                  <a:latin typeface="Courier New" panose="02070309020205020404" pitchFamily="49" charset="0"/>
                  <a:cs typeface="Courier New" panose="02070309020205020404" pitchFamily="49" charset="0"/>
                </a:rPr>
                <a:t> </a:t>
              </a:r>
              <a:endParaRPr lang="zh-CN" altLang="en-US" sz="1800">
                <a:latin typeface="Courier New" panose="02070309020205020404" pitchFamily="49" charset="0"/>
                <a:cs typeface="Courier New" panose="02070309020205020404" pitchFamily="49" charset="0"/>
              </a:endParaRPr>
            </a:p>
          </p:txBody>
        </p:sp>
        <p:cxnSp>
          <p:nvCxnSpPr>
            <p:cNvPr id="54" name="直接连接符 142">
              <a:extLst>
                <a:ext uri="{FF2B5EF4-FFF2-40B4-BE49-F238E27FC236}">
                  <a16:creationId xmlns:a16="http://schemas.microsoft.com/office/drawing/2014/main" id="{46167849-0B83-D687-2E9F-2077735DCFE3}"/>
                </a:ext>
              </a:extLst>
            </p:cNvPr>
            <p:cNvCxnSpPr/>
            <p:nvPr/>
          </p:nvCxnSpPr>
          <p:spPr>
            <a:xfrm rot="5400000">
              <a:off x="5430838" y="4778375"/>
              <a:ext cx="328612"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143">
              <a:extLst>
                <a:ext uri="{FF2B5EF4-FFF2-40B4-BE49-F238E27FC236}">
                  <a16:creationId xmlns:a16="http://schemas.microsoft.com/office/drawing/2014/main" id="{2A525026-F644-DF52-0357-A24DB2F89658}"/>
                </a:ext>
              </a:extLst>
            </p:cNvPr>
            <p:cNvCxnSpPr/>
            <p:nvPr/>
          </p:nvCxnSpPr>
          <p:spPr>
            <a:xfrm>
              <a:off x="5595938" y="4941888"/>
              <a:ext cx="401637"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144">
              <a:extLst>
                <a:ext uri="{FF2B5EF4-FFF2-40B4-BE49-F238E27FC236}">
                  <a16:creationId xmlns:a16="http://schemas.microsoft.com/office/drawing/2014/main" id="{89752277-CACD-2556-92BE-06FBBF8BFE66}"/>
                </a:ext>
              </a:extLst>
            </p:cNvPr>
            <p:cNvCxnSpPr/>
            <p:nvPr/>
          </p:nvCxnSpPr>
          <p:spPr>
            <a:xfrm rot="5400000">
              <a:off x="5832476" y="4778375"/>
              <a:ext cx="328612"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145">
              <a:extLst>
                <a:ext uri="{FF2B5EF4-FFF2-40B4-BE49-F238E27FC236}">
                  <a16:creationId xmlns:a16="http://schemas.microsoft.com/office/drawing/2014/main" id="{7E0A7142-452A-5D7E-880D-3960E5543A71}"/>
                </a:ext>
              </a:extLst>
            </p:cNvPr>
            <p:cNvCxnSpPr/>
            <p:nvPr/>
          </p:nvCxnSpPr>
          <p:spPr>
            <a:xfrm>
              <a:off x="6007100" y="4614863"/>
              <a:ext cx="501650"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146">
              <a:extLst>
                <a:ext uri="{FF2B5EF4-FFF2-40B4-BE49-F238E27FC236}">
                  <a16:creationId xmlns:a16="http://schemas.microsoft.com/office/drawing/2014/main" id="{00958855-6598-50E6-7F3F-06936284B8A5}"/>
                </a:ext>
              </a:extLst>
            </p:cNvPr>
            <p:cNvCxnSpPr/>
            <p:nvPr/>
          </p:nvCxnSpPr>
          <p:spPr>
            <a:xfrm rot="5400000">
              <a:off x="6343651" y="4778375"/>
              <a:ext cx="328612"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147">
              <a:extLst>
                <a:ext uri="{FF2B5EF4-FFF2-40B4-BE49-F238E27FC236}">
                  <a16:creationId xmlns:a16="http://schemas.microsoft.com/office/drawing/2014/main" id="{53E3A930-99E9-29D2-2096-AAD5DDA6ECC0}"/>
                </a:ext>
              </a:extLst>
            </p:cNvPr>
            <p:cNvCxnSpPr/>
            <p:nvPr/>
          </p:nvCxnSpPr>
          <p:spPr>
            <a:xfrm>
              <a:off x="6507163" y="4943475"/>
              <a:ext cx="2300287"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152">
              <a:extLst>
                <a:ext uri="{FF2B5EF4-FFF2-40B4-BE49-F238E27FC236}">
                  <a16:creationId xmlns:a16="http://schemas.microsoft.com/office/drawing/2014/main" id="{EE4CD878-C863-3191-801A-CB675A77DE0B}"/>
                </a:ext>
              </a:extLst>
            </p:cNvPr>
            <p:cNvCxnSpPr/>
            <p:nvPr/>
          </p:nvCxnSpPr>
          <p:spPr>
            <a:xfrm rot="5400000">
              <a:off x="3201987" y="5399088"/>
              <a:ext cx="328613"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153">
              <a:extLst>
                <a:ext uri="{FF2B5EF4-FFF2-40B4-BE49-F238E27FC236}">
                  <a16:creationId xmlns:a16="http://schemas.microsoft.com/office/drawing/2014/main" id="{4B0A2198-5ED4-0FB5-98AE-3BCD1AD536E1}"/>
                </a:ext>
              </a:extLst>
            </p:cNvPr>
            <p:cNvCxnSpPr/>
            <p:nvPr/>
          </p:nvCxnSpPr>
          <p:spPr>
            <a:xfrm>
              <a:off x="847725" y="5564188"/>
              <a:ext cx="2519363"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158">
              <a:extLst>
                <a:ext uri="{FF2B5EF4-FFF2-40B4-BE49-F238E27FC236}">
                  <a16:creationId xmlns:a16="http://schemas.microsoft.com/office/drawing/2014/main" id="{6990C328-C457-2D39-362C-1458AF60D99A}"/>
                </a:ext>
              </a:extLst>
            </p:cNvPr>
            <p:cNvCxnSpPr/>
            <p:nvPr/>
          </p:nvCxnSpPr>
          <p:spPr>
            <a:xfrm>
              <a:off x="3367088" y="5235575"/>
              <a:ext cx="4089400"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163">
              <a:extLst>
                <a:ext uri="{FF2B5EF4-FFF2-40B4-BE49-F238E27FC236}">
                  <a16:creationId xmlns:a16="http://schemas.microsoft.com/office/drawing/2014/main" id="{1038D515-8B98-113B-55A3-2DBD7CD7A383}"/>
                </a:ext>
              </a:extLst>
            </p:cNvPr>
            <p:cNvCxnSpPr/>
            <p:nvPr/>
          </p:nvCxnSpPr>
          <p:spPr>
            <a:xfrm rot="5400000">
              <a:off x="7291387" y="5399088"/>
              <a:ext cx="328613"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164">
              <a:extLst>
                <a:ext uri="{FF2B5EF4-FFF2-40B4-BE49-F238E27FC236}">
                  <a16:creationId xmlns:a16="http://schemas.microsoft.com/office/drawing/2014/main" id="{42E55EEE-7F96-CA65-3731-C7F75EEAAED4}"/>
                </a:ext>
              </a:extLst>
            </p:cNvPr>
            <p:cNvCxnSpPr/>
            <p:nvPr/>
          </p:nvCxnSpPr>
          <p:spPr>
            <a:xfrm>
              <a:off x="7456488" y="5564188"/>
              <a:ext cx="1350962"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174">
              <a:extLst>
                <a:ext uri="{FF2B5EF4-FFF2-40B4-BE49-F238E27FC236}">
                  <a16:creationId xmlns:a16="http://schemas.microsoft.com/office/drawing/2014/main" id="{172EAE92-7B7B-2DBD-F122-397AA6FE8135}"/>
                </a:ext>
              </a:extLst>
            </p:cNvPr>
            <p:cNvCxnSpPr/>
            <p:nvPr/>
          </p:nvCxnSpPr>
          <p:spPr>
            <a:xfrm rot="5400000">
              <a:off x="3203576" y="6092825"/>
              <a:ext cx="328612"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175">
              <a:extLst>
                <a:ext uri="{FF2B5EF4-FFF2-40B4-BE49-F238E27FC236}">
                  <a16:creationId xmlns:a16="http://schemas.microsoft.com/office/drawing/2014/main" id="{D9172D63-E5CE-DC44-2CD5-681E352F6C80}"/>
                </a:ext>
              </a:extLst>
            </p:cNvPr>
            <p:cNvCxnSpPr/>
            <p:nvPr/>
          </p:nvCxnSpPr>
          <p:spPr>
            <a:xfrm>
              <a:off x="847725" y="6257925"/>
              <a:ext cx="2519363"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176">
              <a:extLst>
                <a:ext uri="{FF2B5EF4-FFF2-40B4-BE49-F238E27FC236}">
                  <a16:creationId xmlns:a16="http://schemas.microsoft.com/office/drawing/2014/main" id="{E96E1E3B-42B4-4CE2-2548-B5DB8ED8D7CD}"/>
                </a:ext>
              </a:extLst>
            </p:cNvPr>
            <p:cNvCxnSpPr/>
            <p:nvPr/>
          </p:nvCxnSpPr>
          <p:spPr>
            <a:xfrm>
              <a:off x="3368675" y="5929313"/>
              <a:ext cx="255588"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177">
              <a:extLst>
                <a:ext uri="{FF2B5EF4-FFF2-40B4-BE49-F238E27FC236}">
                  <a16:creationId xmlns:a16="http://schemas.microsoft.com/office/drawing/2014/main" id="{D03526AA-0B67-CF34-6F6E-71062B8CBA4E}"/>
                </a:ext>
              </a:extLst>
            </p:cNvPr>
            <p:cNvCxnSpPr/>
            <p:nvPr/>
          </p:nvCxnSpPr>
          <p:spPr>
            <a:xfrm rot="5400000">
              <a:off x="3460751" y="6092825"/>
              <a:ext cx="328612"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178">
              <a:extLst>
                <a:ext uri="{FF2B5EF4-FFF2-40B4-BE49-F238E27FC236}">
                  <a16:creationId xmlns:a16="http://schemas.microsoft.com/office/drawing/2014/main" id="{B69A61CD-18B5-D300-088E-D96F77FAF8DD}"/>
                </a:ext>
              </a:extLst>
            </p:cNvPr>
            <p:cNvCxnSpPr/>
            <p:nvPr/>
          </p:nvCxnSpPr>
          <p:spPr>
            <a:xfrm>
              <a:off x="3622675" y="6257925"/>
              <a:ext cx="5184775"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0" name="TextBox 78">
              <a:extLst>
                <a:ext uri="{FF2B5EF4-FFF2-40B4-BE49-F238E27FC236}">
                  <a16:creationId xmlns:a16="http://schemas.microsoft.com/office/drawing/2014/main" id="{1D4937FA-7D01-BCA0-47E3-9210973A6E58}"/>
                </a:ext>
              </a:extLst>
            </p:cNvPr>
            <p:cNvSpPr txBox="1">
              <a:spLocks noChangeArrowheads="1"/>
            </p:cNvSpPr>
            <p:nvPr/>
          </p:nvSpPr>
          <p:spPr bwMode="auto">
            <a:xfrm>
              <a:off x="263525" y="3957638"/>
              <a:ext cx="5429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Clk</a:t>
              </a:r>
              <a:endParaRPr lang="zh-CN" altLang="en-US" sz="1800">
                <a:cs typeface="Times New Roman" panose="02020603050405020304" pitchFamily="18" charset="0"/>
              </a:endParaRPr>
            </a:p>
          </p:txBody>
        </p:sp>
        <p:sp>
          <p:nvSpPr>
            <p:cNvPr id="71" name="TextBox 78">
              <a:extLst>
                <a:ext uri="{FF2B5EF4-FFF2-40B4-BE49-F238E27FC236}">
                  <a16:creationId xmlns:a16="http://schemas.microsoft.com/office/drawing/2014/main" id="{9CC2F9ED-6DA7-3D3D-6DEC-ECCCBDE51B9D}"/>
                </a:ext>
              </a:extLst>
            </p:cNvPr>
            <p:cNvSpPr txBox="1">
              <a:spLocks noChangeArrowheads="1"/>
            </p:cNvSpPr>
            <p:nvPr/>
          </p:nvSpPr>
          <p:spPr bwMode="auto">
            <a:xfrm>
              <a:off x="317500" y="4541838"/>
              <a:ext cx="403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In</a:t>
              </a:r>
              <a:endParaRPr lang="zh-CN" altLang="en-US" sz="1800">
                <a:cs typeface="Times New Roman" panose="02020603050405020304" pitchFamily="18" charset="0"/>
              </a:endParaRPr>
            </a:p>
          </p:txBody>
        </p:sp>
        <p:sp>
          <p:nvSpPr>
            <p:cNvPr id="72" name="TextBox 78">
              <a:extLst>
                <a:ext uri="{FF2B5EF4-FFF2-40B4-BE49-F238E27FC236}">
                  <a16:creationId xmlns:a16="http://schemas.microsoft.com/office/drawing/2014/main" id="{0E43477D-E6AB-8884-EE0B-0C2EC763A373}"/>
                </a:ext>
              </a:extLst>
            </p:cNvPr>
            <p:cNvSpPr txBox="1">
              <a:spLocks noChangeArrowheads="1"/>
            </p:cNvSpPr>
            <p:nvPr/>
          </p:nvSpPr>
          <p:spPr bwMode="auto">
            <a:xfrm>
              <a:off x="309563" y="5162550"/>
              <a:ext cx="428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Ol</a:t>
              </a:r>
              <a:endParaRPr lang="zh-CN" altLang="en-US" sz="1800">
                <a:cs typeface="Times New Roman" panose="02020603050405020304" pitchFamily="18" charset="0"/>
              </a:endParaRPr>
            </a:p>
          </p:txBody>
        </p:sp>
        <p:sp>
          <p:nvSpPr>
            <p:cNvPr id="73" name="TextBox 78">
              <a:extLst>
                <a:ext uri="{FF2B5EF4-FFF2-40B4-BE49-F238E27FC236}">
                  <a16:creationId xmlns:a16="http://schemas.microsoft.com/office/drawing/2014/main" id="{0C4A4561-698B-CAE9-2793-0DD16D6618A4}"/>
                </a:ext>
              </a:extLst>
            </p:cNvPr>
            <p:cNvSpPr txBox="1">
              <a:spLocks noChangeArrowheads="1"/>
            </p:cNvSpPr>
            <p:nvPr/>
          </p:nvSpPr>
          <p:spPr bwMode="auto">
            <a:xfrm>
              <a:off x="282575" y="5856288"/>
              <a:ext cx="492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Op</a:t>
              </a:r>
              <a:endParaRPr lang="zh-CN" altLang="en-US" sz="1800">
                <a:cs typeface="Times New Roman" panose="02020603050405020304" pitchFamily="18" charset="0"/>
              </a:endParaRPr>
            </a:p>
          </p:txBody>
        </p:sp>
        <p:sp>
          <p:nvSpPr>
            <p:cNvPr id="74" name="TextBox 78">
              <a:extLst>
                <a:ext uri="{FF2B5EF4-FFF2-40B4-BE49-F238E27FC236}">
                  <a16:creationId xmlns:a16="http://schemas.microsoft.com/office/drawing/2014/main" id="{90A64835-10AD-D35B-DDFF-81D8D634BA6F}"/>
                </a:ext>
              </a:extLst>
            </p:cNvPr>
            <p:cNvSpPr txBox="1">
              <a:spLocks noChangeArrowheads="1"/>
            </p:cNvSpPr>
            <p:nvPr/>
          </p:nvSpPr>
          <p:spPr bwMode="auto">
            <a:xfrm>
              <a:off x="263525" y="3519488"/>
              <a:ext cx="5572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Cnt</a:t>
              </a:r>
              <a:endParaRPr lang="zh-CN" altLang="en-US" sz="1800">
                <a:cs typeface="Times New Roman" panose="02020603050405020304" pitchFamily="18" charset="0"/>
              </a:endParaRPr>
            </a:p>
          </p:txBody>
        </p:sp>
      </p:grpSp>
      <p:cxnSp>
        <p:nvCxnSpPr>
          <p:cNvPr id="75" name="直接连接符 138">
            <a:extLst>
              <a:ext uri="{FF2B5EF4-FFF2-40B4-BE49-F238E27FC236}">
                <a16:creationId xmlns:a16="http://schemas.microsoft.com/office/drawing/2014/main" id="{35543530-6299-1DF4-CE3C-B69AB681B14D}"/>
              </a:ext>
            </a:extLst>
          </p:cNvPr>
          <p:cNvCxnSpPr/>
          <p:nvPr/>
        </p:nvCxnSpPr>
        <p:spPr>
          <a:xfrm rot="5400000">
            <a:off x="769303" y="5270500"/>
            <a:ext cx="2081213" cy="1587"/>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6" name="直接连接符 140">
            <a:extLst>
              <a:ext uri="{FF2B5EF4-FFF2-40B4-BE49-F238E27FC236}">
                <a16:creationId xmlns:a16="http://schemas.microsoft.com/office/drawing/2014/main" id="{43B4D237-E2E0-FBC4-4FCE-6AD1A53EACFA}"/>
              </a:ext>
            </a:extLst>
          </p:cNvPr>
          <p:cNvCxnSpPr/>
          <p:nvPr/>
        </p:nvCxnSpPr>
        <p:spPr>
          <a:xfrm rot="5400000">
            <a:off x="1307466" y="5268912"/>
            <a:ext cx="2081212" cy="1588"/>
          </a:xfrm>
          <a:prstGeom prst="line">
            <a:avLst/>
          </a:prstGeom>
          <a:ln w="1905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77" name="直接连接符 141">
            <a:extLst>
              <a:ext uri="{FF2B5EF4-FFF2-40B4-BE49-F238E27FC236}">
                <a16:creationId xmlns:a16="http://schemas.microsoft.com/office/drawing/2014/main" id="{8471A913-6A6A-9088-AF60-D7F99040BC6C}"/>
              </a:ext>
            </a:extLst>
          </p:cNvPr>
          <p:cNvCxnSpPr/>
          <p:nvPr/>
        </p:nvCxnSpPr>
        <p:spPr>
          <a:xfrm rot="5400000">
            <a:off x="2407604" y="5278437"/>
            <a:ext cx="2081212" cy="1587"/>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78" name="直接连接符 148">
            <a:extLst>
              <a:ext uri="{FF2B5EF4-FFF2-40B4-BE49-F238E27FC236}">
                <a16:creationId xmlns:a16="http://schemas.microsoft.com/office/drawing/2014/main" id="{B5A492F5-F8BA-A315-5B3F-53DC641348FA}"/>
              </a:ext>
            </a:extLst>
          </p:cNvPr>
          <p:cNvCxnSpPr/>
          <p:nvPr/>
        </p:nvCxnSpPr>
        <p:spPr>
          <a:xfrm rot="5400000">
            <a:off x="1588454" y="5278437"/>
            <a:ext cx="2081212" cy="1587"/>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9" name="直接连接符 149">
            <a:extLst>
              <a:ext uri="{FF2B5EF4-FFF2-40B4-BE49-F238E27FC236}">
                <a16:creationId xmlns:a16="http://schemas.microsoft.com/office/drawing/2014/main" id="{B97E7D81-4F7C-483D-8577-168475B67BD3}"/>
              </a:ext>
            </a:extLst>
          </p:cNvPr>
          <p:cNvCxnSpPr/>
          <p:nvPr/>
        </p:nvCxnSpPr>
        <p:spPr>
          <a:xfrm rot="5400000">
            <a:off x="4874579" y="5268912"/>
            <a:ext cx="2081212" cy="1587"/>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0" name="直接连接符 150">
            <a:extLst>
              <a:ext uri="{FF2B5EF4-FFF2-40B4-BE49-F238E27FC236}">
                <a16:creationId xmlns:a16="http://schemas.microsoft.com/office/drawing/2014/main" id="{005C8B35-4FB8-29FE-F2C5-72EF516879E8}"/>
              </a:ext>
            </a:extLst>
          </p:cNvPr>
          <p:cNvCxnSpPr/>
          <p:nvPr/>
        </p:nvCxnSpPr>
        <p:spPr>
          <a:xfrm rot="5400000">
            <a:off x="5150804" y="5268912"/>
            <a:ext cx="2081212" cy="1587"/>
          </a:xfrm>
          <a:prstGeom prst="line">
            <a:avLst/>
          </a:prstGeom>
          <a:ln w="1905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81" name="直接连接符 151">
            <a:extLst>
              <a:ext uri="{FF2B5EF4-FFF2-40B4-BE49-F238E27FC236}">
                <a16:creationId xmlns:a16="http://schemas.microsoft.com/office/drawing/2014/main" id="{9101AAB1-1B39-68DC-0D4C-4C764446C38D}"/>
              </a:ext>
            </a:extLst>
          </p:cNvPr>
          <p:cNvCxnSpPr/>
          <p:nvPr/>
        </p:nvCxnSpPr>
        <p:spPr>
          <a:xfrm rot="5400000">
            <a:off x="6520816" y="5268912"/>
            <a:ext cx="2081212" cy="1588"/>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82" name="直接连接符 154">
            <a:extLst>
              <a:ext uri="{FF2B5EF4-FFF2-40B4-BE49-F238E27FC236}">
                <a16:creationId xmlns:a16="http://schemas.microsoft.com/office/drawing/2014/main" id="{C8CE95FC-1F55-0DA9-DEA8-6897CB703B3C}"/>
              </a:ext>
            </a:extLst>
          </p:cNvPr>
          <p:cNvCxnSpPr/>
          <p:nvPr/>
        </p:nvCxnSpPr>
        <p:spPr>
          <a:xfrm rot="5400000">
            <a:off x="5688965" y="5270500"/>
            <a:ext cx="2081213" cy="1588"/>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0043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605067-948E-F8A6-324D-BF654A9FD057}"/>
              </a:ext>
            </a:extLst>
          </p:cNvPr>
          <p:cNvSpPr>
            <a:spLocks noGrp="1"/>
          </p:cNvSpPr>
          <p:nvPr>
            <p:ph type="title"/>
          </p:nvPr>
        </p:nvSpPr>
        <p:spPr/>
        <p:txBody>
          <a:bodyPr>
            <a:normAutofit fontScale="90000"/>
          </a:bodyPr>
          <a:lstStyle/>
          <a:p>
            <a:r>
              <a:rPr lang="zh-CN" altLang="en-US" dirty="0"/>
              <a:t>数字系统结构</a:t>
            </a:r>
            <a:endParaRPr kumimoji="1" lang="zh-CN" altLang="en-US" dirty="0"/>
          </a:p>
        </p:txBody>
      </p:sp>
      <p:sp>
        <p:nvSpPr>
          <p:cNvPr id="3" name="内容占位符 2">
            <a:extLst>
              <a:ext uri="{FF2B5EF4-FFF2-40B4-BE49-F238E27FC236}">
                <a16:creationId xmlns:a16="http://schemas.microsoft.com/office/drawing/2014/main" id="{A8C9EE6A-2EF5-2846-8010-5888C228210E}"/>
              </a:ext>
            </a:extLst>
          </p:cNvPr>
          <p:cNvSpPr>
            <a:spLocks noGrp="1"/>
          </p:cNvSpPr>
          <p:nvPr>
            <p:ph idx="1"/>
          </p:nvPr>
        </p:nvSpPr>
        <p:spPr/>
        <p:txBody>
          <a:bodyPr/>
          <a:lstStyle/>
          <a:p>
            <a:pPr>
              <a:spcAft>
                <a:spcPct val="0"/>
              </a:spcAft>
              <a:defRPr/>
            </a:pPr>
            <a:r>
              <a:rPr lang="zh-CN" altLang="en-US" sz="2400" dirty="0">
                <a:latin typeface="+mj-ea"/>
                <a:ea typeface="+mj-ea"/>
                <a:cs typeface="Times New Roman" panose="02020603050405020304" pitchFamily="18" charset="0"/>
              </a:rPr>
              <a:t>数字系统</a:t>
            </a:r>
          </a:p>
          <a:p>
            <a:pPr lvl="1">
              <a:spcAft>
                <a:spcPct val="0"/>
              </a:spcAft>
              <a:defRPr/>
            </a:pPr>
            <a:r>
              <a:rPr lang="zh-CN" altLang="en-US" sz="2000" dirty="0">
                <a:latin typeface="+mj-ea"/>
                <a:ea typeface="+mj-ea"/>
              </a:rPr>
              <a:t>由若干逻辑功能部件构成，按一定顺序处理数字信号的电路</a:t>
            </a:r>
          </a:p>
          <a:p>
            <a:pPr lvl="1">
              <a:spcAft>
                <a:spcPct val="0"/>
              </a:spcAft>
              <a:defRPr/>
            </a:pPr>
            <a:r>
              <a:rPr lang="zh-CN" altLang="en-US" sz="2000" dirty="0">
                <a:latin typeface="+mj-ea"/>
                <a:ea typeface="+mj-ea"/>
              </a:rPr>
              <a:t>从结构上划分为数据通路和控制单元两部分</a:t>
            </a:r>
            <a:endParaRPr lang="en-US" altLang="zh-CN" sz="2000" dirty="0">
              <a:latin typeface="+mj-ea"/>
              <a:ea typeface="+mj-ea"/>
            </a:endParaRPr>
          </a:p>
          <a:p>
            <a:pPr lvl="1">
              <a:spcAft>
                <a:spcPct val="0"/>
              </a:spcAft>
              <a:defRPr/>
            </a:pPr>
            <a:r>
              <a:rPr lang="zh-CN" altLang="en-US" sz="2000" dirty="0">
                <a:latin typeface="+mj-ea"/>
                <a:ea typeface="+mj-ea"/>
              </a:rPr>
              <a:t>只有数据通路没有控制单元的，不能称为数字系统；只能称为子系统部件</a:t>
            </a:r>
            <a:endParaRPr lang="en-US" altLang="zh-CN" sz="2000" dirty="0">
              <a:latin typeface="+mj-ea"/>
              <a:ea typeface="+mj-ea"/>
            </a:endParaRPr>
          </a:p>
          <a:p>
            <a:pPr lvl="1">
              <a:spcAft>
                <a:spcPct val="0"/>
              </a:spcAft>
              <a:defRPr/>
            </a:pPr>
            <a:endParaRPr lang="en-US" altLang="zh-CN" sz="2000" dirty="0">
              <a:latin typeface="+mj-ea"/>
              <a:ea typeface="+mj-ea"/>
              <a:cs typeface="Times New Roman" panose="02020603050405020304" pitchFamily="18" charset="0"/>
            </a:endParaRPr>
          </a:p>
          <a:p>
            <a:pPr>
              <a:lnSpc>
                <a:spcPct val="110000"/>
              </a:lnSpc>
              <a:spcAft>
                <a:spcPct val="0"/>
              </a:spcAft>
              <a:defRPr/>
            </a:pPr>
            <a:r>
              <a:rPr lang="zh-CN" altLang="en-US" sz="2400" dirty="0">
                <a:latin typeface="+mj-ea"/>
                <a:ea typeface="+mj-ea"/>
                <a:cs typeface="Times New Roman" panose="02020603050405020304" pitchFamily="18" charset="0"/>
              </a:rPr>
              <a:t>数据通路</a:t>
            </a:r>
            <a:r>
              <a:rPr lang="en-US" altLang="zh-CN" sz="2400" dirty="0">
                <a:latin typeface="+mj-ea"/>
                <a:ea typeface="+mj-ea"/>
                <a:cs typeface="Times New Roman" panose="02020603050405020304" pitchFamily="18" charset="0"/>
              </a:rPr>
              <a:t>(Data Path)</a:t>
            </a:r>
          </a:p>
          <a:p>
            <a:pPr lvl="1">
              <a:lnSpc>
                <a:spcPct val="110000"/>
              </a:lnSpc>
              <a:spcAft>
                <a:spcPct val="0"/>
              </a:spcAft>
              <a:defRPr/>
            </a:pPr>
            <a:r>
              <a:rPr lang="zh-CN" altLang="en-US" sz="2000" dirty="0">
                <a:latin typeface="+mj-ea"/>
                <a:ea typeface="+mj-ea"/>
              </a:rPr>
              <a:t>数据在被处理过程中经过的路径</a:t>
            </a:r>
            <a:endParaRPr lang="en-US" altLang="zh-CN" sz="2000" dirty="0">
              <a:latin typeface="+mj-ea"/>
              <a:ea typeface="+mj-ea"/>
            </a:endParaRPr>
          </a:p>
          <a:p>
            <a:pPr lvl="1">
              <a:lnSpc>
                <a:spcPct val="110000"/>
              </a:lnSpc>
              <a:spcAft>
                <a:spcPct val="0"/>
              </a:spcAft>
              <a:defRPr/>
            </a:pPr>
            <a:r>
              <a:rPr lang="zh-CN" altLang="en-US" sz="2000" dirty="0"/>
              <a:t>也称数据处理单元</a:t>
            </a:r>
            <a:endParaRPr lang="en-US" altLang="zh-CN" sz="2000" dirty="0">
              <a:latin typeface="+mj-ea"/>
              <a:ea typeface="+mj-ea"/>
            </a:endParaRPr>
          </a:p>
          <a:p>
            <a:pPr lvl="1">
              <a:lnSpc>
                <a:spcPct val="110000"/>
              </a:lnSpc>
              <a:spcAft>
                <a:spcPct val="0"/>
              </a:spcAft>
              <a:defRPr/>
            </a:pPr>
            <a:endParaRPr lang="zh-CN" altLang="en-US" sz="2000" dirty="0">
              <a:latin typeface="+mj-ea"/>
              <a:ea typeface="+mj-ea"/>
            </a:endParaRPr>
          </a:p>
          <a:p>
            <a:pPr>
              <a:lnSpc>
                <a:spcPct val="110000"/>
              </a:lnSpc>
              <a:spcAft>
                <a:spcPct val="0"/>
              </a:spcAft>
              <a:defRPr/>
            </a:pPr>
            <a:r>
              <a:rPr lang="zh-CN" altLang="en-US" sz="2400" dirty="0">
                <a:latin typeface="+mj-ea"/>
                <a:ea typeface="+mj-ea"/>
                <a:cs typeface="Times New Roman" panose="02020603050405020304" pitchFamily="18" charset="0"/>
              </a:rPr>
              <a:t>控制单元 </a:t>
            </a:r>
            <a:r>
              <a:rPr lang="en-US" altLang="zh-CN" sz="2400" dirty="0">
                <a:latin typeface="+mj-ea"/>
                <a:ea typeface="+mj-ea"/>
                <a:cs typeface="Times New Roman" panose="02020603050405020304" pitchFamily="18" charset="0"/>
              </a:rPr>
              <a:t>(Control Unit)</a:t>
            </a:r>
          </a:p>
          <a:p>
            <a:pPr lvl="1">
              <a:lnSpc>
                <a:spcPct val="110000"/>
              </a:lnSpc>
              <a:spcAft>
                <a:spcPct val="0"/>
              </a:spcAft>
              <a:defRPr/>
            </a:pPr>
            <a:r>
              <a:rPr lang="zh-CN" altLang="en-US" sz="2000" dirty="0">
                <a:latin typeface="+mj-ea"/>
                <a:ea typeface="+mj-ea"/>
              </a:rPr>
              <a:t>控制数据通路中数据的流动方向和次序</a:t>
            </a:r>
            <a:endParaRPr lang="en-US" altLang="zh-CN" sz="2000" dirty="0">
              <a:latin typeface="+mj-ea"/>
              <a:ea typeface="+mj-ea"/>
            </a:endParaRPr>
          </a:p>
          <a:p>
            <a:pPr lvl="1">
              <a:lnSpc>
                <a:spcPct val="110000"/>
              </a:lnSpc>
              <a:spcAft>
                <a:spcPct val="0"/>
              </a:spcAft>
              <a:defRPr/>
            </a:pPr>
            <a:endParaRPr lang="en-US" altLang="zh-CN" sz="2000" dirty="0"/>
          </a:p>
          <a:p>
            <a:pPr>
              <a:lnSpc>
                <a:spcPct val="110000"/>
              </a:lnSpc>
              <a:spcAft>
                <a:spcPct val="0"/>
              </a:spcAft>
              <a:defRPr/>
            </a:pPr>
            <a:endParaRPr lang="zh-CN" altLang="en-US" sz="2400" dirty="0">
              <a:latin typeface="+mj-ea"/>
              <a:ea typeface="+mj-ea"/>
            </a:endParaRPr>
          </a:p>
          <a:p>
            <a:endParaRPr kumimoji="1" lang="zh-CN" altLang="en-US" dirty="0"/>
          </a:p>
        </p:txBody>
      </p:sp>
      <p:sp>
        <p:nvSpPr>
          <p:cNvPr id="4" name="页脚占位符 3">
            <a:extLst>
              <a:ext uri="{FF2B5EF4-FFF2-40B4-BE49-F238E27FC236}">
                <a16:creationId xmlns:a16="http://schemas.microsoft.com/office/drawing/2014/main" id="{5FB79490-4B61-67A1-3384-6B6C9E88C0CD}"/>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FC4E190C-816C-0FC2-CBA1-EEC70D670E1F}"/>
              </a:ext>
            </a:extLst>
          </p:cNvPr>
          <p:cNvSpPr>
            <a:spLocks noGrp="1"/>
          </p:cNvSpPr>
          <p:nvPr>
            <p:ph type="sldNum" sz="quarter" idx="12"/>
          </p:nvPr>
        </p:nvSpPr>
        <p:spPr/>
        <p:txBody>
          <a:bodyPr/>
          <a:lstStyle/>
          <a:p>
            <a:fld id="{9E260BC5-5BF3-8746-862B-DC45E9CAA88B}" type="slidenum">
              <a:rPr lang="en-US" smtClean="0"/>
              <a:pPr/>
              <a:t>9</a:t>
            </a:fld>
            <a:r>
              <a:rPr lang="en-US" altLang="zh-CN" dirty="0"/>
              <a:t>/34</a:t>
            </a:r>
            <a:endParaRPr lang="en-US" dirty="0"/>
          </a:p>
        </p:txBody>
      </p:sp>
      <p:grpSp>
        <p:nvGrpSpPr>
          <p:cNvPr id="6" name="Group 43">
            <a:extLst>
              <a:ext uri="{FF2B5EF4-FFF2-40B4-BE49-F238E27FC236}">
                <a16:creationId xmlns:a16="http://schemas.microsoft.com/office/drawing/2014/main" id="{0689666F-0D4A-3878-565A-7A064BB5E24D}"/>
              </a:ext>
            </a:extLst>
          </p:cNvPr>
          <p:cNvGrpSpPr>
            <a:grpSpLocks/>
          </p:cNvGrpSpPr>
          <p:nvPr/>
        </p:nvGrpSpPr>
        <p:grpSpPr bwMode="auto">
          <a:xfrm>
            <a:off x="5724661" y="2583589"/>
            <a:ext cx="3836987" cy="3443287"/>
            <a:chOff x="3129" y="1352"/>
            <a:chExt cx="2417" cy="2169"/>
          </a:xfrm>
        </p:grpSpPr>
        <p:sp>
          <p:nvSpPr>
            <p:cNvPr id="7" name="Text Box 4">
              <a:extLst>
                <a:ext uri="{FF2B5EF4-FFF2-40B4-BE49-F238E27FC236}">
                  <a16:creationId xmlns:a16="http://schemas.microsoft.com/office/drawing/2014/main" id="{45D5A957-1E62-2918-ADD3-7207D19E75C6}"/>
                </a:ext>
              </a:extLst>
            </p:cNvPr>
            <p:cNvSpPr txBox="1">
              <a:spLocks noChangeArrowheads="1"/>
            </p:cNvSpPr>
            <p:nvPr/>
          </p:nvSpPr>
          <p:spPr bwMode="auto">
            <a:xfrm>
              <a:off x="3855" y="1366"/>
              <a:ext cx="952" cy="56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b="0"/>
                <a:t>数据通路</a:t>
              </a:r>
              <a:endParaRPr lang="en-US" altLang="zh-CN" sz="1800" b="0"/>
            </a:p>
          </p:txBody>
        </p:sp>
        <p:sp>
          <p:nvSpPr>
            <p:cNvPr id="8" name="Text Box 9">
              <a:extLst>
                <a:ext uri="{FF2B5EF4-FFF2-40B4-BE49-F238E27FC236}">
                  <a16:creationId xmlns:a16="http://schemas.microsoft.com/office/drawing/2014/main" id="{788559E6-1B03-5D7A-A2C2-437761BB2896}"/>
                </a:ext>
              </a:extLst>
            </p:cNvPr>
            <p:cNvSpPr txBox="1">
              <a:spLocks noChangeArrowheads="1"/>
            </p:cNvSpPr>
            <p:nvPr/>
          </p:nvSpPr>
          <p:spPr bwMode="auto">
            <a:xfrm>
              <a:off x="3129" y="1352"/>
              <a:ext cx="6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1800" b="0"/>
                <a:t>数据输入</a:t>
              </a:r>
            </a:p>
          </p:txBody>
        </p:sp>
        <p:sp>
          <p:nvSpPr>
            <p:cNvPr id="9" name="Line 15">
              <a:extLst>
                <a:ext uri="{FF2B5EF4-FFF2-40B4-BE49-F238E27FC236}">
                  <a16:creationId xmlns:a16="http://schemas.microsoft.com/office/drawing/2014/main" id="{BCEF75D9-F078-1169-730C-47DE40AB065E}"/>
                </a:ext>
              </a:extLst>
            </p:cNvPr>
            <p:cNvSpPr>
              <a:spLocks noChangeShapeType="1"/>
            </p:cNvSpPr>
            <p:nvPr/>
          </p:nvSpPr>
          <p:spPr bwMode="auto">
            <a:xfrm>
              <a:off x="4150" y="1929"/>
              <a:ext cx="0" cy="431"/>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24">
              <a:extLst>
                <a:ext uri="{FF2B5EF4-FFF2-40B4-BE49-F238E27FC236}">
                  <a16:creationId xmlns:a16="http://schemas.microsoft.com/office/drawing/2014/main" id="{DD450BD0-E539-1488-35E1-CE892AD1FFC7}"/>
                </a:ext>
              </a:extLst>
            </p:cNvPr>
            <p:cNvSpPr>
              <a:spLocks noChangeShapeType="1"/>
            </p:cNvSpPr>
            <p:nvPr/>
          </p:nvSpPr>
          <p:spPr bwMode="auto">
            <a:xfrm>
              <a:off x="4807" y="1657"/>
              <a:ext cx="29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 name="Line 31">
              <a:extLst>
                <a:ext uri="{FF2B5EF4-FFF2-40B4-BE49-F238E27FC236}">
                  <a16:creationId xmlns:a16="http://schemas.microsoft.com/office/drawing/2014/main" id="{F97028B7-545A-DBBD-A587-77D6B25C7C73}"/>
                </a:ext>
              </a:extLst>
            </p:cNvPr>
            <p:cNvSpPr>
              <a:spLocks noChangeShapeType="1"/>
            </p:cNvSpPr>
            <p:nvPr/>
          </p:nvSpPr>
          <p:spPr bwMode="auto">
            <a:xfrm>
              <a:off x="3560" y="1657"/>
              <a:ext cx="29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2" name="Text Box 32">
              <a:extLst>
                <a:ext uri="{FF2B5EF4-FFF2-40B4-BE49-F238E27FC236}">
                  <a16:creationId xmlns:a16="http://schemas.microsoft.com/office/drawing/2014/main" id="{5E94AB93-F2B1-7BFD-6FA2-32F3E752CA30}"/>
                </a:ext>
              </a:extLst>
            </p:cNvPr>
            <p:cNvSpPr txBox="1">
              <a:spLocks noChangeArrowheads="1"/>
            </p:cNvSpPr>
            <p:nvPr/>
          </p:nvSpPr>
          <p:spPr bwMode="auto">
            <a:xfrm>
              <a:off x="4853" y="1362"/>
              <a:ext cx="6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1800" b="0"/>
                <a:t>数据输出</a:t>
              </a:r>
            </a:p>
          </p:txBody>
        </p:sp>
        <p:sp>
          <p:nvSpPr>
            <p:cNvPr id="13" name="Text Box 33">
              <a:extLst>
                <a:ext uri="{FF2B5EF4-FFF2-40B4-BE49-F238E27FC236}">
                  <a16:creationId xmlns:a16="http://schemas.microsoft.com/office/drawing/2014/main" id="{F681E0C7-B112-F423-BF17-2D904BBE6308}"/>
                </a:ext>
              </a:extLst>
            </p:cNvPr>
            <p:cNvSpPr txBox="1">
              <a:spLocks noChangeArrowheads="1"/>
            </p:cNvSpPr>
            <p:nvPr/>
          </p:nvSpPr>
          <p:spPr bwMode="auto">
            <a:xfrm>
              <a:off x="3855" y="2364"/>
              <a:ext cx="952" cy="56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b="0"/>
                <a:t>控制单元</a:t>
              </a:r>
              <a:endParaRPr lang="en-US" altLang="zh-CN" sz="2000" b="0"/>
            </a:p>
          </p:txBody>
        </p:sp>
        <p:sp>
          <p:nvSpPr>
            <p:cNvPr id="14" name="Text Box 34">
              <a:extLst>
                <a:ext uri="{FF2B5EF4-FFF2-40B4-BE49-F238E27FC236}">
                  <a16:creationId xmlns:a16="http://schemas.microsoft.com/office/drawing/2014/main" id="{6DB25AEB-9535-A64D-867F-F55A040D90D7}"/>
                </a:ext>
              </a:extLst>
            </p:cNvPr>
            <p:cNvSpPr txBox="1">
              <a:spLocks noChangeArrowheads="1"/>
            </p:cNvSpPr>
            <p:nvPr/>
          </p:nvSpPr>
          <p:spPr bwMode="auto">
            <a:xfrm>
              <a:off x="3129" y="2350"/>
              <a:ext cx="6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1800" b="0"/>
                <a:t>控制输入</a:t>
              </a:r>
            </a:p>
          </p:txBody>
        </p:sp>
        <p:sp>
          <p:nvSpPr>
            <p:cNvPr id="15" name="Line 35">
              <a:extLst>
                <a:ext uri="{FF2B5EF4-FFF2-40B4-BE49-F238E27FC236}">
                  <a16:creationId xmlns:a16="http://schemas.microsoft.com/office/drawing/2014/main" id="{11CCF3C1-370D-E20B-3F87-57564150D679}"/>
                </a:ext>
              </a:extLst>
            </p:cNvPr>
            <p:cNvSpPr>
              <a:spLocks noChangeShapeType="1"/>
            </p:cNvSpPr>
            <p:nvPr/>
          </p:nvSpPr>
          <p:spPr bwMode="auto">
            <a:xfrm>
              <a:off x="3560" y="2655"/>
              <a:ext cx="29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 name="Text Box 36">
              <a:extLst>
                <a:ext uri="{FF2B5EF4-FFF2-40B4-BE49-F238E27FC236}">
                  <a16:creationId xmlns:a16="http://schemas.microsoft.com/office/drawing/2014/main" id="{0E532B63-C870-90EF-B0BD-2701E73F0527}"/>
                </a:ext>
              </a:extLst>
            </p:cNvPr>
            <p:cNvSpPr txBox="1">
              <a:spLocks noChangeArrowheads="1"/>
            </p:cNvSpPr>
            <p:nvPr/>
          </p:nvSpPr>
          <p:spPr bwMode="auto">
            <a:xfrm>
              <a:off x="3723" y="2015"/>
              <a:ext cx="4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1800" b="0"/>
                <a:t>控制</a:t>
              </a:r>
            </a:p>
          </p:txBody>
        </p:sp>
        <p:sp>
          <p:nvSpPr>
            <p:cNvPr id="17" name="Line 37">
              <a:extLst>
                <a:ext uri="{FF2B5EF4-FFF2-40B4-BE49-F238E27FC236}">
                  <a16:creationId xmlns:a16="http://schemas.microsoft.com/office/drawing/2014/main" id="{91DAC737-EC49-D825-86D1-7EF6B6C9677D}"/>
                </a:ext>
              </a:extLst>
            </p:cNvPr>
            <p:cNvSpPr>
              <a:spLocks noChangeShapeType="1"/>
            </p:cNvSpPr>
            <p:nvPr/>
          </p:nvSpPr>
          <p:spPr bwMode="auto">
            <a:xfrm>
              <a:off x="4490" y="1934"/>
              <a:ext cx="0" cy="431"/>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Text Box 38">
              <a:extLst>
                <a:ext uri="{FF2B5EF4-FFF2-40B4-BE49-F238E27FC236}">
                  <a16:creationId xmlns:a16="http://schemas.microsoft.com/office/drawing/2014/main" id="{A141FF01-9116-F673-DD8F-B013A0586D23}"/>
                </a:ext>
              </a:extLst>
            </p:cNvPr>
            <p:cNvSpPr txBox="1">
              <a:spLocks noChangeArrowheads="1"/>
            </p:cNvSpPr>
            <p:nvPr/>
          </p:nvSpPr>
          <p:spPr bwMode="auto">
            <a:xfrm>
              <a:off x="4521" y="2020"/>
              <a:ext cx="4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1800" b="0"/>
                <a:t>状态</a:t>
              </a:r>
            </a:p>
          </p:txBody>
        </p:sp>
        <p:sp>
          <p:nvSpPr>
            <p:cNvPr id="19" name="Text Box 39">
              <a:extLst>
                <a:ext uri="{FF2B5EF4-FFF2-40B4-BE49-F238E27FC236}">
                  <a16:creationId xmlns:a16="http://schemas.microsoft.com/office/drawing/2014/main" id="{DB989D76-57F1-AE4B-4CD8-B056272CB9B1}"/>
                </a:ext>
              </a:extLst>
            </p:cNvPr>
            <p:cNvSpPr txBox="1">
              <a:spLocks noChangeArrowheads="1"/>
            </p:cNvSpPr>
            <p:nvPr/>
          </p:nvSpPr>
          <p:spPr bwMode="auto">
            <a:xfrm>
              <a:off x="3624" y="3271"/>
              <a:ext cx="14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dirty="0">
                  <a:latin typeface="Microsoft YaHei" panose="020B0503020204020204" pitchFamily="34" charset="-122"/>
                  <a:ea typeface="Microsoft YaHei" panose="020B0503020204020204" pitchFamily="34" charset="-122"/>
                </a:rPr>
                <a:t>数字系统结构框图</a:t>
              </a:r>
            </a:p>
          </p:txBody>
        </p:sp>
        <p:sp>
          <p:nvSpPr>
            <p:cNvPr id="20" name="Line 40">
              <a:extLst>
                <a:ext uri="{FF2B5EF4-FFF2-40B4-BE49-F238E27FC236}">
                  <a16:creationId xmlns:a16="http://schemas.microsoft.com/office/drawing/2014/main" id="{123F0EE0-FC68-62E3-3662-2C22D8E2F2F0}"/>
                </a:ext>
              </a:extLst>
            </p:cNvPr>
            <p:cNvSpPr>
              <a:spLocks noChangeShapeType="1"/>
            </p:cNvSpPr>
            <p:nvPr/>
          </p:nvSpPr>
          <p:spPr bwMode="auto">
            <a:xfrm>
              <a:off x="4808" y="2659"/>
              <a:ext cx="29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1" name="Text Box 41">
              <a:extLst>
                <a:ext uri="{FF2B5EF4-FFF2-40B4-BE49-F238E27FC236}">
                  <a16:creationId xmlns:a16="http://schemas.microsoft.com/office/drawing/2014/main" id="{0D489B27-69AE-ED0D-F150-30521CA8560C}"/>
                </a:ext>
              </a:extLst>
            </p:cNvPr>
            <p:cNvSpPr txBox="1">
              <a:spLocks noChangeArrowheads="1"/>
            </p:cNvSpPr>
            <p:nvPr/>
          </p:nvSpPr>
          <p:spPr bwMode="auto">
            <a:xfrm>
              <a:off x="4854" y="2364"/>
              <a:ext cx="6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1800" b="0"/>
                <a:t>状态输出</a:t>
              </a:r>
            </a:p>
          </p:txBody>
        </p:sp>
      </p:grpSp>
    </p:spTree>
    <p:extLst>
      <p:ext uri="{BB962C8B-B14F-4D97-AF65-F5344CB8AC3E}">
        <p14:creationId xmlns:p14="http://schemas.microsoft.com/office/powerpoint/2010/main" val="155079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56E54E-034E-D432-184F-32AB7E10B8C1}"/>
              </a:ext>
            </a:extLst>
          </p:cNvPr>
          <p:cNvSpPr>
            <a:spLocks noGrp="1"/>
          </p:cNvSpPr>
          <p:nvPr>
            <p:ph type="title"/>
          </p:nvPr>
        </p:nvSpPr>
        <p:spPr/>
        <p:txBody>
          <a:bodyPr>
            <a:normAutofit fontScale="90000"/>
          </a:bodyPr>
          <a:lstStyle/>
          <a:p>
            <a:r>
              <a:rPr lang="zh-CN" altLang="en-US" dirty="0"/>
              <a:t>示例：</a:t>
            </a:r>
            <a:r>
              <a:rPr lang="zh-CN" altLang="en-US" dirty="0">
                <a:latin typeface="宋体" panose="02010600030101010101" pitchFamily="2" charset="-122"/>
              </a:rPr>
              <a:t>时序</a:t>
            </a:r>
            <a:r>
              <a:rPr kumimoji="1" lang="zh-CN" altLang="en-US" dirty="0">
                <a:latin typeface="宋体" panose="02010600030101010101" pitchFamily="2" charset="-122"/>
              </a:rPr>
              <a:t>二进制乘法器</a:t>
            </a:r>
            <a:endParaRPr kumimoji="1" lang="zh-CN" altLang="en-US" dirty="0"/>
          </a:p>
        </p:txBody>
      </p:sp>
      <p:sp>
        <p:nvSpPr>
          <p:cNvPr id="3" name="内容占位符 2">
            <a:extLst>
              <a:ext uri="{FF2B5EF4-FFF2-40B4-BE49-F238E27FC236}">
                <a16:creationId xmlns:a16="http://schemas.microsoft.com/office/drawing/2014/main" id="{3C7DA783-A036-966C-BDAD-78692F7996B5}"/>
              </a:ext>
            </a:extLst>
          </p:cNvPr>
          <p:cNvSpPr>
            <a:spLocks noGrp="1"/>
          </p:cNvSpPr>
          <p:nvPr>
            <p:ph idx="1"/>
          </p:nvPr>
        </p:nvSpPr>
        <p:spPr/>
        <p:txBody>
          <a:bodyPr/>
          <a:lstStyle/>
          <a:p>
            <a:pPr>
              <a:lnSpc>
                <a:spcPct val="90000"/>
              </a:lnSpc>
            </a:pPr>
            <a:r>
              <a:rPr lang="en-US" altLang="zh-CN" sz="2400" b="0" dirty="0"/>
              <a:t>X</a:t>
            </a:r>
            <a:r>
              <a:rPr lang="zh-CN" altLang="en-US" sz="2400" b="0" dirty="0"/>
              <a:t>，</a:t>
            </a:r>
            <a:r>
              <a:rPr lang="en-US" altLang="zh-CN" sz="2400" b="0" dirty="0"/>
              <a:t>Y</a:t>
            </a:r>
            <a:r>
              <a:rPr lang="zh-CN" altLang="en-US" sz="2400" b="0" dirty="0"/>
              <a:t>：</a:t>
            </a:r>
            <a:r>
              <a:rPr lang="en-US" altLang="zh-CN" sz="2400" b="0" dirty="0"/>
              <a:t>	</a:t>
            </a:r>
            <a:r>
              <a:rPr lang="zh-CN" altLang="en-US" sz="2400" b="0" dirty="0"/>
              <a:t>输入数据，被乘数和乘数，</a:t>
            </a:r>
            <a:r>
              <a:rPr lang="en-US" altLang="zh-CN" sz="2400" b="0" dirty="0"/>
              <a:t>4</a:t>
            </a:r>
            <a:r>
              <a:rPr lang="zh-CN" altLang="en-US" sz="2400" b="0" dirty="0"/>
              <a:t>位无符号二进制数</a:t>
            </a:r>
          </a:p>
          <a:p>
            <a:pPr>
              <a:lnSpc>
                <a:spcPct val="90000"/>
              </a:lnSpc>
            </a:pPr>
            <a:r>
              <a:rPr lang="en-US" altLang="zh-CN" sz="2400" b="0" dirty="0"/>
              <a:t>Z</a:t>
            </a:r>
            <a:r>
              <a:rPr lang="zh-CN" altLang="en-US" sz="2400" b="0" dirty="0"/>
              <a:t>：</a:t>
            </a:r>
            <a:r>
              <a:rPr lang="en-US" altLang="zh-CN" sz="2400" b="0" dirty="0"/>
              <a:t>		</a:t>
            </a:r>
            <a:r>
              <a:rPr lang="zh-CN" altLang="en-US" sz="2400" b="0" dirty="0"/>
              <a:t>输出数据，</a:t>
            </a:r>
            <a:r>
              <a:rPr lang="en-US" altLang="zh-CN" sz="2400" b="0" dirty="0"/>
              <a:t>8</a:t>
            </a:r>
            <a:r>
              <a:rPr lang="zh-CN" altLang="en-US" sz="2400" b="0" dirty="0"/>
              <a:t>位积</a:t>
            </a:r>
          </a:p>
          <a:p>
            <a:pPr>
              <a:lnSpc>
                <a:spcPct val="90000"/>
              </a:lnSpc>
            </a:pPr>
            <a:r>
              <a:rPr lang="en-US" altLang="zh-CN" sz="2400" b="0" dirty="0"/>
              <a:t>Start</a:t>
            </a:r>
            <a:r>
              <a:rPr lang="zh-CN" altLang="en-US" sz="2400" b="0" dirty="0"/>
              <a:t>：控制输入，启动乘法运算，高电平有效</a:t>
            </a:r>
          </a:p>
          <a:p>
            <a:pPr>
              <a:lnSpc>
                <a:spcPct val="90000"/>
              </a:lnSpc>
            </a:pPr>
            <a:r>
              <a:rPr lang="en-US" altLang="zh-CN" sz="2400" b="0" dirty="0"/>
              <a:t>Reset</a:t>
            </a:r>
            <a:r>
              <a:rPr lang="zh-CN" altLang="en-US" sz="2400" b="0" dirty="0"/>
              <a:t>：控制输入，复位，高电平有效</a:t>
            </a:r>
          </a:p>
          <a:p>
            <a:pPr>
              <a:lnSpc>
                <a:spcPct val="90000"/>
              </a:lnSpc>
            </a:pPr>
            <a:r>
              <a:rPr lang="en-US" altLang="zh-CN" sz="2400" b="0" dirty="0"/>
              <a:t>Done</a:t>
            </a:r>
            <a:r>
              <a:rPr lang="zh-CN" altLang="en-US" sz="2400" b="0" dirty="0"/>
              <a:t>：状态输出，运算结束指示，高电平有效</a:t>
            </a:r>
          </a:p>
          <a:p>
            <a:pPr>
              <a:lnSpc>
                <a:spcPct val="90000"/>
              </a:lnSpc>
            </a:pPr>
            <a:r>
              <a:rPr lang="en-US" altLang="zh-CN" sz="2400" b="0" dirty="0" err="1"/>
              <a:t>Clk</a:t>
            </a:r>
            <a:r>
              <a:rPr lang="zh-CN" altLang="en-US" sz="2400" b="0" dirty="0"/>
              <a:t>：</a:t>
            </a:r>
            <a:r>
              <a:rPr lang="en-US" altLang="zh-CN" sz="2400" b="0" dirty="0"/>
              <a:t>	</a:t>
            </a:r>
            <a:r>
              <a:rPr lang="zh-CN" altLang="en-US" sz="2400" b="0" dirty="0"/>
              <a:t>时钟输入</a:t>
            </a:r>
          </a:p>
          <a:p>
            <a:endParaRPr kumimoji="1" lang="zh-CN" altLang="en-US" dirty="0"/>
          </a:p>
        </p:txBody>
      </p:sp>
      <p:sp>
        <p:nvSpPr>
          <p:cNvPr id="4" name="页脚占位符 3">
            <a:extLst>
              <a:ext uri="{FF2B5EF4-FFF2-40B4-BE49-F238E27FC236}">
                <a16:creationId xmlns:a16="http://schemas.microsoft.com/office/drawing/2014/main" id="{EF769B2F-E2FC-7886-D9E5-21F843E36790}"/>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11A75DDA-6E84-7D43-763F-5077A6D51CE6}"/>
              </a:ext>
            </a:extLst>
          </p:cNvPr>
          <p:cNvSpPr>
            <a:spLocks noGrp="1"/>
          </p:cNvSpPr>
          <p:nvPr>
            <p:ph type="sldNum" sz="quarter" idx="12"/>
          </p:nvPr>
        </p:nvSpPr>
        <p:spPr/>
        <p:txBody>
          <a:bodyPr/>
          <a:lstStyle/>
          <a:p>
            <a:fld id="{9E260BC5-5BF3-8746-862B-DC45E9CAA88B}" type="slidenum">
              <a:rPr lang="en-US" smtClean="0"/>
              <a:pPr/>
              <a:t>10</a:t>
            </a:fld>
            <a:r>
              <a:rPr lang="en-US" altLang="zh-CN" dirty="0"/>
              <a:t>/34</a:t>
            </a:r>
            <a:endParaRPr lang="en-US" dirty="0"/>
          </a:p>
        </p:txBody>
      </p:sp>
      <p:sp>
        <p:nvSpPr>
          <p:cNvPr id="6" name="Line 26">
            <a:extLst>
              <a:ext uri="{FF2B5EF4-FFF2-40B4-BE49-F238E27FC236}">
                <a16:creationId xmlns:a16="http://schemas.microsoft.com/office/drawing/2014/main" id="{8C53013D-B4B1-BE85-BBE7-771E01C2CAC4}"/>
              </a:ext>
            </a:extLst>
          </p:cNvPr>
          <p:cNvSpPr>
            <a:spLocks noChangeShapeType="1"/>
          </p:cNvSpPr>
          <p:nvPr/>
        </p:nvSpPr>
        <p:spPr bwMode="auto">
          <a:xfrm>
            <a:off x="5072970" y="3817938"/>
            <a:ext cx="0" cy="477837"/>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 name="Text Box 27">
            <a:extLst>
              <a:ext uri="{FF2B5EF4-FFF2-40B4-BE49-F238E27FC236}">
                <a16:creationId xmlns:a16="http://schemas.microsoft.com/office/drawing/2014/main" id="{A69A7BCB-4CFF-FBCA-C981-7140C8D1C104}"/>
              </a:ext>
            </a:extLst>
          </p:cNvPr>
          <p:cNvSpPr txBox="1">
            <a:spLocks noChangeArrowheads="1"/>
          </p:cNvSpPr>
          <p:nvPr/>
        </p:nvSpPr>
        <p:spPr bwMode="auto">
          <a:xfrm>
            <a:off x="4838020" y="3516313"/>
            <a:ext cx="49530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Start</a:t>
            </a:r>
            <a:endParaRPr kumimoji="1" lang="en-US" altLang="zh-CN" sz="1800" baseline="-10000"/>
          </a:p>
        </p:txBody>
      </p:sp>
      <p:sp>
        <p:nvSpPr>
          <p:cNvPr id="8" name="Line 28">
            <a:extLst>
              <a:ext uri="{FF2B5EF4-FFF2-40B4-BE49-F238E27FC236}">
                <a16:creationId xmlns:a16="http://schemas.microsoft.com/office/drawing/2014/main" id="{5BC5D8A7-D893-540B-F2BA-84C4168D9637}"/>
              </a:ext>
            </a:extLst>
          </p:cNvPr>
          <p:cNvSpPr>
            <a:spLocks noChangeShapeType="1"/>
          </p:cNvSpPr>
          <p:nvPr/>
        </p:nvSpPr>
        <p:spPr bwMode="auto">
          <a:xfrm>
            <a:off x="5706382" y="3817938"/>
            <a:ext cx="0" cy="48895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9" name="Text Box 29">
            <a:extLst>
              <a:ext uri="{FF2B5EF4-FFF2-40B4-BE49-F238E27FC236}">
                <a16:creationId xmlns:a16="http://schemas.microsoft.com/office/drawing/2014/main" id="{55B699B0-77EB-63FA-8ACD-35BF0A054D85}"/>
              </a:ext>
            </a:extLst>
          </p:cNvPr>
          <p:cNvSpPr txBox="1">
            <a:spLocks noChangeArrowheads="1"/>
          </p:cNvSpPr>
          <p:nvPr/>
        </p:nvSpPr>
        <p:spPr bwMode="auto">
          <a:xfrm>
            <a:off x="5438095" y="3516313"/>
            <a:ext cx="53340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Reset</a:t>
            </a:r>
            <a:endParaRPr kumimoji="1" lang="en-US" altLang="zh-CN" sz="1800" baseline="-10000"/>
          </a:p>
        </p:txBody>
      </p:sp>
      <p:sp>
        <p:nvSpPr>
          <p:cNvPr id="10" name="Rectangle 30">
            <a:extLst>
              <a:ext uri="{FF2B5EF4-FFF2-40B4-BE49-F238E27FC236}">
                <a16:creationId xmlns:a16="http://schemas.microsoft.com/office/drawing/2014/main" id="{25A02B88-3E62-5C21-40FB-05B2633F1F76}"/>
              </a:ext>
            </a:extLst>
          </p:cNvPr>
          <p:cNvSpPr>
            <a:spLocks noChangeArrowheads="1"/>
          </p:cNvSpPr>
          <p:nvPr/>
        </p:nvSpPr>
        <p:spPr bwMode="auto">
          <a:xfrm>
            <a:off x="3487057" y="4284663"/>
            <a:ext cx="2520950" cy="9144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400">
                <a:latin typeface="Arial" panose="020B0604020202020204" pitchFamily="34" charset="0"/>
              </a:rPr>
              <a:t>4</a:t>
            </a:r>
            <a:r>
              <a:rPr lang="zh-CN" altLang="en-US" sz="2400">
                <a:latin typeface="Arial" panose="020B0604020202020204" pitchFamily="34" charset="0"/>
              </a:rPr>
              <a:t>位乘法器</a:t>
            </a:r>
          </a:p>
        </p:txBody>
      </p:sp>
      <p:sp>
        <p:nvSpPr>
          <p:cNvPr id="11" name="Line 31">
            <a:extLst>
              <a:ext uri="{FF2B5EF4-FFF2-40B4-BE49-F238E27FC236}">
                <a16:creationId xmlns:a16="http://schemas.microsoft.com/office/drawing/2014/main" id="{A66C8CC3-45D3-FB86-7225-82B0B86B66CC}"/>
              </a:ext>
            </a:extLst>
          </p:cNvPr>
          <p:cNvSpPr>
            <a:spLocks noChangeShapeType="1"/>
          </p:cNvSpPr>
          <p:nvPr/>
        </p:nvSpPr>
        <p:spPr bwMode="auto">
          <a:xfrm>
            <a:off x="4410982" y="3817938"/>
            <a:ext cx="0" cy="47625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Line 32">
            <a:extLst>
              <a:ext uri="{FF2B5EF4-FFF2-40B4-BE49-F238E27FC236}">
                <a16:creationId xmlns:a16="http://schemas.microsoft.com/office/drawing/2014/main" id="{C60945C0-D2AA-24A8-F667-516BE6A0EDE0}"/>
              </a:ext>
            </a:extLst>
          </p:cNvPr>
          <p:cNvSpPr>
            <a:spLocks noChangeShapeType="1"/>
          </p:cNvSpPr>
          <p:nvPr/>
        </p:nvSpPr>
        <p:spPr bwMode="auto">
          <a:xfrm flipH="1">
            <a:off x="4347482" y="3970338"/>
            <a:ext cx="134938" cy="857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Rectangle 33">
            <a:extLst>
              <a:ext uri="{FF2B5EF4-FFF2-40B4-BE49-F238E27FC236}">
                <a16:creationId xmlns:a16="http://schemas.microsoft.com/office/drawing/2014/main" id="{E3E647EB-F445-E670-5BE2-ADAEBBB9507C}"/>
              </a:ext>
            </a:extLst>
          </p:cNvPr>
          <p:cNvSpPr>
            <a:spLocks noChangeArrowheads="1"/>
          </p:cNvSpPr>
          <p:nvPr/>
        </p:nvSpPr>
        <p:spPr bwMode="auto">
          <a:xfrm>
            <a:off x="4545920" y="3902075"/>
            <a:ext cx="1270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800" b="0">
                <a:latin typeface="Arial" panose="020B0604020202020204" pitchFamily="34" charset="0"/>
              </a:rPr>
              <a:t>4</a:t>
            </a:r>
          </a:p>
        </p:txBody>
      </p:sp>
      <p:sp>
        <p:nvSpPr>
          <p:cNvPr id="14" name="Rectangle 34">
            <a:extLst>
              <a:ext uri="{FF2B5EF4-FFF2-40B4-BE49-F238E27FC236}">
                <a16:creationId xmlns:a16="http://schemas.microsoft.com/office/drawing/2014/main" id="{17645FE7-B941-9A10-436A-CD24864A585A}"/>
              </a:ext>
            </a:extLst>
          </p:cNvPr>
          <p:cNvSpPr>
            <a:spLocks noChangeArrowheads="1"/>
          </p:cNvSpPr>
          <p:nvPr/>
        </p:nvSpPr>
        <p:spPr bwMode="auto">
          <a:xfrm>
            <a:off x="4345895" y="3529013"/>
            <a:ext cx="1841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Y</a:t>
            </a:r>
          </a:p>
        </p:txBody>
      </p:sp>
      <p:sp>
        <p:nvSpPr>
          <p:cNvPr id="15" name="Line 35">
            <a:extLst>
              <a:ext uri="{FF2B5EF4-FFF2-40B4-BE49-F238E27FC236}">
                <a16:creationId xmlns:a16="http://schemas.microsoft.com/office/drawing/2014/main" id="{B7B524BC-0147-53F9-1089-F7C3EF5792BC}"/>
              </a:ext>
            </a:extLst>
          </p:cNvPr>
          <p:cNvSpPr>
            <a:spLocks noChangeShapeType="1"/>
          </p:cNvSpPr>
          <p:nvPr/>
        </p:nvSpPr>
        <p:spPr bwMode="auto">
          <a:xfrm>
            <a:off x="3788682" y="3817938"/>
            <a:ext cx="0" cy="47625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Line 36">
            <a:extLst>
              <a:ext uri="{FF2B5EF4-FFF2-40B4-BE49-F238E27FC236}">
                <a16:creationId xmlns:a16="http://schemas.microsoft.com/office/drawing/2014/main" id="{FD8932BF-159F-DB00-223C-176DE2537287}"/>
              </a:ext>
            </a:extLst>
          </p:cNvPr>
          <p:cNvSpPr>
            <a:spLocks noChangeShapeType="1"/>
          </p:cNvSpPr>
          <p:nvPr/>
        </p:nvSpPr>
        <p:spPr bwMode="auto">
          <a:xfrm flipH="1">
            <a:off x="3725182" y="3970338"/>
            <a:ext cx="134938" cy="857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Rectangle 37">
            <a:extLst>
              <a:ext uri="{FF2B5EF4-FFF2-40B4-BE49-F238E27FC236}">
                <a16:creationId xmlns:a16="http://schemas.microsoft.com/office/drawing/2014/main" id="{FDD7FB5B-48B5-BE1A-0A7A-763921803AEF}"/>
              </a:ext>
            </a:extLst>
          </p:cNvPr>
          <p:cNvSpPr>
            <a:spLocks noChangeArrowheads="1"/>
          </p:cNvSpPr>
          <p:nvPr/>
        </p:nvSpPr>
        <p:spPr bwMode="auto">
          <a:xfrm>
            <a:off x="3922032" y="3902075"/>
            <a:ext cx="1270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800" b="0">
                <a:latin typeface="Arial" panose="020B0604020202020204" pitchFamily="34" charset="0"/>
              </a:rPr>
              <a:t>4</a:t>
            </a:r>
          </a:p>
        </p:txBody>
      </p:sp>
      <p:sp>
        <p:nvSpPr>
          <p:cNvPr id="18" name="Rectangle 38">
            <a:extLst>
              <a:ext uri="{FF2B5EF4-FFF2-40B4-BE49-F238E27FC236}">
                <a16:creationId xmlns:a16="http://schemas.microsoft.com/office/drawing/2014/main" id="{BB2A39C3-EC62-2E8D-CD2A-3C2731FE8747}"/>
              </a:ext>
            </a:extLst>
          </p:cNvPr>
          <p:cNvSpPr>
            <a:spLocks noChangeArrowheads="1"/>
          </p:cNvSpPr>
          <p:nvPr/>
        </p:nvSpPr>
        <p:spPr bwMode="auto">
          <a:xfrm>
            <a:off x="3722007" y="3529013"/>
            <a:ext cx="1841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X</a:t>
            </a:r>
          </a:p>
        </p:txBody>
      </p:sp>
      <p:sp>
        <p:nvSpPr>
          <p:cNvPr id="19" name="Line 39">
            <a:extLst>
              <a:ext uri="{FF2B5EF4-FFF2-40B4-BE49-F238E27FC236}">
                <a16:creationId xmlns:a16="http://schemas.microsoft.com/office/drawing/2014/main" id="{3B7DFDB7-1A3B-BCF9-5063-0979670E5DF1}"/>
              </a:ext>
            </a:extLst>
          </p:cNvPr>
          <p:cNvSpPr>
            <a:spLocks noChangeShapeType="1"/>
          </p:cNvSpPr>
          <p:nvPr/>
        </p:nvSpPr>
        <p:spPr bwMode="auto">
          <a:xfrm>
            <a:off x="4091895" y="5199063"/>
            <a:ext cx="0" cy="47625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Line 40">
            <a:extLst>
              <a:ext uri="{FF2B5EF4-FFF2-40B4-BE49-F238E27FC236}">
                <a16:creationId xmlns:a16="http://schemas.microsoft.com/office/drawing/2014/main" id="{BC7B8FDD-8AC7-3ABA-669F-208C7891AE40}"/>
              </a:ext>
            </a:extLst>
          </p:cNvPr>
          <p:cNvSpPr>
            <a:spLocks noChangeShapeType="1"/>
          </p:cNvSpPr>
          <p:nvPr/>
        </p:nvSpPr>
        <p:spPr bwMode="auto">
          <a:xfrm flipH="1">
            <a:off x="4029982" y="5351463"/>
            <a:ext cx="134938" cy="857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Rectangle 41">
            <a:extLst>
              <a:ext uri="{FF2B5EF4-FFF2-40B4-BE49-F238E27FC236}">
                <a16:creationId xmlns:a16="http://schemas.microsoft.com/office/drawing/2014/main" id="{3B54497C-D49A-5B20-FD1D-879A4748D407}"/>
              </a:ext>
            </a:extLst>
          </p:cNvPr>
          <p:cNvSpPr>
            <a:spLocks noChangeArrowheads="1"/>
          </p:cNvSpPr>
          <p:nvPr/>
        </p:nvSpPr>
        <p:spPr bwMode="auto">
          <a:xfrm>
            <a:off x="4226832" y="5283200"/>
            <a:ext cx="1270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800" b="0">
                <a:latin typeface="Arial" panose="020B0604020202020204" pitchFamily="34" charset="0"/>
              </a:rPr>
              <a:t>8</a:t>
            </a:r>
            <a:endParaRPr lang="zh-CN" altLang="en-US" sz="1800" b="0">
              <a:latin typeface="Arial" panose="020B0604020202020204" pitchFamily="34" charset="0"/>
            </a:endParaRPr>
          </a:p>
        </p:txBody>
      </p:sp>
      <p:sp>
        <p:nvSpPr>
          <p:cNvPr id="22" name="Rectangle 42">
            <a:extLst>
              <a:ext uri="{FF2B5EF4-FFF2-40B4-BE49-F238E27FC236}">
                <a16:creationId xmlns:a16="http://schemas.microsoft.com/office/drawing/2014/main" id="{D5BCFBCB-CB3D-0881-5F29-B4DDFDEA80F9}"/>
              </a:ext>
            </a:extLst>
          </p:cNvPr>
          <p:cNvSpPr>
            <a:spLocks noChangeArrowheads="1"/>
          </p:cNvSpPr>
          <p:nvPr/>
        </p:nvSpPr>
        <p:spPr bwMode="auto">
          <a:xfrm>
            <a:off x="4022045" y="5702300"/>
            <a:ext cx="16986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Z</a:t>
            </a:r>
          </a:p>
        </p:txBody>
      </p:sp>
      <p:sp>
        <p:nvSpPr>
          <p:cNvPr id="23" name="Line 43">
            <a:extLst>
              <a:ext uri="{FF2B5EF4-FFF2-40B4-BE49-F238E27FC236}">
                <a16:creationId xmlns:a16="http://schemas.microsoft.com/office/drawing/2014/main" id="{035ECF2F-B5F7-41EC-0F70-593AD9B1F3C5}"/>
              </a:ext>
            </a:extLst>
          </p:cNvPr>
          <p:cNvSpPr>
            <a:spLocks noChangeShapeType="1"/>
          </p:cNvSpPr>
          <p:nvPr/>
        </p:nvSpPr>
        <p:spPr bwMode="auto">
          <a:xfrm>
            <a:off x="5065032" y="5200650"/>
            <a:ext cx="0" cy="48895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4" name="Text Box 44">
            <a:extLst>
              <a:ext uri="{FF2B5EF4-FFF2-40B4-BE49-F238E27FC236}">
                <a16:creationId xmlns:a16="http://schemas.microsoft.com/office/drawing/2014/main" id="{F004ECEC-A2B3-34A9-3E56-7A131BD72BA8}"/>
              </a:ext>
            </a:extLst>
          </p:cNvPr>
          <p:cNvSpPr txBox="1">
            <a:spLocks noChangeArrowheads="1"/>
          </p:cNvSpPr>
          <p:nvPr/>
        </p:nvSpPr>
        <p:spPr bwMode="auto">
          <a:xfrm>
            <a:off x="4793570" y="5675313"/>
            <a:ext cx="50800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Done</a:t>
            </a:r>
            <a:endParaRPr kumimoji="1" lang="en-US" altLang="zh-CN" sz="1800" baseline="-10000"/>
          </a:p>
        </p:txBody>
      </p:sp>
      <p:sp>
        <p:nvSpPr>
          <p:cNvPr id="25" name="Line 45">
            <a:extLst>
              <a:ext uri="{FF2B5EF4-FFF2-40B4-BE49-F238E27FC236}">
                <a16:creationId xmlns:a16="http://schemas.microsoft.com/office/drawing/2014/main" id="{32F7FF7A-5931-D136-A67E-ACAD6A17F550}"/>
              </a:ext>
            </a:extLst>
          </p:cNvPr>
          <p:cNvSpPr>
            <a:spLocks noChangeShapeType="1"/>
          </p:cNvSpPr>
          <p:nvPr/>
        </p:nvSpPr>
        <p:spPr bwMode="auto">
          <a:xfrm>
            <a:off x="5719082" y="5184775"/>
            <a:ext cx="0" cy="488950"/>
          </a:xfrm>
          <a:prstGeom prst="line">
            <a:avLst/>
          </a:prstGeom>
          <a:noFill/>
          <a:ln w="19050">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6" name="Text Box 46">
            <a:extLst>
              <a:ext uri="{FF2B5EF4-FFF2-40B4-BE49-F238E27FC236}">
                <a16:creationId xmlns:a16="http://schemas.microsoft.com/office/drawing/2014/main" id="{D4073C5C-6D9D-BE2D-0C88-BD621ED3DA90}"/>
              </a:ext>
            </a:extLst>
          </p:cNvPr>
          <p:cNvSpPr txBox="1">
            <a:spLocks noChangeArrowheads="1"/>
          </p:cNvSpPr>
          <p:nvPr/>
        </p:nvSpPr>
        <p:spPr bwMode="auto">
          <a:xfrm>
            <a:off x="5523820" y="5659438"/>
            <a:ext cx="35560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10000"/>
              </a:lnSpc>
              <a:spcAft>
                <a:spcPct val="10000"/>
              </a:spcAft>
              <a:buFontTx/>
              <a:buNone/>
            </a:pPr>
            <a:r>
              <a:rPr kumimoji="1" lang="en-US" altLang="zh-CN" sz="1800"/>
              <a:t>Clk</a:t>
            </a:r>
            <a:endParaRPr kumimoji="1" lang="en-US" altLang="zh-CN" sz="1800" baseline="-10000"/>
          </a:p>
        </p:txBody>
      </p:sp>
    </p:spTree>
    <p:extLst>
      <p:ext uri="{BB962C8B-B14F-4D97-AF65-F5344CB8AC3E}">
        <p14:creationId xmlns:p14="http://schemas.microsoft.com/office/powerpoint/2010/main" val="38513277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291C6A-0B03-77E5-B1E2-EB43FD9967C5}"/>
              </a:ext>
            </a:extLst>
          </p:cNvPr>
          <p:cNvSpPr>
            <a:spLocks noGrp="1"/>
          </p:cNvSpPr>
          <p:nvPr>
            <p:ph type="title"/>
          </p:nvPr>
        </p:nvSpPr>
        <p:spPr/>
        <p:txBody>
          <a:bodyPr>
            <a:normAutofit fontScale="90000"/>
          </a:bodyPr>
          <a:lstStyle/>
          <a:p>
            <a:pPr eaLnBrk="1" hangingPunct="1">
              <a:lnSpc>
                <a:spcPct val="110000"/>
              </a:lnSpc>
              <a:spcAft>
                <a:spcPct val="10000"/>
              </a:spcAft>
            </a:pPr>
            <a:r>
              <a:rPr kumimoji="1" lang="en-US" altLang="zh-CN" sz="3200" dirty="0"/>
              <a:t>Z = X </a:t>
            </a:r>
            <a:r>
              <a:rPr kumimoji="1" lang="en-US" altLang="zh-CN" sz="2400" dirty="0">
                <a:latin typeface="Arial" panose="020B0604020202020204" pitchFamily="34" charset="0"/>
              </a:rPr>
              <a:t>× </a:t>
            </a:r>
            <a:r>
              <a:rPr kumimoji="1" lang="en-US" altLang="zh-CN" sz="3200" dirty="0"/>
              <a:t>Y</a:t>
            </a:r>
            <a:r>
              <a:rPr kumimoji="1" lang="zh-CN" altLang="en-US" sz="3200" dirty="0"/>
              <a:t>：手工计算</a:t>
            </a:r>
            <a:endParaRPr kumimoji="1" lang="zh-CN" altLang="en-US" dirty="0"/>
          </a:p>
        </p:txBody>
      </p:sp>
      <p:sp>
        <p:nvSpPr>
          <p:cNvPr id="4" name="页脚占位符 3">
            <a:extLst>
              <a:ext uri="{FF2B5EF4-FFF2-40B4-BE49-F238E27FC236}">
                <a16:creationId xmlns:a16="http://schemas.microsoft.com/office/drawing/2014/main" id="{988123FE-0B9A-5694-6A93-8A66AB31FE8A}"/>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D3407B22-946E-C33F-AA53-EE12934B948B}"/>
              </a:ext>
            </a:extLst>
          </p:cNvPr>
          <p:cNvSpPr>
            <a:spLocks noGrp="1"/>
          </p:cNvSpPr>
          <p:nvPr>
            <p:ph type="sldNum" sz="quarter" idx="12"/>
          </p:nvPr>
        </p:nvSpPr>
        <p:spPr/>
        <p:txBody>
          <a:bodyPr/>
          <a:lstStyle/>
          <a:p>
            <a:fld id="{9E260BC5-5BF3-8746-862B-DC45E9CAA88B}" type="slidenum">
              <a:rPr lang="en-US" smtClean="0"/>
              <a:pPr/>
              <a:t>11</a:t>
            </a:fld>
            <a:r>
              <a:rPr lang="en-US" altLang="zh-CN" dirty="0"/>
              <a:t>/34</a:t>
            </a:r>
            <a:endParaRPr lang="en-US" dirty="0"/>
          </a:p>
        </p:txBody>
      </p:sp>
      <p:sp>
        <p:nvSpPr>
          <p:cNvPr id="6" name="Text Box 4">
            <a:extLst>
              <a:ext uri="{FF2B5EF4-FFF2-40B4-BE49-F238E27FC236}">
                <a16:creationId xmlns:a16="http://schemas.microsoft.com/office/drawing/2014/main" id="{C7287A63-7E67-15F9-89C5-FE40972AA7C8}"/>
              </a:ext>
            </a:extLst>
          </p:cNvPr>
          <p:cNvSpPr txBox="1">
            <a:spLocks noChangeArrowheads="1"/>
          </p:cNvSpPr>
          <p:nvPr/>
        </p:nvSpPr>
        <p:spPr bwMode="auto">
          <a:xfrm>
            <a:off x="1639888"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2</a:t>
            </a:r>
          </a:p>
        </p:txBody>
      </p:sp>
      <p:sp>
        <p:nvSpPr>
          <p:cNvPr id="7" name="Text Box 5">
            <a:extLst>
              <a:ext uri="{FF2B5EF4-FFF2-40B4-BE49-F238E27FC236}">
                <a16:creationId xmlns:a16="http://schemas.microsoft.com/office/drawing/2014/main" id="{ABE343EB-3942-7BAB-9511-E1E4CEF3E14A}"/>
              </a:ext>
            </a:extLst>
          </p:cNvPr>
          <p:cNvSpPr txBox="1">
            <a:spLocks noChangeArrowheads="1"/>
          </p:cNvSpPr>
          <p:nvPr/>
        </p:nvSpPr>
        <p:spPr bwMode="auto">
          <a:xfrm>
            <a:off x="1346200"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3</a:t>
            </a:r>
          </a:p>
        </p:txBody>
      </p:sp>
      <p:sp>
        <p:nvSpPr>
          <p:cNvPr id="8" name="Text Box 6">
            <a:extLst>
              <a:ext uri="{FF2B5EF4-FFF2-40B4-BE49-F238E27FC236}">
                <a16:creationId xmlns:a16="http://schemas.microsoft.com/office/drawing/2014/main" id="{2730AEE7-F99C-C2DA-88B7-5B6A67FEFE99}"/>
              </a:ext>
            </a:extLst>
          </p:cNvPr>
          <p:cNvSpPr txBox="1">
            <a:spLocks noChangeArrowheads="1"/>
          </p:cNvSpPr>
          <p:nvPr/>
        </p:nvSpPr>
        <p:spPr bwMode="auto">
          <a:xfrm>
            <a:off x="2228850"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0</a:t>
            </a:r>
          </a:p>
        </p:txBody>
      </p:sp>
      <p:sp>
        <p:nvSpPr>
          <p:cNvPr id="9" name="Text Box 7">
            <a:extLst>
              <a:ext uri="{FF2B5EF4-FFF2-40B4-BE49-F238E27FC236}">
                <a16:creationId xmlns:a16="http://schemas.microsoft.com/office/drawing/2014/main" id="{501BC130-F0FC-1541-95B9-6C88A3A5C075}"/>
              </a:ext>
            </a:extLst>
          </p:cNvPr>
          <p:cNvSpPr txBox="1">
            <a:spLocks noChangeArrowheads="1"/>
          </p:cNvSpPr>
          <p:nvPr/>
        </p:nvSpPr>
        <p:spPr bwMode="auto">
          <a:xfrm>
            <a:off x="1933575"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1</a:t>
            </a:r>
          </a:p>
        </p:txBody>
      </p:sp>
      <p:sp>
        <p:nvSpPr>
          <p:cNvPr id="10" name="Text Box 8">
            <a:extLst>
              <a:ext uri="{FF2B5EF4-FFF2-40B4-BE49-F238E27FC236}">
                <a16:creationId xmlns:a16="http://schemas.microsoft.com/office/drawing/2014/main" id="{7DD64515-AF22-46C6-6F99-39BB210B738D}"/>
              </a:ext>
            </a:extLst>
          </p:cNvPr>
          <p:cNvSpPr txBox="1">
            <a:spLocks noChangeArrowheads="1"/>
          </p:cNvSpPr>
          <p:nvPr/>
        </p:nvSpPr>
        <p:spPr bwMode="auto">
          <a:xfrm>
            <a:off x="1628775"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2</a:t>
            </a:r>
          </a:p>
        </p:txBody>
      </p:sp>
      <p:sp>
        <p:nvSpPr>
          <p:cNvPr id="11" name="Text Box 9">
            <a:extLst>
              <a:ext uri="{FF2B5EF4-FFF2-40B4-BE49-F238E27FC236}">
                <a16:creationId xmlns:a16="http://schemas.microsoft.com/office/drawing/2014/main" id="{880DE132-8F41-33A4-5DAA-5191F78E7FCE}"/>
              </a:ext>
            </a:extLst>
          </p:cNvPr>
          <p:cNvSpPr txBox="1">
            <a:spLocks noChangeArrowheads="1"/>
          </p:cNvSpPr>
          <p:nvPr/>
        </p:nvSpPr>
        <p:spPr bwMode="auto">
          <a:xfrm>
            <a:off x="1335088"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3</a:t>
            </a:r>
          </a:p>
        </p:txBody>
      </p:sp>
      <p:sp>
        <p:nvSpPr>
          <p:cNvPr id="12" name="Text Box 10">
            <a:extLst>
              <a:ext uri="{FF2B5EF4-FFF2-40B4-BE49-F238E27FC236}">
                <a16:creationId xmlns:a16="http://schemas.microsoft.com/office/drawing/2014/main" id="{75B18B94-85B7-63D1-171D-6460A03E2AF2}"/>
              </a:ext>
            </a:extLst>
          </p:cNvPr>
          <p:cNvSpPr txBox="1">
            <a:spLocks noChangeArrowheads="1"/>
          </p:cNvSpPr>
          <p:nvPr/>
        </p:nvSpPr>
        <p:spPr bwMode="auto">
          <a:xfrm>
            <a:off x="2216150"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0</a:t>
            </a:r>
          </a:p>
        </p:txBody>
      </p:sp>
      <p:sp>
        <p:nvSpPr>
          <p:cNvPr id="13" name="Text Box 11">
            <a:extLst>
              <a:ext uri="{FF2B5EF4-FFF2-40B4-BE49-F238E27FC236}">
                <a16:creationId xmlns:a16="http://schemas.microsoft.com/office/drawing/2014/main" id="{0C6CF60C-3B3E-1521-F1C9-85FF97DFF359}"/>
              </a:ext>
            </a:extLst>
          </p:cNvPr>
          <p:cNvSpPr txBox="1">
            <a:spLocks noChangeArrowheads="1"/>
          </p:cNvSpPr>
          <p:nvPr/>
        </p:nvSpPr>
        <p:spPr bwMode="auto">
          <a:xfrm>
            <a:off x="1920875"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1</a:t>
            </a:r>
          </a:p>
        </p:txBody>
      </p:sp>
      <p:sp>
        <p:nvSpPr>
          <p:cNvPr id="14" name="Text Box 12">
            <a:extLst>
              <a:ext uri="{FF2B5EF4-FFF2-40B4-BE49-F238E27FC236}">
                <a16:creationId xmlns:a16="http://schemas.microsoft.com/office/drawing/2014/main" id="{6F06DFD8-E9FF-0287-A6A7-7445952EE993}"/>
              </a:ext>
            </a:extLst>
          </p:cNvPr>
          <p:cNvSpPr txBox="1">
            <a:spLocks noChangeArrowheads="1"/>
          </p:cNvSpPr>
          <p:nvPr/>
        </p:nvSpPr>
        <p:spPr bwMode="auto">
          <a:xfrm>
            <a:off x="1012825" y="955675"/>
            <a:ext cx="254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latin typeface="Arial" panose="020B0604020202020204" pitchFamily="34" charset="0"/>
              </a:rPr>
              <a:t>×</a:t>
            </a:r>
          </a:p>
        </p:txBody>
      </p:sp>
      <p:sp>
        <p:nvSpPr>
          <p:cNvPr id="15" name="Line 13">
            <a:extLst>
              <a:ext uri="{FF2B5EF4-FFF2-40B4-BE49-F238E27FC236}">
                <a16:creationId xmlns:a16="http://schemas.microsoft.com/office/drawing/2014/main" id="{D7FC820A-F532-E724-463D-703496AB24C7}"/>
              </a:ext>
            </a:extLst>
          </p:cNvPr>
          <p:cNvSpPr>
            <a:spLocks noChangeShapeType="1"/>
          </p:cNvSpPr>
          <p:nvPr/>
        </p:nvSpPr>
        <p:spPr bwMode="auto">
          <a:xfrm>
            <a:off x="981075" y="1316038"/>
            <a:ext cx="1527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Text Box 14">
            <a:extLst>
              <a:ext uri="{FF2B5EF4-FFF2-40B4-BE49-F238E27FC236}">
                <a16:creationId xmlns:a16="http://schemas.microsoft.com/office/drawing/2014/main" id="{F85EEAC2-7098-8648-DBDE-7D21BA43BBC5}"/>
              </a:ext>
            </a:extLst>
          </p:cNvPr>
          <p:cNvSpPr txBox="1">
            <a:spLocks noChangeArrowheads="1"/>
          </p:cNvSpPr>
          <p:nvPr/>
        </p:nvSpPr>
        <p:spPr bwMode="auto">
          <a:xfrm>
            <a:off x="1646238" y="1376363"/>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17" name="Text Box 15">
            <a:extLst>
              <a:ext uri="{FF2B5EF4-FFF2-40B4-BE49-F238E27FC236}">
                <a16:creationId xmlns:a16="http://schemas.microsoft.com/office/drawing/2014/main" id="{96999960-33E5-CFD3-D1C1-9F3896A7FBAB}"/>
              </a:ext>
            </a:extLst>
          </p:cNvPr>
          <p:cNvSpPr txBox="1">
            <a:spLocks noChangeArrowheads="1"/>
          </p:cNvSpPr>
          <p:nvPr/>
        </p:nvSpPr>
        <p:spPr bwMode="auto">
          <a:xfrm>
            <a:off x="1350963" y="1376363"/>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18" name="Text Box 16">
            <a:extLst>
              <a:ext uri="{FF2B5EF4-FFF2-40B4-BE49-F238E27FC236}">
                <a16:creationId xmlns:a16="http://schemas.microsoft.com/office/drawing/2014/main" id="{283A3223-9B1D-E251-C877-37B44DA316B8}"/>
              </a:ext>
            </a:extLst>
          </p:cNvPr>
          <p:cNvSpPr txBox="1">
            <a:spLocks noChangeArrowheads="1"/>
          </p:cNvSpPr>
          <p:nvPr/>
        </p:nvSpPr>
        <p:spPr bwMode="auto">
          <a:xfrm>
            <a:off x="2233613" y="1376363"/>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19" name="Text Box 17">
            <a:extLst>
              <a:ext uri="{FF2B5EF4-FFF2-40B4-BE49-F238E27FC236}">
                <a16:creationId xmlns:a16="http://schemas.microsoft.com/office/drawing/2014/main" id="{0BE61C7F-C14B-DBC8-A80D-5B145026D1E4}"/>
              </a:ext>
            </a:extLst>
          </p:cNvPr>
          <p:cNvSpPr txBox="1">
            <a:spLocks noChangeArrowheads="1"/>
          </p:cNvSpPr>
          <p:nvPr/>
        </p:nvSpPr>
        <p:spPr bwMode="auto">
          <a:xfrm>
            <a:off x="1939925" y="1376363"/>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0" name="Text Box 18">
            <a:extLst>
              <a:ext uri="{FF2B5EF4-FFF2-40B4-BE49-F238E27FC236}">
                <a16:creationId xmlns:a16="http://schemas.microsoft.com/office/drawing/2014/main" id="{CB2C1A0F-6DE6-5965-5CA1-E325C43EA918}"/>
              </a:ext>
            </a:extLst>
          </p:cNvPr>
          <p:cNvSpPr txBox="1">
            <a:spLocks noChangeArrowheads="1"/>
          </p:cNvSpPr>
          <p:nvPr/>
        </p:nvSpPr>
        <p:spPr bwMode="auto">
          <a:xfrm>
            <a:off x="1349375" y="1722438"/>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1" name="Text Box 19">
            <a:extLst>
              <a:ext uri="{FF2B5EF4-FFF2-40B4-BE49-F238E27FC236}">
                <a16:creationId xmlns:a16="http://schemas.microsoft.com/office/drawing/2014/main" id="{3B9792C6-F8C5-ED71-77E9-FD0C5CEA0B0E}"/>
              </a:ext>
            </a:extLst>
          </p:cNvPr>
          <p:cNvSpPr txBox="1">
            <a:spLocks noChangeArrowheads="1"/>
          </p:cNvSpPr>
          <p:nvPr/>
        </p:nvSpPr>
        <p:spPr bwMode="auto">
          <a:xfrm>
            <a:off x="1057275" y="1722438"/>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2" name="Text Box 20">
            <a:extLst>
              <a:ext uri="{FF2B5EF4-FFF2-40B4-BE49-F238E27FC236}">
                <a16:creationId xmlns:a16="http://schemas.microsoft.com/office/drawing/2014/main" id="{E07D5328-2AB9-C3F7-5587-F5715A90F8AE}"/>
              </a:ext>
            </a:extLst>
          </p:cNvPr>
          <p:cNvSpPr txBox="1">
            <a:spLocks noChangeArrowheads="1"/>
          </p:cNvSpPr>
          <p:nvPr/>
        </p:nvSpPr>
        <p:spPr bwMode="auto">
          <a:xfrm>
            <a:off x="1938338" y="1722438"/>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3" name="Text Box 21">
            <a:extLst>
              <a:ext uri="{FF2B5EF4-FFF2-40B4-BE49-F238E27FC236}">
                <a16:creationId xmlns:a16="http://schemas.microsoft.com/office/drawing/2014/main" id="{DDE9231A-2173-26FE-C6CE-F981FB50E3C2}"/>
              </a:ext>
            </a:extLst>
          </p:cNvPr>
          <p:cNvSpPr txBox="1">
            <a:spLocks noChangeArrowheads="1"/>
          </p:cNvSpPr>
          <p:nvPr/>
        </p:nvSpPr>
        <p:spPr bwMode="auto">
          <a:xfrm>
            <a:off x="1644650" y="1722438"/>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4" name="Text Box 22">
            <a:extLst>
              <a:ext uri="{FF2B5EF4-FFF2-40B4-BE49-F238E27FC236}">
                <a16:creationId xmlns:a16="http://schemas.microsoft.com/office/drawing/2014/main" id="{5ADED206-56C6-1575-3F90-6F82B57B08B2}"/>
              </a:ext>
            </a:extLst>
          </p:cNvPr>
          <p:cNvSpPr txBox="1">
            <a:spLocks noChangeArrowheads="1"/>
          </p:cNvSpPr>
          <p:nvPr/>
        </p:nvSpPr>
        <p:spPr bwMode="auto">
          <a:xfrm>
            <a:off x="1023938" y="200660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5" name="Text Box 23">
            <a:extLst>
              <a:ext uri="{FF2B5EF4-FFF2-40B4-BE49-F238E27FC236}">
                <a16:creationId xmlns:a16="http://schemas.microsoft.com/office/drawing/2014/main" id="{EC47A9C4-314F-B716-5252-0210AC9ECC5B}"/>
              </a:ext>
            </a:extLst>
          </p:cNvPr>
          <p:cNvSpPr txBox="1">
            <a:spLocks noChangeArrowheads="1"/>
          </p:cNvSpPr>
          <p:nvPr/>
        </p:nvSpPr>
        <p:spPr bwMode="auto">
          <a:xfrm>
            <a:off x="730250" y="200660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6" name="Text Box 24">
            <a:extLst>
              <a:ext uri="{FF2B5EF4-FFF2-40B4-BE49-F238E27FC236}">
                <a16:creationId xmlns:a16="http://schemas.microsoft.com/office/drawing/2014/main" id="{1C4F67DF-0C82-3856-108F-986990E44596}"/>
              </a:ext>
            </a:extLst>
          </p:cNvPr>
          <p:cNvSpPr txBox="1">
            <a:spLocks noChangeArrowheads="1"/>
          </p:cNvSpPr>
          <p:nvPr/>
        </p:nvSpPr>
        <p:spPr bwMode="auto">
          <a:xfrm>
            <a:off x="1611313" y="200660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7" name="Text Box 25">
            <a:extLst>
              <a:ext uri="{FF2B5EF4-FFF2-40B4-BE49-F238E27FC236}">
                <a16:creationId xmlns:a16="http://schemas.microsoft.com/office/drawing/2014/main" id="{92562C82-C7A1-4C75-ABDB-990E13C2F60F}"/>
              </a:ext>
            </a:extLst>
          </p:cNvPr>
          <p:cNvSpPr txBox="1">
            <a:spLocks noChangeArrowheads="1"/>
          </p:cNvSpPr>
          <p:nvPr/>
        </p:nvSpPr>
        <p:spPr bwMode="auto">
          <a:xfrm>
            <a:off x="1316038" y="200660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8" name="Line 30">
            <a:extLst>
              <a:ext uri="{FF2B5EF4-FFF2-40B4-BE49-F238E27FC236}">
                <a16:creationId xmlns:a16="http://schemas.microsoft.com/office/drawing/2014/main" id="{9B5B361C-AB92-1F86-EA3A-490E8CEA941F}"/>
              </a:ext>
            </a:extLst>
          </p:cNvPr>
          <p:cNvSpPr>
            <a:spLocks noChangeShapeType="1"/>
          </p:cNvSpPr>
          <p:nvPr/>
        </p:nvSpPr>
        <p:spPr bwMode="auto">
          <a:xfrm>
            <a:off x="92075" y="2679700"/>
            <a:ext cx="23907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Text Box 31">
            <a:extLst>
              <a:ext uri="{FF2B5EF4-FFF2-40B4-BE49-F238E27FC236}">
                <a16:creationId xmlns:a16="http://schemas.microsoft.com/office/drawing/2014/main" id="{97E8FF23-EE62-DEAB-7904-5979728274A7}"/>
              </a:ext>
            </a:extLst>
          </p:cNvPr>
          <p:cNvSpPr txBox="1">
            <a:spLocks noChangeArrowheads="1"/>
          </p:cNvSpPr>
          <p:nvPr/>
        </p:nvSpPr>
        <p:spPr bwMode="auto">
          <a:xfrm>
            <a:off x="1603375" y="265747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2</a:t>
            </a:r>
          </a:p>
        </p:txBody>
      </p:sp>
      <p:sp>
        <p:nvSpPr>
          <p:cNvPr id="30" name="Text Box 32">
            <a:extLst>
              <a:ext uri="{FF2B5EF4-FFF2-40B4-BE49-F238E27FC236}">
                <a16:creationId xmlns:a16="http://schemas.microsoft.com/office/drawing/2014/main" id="{FB816CE9-A716-CCE6-5E6B-3D128F968C41}"/>
              </a:ext>
            </a:extLst>
          </p:cNvPr>
          <p:cNvSpPr txBox="1">
            <a:spLocks noChangeArrowheads="1"/>
          </p:cNvSpPr>
          <p:nvPr/>
        </p:nvSpPr>
        <p:spPr bwMode="auto">
          <a:xfrm>
            <a:off x="1309688" y="265747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3</a:t>
            </a:r>
          </a:p>
        </p:txBody>
      </p:sp>
      <p:sp>
        <p:nvSpPr>
          <p:cNvPr id="31" name="Text Box 33">
            <a:extLst>
              <a:ext uri="{FF2B5EF4-FFF2-40B4-BE49-F238E27FC236}">
                <a16:creationId xmlns:a16="http://schemas.microsoft.com/office/drawing/2014/main" id="{38DD2144-A85F-CC78-AFCD-24346F35081D}"/>
              </a:ext>
            </a:extLst>
          </p:cNvPr>
          <p:cNvSpPr txBox="1">
            <a:spLocks noChangeArrowheads="1"/>
          </p:cNvSpPr>
          <p:nvPr/>
        </p:nvSpPr>
        <p:spPr bwMode="auto">
          <a:xfrm>
            <a:off x="2190750" y="265747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0</a:t>
            </a:r>
          </a:p>
        </p:txBody>
      </p:sp>
      <p:sp>
        <p:nvSpPr>
          <p:cNvPr id="32" name="Text Box 34">
            <a:extLst>
              <a:ext uri="{FF2B5EF4-FFF2-40B4-BE49-F238E27FC236}">
                <a16:creationId xmlns:a16="http://schemas.microsoft.com/office/drawing/2014/main" id="{150CACAC-4BD1-E1AD-3B5D-3AC3C70F6FB7}"/>
              </a:ext>
            </a:extLst>
          </p:cNvPr>
          <p:cNvSpPr txBox="1">
            <a:spLocks noChangeArrowheads="1"/>
          </p:cNvSpPr>
          <p:nvPr/>
        </p:nvSpPr>
        <p:spPr bwMode="auto">
          <a:xfrm>
            <a:off x="1895475" y="265747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1</a:t>
            </a:r>
          </a:p>
        </p:txBody>
      </p:sp>
      <p:sp>
        <p:nvSpPr>
          <p:cNvPr id="33" name="Text Box 35">
            <a:extLst>
              <a:ext uri="{FF2B5EF4-FFF2-40B4-BE49-F238E27FC236}">
                <a16:creationId xmlns:a16="http://schemas.microsoft.com/office/drawing/2014/main" id="{25889CFE-B183-9771-31B5-2898B4B833E4}"/>
              </a:ext>
            </a:extLst>
          </p:cNvPr>
          <p:cNvSpPr txBox="1">
            <a:spLocks noChangeArrowheads="1"/>
          </p:cNvSpPr>
          <p:nvPr/>
        </p:nvSpPr>
        <p:spPr bwMode="auto">
          <a:xfrm>
            <a:off x="411163" y="265747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6</a:t>
            </a:r>
          </a:p>
        </p:txBody>
      </p:sp>
      <p:sp>
        <p:nvSpPr>
          <p:cNvPr id="34" name="Text Box 36">
            <a:extLst>
              <a:ext uri="{FF2B5EF4-FFF2-40B4-BE49-F238E27FC236}">
                <a16:creationId xmlns:a16="http://schemas.microsoft.com/office/drawing/2014/main" id="{7950A143-7811-F437-3D33-1BD3116CCF9F}"/>
              </a:ext>
            </a:extLst>
          </p:cNvPr>
          <p:cNvSpPr txBox="1">
            <a:spLocks noChangeArrowheads="1"/>
          </p:cNvSpPr>
          <p:nvPr/>
        </p:nvSpPr>
        <p:spPr bwMode="auto">
          <a:xfrm>
            <a:off x="117475" y="265747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7</a:t>
            </a:r>
          </a:p>
        </p:txBody>
      </p:sp>
      <p:sp>
        <p:nvSpPr>
          <p:cNvPr id="35" name="Text Box 37">
            <a:extLst>
              <a:ext uri="{FF2B5EF4-FFF2-40B4-BE49-F238E27FC236}">
                <a16:creationId xmlns:a16="http://schemas.microsoft.com/office/drawing/2014/main" id="{F821CCE1-16B1-B659-370D-1C78621DDD07}"/>
              </a:ext>
            </a:extLst>
          </p:cNvPr>
          <p:cNvSpPr txBox="1">
            <a:spLocks noChangeArrowheads="1"/>
          </p:cNvSpPr>
          <p:nvPr/>
        </p:nvSpPr>
        <p:spPr bwMode="auto">
          <a:xfrm>
            <a:off x="996950" y="265747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4</a:t>
            </a:r>
          </a:p>
        </p:txBody>
      </p:sp>
      <p:sp>
        <p:nvSpPr>
          <p:cNvPr id="36" name="Text Box 38">
            <a:extLst>
              <a:ext uri="{FF2B5EF4-FFF2-40B4-BE49-F238E27FC236}">
                <a16:creationId xmlns:a16="http://schemas.microsoft.com/office/drawing/2014/main" id="{7DF51FC2-8479-64AD-4483-587B154C9655}"/>
              </a:ext>
            </a:extLst>
          </p:cNvPr>
          <p:cNvSpPr txBox="1">
            <a:spLocks noChangeArrowheads="1"/>
          </p:cNvSpPr>
          <p:nvPr/>
        </p:nvSpPr>
        <p:spPr bwMode="auto">
          <a:xfrm>
            <a:off x="703263" y="265747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5</a:t>
            </a:r>
          </a:p>
        </p:txBody>
      </p:sp>
      <p:sp>
        <p:nvSpPr>
          <p:cNvPr id="37" name="Text Box 22">
            <a:extLst>
              <a:ext uri="{FF2B5EF4-FFF2-40B4-BE49-F238E27FC236}">
                <a16:creationId xmlns:a16="http://schemas.microsoft.com/office/drawing/2014/main" id="{D33CA809-8618-09A7-0770-4D12F0709E97}"/>
              </a:ext>
            </a:extLst>
          </p:cNvPr>
          <p:cNvSpPr txBox="1">
            <a:spLocks noChangeArrowheads="1"/>
          </p:cNvSpPr>
          <p:nvPr/>
        </p:nvSpPr>
        <p:spPr bwMode="auto">
          <a:xfrm>
            <a:off x="736600" y="2333625"/>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38" name="Text Box 23">
            <a:extLst>
              <a:ext uri="{FF2B5EF4-FFF2-40B4-BE49-F238E27FC236}">
                <a16:creationId xmlns:a16="http://schemas.microsoft.com/office/drawing/2014/main" id="{79B36C39-B3CA-D4DA-3AAD-7A815B18021F}"/>
              </a:ext>
            </a:extLst>
          </p:cNvPr>
          <p:cNvSpPr txBox="1">
            <a:spLocks noChangeArrowheads="1"/>
          </p:cNvSpPr>
          <p:nvPr/>
        </p:nvSpPr>
        <p:spPr bwMode="auto">
          <a:xfrm>
            <a:off x="442913" y="2333625"/>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39" name="Text Box 24">
            <a:extLst>
              <a:ext uri="{FF2B5EF4-FFF2-40B4-BE49-F238E27FC236}">
                <a16:creationId xmlns:a16="http://schemas.microsoft.com/office/drawing/2014/main" id="{892CD2C1-D0E6-444B-E537-E4BDF48C7951}"/>
              </a:ext>
            </a:extLst>
          </p:cNvPr>
          <p:cNvSpPr txBox="1">
            <a:spLocks noChangeArrowheads="1"/>
          </p:cNvSpPr>
          <p:nvPr/>
        </p:nvSpPr>
        <p:spPr bwMode="auto">
          <a:xfrm>
            <a:off x="1323975" y="2333625"/>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40" name="Text Box 25">
            <a:extLst>
              <a:ext uri="{FF2B5EF4-FFF2-40B4-BE49-F238E27FC236}">
                <a16:creationId xmlns:a16="http://schemas.microsoft.com/office/drawing/2014/main" id="{7226DD68-7F9D-F173-6022-6EE9E98BF741}"/>
              </a:ext>
            </a:extLst>
          </p:cNvPr>
          <p:cNvSpPr txBox="1">
            <a:spLocks noChangeArrowheads="1"/>
          </p:cNvSpPr>
          <p:nvPr/>
        </p:nvSpPr>
        <p:spPr bwMode="auto">
          <a:xfrm>
            <a:off x="1028700" y="2333625"/>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41" name="Text Box 41">
            <a:extLst>
              <a:ext uri="{FF2B5EF4-FFF2-40B4-BE49-F238E27FC236}">
                <a16:creationId xmlns:a16="http://schemas.microsoft.com/office/drawing/2014/main" id="{756B870A-3CC6-9273-E129-435E6EDCE191}"/>
              </a:ext>
            </a:extLst>
          </p:cNvPr>
          <p:cNvSpPr txBox="1">
            <a:spLocks noChangeArrowheads="1"/>
          </p:cNvSpPr>
          <p:nvPr/>
        </p:nvSpPr>
        <p:spPr bwMode="auto">
          <a:xfrm>
            <a:off x="5064125" y="1193800"/>
            <a:ext cx="11350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latin typeface="Arial" panose="020B0604020202020204" pitchFamily="34" charset="0"/>
              </a:rPr>
              <a:t>(</a:t>
            </a:r>
            <a:r>
              <a:rPr lang="zh-CN" altLang="en-US" sz="1800" b="0">
                <a:latin typeface="Arial" panose="020B0604020202020204" pitchFamily="34" charset="0"/>
              </a:rPr>
              <a:t>当</a:t>
            </a:r>
            <a:r>
              <a:rPr kumimoji="1" lang="en-US" altLang="zh-CN" sz="1800"/>
              <a:t>Y</a:t>
            </a:r>
            <a:r>
              <a:rPr kumimoji="1" lang="en-US" altLang="zh-CN" sz="1800" baseline="-10000"/>
              <a:t>i </a:t>
            </a:r>
            <a:r>
              <a:rPr lang="en-US" altLang="zh-CN" sz="1800" b="0">
                <a:latin typeface="Arial" panose="020B0604020202020204" pitchFamily="34" charset="0"/>
              </a:rPr>
              <a:t>=1) </a:t>
            </a:r>
            <a:endParaRPr lang="zh-CN" altLang="en-US" sz="1800" b="0">
              <a:latin typeface="Arial" panose="020B0604020202020204" pitchFamily="34" charset="0"/>
            </a:endParaRPr>
          </a:p>
        </p:txBody>
      </p:sp>
      <p:sp>
        <p:nvSpPr>
          <p:cNvPr id="42" name="Text Box 42">
            <a:extLst>
              <a:ext uri="{FF2B5EF4-FFF2-40B4-BE49-F238E27FC236}">
                <a16:creationId xmlns:a16="http://schemas.microsoft.com/office/drawing/2014/main" id="{858A88AD-CC19-BCD3-B223-2188D49803F4}"/>
              </a:ext>
            </a:extLst>
          </p:cNvPr>
          <p:cNvSpPr txBox="1">
            <a:spLocks noChangeArrowheads="1"/>
          </p:cNvSpPr>
          <p:nvPr/>
        </p:nvSpPr>
        <p:spPr bwMode="auto">
          <a:xfrm>
            <a:off x="2903538" y="1385888"/>
            <a:ext cx="906462"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 ? ? ? =</a:t>
            </a:r>
            <a:endParaRPr kumimoji="1" lang="zh-CN" altLang="en-US" sz="2000" baseline="-10000"/>
          </a:p>
        </p:txBody>
      </p:sp>
      <p:sp>
        <p:nvSpPr>
          <p:cNvPr id="43" name="Text Box 43">
            <a:extLst>
              <a:ext uri="{FF2B5EF4-FFF2-40B4-BE49-F238E27FC236}">
                <a16:creationId xmlns:a16="http://schemas.microsoft.com/office/drawing/2014/main" id="{4A6469F2-4F68-7F01-E254-0B70899D4DAD}"/>
              </a:ext>
            </a:extLst>
          </p:cNvPr>
          <p:cNvSpPr txBox="1">
            <a:spLocks noChangeArrowheads="1"/>
          </p:cNvSpPr>
          <p:nvPr/>
        </p:nvSpPr>
        <p:spPr bwMode="auto">
          <a:xfrm>
            <a:off x="4127500" y="1228725"/>
            <a:ext cx="96520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X</a:t>
            </a:r>
            <a:r>
              <a:rPr kumimoji="1" lang="en-US" altLang="zh-CN" sz="1800" baseline="-10000"/>
              <a:t>3</a:t>
            </a:r>
            <a:r>
              <a:rPr kumimoji="1" lang="en-US" altLang="zh-CN" sz="1800"/>
              <a:t>X</a:t>
            </a:r>
            <a:r>
              <a:rPr kumimoji="1" lang="en-US" altLang="zh-CN" sz="1800" baseline="-10000"/>
              <a:t>2</a:t>
            </a:r>
            <a:r>
              <a:rPr kumimoji="1" lang="en-US" altLang="zh-CN" sz="1800"/>
              <a:t>X</a:t>
            </a:r>
            <a:r>
              <a:rPr kumimoji="1" lang="en-US" altLang="zh-CN" sz="1800" baseline="-10000"/>
              <a:t>1</a:t>
            </a:r>
            <a:r>
              <a:rPr kumimoji="1" lang="en-US" altLang="zh-CN" sz="1800"/>
              <a:t>X</a:t>
            </a:r>
            <a:r>
              <a:rPr kumimoji="1" lang="en-US" altLang="zh-CN" sz="1800" baseline="-10000"/>
              <a:t>0</a:t>
            </a:r>
          </a:p>
        </p:txBody>
      </p:sp>
      <p:sp>
        <p:nvSpPr>
          <p:cNvPr id="44" name="Text Box 44">
            <a:extLst>
              <a:ext uri="{FF2B5EF4-FFF2-40B4-BE49-F238E27FC236}">
                <a16:creationId xmlns:a16="http://schemas.microsoft.com/office/drawing/2014/main" id="{B64D688F-BFD0-A2D7-7646-96A40A1F779A}"/>
              </a:ext>
            </a:extLst>
          </p:cNvPr>
          <p:cNvSpPr txBox="1">
            <a:spLocks noChangeArrowheads="1"/>
          </p:cNvSpPr>
          <p:nvPr/>
        </p:nvSpPr>
        <p:spPr bwMode="auto">
          <a:xfrm>
            <a:off x="5064125" y="1554163"/>
            <a:ext cx="10715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latin typeface="Arial" panose="020B0604020202020204" pitchFamily="34" charset="0"/>
              </a:rPr>
              <a:t>(</a:t>
            </a:r>
            <a:r>
              <a:rPr lang="zh-CN" altLang="en-US" sz="1800" b="0">
                <a:latin typeface="Arial" panose="020B0604020202020204" pitchFamily="34" charset="0"/>
              </a:rPr>
              <a:t>当</a:t>
            </a:r>
            <a:r>
              <a:rPr kumimoji="1" lang="en-US" altLang="zh-CN" sz="1800"/>
              <a:t>Y</a:t>
            </a:r>
            <a:r>
              <a:rPr kumimoji="1" lang="en-US" altLang="zh-CN" sz="1800" baseline="-10000"/>
              <a:t>i </a:t>
            </a:r>
            <a:r>
              <a:rPr lang="en-US" altLang="zh-CN" sz="1800" b="0">
                <a:latin typeface="Arial" panose="020B0604020202020204" pitchFamily="34" charset="0"/>
              </a:rPr>
              <a:t>=0)</a:t>
            </a:r>
            <a:endParaRPr lang="zh-CN" altLang="en-US" sz="1800" b="0">
              <a:latin typeface="Arial" panose="020B0604020202020204" pitchFamily="34" charset="0"/>
            </a:endParaRPr>
          </a:p>
        </p:txBody>
      </p:sp>
      <p:sp>
        <p:nvSpPr>
          <p:cNvPr id="45" name="Text Box 45">
            <a:extLst>
              <a:ext uri="{FF2B5EF4-FFF2-40B4-BE49-F238E27FC236}">
                <a16:creationId xmlns:a16="http://schemas.microsoft.com/office/drawing/2014/main" id="{D5E2C42E-BC88-733E-466D-CCC728A77BA7}"/>
              </a:ext>
            </a:extLst>
          </p:cNvPr>
          <p:cNvSpPr txBox="1">
            <a:spLocks noChangeArrowheads="1"/>
          </p:cNvSpPr>
          <p:nvPr/>
        </p:nvSpPr>
        <p:spPr bwMode="auto">
          <a:xfrm>
            <a:off x="4127500" y="1566863"/>
            <a:ext cx="889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0  0  0  0</a:t>
            </a:r>
            <a:endParaRPr kumimoji="1" lang="en-US" altLang="zh-CN" sz="2000" baseline="-10000"/>
          </a:p>
        </p:txBody>
      </p:sp>
      <p:sp>
        <p:nvSpPr>
          <p:cNvPr id="46" name="AutoShape 46">
            <a:extLst>
              <a:ext uri="{FF2B5EF4-FFF2-40B4-BE49-F238E27FC236}">
                <a16:creationId xmlns:a16="http://schemas.microsoft.com/office/drawing/2014/main" id="{572C85F1-AE7C-39F1-A267-0EFD93E3DA79}"/>
              </a:ext>
            </a:extLst>
          </p:cNvPr>
          <p:cNvSpPr>
            <a:spLocks/>
          </p:cNvSpPr>
          <p:nvPr/>
        </p:nvSpPr>
        <p:spPr bwMode="auto">
          <a:xfrm>
            <a:off x="3911600" y="1277938"/>
            <a:ext cx="179388" cy="576262"/>
          </a:xfrm>
          <a:prstGeom prst="leftBrace">
            <a:avLst>
              <a:gd name="adj1" fmla="val 26770"/>
              <a:gd name="adj2" fmla="val 48486"/>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Tree>
    <p:extLst>
      <p:ext uri="{BB962C8B-B14F-4D97-AF65-F5344CB8AC3E}">
        <p14:creationId xmlns:p14="http://schemas.microsoft.com/office/powerpoint/2010/main" val="3488149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587038-BE93-687C-D32B-4A3AA2615261}"/>
              </a:ext>
            </a:extLst>
          </p:cNvPr>
          <p:cNvSpPr>
            <a:spLocks noGrp="1"/>
          </p:cNvSpPr>
          <p:nvPr>
            <p:ph type="title"/>
          </p:nvPr>
        </p:nvSpPr>
        <p:spPr/>
        <p:txBody>
          <a:bodyPr>
            <a:normAutofit fontScale="90000"/>
          </a:bodyPr>
          <a:lstStyle/>
          <a:p>
            <a:pPr eaLnBrk="1" hangingPunct="1">
              <a:lnSpc>
                <a:spcPct val="110000"/>
              </a:lnSpc>
              <a:spcAft>
                <a:spcPct val="10000"/>
              </a:spcAft>
            </a:pPr>
            <a:r>
              <a:rPr kumimoji="1" lang="en-US" altLang="zh-CN" sz="3200" dirty="0"/>
              <a:t>Z = X </a:t>
            </a:r>
            <a:r>
              <a:rPr kumimoji="1" lang="en-US" altLang="zh-CN" sz="3200" dirty="0">
                <a:latin typeface="Arial" panose="020B0604020202020204" pitchFamily="34" charset="0"/>
              </a:rPr>
              <a:t>× </a:t>
            </a:r>
            <a:r>
              <a:rPr kumimoji="1" lang="en-US" altLang="zh-CN" sz="3200" dirty="0"/>
              <a:t>Y</a:t>
            </a:r>
            <a:r>
              <a:rPr kumimoji="1" lang="zh-CN" altLang="en-US" sz="3200" dirty="0"/>
              <a:t>：</a:t>
            </a:r>
            <a:r>
              <a:rPr kumimoji="1" lang="en-US" altLang="zh-CN" sz="3200" dirty="0"/>
              <a:t>1</a:t>
            </a:r>
            <a:r>
              <a:rPr kumimoji="1" lang="zh-CN" altLang="en-US" sz="3200" dirty="0"/>
              <a:t>次 赋初值</a:t>
            </a:r>
            <a:r>
              <a:rPr kumimoji="1" lang="en-US" altLang="zh-CN" sz="3200" dirty="0"/>
              <a:t>+3</a:t>
            </a:r>
            <a:r>
              <a:rPr kumimoji="1" lang="zh-CN" altLang="en-US" sz="3200" dirty="0"/>
              <a:t>次 相加</a:t>
            </a:r>
            <a:endParaRPr kumimoji="1" lang="zh-CN" altLang="en-US" dirty="0"/>
          </a:p>
        </p:txBody>
      </p:sp>
      <p:sp>
        <p:nvSpPr>
          <p:cNvPr id="4" name="页脚占位符 3">
            <a:extLst>
              <a:ext uri="{FF2B5EF4-FFF2-40B4-BE49-F238E27FC236}">
                <a16:creationId xmlns:a16="http://schemas.microsoft.com/office/drawing/2014/main" id="{501E30E8-B934-5E84-D96E-907024DFFD29}"/>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3B24D9EC-C455-4ADA-88F4-819F450AE9DD}"/>
              </a:ext>
            </a:extLst>
          </p:cNvPr>
          <p:cNvSpPr>
            <a:spLocks noGrp="1"/>
          </p:cNvSpPr>
          <p:nvPr>
            <p:ph type="sldNum" sz="quarter" idx="12"/>
          </p:nvPr>
        </p:nvSpPr>
        <p:spPr/>
        <p:txBody>
          <a:bodyPr/>
          <a:lstStyle/>
          <a:p>
            <a:fld id="{9E260BC5-5BF3-8746-862B-DC45E9CAA88B}" type="slidenum">
              <a:rPr lang="en-US" smtClean="0"/>
              <a:pPr/>
              <a:t>12</a:t>
            </a:fld>
            <a:r>
              <a:rPr lang="en-US" altLang="zh-CN" dirty="0"/>
              <a:t>/34</a:t>
            </a:r>
            <a:endParaRPr lang="en-US" dirty="0"/>
          </a:p>
        </p:txBody>
      </p:sp>
      <p:sp>
        <p:nvSpPr>
          <p:cNvPr id="6" name="Text Box 4">
            <a:extLst>
              <a:ext uri="{FF2B5EF4-FFF2-40B4-BE49-F238E27FC236}">
                <a16:creationId xmlns:a16="http://schemas.microsoft.com/office/drawing/2014/main" id="{36E9FA56-C6E0-E808-9789-A6DC9C47C35F}"/>
              </a:ext>
            </a:extLst>
          </p:cNvPr>
          <p:cNvSpPr txBox="1">
            <a:spLocks noChangeArrowheads="1"/>
          </p:cNvSpPr>
          <p:nvPr/>
        </p:nvSpPr>
        <p:spPr bwMode="auto">
          <a:xfrm>
            <a:off x="1639888"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2</a:t>
            </a:r>
          </a:p>
        </p:txBody>
      </p:sp>
      <p:sp>
        <p:nvSpPr>
          <p:cNvPr id="7" name="Text Box 5">
            <a:extLst>
              <a:ext uri="{FF2B5EF4-FFF2-40B4-BE49-F238E27FC236}">
                <a16:creationId xmlns:a16="http://schemas.microsoft.com/office/drawing/2014/main" id="{0A0C3643-BDD8-3AE3-F10A-FE8F06362F44}"/>
              </a:ext>
            </a:extLst>
          </p:cNvPr>
          <p:cNvSpPr txBox="1">
            <a:spLocks noChangeArrowheads="1"/>
          </p:cNvSpPr>
          <p:nvPr/>
        </p:nvSpPr>
        <p:spPr bwMode="auto">
          <a:xfrm>
            <a:off x="1346200"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3</a:t>
            </a:r>
          </a:p>
        </p:txBody>
      </p:sp>
      <p:sp>
        <p:nvSpPr>
          <p:cNvPr id="8" name="Text Box 6">
            <a:extLst>
              <a:ext uri="{FF2B5EF4-FFF2-40B4-BE49-F238E27FC236}">
                <a16:creationId xmlns:a16="http://schemas.microsoft.com/office/drawing/2014/main" id="{FC49021C-5E1B-A17C-1F6E-CF9A682BCAED}"/>
              </a:ext>
            </a:extLst>
          </p:cNvPr>
          <p:cNvSpPr txBox="1">
            <a:spLocks noChangeArrowheads="1"/>
          </p:cNvSpPr>
          <p:nvPr/>
        </p:nvSpPr>
        <p:spPr bwMode="auto">
          <a:xfrm>
            <a:off x="2228850"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0</a:t>
            </a:r>
          </a:p>
        </p:txBody>
      </p:sp>
      <p:sp>
        <p:nvSpPr>
          <p:cNvPr id="9" name="Text Box 7">
            <a:extLst>
              <a:ext uri="{FF2B5EF4-FFF2-40B4-BE49-F238E27FC236}">
                <a16:creationId xmlns:a16="http://schemas.microsoft.com/office/drawing/2014/main" id="{38098875-A2AD-FF62-6BFF-0CD667BA7B2F}"/>
              </a:ext>
            </a:extLst>
          </p:cNvPr>
          <p:cNvSpPr txBox="1">
            <a:spLocks noChangeArrowheads="1"/>
          </p:cNvSpPr>
          <p:nvPr/>
        </p:nvSpPr>
        <p:spPr bwMode="auto">
          <a:xfrm>
            <a:off x="1933575"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1</a:t>
            </a:r>
          </a:p>
        </p:txBody>
      </p:sp>
      <p:sp>
        <p:nvSpPr>
          <p:cNvPr id="10" name="Text Box 8">
            <a:extLst>
              <a:ext uri="{FF2B5EF4-FFF2-40B4-BE49-F238E27FC236}">
                <a16:creationId xmlns:a16="http://schemas.microsoft.com/office/drawing/2014/main" id="{21FF835E-4BA8-6934-FE74-3FF75FA90221}"/>
              </a:ext>
            </a:extLst>
          </p:cNvPr>
          <p:cNvSpPr txBox="1">
            <a:spLocks noChangeArrowheads="1"/>
          </p:cNvSpPr>
          <p:nvPr/>
        </p:nvSpPr>
        <p:spPr bwMode="auto">
          <a:xfrm>
            <a:off x="1628775"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2</a:t>
            </a:r>
          </a:p>
        </p:txBody>
      </p:sp>
      <p:sp>
        <p:nvSpPr>
          <p:cNvPr id="11" name="Text Box 9">
            <a:extLst>
              <a:ext uri="{FF2B5EF4-FFF2-40B4-BE49-F238E27FC236}">
                <a16:creationId xmlns:a16="http://schemas.microsoft.com/office/drawing/2014/main" id="{663A3102-D215-C722-2B95-2BD30BDE9834}"/>
              </a:ext>
            </a:extLst>
          </p:cNvPr>
          <p:cNvSpPr txBox="1">
            <a:spLocks noChangeArrowheads="1"/>
          </p:cNvSpPr>
          <p:nvPr/>
        </p:nvSpPr>
        <p:spPr bwMode="auto">
          <a:xfrm>
            <a:off x="1335088"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3</a:t>
            </a:r>
          </a:p>
        </p:txBody>
      </p:sp>
      <p:sp>
        <p:nvSpPr>
          <p:cNvPr id="12" name="Text Box 10">
            <a:extLst>
              <a:ext uri="{FF2B5EF4-FFF2-40B4-BE49-F238E27FC236}">
                <a16:creationId xmlns:a16="http://schemas.microsoft.com/office/drawing/2014/main" id="{71F8DFBE-4EBC-9388-30EC-ED47227EAD44}"/>
              </a:ext>
            </a:extLst>
          </p:cNvPr>
          <p:cNvSpPr txBox="1">
            <a:spLocks noChangeArrowheads="1"/>
          </p:cNvSpPr>
          <p:nvPr/>
        </p:nvSpPr>
        <p:spPr bwMode="auto">
          <a:xfrm>
            <a:off x="2216150"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0</a:t>
            </a:r>
          </a:p>
        </p:txBody>
      </p:sp>
      <p:sp>
        <p:nvSpPr>
          <p:cNvPr id="13" name="Text Box 11">
            <a:extLst>
              <a:ext uri="{FF2B5EF4-FFF2-40B4-BE49-F238E27FC236}">
                <a16:creationId xmlns:a16="http://schemas.microsoft.com/office/drawing/2014/main" id="{69FE7035-BD4E-F2C7-70FF-0C23FDD5CCA2}"/>
              </a:ext>
            </a:extLst>
          </p:cNvPr>
          <p:cNvSpPr txBox="1">
            <a:spLocks noChangeArrowheads="1"/>
          </p:cNvSpPr>
          <p:nvPr/>
        </p:nvSpPr>
        <p:spPr bwMode="auto">
          <a:xfrm>
            <a:off x="1920875"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1</a:t>
            </a:r>
          </a:p>
        </p:txBody>
      </p:sp>
      <p:sp>
        <p:nvSpPr>
          <p:cNvPr id="14" name="Text Box 12">
            <a:extLst>
              <a:ext uri="{FF2B5EF4-FFF2-40B4-BE49-F238E27FC236}">
                <a16:creationId xmlns:a16="http://schemas.microsoft.com/office/drawing/2014/main" id="{55E82736-B2D3-94E2-B34D-E64F7E4DC8B3}"/>
              </a:ext>
            </a:extLst>
          </p:cNvPr>
          <p:cNvSpPr txBox="1">
            <a:spLocks noChangeArrowheads="1"/>
          </p:cNvSpPr>
          <p:nvPr/>
        </p:nvSpPr>
        <p:spPr bwMode="auto">
          <a:xfrm>
            <a:off x="1012825" y="955675"/>
            <a:ext cx="254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latin typeface="Arial" panose="020B0604020202020204" pitchFamily="34" charset="0"/>
              </a:rPr>
              <a:t>×</a:t>
            </a:r>
          </a:p>
        </p:txBody>
      </p:sp>
      <p:sp>
        <p:nvSpPr>
          <p:cNvPr id="15" name="Line 13">
            <a:extLst>
              <a:ext uri="{FF2B5EF4-FFF2-40B4-BE49-F238E27FC236}">
                <a16:creationId xmlns:a16="http://schemas.microsoft.com/office/drawing/2014/main" id="{BFAE5317-D0FD-CEB7-CA6E-66EC128AB9A3}"/>
              </a:ext>
            </a:extLst>
          </p:cNvPr>
          <p:cNvSpPr>
            <a:spLocks noChangeShapeType="1"/>
          </p:cNvSpPr>
          <p:nvPr/>
        </p:nvSpPr>
        <p:spPr bwMode="auto">
          <a:xfrm>
            <a:off x="981075" y="1316038"/>
            <a:ext cx="1527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Text Box 14">
            <a:extLst>
              <a:ext uri="{FF2B5EF4-FFF2-40B4-BE49-F238E27FC236}">
                <a16:creationId xmlns:a16="http://schemas.microsoft.com/office/drawing/2014/main" id="{876C8778-234E-EC89-CCBF-1D619D39B4E4}"/>
              </a:ext>
            </a:extLst>
          </p:cNvPr>
          <p:cNvSpPr txBox="1">
            <a:spLocks noChangeArrowheads="1"/>
          </p:cNvSpPr>
          <p:nvPr/>
        </p:nvSpPr>
        <p:spPr bwMode="auto">
          <a:xfrm>
            <a:off x="1646238" y="1643063"/>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17" name="Text Box 15">
            <a:extLst>
              <a:ext uri="{FF2B5EF4-FFF2-40B4-BE49-F238E27FC236}">
                <a16:creationId xmlns:a16="http://schemas.microsoft.com/office/drawing/2014/main" id="{1C66D41B-9E29-F55D-A7FB-4A55471C4970}"/>
              </a:ext>
            </a:extLst>
          </p:cNvPr>
          <p:cNvSpPr txBox="1">
            <a:spLocks noChangeArrowheads="1"/>
          </p:cNvSpPr>
          <p:nvPr/>
        </p:nvSpPr>
        <p:spPr bwMode="auto">
          <a:xfrm>
            <a:off x="1350963" y="1643063"/>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18" name="Text Box 16">
            <a:extLst>
              <a:ext uri="{FF2B5EF4-FFF2-40B4-BE49-F238E27FC236}">
                <a16:creationId xmlns:a16="http://schemas.microsoft.com/office/drawing/2014/main" id="{DEB748FD-34FD-ED3D-FED1-E2D08D4706A1}"/>
              </a:ext>
            </a:extLst>
          </p:cNvPr>
          <p:cNvSpPr txBox="1">
            <a:spLocks noChangeArrowheads="1"/>
          </p:cNvSpPr>
          <p:nvPr/>
        </p:nvSpPr>
        <p:spPr bwMode="auto">
          <a:xfrm>
            <a:off x="2233613" y="1643063"/>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19" name="Text Box 17">
            <a:extLst>
              <a:ext uri="{FF2B5EF4-FFF2-40B4-BE49-F238E27FC236}">
                <a16:creationId xmlns:a16="http://schemas.microsoft.com/office/drawing/2014/main" id="{69F59F55-A655-4FD9-C96B-E98002AB6F89}"/>
              </a:ext>
            </a:extLst>
          </p:cNvPr>
          <p:cNvSpPr txBox="1">
            <a:spLocks noChangeArrowheads="1"/>
          </p:cNvSpPr>
          <p:nvPr/>
        </p:nvSpPr>
        <p:spPr bwMode="auto">
          <a:xfrm>
            <a:off x="1939925" y="1643063"/>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0" name="Text Box 18">
            <a:extLst>
              <a:ext uri="{FF2B5EF4-FFF2-40B4-BE49-F238E27FC236}">
                <a16:creationId xmlns:a16="http://schemas.microsoft.com/office/drawing/2014/main" id="{C6898221-B804-6A80-60A0-44566776AFFE}"/>
              </a:ext>
            </a:extLst>
          </p:cNvPr>
          <p:cNvSpPr txBox="1">
            <a:spLocks noChangeArrowheads="1"/>
          </p:cNvSpPr>
          <p:nvPr/>
        </p:nvSpPr>
        <p:spPr bwMode="auto">
          <a:xfrm>
            <a:off x="1349375" y="26987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1" name="Text Box 19">
            <a:extLst>
              <a:ext uri="{FF2B5EF4-FFF2-40B4-BE49-F238E27FC236}">
                <a16:creationId xmlns:a16="http://schemas.microsoft.com/office/drawing/2014/main" id="{60E311EB-1831-E640-CD3B-18E70CC300F7}"/>
              </a:ext>
            </a:extLst>
          </p:cNvPr>
          <p:cNvSpPr txBox="1">
            <a:spLocks noChangeArrowheads="1"/>
          </p:cNvSpPr>
          <p:nvPr/>
        </p:nvSpPr>
        <p:spPr bwMode="auto">
          <a:xfrm>
            <a:off x="1057275" y="26987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2" name="Text Box 20">
            <a:extLst>
              <a:ext uri="{FF2B5EF4-FFF2-40B4-BE49-F238E27FC236}">
                <a16:creationId xmlns:a16="http://schemas.microsoft.com/office/drawing/2014/main" id="{759D4A01-469E-B59A-5EF5-2A4497E4DA71}"/>
              </a:ext>
            </a:extLst>
          </p:cNvPr>
          <p:cNvSpPr txBox="1">
            <a:spLocks noChangeArrowheads="1"/>
          </p:cNvSpPr>
          <p:nvPr/>
        </p:nvSpPr>
        <p:spPr bwMode="auto">
          <a:xfrm>
            <a:off x="1938338" y="26987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3" name="Text Box 21">
            <a:extLst>
              <a:ext uri="{FF2B5EF4-FFF2-40B4-BE49-F238E27FC236}">
                <a16:creationId xmlns:a16="http://schemas.microsoft.com/office/drawing/2014/main" id="{5E19172A-E8F3-B9B3-CA5B-1828079BC68D}"/>
              </a:ext>
            </a:extLst>
          </p:cNvPr>
          <p:cNvSpPr txBox="1">
            <a:spLocks noChangeArrowheads="1"/>
          </p:cNvSpPr>
          <p:nvPr/>
        </p:nvSpPr>
        <p:spPr bwMode="auto">
          <a:xfrm>
            <a:off x="1644650" y="26987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4" name="Text Box 22">
            <a:extLst>
              <a:ext uri="{FF2B5EF4-FFF2-40B4-BE49-F238E27FC236}">
                <a16:creationId xmlns:a16="http://schemas.microsoft.com/office/drawing/2014/main" id="{4B6F15AF-864B-9515-E409-79DCB9A20594}"/>
              </a:ext>
            </a:extLst>
          </p:cNvPr>
          <p:cNvSpPr txBox="1">
            <a:spLocks noChangeArrowheads="1"/>
          </p:cNvSpPr>
          <p:nvPr/>
        </p:nvSpPr>
        <p:spPr bwMode="auto">
          <a:xfrm>
            <a:off x="1023938" y="386080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5" name="Text Box 23">
            <a:extLst>
              <a:ext uri="{FF2B5EF4-FFF2-40B4-BE49-F238E27FC236}">
                <a16:creationId xmlns:a16="http://schemas.microsoft.com/office/drawing/2014/main" id="{145A5594-0AD1-B980-8B54-C4D9A37A139F}"/>
              </a:ext>
            </a:extLst>
          </p:cNvPr>
          <p:cNvSpPr txBox="1">
            <a:spLocks noChangeArrowheads="1"/>
          </p:cNvSpPr>
          <p:nvPr/>
        </p:nvSpPr>
        <p:spPr bwMode="auto">
          <a:xfrm>
            <a:off x="730250" y="386080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6" name="Text Box 24">
            <a:extLst>
              <a:ext uri="{FF2B5EF4-FFF2-40B4-BE49-F238E27FC236}">
                <a16:creationId xmlns:a16="http://schemas.microsoft.com/office/drawing/2014/main" id="{5D31AE1E-62A4-0878-E600-C2514B4D60AF}"/>
              </a:ext>
            </a:extLst>
          </p:cNvPr>
          <p:cNvSpPr txBox="1">
            <a:spLocks noChangeArrowheads="1"/>
          </p:cNvSpPr>
          <p:nvPr/>
        </p:nvSpPr>
        <p:spPr bwMode="auto">
          <a:xfrm>
            <a:off x="1611313" y="386080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7" name="Text Box 25">
            <a:extLst>
              <a:ext uri="{FF2B5EF4-FFF2-40B4-BE49-F238E27FC236}">
                <a16:creationId xmlns:a16="http://schemas.microsoft.com/office/drawing/2014/main" id="{DA134C51-F4CF-2464-C4C2-B9387604225F}"/>
              </a:ext>
            </a:extLst>
          </p:cNvPr>
          <p:cNvSpPr txBox="1">
            <a:spLocks noChangeArrowheads="1"/>
          </p:cNvSpPr>
          <p:nvPr/>
        </p:nvSpPr>
        <p:spPr bwMode="auto">
          <a:xfrm>
            <a:off x="1316038" y="386080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8" name="Line 30">
            <a:extLst>
              <a:ext uri="{FF2B5EF4-FFF2-40B4-BE49-F238E27FC236}">
                <a16:creationId xmlns:a16="http://schemas.microsoft.com/office/drawing/2014/main" id="{5A7A121F-3FE9-F837-359A-81828AFF557E}"/>
              </a:ext>
            </a:extLst>
          </p:cNvPr>
          <p:cNvSpPr>
            <a:spLocks noChangeShapeType="1"/>
          </p:cNvSpPr>
          <p:nvPr/>
        </p:nvSpPr>
        <p:spPr bwMode="auto">
          <a:xfrm>
            <a:off x="92075" y="5683250"/>
            <a:ext cx="23907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Text Box 31">
            <a:extLst>
              <a:ext uri="{FF2B5EF4-FFF2-40B4-BE49-F238E27FC236}">
                <a16:creationId xmlns:a16="http://schemas.microsoft.com/office/drawing/2014/main" id="{1A938C4C-1163-05DA-CF86-EA2B3D8778A5}"/>
              </a:ext>
            </a:extLst>
          </p:cNvPr>
          <p:cNvSpPr txBox="1">
            <a:spLocks noChangeArrowheads="1"/>
          </p:cNvSpPr>
          <p:nvPr/>
        </p:nvSpPr>
        <p:spPr bwMode="auto">
          <a:xfrm>
            <a:off x="1603375"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2</a:t>
            </a:r>
          </a:p>
        </p:txBody>
      </p:sp>
      <p:sp>
        <p:nvSpPr>
          <p:cNvPr id="30" name="Text Box 32">
            <a:extLst>
              <a:ext uri="{FF2B5EF4-FFF2-40B4-BE49-F238E27FC236}">
                <a16:creationId xmlns:a16="http://schemas.microsoft.com/office/drawing/2014/main" id="{DB5A8BA9-F33A-6706-DCF7-A18917A54EBC}"/>
              </a:ext>
            </a:extLst>
          </p:cNvPr>
          <p:cNvSpPr txBox="1">
            <a:spLocks noChangeArrowheads="1"/>
          </p:cNvSpPr>
          <p:nvPr/>
        </p:nvSpPr>
        <p:spPr bwMode="auto">
          <a:xfrm>
            <a:off x="1309688"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3</a:t>
            </a:r>
          </a:p>
        </p:txBody>
      </p:sp>
      <p:sp>
        <p:nvSpPr>
          <p:cNvPr id="31" name="Text Box 33">
            <a:extLst>
              <a:ext uri="{FF2B5EF4-FFF2-40B4-BE49-F238E27FC236}">
                <a16:creationId xmlns:a16="http://schemas.microsoft.com/office/drawing/2014/main" id="{EFA1E17D-E221-7315-82FA-A110CC830E77}"/>
              </a:ext>
            </a:extLst>
          </p:cNvPr>
          <p:cNvSpPr txBox="1">
            <a:spLocks noChangeArrowheads="1"/>
          </p:cNvSpPr>
          <p:nvPr/>
        </p:nvSpPr>
        <p:spPr bwMode="auto">
          <a:xfrm>
            <a:off x="2190750"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0</a:t>
            </a:r>
          </a:p>
        </p:txBody>
      </p:sp>
      <p:sp>
        <p:nvSpPr>
          <p:cNvPr id="32" name="Text Box 34">
            <a:extLst>
              <a:ext uri="{FF2B5EF4-FFF2-40B4-BE49-F238E27FC236}">
                <a16:creationId xmlns:a16="http://schemas.microsoft.com/office/drawing/2014/main" id="{63745C05-1E8F-73D4-3F3D-318E7C4E5E80}"/>
              </a:ext>
            </a:extLst>
          </p:cNvPr>
          <p:cNvSpPr txBox="1">
            <a:spLocks noChangeArrowheads="1"/>
          </p:cNvSpPr>
          <p:nvPr/>
        </p:nvSpPr>
        <p:spPr bwMode="auto">
          <a:xfrm>
            <a:off x="1895475"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1</a:t>
            </a:r>
          </a:p>
        </p:txBody>
      </p:sp>
      <p:sp>
        <p:nvSpPr>
          <p:cNvPr id="33" name="Text Box 35">
            <a:extLst>
              <a:ext uri="{FF2B5EF4-FFF2-40B4-BE49-F238E27FC236}">
                <a16:creationId xmlns:a16="http://schemas.microsoft.com/office/drawing/2014/main" id="{0A45107F-3A86-6343-1D26-F96CA06EA7E2}"/>
              </a:ext>
            </a:extLst>
          </p:cNvPr>
          <p:cNvSpPr txBox="1">
            <a:spLocks noChangeArrowheads="1"/>
          </p:cNvSpPr>
          <p:nvPr/>
        </p:nvSpPr>
        <p:spPr bwMode="auto">
          <a:xfrm>
            <a:off x="411163"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6</a:t>
            </a:r>
          </a:p>
        </p:txBody>
      </p:sp>
      <p:sp>
        <p:nvSpPr>
          <p:cNvPr id="34" name="Text Box 36">
            <a:extLst>
              <a:ext uri="{FF2B5EF4-FFF2-40B4-BE49-F238E27FC236}">
                <a16:creationId xmlns:a16="http://schemas.microsoft.com/office/drawing/2014/main" id="{ED26A18E-A60C-A45B-36D7-09196F1774E1}"/>
              </a:ext>
            </a:extLst>
          </p:cNvPr>
          <p:cNvSpPr txBox="1">
            <a:spLocks noChangeArrowheads="1"/>
          </p:cNvSpPr>
          <p:nvPr/>
        </p:nvSpPr>
        <p:spPr bwMode="auto">
          <a:xfrm>
            <a:off x="117475"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7</a:t>
            </a:r>
          </a:p>
        </p:txBody>
      </p:sp>
      <p:sp>
        <p:nvSpPr>
          <p:cNvPr id="35" name="Text Box 37">
            <a:extLst>
              <a:ext uri="{FF2B5EF4-FFF2-40B4-BE49-F238E27FC236}">
                <a16:creationId xmlns:a16="http://schemas.microsoft.com/office/drawing/2014/main" id="{01BB0121-1285-92DE-82C7-3EF281D3569B}"/>
              </a:ext>
            </a:extLst>
          </p:cNvPr>
          <p:cNvSpPr txBox="1">
            <a:spLocks noChangeArrowheads="1"/>
          </p:cNvSpPr>
          <p:nvPr/>
        </p:nvSpPr>
        <p:spPr bwMode="auto">
          <a:xfrm>
            <a:off x="996950"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4</a:t>
            </a:r>
          </a:p>
        </p:txBody>
      </p:sp>
      <p:sp>
        <p:nvSpPr>
          <p:cNvPr id="36" name="Text Box 38">
            <a:extLst>
              <a:ext uri="{FF2B5EF4-FFF2-40B4-BE49-F238E27FC236}">
                <a16:creationId xmlns:a16="http://schemas.microsoft.com/office/drawing/2014/main" id="{4E8B0E30-A339-7EAA-520E-8955B2CD91D4}"/>
              </a:ext>
            </a:extLst>
          </p:cNvPr>
          <p:cNvSpPr txBox="1">
            <a:spLocks noChangeArrowheads="1"/>
          </p:cNvSpPr>
          <p:nvPr/>
        </p:nvSpPr>
        <p:spPr bwMode="auto">
          <a:xfrm>
            <a:off x="703263"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5</a:t>
            </a:r>
          </a:p>
        </p:txBody>
      </p:sp>
      <p:sp>
        <p:nvSpPr>
          <p:cNvPr id="37" name="Line 13">
            <a:extLst>
              <a:ext uri="{FF2B5EF4-FFF2-40B4-BE49-F238E27FC236}">
                <a16:creationId xmlns:a16="http://schemas.microsoft.com/office/drawing/2014/main" id="{CE110448-C494-741B-A6B4-C75979039AB5}"/>
              </a:ext>
            </a:extLst>
          </p:cNvPr>
          <p:cNvSpPr>
            <a:spLocks noChangeShapeType="1"/>
          </p:cNvSpPr>
          <p:nvPr/>
        </p:nvSpPr>
        <p:spPr bwMode="auto">
          <a:xfrm>
            <a:off x="981075" y="2008188"/>
            <a:ext cx="1447800" cy="3175"/>
          </a:xfrm>
          <a:prstGeom prst="line">
            <a:avLst/>
          </a:prstGeom>
          <a:noFill/>
          <a:ln w="19050">
            <a:solidFill>
              <a:schemeClr val="tx1">
                <a:lumMod val="50000"/>
                <a:lumOff val="50000"/>
              </a:schemeClr>
            </a:solidFill>
            <a:prstDash val="lgDash"/>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38" name="Text Box 14">
            <a:extLst>
              <a:ext uri="{FF2B5EF4-FFF2-40B4-BE49-F238E27FC236}">
                <a16:creationId xmlns:a16="http://schemas.microsoft.com/office/drawing/2014/main" id="{AF627266-1E93-581A-7143-0A5E4E1F2050}"/>
              </a:ext>
            </a:extLst>
          </p:cNvPr>
          <p:cNvSpPr txBox="1">
            <a:spLocks noChangeArrowheads="1"/>
          </p:cNvSpPr>
          <p:nvPr/>
        </p:nvSpPr>
        <p:spPr bwMode="auto">
          <a:xfrm>
            <a:off x="1633538" y="1971675"/>
            <a:ext cx="128587"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39" name="Text Box 15">
            <a:extLst>
              <a:ext uri="{FF2B5EF4-FFF2-40B4-BE49-F238E27FC236}">
                <a16:creationId xmlns:a16="http://schemas.microsoft.com/office/drawing/2014/main" id="{AB196EDA-D929-BB63-AAD2-71DE927621FE}"/>
              </a:ext>
            </a:extLst>
          </p:cNvPr>
          <p:cNvSpPr txBox="1">
            <a:spLocks noChangeArrowheads="1"/>
          </p:cNvSpPr>
          <p:nvPr/>
        </p:nvSpPr>
        <p:spPr bwMode="auto">
          <a:xfrm>
            <a:off x="1338263" y="1971675"/>
            <a:ext cx="128587"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40" name="Text Box 16">
            <a:extLst>
              <a:ext uri="{FF2B5EF4-FFF2-40B4-BE49-F238E27FC236}">
                <a16:creationId xmlns:a16="http://schemas.microsoft.com/office/drawing/2014/main" id="{F656653D-F023-BA90-ADE7-6D4DD8900950}"/>
              </a:ext>
            </a:extLst>
          </p:cNvPr>
          <p:cNvSpPr txBox="1">
            <a:spLocks noChangeArrowheads="1"/>
          </p:cNvSpPr>
          <p:nvPr/>
        </p:nvSpPr>
        <p:spPr bwMode="auto">
          <a:xfrm>
            <a:off x="2220913" y="1971675"/>
            <a:ext cx="255587"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0</a:t>
            </a:r>
          </a:p>
        </p:txBody>
      </p:sp>
      <p:sp>
        <p:nvSpPr>
          <p:cNvPr id="41" name="Text Box 17">
            <a:extLst>
              <a:ext uri="{FF2B5EF4-FFF2-40B4-BE49-F238E27FC236}">
                <a16:creationId xmlns:a16="http://schemas.microsoft.com/office/drawing/2014/main" id="{77161CFC-D648-0DB1-639C-A3AA59567535}"/>
              </a:ext>
            </a:extLst>
          </p:cNvPr>
          <p:cNvSpPr txBox="1">
            <a:spLocks noChangeArrowheads="1"/>
          </p:cNvSpPr>
          <p:nvPr/>
        </p:nvSpPr>
        <p:spPr bwMode="auto">
          <a:xfrm>
            <a:off x="1927225" y="1971675"/>
            <a:ext cx="128588"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42" name="Line 13">
            <a:extLst>
              <a:ext uri="{FF2B5EF4-FFF2-40B4-BE49-F238E27FC236}">
                <a16:creationId xmlns:a16="http://schemas.microsoft.com/office/drawing/2014/main" id="{90594160-E48F-854D-3074-B9034A99F311}"/>
              </a:ext>
            </a:extLst>
          </p:cNvPr>
          <p:cNvSpPr>
            <a:spLocks noChangeShapeType="1"/>
          </p:cNvSpPr>
          <p:nvPr/>
        </p:nvSpPr>
        <p:spPr bwMode="auto">
          <a:xfrm>
            <a:off x="723900" y="3130550"/>
            <a:ext cx="1377950" cy="4763"/>
          </a:xfrm>
          <a:prstGeom prst="line">
            <a:avLst/>
          </a:prstGeom>
          <a:noFill/>
          <a:ln w="19050">
            <a:solidFill>
              <a:schemeClr val="tx1">
                <a:lumMod val="50000"/>
                <a:lumOff val="50000"/>
              </a:schemeClr>
            </a:solidFill>
            <a:prstDash val="lgDash"/>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43" name="Text Box 14">
            <a:extLst>
              <a:ext uri="{FF2B5EF4-FFF2-40B4-BE49-F238E27FC236}">
                <a16:creationId xmlns:a16="http://schemas.microsoft.com/office/drawing/2014/main" id="{DC600FBF-4223-EC09-FC77-1D749BB427D8}"/>
              </a:ext>
            </a:extLst>
          </p:cNvPr>
          <p:cNvSpPr txBox="1">
            <a:spLocks noChangeArrowheads="1"/>
          </p:cNvSpPr>
          <p:nvPr/>
        </p:nvSpPr>
        <p:spPr bwMode="auto">
          <a:xfrm>
            <a:off x="1322388" y="3079750"/>
            <a:ext cx="127000"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44" name="Text Box 15">
            <a:extLst>
              <a:ext uri="{FF2B5EF4-FFF2-40B4-BE49-F238E27FC236}">
                <a16:creationId xmlns:a16="http://schemas.microsoft.com/office/drawing/2014/main" id="{55951761-0767-349B-B82B-38D5C8899080}"/>
              </a:ext>
            </a:extLst>
          </p:cNvPr>
          <p:cNvSpPr txBox="1">
            <a:spLocks noChangeArrowheads="1"/>
          </p:cNvSpPr>
          <p:nvPr/>
        </p:nvSpPr>
        <p:spPr bwMode="auto">
          <a:xfrm>
            <a:off x="1027113" y="3079750"/>
            <a:ext cx="127000"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45" name="Text Box 16">
            <a:extLst>
              <a:ext uri="{FF2B5EF4-FFF2-40B4-BE49-F238E27FC236}">
                <a16:creationId xmlns:a16="http://schemas.microsoft.com/office/drawing/2014/main" id="{DA45F796-5D8D-E750-5520-BB464287631D}"/>
              </a:ext>
            </a:extLst>
          </p:cNvPr>
          <p:cNvSpPr txBox="1">
            <a:spLocks noChangeArrowheads="1"/>
          </p:cNvSpPr>
          <p:nvPr/>
        </p:nvSpPr>
        <p:spPr bwMode="auto">
          <a:xfrm>
            <a:off x="1909763" y="3062288"/>
            <a:ext cx="255587"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1</a:t>
            </a:r>
          </a:p>
        </p:txBody>
      </p:sp>
      <p:sp>
        <p:nvSpPr>
          <p:cNvPr id="46" name="Text Box 17">
            <a:extLst>
              <a:ext uri="{FF2B5EF4-FFF2-40B4-BE49-F238E27FC236}">
                <a16:creationId xmlns:a16="http://schemas.microsoft.com/office/drawing/2014/main" id="{96CEF333-094D-1081-2D20-EF0303CD39C0}"/>
              </a:ext>
            </a:extLst>
          </p:cNvPr>
          <p:cNvSpPr txBox="1">
            <a:spLocks noChangeArrowheads="1"/>
          </p:cNvSpPr>
          <p:nvPr/>
        </p:nvSpPr>
        <p:spPr bwMode="auto">
          <a:xfrm>
            <a:off x="1616075" y="3079750"/>
            <a:ext cx="127000"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47" name="Text Box 15">
            <a:extLst>
              <a:ext uri="{FF2B5EF4-FFF2-40B4-BE49-F238E27FC236}">
                <a16:creationId xmlns:a16="http://schemas.microsoft.com/office/drawing/2014/main" id="{0B374E84-3E8E-B22C-693E-F14A41A2AD22}"/>
              </a:ext>
            </a:extLst>
          </p:cNvPr>
          <p:cNvSpPr txBox="1">
            <a:spLocks noChangeArrowheads="1"/>
          </p:cNvSpPr>
          <p:nvPr/>
        </p:nvSpPr>
        <p:spPr bwMode="auto">
          <a:xfrm>
            <a:off x="752475" y="3073400"/>
            <a:ext cx="1285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B050"/>
                </a:solidFill>
              </a:rPr>
              <a:t>x</a:t>
            </a:r>
            <a:endParaRPr kumimoji="1" lang="en-US" altLang="zh-CN" sz="2000" baseline="-10000">
              <a:solidFill>
                <a:srgbClr val="00B050"/>
              </a:solidFill>
            </a:endParaRPr>
          </a:p>
        </p:txBody>
      </p:sp>
      <p:sp>
        <p:nvSpPr>
          <p:cNvPr id="48" name="Line 13">
            <a:extLst>
              <a:ext uri="{FF2B5EF4-FFF2-40B4-BE49-F238E27FC236}">
                <a16:creationId xmlns:a16="http://schemas.microsoft.com/office/drawing/2014/main" id="{D59812E8-68CC-D75A-D82B-2CB57F3864D8}"/>
              </a:ext>
            </a:extLst>
          </p:cNvPr>
          <p:cNvSpPr>
            <a:spLocks noChangeShapeType="1"/>
          </p:cNvSpPr>
          <p:nvPr/>
        </p:nvSpPr>
        <p:spPr bwMode="auto">
          <a:xfrm>
            <a:off x="431800" y="4221163"/>
            <a:ext cx="1439863" cy="0"/>
          </a:xfrm>
          <a:prstGeom prst="line">
            <a:avLst/>
          </a:prstGeom>
          <a:noFill/>
          <a:ln w="19050">
            <a:solidFill>
              <a:schemeClr val="tx1">
                <a:lumMod val="50000"/>
                <a:lumOff val="50000"/>
              </a:schemeClr>
            </a:solidFill>
            <a:prstDash val="lgDash"/>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49" name="Text Box 14">
            <a:extLst>
              <a:ext uri="{FF2B5EF4-FFF2-40B4-BE49-F238E27FC236}">
                <a16:creationId xmlns:a16="http://schemas.microsoft.com/office/drawing/2014/main" id="{87CBD518-3DB1-CE66-97A2-91FBFC5E938E}"/>
              </a:ext>
            </a:extLst>
          </p:cNvPr>
          <p:cNvSpPr txBox="1">
            <a:spLocks noChangeArrowheads="1"/>
          </p:cNvSpPr>
          <p:nvPr/>
        </p:nvSpPr>
        <p:spPr bwMode="auto">
          <a:xfrm>
            <a:off x="1009650" y="4175125"/>
            <a:ext cx="1285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50" name="Text Box 15">
            <a:extLst>
              <a:ext uri="{FF2B5EF4-FFF2-40B4-BE49-F238E27FC236}">
                <a16:creationId xmlns:a16="http://schemas.microsoft.com/office/drawing/2014/main" id="{BCB74ED2-5CC0-2628-EB0C-E3356718B963}"/>
              </a:ext>
            </a:extLst>
          </p:cNvPr>
          <p:cNvSpPr txBox="1">
            <a:spLocks noChangeArrowheads="1"/>
          </p:cNvSpPr>
          <p:nvPr/>
        </p:nvSpPr>
        <p:spPr bwMode="auto">
          <a:xfrm>
            <a:off x="714375" y="4175125"/>
            <a:ext cx="1285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51" name="Text Box 16">
            <a:extLst>
              <a:ext uri="{FF2B5EF4-FFF2-40B4-BE49-F238E27FC236}">
                <a16:creationId xmlns:a16="http://schemas.microsoft.com/office/drawing/2014/main" id="{F9AF1B71-8F15-3F41-7FE6-5ED44739146A}"/>
              </a:ext>
            </a:extLst>
          </p:cNvPr>
          <p:cNvSpPr txBox="1">
            <a:spLocks noChangeArrowheads="1"/>
          </p:cNvSpPr>
          <p:nvPr/>
        </p:nvSpPr>
        <p:spPr bwMode="auto">
          <a:xfrm>
            <a:off x="1597025" y="4175125"/>
            <a:ext cx="2555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2</a:t>
            </a:r>
          </a:p>
        </p:txBody>
      </p:sp>
      <p:sp>
        <p:nvSpPr>
          <p:cNvPr id="52" name="Text Box 17">
            <a:extLst>
              <a:ext uri="{FF2B5EF4-FFF2-40B4-BE49-F238E27FC236}">
                <a16:creationId xmlns:a16="http://schemas.microsoft.com/office/drawing/2014/main" id="{0EBD7741-3F6B-4737-F72D-3BD1FB679294}"/>
              </a:ext>
            </a:extLst>
          </p:cNvPr>
          <p:cNvSpPr txBox="1">
            <a:spLocks noChangeArrowheads="1"/>
          </p:cNvSpPr>
          <p:nvPr/>
        </p:nvSpPr>
        <p:spPr bwMode="auto">
          <a:xfrm>
            <a:off x="1303338" y="4175125"/>
            <a:ext cx="128587"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53" name="Text Box 15">
            <a:extLst>
              <a:ext uri="{FF2B5EF4-FFF2-40B4-BE49-F238E27FC236}">
                <a16:creationId xmlns:a16="http://schemas.microsoft.com/office/drawing/2014/main" id="{36AACBC8-4340-4994-F1F4-BDC6143AF704}"/>
              </a:ext>
            </a:extLst>
          </p:cNvPr>
          <p:cNvSpPr txBox="1">
            <a:spLocks noChangeArrowheads="1"/>
          </p:cNvSpPr>
          <p:nvPr/>
        </p:nvSpPr>
        <p:spPr bwMode="auto">
          <a:xfrm>
            <a:off x="439738" y="4168775"/>
            <a:ext cx="128587"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B050"/>
                </a:solidFill>
              </a:rPr>
              <a:t>x</a:t>
            </a:r>
            <a:endParaRPr kumimoji="1" lang="en-US" altLang="zh-CN" sz="2000" baseline="-10000">
              <a:solidFill>
                <a:srgbClr val="00B050"/>
              </a:solidFill>
            </a:endParaRPr>
          </a:p>
        </p:txBody>
      </p:sp>
      <p:sp>
        <p:nvSpPr>
          <p:cNvPr id="54" name="Line 13">
            <a:extLst>
              <a:ext uri="{FF2B5EF4-FFF2-40B4-BE49-F238E27FC236}">
                <a16:creationId xmlns:a16="http://schemas.microsoft.com/office/drawing/2014/main" id="{F87C1782-C21A-0192-BD37-A6FF04C9A550}"/>
              </a:ext>
            </a:extLst>
          </p:cNvPr>
          <p:cNvSpPr>
            <a:spLocks noChangeShapeType="1"/>
          </p:cNvSpPr>
          <p:nvPr/>
        </p:nvSpPr>
        <p:spPr bwMode="auto">
          <a:xfrm>
            <a:off x="125413" y="5289550"/>
            <a:ext cx="1463675" cy="11113"/>
          </a:xfrm>
          <a:prstGeom prst="line">
            <a:avLst/>
          </a:prstGeom>
          <a:noFill/>
          <a:ln w="19050">
            <a:solidFill>
              <a:schemeClr val="tx1">
                <a:lumMod val="50000"/>
                <a:lumOff val="50000"/>
              </a:schemeClr>
            </a:solidFill>
            <a:prstDash val="lgDash"/>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5" name="Text Box 14">
            <a:extLst>
              <a:ext uri="{FF2B5EF4-FFF2-40B4-BE49-F238E27FC236}">
                <a16:creationId xmlns:a16="http://schemas.microsoft.com/office/drawing/2014/main" id="{A36C87F3-56D3-BE83-4BC3-A2F037A2AF3D}"/>
              </a:ext>
            </a:extLst>
          </p:cNvPr>
          <p:cNvSpPr txBox="1">
            <a:spLocks noChangeArrowheads="1"/>
          </p:cNvSpPr>
          <p:nvPr/>
        </p:nvSpPr>
        <p:spPr bwMode="auto">
          <a:xfrm>
            <a:off x="695325" y="5307013"/>
            <a:ext cx="2555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5</a:t>
            </a:r>
          </a:p>
        </p:txBody>
      </p:sp>
      <p:sp>
        <p:nvSpPr>
          <p:cNvPr id="56" name="Text Box 15">
            <a:extLst>
              <a:ext uri="{FF2B5EF4-FFF2-40B4-BE49-F238E27FC236}">
                <a16:creationId xmlns:a16="http://schemas.microsoft.com/office/drawing/2014/main" id="{BDF562A8-CFC0-4D44-FBF0-1CFA0A816C22}"/>
              </a:ext>
            </a:extLst>
          </p:cNvPr>
          <p:cNvSpPr txBox="1">
            <a:spLocks noChangeArrowheads="1"/>
          </p:cNvSpPr>
          <p:nvPr/>
        </p:nvSpPr>
        <p:spPr bwMode="auto">
          <a:xfrm>
            <a:off x="400050" y="5307013"/>
            <a:ext cx="2555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6</a:t>
            </a:r>
          </a:p>
        </p:txBody>
      </p:sp>
      <p:sp>
        <p:nvSpPr>
          <p:cNvPr id="57" name="Text Box 16">
            <a:extLst>
              <a:ext uri="{FF2B5EF4-FFF2-40B4-BE49-F238E27FC236}">
                <a16:creationId xmlns:a16="http://schemas.microsoft.com/office/drawing/2014/main" id="{DC605224-EADA-F33E-1E19-AC67E14BE011}"/>
              </a:ext>
            </a:extLst>
          </p:cNvPr>
          <p:cNvSpPr txBox="1">
            <a:spLocks noChangeArrowheads="1"/>
          </p:cNvSpPr>
          <p:nvPr/>
        </p:nvSpPr>
        <p:spPr bwMode="auto">
          <a:xfrm>
            <a:off x="1282700" y="5307013"/>
            <a:ext cx="2555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3</a:t>
            </a:r>
          </a:p>
        </p:txBody>
      </p:sp>
      <p:sp>
        <p:nvSpPr>
          <p:cNvPr id="58" name="Text Box 17">
            <a:extLst>
              <a:ext uri="{FF2B5EF4-FFF2-40B4-BE49-F238E27FC236}">
                <a16:creationId xmlns:a16="http://schemas.microsoft.com/office/drawing/2014/main" id="{BDCFDC89-48FE-BDDB-B461-90AB839FA327}"/>
              </a:ext>
            </a:extLst>
          </p:cNvPr>
          <p:cNvSpPr txBox="1">
            <a:spLocks noChangeArrowheads="1"/>
          </p:cNvSpPr>
          <p:nvPr/>
        </p:nvSpPr>
        <p:spPr bwMode="auto">
          <a:xfrm>
            <a:off x="989013" y="5307013"/>
            <a:ext cx="2555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4</a:t>
            </a:r>
          </a:p>
        </p:txBody>
      </p:sp>
      <p:sp>
        <p:nvSpPr>
          <p:cNvPr id="59" name="Text Box 15">
            <a:extLst>
              <a:ext uri="{FF2B5EF4-FFF2-40B4-BE49-F238E27FC236}">
                <a16:creationId xmlns:a16="http://schemas.microsoft.com/office/drawing/2014/main" id="{81733803-0996-9A5D-D83D-BAB5163D181E}"/>
              </a:ext>
            </a:extLst>
          </p:cNvPr>
          <p:cNvSpPr txBox="1">
            <a:spLocks noChangeArrowheads="1"/>
          </p:cNvSpPr>
          <p:nvPr/>
        </p:nvSpPr>
        <p:spPr bwMode="auto">
          <a:xfrm>
            <a:off x="125413" y="5300663"/>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B050"/>
                </a:solidFill>
              </a:rPr>
              <a:t>Z</a:t>
            </a:r>
            <a:r>
              <a:rPr kumimoji="1" lang="en-US" altLang="zh-CN" sz="2000" baseline="-25000">
                <a:solidFill>
                  <a:srgbClr val="00B050"/>
                </a:solidFill>
              </a:rPr>
              <a:t>7</a:t>
            </a:r>
          </a:p>
        </p:txBody>
      </p:sp>
      <p:sp>
        <p:nvSpPr>
          <p:cNvPr id="60" name="Text Box 15">
            <a:extLst>
              <a:ext uri="{FF2B5EF4-FFF2-40B4-BE49-F238E27FC236}">
                <a16:creationId xmlns:a16="http://schemas.microsoft.com/office/drawing/2014/main" id="{08D5DCDB-20F6-6EC1-94F8-7493B79CCB1E}"/>
              </a:ext>
            </a:extLst>
          </p:cNvPr>
          <p:cNvSpPr txBox="1">
            <a:spLocks noChangeArrowheads="1"/>
          </p:cNvSpPr>
          <p:nvPr/>
        </p:nvSpPr>
        <p:spPr bwMode="auto">
          <a:xfrm>
            <a:off x="1069975" y="1998663"/>
            <a:ext cx="1285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B050"/>
                </a:solidFill>
              </a:rPr>
              <a:t>0</a:t>
            </a:r>
            <a:endParaRPr kumimoji="1" lang="en-US" altLang="zh-CN" sz="2000" baseline="-10000">
              <a:solidFill>
                <a:srgbClr val="00B050"/>
              </a:solidFill>
            </a:endParaRPr>
          </a:p>
        </p:txBody>
      </p:sp>
      <p:sp>
        <p:nvSpPr>
          <p:cNvPr id="61" name="Text Box 22">
            <a:extLst>
              <a:ext uri="{FF2B5EF4-FFF2-40B4-BE49-F238E27FC236}">
                <a16:creationId xmlns:a16="http://schemas.microsoft.com/office/drawing/2014/main" id="{34EA7C6F-D5F4-63E8-BB72-BA324444AA49}"/>
              </a:ext>
            </a:extLst>
          </p:cNvPr>
          <p:cNvSpPr txBox="1">
            <a:spLocks noChangeArrowheads="1"/>
          </p:cNvSpPr>
          <p:nvPr/>
        </p:nvSpPr>
        <p:spPr bwMode="auto">
          <a:xfrm>
            <a:off x="736600" y="49085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62" name="Text Box 23">
            <a:extLst>
              <a:ext uri="{FF2B5EF4-FFF2-40B4-BE49-F238E27FC236}">
                <a16:creationId xmlns:a16="http://schemas.microsoft.com/office/drawing/2014/main" id="{3EA5DEA8-2163-E7E3-FE38-87802E2BCA9F}"/>
              </a:ext>
            </a:extLst>
          </p:cNvPr>
          <p:cNvSpPr txBox="1">
            <a:spLocks noChangeArrowheads="1"/>
          </p:cNvSpPr>
          <p:nvPr/>
        </p:nvSpPr>
        <p:spPr bwMode="auto">
          <a:xfrm>
            <a:off x="442913" y="49085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63" name="Text Box 24">
            <a:extLst>
              <a:ext uri="{FF2B5EF4-FFF2-40B4-BE49-F238E27FC236}">
                <a16:creationId xmlns:a16="http://schemas.microsoft.com/office/drawing/2014/main" id="{E0857B6E-F503-625F-03E6-0EC294CCFCB2}"/>
              </a:ext>
            </a:extLst>
          </p:cNvPr>
          <p:cNvSpPr txBox="1">
            <a:spLocks noChangeArrowheads="1"/>
          </p:cNvSpPr>
          <p:nvPr/>
        </p:nvSpPr>
        <p:spPr bwMode="auto">
          <a:xfrm>
            <a:off x="1323975" y="49085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64" name="Text Box 25">
            <a:extLst>
              <a:ext uri="{FF2B5EF4-FFF2-40B4-BE49-F238E27FC236}">
                <a16:creationId xmlns:a16="http://schemas.microsoft.com/office/drawing/2014/main" id="{1751419B-F374-F98D-51C7-DE8E2BAA361F}"/>
              </a:ext>
            </a:extLst>
          </p:cNvPr>
          <p:cNvSpPr txBox="1">
            <a:spLocks noChangeArrowheads="1"/>
          </p:cNvSpPr>
          <p:nvPr/>
        </p:nvSpPr>
        <p:spPr bwMode="auto">
          <a:xfrm>
            <a:off x="1028700" y="49085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66" name="文本框 128">
            <a:extLst>
              <a:ext uri="{FF2B5EF4-FFF2-40B4-BE49-F238E27FC236}">
                <a16:creationId xmlns:a16="http://schemas.microsoft.com/office/drawing/2014/main" id="{94D7DAAC-5913-F95E-E156-0092177A7B04}"/>
              </a:ext>
            </a:extLst>
          </p:cNvPr>
          <p:cNvSpPr txBox="1">
            <a:spLocks noChangeArrowheads="1"/>
          </p:cNvSpPr>
          <p:nvPr/>
        </p:nvSpPr>
        <p:spPr bwMode="auto">
          <a:xfrm>
            <a:off x="547688" y="2254250"/>
            <a:ext cx="466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800">
                <a:solidFill>
                  <a:srgbClr val="00B050"/>
                </a:solidFill>
                <a:latin typeface="Arial" panose="020B0604020202020204" pitchFamily="34" charset="0"/>
              </a:rPr>
              <a:t>C</a:t>
            </a:r>
            <a:endParaRPr lang="zh-CN" altLang="en-US" sz="1800">
              <a:solidFill>
                <a:srgbClr val="00B050"/>
              </a:solidFill>
              <a:latin typeface="Arial" panose="020B0604020202020204" pitchFamily="34" charset="0"/>
            </a:endParaRPr>
          </a:p>
        </p:txBody>
      </p:sp>
      <p:sp>
        <p:nvSpPr>
          <p:cNvPr id="67" name="平行四边形 66">
            <a:extLst>
              <a:ext uri="{FF2B5EF4-FFF2-40B4-BE49-F238E27FC236}">
                <a16:creationId xmlns:a16="http://schemas.microsoft.com/office/drawing/2014/main" id="{EFFD9B3E-8835-A724-7133-B3B2F8384305}"/>
              </a:ext>
            </a:extLst>
          </p:cNvPr>
          <p:cNvSpPr/>
          <p:nvPr/>
        </p:nvSpPr>
        <p:spPr>
          <a:xfrm>
            <a:off x="15875" y="1989138"/>
            <a:ext cx="1279525" cy="3684587"/>
          </a:xfrm>
          <a:prstGeom prst="parallelogram">
            <a:avLst>
              <a:gd name="adj" fmla="val 79903"/>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extLst>
      <p:ext uri="{BB962C8B-B14F-4D97-AF65-F5344CB8AC3E}">
        <p14:creationId xmlns:p14="http://schemas.microsoft.com/office/powerpoint/2010/main" val="3607036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3F04D3-823D-A470-8514-358A687EB66E}"/>
              </a:ext>
            </a:extLst>
          </p:cNvPr>
          <p:cNvSpPr>
            <a:spLocks noGrp="1"/>
          </p:cNvSpPr>
          <p:nvPr>
            <p:ph type="title"/>
          </p:nvPr>
        </p:nvSpPr>
        <p:spPr/>
        <p:txBody>
          <a:bodyPr>
            <a:normAutofit fontScale="90000"/>
          </a:bodyPr>
          <a:lstStyle/>
          <a:p>
            <a:pPr eaLnBrk="1" hangingPunct="1">
              <a:lnSpc>
                <a:spcPct val="110000"/>
              </a:lnSpc>
              <a:spcAft>
                <a:spcPct val="10000"/>
              </a:spcAft>
            </a:pPr>
            <a:r>
              <a:rPr kumimoji="1" lang="en-US" altLang="zh-CN" sz="3200" dirty="0"/>
              <a:t>Z = X </a:t>
            </a:r>
            <a:r>
              <a:rPr kumimoji="1" lang="en-US" altLang="zh-CN" sz="3200" dirty="0">
                <a:latin typeface="Arial" panose="020B0604020202020204" pitchFamily="34" charset="0"/>
              </a:rPr>
              <a:t>× </a:t>
            </a:r>
            <a:r>
              <a:rPr kumimoji="1" lang="en-US" altLang="zh-CN" sz="3200" dirty="0"/>
              <a:t>Y</a:t>
            </a:r>
            <a:r>
              <a:rPr kumimoji="1" lang="zh-CN" altLang="en-US" sz="3200" dirty="0"/>
              <a:t>：</a:t>
            </a:r>
            <a:r>
              <a:rPr kumimoji="1" lang="en-US" altLang="zh-CN" sz="3200" dirty="0"/>
              <a:t>4</a:t>
            </a:r>
            <a:r>
              <a:rPr kumimoji="1" lang="zh-CN" altLang="en-US" sz="3200" dirty="0"/>
              <a:t>次（相加</a:t>
            </a:r>
            <a:r>
              <a:rPr kumimoji="1" lang="en-US" altLang="zh-CN" sz="3200" dirty="0"/>
              <a:t>+</a:t>
            </a:r>
            <a:r>
              <a:rPr kumimoji="1" lang="zh-CN" altLang="en-US" sz="3200" dirty="0"/>
              <a:t>移位）</a:t>
            </a:r>
            <a:endParaRPr kumimoji="1" lang="zh-CN" altLang="en-US" dirty="0"/>
          </a:p>
        </p:txBody>
      </p:sp>
      <p:sp>
        <p:nvSpPr>
          <p:cNvPr id="4" name="页脚占位符 3">
            <a:extLst>
              <a:ext uri="{FF2B5EF4-FFF2-40B4-BE49-F238E27FC236}">
                <a16:creationId xmlns:a16="http://schemas.microsoft.com/office/drawing/2014/main" id="{52513884-C6C1-9553-8652-99ADEC6D5B2F}"/>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4955783B-9651-1BA1-4C00-A56CB575D5C9}"/>
              </a:ext>
            </a:extLst>
          </p:cNvPr>
          <p:cNvSpPr>
            <a:spLocks noGrp="1"/>
          </p:cNvSpPr>
          <p:nvPr>
            <p:ph type="sldNum" sz="quarter" idx="12"/>
          </p:nvPr>
        </p:nvSpPr>
        <p:spPr/>
        <p:txBody>
          <a:bodyPr/>
          <a:lstStyle/>
          <a:p>
            <a:fld id="{9E260BC5-5BF3-8746-862B-DC45E9CAA88B}" type="slidenum">
              <a:rPr lang="en-US" smtClean="0"/>
              <a:pPr/>
              <a:t>13</a:t>
            </a:fld>
            <a:r>
              <a:rPr lang="en-US" altLang="zh-CN" dirty="0"/>
              <a:t>/34</a:t>
            </a:r>
            <a:endParaRPr lang="en-US" dirty="0"/>
          </a:p>
        </p:txBody>
      </p:sp>
      <p:sp>
        <p:nvSpPr>
          <p:cNvPr id="6" name="Text Box 4">
            <a:extLst>
              <a:ext uri="{FF2B5EF4-FFF2-40B4-BE49-F238E27FC236}">
                <a16:creationId xmlns:a16="http://schemas.microsoft.com/office/drawing/2014/main" id="{6D0F2F0B-19FA-4588-E1B4-7DCF3083931F}"/>
              </a:ext>
            </a:extLst>
          </p:cNvPr>
          <p:cNvSpPr txBox="1">
            <a:spLocks noChangeArrowheads="1"/>
          </p:cNvSpPr>
          <p:nvPr/>
        </p:nvSpPr>
        <p:spPr bwMode="auto">
          <a:xfrm>
            <a:off x="1639888"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2</a:t>
            </a:r>
          </a:p>
        </p:txBody>
      </p:sp>
      <p:sp>
        <p:nvSpPr>
          <p:cNvPr id="7" name="Text Box 5">
            <a:extLst>
              <a:ext uri="{FF2B5EF4-FFF2-40B4-BE49-F238E27FC236}">
                <a16:creationId xmlns:a16="http://schemas.microsoft.com/office/drawing/2014/main" id="{A81AA489-093A-011E-DF97-F8CB9D879AFC}"/>
              </a:ext>
            </a:extLst>
          </p:cNvPr>
          <p:cNvSpPr txBox="1">
            <a:spLocks noChangeArrowheads="1"/>
          </p:cNvSpPr>
          <p:nvPr/>
        </p:nvSpPr>
        <p:spPr bwMode="auto">
          <a:xfrm>
            <a:off x="1346200"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3</a:t>
            </a:r>
          </a:p>
        </p:txBody>
      </p:sp>
      <p:sp>
        <p:nvSpPr>
          <p:cNvPr id="8" name="Text Box 6">
            <a:extLst>
              <a:ext uri="{FF2B5EF4-FFF2-40B4-BE49-F238E27FC236}">
                <a16:creationId xmlns:a16="http://schemas.microsoft.com/office/drawing/2014/main" id="{FAB7504B-87D8-09F9-ED1E-11A58FFC84A3}"/>
              </a:ext>
            </a:extLst>
          </p:cNvPr>
          <p:cNvSpPr txBox="1">
            <a:spLocks noChangeArrowheads="1"/>
          </p:cNvSpPr>
          <p:nvPr/>
        </p:nvSpPr>
        <p:spPr bwMode="auto">
          <a:xfrm>
            <a:off x="2228850"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0</a:t>
            </a:r>
          </a:p>
        </p:txBody>
      </p:sp>
      <p:sp>
        <p:nvSpPr>
          <p:cNvPr id="9" name="Text Box 7">
            <a:extLst>
              <a:ext uri="{FF2B5EF4-FFF2-40B4-BE49-F238E27FC236}">
                <a16:creationId xmlns:a16="http://schemas.microsoft.com/office/drawing/2014/main" id="{23E4D3A1-93CB-2A2C-4696-03AC4BD3CE5B}"/>
              </a:ext>
            </a:extLst>
          </p:cNvPr>
          <p:cNvSpPr txBox="1">
            <a:spLocks noChangeArrowheads="1"/>
          </p:cNvSpPr>
          <p:nvPr/>
        </p:nvSpPr>
        <p:spPr bwMode="auto">
          <a:xfrm>
            <a:off x="1933575"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1</a:t>
            </a:r>
          </a:p>
        </p:txBody>
      </p:sp>
      <p:sp>
        <p:nvSpPr>
          <p:cNvPr id="10" name="Text Box 8">
            <a:extLst>
              <a:ext uri="{FF2B5EF4-FFF2-40B4-BE49-F238E27FC236}">
                <a16:creationId xmlns:a16="http://schemas.microsoft.com/office/drawing/2014/main" id="{07725AD7-BE7B-0BB6-2F67-392DF5F1BBB4}"/>
              </a:ext>
            </a:extLst>
          </p:cNvPr>
          <p:cNvSpPr txBox="1">
            <a:spLocks noChangeArrowheads="1"/>
          </p:cNvSpPr>
          <p:nvPr/>
        </p:nvSpPr>
        <p:spPr bwMode="auto">
          <a:xfrm>
            <a:off x="1628775"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2</a:t>
            </a:r>
          </a:p>
        </p:txBody>
      </p:sp>
      <p:sp>
        <p:nvSpPr>
          <p:cNvPr id="11" name="Text Box 9">
            <a:extLst>
              <a:ext uri="{FF2B5EF4-FFF2-40B4-BE49-F238E27FC236}">
                <a16:creationId xmlns:a16="http://schemas.microsoft.com/office/drawing/2014/main" id="{FC2B680B-6E9B-63B4-66E8-B348CD4901A9}"/>
              </a:ext>
            </a:extLst>
          </p:cNvPr>
          <p:cNvSpPr txBox="1">
            <a:spLocks noChangeArrowheads="1"/>
          </p:cNvSpPr>
          <p:nvPr/>
        </p:nvSpPr>
        <p:spPr bwMode="auto">
          <a:xfrm>
            <a:off x="1335088"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3</a:t>
            </a:r>
          </a:p>
        </p:txBody>
      </p:sp>
      <p:sp>
        <p:nvSpPr>
          <p:cNvPr id="12" name="Text Box 10">
            <a:extLst>
              <a:ext uri="{FF2B5EF4-FFF2-40B4-BE49-F238E27FC236}">
                <a16:creationId xmlns:a16="http://schemas.microsoft.com/office/drawing/2014/main" id="{F0ECA7B5-A6DF-2BDB-9841-0DA97DC8D55F}"/>
              </a:ext>
            </a:extLst>
          </p:cNvPr>
          <p:cNvSpPr txBox="1">
            <a:spLocks noChangeArrowheads="1"/>
          </p:cNvSpPr>
          <p:nvPr/>
        </p:nvSpPr>
        <p:spPr bwMode="auto">
          <a:xfrm>
            <a:off x="2216150"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0</a:t>
            </a:r>
          </a:p>
        </p:txBody>
      </p:sp>
      <p:sp>
        <p:nvSpPr>
          <p:cNvPr id="13" name="Text Box 11">
            <a:extLst>
              <a:ext uri="{FF2B5EF4-FFF2-40B4-BE49-F238E27FC236}">
                <a16:creationId xmlns:a16="http://schemas.microsoft.com/office/drawing/2014/main" id="{DF000CDD-5798-15F3-0C4D-9BE29F4D266A}"/>
              </a:ext>
            </a:extLst>
          </p:cNvPr>
          <p:cNvSpPr txBox="1">
            <a:spLocks noChangeArrowheads="1"/>
          </p:cNvSpPr>
          <p:nvPr/>
        </p:nvSpPr>
        <p:spPr bwMode="auto">
          <a:xfrm>
            <a:off x="1920875"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1</a:t>
            </a:r>
          </a:p>
        </p:txBody>
      </p:sp>
      <p:sp>
        <p:nvSpPr>
          <p:cNvPr id="14" name="Text Box 12">
            <a:extLst>
              <a:ext uri="{FF2B5EF4-FFF2-40B4-BE49-F238E27FC236}">
                <a16:creationId xmlns:a16="http://schemas.microsoft.com/office/drawing/2014/main" id="{888B25DF-1346-A255-C56D-6FF603D98BFC}"/>
              </a:ext>
            </a:extLst>
          </p:cNvPr>
          <p:cNvSpPr txBox="1">
            <a:spLocks noChangeArrowheads="1"/>
          </p:cNvSpPr>
          <p:nvPr/>
        </p:nvSpPr>
        <p:spPr bwMode="auto">
          <a:xfrm>
            <a:off x="1012825" y="955675"/>
            <a:ext cx="254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latin typeface="Arial" panose="020B0604020202020204" pitchFamily="34" charset="0"/>
              </a:rPr>
              <a:t>×</a:t>
            </a:r>
          </a:p>
        </p:txBody>
      </p:sp>
      <p:sp>
        <p:nvSpPr>
          <p:cNvPr id="15" name="Line 13">
            <a:extLst>
              <a:ext uri="{FF2B5EF4-FFF2-40B4-BE49-F238E27FC236}">
                <a16:creationId xmlns:a16="http://schemas.microsoft.com/office/drawing/2014/main" id="{AA79344F-54E4-DF85-F8D1-AFBF11A2B873}"/>
              </a:ext>
            </a:extLst>
          </p:cNvPr>
          <p:cNvSpPr>
            <a:spLocks noChangeShapeType="1"/>
          </p:cNvSpPr>
          <p:nvPr/>
        </p:nvSpPr>
        <p:spPr bwMode="auto">
          <a:xfrm>
            <a:off x="981075" y="1316038"/>
            <a:ext cx="1527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Text Box 14">
            <a:extLst>
              <a:ext uri="{FF2B5EF4-FFF2-40B4-BE49-F238E27FC236}">
                <a16:creationId xmlns:a16="http://schemas.microsoft.com/office/drawing/2014/main" id="{DF79C5CA-6A8C-5544-BDC9-4E5D5DEEFC37}"/>
              </a:ext>
            </a:extLst>
          </p:cNvPr>
          <p:cNvSpPr txBox="1">
            <a:spLocks noChangeArrowheads="1"/>
          </p:cNvSpPr>
          <p:nvPr/>
        </p:nvSpPr>
        <p:spPr bwMode="auto">
          <a:xfrm>
            <a:off x="1646238" y="1643063"/>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17" name="Text Box 15">
            <a:extLst>
              <a:ext uri="{FF2B5EF4-FFF2-40B4-BE49-F238E27FC236}">
                <a16:creationId xmlns:a16="http://schemas.microsoft.com/office/drawing/2014/main" id="{518648C3-580E-9553-D1F5-FB74C58B4D37}"/>
              </a:ext>
            </a:extLst>
          </p:cNvPr>
          <p:cNvSpPr txBox="1">
            <a:spLocks noChangeArrowheads="1"/>
          </p:cNvSpPr>
          <p:nvPr/>
        </p:nvSpPr>
        <p:spPr bwMode="auto">
          <a:xfrm>
            <a:off x="1350963" y="1643063"/>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18" name="Text Box 16">
            <a:extLst>
              <a:ext uri="{FF2B5EF4-FFF2-40B4-BE49-F238E27FC236}">
                <a16:creationId xmlns:a16="http://schemas.microsoft.com/office/drawing/2014/main" id="{9924AB2E-1DE4-948D-D91E-7AB974F32821}"/>
              </a:ext>
            </a:extLst>
          </p:cNvPr>
          <p:cNvSpPr txBox="1">
            <a:spLocks noChangeArrowheads="1"/>
          </p:cNvSpPr>
          <p:nvPr/>
        </p:nvSpPr>
        <p:spPr bwMode="auto">
          <a:xfrm>
            <a:off x="2233613" y="1643063"/>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19" name="Text Box 17">
            <a:extLst>
              <a:ext uri="{FF2B5EF4-FFF2-40B4-BE49-F238E27FC236}">
                <a16:creationId xmlns:a16="http://schemas.microsoft.com/office/drawing/2014/main" id="{CCECA75A-1D5C-4F33-E67C-4B8A18B3FA18}"/>
              </a:ext>
            </a:extLst>
          </p:cNvPr>
          <p:cNvSpPr txBox="1">
            <a:spLocks noChangeArrowheads="1"/>
          </p:cNvSpPr>
          <p:nvPr/>
        </p:nvSpPr>
        <p:spPr bwMode="auto">
          <a:xfrm>
            <a:off x="1939925" y="1643063"/>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0" name="Text Box 18">
            <a:extLst>
              <a:ext uri="{FF2B5EF4-FFF2-40B4-BE49-F238E27FC236}">
                <a16:creationId xmlns:a16="http://schemas.microsoft.com/office/drawing/2014/main" id="{6DFDA76E-1BA8-DB1C-A4FC-EEAB756DEBE5}"/>
              </a:ext>
            </a:extLst>
          </p:cNvPr>
          <p:cNvSpPr txBox="1">
            <a:spLocks noChangeArrowheads="1"/>
          </p:cNvSpPr>
          <p:nvPr/>
        </p:nvSpPr>
        <p:spPr bwMode="auto">
          <a:xfrm>
            <a:off x="1349375" y="26987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1" name="Text Box 19">
            <a:extLst>
              <a:ext uri="{FF2B5EF4-FFF2-40B4-BE49-F238E27FC236}">
                <a16:creationId xmlns:a16="http://schemas.microsoft.com/office/drawing/2014/main" id="{A24C05A8-2752-6040-1B90-21B5AA926EA3}"/>
              </a:ext>
            </a:extLst>
          </p:cNvPr>
          <p:cNvSpPr txBox="1">
            <a:spLocks noChangeArrowheads="1"/>
          </p:cNvSpPr>
          <p:nvPr/>
        </p:nvSpPr>
        <p:spPr bwMode="auto">
          <a:xfrm>
            <a:off x="1057275" y="26987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2" name="Text Box 20">
            <a:extLst>
              <a:ext uri="{FF2B5EF4-FFF2-40B4-BE49-F238E27FC236}">
                <a16:creationId xmlns:a16="http://schemas.microsoft.com/office/drawing/2014/main" id="{C61A506B-2DCA-1568-B6C8-95A1E457211A}"/>
              </a:ext>
            </a:extLst>
          </p:cNvPr>
          <p:cNvSpPr txBox="1">
            <a:spLocks noChangeArrowheads="1"/>
          </p:cNvSpPr>
          <p:nvPr/>
        </p:nvSpPr>
        <p:spPr bwMode="auto">
          <a:xfrm>
            <a:off x="1938338" y="26987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3" name="Text Box 21">
            <a:extLst>
              <a:ext uri="{FF2B5EF4-FFF2-40B4-BE49-F238E27FC236}">
                <a16:creationId xmlns:a16="http://schemas.microsoft.com/office/drawing/2014/main" id="{506A05E1-58B6-B5BE-69B9-59A3F2D53AA4}"/>
              </a:ext>
            </a:extLst>
          </p:cNvPr>
          <p:cNvSpPr txBox="1">
            <a:spLocks noChangeArrowheads="1"/>
          </p:cNvSpPr>
          <p:nvPr/>
        </p:nvSpPr>
        <p:spPr bwMode="auto">
          <a:xfrm>
            <a:off x="1644650" y="26987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4" name="Text Box 22">
            <a:extLst>
              <a:ext uri="{FF2B5EF4-FFF2-40B4-BE49-F238E27FC236}">
                <a16:creationId xmlns:a16="http://schemas.microsoft.com/office/drawing/2014/main" id="{66B897E0-5A39-65C4-A67B-0FCAE179B26B}"/>
              </a:ext>
            </a:extLst>
          </p:cNvPr>
          <p:cNvSpPr txBox="1">
            <a:spLocks noChangeArrowheads="1"/>
          </p:cNvSpPr>
          <p:nvPr/>
        </p:nvSpPr>
        <p:spPr bwMode="auto">
          <a:xfrm>
            <a:off x="1023938" y="386080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5" name="Text Box 23">
            <a:extLst>
              <a:ext uri="{FF2B5EF4-FFF2-40B4-BE49-F238E27FC236}">
                <a16:creationId xmlns:a16="http://schemas.microsoft.com/office/drawing/2014/main" id="{41F640F5-AA32-D4CE-9005-6D4A21E14EC2}"/>
              </a:ext>
            </a:extLst>
          </p:cNvPr>
          <p:cNvSpPr txBox="1">
            <a:spLocks noChangeArrowheads="1"/>
          </p:cNvSpPr>
          <p:nvPr/>
        </p:nvSpPr>
        <p:spPr bwMode="auto">
          <a:xfrm>
            <a:off x="730250" y="386080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6" name="Text Box 24">
            <a:extLst>
              <a:ext uri="{FF2B5EF4-FFF2-40B4-BE49-F238E27FC236}">
                <a16:creationId xmlns:a16="http://schemas.microsoft.com/office/drawing/2014/main" id="{9D27A10F-DBE5-05AB-73CE-10CCD6479D9C}"/>
              </a:ext>
            </a:extLst>
          </p:cNvPr>
          <p:cNvSpPr txBox="1">
            <a:spLocks noChangeArrowheads="1"/>
          </p:cNvSpPr>
          <p:nvPr/>
        </p:nvSpPr>
        <p:spPr bwMode="auto">
          <a:xfrm>
            <a:off x="1611313" y="386080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7" name="Text Box 25">
            <a:extLst>
              <a:ext uri="{FF2B5EF4-FFF2-40B4-BE49-F238E27FC236}">
                <a16:creationId xmlns:a16="http://schemas.microsoft.com/office/drawing/2014/main" id="{F9D215C9-68AA-C980-22C4-87C5650104F0}"/>
              </a:ext>
            </a:extLst>
          </p:cNvPr>
          <p:cNvSpPr txBox="1">
            <a:spLocks noChangeArrowheads="1"/>
          </p:cNvSpPr>
          <p:nvPr/>
        </p:nvSpPr>
        <p:spPr bwMode="auto">
          <a:xfrm>
            <a:off x="1316038" y="386080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8" name="Line 30">
            <a:extLst>
              <a:ext uri="{FF2B5EF4-FFF2-40B4-BE49-F238E27FC236}">
                <a16:creationId xmlns:a16="http://schemas.microsoft.com/office/drawing/2014/main" id="{73E94948-C30B-3EFE-CB26-92C5D5CC9BAB}"/>
              </a:ext>
            </a:extLst>
          </p:cNvPr>
          <p:cNvSpPr>
            <a:spLocks noChangeShapeType="1"/>
          </p:cNvSpPr>
          <p:nvPr/>
        </p:nvSpPr>
        <p:spPr bwMode="auto">
          <a:xfrm>
            <a:off x="92075" y="5683250"/>
            <a:ext cx="23907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Text Box 31">
            <a:extLst>
              <a:ext uri="{FF2B5EF4-FFF2-40B4-BE49-F238E27FC236}">
                <a16:creationId xmlns:a16="http://schemas.microsoft.com/office/drawing/2014/main" id="{1C914A64-9207-74ED-213D-222AD1654A65}"/>
              </a:ext>
            </a:extLst>
          </p:cNvPr>
          <p:cNvSpPr txBox="1">
            <a:spLocks noChangeArrowheads="1"/>
          </p:cNvSpPr>
          <p:nvPr/>
        </p:nvSpPr>
        <p:spPr bwMode="auto">
          <a:xfrm>
            <a:off x="1603375"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2</a:t>
            </a:r>
          </a:p>
        </p:txBody>
      </p:sp>
      <p:sp>
        <p:nvSpPr>
          <p:cNvPr id="30" name="Text Box 32">
            <a:extLst>
              <a:ext uri="{FF2B5EF4-FFF2-40B4-BE49-F238E27FC236}">
                <a16:creationId xmlns:a16="http://schemas.microsoft.com/office/drawing/2014/main" id="{030385BA-13D5-BE49-913A-90501EAB9180}"/>
              </a:ext>
            </a:extLst>
          </p:cNvPr>
          <p:cNvSpPr txBox="1">
            <a:spLocks noChangeArrowheads="1"/>
          </p:cNvSpPr>
          <p:nvPr/>
        </p:nvSpPr>
        <p:spPr bwMode="auto">
          <a:xfrm>
            <a:off x="1309688"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3</a:t>
            </a:r>
          </a:p>
        </p:txBody>
      </p:sp>
      <p:sp>
        <p:nvSpPr>
          <p:cNvPr id="31" name="Text Box 33">
            <a:extLst>
              <a:ext uri="{FF2B5EF4-FFF2-40B4-BE49-F238E27FC236}">
                <a16:creationId xmlns:a16="http://schemas.microsoft.com/office/drawing/2014/main" id="{9F961969-DD79-2E24-B22A-C70CCED1EE00}"/>
              </a:ext>
            </a:extLst>
          </p:cNvPr>
          <p:cNvSpPr txBox="1">
            <a:spLocks noChangeArrowheads="1"/>
          </p:cNvSpPr>
          <p:nvPr/>
        </p:nvSpPr>
        <p:spPr bwMode="auto">
          <a:xfrm>
            <a:off x="2190750"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0</a:t>
            </a:r>
          </a:p>
        </p:txBody>
      </p:sp>
      <p:sp>
        <p:nvSpPr>
          <p:cNvPr id="32" name="Text Box 34">
            <a:extLst>
              <a:ext uri="{FF2B5EF4-FFF2-40B4-BE49-F238E27FC236}">
                <a16:creationId xmlns:a16="http://schemas.microsoft.com/office/drawing/2014/main" id="{99A76F6B-1202-AD45-E234-D7AA67D2F99A}"/>
              </a:ext>
            </a:extLst>
          </p:cNvPr>
          <p:cNvSpPr txBox="1">
            <a:spLocks noChangeArrowheads="1"/>
          </p:cNvSpPr>
          <p:nvPr/>
        </p:nvSpPr>
        <p:spPr bwMode="auto">
          <a:xfrm>
            <a:off x="1895475"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1</a:t>
            </a:r>
          </a:p>
        </p:txBody>
      </p:sp>
      <p:sp>
        <p:nvSpPr>
          <p:cNvPr id="33" name="Text Box 35">
            <a:extLst>
              <a:ext uri="{FF2B5EF4-FFF2-40B4-BE49-F238E27FC236}">
                <a16:creationId xmlns:a16="http://schemas.microsoft.com/office/drawing/2014/main" id="{0E45A787-885F-E6DA-EB09-4981DB9870C2}"/>
              </a:ext>
            </a:extLst>
          </p:cNvPr>
          <p:cNvSpPr txBox="1">
            <a:spLocks noChangeArrowheads="1"/>
          </p:cNvSpPr>
          <p:nvPr/>
        </p:nvSpPr>
        <p:spPr bwMode="auto">
          <a:xfrm>
            <a:off x="411163"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6</a:t>
            </a:r>
          </a:p>
        </p:txBody>
      </p:sp>
      <p:sp>
        <p:nvSpPr>
          <p:cNvPr id="34" name="Text Box 36">
            <a:extLst>
              <a:ext uri="{FF2B5EF4-FFF2-40B4-BE49-F238E27FC236}">
                <a16:creationId xmlns:a16="http://schemas.microsoft.com/office/drawing/2014/main" id="{5B0BE656-4349-F454-BC88-377EFEBA2E17}"/>
              </a:ext>
            </a:extLst>
          </p:cNvPr>
          <p:cNvSpPr txBox="1">
            <a:spLocks noChangeArrowheads="1"/>
          </p:cNvSpPr>
          <p:nvPr/>
        </p:nvSpPr>
        <p:spPr bwMode="auto">
          <a:xfrm>
            <a:off x="117475"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7</a:t>
            </a:r>
          </a:p>
        </p:txBody>
      </p:sp>
      <p:sp>
        <p:nvSpPr>
          <p:cNvPr id="35" name="Text Box 37">
            <a:extLst>
              <a:ext uri="{FF2B5EF4-FFF2-40B4-BE49-F238E27FC236}">
                <a16:creationId xmlns:a16="http://schemas.microsoft.com/office/drawing/2014/main" id="{90DE2305-0A9F-092E-8052-E78E53F842BE}"/>
              </a:ext>
            </a:extLst>
          </p:cNvPr>
          <p:cNvSpPr txBox="1">
            <a:spLocks noChangeArrowheads="1"/>
          </p:cNvSpPr>
          <p:nvPr/>
        </p:nvSpPr>
        <p:spPr bwMode="auto">
          <a:xfrm>
            <a:off x="996950"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4</a:t>
            </a:r>
          </a:p>
        </p:txBody>
      </p:sp>
      <p:sp>
        <p:nvSpPr>
          <p:cNvPr id="36" name="Text Box 38">
            <a:extLst>
              <a:ext uri="{FF2B5EF4-FFF2-40B4-BE49-F238E27FC236}">
                <a16:creationId xmlns:a16="http://schemas.microsoft.com/office/drawing/2014/main" id="{3935126A-3C64-C8B6-03AF-E07CABD99F77}"/>
              </a:ext>
            </a:extLst>
          </p:cNvPr>
          <p:cNvSpPr txBox="1">
            <a:spLocks noChangeArrowheads="1"/>
          </p:cNvSpPr>
          <p:nvPr/>
        </p:nvSpPr>
        <p:spPr bwMode="auto">
          <a:xfrm>
            <a:off x="703263"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5</a:t>
            </a:r>
          </a:p>
        </p:txBody>
      </p:sp>
      <p:grpSp>
        <p:nvGrpSpPr>
          <p:cNvPr id="37" name="Group 102">
            <a:extLst>
              <a:ext uri="{FF2B5EF4-FFF2-40B4-BE49-F238E27FC236}">
                <a16:creationId xmlns:a16="http://schemas.microsoft.com/office/drawing/2014/main" id="{FDBF4FDE-C612-943B-337C-FC77079F55C4}"/>
              </a:ext>
            </a:extLst>
          </p:cNvPr>
          <p:cNvGrpSpPr>
            <a:grpSpLocks/>
          </p:cNvGrpSpPr>
          <p:nvPr/>
        </p:nvGrpSpPr>
        <p:grpSpPr bwMode="auto">
          <a:xfrm>
            <a:off x="2616200" y="549275"/>
            <a:ext cx="185738" cy="735013"/>
            <a:chOff x="2071" y="1638"/>
            <a:chExt cx="117" cy="463"/>
          </a:xfrm>
        </p:grpSpPr>
        <p:sp>
          <p:nvSpPr>
            <p:cNvPr id="38" name="Text Box 84">
              <a:extLst>
                <a:ext uri="{FF2B5EF4-FFF2-40B4-BE49-F238E27FC236}">
                  <a16:creationId xmlns:a16="http://schemas.microsoft.com/office/drawing/2014/main" id="{FB013214-4C59-08D0-2F65-813174A7BBBE}"/>
                </a:ext>
              </a:extLst>
            </p:cNvPr>
            <p:cNvSpPr txBox="1">
              <a:spLocks noChangeArrowheads="1"/>
            </p:cNvSpPr>
            <p:nvPr/>
          </p:nvSpPr>
          <p:spPr bwMode="auto">
            <a:xfrm>
              <a:off x="2071" y="1638"/>
              <a:ext cx="117"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D</a:t>
              </a:r>
            </a:p>
          </p:txBody>
        </p:sp>
        <p:sp>
          <p:nvSpPr>
            <p:cNvPr id="39" name="Text Box 85">
              <a:extLst>
                <a:ext uri="{FF2B5EF4-FFF2-40B4-BE49-F238E27FC236}">
                  <a16:creationId xmlns:a16="http://schemas.microsoft.com/office/drawing/2014/main" id="{7D4834DE-6486-E535-A009-431F92DE661F}"/>
                </a:ext>
              </a:extLst>
            </p:cNvPr>
            <p:cNvSpPr txBox="1">
              <a:spLocks noChangeArrowheads="1"/>
            </p:cNvSpPr>
            <p:nvPr/>
          </p:nvSpPr>
          <p:spPr bwMode="auto">
            <a:xfrm>
              <a:off x="2071" y="1903"/>
              <a:ext cx="108"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B</a:t>
              </a:r>
            </a:p>
          </p:txBody>
        </p:sp>
      </p:grpSp>
      <p:sp>
        <p:nvSpPr>
          <p:cNvPr id="40" name="Text Box 14">
            <a:extLst>
              <a:ext uri="{FF2B5EF4-FFF2-40B4-BE49-F238E27FC236}">
                <a16:creationId xmlns:a16="http://schemas.microsoft.com/office/drawing/2014/main" id="{03461858-5F2B-0E17-BC84-538B7682D852}"/>
              </a:ext>
            </a:extLst>
          </p:cNvPr>
          <p:cNvSpPr txBox="1">
            <a:spLocks noChangeArrowheads="1"/>
          </p:cNvSpPr>
          <p:nvPr/>
        </p:nvSpPr>
        <p:spPr bwMode="auto">
          <a:xfrm>
            <a:off x="1658938" y="1320800"/>
            <a:ext cx="128587"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0</a:t>
            </a:r>
            <a:endParaRPr kumimoji="1" lang="en-US" altLang="zh-CN" sz="2000" baseline="-10000">
              <a:solidFill>
                <a:srgbClr val="0000FF"/>
              </a:solidFill>
            </a:endParaRPr>
          </a:p>
        </p:txBody>
      </p:sp>
      <p:sp>
        <p:nvSpPr>
          <p:cNvPr id="41" name="Text Box 15">
            <a:extLst>
              <a:ext uri="{FF2B5EF4-FFF2-40B4-BE49-F238E27FC236}">
                <a16:creationId xmlns:a16="http://schemas.microsoft.com/office/drawing/2014/main" id="{ED5554B4-EF8D-FE44-C1D9-38544EF9A279}"/>
              </a:ext>
            </a:extLst>
          </p:cNvPr>
          <p:cNvSpPr txBox="1">
            <a:spLocks noChangeArrowheads="1"/>
          </p:cNvSpPr>
          <p:nvPr/>
        </p:nvSpPr>
        <p:spPr bwMode="auto">
          <a:xfrm>
            <a:off x="1363663" y="1320800"/>
            <a:ext cx="128587"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0</a:t>
            </a:r>
            <a:endParaRPr kumimoji="1" lang="en-US" altLang="zh-CN" sz="2000" baseline="-10000">
              <a:solidFill>
                <a:srgbClr val="0000FF"/>
              </a:solidFill>
            </a:endParaRPr>
          </a:p>
        </p:txBody>
      </p:sp>
      <p:sp>
        <p:nvSpPr>
          <p:cNvPr id="42" name="Text Box 16">
            <a:extLst>
              <a:ext uri="{FF2B5EF4-FFF2-40B4-BE49-F238E27FC236}">
                <a16:creationId xmlns:a16="http://schemas.microsoft.com/office/drawing/2014/main" id="{20F8E549-F635-82BF-CAA2-800D047EA1EA}"/>
              </a:ext>
            </a:extLst>
          </p:cNvPr>
          <p:cNvSpPr txBox="1">
            <a:spLocks noChangeArrowheads="1"/>
          </p:cNvSpPr>
          <p:nvPr/>
        </p:nvSpPr>
        <p:spPr bwMode="auto">
          <a:xfrm>
            <a:off x="2246313" y="1320800"/>
            <a:ext cx="128587"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0</a:t>
            </a:r>
            <a:endParaRPr kumimoji="1" lang="en-US" altLang="zh-CN" sz="2000" baseline="-10000">
              <a:solidFill>
                <a:srgbClr val="0000FF"/>
              </a:solidFill>
            </a:endParaRPr>
          </a:p>
        </p:txBody>
      </p:sp>
      <p:sp>
        <p:nvSpPr>
          <p:cNvPr id="43" name="Text Box 17">
            <a:extLst>
              <a:ext uri="{FF2B5EF4-FFF2-40B4-BE49-F238E27FC236}">
                <a16:creationId xmlns:a16="http://schemas.microsoft.com/office/drawing/2014/main" id="{3A8F07B8-C10D-0722-BF69-47262D081C72}"/>
              </a:ext>
            </a:extLst>
          </p:cNvPr>
          <p:cNvSpPr txBox="1">
            <a:spLocks noChangeArrowheads="1"/>
          </p:cNvSpPr>
          <p:nvPr/>
        </p:nvSpPr>
        <p:spPr bwMode="auto">
          <a:xfrm>
            <a:off x="1952625" y="1320800"/>
            <a:ext cx="1285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0</a:t>
            </a:r>
            <a:endParaRPr kumimoji="1" lang="en-US" altLang="zh-CN" sz="2000" baseline="-10000">
              <a:solidFill>
                <a:srgbClr val="0000FF"/>
              </a:solidFill>
            </a:endParaRPr>
          </a:p>
        </p:txBody>
      </p:sp>
      <p:sp>
        <p:nvSpPr>
          <p:cNvPr id="44" name="Line 13">
            <a:extLst>
              <a:ext uri="{FF2B5EF4-FFF2-40B4-BE49-F238E27FC236}">
                <a16:creationId xmlns:a16="http://schemas.microsoft.com/office/drawing/2014/main" id="{BAB50C26-D55A-C442-AB6C-022E4BB71322}"/>
              </a:ext>
            </a:extLst>
          </p:cNvPr>
          <p:cNvSpPr>
            <a:spLocks noChangeShapeType="1"/>
          </p:cNvSpPr>
          <p:nvPr/>
        </p:nvSpPr>
        <p:spPr bwMode="auto">
          <a:xfrm>
            <a:off x="981075" y="2008188"/>
            <a:ext cx="1447800" cy="3175"/>
          </a:xfrm>
          <a:prstGeom prst="line">
            <a:avLst/>
          </a:prstGeom>
          <a:noFill/>
          <a:ln w="19050">
            <a:solidFill>
              <a:schemeClr val="tx1">
                <a:lumMod val="50000"/>
                <a:lumOff val="50000"/>
              </a:schemeClr>
            </a:solidFill>
            <a:prstDash val="lgDash"/>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45" name="Text Box 14">
            <a:extLst>
              <a:ext uri="{FF2B5EF4-FFF2-40B4-BE49-F238E27FC236}">
                <a16:creationId xmlns:a16="http://schemas.microsoft.com/office/drawing/2014/main" id="{C22E0BB5-8CCD-5BEF-D251-D34C0628115E}"/>
              </a:ext>
            </a:extLst>
          </p:cNvPr>
          <p:cNvSpPr txBox="1">
            <a:spLocks noChangeArrowheads="1"/>
          </p:cNvSpPr>
          <p:nvPr/>
        </p:nvSpPr>
        <p:spPr bwMode="auto">
          <a:xfrm>
            <a:off x="1633538" y="1971675"/>
            <a:ext cx="128587"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46" name="Text Box 15">
            <a:extLst>
              <a:ext uri="{FF2B5EF4-FFF2-40B4-BE49-F238E27FC236}">
                <a16:creationId xmlns:a16="http://schemas.microsoft.com/office/drawing/2014/main" id="{E3181776-27D8-5025-B107-4B4A5CD84786}"/>
              </a:ext>
            </a:extLst>
          </p:cNvPr>
          <p:cNvSpPr txBox="1">
            <a:spLocks noChangeArrowheads="1"/>
          </p:cNvSpPr>
          <p:nvPr/>
        </p:nvSpPr>
        <p:spPr bwMode="auto">
          <a:xfrm>
            <a:off x="1338263" y="1971675"/>
            <a:ext cx="128587"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47" name="Text Box 16">
            <a:extLst>
              <a:ext uri="{FF2B5EF4-FFF2-40B4-BE49-F238E27FC236}">
                <a16:creationId xmlns:a16="http://schemas.microsoft.com/office/drawing/2014/main" id="{6012438E-A69D-AB8C-01DA-9FDF5FC057F7}"/>
              </a:ext>
            </a:extLst>
          </p:cNvPr>
          <p:cNvSpPr txBox="1">
            <a:spLocks noChangeArrowheads="1"/>
          </p:cNvSpPr>
          <p:nvPr/>
        </p:nvSpPr>
        <p:spPr bwMode="auto">
          <a:xfrm>
            <a:off x="2220913" y="1971675"/>
            <a:ext cx="255587"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0</a:t>
            </a:r>
          </a:p>
        </p:txBody>
      </p:sp>
      <p:sp>
        <p:nvSpPr>
          <p:cNvPr id="48" name="Text Box 17">
            <a:extLst>
              <a:ext uri="{FF2B5EF4-FFF2-40B4-BE49-F238E27FC236}">
                <a16:creationId xmlns:a16="http://schemas.microsoft.com/office/drawing/2014/main" id="{C86A11CF-5323-BB40-CBD6-864A2EAF73D6}"/>
              </a:ext>
            </a:extLst>
          </p:cNvPr>
          <p:cNvSpPr txBox="1">
            <a:spLocks noChangeArrowheads="1"/>
          </p:cNvSpPr>
          <p:nvPr/>
        </p:nvSpPr>
        <p:spPr bwMode="auto">
          <a:xfrm>
            <a:off x="1927225" y="1971675"/>
            <a:ext cx="128588"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49" name="Line 13">
            <a:extLst>
              <a:ext uri="{FF2B5EF4-FFF2-40B4-BE49-F238E27FC236}">
                <a16:creationId xmlns:a16="http://schemas.microsoft.com/office/drawing/2014/main" id="{2BB57CED-383C-E136-ED62-745B9B5C334F}"/>
              </a:ext>
            </a:extLst>
          </p:cNvPr>
          <p:cNvSpPr>
            <a:spLocks noChangeShapeType="1"/>
          </p:cNvSpPr>
          <p:nvPr/>
        </p:nvSpPr>
        <p:spPr bwMode="auto">
          <a:xfrm>
            <a:off x="723900" y="3130550"/>
            <a:ext cx="1377950" cy="4763"/>
          </a:xfrm>
          <a:prstGeom prst="line">
            <a:avLst/>
          </a:prstGeom>
          <a:noFill/>
          <a:ln w="19050">
            <a:solidFill>
              <a:schemeClr val="tx1">
                <a:lumMod val="50000"/>
                <a:lumOff val="50000"/>
              </a:schemeClr>
            </a:solidFill>
            <a:prstDash val="lgDash"/>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0" name="Text Box 14">
            <a:extLst>
              <a:ext uri="{FF2B5EF4-FFF2-40B4-BE49-F238E27FC236}">
                <a16:creationId xmlns:a16="http://schemas.microsoft.com/office/drawing/2014/main" id="{910CBE39-9B56-E124-6490-C4DB667EA9C9}"/>
              </a:ext>
            </a:extLst>
          </p:cNvPr>
          <p:cNvSpPr txBox="1">
            <a:spLocks noChangeArrowheads="1"/>
          </p:cNvSpPr>
          <p:nvPr/>
        </p:nvSpPr>
        <p:spPr bwMode="auto">
          <a:xfrm>
            <a:off x="1322388" y="3079750"/>
            <a:ext cx="127000"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51" name="Text Box 15">
            <a:extLst>
              <a:ext uri="{FF2B5EF4-FFF2-40B4-BE49-F238E27FC236}">
                <a16:creationId xmlns:a16="http://schemas.microsoft.com/office/drawing/2014/main" id="{88C6C040-2C52-6AE8-8B18-CCB9108914F8}"/>
              </a:ext>
            </a:extLst>
          </p:cNvPr>
          <p:cNvSpPr txBox="1">
            <a:spLocks noChangeArrowheads="1"/>
          </p:cNvSpPr>
          <p:nvPr/>
        </p:nvSpPr>
        <p:spPr bwMode="auto">
          <a:xfrm>
            <a:off x="1027113" y="3079750"/>
            <a:ext cx="127000"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52" name="Text Box 16">
            <a:extLst>
              <a:ext uri="{FF2B5EF4-FFF2-40B4-BE49-F238E27FC236}">
                <a16:creationId xmlns:a16="http://schemas.microsoft.com/office/drawing/2014/main" id="{86E015A4-7B9A-9416-DE3D-4C050DE9A913}"/>
              </a:ext>
            </a:extLst>
          </p:cNvPr>
          <p:cNvSpPr txBox="1">
            <a:spLocks noChangeArrowheads="1"/>
          </p:cNvSpPr>
          <p:nvPr/>
        </p:nvSpPr>
        <p:spPr bwMode="auto">
          <a:xfrm>
            <a:off x="1909763" y="3062288"/>
            <a:ext cx="255587"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1</a:t>
            </a:r>
          </a:p>
        </p:txBody>
      </p:sp>
      <p:sp>
        <p:nvSpPr>
          <p:cNvPr id="53" name="Text Box 17">
            <a:extLst>
              <a:ext uri="{FF2B5EF4-FFF2-40B4-BE49-F238E27FC236}">
                <a16:creationId xmlns:a16="http://schemas.microsoft.com/office/drawing/2014/main" id="{1C47AD5A-E1C5-F6EB-ECC8-E1CBF464EA09}"/>
              </a:ext>
            </a:extLst>
          </p:cNvPr>
          <p:cNvSpPr txBox="1">
            <a:spLocks noChangeArrowheads="1"/>
          </p:cNvSpPr>
          <p:nvPr/>
        </p:nvSpPr>
        <p:spPr bwMode="auto">
          <a:xfrm>
            <a:off x="1616075" y="3079750"/>
            <a:ext cx="127000"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54" name="Text Box 15">
            <a:extLst>
              <a:ext uri="{FF2B5EF4-FFF2-40B4-BE49-F238E27FC236}">
                <a16:creationId xmlns:a16="http://schemas.microsoft.com/office/drawing/2014/main" id="{2BA7678C-7408-03EF-8433-A75DA7BFFD11}"/>
              </a:ext>
            </a:extLst>
          </p:cNvPr>
          <p:cNvSpPr txBox="1">
            <a:spLocks noChangeArrowheads="1"/>
          </p:cNvSpPr>
          <p:nvPr/>
        </p:nvSpPr>
        <p:spPr bwMode="auto">
          <a:xfrm>
            <a:off x="752475" y="3073400"/>
            <a:ext cx="1285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B050"/>
                </a:solidFill>
              </a:rPr>
              <a:t>x</a:t>
            </a:r>
            <a:endParaRPr kumimoji="1" lang="en-US" altLang="zh-CN" sz="2000" baseline="-10000">
              <a:solidFill>
                <a:srgbClr val="00B050"/>
              </a:solidFill>
            </a:endParaRPr>
          </a:p>
        </p:txBody>
      </p:sp>
      <p:sp>
        <p:nvSpPr>
          <p:cNvPr id="55" name="Line 13">
            <a:extLst>
              <a:ext uri="{FF2B5EF4-FFF2-40B4-BE49-F238E27FC236}">
                <a16:creationId xmlns:a16="http://schemas.microsoft.com/office/drawing/2014/main" id="{702BB6B1-0D30-A082-27D7-11CAE1896687}"/>
              </a:ext>
            </a:extLst>
          </p:cNvPr>
          <p:cNvSpPr>
            <a:spLocks noChangeShapeType="1"/>
          </p:cNvSpPr>
          <p:nvPr/>
        </p:nvSpPr>
        <p:spPr bwMode="auto">
          <a:xfrm>
            <a:off x="431800" y="4221163"/>
            <a:ext cx="1439863" cy="0"/>
          </a:xfrm>
          <a:prstGeom prst="line">
            <a:avLst/>
          </a:prstGeom>
          <a:noFill/>
          <a:ln w="19050">
            <a:solidFill>
              <a:schemeClr val="tx1">
                <a:lumMod val="50000"/>
                <a:lumOff val="50000"/>
              </a:schemeClr>
            </a:solidFill>
            <a:prstDash val="lgDash"/>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6" name="Text Box 14">
            <a:extLst>
              <a:ext uri="{FF2B5EF4-FFF2-40B4-BE49-F238E27FC236}">
                <a16:creationId xmlns:a16="http://schemas.microsoft.com/office/drawing/2014/main" id="{5916A4AB-42B2-D0B3-A483-DA933C18316E}"/>
              </a:ext>
            </a:extLst>
          </p:cNvPr>
          <p:cNvSpPr txBox="1">
            <a:spLocks noChangeArrowheads="1"/>
          </p:cNvSpPr>
          <p:nvPr/>
        </p:nvSpPr>
        <p:spPr bwMode="auto">
          <a:xfrm>
            <a:off x="1009650" y="4175125"/>
            <a:ext cx="1285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57" name="Text Box 15">
            <a:extLst>
              <a:ext uri="{FF2B5EF4-FFF2-40B4-BE49-F238E27FC236}">
                <a16:creationId xmlns:a16="http://schemas.microsoft.com/office/drawing/2014/main" id="{8D26AA29-0EB7-D07A-CC00-1745AF6D31EC}"/>
              </a:ext>
            </a:extLst>
          </p:cNvPr>
          <p:cNvSpPr txBox="1">
            <a:spLocks noChangeArrowheads="1"/>
          </p:cNvSpPr>
          <p:nvPr/>
        </p:nvSpPr>
        <p:spPr bwMode="auto">
          <a:xfrm>
            <a:off x="714375" y="4175125"/>
            <a:ext cx="1285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58" name="Text Box 16">
            <a:extLst>
              <a:ext uri="{FF2B5EF4-FFF2-40B4-BE49-F238E27FC236}">
                <a16:creationId xmlns:a16="http://schemas.microsoft.com/office/drawing/2014/main" id="{466A8A88-5781-128A-573D-1E1FB74E0032}"/>
              </a:ext>
            </a:extLst>
          </p:cNvPr>
          <p:cNvSpPr txBox="1">
            <a:spLocks noChangeArrowheads="1"/>
          </p:cNvSpPr>
          <p:nvPr/>
        </p:nvSpPr>
        <p:spPr bwMode="auto">
          <a:xfrm>
            <a:off x="1597025" y="4175125"/>
            <a:ext cx="2555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2</a:t>
            </a:r>
          </a:p>
        </p:txBody>
      </p:sp>
      <p:sp>
        <p:nvSpPr>
          <p:cNvPr id="59" name="Text Box 17">
            <a:extLst>
              <a:ext uri="{FF2B5EF4-FFF2-40B4-BE49-F238E27FC236}">
                <a16:creationId xmlns:a16="http://schemas.microsoft.com/office/drawing/2014/main" id="{56737AE7-D7E4-0BE0-44BF-9F03025F112C}"/>
              </a:ext>
            </a:extLst>
          </p:cNvPr>
          <p:cNvSpPr txBox="1">
            <a:spLocks noChangeArrowheads="1"/>
          </p:cNvSpPr>
          <p:nvPr/>
        </p:nvSpPr>
        <p:spPr bwMode="auto">
          <a:xfrm>
            <a:off x="1303338" y="4175125"/>
            <a:ext cx="128587"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60" name="Text Box 15">
            <a:extLst>
              <a:ext uri="{FF2B5EF4-FFF2-40B4-BE49-F238E27FC236}">
                <a16:creationId xmlns:a16="http://schemas.microsoft.com/office/drawing/2014/main" id="{95448C7E-B870-37CE-EE6E-926130BEBB65}"/>
              </a:ext>
            </a:extLst>
          </p:cNvPr>
          <p:cNvSpPr txBox="1">
            <a:spLocks noChangeArrowheads="1"/>
          </p:cNvSpPr>
          <p:nvPr/>
        </p:nvSpPr>
        <p:spPr bwMode="auto">
          <a:xfrm>
            <a:off x="439738" y="4168775"/>
            <a:ext cx="128587"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B050"/>
                </a:solidFill>
              </a:rPr>
              <a:t>x</a:t>
            </a:r>
            <a:endParaRPr kumimoji="1" lang="en-US" altLang="zh-CN" sz="2000" baseline="-10000">
              <a:solidFill>
                <a:srgbClr val="00B050"/>
              </a:solidFill>
            </a:endParaRPr>
          </a:p>
        </p:txBody>
      </p:sp>
      <p:sp>
        <p:nvSpPr>
          <p:cNvPr id="61" name="Line 13">
            <a:extLst>
              <a:ext uri="{FF2B5EF4-FFF2-40B4-BE49-F238E27FC236}">
                <a16:creationId xmlns:a16="http://schemas.microsoft.com/office/drawing/2014/main" id="{3084E370-D24A-3BAC-240A-E5CF1AFC9544}"/>
              </a:ext>
            </a:extLst>
          </p:cNvPr>
          <p:cNvSpPr>
            <a:spLocks noChangeShapeType="1"/>
          </p:cNvSpPr>
          <p:nvPr/>
        </p:nvSpPr>
        <p:spPr bwMode="auto">
          <a:xfrm>
            <a:off x="125413" y="5289550"/>
            <a:ext cx="1463675" cy="11113"/>
          </a:xfrm>
          <a:prstGeom prst="line">
            <a:avLst/>
          </a:prstGeom>
          <a:noFill/>
          <a:ln w="19050">
            <a:solidFill>
              <a:schemeClr val="tx1">
                <a:lumMod val="50000"/>
                <a:lumOff val="50000"/>
              </a:schemeClr>
            </a:solidFill>
            <a:prstDash val="lgDash"/>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62" name="Text Box 14">
            <a:extLst>
              <a:ext uri="{FF2B5EF4-FFF2-40B4-BE49-F238E27FC236}">
                <a16:creationId xmlns:a16="http://schemas.microsoft.com/office/drawing/2014/main" id="{7AD4EF29-CE21-FFA2-FB4A-E28B354CE49E}"/>
              </a:ext>
            </a:extLst>
          </p:cNvPr>
          <p:cNvSpPr txBox="1">
            <a:spLocks noChangeArrowheads="1"/>
          </p:cNvSpPr>
          <p:nvPr/>
        </p:nvSpPr>
        <p:spPr bwMode="auto">
          <a:xfrm>
            <a:off x="695325" y="5307013"/>
            <a:ext cx="2555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5</a:t>
            </a:r>
          </a:p>
        </p:txBody>
      </p:sp>
      <p:sp>
        <p:nvSpPr>
          <p:cNvPr id="63" name="Text Box 15">
            <a:extLst>
              <a:ext uri="{FF2B5EF4-FFF2-40B4-BE49-F238E27FC236}">
                <a16:creationId xmlns:a16="http://schemas.microsoft.com/office/drawing/2014/main" id="{61DD39A8-1232-D598-D392-09EC4D556E09}"/>
              </a:ext>
            </a:extLst>
          </p:cNvPr>
          <p:cNvSpPr txBox="1">
            <a:spLocks noChangeArrowheads="1"/>
          </p:cNvSpPr>
          <p:nvPr/>
        </p:nvSpPr>
        <p:spPr bwMode="auto">
          <a:xfrm>
            <a:off x="400050" y="5307013"/>
            <a:ext cx="2555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6</a:t>
            </a:r>
          </a:p>
        </p:txBody>
      </p:sp>
      <p:sp>
        <p:nvSpPr>
          <p:cNvPr id="64" name="Text Box 16">
            <a:extLst>
              <a:ext uri="{FF2B5EF4-FFF2-40B4-BE49-F238E27FC236}">
                <a16:creationId xmlns:a16="http://schemas.microsoft.com/office/drawing/2014/main" id="{EC1D4243-CE54-3C71-08CE-4BDC18894FBE}"/>
              </a:ext>
            </a:extLst>
          </p:cNvPr>
          <p:cNvSpPr txBox="1">
            <a:spLocks noChangeArrowheads="1"/>
          </p:cNvSpPr>
          <p:nvPr/>
        </p:nvSpPr>
        <p:spPr bwMode="auto">
          <a:xfrm>
            <a:off x="1282700" y="5307013"/>
            <a:ext cx="2555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3</a:t>
            </a:r>
          </a:p>
        </p:txBody>
      </p:sp>
      <p:sp>
        <p:nvSpPr>
          <p:cNvPr id="65" name="Text Box 17">
            <a:extLst>
              <a:ext uri="{FF2B5EF4-FFF2-40B4-BE49-F238E27FC236}">
                <a16:creationId xmlns:a16="http://schemas.microsoft.com/office/drawing/2014/main" id="{841D45D4-BCB8-F564-76F4-35A5C2AD7745}"/>
              </a:ext>
            </a:extLst>
          </p:cNvPr>
          <p:cNvSpPr txBox="1">
            <a:spLocks noChangeArrowheads="1"/>
          </p:cNvSpPr>
          <p:nvPr/>
        </p:nvSpPr>
        <p:spPr bwMode="auto">
          <a:xfrm>
            <a:off x="989013" y="5307013"/>
            <a:ext cx="2555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4</a:t>
            </a:r>
          </a:p>
        </p:txBody>
      </p:sp>
      <p:sp>
        <p:nvSpPr>
          <p:cNvPr id="66" name="Text Box 15">
            <a:extLst>
              <a:ext uri="{FF2B5EF4-FFF2-40B4-BE49-F238E27FC236}">
                <a16:creationId xmlns:a16="http://schemas.microsoft.com/office/drawing/2014/main" id="{D445F99C-5978-8427-92E0-DC78B8E8C9AC}"/>
              </a:ext>
            </a:extLst>
          </p:cNvPr>
          <p:cNvSpPr txBox="1">
            <a:spLocks noChangeArrowheads="1"/>
          </p:cNvSpPr>
          <p:nvPr/>
        </p:nvSpPr>
        <p:spPr bwMode="auto">
          <a:xfrm>
            <a:off x="125413" y="5300663"/>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B050"/>
                </a:solidFill>
              </a:rPr>
              <a:t>Z</a:t>
            </a:r>
            <a:r>
              <a:rPr kumimoji="1" lang="en-US" altLang="zh-CN" sz="2000" baseline="-25000">
                <a:solidFill>
                  <a:srgbClr val="00B050"/>
                </a:solidFill>
              </a:rPr>
              <a:t>7</a:t>
            </a:r>
          </a:p>
        </p:txBody>
      </p:sp>
      <p:sp>
        <p:nvSpPr>
          <p:cNvPr id="67" name="Text Box 15">
            <a:extLst>
              <a:ext uri="{FF2B5EF4-FFF2-40B4-BE49-F238E27FC236}">
                <a16:creationId xmlns:a16="http://schemas.microsoft.com/office/drawing/2014/main" id="{73257808-A49D-6CEC-7C77-6C708B5DC3D7}"/>
              </a:ext>
            </a:extLst>
          </p:cNvPr>
          <p:cNvSpPr txBox="1">
            <a:spLocks noChangeArrowheads="1"/>
          </p:cNvSpPr>
          <p:nvPr/>
        </p:nvSpPr>
        <p:spPr bwMode="auto">
          <a:xfrm>
            <a:off x="1069975" y="1998663"/>
            <a:ext cx="1285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B050"/>
                </a:solidFill>
              </a:rPr>
              <a:t>0</a:t>
            </a:r>
            <a:endParaRPr kumimoji="1" lang="en-US" altLang="zh-CN" sz="2000" baseline="-10000">
              <a:solidFill>
                <a:srgbClr val="00B050"/>
              </a:solidFill>
            </a:endParaRPr>
          </a:p>
        </p:txBody>
      </p:sp>
      <p:sp>
        <p:nvSpPr>
          <p:cNvPr id="68" name="文本框 5">
            <a:extLst>
              <a:ext uri="{FF2B5EF4-FFF2-40B4-BE49-F238E27FC236}">
                <a16:creationId xmlns:a16="http://schemas.microsoft.com/office/drawing/2014/main" id="{5CDB6188-9E85-8BEA-F953-A779D1104BF5}"/>
              </a:ext>
            </a:extLst>
          </p:cNvPr>
          <p:cNvSpPr txBox="1">
            <a:spLocks noChangeArrowheads="1"/>
          </p:cNvSpPr>
          <p:nvPr/>
        </p:nvSpPr>
        <p:spPr bwMode="auto">
          <a:xfrm>
            <a:off x="547688" y="2254250"/>
            <a:ext cx="466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800">
                <a:solidFill>
                  <a:srgbClr val="00B050"/>
                </a:solidFill>
                <a:latin typeface="Arial" panose="020B0604020202020204" pitchFamily="34" charset="0"/>
              </a:rPr>
              <a:t>C</a:t>
            </a:r>
            <a:endParaRPr lang="zh-CN" altLang="en-US" sz="1800">
              <a:solidFill>
                <a:srgbClr val="00B050"/>
              </a:solidFill>
              <a:latin typeface="Arial" panose="020B0604020202020204" pitchFamily="34" charset="0"/>
            </a:endParaRPr>
          </a:p>
        </p:txBody>
      </p:sp>
      <p:sp>
        <p:nvSpPr>
          <p:cNvPr id="69" name="Text Box 14">
            <a:extLst>
              <a:ext uri="{FF2B5EF4-FFF2-40B4-BE49-F238E27FC236}">
                <a16:creationId xmlns:a16="http://schemas.microsoft.com/office/drawing/2014/main" id="{08503CFA-4F1B-FA10-FCFC-CE779E8AA210}"/>
              </a:ext>
            </a:extLst>
          </p:cNvPr>
          <p:cNvSpPr txBox="1">
            <a:spLocks noChangeArrowheads="1"/>
          </p:cNvSpPr>
          <p:nvPr/>
        </p:nvSpPr>
        <p:spPr bwMode="auto">
          <a:xfrm>
            <a:off x="1619250" y="2309813"/>
            <a:ext cx="128588"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70" name="Text Box 15">
            <a:extLst>
              <a:ext uri="{FF2B5EF4-FFF2-40B4-BE49-F238E27FC236}">
                <a16:creationId xmlns:a16="http://schemas.microsoft.com/office/drawing/2014/main" id="{A987F74F-3701-091A-8432-9781EA0199CB}"/>
              </a:ext>
            </a:extLst>
          </p:cNvPr>
          <p:cNvSpPr txBox="1">
            <a:spLocks noChangeArrowheads="1"/>
          </p:cNvSpPr>
          <p:nvPr/>
        </p:nvSpPr>
        <p:spPr bwMode="auto">
          <a:xfrm>
            <a:off x="1323975" y="2309813"/>
            <a:ext cx="128588"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71" name="Text Box 16">
            <a:extLst>
              <a:ext uri="{FF2B5EF4-FFF2-40B4-BE49-F238E27FC236}">
                <a16:creationId xmlns:a16="http://schemas.microsoft.com/office/drawing/2014/main" id="{3F956617-A20D-CB31-9FDA-E7129EB891A2}"/>
              </a:ext>
            </a:extLst>
          </p:cNvPr>
          <p:cNvSpPr txBox="1">
            <a:spLocks noChangeArrowheads="1"/>
          </p:cNvSpPr>
          <p:nvPr/>
        </p:nvSpPr>
        <p:spPr bwMode="auto">
          <a:xfrm>
            <a:off x="2206625" y="2309813"/>
            <a:ext cx="255588"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25000">
                <a:solidFill>
                  <a:srgbClr val="7030A0"/>
                </a:solidFill>
              </a:rPr>
              <a:t>0</a:t>
            </a:r>
          </a:p>
        </p:txBody>
      </p:sp>
      <p:sp>
        <p:nvSpPr>
          <p:cNvPr id="72" name="Text Box 17">
            <a:extLst>
              <a:ext uri="{FF2B5EF4-FFF2-40B4-BE49-F238E27FC236}">
                <a16:creationId xmlns:a16="http://schemas.microsoft.com/office/drawing/2014/main" id="{80C38DD1-D482-2E1C-E25A-29BC1F6F6881}"/>
              </a:ext>
            </a:extLst>
          </p:cNvPr>
          <p:cNvSpPr txBox="1">
            <a:spLocks noChangeArrowheads="1"/>
          </p:cNvSpPr>
          <p:nvPr/>
        </p:nvSpPr>
        <p:spPr bwMode="auto">
          <a:xfrm>
            <a:off x="1912938" y="2309813"/>
            <a:ext cx="128587"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73" name="Text Box 15">
            <a:extLst>
              <a:ext uri="{FF2B5EF4-FFF2-40B4-BE49-F238E27FC236}">
                <a16:creationId xmlns:a16="http://schemas.microsoft.com/office/drawing/2014/main" id="{10F3C83E-969D-BADA-5D84-0AAF695F5150}"/>
              </a:ext>
            </a:extLst>
          </p:cNvPr>
          <p:cNvSpPr txBox="1">
            <a:spLocks noChangeArrowheads="1"/>
          </p:cNvSpPr>
          <p:nvPr/>
        </p:nvSpPr>
        <p:spPr bwMode="auto">
          <a:xfrm>
            <a:off x="1055688" y="2336800"/>
            <a:ext cx="128587"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0</a:t>
            </a:r>
            <a:endParaRPr kumimoji="1" lang="en-US" altLang="zh-CN" sz="2000" baseline="-10000">
              <a:solidFill>
                <a:srgbClr val="0000FF"/>
              </a:solidFill>
            </a:endParaRPr>
          </a:p>
        </p:txBody>
      </p:sp>
      <p:sp>
        <p:nvSpPr>
          <p:cNvPr id="74" name="Text Box 14">
            <a:extLst>
              <a:ext uri="{FF2B5EF4-FFF2-40B4-BE49-F238E27FC236}">
                <a16:creationId xmlns:a16="http://schemas.microsoft.com/office/drawing/2014/main" id="{7F78B59E-C300-4DFE-93E8-B614010DAF45}"/>
              </a:ext>
            </a:extLst>
          </p:cNvPr>
          <p:cNvSpPr txBox="1">
            <a:spLocks noChangeArrowheads="1"/>
          </p:cNvSpPr>
          <p:nvPr/>
        </p:nvSpPr>
        <p:spPr bwMode="auto">
          <a:xfrm>
            <a:off x="1316038" y="3406775"/>
            <a:ext cx="12700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75" name="Text Box 15">
            <a:extLst>
              <a:ext uri="{FF2B5EF4-FFF2-40B4-BE49-F238E27FC236}">
                <a16:creationId xmlns:a16="http://schemas.microsoft.com/office/drawing/2014/main" id="{6BECFC9F-F110-B150-EC2C-62D7CF8B7639}"/>
              </a:ext>
            </a:extLst>
          </p:cNvPr>
          <p:cNvSpPr txBox="1">
            <a:spLocks noChangeArrowheads="1"/>
          </p:cNvSpPr>
          <p:nvPr/>
        </p:nvSpPr>
        <p:spPr bwMode="auto">
          <a:xfrm>
            <a:off x="1020763" y="3406775"/>
            <a:ext cx="12700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76" name="Text Box 16">
            <a:extLst>
              <a:ext uri="{FF2B5EF4-FFF2-40B4-BE49-F238E27FC236}">
                <a16:creationId xmlns:a16="http://schemas.microsoft.com/office/drawing/2014/main" id="{7F8CCD15-3DBE-8CB5-9A18-A7610E26F325}"/>
              </a:ext>
            </a:extLst>
          </p:cNvPr>
          <p:cNvSpPr txBox="1">
            <a:spLocks noChangeArrowheads="1"/>
          </p:cNvSpPr>
          <p:nvPr/>
        </p:nvSpPr>
        <p:spPr bwMode="auto">
          <a:xfrm>
            <a:off x="1903413" y="3406775"/>
            <a:ext cx="2555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25000">
                <a:solidFill>
                  <a:srgbClr val="7030A0"/>
                </a:solidFill>
              </a:rPr>
              <a:t>1</a:t>
            </a:r>
          </a:p>
        </p:txBody>
      </p:sp>
      <p:sp>
        <p:nvSpPr>
          <p:cNvPr id="77" name="Text Box 17">
            <a:extLst>
              <a:ext uri="{FF2B5EF4-FFF2-40B4-BE49-F238E27FC236}">
                <a16:creationId xmlns:a16="http://schemas.microsoft.com/office/drawing/2014/main" id="{E13B4085-B4D3-3883-84CE-C791539D21F2}"/>
              </a:ext>
            </a:extLst>
          </p:cNvPr>
          <p:cNvSpPr txBox="1">
            <a:spLocks noChangeArrowheads="1"/>
          </p:cNvSpPr>
          <p:nvPr/>
        </p:nvSpPr>
        <p:spPr bwMode="auto">
          <a:xfrm>
            <a:off x="1609725" y="3406775"/>
            <a:ext cx="12700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78" name="Text Box 15">
            <a:extLst>
              <a:ext uri="{FF2B5EF4-FFF2-40B4-BE49-F238E27FC236}">
                <a16:creationId xmlns:a16="http://schemas.microsoft.com/office/drawing/2014/main" id="{EFC3E4E5-4986-4B79-6F7E-EA521F3981F4}"/>
              </a:ext>
            </a:extLst>
          </p:cNvPr>
          <p:cNvSpPr txBox="1">
            <a:spLocks noChangeArrowheads="1"/>
          </p:cNvSpPr>
          <p:nvPr/>
        </p:nvSpPr>
        <p:spPr bwMode="auto">
          <a:xfrm>
            <a:off x="752475" y="3403600"/>
            <a:ext cx="127000"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79" name="Text Box 22">
            <a:extLst>
              <a:ext uri="{FF2B5EF4-FFF2-40B4-BE49-F238E27FC236}">
                <a16:creationId xmlns:a16="http://schemas.microsoft.com/office/drawing/2014/main" id="{5F9894F0-1242-0F7A-889F-079615387F47}"/>
              </a:ext>
            </a:extLst>
          </p:cNvPr>
          <p:cNvSpPr txBox="1">
            <a:spLocks noChangeArrowheads="1"/>
          </p:cNvSpPr>
          <p:nvPr/>
        </p:nvSpPr>
        <p:spPr bwMode="auto">
          <a:xfrm>
            <a:off x="736600" y="49085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80" name="Text Box 23">
            <a:extLst>
              <a:ext uri="{FF2B5EF4-FFF2-40B4-BE49-F238E27FC236}">
                <a16:creationId xmlns:a16="http://schemas.microsoft.com/office/drawing/2014/main" id="{55AF72E3-EC47-FE06-61F5-B7698F82E7A0}"/>
              </a:ext>
            </a:extLst>
          </p:cNvPr>
          <p:cNvSpPr txBox="1">
            <a:spLocks noChangeArrowheads="1"/>
          </p:cNvSpPr>
          <p:nvPr/>
        </p:nvSpPr>
        <p:spPr bwMode="auto">
          <a:xfrm>
            <a:off x="442913" y="49085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81" name="Text Box 24">
            <a:extLst>
              <a:ext uri="{FF2B5EF4-FFF2-40B4-BE49-F238E27FC236}">
                <a16:creationId xmlns:a16="http://schemas.microsoft.com/office/drawing/2014/main" id="{458A0431-2F6D-0E77-F730-EEEE45AB336D}"/>
              </a:ext>
            </a:extLst>
          </p:cNvPr>
          <p:cNvSpPr txBox="1">
            <a:spLocks noChangeArrowheads="1"/>
          </p:cNvSpPr>
          <p:nvPr/>
        </p:nvSpPr>
        <p:spPr bwMode="auto">
          <a:xfrm>
            <a:off x="1323975" y="49085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82" name="Text Box 25">
            <a:extLst>
              <a:ext uri="{FF2B5EF4-FFF2-40B4-BE49-F238E27FC236}">
                <a16:creationId xmlns:a16="http://schemas.microsoft.com/office/drawing/2014/main" id="{5AE99F14-6589-9E68-ACEF-C9C785321F9E}"/>
              </a:ext>
            </a:extLst>
          </p:cNvPr>
          <p:cNvSpPr txBox="1">
            <a:spLocks noChangeArrowheads="1"/>
          </p:cNvSpPr>
          <p:nvPr/>
        </p:nvSpPr>
        <p:spPr bwMode="auto">
          <a:xfrm>
            <a:off x="1028700" y="49085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83" name="Text Box 14">
            <a:extLst>
              <a:ext uri="{FF2B5EF4-FFF2-40B4-BE49-F238E27FC236}">
                <a16:creationId xmlns:a16="http://schemas.microsoft.com/office/drawing/2014/main" id="{88C46940-9518-0388-8F66-2F3A1181C21F}"/>
              </a:ext>
            </a:extLst>
          </p:cNvPr>
          <p:cNvSpPr txBox="1">
            <a:spLocks noChangeArrowheads="1"/>
          </p:cNvSpPr>
          <p:nvPr/>
        </p:nvSpPr>
        <p:spPr bwMode="auto">
          <a:xfrm>
            <a:off x="1027113" y="4491038"/>
            <a:ext cx="128587"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84" name="Text Box 15">
            <a:extLst>
              <a:ext uri="{FF2B5EF4-FFF2-40B4-BE49-F238E27FC236}">
                <a16:creationId xmlns:a16="http://schemas.microsoft.com/office/drawing/2014/main" id="{38581213-8BB0-1884-7CB8-20B3F8102D5E}"/>
              </a:ext>
            </a:extLst>
          </p:cNvPr>
          <p:cNvSpPr txBox="1">
            <a:spLocks noChangeArrowheads="1"/>
          </p:cNvSpPr>
          <p:nvPr/>
        </p:nvSpPr>
        <p:spPr bwMode="auto">
          <a:xfrm>
            <a:off x="731838" y="4491038"/>
            <a:ext cx="128587"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85" name="Text Box 16">
            <a:extLst>
              <a:ext uri="{FF2B5EF4-FFF2-40B4-BE49-F238E27FC236}">
                <a16:creationId xmlns:a16="http://schemas.microsoft.com/office/drawing/2014/main" id="{CA5C0FD9-5BBA-88F3-7050-9BBBF94A46E9}"/>
              </a:ext>
            </a:extLst>
          </p:cNvPr>
          <p:cNvSpPr txBox="1">
            <a:spLocks noChangeArrowheads="1"/>
          </p:cNvSpPr>
          <p:nvPr/>
        </p:nvSpPr>
        <p:spPr bwMode="auto">
          <a:xfrm>
            <a:off x="1614488" y="4491038"/>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25000">
                <a:solidFill>
                  <a:srgbClr val="7030A0"/>
                </a:solidFill>
              </a:rPr>
              <a:t>2</a:t>
            </a:r>
          </a:p>
        </p:txBody>
      </p:sp>
      <p:sp>
        <p:nvSpPr>
          <p:cNvPr id="86" name="Text Box 17">
            <a:extLst>
              <a:ext uri="{FF2B5EF4-FFF2-40B4-BE49-F238E27FC236}">
                <a16:creationId xmlns:a16="http://schemas.microsoft.com/office/drawing/2014/main" id="{FCCFE247-475F-0C97-ABBB-445F3F8B0094}"/>
              </a:ext>
            </a:extLst>
          </p:cNvPr>
          <p:cNvSpPr txBox="1">
            <a:spLocks noChangeArrowheads="1"/>
          </p:cNvSpPr>
          <p:nvPr/>
        </p:nvSpPr>
        <p:spPr bwMode="auto">
          <a:xfrm>
            <a:off x="1320800" y="4491038"/>
            <a:ext cx="1285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87" name="Text Box 15">
            <a:extLst>
              <a:ext uri="{FF2B5EF4-FFF2-40B4-BE49-F238E27FC236}">
                <a16:creationId xmlns:a16="http://schemas.microsoft.com/office/drawing/2014/main" id="{EC5BEE46-11E9-F4DA-837B-89F7F8DC60A5}"/>
              </a:ext>
            </a:extLst>
          </p:cNvPr>
          <p:cNvSpPr txBox="1">
            <a:spLocks noChangeArrowheads="1"/>
          </p:cNvSpPr>
          <p:nvPr/>
        </p:nvSpPr>
        <p:spPr bwMode="auto">
          <a:xfrm>
            <a:off x="463550" y="4519613"/>
            <a:ext cx="1285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89" name="平行四边形 88">
            <a:extLst>
              <a:ext uri="{FF2B5EF4-FFF2-40B4-BE49-F238E27FC236}">
                <a16:creationId xmlns:a16="http://schemas.microsoft.com/office/drawing/2014/main" id="{4B9472FE-E6BB-5CD7-C5F7-A98CEE0B8FDE}"/>
              </a:ext>
            </a:extLst>
          </p:cNvPr>
          <p:cNvSpPr/>
          <p:nvPr/>
        </p:nvSpPr>
        <p:spPr>
          <a:xfrm>
            <a:off x="15875" y="1989138"/>
            <a:ext cx="1279525" cy="3684587"/>
          </a:xfrm>
          <a:prstGeom prst="parallelogram">
            <a:avLst>
              <a:gd name="adj" fmla="val 79903"/>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extLst>
      <p:ext uri="{BB962C8B-B14F-4D97-AF65-F5344CB8AC3E}">
        <p14:creationId xmlns:p14="http://schemas.microsoft.com/office/powerpoint/2010/main" val="1426776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0D2880-C9F0-7B8A-6B5B-01524491F912}"/>
              </a:ext>
            </a:extLst>
          </p:cNvPr>
          <p:cNvSpPr>
            <a:spLocks noGrp="1"/>
          </p:cNvSpPr>
          <p:nvPr>
            <p:ph type="title"/>
          </p:nvPr>
        </p:nvSpPr>
        <p:spPr/>
        <p:txBody>
          <a:bodyPr>
            <a:normAutofit fontScale="90000"/>
          </a:bodyPr>
          <a:lstStyle/>
          <a:p>
            <a:pPr algn="l"/>
            <a:r>
              <a:rPr kumimoji="1" lang="zh-CN" altLang="en-US" dirty="0"/>
              <a:t>以计算机视角展开</a:t>
            </a:r>
          </a:p>
        </p:txBody>
      </p:sp>
      <p:sp>
        <p:nvSpPr>
          <p:cNvPr id="4" name="页脚占位符 3">
            <a:extLst>
              <a:ext uri="{FF2B5EF4-FFF2-40B4-BE49-F238E27FC236}">
                <a16:creationId xmlns:a16="http://schemas.microsoft.com/office/drawing/2014/main" id="{249B1B50-25B4-3E76-5DB6-2E5ADCE1A7E7}"/>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D44487DC-EC64-BABB-F72D-8B8FFEC67954}"/>
              </a:ext>
            </a:extLst>
          </p:cNvPr>
          <p:cNvSpPr>
            <a:spLocks noGrp="1"/>
          </p:cNvSpPr>
          <p:nvPr>
            <p:ph type="sldNum" sz="quarter" idx="12"/>
          </p:nvPr>
        </p:nvSpPr>
        <p:spPr/>
        <p:txBody>
          <a:bodyPr/>
          <a:lstStyle/>
          <a:p>
            <a:fld id="{9E260BC5-5BF3-8746-862B-DC45E9CAA88B}" type="slidenum">
              <a:rPr lang="en-US" smtClean="0"/>
              <a:pPr/>
              <a:t>14</a:t>
            </a:fld>
            <a:r>
              <a:rPr lang="en-US" altLang="zh-CN" dirty="0"/>
              <a:t>/34</a:t>
            </a:r>
            <a:endParaRPr lang="en-US" dirty="0"/>
          </a:p>
        </p:txBody>
      </p:sp>
      <p:sp>
        <p:nvSpPr>
          <p:cNvPr id="6" name="Text Box 4">
            <a:extLst>
              <a:ext uri="{FF2B5EF4-FFF2-40B4-BE49-F238E27FC236}">
                <a16:creationId xmlns:a16="http://schemas.microsoft.com/office/drawing/2014/main" id="{6184C7F4-15CD-126E-DDE2-ADB8AC87CC67}"/>
              </a:ext>
            </a:extLst>
          </p:cNvPr>
          <p:cNvSpPr txBox="1">
            <a:spLocks noChangeArrowheads="1"/>
          </p:cNvSpPr>
          <p:nvPr/>
        </p:nvSpPr>
        <p:spPr bwMode="auto">
          <a:xfrm>
            <a:off x="1639888"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2</a:t>
            </a:r>
          </a:p>
        </p:txBody>
      </p:sp>
      <p:sp>
        <p:nvSpPr>
          <p:cNvPr id="7" name="Text Box 5">
            <a:extLst>
              <a:ext uri="{FF2B5EF4-FFF2-40B4-BE49-F238E27FC236}">
                <a16:creationId xmlns:a16="http://schemas.microsoft.com/office/drawing/2014/main" id="{7E99744F-99D6-489A-F196-1A17997C42E2}"/>
              </a:ext>
            </a:extLst>
          </p:cNvPr>
          <p:cNvSpPr txBox="1">
            <a:spLocks noChangeArrowheads="1"/>
          </p:cNvSpPr>
          <p:nvPr/>
        </p:nvSpPr>
        <p:spPr bwMode="auto">
          <a:xfrm>
            <a:off x="1346200"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3</a:t>
            </a:r>
          </a:p>
        </p:txBody>
      </p:sp>
      <p:sp>
        <p:nvSpPr>
          <p:cNvPr id="8" name="Text Box 6">
            <a:extLst>
              <a:ext uri="{FF2B5EF4-FFF2-40B4-BE49-F238E27FC236}">
                <a16:creationId xmlns:a16="http://schemas.microsoft.com/office/drawing/2014/main" id="{786458FA-2BDE-2EF4-A426-2FA30465DBAC}"/>
              </a:ext>
            </a:extLst>
          </p:cNvPr>
          <p:cNvSpPr txBox="1">
            <a:spLocks noChangeArrowheads="1"/>
          </p:cNvSpPr>
          <p:nvPr/>
        </p:nvSpPr>
        <p:spPr bwMode="auto">
          <a:xfrm>
            <a:off x="2228850"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0</a:t>
            </a:r>
          </a:p>
        </p:txBody>
      </p:sp>
      <p:sp>
        <p:nvSpPr>
          <p:cNvPr id="9" name="Text Box 7">
            <a:extLst>
              <a:ext uri="{FF2B5EF4-FFF2-40B4-BE49-F238E27FC236}">
                <a16:creationId xmlns:a16="http://schemas.microsoft.com/office/drawing/2014/main" id="{F321D2DE-2CC1-ACEB-8A35-3F0FC90B128E}"/>
              </a:ext>
            </a:extLst>
          </p:cNvPr>
          <p:cNvSpPr txBox="1">
            <a:spLocks noChangeArrowheads="1"/>
          </p:cNvSpPr>
          <p:nvPr/>
        </p:nvSpPr>
        <p:spPr bwMode="auto">
          <a:xfrm>
            <a:off x="1933575"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1</a:t>
            </a:r>
          </a:p>
        </p:txBody>
      </p:sp>
      <p:sp>
        <p:nvSpPr>
          <p:cNvPr id="10" name="Text Box 8">
            <a:extLst>
              <a:ext uri="{FF2B5EF4-FFF2-40B4-BE49-F238E27FC236}">
                <a16:creationId xmlns:a16="http://schemas.microsoft.com/office/drawing/2014/main" id="{53BA0EC4-8CB7-300B-2153-DD76ED475A57}"/>
              </a:ext>
            </a:extLst>
          </p:cNvPr>
          <p:cNvSpPr txBox="1">
            <a:spLocks noChangeArrowheads="1"/>
          </p:cNvSpPr>
          <p:nvPr/>
        </p:nvSpPr>
        <p:spPr bwMode="auto">
          <a:xfrm>
            <a:off x="1628775"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2</a:t>
            </a:r>
          </a:p>
        </p:txBody>
      </p:sp>
      <p:sp>
        <p:nvSpPr>
          <p:cNvPr id="11" name="Text Box 9">
            <a:extLst>
              <a:ext uri="{FF2B5EF4-FFF2-40B4-BE49-F238E27FC236}">
                <a16:creationId xmlns:a16="http://schemas.microsoft.com/office/drawing/2014/main" id="{59647E06-6B37-D2A6-F957-C0B82FCCEB28}"/>
              </a:ext>
            </a:extLst>
          </p:cNvPr>
          <p:cNvSpPr txBox="1">
            <a:spLocks noChangeArrowheads="1"/>
          </p:cNvSpPr>
          <p:nvPr/>
        </p:nvSpPr>
        <p:spPr bwMode="auto">
          <a:xfrm>
            <a:off x="1335088"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3</a:t>
            </a:r>
          </a:p>
        </p:txBody>
      </p:sp>
      <p:sp>
        <p:nvSpPr>
          <p:cNvPr id="12" name="Text Box 10">
            <a:extLst>
              <a:ext uri="{FF2B5EF4-FFF2-40B4-BE49-F238E27FC236}">
                <a16:creationId xmlns:a16="http://schemas.microsoft.com/office/drawing/2014/main" id="{62CAE2E9-26DE-CEA8-0D77-987FD1630556}"/>
              </a:ext>
            </a:extLst>
          </p:cNvPr>
          <p:cNvSpPr txBox="1">
            <a:spLocks noChangeArrowheads="1"/>
          </p:cNvSpPr>
          <p:nvPr/>
        </p:nvSpPr>
        <p:spPr bwMode="auto">
          <a:xfrm>
            <a:off x="2216150"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0</a:t>
            </a:r>
          </a:p>
        </p:txBody>
      </p:sp>
      <p:sp>
        <p:nvSpPr>
          <p:cNvPr id="13" name="Text Box 11">
            <a:extLst>
              <a:ext uri="{FF2B5EF4-FFF2-40B4-BE49-F238E27FC236}">
                <a16:creationId xmlns:a16="http://schemas.microsoft.com/office/drawing/2014/main" id="{7821BC33-CB11-404E-797D-FDD4E07BBECD}"/>
              </a:ext>
            </a:extLst>
          </p:cNvPr>
          <p:cNvSpPr txBox="1">
            <a:spLocks noChangeArrowheads="1"/>
          </p:cNvSpPr>
          <p:nvPr/>
        </p:nvSpPr>
        <p:spPr bwMode="auto">
          <a:xfrm>
            <a:off x="1920875"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1</a:t>
            </a:r>
          </a:p>
        </p:txBody>
      </p:sp>
      <p:sp>
        <p:nvSpPr>
          <p:cNvPr id="14" name="Text Box 12">
            <a:extLst>
              <a:ext uri="{FF2B5EF4-FFF2-40B4-BE49-F238E27FC236}">
                <a16:creationId xmlns:a16="http://schemas.microsoft.com/office/drawing/2014/main" id="{B65496A9-9321-5129-F68D-8A2C2B4ACF21}"/>
              </a:ext>
            </a:extLst>
          </p:cNvPr>
          <p:cNvSpPr txBox="1">
            <a:spLocks noChangeArrowheads="1"/>
          </p:cNvSpPr>
          <p:nvPr/>
        </p:nvSpPr>
        <p:spPr bwMode="auto">
          <a:xfrm>
            <a:off x="1012825" y="955675"/>
            <a:ext cx="254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latin typeface="Arial" panose="020B0604020202020204" pitchFamily="34" charset="0"/>
              </a:rPr>
              <a:t>×</a:t>
            </a:r>
          </a:p>
        </p:txBody>
      </p:sp>
      <p:sp>
        <p:nvSpPr>
          <p:cNvPr id="15" name="Line 13">
            <a:extLst>
              <a:ext uri="{FF2B5EF4-FFF2-40B4-BE49-F238E27FC236}">
                <a16:creationId xmlns:a16="http://schemas.microsoft.com/office/drawing/2014/main" id="{CFFC7DEA-8A84-5144-43D3-AF1BD128EE3B}"/>
              </a:ext>
            </a:extLst>
          </p:cNvPr>
          <p:cNvSpPr>
            <a:spLocks noChangeShapeType="1"/>
          </p:cNvSpPr>
          <p:nvPr/>
        </p:nvSpPr>
        <p:spPr bwMode="auto">
          <a:xfrm>
            <a:off x="981075" y="1316038"/>
            <a:ext cx="1527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6" name="组合 15">
            <a:extLst>
              <a:ext uri="{FF2B5EF4-FFF2-40B4-BE49-F238E27FC236}">
                <a16:creationId xmlns:a16="http://schemas.microsoft.com/office/drawing/2014/main" id="{3DA319A8-2D52-12F7-A5F2-25DA206D16D4}"/>
              </a:ext>
            </a:extLst>
          </p:cNvPr>
          <p:cNvGrpSpPr>
            <a:grpSpLocks/>
          </p:cNvGrpSpPr>
          <p:nvPr/>
        </p:nvGrpSpPr>
        <p:grpSpPr bwMode="auto">
          <a:xfrm>
            <a:off x="2616200" y="470129"/>
            <a:ext cx="3471863" cy="923925"/>
            <a:chOff x="2616549" y="469938"/>
            <a:chExt cx="3471369" cy="923330"/>
          </a:xfrm>
        </p:grpSpPr>
        <p:grpSp>
          <p:nvGrpSpPr>
            <p:cNvPr id="17" name="Group 102">
              <a:extLst>
                <a:ext uri="{FF2B5EF4-FFF2-40B4-BE49-F238E27FC236}">
                  <a16:creationId xmlns:a16="http://schemas.microsoft.com/office/drawing/2014/main" id="{BA01FE74-9775-89D8-DB35-3341F5E491D5}"/>
                </a:ext>
              </a:extLst>
            </p:cNvPr>
            <p:cNvGrpSpPr>
              <a:grpSpLocks/>
            </p:cNvGrpSpPr>
            <p:nvPr/>
          </p:nvGrpSpPr>
          <p:grpSpPr bwMode="auto">
            <a:xfrm>
              <a:off x="2616549" y="548680"/>
              <a:ext cx="185739" cy="735013"/>
              <a:chOff x="2071" y="1638"/>
              <a:chExt cx="117" cy="463"/>
            </a:xfrm>
          </p:grpSpPr>
          <p:sp>
            <p:nvSpPr>
              <p:cNvPr id="19" name="Text Box 84">
                <a:extLst>
                  <a:ext uri="{FF2B5EF4-FFF2-40B4-BE49-F238E27FC236}">
                    <a16:creationId xmlns:a16="http://schemas.microsoft.com/office/drawing/2014/main" id="{C9F833BB-3140-88D9-0161-22DA829EF38F}"/>
                  </a:ext>
                </a:extLst>
              </p:cNvPr>
              <p:cNvSpPr txBox="1">
                <a:spLocks noChangeArrowheads="1"/>
              </p:cNvSpPr>
              <p:nvPr/>
            </p:nvSpPr>
            <p:spPr bwMode="auto">
              <a:xfrm>
                <a:off x="2071" y="1638"/>
                <a:ext cx="117"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D</a:t>
                </a:r>
              </a:p>
            </p:txBody>
          </p:sp>
          <p:sp>
            <p:nvSpPr>
              <p:cNvPr id="20" name="Text Box 85">
                <a:extLst>
                  <a:ext uri="{FF2B5EF4-FFF2-40B4-BE49-F238E27FC236}">
                    <a16:creationId xmlns:a16="http://schemas.microsoft.com/office/drawing/2014/main" id="{9BE20FBE-29A2-6EE5-3576-BF9C4E58BE73}"/>
                  </a:ext>
                </a:extLst>
              </p:cNvPr>
              <p:cNvSpPr txBox="1">
                <a:spLocks noChangeArrowheads="1"/>
              </p:cNvSpPr>
              <p:nvPr/>
            </p:nvSpPr>
            <p:spPr bwMode="auto">
              <a:xfrm>
                <a:off x="2071" y="1903"/>
                <a:ext cx="108"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B</a:t>
                </a:r>
              </a:p>
            </p:txBody>
          </p:sp>
        </p:grpSp>
        <p:sp>
          <p:nvSpPr>
            <p:cNvPr id="18" name="文本框 10">
              <a:extLst>
                <a:ext uri="{FF2B5EF4-FFF2-40B4-BE49-F238E27FC236}">
                  <a16:creationId xmlns:a16="http://schemas.microsoft.com/office/drawing/2014/main" id="{5A6CE5F2-1ECE-ADE6-E0C9-0F7117276253}"/>
                </a:ext>
              </a:extLst>
            </p:cNvPr>
            <p:cNvSpPr txBox="1">
              <a:spLocks noChangeArrowheads="1"/>
            </p:cNvSpPr>
            <p:nvPr/>
          </p:nvSpPr>
          <p:spPr bwMode="auto">
            <a:xfrm>
              <a:off x="3026932" y="469938"/>
              <a:ext cx="306098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zh-CN" altLang="en-US" sz="1800" b="0" dirty="0">
                  <a:latin typeface="Microsoft YaHei" panose="020B0503020204020204" pitchFamily="34" charset="-122"/>
                  <a:ea typeface="Microsoft YaHei" panose="020B0503020204020204" pitchFamily="34" charset="-122"/>
                </a:rPr>
                <a:t>开始后用</a:t>
              </a:r>
              <a:r>
                <a:rPr lang="en-US" altLang="zh-CN" sz="1800" b="0" dirty="0">
                  <a:latin typeface="Microsoft YaHei" panose="020B0503020204020204" pitchFamily="34" charset="-122"/>
                  <a:ea typeface="Microsoft YaHei" panose="020B0503020204020204" pitchFamily="34" charset="-122"/>
                </a:rPr>
                <a:t>D,B</a:t>
              </a:r>
              <a:r>
                <a:rPr lang="zh-CN" altLang="en-US" sz="1800" b="0" dirty="0">
                  <a:latin typeface="Microsoft YaHei" panose="020B0503020204020204" pitchFamily="34" charset="-122"/>
                  <a:ea typeface="Microsoft YaHei" panose="020B0503020204020204" pitchFamily="34" charset="-122"/>
                </a:rPr>
                <a:t>寄存</a:t>
              </a:r>
              <a:r>
                <a:rPr lang="en-US" altLang="zh-CN" sz="1800" b="0" dirty="0">
                  <a:latin typeface="Microsoft YaHei" panose="020B0503020204020204" pitchFamily="34" charset="-122"/>
                  <a:ea typeface="Microsoft YaHei" panose="020B0503020204020204" pitchFamily="34" charset="-122"/>
                </a:rPr>
                <a:t>X,Y</a:t>
              </a:r>
              <a:r>
                <a:rPr lang="zh-CN" altLang="en-US" sz="1800" b="0" dirty="0">
                  <a:latin typeface="Microsoft YaHei" panose="020B0503020204020204" pitchFamily="34" charset="-122"/>
                  <a:ea typeface="Microsoft YaHei" panose="020B0503020204020204" pitchFamily="34" charset="-122"/>
                </a:rPr>
                <a:t>，避免在过程中操作数发生改变 </a:t>
              </a:r>
              <a:r>
                <a:rPr lang="en-US" altLang="zh-CN" sz="1800" dirty="0">
                  <a:latin typeface="Microsoft YaHei" panose="020B0503020204020204" pitchFamily="34" charset="-122"/>
                  <a:ea typeface="Microsoft YaHei" panose="020B0503020204020204" pitchFamily="34" charset="-122"/>
                </a:rPr>
                <a:t>D</a:t>
              </a:r>
              <a:r>
                <a:rPr lang="en-US" altLang="zh-CN" sz="1800" b="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X</a:t>
              </a:r>
              <a:r>
                <a:rPr lang="en-US" altLang="zh-CN" sz="1800" baseline="-25000" dirty="0">
                  <a:latin typeface="Microsoft YaHei" panose="020B0503020204020204" pitchFamily="34" charset="-122"/>
                  <a:ea typeface="Microsoft YaHei" panose="020B0503020204020204" pitchFamily="34" charset="-122"/>
                </a:rPr>
                <a:t>3</a:t>
              </a:r>
              <a:r>
                <a:rPr lang="en-US" altLang="zh-CN" sz="1800" dirty="0">
                  <a:latin typeface="Microsoft YaHei" panose="020B0503020204020204" pitchFamily="34" charset="-122"/>
                  <a:ea typeface="Microsoft YaHei" panose="020B0503020204020204" pitchFamily="34" charset="-122"/>
                </a:rPr>
                <a:t>X</a:t>
              </a:r>
              <a:r>
                <a:rPr lang="en-US" altLang="zh-CN" sz="1800" baseline="-25000" dirty="0">
                  <a:latin typeface="Microsoft YaHei" panose="020B0503020204020204" pitchFamily="34" charset="-122"/>
                  <a:ea typeface="Microsoft YaHei" panose="020B0503020204020204" pitchFamily="34" charset="-122"/>
                </a:rPr>
                <a:t>2</a:t>
              </a:r>
              <a:r>
                <a:rPr lang="en-US" altLang="zh-CN" sz="1800" dirty="0">
                  <a:latin typeface="Microsoft YaHei" panose="020B0503020204020204" pitchFamily="34" charset="-122"/>
                  <a:ea typeface="Microsoft YaHei" panose="020B0503020204020204" pitchFamily="34" charset="-122"/>
                </a:rPr>
                <a:t>X</a:t>
              </a:r>
              <a:r>
                <a:rPr lang="en-US" altLang="zh-CN" sz="1800" baseline="-25000" dirty="0">
                  <a:latin typeface="Microsoft YaHei" panose="020B0503020204020204" pitchFamily="34" charset="-122"/>
                  <a:ea typeface="Microsoft YaHei" panose="020B0503020204020204" pitchFamily="34" charset="-122"/>
                </a:rPr>
                <a:t>1</a:t>
              </a:r>
              <a:r>
                <a:rPr lang="en-US" altLang="zh-CN" sz="1800" dirty="0">
                  <a:latin typeface="Microsoft YaHei" panose="020B0503020204020204" pitchFamily="34" charset="-122"/>
                  <a:ea typeface="Microsoft YaHei" panose="020B0503020204020204" pitchFamily="34" charset="-122"/>
                </a:rPr>
                <a:t>X</a:t>
              </a:r>
              <a:r>
                <a:rPr lang="en-US" altLang="zh-CN" sz="1800" baseline="-25000" dirty="0">
                  <a:latin typeface="Microsoft YaHei" panose="020B0503020204020204" pitchFamily="34" charset="-122"/>
                  <a:ea typeface="Microsoft YaHei" panose="020B0503020204020204" pitchFamily="34" charset="-122"/>
                </a:rPr>
                <a:t>0</a:t>
              </a:r>
              <a:r>
                <a:rPr lang="en-US" altLang="zh-CN" sz="1800" b="0" dirty="0">
                  <a:latin typeface="Microsoft YaHei" panose="020B0503020204020204" pitchFamily="34" charset="-122"/>
                  <a:ea typeface="Microsoft YaHei" panose="020B0503020204020204" pitchFamily="34" charset="-122"/>
                </a:rPr>
                <a:t>, </a:t>
              </a:r>
              <a:r>
                <a:rPr lang="en-US" altLang="zh-CN" sz="1800" dirty="0">
                  <a:solidFill>
                    <a:srgbClr val="7030A0"/>
                  </a:solidFill>
                  <a:latin typeface="Microsoft YaHei" panose="020B0503020204020204" pitchFamily="34" charset="-122"/>
                  <a:ea typeface="Microsoft YaHei" panose="020B0503020204020204" pitchFamily="34" charset="-122"/>
                </a:rPr>
                <a:t>B</a:t>
              </a:r>
              <a:r>
                <a:rPr lang="en-US" altLang="zh-CN" sz="1800" b="0" dirty="0">
                  <a:latin typeface="Microsoft YaHei" panose="020B0503020204020204" pitchFamily="34" charset="-122"/>
                  <a:ea typeface="Microsoft YaHei" panose="020B0503020204020204" pitchFamily="34" charset="-122"/>
                </a:rPr>
                <a:t>=</a:t>
              </a:r>
              <a:r>
                <a:rPr lang="en-US" altLang="zh-CN" sz="1800" dirty="0">
                  <a:solidFill>
                    <a:srgbClr val="7030A0"/>
                  </a:solidFill>
                  <a:latin typeface="Microsoft YaHei" panose="020B0503020204020204" pitchFamily="34" charset="-122"/>
                  <a:ea typeface="Microsoft YaHei" panose="020B0503020204020204" pitchFamily="34" charset="-122"/>
                </a:rPr>
                <a:t>Y</a:t>
              </a:r>
              <a:r>
                <a:rPr lang="en-US" altLang="zh-CN" sz="1800" baseline="-25000" dirty="0">
                  <a:solidFill>
                    <a:srgbClr val="7030A0"/>
                  </a:solidFill>
                  <a:latin typeface="Microsoft YaHei" panose="020B0503020204020204" pitchFamily="34" charset="-122"/>
                  <a:ea typeface="Microsoft YaHei" panose="020B0503020204020204" pitchFamily="34" charset="-122"/>
                </a:rPr>
                <a:t>3</a:t>
              </a:r>
              <a:r>
                <a:rPr lang="en-US" altLang="zh-CN" sz="1800" dirty="0">
                  <a:solidFill>
                    <a:srgbClr val="7030A0"/>
                  </a:solidFill>
                  <a:latin typeface="Microsoft YaHei" panose="020B0503020204020204" pitchFamily="34" charset="-122"/>
                  <a:ea typeface="Microsoft YaHei" panose="020B0503020204020204" pitchFamily="34" charset="-122"/>
                </a:rPr>
                <a:t>Y</a:t>
              </a:r>
              <a:r>
                <a:rPr lang="en-US" altLang="zh-CN" sz="1800" baseline="-25000" dirty="0">
                  <a:solidFill>
                    <a:srgbClr val="7030A0"/>
                  </a:solidFill>
                  <a:latin typeface="Microsoft YaHei" panose="020B0503020204020204" pitchFamily="34" charset="-122"/>
                  <a:ea typeface="Microsoft YaHei" panose="020B0503020204020204" pitchFamily="34" charset="-122"/>
                </a:rPr>
                <a:t>2</a:t>
              </a:r>
              <a:r>
                <a:rPr lang="en-US" altLang="zh-CN" sz="1800" dirty="0">
                  <a:solidFill>
                    <a:srgbClr val="7030A0"/>
                  </a:solidFill>
                  <a:latin typeface="Microsoft YaHei" panose="020B0503020204020204" pitchFamily="34" charset="-122"/>
                  <a:ea typeface="Microsoft YaHei" panose="020B0503020204020204" pitchFamily="34" charset="-122"/>
                </a:rPr>
                <a:t>Y</a:t>
              </a:r>
              <a:r>
                <a:rPr lang="en-US" altLang="zh-CN" sz="1800" baseline="-25000" dirty="0">
                  <a:solidFill>
                    <a:srgbClr val="7030A0"/>
                  </a:solidFill>
                  <a:latin typeface="Microsoft YaHei" panose="020B0503020204020204" pitchFamily="34" charset="-122"/>
                  <a:ea typeface="Microsoft YaHei" panose="020B0503020204020204" pitchFamily="34" charset="-122"/>
                </a:rPr>
                <a:t>1</a:t>
              </a:r>
              <a:r>
                <a:rPr lang="en-US" altLang="zh-CN" sz="1800" dirty="0">
                  <a:solidFill>
                    <a:srgbClr val="7030A0"/>
                  </a:solidFill>
                  <a:latin typeface="Microsoft YaHei" panose="020B0503020204020204" pitchFamily="34" charset="-122"/>
                  <a:ea typeface="Microsoft YaHei" panose="020B0503020204020204" pitchFamily="34" charset="-122"/>
                </a:rPr>
                <a:t>Y</a:t>
              </a:r>
              <a:r>
                <a:rPr lang="en-US" altLang="zh-CN" sz="1800" baseline="-25000" dirty="0">
                  <a:solidFill>
                    <a:srgbClr val="7030A0"/>
                  </a:solidFill>
                  <a:latin typeface="Microsoft YaHei" panose="020B0503020204020204" pitchFamily="34" charset="-122"/>
                  <a:ea typeface="Microsoft YaHei" panose="020B0503020204020204" pitchFamily="34" charset="-122"/>
                </a:rPr>
                <a:t>0</a:t>
              </a:r>
              <a:endParaRPr lang="zh-CN" altLang="en-US" sz="1800" dirty="0">
                <a:solidFill>
                  <a:srgbClr val="7030A0"/>
                </a:solidFill>
                <a:latin typeface="Microsoft YaHei" panose="020B0503020204020204" pitchFamily="34" charset="-122"/>
                <a:ea typeface="Microsoft YaHei" panose="020B0503020204020204" pitchFamily="34" charset="-122"/>
              </a:endParaRPr>
            </a:p>
          </p:txBody>
        </p:sp>
      </p:grpSp>
      <p:grpSp>
        <p:nvGrpSpPr>
          <p:cNvPr id="21" name="组合 20">
            <a:extLst>
              <a:ext uri="{FF2B5EF4-FFF2-40B4-BE49-F238E27FC236}">
                <a16:creationId xmlns:a16="http://schemas.microsoft.com/office/drawing/2014/main" id="{CB93E245-31F5-C485-8A37-1995516A4934}"/>
              </a:ext>
            </a:extLst>
          </p:cNvPr>
          <p:cNvGrpSpPr>
            <a:grpSpLocks/>
          </p:cNvGrpSpPr>
          <p:nvPr/>
        </p:nvGrpSpPr>
        <p:grpSpPr bwMode="auto">
          <a:xfrm>
            <a:off x="981075" y="1304924"/>
            <a:ext cx="5907949" cy="719621"/>
            <a:chOff x="980928" y="1304764"/>
            <a:chExt cx="5907769" cy="720564"/>
          </a:xfrm>
        </p:grpSpPr>
        <p:sp>
          <p:nvSpPr>
            <p:cNvPr id="22" name="Text Box 14">
              <a:extLst>
                <a:ext uri="{FF2B5EF4-FFF2-40B4-BE49-F238E27FC236}">
                  <a16:creationId xmlns:a16="http://schemas.microsoft.com/office/drawing/2014/main" id="{7C02C946-3EFE-309C-6C9A-3C53E55874B3}"/>
                </a:ext>
              </a:extLst>
            </p:cNvPr>
            <p:cNvSpPr txBox="1">
              <a:spLocks noChangeArrowheads="1"/>
            </p:cNvSpPr>
            <p:nvPr/>
          </p:nvSpPr>
          <p:spPr bwMode="auto">
            <a:xfrm>
              <a:off x="1646370" y="1643504"/>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3" name="Text Box 15">
              <a:extLst>
                <a:ext uri="{FF2B5EF4-FFF2-40B4-BE49-F238E27FC236}">
                  <a16:creationId xmlns:a16="http://schemas.microsoft.com/office/drawing/2014/main" id="{72B8A9C9-ED55-1762-2093-C96040ED00CC}"/>
                </a:ext>
              </a:extLst>
            </p:cNvPr>
            <p:cNvSpPr txBox="1">
              <a:spLocks noChangeArrowheads="1"/>
            </p:cNvSpPr>
            <p:nvPr/>
          </p:nvSpPr>
          <p:spPr bwMode="auto">
            <a:xfrm>
              <a:off x="1351095" y="1643504"/>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4" name="Text Box 16">
              <a:extLst>
                <a:ext uri="{FF2B5EF4-FFF2-40B4-BE49-F238E27FC236}">
                  <a16:creationId xmlns:a16="http://schemas.microsoft.com/office/drawing/2014/main" id="{5E6539C8-9401-14A6-4F35-7545F9B9C42A}"/>
                </a:ext>
              </a:extLst>
            </p:cNvPr>
            <p:cNvSpPr txBox="1">
              <a:spLocks noChangeArrowheads="1"/>
            </p:cNvSpPr>
            <p:nvPr/>
          </p:nvSpPr>
          <p:spPr bwMode="auto">
            <a:xfrm>
              <a:off x="2233745" y="1643504"/>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5" name="Text Box 17">
              <a:extLst>
                <a:ext uri="{FF2B5EF4-FFF2-40B4-BE49-F238E27FC236}">
                  <a16:creationId xmlns:a16="http://schemas.microsoft.com/office/drawing/2014/main" id="{BA13FE41-D760-7AD7-1045-6C916239B9FD}"/>
                </a:ext>
              </a:extLst>
            </p:cNvPr>
            <p:cNvSpPr txBox="1">
              <a:spLocks noChangeArrowheads="1"/>
            </p:cNvSpPr>
            <p:nvPr/>
          </p:nvSpPr>
          <p:spPr bwMode="auto">
            <a:xfrm>
              <a:off x="1940057" y="1643504"/>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6" name="Text Box 14">
              <a:extLst>
                <a:ext uri="{FF2B5EF4-FFF2-40B4-BE49-F238E27FC236}">
                  <a16:creationId xmlns:a16="http://schemas.microsoft.com/office/drawing/2014/main" id="{1A81126C-F897-7AC2-109D-F18D119B36D1}"/>
                </a:ext>
              </a:extLst>
            </p:cNvPr>
            <p:cNvSpPr txBox="1">
              <a:spLocks noChangeArrowheads="1"/>
            </p:cNvSpPr>
            <p:nvPr/>
          </p:nvSpPr>
          <p:spPr bwMode="auto">
            <a:xfrm>
              <a:off x="1659435" y="1320878"/>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0</a:t>
              </a:r>
              <a:endParaRPr kumimoji="1" lang="en-US" altLang="zh-CN" sz="2000" baseline="-10000">
                <a:solidFill>
                  <a:srgbClr val="0000FF"/>
                </a:solidFill>
              </a:endParaRPr>
            </a:p>
          </p:txBody>
        </p:sp>
        <p:sp>
          <p:nvSpPr>
            <p:cNvPr id="27" name="Text Box 15">
              <a:extLst>
                <a:ext uri="{FF2B5EF4-FFF2-40B4-BE49-F238E27FC236}">
                  <a16:creationId xmlns:a16="http://schemas.microsoft.com/office/drawing/2014/main" id="{BB07BFCE-DDF2-1E26-2246-35A61A7E4234}"/>
                </a:ext>
              </a:extLst>
            </p:cNvPr>
            <p:cNvSpPr txBox="1">
              <a:spLocks noChangeArrowheads="1"/>
            </p:cNvSpPr>
            <p:nvPr/>
          </p:nvSpPr>
          <p:spPr bwMode="auto">
            <a:xfrm>
              <a:off x="1364160" y="1320878"/>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0</a:t>
              </a:r>
              <a:endParaRPr kumimoji="1" lang="en-US" altLang="zh-CN" sz="2000" baseline="-10000">
                <a:solidFill>
                  <a:srgbClr val="0000FF"/>
                </a:solidFill>
              </a:endParaRPr>
            </a:p>
          </p:txBody>
        </p:sp>
        <p:sp>
          <p:nvSpPr>
            <p:cNvPr id="28" name="Text Box 16">
              <a:extLst>
                <a:ext uri="{FF2B5EF4-FFF2-40B4-BE49-F238E27FC236}">
                  <a16:creationId xmlns:a16="http://schemas.microsoft.com/office/drawing/2014/main" id="{55DDE205-BC1F-63CA-C205-DCB7E269A0D9}"/>
                </a:ext>
              </a:extLst>
            </p:cNvPr>
            <p:cNvSpPr txBox="1">
              <a:spLocks noChangeArrowheads="1"/>
            </p:cNvSpPr>
            <p:nvPr/>
          </p:nvSpPr>
          <p:spPr bwMode="auto">
            <a:xfrm>
              <a:off x="2246810" y="1320878"/>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0</a:t>
              </a:r>
              <a:endParaRPr kumimoji="1" lang="en-US" altLang="zh-CN" sz="2000" baseline="-10000">
                <a:solidFill>
                  <a:srgbClr val="0000FF"/>
                </a:solidFill>
              </a:endParaRPr>
            </a:p>
          </p:txBody>
        </p:sp>
        <p:sp>
          <p:nvSpPr>
            <p:cNvPr id="29" name="Text Box 17">
              <a:extLst>
                <a:ext uri="{FF2B5EF4-FFF2-40B4-BE49-F238E27FC236}">
                  <a16:creationId xmlns:a16="http://schemas.microsoft.com/office/drawing/2014/main" id="{4E55866E-929B-80DA-928C-FE9DA6623848}"/>
                </a:ext>
              </a:extLst>
            </p:cNvPr>
            <p:cNvSpPr txBox="1">
              <a:spLocks noChangeArrowheads="1"/>
            </p:cNvSpPr>
            <p:nvPr/>
          </p:nvSpPr>
          <p:spPr bwMode="auto">
            <a:xfrm>
              <a:off x="1953122" y="1320878"/>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0</a:t>
              </a:r>
              <a:endParaRPr kumimoji="1" lang="en-US" altLang="zh-CN" sz="2000" baseline="-10000">
                <a:solidFill>
                  <a:srgbClr val="0000FF"/>
                </a:solidFill>
              </a:endParaRPr>
            </a:p>
          </p:txBody>
        </p:sp>
        <p:sp>
          <p:nvSpPr>
            <p:cNvPr id="30" name="Line 13">
              <a:extLst>
                <a:ext uri="{FF2B5EF4-FFF2-40B4-BE49-F238E27FC236}">
                  <a16:creationId xmlns:a16="http://schemas.microsoft.com/office/drawing/2014/main" id="{21D9C7AB-3E76-6FCC-4CE6-5A4389796778}"/>
                </a:ext>
              </a:extLst>
            </p:cNvPr>
            <p:cNvSpPr>
              <a:spLocks noChangeShapeType="1"/>
            </p:cNvSpPr>
            <p:nvPr/>
          </p:nvSpPr>
          <p:spPr bwMode="auto">
            <a:xfrm>
              <a:off x="980928" y="2008948"/>
              <a:ext cx="1447756" cy="1589"/>
            </a:xfrm>
            <a:prstGeom prst="line">
              <a:avLst/>
            </a:prstGeom>
            <a:noFill/>
            <a:ln w="19050">
              <a:solidFill>
                <a:schemeClr val="tx1">
                  <a:lumMod val="50000"/>
                  <a:lumOff val="50000"/>
                </a:schemeClr>
              </a:solidFill>
              <a:prstDash val="lgDash"/>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31" name="Text Box 96">
              <a:extLst>
                <a:ext uri="{FF2B5EF4-FFF2-40B4-BE49-F238E27FC236}">
                  <a16:creationId xmlns:a16="http://schemas.microsoft.com/office/drawing/2014/main" id="{3C137290-7CF6-160B-E9AB-6F306231AE36}"/>
                </a:ext>
              </a:extLst>
            </p:cNvPr>
            <p:cNvSpPr txBox="1">
              <a:spLocks noChangeArrowheads="1"/>
            </p:cNvSpPr>
            <p:nvPr/>
          </p:nvSpPr>
          <p:spPr bwMode="auto">
            <a:xfrm>
              <a:off x="2627179" y="1312268"/>
              <a:ext cx="23653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A </a:t>
              </a:r>
            </a:p>
          </p:txBody>
        </p:sp>
        <p:sp>
          <p:nvSpPr>
            <p:cNvPr id="32" name="圆角矩形 31">
              <a:extLst>
                <a:ext uri="{FF2B5EF4-FFF2-40B4-BE49-F238E27FC236}">
                  <a16:creationId xmlns:a16="http://schemas.microsoft.com/office/drawing/2014/main" id="{B3FD3995-E366-BCE3-EE01-25C9700A6F71}"/>
                </a:ext>
              </a:extLst>
            </p:cNvPr>
            <p:cNvSpPr/>
            <p:nvPr/>
          </p:nvSpPr>
          <p:spPr>
            <a:xfrm>
              <a:off x="1223809" y="1381064"/>
              <a:ext cx="1258849" cy="55953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3" name="Text Box 96">
              <a:extLst>
                <a:ext uri="{FF2B5EF4-FFF2-40B4-BE49-F238E27FC236}">
                  <a16:creationId xmlns:a16="http://schemas.microsoft.com/office/drawing/2014/main" id="{673852EB-673D-0A64-7D86-AED94430FAE1}"/>
                </a:ext>
              </a:extLst>
            </p:cNvPr>
            <p:cNvSpPr txBox="1">
              <a:spLocks noChangeArrowheads="1"/>
            </p:cNvSpPr>
            <p:nvPr/>
          </p:nvSpPr>
          <p:spPr bwMode="auto">
            <a:xfrm>
              <a:off x="2650990" y="1648819"/>
              <a:ext cx="19236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 </a:t>
              </a:r>
            </a:p>
          </p:txBody>
        </p:sp>
        <p:sp>
          <p:nvSpPr>
            <p:cNvPr id="34" name="矩形 25">
              <a:extLst>
                <a:ext uri="{FF2B5EF4-FFF2-40B4-BE49-F238E27FC236}">
                  <a16:creationId xmlns:a16="http://schemas.microsoft.com/office/drawing/2014/main" id="{2C386EFD-FFE6-4A0B-C590-BA0FE6E06C99}"/>
                </a:ext>
              </a:extLst>
            </p:cNvPr>
            <p:cNvSpPr>
              <a:spLocks noChangeArrowheads="1"/>
            </p:cNvSpPr>
            <p:nvPr/>
          </p:nvSpPr>
          <p:spPr bwMode="auto">
            <a:xfrm>
              <a:off x="3034858" y="1304764"/>
              <a:ext cx="21852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800" b="0" dirty="0">
                  <a:latin typeface="Microsoft YaHei" panose="020B0503020204020204" pitchFamily="34" charset="-122"/>
                  <a:ea typeface="Microsoft YaHei" panose="020B0503020204020204" pitchFamily="34" charset="-122"/>
                </a:rPr>
                <a:t>A</a:t>
              </a:r>
              <a:r>
                <a:rPr lang="zh-CN" altLang="en-US" sz="1800" b="0" dirty="0">
                  <a:latin typeface="Microsoft YaHei" panose="020B0503020204020204" pitchFamily="34" charset="-122"/>
                  <a:ea typeface="Microsoft YaHei" panose="020B0503020204020204" pitchFamily="34" charset="-122"/>
                </a:rPr>
                <a:t>暂存加之后的结果</a:t>
              </a:r>
            </a:p>
          </p:txBody>
        </p:sp>
        <p:sp>
          <p:nvSpPr>
            <p:cNvPr id="35" name="矩形 187">
              <a:extLst>
                <a:ext uri="{FF2B5EF4-FFF2-40B4-BE49-F238E27FC236}">
                  <a16:creationId xmlns:a16="http://schemas.microsoft.com/office/drawing/2014/main" id="{4D7E2B7F-51C6-7B83-22CC-F1145293DA05}"/>
                </a:ext>
              </a:extLst>
            </p:cNvPr>
            <p:cNvSpPr>
              <a:spLocks noChangeArrowheads="1"/>
            </p:cNvSpPr>
            <p:nvPr/>
          </p:nvSpPr>
          <p:spPr bwMode="auto">
            <a:xfrm>
              <a:off x="3058919" y="1655512"/>
              <a:ext cx="3829778" cy="369816"/>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zh-CN" altLang="en-US" sz="1800" b="0" dirty="0">
                  <a:latin typeface="SimSun" panose="02010600030101010101" pitchFamily="2" charset="-122"/>
                  <a:ea typeface="SimSun" panose="02010600030101010101" pitchFamily="2" charset="-122"/>
                </a:rPr>
                <a:t>？</a:t>
              </a:r>
              <a:r>
                <a:rPr lang="zh-CN" altLang="en-US" sz="1800" b="0" dirty="0">
                  <a:latin typeface="Arial" panose="020B0604020202020204" pitchFamily="34" charset="0"/>
                </a:rPr>
                <a:t>被加数（依据条件，</a:t>
              </a:r>
              <a:r>
                <a:rPr lang="en-US" altLang="zh-CN" sz="1800" b="0" dirty="0">
                  <a:latin typeface="Arial" panose="020B0604020202020204" pitchFamily="34" charset="0"/>
                </a:rPr>
                <a:t>Y</a:t>
              </a:r>
              <a:r>
                <a:rPr lang="en-US" altLang="zh-CN" sz="1800" b="0" baseline="-25000" dirty="0">
                  <a:latin typeface="Arial" panose="020B0604020202020204" pitchFamily="34" charset="0"/>
                </a:rPr>
                <a:t>1</a:t>
              </a:r>
              <a:r>
                <a:rPr lang="en-US" altLang="zh-CN" sz="1800" b="0" dirty="0">
                  <a:latin typeface="Arial" panose="020B0604020202020204" pitchFamily="34" charset="0"/>
                </a:rPr>
                <a:t>=B</a:t>
              </a:r>
              <a:r>
                <a:rPr lang="en-US" altLang="zh-CN" sz="1800" b="0" baseline="-25000" dirty="0">
                  <a:latin typeface="Arial" panose="020B0604020202020204" pitchFamily="34" charset="0"/>
                </a:rPr>
                <a:t>0</a:t>
              </a:r>
              <a:r>
                <a:rPr lang="en-US" altLang="zh-CN" sz="1800" b="0" dirty="0">
                  <a:latin typeface="Arial" panose="020B0604020202020204" pitchFamily="34" charset="0"/>
                </a:rPr>
                <a:t>=1</a:t>
              </a:r>
              <a:r>
                <a:rPr lang="zh-CN" altLang="en-US" sz="1800" b="0" dirty="0">
                  <a:latin typeface="Arial" panose="020B0604020202020204" pitchFamily="34" charset="0"/>
                </a:rPr>
                <a:t>？）</a:t>
              </a:r>
              <a:endParaRPr lang="zh-CN" altLang="en-US" sz="1800" b="0" dirty="0">
                <a:latin typeface="SimSun" panose="02010600030101010101" pitchFamily="2" charset="-122"/>
                <a:ea typeface="SimSun" panose="02010600030101010101" pitchFamily="2" charset="-122"/>
              </a:endParaRPr>
            </a:p>
          </p:txBody>
        </p:sp>
      </p:grpSp>
      <p:grpSp>
        <p:nvGrpSpPr>
          <p:cNvPr id="36" name="组合 35">
            <a:extLst>
              <a:ext uri="{FF2B5EF4-FFF2-40B4-BE49-F238E27FC236}">
                <a16:creationId xmlns:a16="http://schemas.microsoft.com/office/drawing/2014/main" id="{B49CAA5E-C2EB-2A48-8A8C-71B9A775EEA2}"/>
              </a:ext>
            </a:extLst>
          </p:cNvPr>
          <p:cNvGrpSpPr>
            <a:grpSpLocks/>
          </p:cNvGrpSpPr>
          <p:nvPr/>
        </p:nvGrpSpPr>
        <p:grpSpPr bwMode="auto">
          <a:xfrm>
            <a:off x="15875" y="1971675"/>
            <a:ext cx="9130158" cy="3702050"/>
            <a:chOff x="16272" y="1971160"/>
            <a:chExt cx="9129694" cy="3702457"/>
          </a:xfrm>
        </p:grpSpPr>
        <p:sp>
          <p:nvSpPr>
            <p:cNvPr id="37" name="平行四边形 36">
              <a:extLst>
                <a:ext uri="{FF2B5EF4-FFF2-40B4-BE49-F238E27FC236}">
                  <a16:creationId xmlns:a16="http://schemas.microsoft.com/office/drawing/2014/main" id="{949D969C-C0B7-B9C7-B4BF-40500D4E7A74}"/>
                </a:ext>
              </a:extLst>
            </p:cNvPr>
            <p:cNvSpPr/>
            <p:nvPr/>
          </p:nvSpPr>
          <p:spPr>
            <a:xfrm>
              <a:off x="16272" y="1988625"/>
              <a:ext cx="1279460" cy="3684992"/>
            </a:xfrm>
            <a:prstGeom prst="parallelogram">
              <a:avLst>
                <a:gd name="adj" fmla="val 79903"/>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38" name="组合 16">
              <a:extLst>
                <a:ext uri="{FF2B5EF4-FFF2-40B4-BE49-F238E27FC236}">
                  <a16:creationId xmlns:a16="http://schemas.microsoft.com/office/drawing/2014/main" id="{41CD15E3-8188-F552-7313-856DBBABE05B}"/>
                </a:ext>
              </a:extLst>
            </p:cNvPr>
            <p:cNvGrpSpPr>
              <a:grpSpLocks/>
            </p:cNvGrpSpPr>
            <p:nvPr/>
          </p:nvGrpSpPr>
          <p:grpSpPr bwMode="auto">
            <a:xfrm>
              <a:off x="548275" y="1971160"/>
              <a:ext cx="8597691" cy="1068506"/>
              <a:chOff x="548275" y="1971160"/>
              <a:chExt cx="8597691" cy="1068506"/>
            </a:xfrm>
          </p:grpSpPr>
          <p:sp>
            <p:nvSpPr>
              <p:cNvPr id="39" name="Text Box 18">
                <a:extLst>
                  <a:ext uri="{FF2B5EF4-FFF2-40B4-BE49-F238E27FC236}">
                    <a16:creationId xmlns:a16="http://schemas.microsoft.com/office/drawing/2014/main" id="{3AA4D57F-D027-AB3A-9A08-B4EB4C064BEE}"/>
                  </a:ext>
                </a:extLst>
              </p:cNvPr>
              <p:cNvSpPr txBox="1">
                <a:spLocks noChangeArrowheads="1"/>
              </p:cNvSpPr>
              <p:nvPr/>
            </p:nvSpPr>
            <p:spPr bwMode="auto">
              <a:xfrm>
                <a:off x="1349625" y="2697993"/>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40" name="Text Box 19">
                <a:extLst>
                  <a:ext uri="{FF2B5EF4-FFF2-40B4-BE49-F238E27FC236}">
                    <a16:creationId xmlns:a16="http://schemas.microsoft.com/office/drawing/2014/main" id="{840DA059-37BD-6E2D-E659-B77C8BC959EA}"/>
                  </a:ext>
                </a:extLst>
              </p:cNvPr>
              <p:cNvSpPr txBox="1">
                <a:spLocks noChangeArrowheads="1"/>
              </p:cNvSpPr>
              <p:nvPr/>
            </p:nvSpPr>
            <p:spPr bwMode="auto">
              <a:xfrm>
                <a:off x="1057525" y="2697993"/>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41" name="Text Box 20">
                <a:extLst>
                  <a:ext uri="{FF2B5EF4-FFF2-40B4-BE49-F238E27FC236}">
                    <a16:creationId xmlns:a16="http://schemas.microsoft.com/office/drawing/2014/main" id="{F3C2FDC8-DA28-F2F4-CF43-DD06A378B557}"/>
                  </a:ext>
                </a:extLst>
              </p:cNvPr>
              <p:cNvSpPr txBox="1">
                <a:spLocks noChangeArrowheads="1"/>
              </p:cNvSpPr>
              <p:nvPr/>
            </p:nvSpPr>
            <p:spPr bwMode="auto">
              <a:xfrm>
                <a:off x="1938587" y="2697993"/>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42" name="Text Box 21">
                <a:extLst>
                  <a:ext uri="{FF2B5EF4-FFF2-40B4-BE49-F238E27FC236}">
                    <a16:creationId xmlns:a16="http://schemas.microsoft.com/office/drawing/2014/main" id="{58A78D90-6DD8-7010-4F34-1A75CF38A734}"/>
                  </a:ext>
                </a:extLst>
              </p:cNvPr>
              <p:cNvSpPr txBox="1">
                <a:spLocks noChangeArrowheads="1"/>
              </p:cNvSpPr>
              <p:nvPr/>
            </p:nvSpPr>
            <p:spPr bwMode="auto">
              <a:xfrm>
                <a:off x="1644900" y="2697993"/>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43" name="圆角矩形 42">
                <a:extLst>
                  <a:ext uri="{FF2B5EF4-FFF2-40B4-BE49-F238E27FC236}">
                    <a16:creationId xmlns:a16="http://schemas.microsoft.com/office/drawing/2014/main" id="{96E03152-506F-240C-B815-8FB6C24B9592}"/>
                  </a:ext>
                </a:extLst>
              </p:cNvPr>
              <p:cNvSpPr/>
              <p:nvPr/>
            </p:nvSpPr>
            <p:spPr>
              <a:xfrm>
                <a:off x="944913" y="2342676"/>
                <a:ext cx="1214375" cy="690639"/>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4" name="Text Box 14">
                <a:extLst>
                  <a:ext uri="{FF2B5EF4-FFF2-40B4-BE49-F238E27FC236}">
                    <a16:creationId xmlns:a16="http://schemas.microsoft.com/office/drawing/2014/main" id="{426CE91D-B381-6C9F-AAAA-7AF5B4B1D079}"/>
                  </a:ext>
                </a:extLst>
              </p:cNvPr>
              <p:cNvSpPr txBox="1">
                <a:spLocks noChangeArrowheads="1"/>
              </p:cNvSpPr>
              <p:nvPr/>
            </p:nvSpPr>
            <p:spPr bwMode="auto">
              <a:xfrm>
                <a:off x="1633167" y="1971160"/>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45" name="Text Box 15">
                <a:extLst>
                  <a:ext uri="{FF2B5EF4-FFF2-40B4-BE49-F238E27FC236}">
                    <a16:creationId xmlns:a16="http://schemas.microsoft.com/office/drawing/2014/main" id="{4483FA03-0E99-F80D-6A48-EE15B10C5C0E}"/>
                  </a:ext>
                </a:extLst>
              </p:cNvPr>
              <p:cNvSpPr txBox="1">
                <a:spLocks noChangeArrowheads="1"/>
              </p:cNvSpPr>
              <p:nvPr/>
            </p:nvSpPr>
            <p:spPr bwMode="auto">
              <a:xfrm>
                <a:off x="1337892" y="1971160"/>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46" name="Text Box 16">
                <a:extLst>
                  <a:ext uri="{FF2B5EF4-FFF2-40B4-BE49-F238E27FC236}">
                    <a16:creationId xmlns:a16="http://schemas.microsoft.com/office/drawing/2014/main" id="{90F751C0-724C-24A9-AC18-C68434B03D75}"/>
                  </a:ext>
                </a:extLst>
              </p:cNvPr>
              <p:cNvSpPr txBox="1">
                <a:spLocks noChangeArrowheads="1"/>
              </p:cNvSpPr>
              <p:nvPr/>
            </p:nvSpPr>
            <p:spPr bwMode="auto">
              <a:xfrm>
                <a:off x="2220542" y="1971160"/>
                <a:ext cx="25648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0</a:t>
                </a:r>
              </a:p>
            </p:txBody>
          </p:sp>
          <p:sp>
            <p:nvSpPr>
              <p:cNvPr id="47" name="Text Box 17">
                <a:extLst>
                  <a:ext uri="{FF2B5EF4-FFF2-40B4-BE49-F238E27FC236}">
                    <a16:creationId xmlns:a16="http://schemas.microsoft.com/office/drawing/2014/main" id="{04045054-AFBE-8F33-F55F-B60E01C39F89}"/>
                  </a:ext>
                </a:extLst>
              </p:cNvPr>
              <p:cNvSpPr txBox="1">
                <a:spLocks noChangeArrowheads="1"/>
              </p:cNvSpPr>
              <p:nvPr/>
            </p:nvSpPr>
            <p:spPr bwMode="auto">
              <a:xfrm>
                <a:off x="1926854" y="1971160"/>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48" name="Text Box 15">
                <a:extLst>
                  <a:ext uri="{FF2B5EF4-FFF2-40B4-BE49-F238E27FC236}">
                    <a16:creationId xmlns:a16="http://schemas.microsoft.com/office/drawing/2014/main" id="{A3B817D3-CDF8-0A71-DA13-8FDD538C28AC}"/>
                  </a:ext>
                </a:extLst>
              </p:cNvPr>
              <p:cNvSpPr txBox="1">
                <a:spLocks noChangeArrowheads="1"/>
              </p:cNvSpPr>
              <p:nvPr/>
            </p:nvSpPr>
            <p:spPr bwMode="auto">
              <a:xfrm>
                <a:off x="1069605" y="1998879"/>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B050"/>
                    </a:solidFill>
                  </a:rPr>
                  <a:t>0</a:t>
                </a:r>
                <a:endParaRPr kumimoji="1" lang="en-US" altLang="zh-CN" sz="2000" baseline="-10000">
                  <a:solidFill>
                    <a:srgbClr val="00B050"/>
                  </a:solidFill>
                </a:endParaRPr>
              </a:p>
            </p:txBody>
          </p:sp>
          <p:sp>
            <p:nvSpPr>
              <p:cNvPr id="49" name="文本框 5">
                <a:extLst>
                  <a:ext uri="{FF2B5EF4-FFF2-40B4-BE49-F238E27FC236}">
                    <a16:creationId xmlns:a16="http://schemas.microsoft.com/office/drawing/2014/main" id="{BA898C75-EC95-E2E7-331A-6B459D93ACF8}"/>
                  </a:ext>
                </a:extLst>
              </p:cNvPr>
              <p:cNvSpPr txBox="1">
                <a:spLocks noChangeArrowheads="1"/>
              </p:cNvSpPr>
              <p:nvPr/>
            </p:nvSpPr>
            <p:spPr bwMode="auto">
              <a:xfrm>
                <a:off x="548275" y="2253716"/>
                <a:ext cx="46579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800">
                    <a:solidFill>
                      <a:srgbClr val="00B050"/>
                    </a:solidFill>
                    <a:latin typeface="Arial" panose="020B0604020202020204" pitchFamily="34" charset="0"/>
                  </a:rPr>
                  <a:t>C</a:t>
                </a:r>
                <a:endParaRPr lang="zh-CN" altLang="en-US" sz="1800">
                  <a:solidFill>
                    <a:srgbClr val="00B050"/>
                  </a:solidFill>
                  <a:latin typeface="Arial" panose="020B0604020202020204" pitchFamily="34" charset="0"/>
                </a:endParaRPr>
              </a:p>
            </p:txBody>
          </p:sp>
          <p:sp>
            <p:nvSpPr>
              <p:cNvPr id="50" name="Text Box 96">
                <a:extLst>
                  <a:ext uri="{FF2B5EF4-FFF2-40B4-BE49-F238E27FC236}">
                    <a16:creationId xmlns:a16="http://schemas.microsoft.com/office/drawing/2014/main" id="{E19AFDBF-274D-AFC1-C4C6-4E7CE94460FB}"/>
                  </a:ext>
                </a:extLst>
              </p:cNvPr>
              <p:cNvSpPr txBox="1">
                <a:spLocks noChangeArrowheads="1"/>
              </p:cNvSpPr>
              <p:nvPr/>
            </p:nvSpPr>
            <p:spPr bwMode="auto">
              <a:xfrm>
                <a:off x="2627326" y="2024844"/>
                <a:ext cx="6445174" cy="969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zh-CN" altLang="en-US" sz="1800" b="0" dirty="0"/>
                  <a:t>相加：</a:t>
                </a:r>
                <a:r>
                  <a:rPr kumimoji="1" lang="en-US" altLang="zh-CN" sz="1800" b="0" dirty="0"/>
                  <a:t>{</a:t>
                </a:r>
                <a:r>
                  <a:rPr kumimoji="1" lang="en-US" altLang="zh-CN" sz="1800" dirty="0">
                    <a:solidFill>
                      <a:srgbClr val="00B050"/>
                    </a:solidFill>
                  </a:rPr>
                  <a:t>C</a:t>
                </a:r>
                <a:r>
                  <a:rPr kumimoji="1" lang="en-US" altLang="zh-CN" sz="1800" b="0" dirty="0">
                    <a:solidFill>
                      <a:srgbClr val="0000FF"/>
                    </a:solidFill>
                  </a:rPr>
                  <a:t>,</a:t>
                </a:r>
                <a:r>
                  <a:rPr kumimoji="1" lang="en-US" altLang="zh-CN" sz="1800" dirty="0">
                    <a:solidFill>
                      <a:srgbClr val="0000FF"/>
                    </a:solidFill>
                  </a:rPr>
                  <a:t>A</a:t>
                </a:r>
                <a:r>
                  <a:rPr kumimoji="1" lang="en-US" altLang="zh-CN" sz="1800" b="0" dirty="0"/>
                  <a:t>}</a:t>
                </a:r>
                <a:r>
                  <a:rPr kumimoji="1" lang="en-US" altLang="zh-CN" sz="1800" b="0" dirty="0">
                    <a:solidFill>
                      <a:srgbClr val="0000FF"/>
                    </a:solidFill>
                  </a:rPr>
                  <a:t>	</a:t>
                </a:r>
                <a:r>
                  <a:rPr kumimoji="1" lang="en-US" altLang="zh-CN" sz="1800" b="0" dirty="0"/>
                  <a:t>&lt;= {A+?}={</a:t>
                </a:r>
                <a:r>
                  <a:rPr kumimoji="1" lang="en-US" altLang="zh-CN" sz="1800" dirty="0">
                    <a:solidFill>
                      <a:srgbClr val="00B050"/>
                    </a:solidFill>
                  </a:rPr>
                  <a:t>0</a:t>
                </a:r>
                <a:r>
                  <a:rPr kumimoji="1" lang="en-US" altLang="zh-CN" sz="1800" b="0" dirty="0"/>
                  <a:t>,</a:t>
                </a:r>
                <a:r>
                  <a:rPr kumimoji="1" lang="en-US" altLang="zh-CN" sz="1800" dirty="0">
                    <a:solidFill>
                      <a:srgbClr val="0000FF"/>
                    </a:solidFill>
                  </a:rPr>
                  <a:t>xxxZ</a:t>
                </a:r>
                <a:r>
                  <a:rPr kumimoji="1" lang="en-US" altLang="zh-CN" sz="1800" baseline="-25000" dirty="0">
                    <a:solidFill>
                      <a:srgbClr val="0000FF"/>
                    </a:solidFill>
                  </a:rPr>
                  <a:t>0</a:t>
                </a:r>
                <a:r>
                  <a:rPr kumimoji="1" lang="en-US" altLang="zh-CN" sz="1800" b="0" dirty="0"/>
                  <a:t>}</a:t>
                </a:r>
                <a:endParaRPr kumimoji="1" lang="en-US" altLang="zh-CN" sz="1800" b="0" dirty="0">
                  <a:solidFill>
                    <a:srgbClr val="0000FF"/>
                  </a:solidFill>
                </a:endParaRPr>
              </a:p>
              <a:p>
                <a:pPr eaLnBrk="1" hangingPunct="1">
                  <a:lnSpc>
                    <a:spcPct val="110000"/>
                  </a:lnSpc>
                  <a:spcAft>
                    <a:spcPct val="10000"/>
                  </a:spcAft>
                  <a:buFontTx/>
                  <a:buNone/>
                </a:pPr>
                <a:r>
                  <a:rPr kumimoji="1" lang="zh-CN" altLang="en-US" sz="1800" b="0" dirty="0"/>
                  <a:t>移位：</a:t>
                </a:r>
                <a:r>
                  <a:rPr kumimoji="1" lang="en-US" altLang="zh-CN" sz="1800" b="0" dirty="0"/>
                  <a:t>{</a:t>
                </a:r>
                <a:r>
                  <a:rPr kumimoji="1" lang="en-US" altLang="zh-CN" sz="1800" dirty="0">
                    <a:solidFill>
                      <a:srgbClr val="00B050"/>
                    </a:solidFill>
                  </a:rPr>
                  <a:t>C</a:t>
                </a:r>
                <a:r>
                  <a:rPr kumimoji="1" lang="en-US" altLang="zh-CN" sz="1800" b="0" dirty="0"/>
                  <a:t>,</a:t>
                </a:r>
                <a:r>
                  <a:rPr kumimoji="1" lang="en-US" altLang="zh-CN" sz="1800" dirty="0">
                    <a:solidFill>
                      <a:srgbClr val="0000FF"/>
                    </a:solidFill>
                  </a:rPr>
                  <a:t>A</a:t>
                </a:r>
                <a:r>
                  <a:rPr kumimoji="1" lang="en-US" altLang="zh-CN" sz="1800" b="0" dirty="0"/>
                  <a:t>,</a:t>
                </a:r>
                <a:r>
                  <a:rPr kumimoji="1" lang="en-US" altLang="zh-CN" sz="1800" dirty="0">
                    <a:solidFill>
                      <a:srgbClr val="7030A0"/>
                    </a:solidFill>
                  </a:rPr>
                  <a:t>B</a:t>
                </a:r>
                <a:r>
                  <a:rPr kumimoji="1" lang="en-US" altLang="zh-CN" sz="1800" b="0" dirty="0"/>
                  <a:t>}	&lt;= ({0,C,A,B}&gt;&gt;1) = {0,0,xxxZ</a:t>
                </a:r>
                <a:r>
                  <a:rPr kumimoji="1" lang="en-US" altLang="zh-CN" sz="1800" b="0" baseline="-25000" dirty="0"/>
                  <a:t>0</a:t>
                </a:r>
                <a:r>
                  <a:rPr kumimoji="1" lang="en-US" altLang="zh-CN" sz="1800" b="0" dirty="0"/>
                  <a:t>,Y</a:t>
                </a:r>
                <a:r>
                  <a:rPr kumimoji="1" lang="en-US" altLang="zh-CN" sz="1800" b="0" baseline="-25000" dirty="0"/>
                  <a:t>3</a:t>
                </a:r>
                <a:r>
                  <a:rPr kumimoji="1" lang="en-US" altLang="zh-CN" sz="1800" b="0" dirty="0"/>
                  <a:t>Y</a:t>
                </a:r>
                <a:r>
                  <a:rPr kumimoji="1" lang="en-US" altLang="zh-CN" sz="1800" b="0" baseline="-25000" dirty="0"/>
                  <a:t>2</a:t>
                </a:r>
                <a:r>
                  <a:rPr kumimoji="1" lang="en-US" altLang="zh-CN" sz="1800" b="0" dirty="0"/>
                  <a:t>Y</a:t>
                </a:r>
                <a:r>
                  <a:rPr kumimoji="1" lang="en-US" altLang="zh-CN" sz="1800" b="0" baseline="-25000" dirty="0"/>
                  <a:t>1</a:t>
                </a:r>
                <a:r>
                  <a:rPr kumimoji="1" lang="en-US" altLang="zh-CN" sz="1800" b="0" dirty="0"/>
                  <a:t>Y</a:t>
                </a:r>
                <a:r>
                  <a:rPr kumimoji="1" lang="en-US" altLang="zh-CN" sz="1800" b="0" baseline="-25000" dirty="0"/>
                  <a:t>0</a:t>
                </a:r>
                <a:r>
                  <a:rPr kumimoji="1" lang="en-US" altLang="zh-CN" sz="1800" b="0" dirty="0"/>
                  <a:t>}&gt;&gt;1</a:t>
                </a:r>
              </a:p>
              <a:p>
                <a:pPr eaLnBrk="1" hangingPunct="1">
                  <a:lnSpc>
                    <a:spcPct val="110000"/>
                  </a:lnSpc>
                  <a:spcAft>
                    <a:spcPct val="10000"/>
                  </a:spcAft>
                  <a:buFontTx/>
                  <a:buNone/>
                </a:pPr>
                <a:r>
                  <a:rPr kumimoji="1" lang="en-US" altLang="zh-CN" sz="1800" b="0" dirty="0"/>
                  <a:t>= {</a:t>
                </a:r>
                <a:r>
                  <a:rPr kumimoji="1" lang="en-US" altLang="zh-CN" sz="1800" dirty="0">
                    <a:solidFill>
                      <a:srgbClr val="00B050"/>
                    </a:solidFill>
                  </a:rPr>
                  <a:t>0</a:t>
                </a:r>
                <a:r>
                  <a:rPr kumimoji="1" lang="en-US" altLang="zh-CN" sz="1800" b="0" dirty="0"/>
                  <a:t>, </a:t>
                </a:r>
                <a:r>
                  <a:rPr kumimoji="1" lang="en-US" altLang="zh-CN" sz="1800" dirty="0">
                    <a:solidFill>
                      <a:srgbClr val="0000FF"/>
                    </a:solidFill>
                  </a:rPr>
                  <a:t>0xxx</a:t>
                </a:r>
                <a:r>
                  <a:rPr kumimoji="1" lang="en-US" altLang="zh-CN" sz="1800" b="0" dirty="0"/>
                  <a:t>, </a:t>
                </a:r>
                <a:r>
                  <a:rPr kumimoji="1" lang="en-US" altLang="zh-CN" sz="1800" dirty="0">
                    <a:solidFill>
                      <a:srgbClr val="7030A0"/>
                    </a:solidFill>
                  </a:rPr>
                  <a:t>Z</a:t>
                </a:r>
                <a:r>
                  <a:rPr kumimoji="1" lang="en-US" altLang="zh-CN" sz="1800" baseline="-25000" dirty="0">
                    <a:solidFill>
                      <a:srgbClr val="7030A0"/>
                    </a:solidFill>
                  </a:rPr>
                  <a:t>0</a:t>
                </a:r>
                <a:r>
                  <a:rPr kumimoji="1" lang="en-US" altLang="zh-CN" sz="1800" dirty="0">
                    <a:solidFill>
                      <a:srgbClr val="7030A0"/>
                    </a:solidFill>
                  </a:rPr>
                  <a:t>Y</a:t>
                </a:r>
                <a:r>
                  <a:rPr kumimoji="1" lang="en-US" altLang="zh-CN" sz="1800" baseline="-25000" dirty="0">
                    <a:solidFill>
                      <a:srgbClr val="7030A0"/>
                    </a:solidFill>
                  </a:rPr>
                  <a:t>3</a:t>
                </a:r>
                <a:r>
                  <a:rPr kumimoji="1" lang="en-US" altLang="zh-CN" sz="1800" dirty="0">
                    <a:solidFill>
                      <a:srgbClr val="7030A0"/>
                    </a:solidFill>
                  </a:rPr>
                  <a:t>Y</a:t>
                </a:r>
                <a:r>
                  <a:rPr kumimoji="1" lang="en-US" altLang="zh-CN" sz="1800" baseline="-25000" dirty="0">
                    <a:solidFill>
                      <a:srgbClr val="7030A0"/>
                    </a:solidFill>
                  </a:rPr>
                  <a:t>2</a:t>
                </a:r>
                <a:r>
                  <a:rPr kumimoji="1" lang="en-US" altLang="zh-CN" sz="1800" dirty="0">
                    <a:solidFill>
                      <a:srgbClr val="7030A0"/>
                    </a:solidFill>
                  </a:rPr>
                  <a:t>Y</a:t>
                </a:r>
                <a:r>
                  <a:rPr kumimoji="1" lang="en-US" altLang="zh-CN" sz="1800" baseline="-25000" dirty="0">
                    <a:solidFill>
                      <a:srgbClr val="7030A0"/>
                    </a:solidFill>
                  </a:rPr>
                  <a:t>1</a:t>
                </a:r>
                <a:r>
                  <a:rPr kumimoji="1" lang="en-US" altLang="zh-CN" sz="1800" b="0" dirty="0"/>
                  <a:t>]</a:t>
                </a:r>
              </a:p>
            </p:txBody>
          </p:sp>
          <p:sp>
            <p:nvSpPr>
              <p:cNvPr id="51" name="矩形 7">
                <a:extLst>
                  <a:ext uri="{FF2B5EF4-FFF2-40B4-BE49-F238E27FC236}">
                    <a16:creationId xmlns:a16="http://schemas.microsoft.com/office/drawing/2014/main" id="{A8843B00-0EC1-539B-57CA-49C984026D3C}"/>
                  </a:ext>
                </a:extLst>
              </p:cNvPr>
              <p:cNvSpPr>
                <a:spLocks noChangeArrowheads="1"/>
              </p:cNvSpPr>
              <p:nvPr/>
            </p:nvSpPr>
            <p:spPr bwMode="auto">
              <a:xfrm>
                <a:off x="4007958" y="2060848"/>
                <a:ext cx="184731" cy="373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endParaRPr kumimoji="1" lang="en-US" altLang="zh-CN" sz="1800" b="0">
                  <a:solidFill>
                    <a:srgbClr val="7030A0"/>
                  </a:solidFill>
                  <a:latin typeface="Arial" panose="020B0604020202020204" pitchFamily="34" charset="0"/>
                </a:endParaRPr>
              </a:p>
            </p:txBody>
          </p:sp>
          <p:sp>
            <p:nvSpPr>
              <p:cNvPr id="52" name="Text Box 14">
                <a:extLst>
                  <a:ext uri="{FF2B5EF4-FFF2-40B4-BE49-F238E27FC236}">
                    <a16:creationId xmlns:a16="http://schemas.microsoft.com/office/drawing/2014/main" id="{B1C9C131-BAE2-5132-AEA3-DA4758E7922D}"/>
                  </a:ext>
                </a:extLst>
              </p:cNvPr>
              <p:cNvSpPr txBox="1">
                <a:spLocks noChangeArrowheads="1"/>
              </p:cNvSpPr>
              <p:nvPr/>
            </p:nvSpPr>
            <p:spPr bwMode="auto">
              <a:xfrm>
                <a:off x="1618985" y="2309051"/>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53" name="Text Box 15">
                <a:extLst>
                  <a:ext uri="{FF2B5EF4-FFF2-40B4-BE49-F238E27FC236}">
                    <a16:creationId xmlns:a16="http://schemas.microsoft.com/office/drawing/2014/main" id="{208F1FC8-47AF-7A40-DD20-FDE5FCD6B0BF}"/>
                  </a:ext>
                </a:extLst>
              </p:cNvPr>
              <p:cNvSpPr txBox="1">
                <a:spLocks noChangeArrowheads="1"/>
              </p:cNvSpPr>
              <p:nvPr/>
            </p:nvSpPr>
            <p:spPr bwMode="auto">
              <a:xfrm>
                <a:off x="1323710" y="2309051"/>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54" name="Text Box 16">
                <a:extLst>
                  <a:ext uri="{FF2B5EF4-FFF2-40B4-BE49-F238E27FC236}">
                    <a16:creationId xmlns:a16="http://schemas.microsoft.com/office/drawing/2014/main" id="{E99ED64F-5962-0557-736E-A61E329141FF}"/>
                  </a:ext>
                </a:extLst>
              </p:cNvPr>
              <p:cNvSpPr txBox="1">
                <a:spLocks noChangeArrowheads="1"/>
              </p:cNvSpPr>
              <p:nvPr/>
            </p:nvSpPr>
            <p:spPr bwMode="auto">
              <a:xfrm>
                <a:off x="2206360" y="2309051"/>
                <a:ext cx="25648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25000">
                    <a:solidFill>
                      <a:srgbClr val="7030A0"/>
                    </a:solidFill>
                  </a:rPr>
                  <a:t>0</a:t>
                </a:r>
              </a:p>
            </p:txBody>
          </p:sp>
          <p:sp>
            <p:nvSpPr>
              <p:cNvPr id="55" name="Text Box 17">
                <a:extLst>
                  <a:ext uri="{FF2B5EF4-FFF2-40B4-BE49-F238E27FC236}">
                    <a16:creationId xmlns:a16="http://schemas.microsoft.com/office/drawing/2014/main" id="{F2CAD557-C2AC-1582-01FB-E670BBE6DB2A}"/>
                  </a:ext>
                </a:extLst>
              </p:cNvPr>
              <p:cNvSpPr txBox="1">
                <a:spLocks noChangeArrowheads="1"/>
              </p:cNvSpPr>
              <p:nvPr/>
            </p:nvSpPr>
            <p:spPr bwMode="auto">
              <a:xfrm>
                <a:off x="1912672" y="2309051"/>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56" name="Text Box 15">
                <a:extLst>
                  <a:ext uri="{FF2B5EF4-FFF2-40B4-BE49-F238E27FC236}">
                    <a16:creationId xmlns:a16="http://schemas.microsoft.com/office/drawing/2014/main" id="{E9C42240-0F69-961A-3754-1F54F2404C71}"/>
                  </a:ext>
                </a:extLst>
              </p:cNvPr>
              <p:cNvSpPr txBox="1">
                <a:spLocks noChangeArrowheads="1"/>
              </p:cNvSpPr>
              <p:nvPr/>
            </p:nvSpPr>
            <p:spPr bwMode="auto">
              <a:xfrm>
                <a:off x="1055423" y="2336770"/>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0</a:t>
                </a:r>
                <a:endParaRPr kumimoji="1" lang="en-US" altLang="zh-CN" sz="2000" baseline="-10000">
                  <a:solidFill>
                    <a:srgbClr val="0000FF"/>
                  </a:solidFill>
                </a:endParaRPr>
              </a:p>
            </p:txBody>
          </p:sp>
          <p:sp>
            <p:nvSpPr>
              <p:cNvPr id="57" name="圆角矩形 56">
                <a:extLst>
                  <a:ext uri="{FF2B5EF4-FFF2-40B4-BE49-F238E27FC236}">
                    <a16:creationId xmlns:a16="http://schemas.microsoft.com/office/drawing/2014/main" id="{188B6FE9-3A9D-EEE0-BFE4-BD729C322B17}"/>
                  </a:ext>
                </a:extLst>
              </p:cNvPr>
              <p:cNvSpPr/>
              <p:nvPr/>
            </p:nvSpPr>
            <p:spPr>
              <a:xfrm>
                <a:off x="3078404" y="2669737"/>
                <a:ext cx="563533" cy="369929"/>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8" name="矩形 210">
                <a:extLst>
                  <a:ext uri="{FF2B5EF4-FFF2-40B4-BE49-F238E27FC236}">
                    <a16:creationId xmlns:a16="http://schemas.microsoft.com/office/drawing/2014/main" id="{B7E4ED0A-63CA-23CB-DBA8-626B0DA218FC}"/>
                  </a:ext>
                </a:extLst>
              </p:cNvPr>
              <p:cNvSpPr>
                <a:spLocks noChangeArrowheads="1"/>
              </p:cNvSpPr>
              <p:nvPr/>
            </p:nvSpPr>
            <p:spPr bwMode="auto">
              <a:xfrm>
                <a:off x="5316266" y="2670034"/>
                <a:ext cx="3829700" cy="36937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zh-CN" altLang="en-US" sz="1800" b="0" dirty="0">
                    <a:latin typeface="Arial" panose="020B0604020202020204" pitchFamily="34" charset="0"/>
                  </a:rPr>
                  <a:t>？被加数（依据条件，</a:t>
                </a:r>
                <a:r>
                  <a:rPr lang="en-US" altLang="zh-CN" sz="1800" b="0" dirty="0">
                    <a:latin typeface="Arial" panose="020B0604020202020204" pitchFamily="34" charset="0"/>
                  </a:rPr>
                  <a:t>Y</a:t>
                </a:r>
                <a:r>
                  <a:rPr lang="en-US" altLang="zh-CN" sz="1800" b="0" baseline="-25000" dirty="0">
                    <a:latin typeface="Arial" panose="020B0604020202020204" pitchFamily="34" charset="0"/>
                  </a:rPr>
                  <a:t>1</a:t>
                </a:r>
                <a:r>
                  <a:rPr lang="en-US" altLang="zh-CN" sz="1800" b="0" dirty="0">
                    <a:latin typeface="Arial" panose="020B0604020202020204" pitchFamily="34" charset="0"/>
                  </a:rPr>
                  <a:t>=B</a:t>
                </a:r>
                <a:r>
                  <a:rPr lang="en-US" altLang="zh-CN" sz="1800" b="0" baseline="-25000" dirty="0">
                    <a:latin typeface="Arial" panose="020B0604020202020204" pitchFamily="34" charset="0"/>
                  </a:rPr>
                  <a:t>0</a:t>
                </a:r>
                <a:r>
                  <a:rPr lang="en-US" altLang="zh-CN" sz="1800" b="0" dirty="0">
                    <a:latin typeface="Arial" panose="020B0604020202020204" pitchFamily="34" charset="0"/>
                  </a:rPr>
                  <a:t>=1</a:t>
                </a:r>
                <a:r>
                  <a:rPr lang="zh-CN" altLang="en-US" sz="1800" b="0" dirty="0">
                    <a:latin typeface="Arial" panose="020B0604020202020204" pitchFamily="34" charset="0"/>
                  </a:rPr>
                  <a:t>？）</a:t>
                </a:r>
              </a:p>
            </p:txBody>
          </p:sp>
        </p:grpSp>
      </p:grpSp>
      <p:grpSp>
        <p:nvGrpSpPr>
          <p:cNvPr id="59" name="组合 58">
            <a:extLst>
              <a:ext uri="{FF2B5EF4-FFF2-40B4-BE49-F238E27FC236}">
                <a16:creationId xmlns:a16="http://schemas.microsoft.com/office/drawing/2014/main" id="{F7B05A29-ACB5-891F-4863-F94752FBAB3B}"/>
              </a:ext>
            </a:extLst>
          </p:cNvPr>
          <p:cNvGrpSpPr>
            <a:grpSpLocks/>
          </p:cNvGrpSpPr>
          <p:nvPr/>
        </p:nvGrpSpPr>
        <p:grpSpPr bwMode="auto">
          <a:xfrm>
            <a:off x="431800" y="3062288"/>
            <a:ext cx="8714220" cy="1158875"/>
            <a:chOff x="431540" y="3062656"/>
            <a:chExt cx="8714935" cy="1158432"/>
          </a:xfrm>
        </p:grpSpPr>
        <p:sp>
          <p:nvSpPr>
            <p:cNvPr id="60" name="Text Box 22">
              <a:extLst>
                <a:ext uri="{FF2B5EF4-FFF2-40B4-BE49-F238E27FC236}">
                  <a16:creationId xmlns:a16="http://schemas.microsoft.com/office/drawing/2014/main" id="{8132D4DE-FB28-BFD2-1BE9-F7652C5B0B60}"/>
                </a:ext>
              </a:extLst>
            </p:cNvPr>
            <p:cNvSpPr txBox="1">
              <a:spLocks noChangeArrowheads="1"/>
            </p:cNvSpPr>
            <p:nvPr/>
          </p:nvSpPr>
          <p:spPr bwMode="auto">
            <a:xfrm>
              <a:off x="1023529" y="3861048"/>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61" name="Text Box 23">
              <a:extLst>
                <a:ext uri="{FF2B5EF4-FFF2-40B4-BE49-F238E27FC236}">
                  <a16:creationId xmlns:a16="http://schemas.microsoft.com/office/drawing/2014/main" id="{7737377C-E623-F5D4-FE90-F7E5D7028E4C}"/>
                </a:ext>
              </a:extLst>
            </p:cNvPr>
            <p:cNvSpPr txBox="1">
              <a:spLocks noChangeArrowheads="1"/>
            </p:cNvSpPr>
            <p:nvPr/>
          </p:nvSpPr>
          <p:spPr bwMode="auto">
            <a:xfrm>
              <a:off x="729842" y="3861048"/>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62" name="Text Box 24">
              <a:extLst>
                <a:ext uri="{FF2B5EF4-FFF2-40B4-BE49-F238E27FC236}">
                  <a16:creationId xmlns:a16="http://schemas.microsoft.com/office/drawing/2014/main" id="{E8BD628A-5E6D-F05F-C621-E6FE9FADEA1C}"/>
                </a:ext>
              </a:extLst>
            </p:cNvPr>
            <p:cNvSpPr txBox="1">
              <a:spLocks noChangeArrowheads="1"/>
            </p:cNvSpPr>
            <p:nvPr/>
          </p:nvSpPr>
          <p:spPr bwMode="auto">
            <a:xfrm>
              <a:off x="1610904" y="3861048"/>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63" name="Text Box 25">
              <a:extLst>
                <a:ext uri="{FF2B5EF4-FFF2-40B4-BE49-F238E27FC236}">
                  <a16:creationId xmlns:a16="http://schemas.microsoft.com/office/drawing/2014/main" id="{7D4B2113-E780-09EA-86BC-C5E1D6F69B3B}"/>
                </a:ext>
              </a:extLst>
            </p:cNvPr>
            <p:cNvSpPr txBox="1">
              <a:spLocks noChangeArrowheads="1"/>
            </p:cNvSpPr>
            <p:nvPr/>
          </p:nvSpPr>
          <p:spPr bwMode="auto">
            <a:xfrm>
              <a:off x="1315629" y="3861048"/>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64" name="Line 13">
              <a:extLst>
                <a:ext uri="{FF2B5EF4-FFF2-40B4-BE49-F238E27FC236}">
                  <a16:creationId xmlns:a16="http://schemas.microsoft.com/office/drawing/2014/main" id="{CE9ECD90-5539-C8E7-2F7B-D981FC1642ED}"/>
                </a:ext>
              </a:extLst>
            </p:cNvPr>
            <p:cNvSpPr>
              <a:spLocks noChangeShapeType="1"/>
            </p:cNvSpPr>
            <p:nvPr/>
          </p:nvSpPr>
          <p:spPr bwMode="auto">
            <a:xfrm>
              <a:off x="723664" y="3130892"/>
              <a:ext cx="1378063" cy="3174"/>
            </a:xfrm>
            <a:prstGeom prst="line">
              <a:avLst/>
            </a:prstGeom>
            <a:noFill/>
            <a:ln w="19050">
              <a:solidFill>
                <a:schemeClr val="tx1">
                  <a:lumMod val="50000"/>
                  <a:lumOff val="50000"/>
                </a:schemeClr>
              </a:solidFill>
              <a:prstDash val="lgDash"/>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65" name="Text Box 14">
              <a:extLst>
                <a:ext uri="{FF2B5EF4-FFF2-40B4-BE49-F238E27FC236}">
                  <a16:creationId xmlns:a16="http://schemas.microsoft.com/office/drawing/2014/main" id="{CBE8AE1C-7509-7A18-1424-19CBE568C5D1}"/>
                </a:ext>
              </a:extLst>
            </p:cNvPr>
            <p:cNvSpPr txBox="1">
              <a:spLocks noChangeArrowheads="1"/>
            </p:cNvSpPr>
            <p:nvPr/>
          </p:nvSpPr>
          <p:spPr bwMode="auto">
            <a:xfrm>
              <a:off x="1321880" y="3078999"/>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66" name="Text Box 15">
              <a:extLst>
                <a:ext uri="{FF2B5EF4-FFF2-40B4-BE49-F238E27FC236}">
                  <a16:creationId xmlns:a16="http://schemas.microsoft.com/office/drawing/2014/main" id="{DCCDD268-D2E0-7B7B-7EEF-15A1EB7103EE}"/>
                </a:ext>
              </a:extLst>
            </p:cNvPr>
            <p:cNvSpPr txBox="1">
              <a:spLocks noChangeArrowheads="1"/>
            </p:cNvSpPr>
            <p:nvPr/>
          </p:nvSpPr>
          <p:spPr bwMode="auto">
            <a:xfrm>
              <a:off x="1026605" y="3078999"/>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67" name="Text Box 16">
              <a:extLst>
                <a:ext uri="{FF2B5EF4-FFF2-40B4-BE49-F238E27FC236}">
                  <a16:creationId xmlns:a16="http://schemas.microsoft.com/office/drawing/2014/main" id="{345FE48A-387E-40AF-42D4-A193566B2A83}"/>
                </a:ext>
              </a:extLst>
            </p:cNvPr>
            <p:cNvSpPr txBox="1">
              <a:spLocks noChangeArrowheads="1"/>
            </p:cNvSpPr>
            <p:nvPr/>
          </p:nvSpPr>
          <p:spPr bwMode="auto">
            <a:xfrm>
              <a:off x="1909255" y="3062656"/>
              <a:ext cx="25648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1</a:t>
              </a:r>
            </a:p>
          </p:txBody>
        </p:sp>
        <p:sp>
          <p:nvSpPr>
            <p:cNvPr id="68" name="Text Box 17">
              <a:extLst>
                <a:ext uri="{FF2B5EF4-FFF2-40B4-BE49-F238E27FC236}">
                  <a16:creationId xmlns:a16="http://schemas.microsoft.com/office/drawing/2014/main" id="{55B79A03-30B1-1EC8-BB39-810ACF074F36}"/>
                </a:ext>
              </a:extLst>
            </p:cNvPr>
            <p:cNvSpPr txBox="1">
              <a:spLocks noChangeArrowheads="1"/>
            </p:cNvSpPr>
            <p:nvPr/>
          </p:nvSpPr>
          <p:spPr bwMode="auto">
            <a:xfrm>
              <a:off x="1615567" y="3078999"/>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69" name="Text Box 15">
              <a:extLst>
                <a:ext uri="{FF2B5EF4-FFF2-40B4-BE49-F238E27FC236}">
                  <a16:creationId xmlns:a16="http://schemas.microsoft.com/office/drawing/2014/main" id="{9CDE3C4E-6108-ACA6-E782-E7221E79BECD}"/>
                </a:ext>
              </a:extLst>
            </p:cNvPr>
            <p:cNvSpPr txBox="1">
              <a:spLocks noChangeArrowheads="1"/>
            </p:cNvSpPr>
            <p:nvPr/>
          </p:nvSpPr>
          <p:spPr bwMode="auto">
            <a:xfrm>
              <a:off x="752092" y="3073583"/>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B050"/>
                  </a:solidFill>
                </a:rPr>
                <a:t>x</a:t>
              </a:r>
              <a:endParaRPr kumimoji="1" lang="en-US" altLang="zh-CN" sz="2000" baseline="-10000">
                <a:solidFill>
                  <a:srgbClr val="00B050"/>
                </a:solidFill>
              </a:endParaRPr>
            </a:p>
          </p:txBody>
        </p:sp>
        <p:sp>
          <p:nvSpPr>
            <p:cNvPr id="70" name="Line 13">
              <a:extLst>
                <a:ext uri="{FF2B5EF4-FFF2-40B4-BE49-F238E27FC236}">
                  <a16:creationId xmlns:a16="http://schemas.microsoft.com/office/drawing/2014/main" id="{2F9A2729-918B-98A5-052C-E882E67F385F}"/>
                </a:ext>
              </a:extLst>
            </p:cNvPr>
            <p:cNvSpPr>
              <a:spLocks noChangeShapeType="1"/>
            </p:cNvSpPr>
            <p:nvPr/>
          </p:nvSpPr>
          <p:spPr bwMode="auto">
            <a:xfrm>
              <a:off x="431540" y="4221088"/>
              <a:ext cx="1439981" cy="0"/>
            </a:xfrm>
            <a:prstGeom prst="line">
              <a:avLst/>
            </a:prstGeom>
            <a:noFill/>
            <a:ln w="19050">
              <a:solidFill>
                <a:schemeClr val="tx1">
                  <a:lumMod val="50000"/>
                  <a:lumOff val="50000"/>
                </a:schemeClr>
              </a:solidFill>
              <a:prstDash val="lgDash"/>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71" name="Text Box 96">
              <a:extLst>
                <a:ext uri="{FF2B5EF4-FFF2-40B4-BE49-F238E27FC236}">
                  <a16:creationId xmlns:a16="http://schemas.microsoft.com/office/drawing/2014/main" id="{6DED897A-4895-2FE8-5163-45477FAA0A30}"/>
                </a:ext>
              </a:extLst>
            </p:cNvPr>
            <p:cNvSpPr txBox="1">
              <a:spLocks noChangeArrowheads="1"/>
            </p:cNvSpPr>
            <p:nvPr/>
          </p:nvSpPr>
          <p:spPr bwMode="auto">
            <a:xfrm>
              <a:off x="2581003" y="3143580"/>
              <a:ext cx="6455493"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zh-CN" altLang="en-US" sz="1800" b="0"/>
                <a:t>相加：</a:t>
              </a:r>
              <a:r>
                <a:rPr kumimoji="1" lang="en-US" altLang="zh-CN" sz="1800" b="0"/>
                <a:t>{</a:t>
              </a:r>
              <a:r>
                <a:rPr kumimoji="1" lang="en-US" altLang="zh-CN" sz="1800">
                  <a:solidFill>
                    <a:srgbClr val="00B050"/>
                  </a:solidFill>
                </a:rPr>
                <a:t>C</a:t>
              </a:r>
              <a:r>
                <a:rPr kumimoji="1" lang="en-US" altLang="zh-CN" sz="1800" b="0">
                  <a:solidFill>
                    <a:srgbClr val="0000FF"/>
                  </a:solidFill>
                </a:rPr>
                <a:t>,</a:t>
              </a:r>
              <a:r>
                <a:rPr kumimoji="1" lang="en-US" altLang="zh-CN" sz="1800">
                  <a:solidFill>
                    <a:srgbClr val="0000FF"/>
                  </a:solidFill>
                </a:rPr>
                <a:t>A</a:t>
              </a:r>
              <a:r>
                <a:rPr kumimoji="1" lang="en-US" altLang="zh-CN" sz="1800" b="0"/>
                <a:t>}</a:t>
              </a:r>
              <a:r>
                <a:rPr kumimoji="1" lang="en-US" altLang="zh-CN" sz="1800" b="0">
                  <a:solidFill>
                    <a:srgbClr val="0000FF"/>
                  </a:solidFill>
                </a:rPr>
                <a:t>	</a:t>
              </a:r>
              <a:r>
                <a:rPr kumimoji="1" lang="en-US" altLang="zh-CN" sz="1800" b="0"/>
                <a:t>&lt;= {A+?}={</a:t>
              </a:r>
              <a:r>
                <a:rPr kumimoji="1" lang="en-US" altLang="zh-CN" sz="1800">
                  <a:solidFill>
                    <a:srgbClr val="00B050"/>
                  </a:solidFill>
                </a:rPr>
                <a:t>x</a:t>
              </a:r>
              <a:r>
                <a:rPr kumimoji="1" lang="en-US" altLang="zh-CN" sz="1800" b="0"/>
                <a:t>,</a:t>
              </a:r>
              <a:r>
                <a:rPr kumimoji="1" lang="en-US" altLang="zh-CN" sz="1800">
                  <a:solidFill>
                    <a:srgbClr val="0000FF"/>
                  </a:solidFill>
                </a:rPr>
                <a:t>xxxZ</a:t>
              </a:r>
              <a:r>
                <a:rPr kumimoji="1" lang="en-US" altLang="zh-CN" sz="1800" baseline="-25000">
                  <a:solidFill>
                    <a:srgbClr val="0000FF"/>
                  </a:solidFill>
                </a:rPr>
                <a:t>1</a:t>
              </a:r>
              <a:r>
                <a:rPr kumimoji="1" lang="en-US" altLang="zh-CN" sz="1800" b="0"/>
                <a:t>}</a:t>
              </a:r>
              <a:endParaRPr kumimoji="1" lang="en-US" altLang="zh-CN" sz="1800" b="0">
                <a:solidFill>
                  <a:srgbClr val="0000FF"/>
                </a:solidFill>
              </a:endParaRPr>
            </a:p>
            <a:p>
              <a:pPr eaLnBrk="1" hangingPunct="1">
                <a:lnSpc>
                  <a:spcPct val="110000"/>
                </a:lnSpc>
                <a:spcAft>
                  <a:spcPct val="10000"/>
                </a:spcAft>
                <a:buFontTx/>
                <a:buNone/>
              </a:pPr>
              <a:r>
                <a:rPr kumimoji="1" lang="zh-CN" altLang="en-US" sz="1800" b="0"/>
                <a:t>移位：</a:t>
              </a:r>
              <a:r>
                <a:rPr kumimoji="1" lang="en-US" altLang="zh-CN" sz="1800" b="0"/>
                <a:t>{</a:t>
              </a:r>
              <a:r>
                <a:rPr kumimoji="1" lang="en-US" altLang="zh-CN" sz="1800">
                  <a:solidFill>
                    <a:srgbClr val="00B050"/>
                  </a:solidFill>
                </a:rPr>
                <a:t>C</a:t>
              </a:r>
              <a:r>
                <a:rPr kumimoji="1" lang="en-US" altLang="zh-CN" sz="1800" b="0"/>
                <a:t>,</a:t>
              </a:r>
              <a:r>
                <a:rPr kumimoji="1" lang="en-US" altLang="zh-CN" sz="1800">
                  <a:solidFill>
                    <a:srgbClr val="0000FF"/>
                  </a:solidFill>
                </a:rPr>
                <a:t>A</a:t>
              </a:r>
              <a:r>
                <a:rPr kumimoji="1" lang="en-US" altLang="zh-CN" sz="1800" b="0"/>
                <a:t>,</a:t>
              </a:r>
              <a:r>
                <a:rPr kumimoji="1" lang="en-US" altLang="zh-CN" sz="1800">
                  <a:solidFill>
                    <a:srgbClr val="7030A0"/>
                  </a:solidFill>
                </a:rPr>
                <a:t>B</a:t>
              </a:r>
              <a:r>
                <a:rPr kumimoji="1" lang="en-US" altLang="zh-CN" sz="1800" b="0"/>
                <a:t>}	&lt;= ({0,C,A,B}&gt;&gt;1) = {0,x,xxxZ</a:t>
              </a:r>
              <a:r>
                <a:rPr kumimoji="1" lang="en-US" altLang="zh-CN" sz="1800" b="0" baseline="-25000"/>
                <a:t>1</a:t>
              </a:r>
              <a:r>
                <a:rPr kumimoji="1" lang="en-US" altLang="zh-CN" sz="1800" b="0"/>
                <a:t>,Z</a:t>
              </a:r>
              <a:r>
                <a:rPr kumimoji="1" lang="en-US" altLang="zh-CN" sz="1800" b="0" baseline="-25000"/>
                <a:t>0</a:t>
              </a:r>
              <a:r>
                <a:rPr kumimoji="1" lang="en-US" altLang="zh-CN" sz="1800" b="0"/>
                <a:t>Y</a:t>
              </a:r>
              <a:r>
                <a:rPr kumimoji="1" lang="en-US" altLang="zh-CN" sz="1800" b="0" baseline="-25000"/>
                <a:t>3</a:t>
              </a:r>
              <a:r>
                <a:rPr kumimoji="1" lang="en-US" altLang="zh-CN" sz="1800" b="0"/>
                <a:t>Y</a:t>
              </a:r>
              <a:r>
                <a:rPr kumimoji="1" lang="en-US" altLang="zh-CN" sz="1800" b="0" baseline="-25000"/>
                <a:t>2</a:t>
              </a:r>
              <a:r>
                <a:rPr kumimoji="1" lang="en-US" altLang="zh-CN" sz="1800" b="0"/>
                <a:t>Y</a:t>
              </a:r>
              <a:r>
                <a:rPr kumimoji="1" lang="en-US" altLang="zh-CN" sz="1800" b="0" baseline="-25000"/>
                <a:t>1</a:t>
              </a:r>
              <a:r>
                <a:rPr kumimoji="1" lang="en-US" altLang="zh-CN" sz="1800" b="0"/>
                <a:t>} &gt;&gt;1</a:t>
              </a:r>
            </a:p>
            <a:p>
              <a:pPr eaLnBrk="1" hangingPunct="1">
                <a:lnSpc>
                  <a:spcPct val="110000"/>
                </a:lnSpc>
                <a:spcAft>
                  <a:spcPct val="10000"/>
                </a:spcAft>
                <a:buFontTx/>
                <a:buNone/>
              </a:pPr>
              <a:r>
                <a:rPr kumimoji="1" lang="en-US" altLang="zh-CN" sz="1800" b="0"/>
                <a:t>= {</a:t>
              </a:r>
              <a:r>
                <a:rPr kumimoji="1" lang="en-US" altLang="zh-CN" sz="1800">
                  <a:solidFill>
                    <a:srgbClr val="00B050"/>
                  </a:solidFill>
                </a:rPr>
                <a:t>0</a:t>
              </a:r>
              <a:r>
                <a:rPr kumimoji="1" lang="en-US" altLang="zh-CN" sz="1800" b="0"/>
                <a:t>, </a:t>
              </a:r>
              <a:r>
                <a:rPr kumimoji="1" lang="en-US" altLang="zh-CN" sz="1800">
                  <a:solidFill>
                    <a:srgbClr val="0000FF"/>
                  </a:solidFill>
                </a:rPr>
                <a:t>xxxx</a:t>
              </a:r>
              <a:r>
                <a:rPr kumimoji="1" lang="en-US" altLang="zh-CN" sz="1800" b="0"/>
                <a:t>, </a:t>
              </a:r>
              <a:r>
                <a:rPr kumimoji="1" lang="en-US" altLang="zh-CN" sz="1800">
                  <a:solidFill>
                    <a:srgbClr val="7030A0"/>
                  </a:solidFill>
                </a:rPr>
                <a:t>Z</a:t>
              </a:r>
              <a:r>
                <a:rPr kumimoji="1" lang="en-US" altLang="zh-CN" sz="1800" baseline="-25000">
                  <a:solidFill>
                    <a:srgbClr val="7030A0"/>
                  </a:solidFill>
                </a:rPr>
                <a:t>1</a:t>
              </a:r>
              <a:r>
                <a:rPr kumimoji="1" lang="en-US" altLang="zh-CN" sz="1800">
                  <a:solidFill>
                    <a:srgbClr val="7030A0"/>
                  </a:solidFill>
                </a:rPr>
                <a:t>Z</a:t>
              </a:r>
              <a:r>
                <a:rPr kumimoji="1" lang="en-US" altLang="zh-CN" sz="1800" baseline="-25000">
                  <a:solidFill>
                    <a:srgbClr val="7030A0"/>
                  </a:solidFill>
                </a:rPr>
                <a:t>0</a:t>
              </a:r>
              <a:r>
                <a:rPr kumimoji="1" lang="en-US" altLang="zh-CN" sz="1800">
                  <a:solidFill>
                    <a:srgbClr val="7030A0"/>
                  </a:solidFill>
                </a:rPr>
                <a:t>Y</a:t>
              </a:r>
              <a:r>
                <a:rPr kumimoji="1" lang="en-US" altLang="zh-CN" sz="1800" baseline="-25000">
                  <a:solidFill>
                    <a:srgbClr val="7030A0"/>
                  </a:solidFill>
                </a:rPr>
                <a:t>3</a:t>
              </a:r>
              <a:r>
                <a:rPr kumimoji="1" lang="en-US" altLang="zh-CN" sz="1800">
                  <a:solidFill>
                    <a:srgbClr val="7030A0"/>
                  </a:solidFill>
                </a:rPr>
                <a:t>Y</a:t>
              </a:r>
              <a:r>
                <a:rPr kumimoji="1" lang="en-US" altLang="zh-CN" sz="1800" baseline="-25000">
                  <a:solidFill>
                    <a:srgbClr val="7030A0"/>
                  </a:solidFill>
                </a:rPr>
                <a:t>2</a:t>
              </a:r>
              <a:r>
                <a:rPr kumimoji="1" lang="en-US" altLang="zh-CN" sz="1800" b="0"/>
                <a:t>}</a:t>
              </a:r>
            </a:p>
          </p:txBody>
        </p:sp>
        <p:sp>
          <p:nvSpPr>
            <p:cNvPr id="72" name="矩形 194">
              <a:extLst>
                <a:ext uri="{FF2B5EF4-FFF2-40B4-BE49-F238E27FC236}">
                  <a16:creationId xmlns:a16="http://schemas.microsoft.com/office/drawing/2014/main" id="{DFABCDDD-CF7C-056D-B528-B089055D2D12}"/>
                </a:ext>
              </a:extLst>
            </p:cNvPr>
            <p:cNvSpPr>
              <a:spLocks noChangeArrowheads="1"/>
            </p:cNvSpPr>
            <p:nvPr/>
          </p:nvSpPr>
          <p:spPr bwMode="auto">
            <a:xfrm>
              <a:off x="3997181" y="3176577"/>
              <a:ext cx="184731" cy="373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endParaRPr kumimoji="1" lang="en-US" altLang="zh-CN" sz="1800" b="0">
                <a:solidFill>
                  <a:srgbClr val="7030A0"/>
                </a:solidFill>
                <a:latin typeface="Arial" panose="020B0604020202020204" pitchFamily="34" charset="0"/>
              </a:endParaRPr>
            </a:p>
          </p:txBody>
        </p:sp>
        <p:sp>
          <p:nvSpPr>
            <p:cNvPr id="73" name="圆角矩形 72">
              <a:extLst>
                <a:ext uri="{FF2B5EF4-FFF2-40B4-BE49-F238E27FC236}">
                  <a16:creationId xmlns:a16="http://schemas.microsoft.com/office/drawing/2014/main" id="{D55A2837-68C8-EE89-D49B-97531CEE10B1}"/>
                </a:ext>
              </a:extLst>
            </p:cNvPr>
            <p:cNvSpPr/>
            <p:nvPr/>
          </p:nvSpPr>
          <p:spPr>
            <a:xfrm>
              <a:off x="3040017" y="3768823"/>
              <a:ext cx="563608" cy="368159"/>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4" name="圆角矩形 73">
              <a:extLst>
                <a:ext uri="{FF2B5EF4-FFF2-40B4-BE49-F238E27FC236}">
                  <a16:creationId xmlns:a16="http://schemas.microsoft.com/office/drawing/2014/main" id="{23A00A7D-7C71-DF56-763D-2459DC4AA328}"/>
                </a:ext>
              </a:extLst>
            </p:cNvPr>
            <p:cNvSpPr/>
            <p:nvPr/>
          </p:nvSpPr>
          <p:spPr>
            <a:xfrm>
              <a:off x="610943" y="3440337"/>
              <a:ext cx="1216125" cy="69664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5" name="Text Box 14">
              <a:extLst>
                <a:ext uri="{FF2B5EF4-FFF2-40B4-BE49-F238E27FC236}">
                  <a16:creationId xmlns:a16="http://schemas.microsoft.com/office/drawing/2014/main" id="{6DF32B85-0A4D-9827-CB12-68EC8B122D1B}"/>
                </a:ext>
              </a:extLst>
            </p:cNvPr>
            <p:cNvSpPr txBox="1">
              <a:spLocks noChangeArrowheads="1"/>
            </p:cNvSpPr>
            <p:nvPr/>
          </p:nvSpPr>
          <p:spPr bwMode="auto">
            <a:xfrm>
              <a:off x="1315419" y="3406800"/>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76" name="Text Box 15">
              <a:extLst>
                <a:ext uri="{FF2B5EF4-FFF2-40B4-BE49-F238E27FC236}">
                  <a16:creationId xmlns:a16="http://schemas.microsoft.com/office/drawing/2014/main" id="{CAB452BB-2851-8385-1D34-5DDCB01C5102}"/>
                </a:ext>
              </a:extLst>
            </p:cNvPr>
            <p:cNvSpPr txBox="1">
              <a:spLocks noChangeArrowheads="1"/>
            </p:cNvSpPr>
            <p:nvPr/>
          </p:nvSpPr>
          <p:spPr bwMode="auto">
            <a:xfrm>
              <a:off x="1020144" y="3406800"/>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77" name="Text Box 16">
              <a:extLst>
                <a:ext uri="{FF2B5EF4-FFF2-40B4-BE49-F238E27FC236}">
                  <a16:creationId xmlns:a16="http://schemas.microsoft.com/office/drawing/2014/main" id="{55EE0C5C-B315-0968-523B-FBA4CFCAFCCD}"/>
                </a:ext>
              </a:extLst>
            </p:cNvPr>
            <p:cNvSpPr txBox="1">
              <a:spLocks noChangeArrowheads="1"/>
            </p:cNvSpPr>
            <p:nvPr/>
          </p:nvSpPr>
          <p:spPr bwMode="auto">
            <a:xfrm>
              <a:off x="1902794" y="3406800"/>
              <a:ext cx="2564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25000">
                  <a:solidFill>
                    <a:srgbClr val="7030A0"/>
                  </a:solidFill>
                </a:rPr>
                <a:t>1</a:t>
              </a:r>
            </a:p>
          </p:txBody>
        </p:sp>
        <p:sp>
          <p:nvSpPr>
            <p:cNvPr id="78" name="Text Box 17">
              <a:extLst>
                <a:ext uri="{FF2B5EF4-FFF2-40B4-BE49-F238E27FC236}">
                  <a16:creationId xmlns:a16="http://schemas.microsoft.com/office/drawing/2014/main" id="{27EA1983-1F4B-CFA9-BC80-179CB9F25CD9}"/>
                </a:ext>
              </a:extLst>
            </p:cNvPr>
            <p:cNvSpPr txBox="1">
              <a:spLocks noChangeArrowheads="1"/>
            </p:cNvSpPr>
            <p:nvPr/>
          </p:nvSpPr>
          <p:spPr bwMode="auto">
            <a:xfrm>
              <a:off x="1609106" y="3406800"/>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79" name="Text Box 15">
              <a:extLst>
                <a:ext uri="{FF2B5EF4-FFF2-40B4-BE49-F238E27FC236}">
                  <a16:creationId xmlns:a16="http://schemas.microsoft.com/office/drawing/2014/main" id="{B74D3FCE-C7C4-E742-D4CF-E7BE82614864}"/>
                </a:ext>
              </a:extLst>
            </p:cNvPr>
            <p:cNvSpPr txBox="1">
              <a:spLocks noChangeArrowheads="1"/>
            </p:cNvSpPr>
            <p:nvPr/>
          </p:nvSpPr>
          <p:spPr bwMode="auto">
            <a:xfrm>
              <a:off x="751857" y="3392996"/>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80" name="矩形 211">
              <a:extLst>
                <a:ext uri="{FF2B5EF4-FFF2-40B4-BE49-F238E27FC236}">
                  <a16:creationId xmlns:a16="http://schemas.microsoft.com/office/drawing/2014/main" id="{9066C59C-8D79-68A3-1840-A291D7A7D532}"/>
                </a:ext>
              </a:extLst>
            </p:cNvPr>
            <p:cNvSpPr>
              <a:spLocks noChangeArrowheads="1"/>
            </p:cNvSpPr>
            <p:nvPr/>
          </p:nvSpPr>
          <p:spPr bwMode="auto">
            <a:xfrm>
              <a:off x="5316266" y="3779748"/>
              <a:ext cx="3830209" cy="369191"/>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zh-CN" altLang="en-US" sz="1800" b="0" dirty="0">
                  <a:latin typeface="Arial" panose="020B0604020202020204" pitchFamily="34" charset="0"/>
                </a:rPr>
                <a:t>？被加数（依据条件，</a:t>
              </a:r>
              <a:r>
                <a:rPr lang="en-US" altLang="zh-CN" sz="1800" b="0" dirty="0">
                  <a:latin typeface="Arial" panose="020B0604020202020204" pitchFamily="34" charset="0"/>
                </a:rPr>
                <a:t>Y</a:t>
              </a:r>
              <a:r>
                <a:rPr lang="en-US" altLang="zh-CN" sz="1800" b="0" baseline="-25000" dirty="0">
                  <a:latin typeface="Arial" panose="020B0604020202020204" pitchFamily="34" charset="0"/>
                </a:rPr>
                <a:t>1</a:t>
              </a:r>
              <a:r>
                <a:rPr lang="en-US" altLang="zh-CN" sz="1800" b="0" dirty="0">
                  <a:latin typeface="Arial" panose="020B0604020202020204" pitchFamily="34" charset="0"/>
                </a:rPr>
                <a:t>=B</a:t>
              </a:r>
              <a:r>
                <a:rPr lang="en-US" altLang="zh-CN" sz="1800" b="0" baseline="-25000" dirty="0">
                  <a:latin typeface="Arial" panose="020B0604020202020204" pitchFamily="34" charset="0"/>
                </a:rPr>
                <a:t>0</a:t>
              </a:r>
              <a:r>
                <a:rPr lang="en-US" altLang="zh-CN" sz="1800" b="0" dirty="0">
                  <a:latin typeface="Arial" panose="020B0604020202020204" pitchFamily="34" charset="0"/>
                </a:rPr>
                <a:t>=1</a:t>
              </a:r>
              <a:r>
                <a:rPr lang="zh-CN" altLang="en-US" sz="1800" b="0" dirty="0">
                  <a:latin typeface="Arial" panose="020B0604020202020204" pitchFamily="34" charset="0"/>
                </a:rPr>
                <a:t>？）</a:t>
              </a:r>
            </a:p>
          </p:txBody>
        </p:sp>
      </p:grpSp>
      <p:grpSp>
        <p:nvGrpSpPr>
          <p:cNvPr id="81" name="组合 80">
            <a:extLst>
              <a:ext uri="{FF2B5EF4-FFF2-40B4-BE49-F238E27FC236}">
                <a16:creationId xmlns:a16="http://schemas.microsoft.com/office/drawing/2014/main" id="{00CB5265-82E5-44E7-7A51-7DD30AC87B6E}"/>
              </a:ext>
            </a:extLst>
          </p:cNvPr>
          <p:cNvGrpSpPr>
            <a:grpSpLocks/>
          </p:cNvGrpSpPr>
          <p:nvPr/>
        </p:nvGrpSpPr>
        <p:grpSpPr bwMode="auto">
          <a:xfrm>
            <a:off x="125413" y="4168775"/>
            <a:ext cx="9018587" cy="1131888"/>
            <a:chOff x="125352" y="4169270"/>
            <a:chExt cx="9018647" cy="1131938"/>
          </a:xfrm>
        </p:grpSpPr>
        <p:sp>
          <p:nvSpPr>
            <p:cNvPr id="82" name="Text Box 14">
              <a:extLst>
                <a:ext uri="{FF2B5EF4-FFF2-40B4-BE49-F238E27FC236}">
                  <a16:creationId xmlns:a16="http://schemas.microsoft.com/office/drawing/2014/main" id="{B172AB7A-3A79-4A10-E02E-2070D0A95105}"/>
                </a:ext>
              </a:extLst>
            </p:cNvPr>
            <p:cNvSpPr txBox="1">
              <a:spLocks noChangeArrowheads="1"/>
            </p:cNvSpPr>
            <p:nvPr/>
          </p:nvSpPr>
          <p:spPr bwMode="auto">
            <a:xfrm>
              <a:off x="1009205" y="4174686"/>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83" name="Text Box 15">
              <a:extLst>
                <a:ext uri="{FF2B5EF4-FFF2-40B4-BE49-F238E27FC236}">
                  <a16:creationId xmlns:a16="http://schemas.microsoft.com/office/drawing/2014/main" id="{47D69F29-637B-3B4B-A0FA-458D91C9DAB5}"/>
                </a:ext>
              </a:extLst>
            </p:cNvPr>
            <p:cNvSpPr txBox="1">
              <a:spLocks noChangeArrowheads="1"/>
            </p:cNvSpPr>
            <p:nvPr/>
          </p:nvSpPr>
          <p:spPr bwMode="auto">
            <a:xfrm>
              <a:off x="713930" y="4174686"/>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84" name="Text Box 16">
              <a:extLst>
                <a:ext uri="{FF2B5EF4-FFF2-40B4-BE49-F238E27FC236}">
                  <a16:creationId xmlns:a16="http://schemas.microsoft.com/office/drawing/2014/main" id="{FEFB8C20-4F79-5283-F548-DD823243B053}"/>
                </a:ext>
              </a:extLst>
            </p:cNvPr>
            <p:cNvSpPr txBox="1">
              <a:spLocks noChangeArrowheads="1"/>
            </p:cNvSpPr>
            <p:nvPr/>
          </p:nvSpPr>
          <p:spPr bwMode="auto">
            <a:xfrm>
              <a:off x="1596580" y="4174686"/>
              <a:ext cx="25648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2</a:t>
              </a:r>
            </a:p>
          </p:txBody>
        </p:sp>
        <p:sp>
          <p:nvSpPr>
            <p:cNvPr id="85" name="Text Box 17">
              <a:extLst>
                <a:ext uri="{FF2B5EF4-FFF2-40B4-BE49-F238E27FC236}">
                  <a16:creationId xmlns:a16="http://schemas.microsoft.com/office/drawing/2014/main" id="{B957F966-A524-BBCB-F04E-0DC3B2F1B07A}"/>
                </a:ext>
              </a:extLst>
            </p:cNvPr>
            <p:cNvSpPr txBox="1">
              <a:spLocks noChangeArrowheads="1"/>
            </p:cNvSpPr>
            <p:nvPr/>
          </p:nvSpPr>
          <p:spPr bwMode="auto">
            <a:xfrm>
              <a:off x="1302892" y="4174686"/>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86" name="Text Box 15">
              <a:extLst>
                <a:ext uri="{FF2B5EF4-FFF2-40B4-BE49-F238E27FC236}">
                  <a16:creationId xmlns:a16="http://schemas.microsoft.com/office/drawing/2014/main" id="{94A95D52-7A51-82A1-2A46-B4F2840FB935}"/>
                </a:ext>
              </a:extLst>
            </p:cNvPr>
            <p:cNvSpPr txBox="1">
              <a:spLocks noChangeArrowheads="1"/>
            </p:cNvSpPr>
            <p:nvPr/>
          </p:nvSpPr>
          <p:spPr bwMode="auto">
            <a:xfrm>
              <a:off x="439417" y="4169270"/>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B050"/>
                  </a:solidFill>
                </a:rPr>
                <a:t>x</a:t>
              </a:r>
              <a:endParaRPr kumimoji="1" lang="en-US" altLang="zh-CN" sz="2000" baseline="-10000">
                <a:solidFill>
                  <a:srgbClr val="00B050"/>
                </a:solidFill>
              </a:endParaRPr>
            </a:p>
          </p:txBody>
        </p:sp>
        <p:sp>
          <p:nvSpPr>
            <p:cNvPr id="87" name="Line 13">
              <a:extLst>
                <a:ext uri="{FF2B5EF4-FFF2-40B4-BE49-F238E27FC236}">
                  <a16:creationId xmlns:a16="http://schemas.microsoft.com/office/drawing/2014/main" id="{21BD535B-D04F-3802-81D8-9C4532202960}"/>
                </a:ext>
              </a:extLst>
            </p:cNvPr>
            <p:cNvSpPr>
              <a:spLocks noChangeShapeType="1"/>
            </p:cNvSpPr>
            <p:nvPr/>
          </p:nvSpPr>
          <p:spPr bwMode="auto">
            <a:xfrm>
              <a:off x="125352" y="5290095"/>
              <a:ext cx="1463685" cy="11113"/>
            </a:xfrm>
            <a:prstGeom prst="line">
              <a:avLst/>
            </a:prstGeom>
            <a:noFill/>
            <a:ln w="19050">
              <a:solidFill>
                <a:schemeClr val="tx1">
                  <a:lumMod val="50000"/>
                  <a:lumOff val="50000"/>
                </a:schemeClr>
              </a:solidFill>
              <a:prstDash val="lgDash"/>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88" name="Text Box 96">
              <a:extLst>
                <a:ext uri="{FF2B5EF4-FFF2-40B4-BE49-F238E27FC236}">
                  <a16:creationId xmlns:a16="http://schemas.microsoft.com/office/drawing/2014/main" id="{51BDC4D7-1F30-BCBE-1031-998E26B655A8}"/>
                </a:ext>
              </a:extLst>
            </p:cNvPr>
            <p:cNvSpPr txBox="1">
              <a:spLocks noChangeArrowheads="1"/>
            </p:cNvSpPr>
            <p:nvPr/>
          </p:nvSpPr>
          <p:spPr bwMode="auto">
            <a:xfrm>
              <a:off x="2576676" y="4225848"/>
              <a:ext cx="6567323" cy="1003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zh-CN" altLang="en-US" sz="1800" b="0"/>
                <a:t>相加：</a:t>
              </a:r>
              <a:r>
                <a:rPr kumimoji="1" lang="en-US" altLang="zh-CN" sz="1800" b="0"/>
                <a:t>{</a:t>
              </a:r>
              <a:r>
                <a:rPr kumimoji="1" lang="en-US" altLang="zh-CN" sz="1800">
                  <a:solidFill>
                    <a:srgbClr val="00B050"/>
                  </a:solidFill>
                </a:rPr>
                <a:t>C</a:t>
              </a:r>
              <a:r>
                <a:rPr kumimoji="1" lang="en-US" altLang="zh-CN" sz="1800" b="0">
                  <a:solidFill>
                    <a:srgbClr val="0000FF"/>
                  </a:solidFill>
                </a:rPr>
                <a:t>,</a:t>
              </a:r>
              <a:r>
                <a:rPr kumimoji="1" lang="en-US" altLang="zh-CN" sz="1800">
                  <a:solidFill>
                    <a:srgbClr val="0000FF"/>
                  </a:solidFill>
                </a:rPr>
                <a:t>A</a:t>
              </a:r>
              <a:r>
                <a:rPr kumimoji="1" lang="en-US" altLang="zh-CN" sz="1800" b="0"/>
                <a:t>}</a:t>
              </a:r>
              <a:r>
                <a:rPr kumimoji="1" lang="en-US" altLang="zh-CN" sz="1800" b="0">
                  <a:solidFill>
                    <a:srgbClr val="0000FF"/>
                  </a:solidFill>
                </a:rPr>
                <a:t>	</a:t>
              </a:r>
              <a:r>
                <a:rPr kumimoji="1" lang="en-US" altLang="zh-CN" sz="1800" b="0"/>
                <a:t>&lt;= {A+?}={</a:t>
              </a:r>
              <a:r>
                <a:rPr kumimoji="1" lang="en-US" altLang="zh-CN" sz="1800">
                  <a:solidFill>
                    <a:srgbClr val="00B050"/>
                  </a:solidFill>
                </a:rPr>
                <a:t>x</a:t>
              </a:r>
              <a:r>
                <a:rPr kumimoji="1" lang="en-US" altLang="zh-CN" sz="1800" b="0"/>
                <a:t>,</a:t>
              </a:r>
              <a:r>
                <a:rPr kumimoji="1" lang="en-US" altLang="zh-CN" sz="1800">
                  <a:solidFill>
                    <a:srgbClr val="0000FF"/>
                  </a:solidFill>
                </a:rPr>
                <a:t>xxxZ</a:t>
              </a:r>
              <a:r>
                <a:rPr kumimoji="1" lang="en-US" altLang="zh-CN" sz="1800" baseline="-25000">
                  <a:solidFill>
                    <a:srgbClr val="0000FF"/>
                  </a:solidFill>
                </a:rPr>
                <a:t>2</a:t>
              </a:r>
              <a:r>
                <a:rPr kumimoji="1" lang="en-US" altLang="zh-CN" sz="1800" b="0"/>
                <a:t>}</a:t>
              </a:r>
            </a:p>
            <a:p>
              <a:pPr eaLnBrk="1" hangingPunct="1">
                <a:lnSpc>
                  <a:spcPct val="110000"/>
                </a:lnSpc>
                <a:spcAft>
                  <a:spcPct val="10000"/>
                </a:spcAft>
                <a:buFontTx/>
                <a:buNone/>
              </a:pPr>
              <a:r>
                <a:rPr kumimoji="1" lang="zh-CN" altLang="en-US" sz="1800" b="0"/>
                <a:t>移位：</a:t>
              </a:r>
              <a:r>
                <a:rPr kumimoji="1" lang="en-US" altLang="zh-CN" sz="1800" b="0"/>
                <a:t>{</a:t>
              </a:r>
              <a:r>
                <a:rPr kumimoji="1" lang="en-US" altLang="zh-CN" sz="1800">
                  <a:solidFill>
                    <a:srgbClr val="00B050"/>
                  </a:solidFill>
                </a:rPr>
                <a:t>C</a:t>
              </a:r>
              <a:r>
                <a:rPr kumimoji="1" lang="en-US" altLang="zh-CN" sz="1800" b="0"/>
                <a:t>,</a:t>
              </a:r>
              <a:r>
                <a:rPr kumimoji="1" lang="en-US" altLang="zh-CN" sz="1800">
                  <a:solidFill>
                    <a:srgbClr val="0000FF"/>
                  </a:solidFill>
                </a:rPr>
                <a:t>A</a:t>
              </a:r>
              <a:r>
                <a:rPr kumimoji="1" lang="en-US" altLang="zh-CN" sz="1800" b="0"/>
                <a:t>,</a:t>
              </a:r>
              <a:r>
                <a:rPr kumimoji="1" lang="en-US" altLang="zh-CN" sz="1800">
                  <a:solidFill>
                    <a:srgbClr val="7030A0"/>
                  </a:solidFill>
                </a:rPr>
                <a:t>B</a:t>
              </a:r>
              <a:r>
                <a:rPr kumimoji="1" lang="en-US" altLang="zh-CN" sz="1800" b="0"/>
                <a:t>}	&lt;= ({0,C,A,B}&gt;&gt;1) = {0,x,xxxZ</a:t>
              </a:r>
              <a:r>
                <a:rPr kumimoji="1" lang="en-US" altLang="zh-CN" sz="1800" b="0" baseline="-25000"/>
                <a:t>2</a:t>
              </a:r>
              <a:r>
                <a:rPr kumimoji="1" lang="en-US" altLang="zh-CN" sz="1800" b="0"/>
                <a:t>, Z</a:t>
              </a:r>
              <a:r>
                <a:rPr kumimoji="1" lang="en-US" altLang="zh-CN" sz="1800" b="0" baseline="-25000"/>
                <a:t>1</a:t>
              </a:r>
              <a:r>
                <a:rPr kumimoji="1" lang="en-US" altLang="zh-CN" sz="1800" b="0"/>
                <a:t>Z</a:t>
              </a:r>
              <a:r>
                <a:rPr kumimoji="1" lang="en-US" altLang="zh-CN" sz="1800" b="0" baseline="-25000"/>
                <a:t>0</a:t>
              </a:r>
              <a:r>
                <a:rPr kumimoji="1" lang="en-US" altLang="zh-CN" sz="1800" b="0"/>
                <a:t>Y</a:t>
              </a:r>
              <a:r>
                <a:rPr kumimoji="1" lang="en-US" altLang="zh-CN" sz="1800" b="0" baseline="-25000"/>
                <a:t>3</a:t>
              </a:r>
              <a:r>
                <a:rPr kumimoji="1" lang="en-US" altLang="zh-CN" sz="1800" b="0"/>
                <a:t>Y</a:t>
              </a:r>
              <a:r>
                <a:rPr kumimoji="1" lang="en-US" altLang="zh-CN" sz="1800" b="0" baseline="-25000"/>
                <a:t>2</a:t>
              </a:r>
              <a:r>
                <a:rPr kumimoji="1" lang="en-US" altLang="zh-CN" sz="1800" b="0"/>
                <a:t>}&gt;&gt;1</a:t>
              </a:r>
            </a:p>
            <a:p>
              <a:pPr eaLnBrk="1" hangingPunct="1">
                <a:lnSpc>
                  <a:spcPct val="110000"/>
                </a:lnSpc>
                <a:spcAft>
                  <a:spcPct val="10000"/>
                </a:spcAft>
                <a:buFontTx/>
                <a:buNone/>
              </a:pPr>
              <a:r>
                <a:rPr kumimoji="1" lang="en-US" altLang="zh-CN" sz="2000" b="0"/>
                <a:t>= {</a:t>
              </a:r>
              <a:r>
                <a:rPr kumimoji="1" lang="en-US" altLang="zh-CN" sz="2000">
                  <a:solidFill>
                    <a:srgbClr val="00B050"/>
                  </a:solidFill>
                </a:rPr>
                <a:t>0</a:t>
              </a:r>
              <a:r>
                <a:rPr kumimoji="1" lang="en-US" altLang="zh-CN" sz="2000" b="0"/>
                <a:t>, </a:t>
              </a:r>
              <a:r>
                <a:rPr kumimoji="1" lang="en-US" altLang="zh-CN" sz="2000">
                  <a:solidFill>
                    <a:srgbClr val="0000FF"/>
                  </a:solidFill>
                </a:rPr>
                <a:t>xxxx</a:t>
              </a:r>
              <a:r>
                <a:rPr kumimoji="1" lang="en-US" altLang="zh-CN" sz="2000" b="0"/>
                <a:t>, </a:t>
              </a:r>
              <a:r>
                <a:rPr kumimoji="1" lang="en-US" altLang="zh-CN" sz="2000">
                  <a:solidFill>
                    <a:srgbClr val="7030A0"/>
                  </a:solidFill>
                </a:rPr>
                <a:t>Z</a:t>
              </a:r>
              <a:r>
                <a:rPr kumimoji="1" lang="en-US" altLang="zh-CN" sz="2000" baseline="-25000">
                  <a:solidFill>
                    <a:srgbClr val="7030A0"/>
                  </a:solidFill>
                </a:rPr>
                <a:t>2</a:t>
              </a:r>
              <a:r>
                <a:rPr kumimoji="1" lang="en-US" altLang="zh-CN" sz="2000">
                  <a:solidFill>
                    <a:srgbClr val="7030A0"/>
                  </a:solidFill>
                </a:rPr>
                <a:t>Z</a:t>
              </a:r>
              <a:r>
                <a:rPr kumimoji="1" lang="en-US" altLang="zh-CN" sz="2000" baseline="-25000">
                  <a:solidFill>
                    <a:srgbClr val="7030A0"/>
                  </a:solidFill>
                </a:rPr>
                <a:t>1</a:t>
              </a:r>
              <a:r>
                <a:rPr kumimoji="1" lang="en-US" altLang="zh-CN" sz="2000">
                  <a:solidFill>
                    <a:srgbClr val="7030A0"/>
                  </a:solidFill>
                </a:rPr>
                <a:t>Z</a:t>
              </a:r>
              <a:r>
                <a:rPr kumimoji="1" lang="en-US" altLang="zh-CN" sz="2000" baseline="-25000">
                  <a:solidFill>
                    <a:srgbClr val="7030A0"/>
                  </a:solidFill>
                </a:rPr>
                <a:t>0</a:t>
              </a:r>
              <a:r>
                <a:rPr kumimoji="1" lang="en-US" altLang="zh-CN" sz="2000">
                  <a:solidFill>
                    <a:srgbClr val="7030A0"/>
                  </a:solidFill>
                </a:rPr>
                <a:t>Y</a:t>
              </a:r>
              <a:r>
                <a:rPr kumimoji="1" lang="en-US" altLang="zh-CN" sz="2000" baseline="-25000">
                  <a:solidFill>
                    <a:srgbClr val="7030A0"/>
                  </a:solidFill>
                </a:rPr>
                <a:t>3</a:t>
              </a:r>
              <a:r>
                <a:rPr kumimoji="1" lang="en-US" altLang="zh-CN" sz="2000" b="0"/>
                <a:t>}</a:t>
              </a:r>
            </a:p>
          </p:txBody>
        </p:sp>
        <p:sp>
          <p:nvSpPr>
            <p:cNvPr id="89" name="矩形 198">
              <a:extLst>
                <a:ext uri="{FF2B5EF4-FFF2-40B4-BE49-F238E27FC236}">
                  <a16:creationId xmlns:a16="http://schemas.microsoft.com/office/drawing/2014/main" id="{7ACFE438-A1C3-8D1C-F425-C0ECEA5B3EC4}"/>
                </a:ext>
              </a:extLst>
            </p:cNvPr>
            <p:cNvSpPr>
              <a:spLocks noChangeArrowheads="1"/>
            </p:cNvSpPr>
            <p:nvPr/>
          </p:nvSpPr>
          <p:spPr bwMode="auto">
            <a:xfrm>
              <a:off x="3957309" y="4257092"/>
              <a:ext cx="184731" cy="373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endParaRPr kumimoji="1" lang="en-US" altLang="zh-CN" sz="1800" b="0">
                <a:solidFill>
                  <a:srgbClr val="7030A0"/>
                </a:solidFill>
                <a:latin typeface="Arial" panose="020B0604020202020204" pitchFamily="34" charset="0"/>
              </a:endParaRPr>
            </a:p>
          </p:txBody>
        </p:sp>
        <p:sp>
          <p:nvSpPr>
            <p:cNvPr id="90" name="圆角矩形 89">
              <a:extLst>
                <a:ext uri="{FF2B5EF4-FFF2-40B4-BE49-F238E27FC236}">
                  <a16:creationId xmlns:a16="http://schemas.microsoft.com/office/drawing/2014/main" id="{2D406B18-F785-7716-5DDF-8717496E3AEB}"/>
                </a:ext>
              </a:extLst>
            </p:cNvPr>
            <p:cNvSpPr/>
            <p:nvPr/>
          </p:nvSpPr>
          <p:spPr>
            <a:xfrm>
              <a:off x="3116222" y="4845575"/>
              <a:ext cx="563566" cy="369904"/>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1" name="矩形 212">
              <a:extLst>
                <a:ext uri="{FF2B5EF4-FFF2-40B4-BE49-F238E27FC236}">
                  <a16:creationId xmlns:a16="http://schemas.microsoft.com/office/drawing/2014/main" id="{5E691E2D-7FC1-36BB-01E0-FF111A5B5E64}"/>
                </a:ext>
              </a:extLst>
            </p:cNvPr>
            <p:cNvSpPr>
              <a:spLocks noChangeArrowheads="1"/>
            </p:cNvSpPr>
            <p:nvPr/>
          </p:nvSpPr>
          <p:spPr bwMode="auto">
            <a:xfrm>
              <a:off x="5311624" y="4864345"/>
              <a:ext cx="3829920" cy="36934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zh-CN" altLang="en-US" sz="1800" b="0" dirty="0">
                  <a:latin typeface="Arial" panose="020B0604020202020204" pitchFamily="34" charset="0"/>
                </a:rPr>
                <a:t>？被加数（依据条件，</a:t>
              </a:r>
              <a:r>
                <a:rPr lang="en-US" altLang="zh-CN" sz="1800" b="0" dirty="0">
                  <a:latin typeface="Arial" panose="020B0604020202020204" pitchFamily="34" charset="0"/>
                </a:rPr>
                <a:t>Y</a:t>
              </a:r>
              <a:r>
                <a:rPr lang="en-US" altLang="zh-CN" sz="1800" b="0" baseline="-25000" dirty="0">
                  <a:latin typeface="Arial" panose="020B0604020202020204" pitchFamily="34" charset="0"/>
                </a:rPr>
                <a:t>1</a:t>
              </a:r>
              <a:r>
                <a:rPr lang="en-US" altLang="zh-CN" sz="1800" b="0" dirty="0">
                  <a:latin typeface="Arial" panose="020B0604020202020204" pitchFamily="34" charset="0"/>
                </a:rPr>
                <a:t>=B</a:t>
              </a:r>
              <a:r>
                <a:rPr lang="en-US" altLang="zh-CN" sz="1800" b="0" baseline="-25000" dirty="0">
                  <a:latin typeface="Arial" panose="020B0604020202020204" pitchFamily="34" charset="0"/>
                </a:rPr>
                <a:t>0</a:t>
              </a:r>
              <a:r>
                <a:rPr lang="en-US" altLang="zh-CN" sz="1800" b="0" dirty="0">
                  <a:latin typeface="Arial" panose="020B0604020202020204" pitchFamily="34" charset="0"/>
                </a:rPr>
                <a:t>=1</a:t>
              </a:r>
              <a:r>
                <a:rPr lang="zh-CN" altLang="en-US" sz="1800" b="0" dirty="0">
                  <a:latin typeface="Arial" panose="020B0604020202020204" pitchFamily="34" charset="0"/>
                </a:rPr>
                <a:t>？）</a:t>
              </a:r>
            </a:p>
          </p:txBody>
        </p:sp>
        <p:sp>
          <p:nvSpPr>
            <p:cNvPr id="92" name="Text Box 22">
              <a:extLst>
                <a:ext uri="{FF2B5EF4-FFF2-40B4-BE49-F238E27FC236}">
                  <a16:creationId xmlns:a16="http://schemas.microsoft.com/office/drawing/2014/main" id="{E858159B-0A98-4B05-61A0-258725FCB9F2}"/>
                </a:ext>
              </a:extLst>
            </p:cNvPr>
            <p:cNvSpPr txBox="1">
              <a:spLocks noChangeArrowheads="1"/>
            </p:cNvSpPr>
            <p:nvPr/>
          </p:nvSpPr>
          <p:spPr bwMode="auto">
            <a:xfrm>
              <a:off x="735955" y="4907767"/>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93" name="Text Box 23">
              <a:extLst>
                <a:ext uri="{FF2B5EF4-FFF2-40B4-BE49-F238E27FC236}">
                  <a16:creationId xmlns:a16="http://schemas.microsoft.com/office/drawing/2014/main" id="{0F766918-F16E-3AD0-8F89-391A2DB83CC1}"/>
                </a:ext>
              </a:extLst>
            </p:cNvPr>
            <p:cNvSpPr txBox="1">
              <a:spLocks noChangeArrowheads="1"/>
            </p:cNvSpPr>
            <p:nvPr/>
          </p:nvSpPr>
          <p:spPr bwMode="auto">
            <a:xfrm>
              <a:off x="442268" y="4907767"/>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94" name="Text Box 24">
              <a:extLst>
                <a:ext uri="{FF2B5EF4-FFF2-40B4-BE49-F238E27FC236}">
                  <a16:creationId xmlns:a16="http://schemas.microsoft.com/office/drawing/2014/main" id="{B856247D-39E2-DB75-AF56-B815EF336319}"/>
                </a:ext>
              </a:extLst>
            </p:cNvPr>
            <p:cNvSpPr txBox="1">
              <a:spLocks noChangeArrowheads="1"/>
            </p:cNvSpPr>
            <p:nvPr/>
          </p:nvSpPr>
          <p:spPr bwMode="auto">
            <a:xfrm>
              <a:off x="1323330" y="4907767"/>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95" name="Text Box 25">
              <a:extLst>
                <a:ext uri="{FF2B5EF4-FFF2-40B4-BE49-F238E27FC236}">
                  <a16:creationId xmlns:a16="http://schemas.microsoft.com/office/drawing/2014/main" id="{7F9F0EF8-C007-0310-7ED9-4573FBD81C64}"/>
                </a:ext>
              </a:extLst>
            </p:cNvPr>
            <p:cNvSpPr txBox="1">
              <a:spLocks noChangeArrowheads="1"/>
            </p:cNvSpPr>
            <p:nvPr/>
          </p:nvSpPr>
          <p:spPr bwMode="auto">
            <a:xfrm>
              <a:off x="1028055" y="4907767"/>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96" name="圆角矩形 95">
              <a:extLst>
                <a:ext uri="{FF2B5EF4-FFF2-40B4-BE49-F238E27FC236}">
                  <a16:creationId xmlns:a16="http://schemas.microsoft.com/office/drawing/2014/main" id="{99E0083E-75F0-F64B-2FE0-951CCAF1664D}"/>
                </a:ext>
              </a:extLst>
            </p:cNvPr>
            <p:cNvSpPr/>
            <p:nvPr/>
          </p:nvSpPr>
          <p:spPr>
            <a:xfrm>
              <a:off x="323790" y="4486784"/>
              <a:ext cx="1214446" cy="696944"/>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7" name="Text Box 14">
              <a:extLst>
                <a:ext uri="{FF2B5EF4-FFF2-40B4-BE49-F238E27FC236}">
                  <a16:creationId xmlns:a16="http://schemas.microsoft.com/office/drawing/2014/main" id="{BBBD37C7-D971-59BC-D2D5-B800DBED034F}"/>
                </a:ext>
              </a:extLst>
            </p:cNvPr>
            <p:cNvSpPr txBox="1">
              <a:spLocks noChangeArrowheads="1"/>
            </p:cNvSpPr>
            <p:nvPr/>
          </p:nvSpPr>
          <p:spPr bwMode="auto">
            <a:xfrm>
              <a:off x="1027845" y="4491440"/>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98" name="Text Box 15">
              <a:extLst>
                <a:ext uri="{FF2B5EF4-FFF2-40B4-BE49-F238E27FC236}">
                  <a16:creationId xmlns:a16="http://schemas.microsoft.com/office/drawing/2014/main" id="{5BBE3BBA-D0FE-EA07-6516-61FAF159169B}"/>
                </a:ext>
              </a:extLst>
            </p:cNvPr>
            <p:cNvSpPr txBox="1">
              <a:spLocks noChangeArrowheads="1"/>
            </p:cNvSpPr>
            <p:nvPr/>
          </p:nvSpPr>
          <p:spPr bwMode="auto">
            <a:xfrm>
              <a:off x="732570" y="4491440"/>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99" name="Text Box 16">
              <a:extLst>
                <a:ext uri="{FF2B5EF4-FFF2-40B4-BE49-F238E27FC236}">
                  <a16:creationId xmlns:a16="http://schemas.microsoft.com/office/drawing/2014/main" id="{C0A32C37-BD23-B035-0862-26A18AB945FA}"/>
                </a:ext>
              </a:extLst>
            </p:cNvPr>
            <p:cNvSpPr txBox="1">
              <a:spLocks noChangeArrowheads="1"/>
            </p:cNvSpPr>
            <p:nvPr/>
          </p:nvSpPr>
          <p:spPr bwMode="auto">
            <a:xfrm>
              <a:off x="1615220" y="4491440"/>
              <a:ext cx="25648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25000">
                  <a:solidFill>
                    <a:srgbClr val="7030A0"/>
                  </a:solidFill>
                </a:rPr>
                <a:t>2</a:t>
              </a:r>
            </a:p>
          </p:txBody>
        </p:sp>
        <p:sp>
          <p:nvSpPr>
            <p:cNvPr id="100" name="Text Box 17">
              <a:extLst>
                <a:ext uri="{FF2B5EF4-FFF2-40B4-BE49-F238E27FC236}">
                  <a16:creationId xmlns:a16="http://schemas.microsoft.com/office/drawing/2014/main" id="{A9E67644-2B34-5D35-71BE-7DC654B0D04C}"/>
                </a:ext>
              </a:extLst>
            </p:cNvPr>
            <p:cNvSpPr txBox="1">
              <a:spLocks noChangeArrowheads="1"/>
            </p:cNvSpPr>
            <p:nvPr/>
          </p:nvSpPr>
          <p:spPr bwMode="auto">
            <a:xfrm>
              <a:off x="1321532" y="4491440"/>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101" name="Text Box 15">
              <a:extLst>
                <a:ext uri="{FF2B5EF4-FFF2-40B4-BE49-F238E27FC236}">
                  <a16:creationId xmlns:a16="http://schemas.microsoft.com/office/drawing/2014/main" id="{4BB0EBBF-3FF9-790F-CD88-AE7E0F814486}"/>
                </a:ext>
              </a:extLst>
            </p:cNvPr>
            <p:cNvSpPr txBox="1">
              <a:spLocks noChangeArrowheads="1"/>
            </p:cNvSpPr>
            <p:nvPr/>
          </p:nvSpPr>
          <p:spPr bwMode="auto">
            <a:xfrm>
              <a:off x="464283" y="4519159"/>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grpSp>
      <p:sp>
        <p:nvSpPr>
          <p:cNvPr id="102" name="矩形 101">
            <a:extLst>
              <a:ext uri="{FF2B5EF4-FFF2-40B4-BE49-F238E27FC236}">
                <a16:creationId xmlns:a16="http://schemas.microsoft.com/office/drawing/2014/main" id="{953C7E74-0D0B-FE7F-BE7F-6D034BF827D3}"/>
              </a:ext>
            </a:extLst>
          </p:cNvPr>
          <p:cNvSpPr>
            <a:spLocks noChangeArrowheads="1"/>
          </p:cNvSpPr>
          <p:nvPr/>
        </p:nvSpPr>
        <p:spPr bwMode="auto">
          <a:xfrm>
            <a:off x="6624638" y="1979613"/>
            <a:ext cx="2416175" cy="3698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800" b="0" dirty="0">
                <a:solidFill>
                  <a:srgbClr val="7030A0"/>
                </a:solidFill>
                <a:latin typeface="Microsoft YaHei" panose="020B0503020204020204" pitchFamily="34" charset="-122"/>
                <a:ea typeface="Microsoft YaHei" panose="020B0503020204020204" pitchFamily="34" charset="-122"/>
              </a:rPr>
              <a:t>B</a:t>
            </a:r>
            <a:r>
              <a:rPr lang="zh-CN" altLang="en-US" sz="1800" b="0" dirty="0">
                <a:solidFill>
                  <a:srgbClr val="7030A0"/>
                </a:solidFill>
                <a:latin typeface="Microsoft YaHei" panose="020B0503020204020204" pitchFamily="34" charset="-122"/>
                <a:ea typeface="Microsoft YaHei" panose="020B0503020204020204" pitchFamily="34" charset="-122"/>
              </a:rPr>
              <a:t>也暂存已加完的结果</a:t>
            </a:r>
          </a:p>
        </p:txBody>
      </p:sp>
      <p:grpSp>
        <p:nvGrpSpPr>
          <p:cNvPr id="103" name="组合 102">
            <a:extLst>
              <a:ext uri="{FF2B5EF4-FFF2-40B4-BE49-F238E27FC236}">
                <a16:creationId xmlns:a16="http://schemas.microsoft.com/office/drawing/2014/main" id="{A91F2C07-F1CC-01AD-4623-9EA87294A583}"/>
              </a:ext>
            </a:extLst>
          </p:cNvPr>
          <p:cNvGrpSpPr>
            <a:grpSpLocks/>
          </p:cNvGrpSpPr>
          <p:nvPr/>
        </p:nvGrpSpPr>
        <p:grpSpPr bwMode="auto">
          <a:xfrm>
            <a:off x="92075" y="5300663"/>
            <a:ext cx="9177338" cy="1041400"/>
            <a:chOff x="92832" y="5301208"/>
            <a:chExt cx="9177242" cy="1041504"/>
          </a:xfrm>
        </p:grpSpPr>
        <p:sp>
          <p:nvSpPr>
            <p:cNvPr id="104" name="Line 30">
              <a:extLst>
                <a:ext uri="{FF2B5EF4-FFF2-40B4-BE49-F238E27FC236}">
                  <a16:creationId xmlns:a16="http://schemas.microsoft.com/office/drawing/2014/main" id="{5376B814-7CF4-8AC6-BB08-857A965F5E82}"/>
                </a:ext>
              </a:extLst>
            </p:cNvPr>
            <p:cNvSpPr>
              <a:spLocks noChangeShapeType="1"/>
            </p:cNvSpPr>
            <p:nvPr/>
          </p:nvSpPr>
          <p:spPr bwMode="auto">
            <a:xfrm>
              <a:off x="92832" y="5682736"/>
              <a:ext cx="23907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 name="Text Box 31">
              <a:extLst>
                <a:ext uri="{FF2B5EF4-FFF2-40B4-BE49-F238E27FC236}">
                  <a16:creationId xmlns:a16="http://schemas.microsoft.com/office/drawing/2014/main" id="{3A48D6C6-23ED-DF64-8E31-653AC93C114F}"/>
                </a:ext>
              </a:extLst>
            </p:cNvPr>
            <p:cNvSpPr txBox="1">
              <a:spLocks noChangeArrowheads="1"/>
            </p:cNvSpPr>
            <p:nvPr/>
          </p:nvSpPr>
          <p:spPr bwMode="auto">
            <a:xfrm>
              <a:off x="1604132" y="5661248"/>
              <a:ext cx="25648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2</a:t>
              </a:r>
            </a:p>
          </p:txBody>
        </p:sp>
        <p:sp>
          <p:nvSpPr>
            <p:cNvPr id="106" name="Text Box 32">
              <a:extLst>
                <a:ext uri="{FF2B5EF4-FFF2-40B4-BE49-F238E27FC236}">
                  <a16:creationId xmlns:a16="http://schemas.microsoft.com/office/drawing/2014/main" id="{2034E145-DFB2-727A-4653-EA0EED6D0110}"/>
                </a:ext>
              </a:extLst>
            </p:cNvPr>
            <p:cNvSpPr txBox="1">
              <a:spLocks noChangeArrowheads="1"/>
            </p:cNvSpPr>
            <p:nvPr/>
          </p:nvSpPr>
          <p:spPr bwMode="auto">
            <a:xfrm>
              <a:off x="1310444" y="5661248"/>
              <a:ext cx="25648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3</a:t>
              </a:r>
            </a:p>
          </p:txBody>
        </p:sp>
        <p:sp>
          <p:nvSpPr>
            <p:cNvPr id="107" name="Text Box 33">
              <a:extLst>
                <a:ext uri="{FF2B5EF4-FFF2-40B4-BE49-F238E27FC236}">
                  <a16:creationId xmlns:a16="http://schemas.microsoft.com/office/drawing/2014/main" id="{279992B6-6965-A443-8765-59F63DFD6979}"/>
                </a:ext>
              </a:extLst>
            </p:cNvPr>
            <p:cNvSpPr txBox="1">
              <a:spLocks noChangeArrowheads="1"/>
            </p:cNvSpPr>
            <p:nvPr/>
          </p:nvSpPr>
          <p:spPr bwMode="auto">
            <a:xfrm>
              <a:off x="2191507" y="5661248"/>
              <a:ext cx="25648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0</a:t>
              </a:r>
            </a:p>
          </p:txBody>
        </p:sp>
        <p:sp>
          <p:nvSpPr>
            <p:cNvPr id="108" name="Text Box 34">
              <a:extLst>
                <a:ext uri="{FF2B5EF4-FFF2-40B4-BE49-F238E27FC236}">
                  <a16:creationId xmlns:a16="http://schemas.microsoft.com/office/drawing/2014/main" id="{47F0B8E8-27EA-58E5-B38E-569BB34B0E08}"/>
                </a:ext>
              </a:extLst>
            </p:cNvPr>
            <p:cNvSpPr txBox="1">
              <a:spLocks noChangeArrowheads="1"/>
            </p:cNvSpPr>
            <p:nvPr/>
          </p:nvSpPr>
          <p:spPr bwMode="auto">
            <a:xfrm>
              <a:off x="1896232" y="5661248"/>
              <a:ext cx="25648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1</a:t>
              </a:r>
            </a:p>
          </p:txBody>
        </p:sp>
        <p:sp>
          <p:nvSpPr>
            <p:cNvPr id="109" name="Text Box 35">
              <a:extLst>
                <a:ext uri="{FF2B5EF4-FFF2-40B4-BE49-F238E27FC236}">
                  <a16:creationId xmlns:a16="http://schemas.microsoft.com/office/drawing/2014/main" id="{F465E27A-D52F-2E8C-1460-71C3073F0300}"/>
                </a:ext>
              </a:extLst>
            </p:cNvPr>
            <p:cNvSpPr txBox="1">
              <a:spLocks noChangeArrowheads="1"/>
            </p:cNvSpPr>
            <p:nvPr/>
          </p:nvSpPr>
          <p:spPr bwMode="auto">
            <a:xfrm>
              <a:off x="411919" y="5661248"/>
              <a:ext cx="25648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6</a:t>
              </a:r>
            </a:p>
          </p:txBody>
        </p:sp>
        <p:sp>
          <p:nvSpPr>
            <p:cNvPr id="110" name="Text Box 36">
              <a:extLst>
                <a:ext uri="{FF2B5EF4-FFF2-40B4-BE49-F238E27FC236}">
                  <a16:creationId xmlns:a16="http://schemas.microsoft.com/office/drawing/2014/main" id="{CAA5735E-344F-A7BE-8861-69A7CD750300}"/>
                </a:ext>
              </a:extLst>
            </p:cNvPr>
            <p:cNvSpPr txBox="1">
              <a:spLocks noChangeArrowheads="1"/>
            </p:cNvSpPr>
            <p:nvPr/>
          </p:nvSpPr>
          <p:spPr bwMode="auto">
            <a:xfrm>
              <a:off x="118232" y="5661248"/>
              <a:ext cx="25648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7</a:t>
              </a:r>
            </a:p>
          </p:txBody>
        </p:sp>
        <p:sp>
          <p:nvSpPr>
            <p:cNvPr id="111" name="Text Box 37">
              <a:extLst>
                <a:ext uri="{FF2B5EF4-FFF2-40B4-BE49-F238E27FC236}">
                  <a16:creationId xmlns:a16="http://schemas.microsoft.com/office/drawing/2014/main" id="{B44EFBC2-3623-5354-10F2-B3BFE2A7E455}"/>
                </a:ext>
              </a:extLst>
            </p:cNvPr>
            <p:cNvSpPr txBox="1">
              <a:spLocks noChangeArrowheads="1"/>
            </p:cNvSpPr>
            <p:nvPr/>
          </p:nvSpPr>
          <p:spPr bwMode="auto">
            <a:xfrm>
              <a:off x="997707" y="5661248"/>
              <a:ext cx="25648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4</a:t>
              </a:r>
            </a:p>
          </p:txBody>
        </p:sp>
        <p:sp>
          <p:nvSpPr>
            <p:cNvPr id="112" name="Text Box 38">
              <a:extLst>
                <a:ext uri="{FF2B5EF4-FFF2-40B4-BE49-F238E27FC236}">
                  <a16:creationId xmlns:a16="http://schemas.microsoft.com/office/drawing/2014/main" id="{B028C90F-60DB-58DB-4ED0-1E5968B1B6EC}"/>
                </a:ext>
              </a:extLst>
            </p:cNvPr>
            <p:cNvSpPr txBox="1">
              <a:spLocks noChangeArrowheads="1"/>
            </p:cNvSpPr>
            <p:nvPr/>
          </p:nvSpPr>
          <p:spPr bwMode="auto">
            <a:xfrm>
              <a:off x="704019" y="5661248"/>
              <a:ext cx="25648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5</a:t>
              </a:r>
            </a:p>
          </p:txBody>
        </p:sp>
        <p:sp>
          <p:nvSpPr>
            <p:cNvPr id="113" name="Text Box 14">
              <a:extLst>
                <a:ext uri="{FF2B5EF4-FFF2-40B4-BE49-F238E27FC236}">
                  <a16:creationId xmlns:a16="http://schemas.microsoft.com/office/drawing/2014/main" id="{28A3CEC9-D350-BC58-949E-95435EFA2511}"/>
                </a:ext>
              </a:extLst>
            </p:cNvPr>
            <p:cNvSpPr txBox="1">
              <a:spLocks noChangeArrowheads="1"/>
            </p:cNvSpPr>
            <p:nvPr/>
          </p:nvSpPr>
          <p:spPr bwMode="auto">
            <a:xfrm>
              <a:off x="695140" y="5306624"/>
              <a:ext cx="2564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5</a:t>
              </a:r>
            </a:p>
          </p:txBody>
        </p:sp>
        <p:sp>
          <p:nvSpPr>
            <p:cNvPr id="114" name="Text Box 15">
              <a:extLst>
                <a:ext uri="{FF2B5EF4-FFF2-40B4-BE49-F238E27FC236}">
                  <a16:creationId xmlns:a16="http://schemas.microsoft.com/office/drawing/2014/main" id="{FD8BD38E-74FB-C2C0-12D8-1086761C3DA4}"/>
                </a:ext>
              </a:extLst>
            </p:cNvPr>
            <p:cNvSpPr txBox="1">
              <a:spLocks noChangeArrowheads="1"/>
            </p:cNvSpPr>
            <p:nvPr/>
          </p:nvSpPr>
          <p:spPr bwMode="auto">
            <a:xfrm>
              <a:off x="399865" y="5306624"/>
              <a:ext cx="2564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6</a:t>
              </a:r>
            </a:p>
          </p:txBody>
        </p:sp>
        <p:sp>
          <p:nvSpPr>
            <p:cNvPr id="115" name="Text Box 16">
              <a:extLst>
                <a:ext uri="{FF2B5EF4-FFF2-40B4-BE49-F238E27FC236}">
                  <a16:creationId xmlns:a16="http://schemas.microsoft.com/office/drawing/2014/main" id="{C677C16B-5236-8730-84E5-4666171560F5}"/>
                </a:ext>
              </a:extLst>
            </p:cNvPr>
            <p:cNvSpPr txBox="1">
              <a:spLocks noChangeArrowheads="1"/>
            </p:cNvSpPr>
            <p:nvPr/>
          </p:nvSpPr>
          <p:spPr bwMode="auto">
            <a:xfrm>
              <a:off x="1282515" y="5306624"/>
              <a:ext cx="25648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3</a:t>
              </a:r>
            </a:p>
          </p:txBody>
        </p:sp>
        <p:sp>
          <p:nvSpPr>
            <p:cNvPr id="116" name="Text Box 17">
              <a:extLst>
                <a:ext uri="{FF2B5EF4-FFF2-40B4-BE49-F238E27FC236}">
                  <a16:creationId xmlns:a16="http://schemas.microsoft.com/office/drawing/2014/main" id="{47FE751F-F32C-E68D-F2C6-B3DAF3CBABE5}"/>
                </a:ext>
              </a:extLst>
            </p:cNvPr>
            <p:cNvSpPr txBox="1">
              <a:spLocks noChangeArrowheads="1"/>
            </p:cNvSpPr>
            <p:nvPr/>
          </p:nvSpPr>
          <p:spPr bwMode="auto">
            <a:xfrm>
              <a:off x="988827" y="5306624"/>
              <a:ext cx="2564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4</a:t>
              </a:r>
            </a:p>
          </p:txBody>
        </p:sp>
        <p:sp>
          <p:nvSpPr>
            <p:cNvPr id="117" name="Text Box 15">
              <a:extLst>
                <a:ext uri="{FF2B5EF4-FFF2-40B4-BE49-F238E27FC236}">
                  <a16:creationId xmlns:a16="http://schemas.microsoft.com/office/drawing/2014/main" id="{77E59C97-3572-B705-1138-D7488DC5A00C}"/>
                </a:ext>
              </a:extLst>
            </p:cNvPr>
            <p:cNvSpPr txBox="1">
              <a:spLocks noChangeArrowheads="1"/>
            </p:cNvSpPr>
            <p:nvPr/>
          </p:nvSpPr>
          <p:spPr bwMode="auto">
            <a:xfrm>
              <a:off x="125352" y="5301208"/>
              <a:ext cx="25648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B050"/>
                  </a:solidFill>
                </a:rPr>
                <a:t>Z</a:t>
              </a:r>
              <a:r>
                <a:rPr kumimoji="1" lang="en-US" altLang="zh-CN" sz="2000" baseline="-25000">
                  <a:solidFill>
                    <a:srgbClr val="00B050"/>
                  </a:solidFill>
                </a:rPr>
                <a:t>7</a:t>
              </a:r>
            </a:p>
          </p:txBody>
        </p:sp>
        <p:sp>
          <p:nvSpPr>
            <p:cNvPr id="118" name="Text Box 96">
              <a:extLst>
                <a:ext uri="{FF2B5EF4-FFF2-40B4-BE49-F238E27FC236}">
                  <a16:creationId xmlns:a16="http://schemas.microsoft.com/office/drawing/2014/main" id="{91AD0C0C-8CA6-32A6-4285-4FA6DF822DE5}"/>
                </a:ext>
              </a:extLst>
            </p:cNvPr>
            <p:cNvSpPr txBox="1">
              <a:spLocks noChangeArrowheads="1"/>
            </p:cNvSpPr>
            <p:nvPr/>
          </p:nvSpPr>
          <p:spPr bwMode="auto">
            <a:xfrm>
              <a:off x="2583454" y="5373216"/>
              <a:ext cx="668662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zh-CN" altLang="en-US" sz="1800" b="0"/>
                <a:t>相加：</a:t>
              </a:r>
              <a:r>
                <a:rPr kumimoji="1" lang="en-US" altLang="zh-CN" sz="1800" b="0"/>
                <a:t>{</a:t>
              </a:r>
              <a:r>
                <a:rPr kumimoji="1" lang="en-US" altLang="zh-CN" sz="1800">
                  <a:solidFill>
                    <a:srgbClr val="00B050"/>
                  </a:solidFill>
                </a:rPr>
                <a:t>C</a:t>
              </a:r>
              <a:r>
                <a:rPr kumimoji="1" lang="en-US" altLang="zh-CN" sz="1800" b="0">
                  <a:solidFill>
                    <a:srgbClr val="0000FF"/>
                  </a:solidFill>
                </a:rPr>
                <a:t>,</a:t>
              </a:r>
              <a:r>
                <a:rPr kumimoji="1" lang="en-US" altLang="zh-CN" sz="1800">
                  <a:solidFill>
                    <a:srgbClr val="0000FF"/>
                  </a:solidFill>
                </a:rPr>
                <a:t>A</a:t>
              </a:r>
              <a:r>
                <a:rPr kumimoji="1" lang="en-US" altLang="zh-CN" sz="1800" b="0"/>
                <a:t>}</a:t>
              </a:r>
              <a:r>
                <a:rPr kumimoji="1" lang="en-US" altLang="zh-CN" sz="1800" b="0">
                  <a:solidFill>
                    <a:srgbClr val="0000FF"/>
                  </a:solidFill>
                </a:rPr>
                <a:t>	</a:t>
              </a:r>
              <a:r>
                <a:rPr kumimoji="1" lang="en-US" altLang="zh-CN" sz="1800" b="0"/>
                <a:t>&lt;= {A+?}={</a:t>
              </a:r>
              <a:r>
                <a:rPr kumimoji="1" lang="en-US" altLang="zh-CN" sz="1800">
                  <a:solidFill>
                    <a:srgbClr val="00B050"/>
                  </a:solidFill>
                </a:rPr>
                <a:t>Z</a:t>
              </a:r>
              <a:r>
                <a:rPr kumimoji="1" lang="en-US" altLang="zh-CN" sz="1800" baseline="-25000">
                  <a:solidFill>
                    <a:srgbClr val="00B050"/>
                  </a:solidFill>
                </a:rPr>
                <a:t>7</a:t>
              </a:r>
              <a:r>
                <a:rPr kumimoji="1" lang="en-US" altLang="zh-CN" sz="1800" b="0"/>
                <a:t>,</a:t>
              </a:r>
              <a:r>
                <a:rPr kumimoji="1" lang="en-US" altLang="zh-CN" sz="1800">
                  <a:solidFill>
                    <a:srgbClr val="0000FF"/>
                  </a:solidFill>
                </a:rPr>
                <a:t> Z</a:t>
              </a:r>
              <a:r>
                <a:rPr kumimoji="1" lang="en-US" altLang="zh-CN" sz="1800" baseline="-25000">
                  <a:solidFill>
                    <a:srgbClr val="0000FF"/>
                  </a:solidFill>
                </a:rPr>
                <a:t>6</a:t>
              </a:r>
              <a:r>
                <a:rPr kumimoji="1" lang="en-US" altLang="zh-CN" sz="1800">
                  <a:solidFill>
                    <a:srgbClr val="0000FF"/>
                  </a:solidFill>
                </a:rPr>
                <a:t>Z</a:t>
              </a:r>
              <a:r>
                <a:rPr kumimoji="1" lang="en-US" altLang="zh-CN" sz="1800" baseline="-25000">
                  <a:solidFill>
                    <a:srgbClr val="0000FF"/>
                  </a:solidFill>
                </a:rPr>
                <a:t>5</a:t>
              </a:r>
              <a:r>
                <a:rPr kumimoji="1" lang="en-US" altLang="zh-CN" sz="1800">
                  <a:solidFill>
                    <a:srgbClr val="0000FF"/>
                  </a:solidFill>
                </a:rPr>
                <a:t>Z</a:t>
              </a:r>
              <a:r>
                <a:rPr kumimoji="1" lang="en-US" altLang="zh-CN" sz="1800" baseline="-25000">
                  <a:solidFill>
                    <a:srgbClr val="0000FF"/>
                  </a:solidFill>
                </a:rPr>
                <a:t>4</a:t>
              </a:r>
              <a:r>
                <a:rPr kumimoji="1" lang="en-US" altLang="zh-CN" sz="1800">
                  <a:solidFill>
                    <a:srgbClr val="0000FF"/>
                  </a:solidFill>
                </a:rPr>
                <a:t>Z</a:t>
              </a:r>
              <a:r>
                <a:rPr kumimoji="1" lang="en-US" altLang="zh-CN" sz="1800" baseline="-25000">
                  <a:solidFill>
                    <a:srgbClr val="0000FF"/>
                  </a:solidFill>
                </a:rPr>
                <a:t>3</a:t>
              </a:r>
              <a:r>
                <a:rPr kumimoji="1" lang="en-US" altLang="zh-CN" sz="1800" b="0"/>
                <a:t>}</a:t>
              </a:r>
              <a:endParaRPr kumimoji="1" lang="en-US" altLang="zh-CN" sz="1800" b="0">
                <a:solidFill>
                  <a:srgbClr val="0000FF"/>
                </a:solidFill>
              </a:endParaRPr>
            </a:p>
            <a:p>
              <a:pPr eaLnBrk="1" hangingPunct="1">
                <a:lnSpc>
                  <a:spcPct val="110000"/>
                </a:lnSpc>
                <a:spcAft>
                  <a:spcPct val="10000"/>
                </a:spcAft>
                <a:buFontTx/>
                <a:buNone/>
              </a:pPr>
              <a:r>
                <a:rPr kumimoji="1" lang="zh-CN" altLang="en-US" sz="1800" b="0"/>
                <a:t>移位：</a:t>
              </a:r>
              <a:r>
                <a:rPr kumimoji="1" lang="en-US" altLang="zh-CN" sz="1800" b="0"/>
                <a:t>{</a:t>
              </a:r>
              <a:r>
                <a:rPr kumimoji="1" lang="en-US" altLang="zh-CN" sz="1800">
                  <a:solidFill>
                    <a:srgbClr val="00B050"/>
                  </a:solidFill>
                </a:rPr>
                <a:t>C</a:t>
              </a:r>
              <a:r>
                <a:rPr kumimoji="1" lang="en-US" altLang="zh-CN" sz="1800" b="0"/>
                <a:t>,</a:t>
              </a:r>
              <a:r>
                <a:rPr kumimoji="1" lang="en-US" altLang="zh-CN" sz="1800">
                  <a:solidFill>
                    <a:srgbClr val="0000FF"/>
                  </a:solidFill>
                </a:rPr>
                <a:t>A</a:t>
              </a:r>
              <a:r>
                <a:rPr kumimoji="1" lang="en-US" altLang="zh-CN" sz="1800" b="0"/>
                <a:t>,</a:t>
              </a:r>
              <a:r>
                <a:rPr kumimoji="1" lang="en-US" altLang="zh-CN" sz="1800">
                  <a:solidFill>
                    <a:srgbClr val="7030A0"/>
                  </a:solidFill>
                </a:rPr>
                <a:t>B</a:t>
              </a:r>
              <a:r>
                <a:rPr kumimoji="1" lang="en-US" altLang="zh-CN" sz="1800" b="0"/>
                <a:t>}	&lt;= ({0,C,A,B}&gt;&gt;1)</a:t>
              </a:r>
            </a:p>
            <a:p>
              <a:pPr eaLnBrk="1" hangingPunct="1">
                <a:lnSpc>
                  <a:spcPct val="110000"/>
                </a:lnSpc>
                <a:spcAft>
                  <a:spcPct val="10000"/>
                </a:spcAft>
                <a:buFontTx/>
                <a:buNone/>
              </a:pPr>
              <a:r>
                <a:rPr kumimoji="1" lang="en-US" altLang="zh-CN" sz="1800" b="0"/>
                <a:t>= {0, Z</a:t>
              </a:r>
              <a:r>
                <a:rPr kumimoji="1" lang="en-US" altLang="zh-CN" sz="1800" b="0" baseline="-25000"/>
                <a:t>7</a:t>
              </a:r>
              <a:r>
                <a:rPr kumimoji="1" lang="en-US" altLang="zh-CN" sz="1800" b="0"/>
                <a:t>, Z</a:t>
              </a:r>
              <a:r>
                <a:rPr kumimoji="1" lang="en-US" altLang="zh-CN" sz="1800" b="0" baseline="-25000"/>
                <a:t>6</a:t>
              </a:r>
              <a:r>
                <a:rPr kumimoji="1" lang="en-US" altLang="zh-CN" sz="1800" b="0"/>
                <a:t>Z</a:t>
              </a:r>
              <a:r>
                <a:rPr kumimoji="1" lang="en-US" altLang="zh-CN" sz="1800" b="0" baseline="-25000"/>
                <a:t>5</a:t>
              </a:r>
              <a:r>
                <a:rPr kumimoji="1" lang="en-US" altLang="zh-CN" sz="1800" b="0"/>
                <a:t>Z</a:t>
              </a:r>
              <a:r>
                <a:rPr kumimoji="1" lang="en-US" altLang="zh-CN" sz="1800" b="0" baseline="-25000"/>
                <a:t>4</a:t>
              </a:r>
              <a:r>
                <a:rPr kumimoji="1" lang="en-US" altLang="zh-CN" sz="1800" b="0"/>
                <a:t>Z</a:t>
              </a:r>
              <a:r>
                <a:rPr kumimoji="1" lang="en-US" altLang="zh-CN" sz="1800" b="0" baseline="-25000"/>
                <a:t>3</a:t>
              </a:r>
              <a:r>
                <a:rPr kumimoji="1" lang="en-US" altLang="zh-CN" sz="1800" b="0"/>
                <a:t>, Z</a:t>
              </a:r>
              <a:r>
                <a:rPr kumimoji="1" lang="en-US" altLang="zh-CN" sz="1800" b="0" baseline="-25000"/>
                <a:t>2</a:t>
              </a:r>
              <a:r>
                <a:rPr kumimoji="1" lang="en-US" altLang="zh-CN" sz="1800" b="0"/>
                <a:t>Z</a:t>
              </a:r>
              <a:r>
                <a:rPr kumimoji="1" lang="en-US" altLang="zh-CN" sz="1800" b="0" baseline="-25000"/>
                <a:t>1</a:t>
              </a:r>
              <a:r>
                <a:rPr kumimoji="1" lang="en-US" altLang="zh-CN" sz="1800" b="0"/>
                <a:t>Z</a:t>
              </a:r>
              <a:r>
                <a:rPr kumimoji="1" lang="en-US" altLang="zh-CN" sz="1800" b="0" baseline="-25000"/>
                <a:t>0</a:t>
              </a:r>
              <a:r>
                <a:rPr kumimoji="1" lang="en-US" altLang="zh-CN" sz="1800" b="0"/>
                <a:t>Y</a:t>
              </a:r>
              <a:r>
                <a:rPr kumimoji="1" lang="en-US" altLang="zh-CN" sz="1800" b="0" baseline="-25000"/>
                <a:t>3</a:t>
              </a:r>
              <a:r>
                <a:rPr kumimoji="1" lang="en-US" altLang="zh-CN" sz="1800" b="0"/>
                <a:t>}&gt;&gt;1 = {</a:t>
              </a:r>
              <a:r>
                <a:rPr kumimoji="1" lang="en-US" altLang="zh-CN" sz="1800">
                  <a:solidFill>
                    <a:srgbClr val="00B050"/>
                  </a:solidFill>
                </a:rPr>
                <a:t>0</a:t>
              </a:r>
              <a:r>
                <a:rPr kumimoji="1" lang="en-US" altLang="zh-CN" sz="1800" b="0"/>
                <a:t>, </a:t>
              </a:r>
              <a:r>
                <a:rPr kumimoji="1" lang="en-US" altLang="zh-CN" sz="1800">
                  <a:solidFill>
                    <a:srgbClr val="0000FF"/>
                  </a:solidFill>
                </a:rPr>
                <a:t>Z</a:t>
              </a:r>
              <a:r>
                <a:rPr kumimoji="1" lang="en-US" altLang="zh-CN" sz="1800" baseline="-25000">
                  <a:solidFill>
                    <a:srgbClr val="0000FF"/>
                  </a:solidFill>
                </a:rPr>
                <a:t>7</a:t>
              </a:r>
              <a:r>
                <a:rPr kumimoji="1" lang="en-US" altLang="zh-CN" sz="1800">
                  <a:solidFill>
                    <a:srgbClr val="0000FF"/>
                  </a:solidFill>
                </a:rPr>
                <a:t>Z</a:t>
              </a:r>
              <a:r>
                <a:rPr kumimoji="1" lang="en-US" altLang="zh-CN" sz="1800" baseline="-25000">
                  <a:solidFill>
                    <a:srgbClr val="0000FF"/>
                  </a:solidFill>
                </a:rPr>
                <a:t>6</a:t>
              </a:r>
              <a:r>
                <a:rPr kumimoji="1" lang="en-US" altLang="zh-CN" sz="1800">
                  <a:solidFill>
                    <a:srgbClr val="0000FF"/>
                  </a:solidFill>
                </a:rPr>
                <a:t>Z</a:t>
              </a:r>
              <a:r>
                <a:rPr kumimoji="1" lang="en-US" altLang="zh-CN" sz="1800" baseline="-25000">
                  <a:solidFill>
                    <a:srgbClr val="0000FF"/>
                  </a:solidFill>
                </a:rPr>
                <a:t>5</a:t>
              </a:r>
              <a:r>
                <a:rPr kumimoji="1" lang="en-US" altLang="zh-CN" sz="1800">
                  <a:solidFill>
                    <a:srgbClr val="0000FF"/>
                  </a:solidFill>
                </a:rPr>
                <a:t>Z</a:t>
              </a:r>
              <a:r>
                <a:rPr kumimoji="1" lang="en-US" altLang="zh-CN" sz="1800" baseline="-25000">
                  <a:solidFill>
                    <a:srgbClr val="0000FF"/>
                  </a:solidFill>
                </a:rPr>
                <a:t>4</a:t>
              </a:r>
              <a:r>
                <a:rPr kumimoji="1" lang="en-US" altLang="zh-CN" sz="1800" b="0"/>
                <a:t>, </a:t>
              </a:r>
              <a:r>
                <a:rPr kumimoji="1" lang="en-US" altLang="zh-CN" sz="1800">
                  <a:solidFill>
                    <a:srgbClr val="7030A0"/>
                  </a:solidFill>
                </a:rPr>
                <a:t>Z</a:t>
              </a:r>
              <a:r>
                <a:rPr kumimoji="1" lang="en-US" altLang="zh-CN" sz="1800" baseline="-25000">
                  <a:solidFill>
                    <a:srgbClr val="7030A0"/>
                  </a:solidFill>
                </a:rPr>
                <a:t>3</a:t>
              </a:r>
              <a:r>
                <a:rPr kumimoji="1" lang="en-US" altLang="zh-CN" sz="1800">
                  <a:solidFill>
                    <a:srgbClr val="7030A0"/>
                  </a:solidFill>
                </a:rPr>
                <a:t>Z</a:t>
              </a:r>
              <a:r>
                <a:rPr kumimoji="1" lang="en-US" altLang="zh-CN" sz="1800" baseline="-25000">
                  <a:solidFill>
                    <a:srgbClr val="7030A0"/>
                  </a:solidFill>
                </a:rPr>
                <a:t>2</a:t>
              </a:r>
              <a:r>
                <a:rPr kumimoji="1" lang="en-US" altLang="zh-CN" sz="1800">
                  <a:solidFill>
                    <a:srgbClr val="7030A0"/>
                  </a:solidFill>
                </a:rPr>
                <a:t>Z</a:t>
              </a:r>
              <a:r>
                <a:rPr kumimoji="1" lang="en-US" altLang="zh-CN" sz="1800" baseline="-25000">
                  <a:solidFill>
                    <a:srgbClr val="7030A0"/>
                  </a:solidFill>
                </a:rPr>
                <a:t>1</a:t>
              </a:r>
              <a:r>
                <a:rPr kumimoji="1" lang="en-US" altLang="zh-CN" sz="1800">
                  <a:solidFill>
                    <a:srgbClr val="7030A0"/>
                  </a:solidFill>
                </a:rPr>
                <a:t>Z</a:t>
              </a:r>
              <a:r>
                <a:rPr kumimoji="1" lang="en-US" altLang="zh-CN" sz="1800" baseline="-25000">
                  <a:solidFill>
                    <a:srgbClr val="7030A0"/>
                  </a:solidFill>
                </a:rPr>
                <a:t>0</a:t>
              </a:r>
              <a:r>
                <a:rPr kumimoji="1" lang="en-US" altLang="zh-CN" sz="1800" b="0"/>
                <a:t>}</a:t>
              </a:r>
            </a:p>
          </p:txBody>
        </p:sp>
        <p:sp>
          <p:nvSpPr>
            <p:cNvPr id="119" name="矩形 202">
              <a:extLst>
                <a:ext uri="{FF2B5EF4-FFF2-40B4-BE49-F238E27FC236}">
                  <a16:creationId xmlns:a16="http://schemas.microsoft.com/office/drawing/2014/main" id="{526D7F32-59AF-767F-1049-95A620DD8B5D}"/>
                </a:ext>
              </a:extLst>
            </p:cNvPr>
            <p:cNvSpPr>
              <a:spLocks noChangeArrowheads="1"/>
            </p:cNvSpPr>
            <p:nvPr/>
          </p:nvSpPr>
          <p:spPr bwMode="auto">
            <a:xfrm>
              <a:off x="3946532" y="5459628"/>
              <a:ext cx="184731" cy="373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endParaRPr kumimoji="1" lang="en-US" altLang="zh-CN" sz="1800" b="0">
                <a:solidFill>
                  <a:srgbClr val="7030A0"/>
                </a:solidFill>
                <a:latin typeface="Arial" panose="020B0604020202020204" pitchFamily="34" charset="0"/>
              </a:endParaRPr>
            </a:p>
          </p:txBody>
        </p:sp>
        <p:sp>
          <p:nvSpPr>
            <p:cNvPr id="120" name="矩形 226">
              <a:extLst>
                <a:ext uri="{FF2B5EF4-FFF2-40B4-BE49-F238E27FC236}">
                  <a16:creationId xmlns:a16="http://schemas.microsoft.com/office/drawing/2014/main" id="{6A319E11-250D-A3C9-5A07-05C33B884BC7}"/>
                </a:ext>
              </a:extLst>
            </p:cNvPr>
            <p:cNvSpPr>
              <a:spLocks noChangeArrowheads="1"/>
            </p:cNvSpPr>
            <p:nvPr/>
          </p:nvSpPr>
          <p:spPr bwMode="auto">
            <a:xfrm>
              <a:off x="7272007" y="5363924"/>
              <a:ext cx="1800493" cy="3693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zh-CN" altLang="en-US" sz="1800" dirty="0">
                  <a:latin typeface="Microsoft YaHei" panose="020B0503020204020204" pitchFamily="34" charset="-122"/>
                  <a:ea typeface="Microsoft YaHei" panose="020B0503020204020204" pitchFamily="34" charset="-122"/>
                </a:rPr>
                <a:t>加完，进行整理</a:t>
              </a:r>
            </a:p>
          </p:txBody>
        </p:sp>
      </p:grpSp>
      <p:grpSp>
        <p:nvGrpSpPr>
          <p:cNvPr id="121" name="组合 120">
            <a:extLst>
              <a:ext uri="{FF2B5EF4-FFF2-40B4-BE49-F238E27FC236}">
                <a16:creationId xmlns:a16="http://schemas.microsoft.com/office/drawing/2014/main" id="{1FA9F6D4-B48B-C8FE-5121-85195BC5F17D}"/>
              </a:ext>
            </a:extLst>
          </p:cNvPr>
          <p:cNvGrpSpPr>
            <a:grpSpLocks/>
          </p:cNvGrpSpPr>
          <p:nvPr/>
        </p:nvGrpSpPr>
        <p:grpSpPr bwMode="auto">
          <a:xfrm>
            <a:off x="142875" y="5954713"/>
            <a:ext cx="2268538" cy="587375"/>
            <a:chOff x="143508" y="5954824"/>
            <a:chExt cx="2268252" cy="586755"/>
          </a:xfrm>
        </p:grpSpPr>
        <p:sp>
          <p:nvSpPr>
            <p:cNvPr id="122" name="矩形 26">
              <a:extLst>
                <a:ext uri="{FF2B5EF4-FFF2-40B4-BE49-F238E27FC236}">
                  <a16:creationId xmlns:a16="http://schemas.microsoft.com/office/drawing/2014/main" id="{8130C7BA-EC2B-9DCC-3CA8-BB1277EDB4AE}"/>
                </a:ext>
              </a:extLst>
            </p:cNvPr>
            <p:cNvSpPr>
              <a:spLocks noChangeArrowheads="1"/>
            </p:cNvSpPr>
            <p:nvPr/>
          </p:nvSpPr>
          <p:spPr bwMode="auto">
            <a:xfrm>
              <a:off x="540159" y="6172247"/>
              <a:ext cx="15697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kumimoji="1" lang="en-US" altLang="zh-CN" sz="1800" b="0">
                  <a:solidFill>
                    <a:srgbClr val="0000FF"/>
                  </a:solidFill>
                  <a:latin typeface="Arial" panose="020B0604020202020204" pitchFamily="34" charset="0"/>
                </a:rPr>
                <a:t>A</a:t>
              </a:r>
              <a:r>
                <a:rPr kumimoji="1" lang="en-US" altLang="zh-CN" sz="1800" b="0">
                  <a:latin typeface="Arial" panose="020B0604020202020204" pitchFamily="34" charset="0"/>
                </a:rPr>
                <a:t>                 </a:t>
              </a:r>
              <a:r>
                <a:rPr kumimoji="1" lang="en-US" altLang="zh-CN" sz="1800" b="0">
                  <a:solidFill>
                    <a:srgbClr val="7030A0"/>
                  </a:solidFill>
                  <a:latin typeface="Arial" panose="020B0604020202020204" pitchFamily="34" charset="0"/>
                </a:rPr>
                <a:t>B</a:t>
              </a:r>
              <a:endParaRPr lang="zh-CN" altLang="en-US" sz="1800" b="0">
                <a:latin typeface="Arial" panose="020B0604020202020204" pitchFamily="34" charset="0"/>
              </a:endParaRPr>
            </a:p>
          </p:txBody>
        </p:sp>
        <p:sp>
          <p:nvSpPr>
            <p:cNvPr id="123" name="左大括号 122">
              <a:extLst>
                <a:ext uri="{FF2B5EF4-FFF2-40B4-BE49-F238E27FC236}">
                  <a16:creationId xmlns:a16="http://schemas.microsoft.com/office/drawing/2014/main" id="{7C4DED90-2F1C-3FA6-2FA1-D4BA3216FF78}"/>
                </a:ext>
              </a:extLst>
            </p:cNvPr>
            <p:cNvSpPr/>
            <p:nvPr/>
          </p:nvSpPr>
          <p:spPr>
            <a:xfrm rot="16200000">
              <a:off x="546014" y="5565005"/>
              <a:ext cx="269590" cy="1074603"/>
            </a:xfrm>
            <a:prstGeom prst="leftBrace">
              <a:avLst>
                <a:gd name="adj1" fmla="val 8333"/>
                <a:gd name="adj2" fmla="val 51921"/>
              </a:avLst>
            </a:prstGeom>
            <a:ln w="19050">
              <a:solidFill>
                <a:srgbClr val="0000FF"/>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124" name="左大括号 123">
              <a:extLst>
                <a:ext uri="{FF2B5EF4-FFF2-40B4-BE49-F238E27FC236}">
                  <a16:creationId xmlns:a16="http://schemas.microsoft.com/office/drawing/2014/main" id="{F69C3E17-8E3D-9530-6CD7-C45A532DA387}"/>
                </a:ext>
              </a:extLst>
            </p:cNvPr>
            <p:cNvSpPr/>
            <p:nvPr/>
          </p:nvSpPr>
          <p:spPr>
            <a:xfrm rot="16200000">
              <a:off x="1738871" y="5553110"/>
              <a:ext cx="271175" cy="1074603"/>
            </a:xfrm>
            <a:prstGeom prst="leftBrace">
              <a:avLst>
                <a:gd name="adj1" fmla="val 8333"/>
                <a:gd name="adj2" fmla="val 51921"/>
              </a:avLst>
            </a:prstGeom>
            <a:ln w="19050">
              <a:solidFill>
                <a:srgbClr val="7030A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grpSp>
      <p:sp>
        <p:nvSpPr>
          <p:cNvPr id="125" name="Text Box 100">
            <a:extLst>
              <a:ext uri="{FF2B5EF4-FFF2-40B4-BE49-F238E27FC236}">
                <a16:creationId xmlns:a16="http://schemas.microsoft.com/office/drawing/2014/main" id="{2CB6BD45-D05E-6779-E56F-222C4518EE74}"/>
              </a:ext>
            </a:extLst>
          </p:cNvPr>
          <p:cNvSpPr txBox="1">
            <a:spLocks noChangeArrowheads="1"/>
          </p:cNvSpPr>
          <p:nvPr/>
        </p:nvSpPr>
        <p:spPr bwMode="auto">
          <a:xfrm>
            <a:off x="6957974" y="81144"/>
            <a:ext cx="2846864" cy="1538883"/>
          </a:xfrm>
          <a:prstGeom prst="rect">
            <a:avLst/>
          </a:prstGeom>
          <a:solidFill>
            <a:schemeClr val="accent1">
              <a:lumMod val="20000"/>
              <a:lumOff val="80000"/>
            </a:schemeClr>
          </a:solidFill>
          <a:ln w="9525">
            <a:solidFill>
              <a:schemeClr val="accent1"/>
            </a:solidFill>
            <a:miter lim="800000"/>
            <a:headEnd/>
            <a:tailEnd/>
          </a:ln>
        </p:spPr>
        <p:txBody>
          <a:bodyPr wrap="squar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A</a:t>
            </a:r>
            <a:r>
              <a:rPr kumimoji="1" lang="zh-CN" altLang="en-US" sz="2000" b="0" dirty="0">
                <a:latin typeface="Microsoft YaHei" panose="020B0503020204020204" pitchFamily="34" charset="-122"/>
                <a:ea typeface="Microsoft YaHei" panose="020B0503020204020204" pitchFamily="34" charset="-122"/>
              </a:rPr>
              <a:t> 暂存加操作结果</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B</a:t>
            </a:r>
            <a:r>
              <a:rPr kumimoji="1" lang="zh-CN" altLang="en-US" sz="2000" b="0" dirty="0">
                <a:latin typeface="Microsoft YaHei" panose="020B0503020204020204" pitchFamily="34" charset="-122"/>
                <a:ea typeface="Microsoft YaHei" panose="020B0503020204020204" pitchFamily="34" charset="-122"/>
              </a:rPr>
              <a:t> 暂存乘数和算完的位</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C</a:t>
            </a:r>
            <a:r>
              <a:rPr kumimoji="1" lang="zh-CN" altLang="en-US" sz="2000" b="0" dirty="0">
                <a:latin typeface="Microsoft YaHei" panose="020B0503020204020204" pitchFamily="34" charset="-122"/>
                <a:ea typeface="Microsoft YaHei" panose="020B0503020204020204" pitchFamily="34" charset="-122"/>
              </a:rPr>
              <a:t> 进位位</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D</a:t>
            </a:r>
            <a:r>
              <a:rPr kumimoji="1" lang="zh-CN" altLang="en-US" sz="2000" b="0" dirty="0">
                <a:latin typeface="Microsoft YaHei" panose="020B0503020204020204" pitchFamily="34" charset="-122"/>
                <a:ea typeface="Microsoft YaHei" panose="020B0503020204020204" pitchFamily="34" charset="-122"/>
              </a:rPr>
              <a:t> 被乘数</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{A,B} </a:t>
            </a:r>
            <a:r>
              <a:rPr kumimoji="1" lang="zh-CN" altLang="en-US" sz="2000" b="0" dirty="0">
                <a:latin typeface="Microsoft YaHei" panose="020B0503020204020204" pitchFamily="34" charset="-122"/>
                <a:ea typeface="Microsoft YaHei" panose="020B0503020204020204" pitchFamily="34" charset="-122"/>
              </a:rPr>
              <a:t>最终结果</a:t>
            </a:r>
            <a:endParaRPr kumimoji="1" lang="en-US" altLang="zh-CN" sz="2000" b="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732378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14E44E-BF57-2F10-C83D-241F8EC07354}"/>
              </a:ext>
            </a:extLst>
          </p:cNvPr>
          <p:cNvSpPr>
            <a:spLocks noGrp="1"/>
          </p:cNvSpPr>
          <p:nvPr>
            <p:ph type="title"/>
          </p:nvPr>
        </p:nvSpPr>
        <p:spPr/>
        <p:txBody>
          <a:bodyPr>
            <a:normAutofit fontScale="90000"/>
          </a:bodyPr>
          <a:lstStyle/>
          <a:p>
            <a:pPr algn="l"/>
            <a:r>
              <a:rPr kumimoji="1" lang="zh-CN" altLang="en-US" dirty="0"/>
              <a:t>以计算机视角展开：过程总结</a:t>
            </a:r>
          </a:p>
        </p:txBody>
      </p:sp>
      <p:sp>
        <p:nvSpPr>
          <p:cNvPr id="3" name="内容占位符 2">
            <a:extLst>
              <a:ext uri="{FF2B5EF4-FFF2-40B4-BE49-F238E27FC236}">
                <a16:creationId xmlns:a16="http://schemas.microsoft.com/office/drawing/2014/main" id="{3DB64A2F-E68A-0479-1A8A-53633479CBDC}"/>
              </a:ext>
            </a:extLst>
          </p:cNvPr>
          <p:cNvSpPr>
            <a:spLocks noGrp="1"/>
          </p:cNvSpPr>
          <p:nvPr>
            <p:ph idx="1"/>
          </p:nvPr>
        </p:nvSpPr>
        <p:spPr/>
        <p:txBody>
          <a:bodyPr/>
          <a:lstStyle/>
          <a:p>
            <a:pPr>
              <a:defRPr/>
            </a:pPr>
            <a:r>
              <a:rPr lang="zh-CN" altLang="en-US" dirty="0"/>
              <a:t>初始化：</a:t>
            </a:r>
            <a:endParaRPr lang="en-US" altLang="zh-CN" dirty="0"/>
          </a:p>
          <a:p>
            <a:pPr lvl="1">
              <a:defRPr/>
            </a:pPr>
            <a:r>
              <a:rPr lang="en-US" altLang="zh-CN" dirty="0"/>
              <a:t>D</a:t>
            </a:r>
            <a:r>
              <a:rPr kumimoji="1" lang="en-US" altLang="zh-CN" dirty="0">
                <a:sym typeface="Wingdings" panose="05000000000000000000" pitchFamily="2" charset="2"/>
              </a:rPr>
              <a:t> = </a:t>
            </a:r>
            <a:r>
              <a:rPr lang="en-US" altLang="zh-CN" dirty="0"/>
              <a:t>X, B</a:t>
            </a:r>
            <a:r>
              <a:rPr kumimoji="1" lang="en-US" altLang="zh-CN" dirty="0">
                <a:sym typeface="Wingdings" panose="05000000000000000000" pitchFamily="2" charset="2"/>
              </a:rPr>
              <a:t> = </a:t>
            </a:r>
            <a:r>
              <a:rPr lang="en-US" altLang="zh-CN" dirty="0"/>
              <a:t>Y, A</a:t>
            </a:r>
            <a:r>
              <a:rPr kumimoji="1" lang="en-US" altLang="zh-CN" dirty="0">
                <a:sym typeface="Wingdings" panose="05000000000000000000" pitchFamily="2" charset="2"/>
              </a:rPr>
              <a:t> = </a:t>
            </a:r>
            <a:r>
              <a:rPr lang="en-US" altLang="zh-CN" dirty="0"/>
              <a:t>0</a:t>
            </a:r>
          </a:p>
          <a:p>
            <a:pPr lvl="1">
              <a:defRPr/>
            </a:pPr>
            <a:r>
              <a:rPr lang="en-US" altLang="zh-CN" dirty="0"/>
              <a:t>T</a:t>
            </a:r>
            <a:r>
              <a:rPr kumimoji="1" lang="en-US" altLang="zh-CN" dirty="0">
                <a:sym typeface="Wingdings" panose="05000000000000000000" pitchFamily="2" charset="2"/>
              </a:rPr>
              <a:t> = </a:t>
            </a:r>
            <a:r>
              <a:rPr lang="en-US" altLang="zh-CN" dirty="0"/>
              <a:t>0</a:t>
            </a:r>
          </a:p>
          <a:p>
            <a:pPr>
              <a:defRPr/>
            </a:pPr>
            <a:r>
              <a:rPr lang="zh-CN" altLang="en-US" dirty="0"/>
              <a:t>重复</a:t>
            </a:r>
            <a:r>
              <a:rPr lang="en-US" altLang="zh-CN" dirty="0"/>
              <a:t>4</a:t>
            </a:r>
            <a:r>
              <a:rPr lang="zh-CN" altLang="en-US" dirty="0"/>
              <a:t>次</a:t>
            </a:r>
            <a:r>
              <a:rPr lang="en-US" altLang="zh-CN" dirty="0"/>
              <a:t>: </a:t>
            </a:r>
          </a:p>
          <a:p>
            <a:pPr lvl="1">
              <a:defRPr/>
            </a:pPr>
            <a:r>
              <a:rPr lang="en-US" altLang="zh-CN" dirty="0"/>
              <a:t>T</a:t>
            </a:r>
            <a:r>
              <a:rPr kumimoji="1" lang="en-US" altLang="zh-CN" dirty="0">
                <a:sym typeface="Wingdings" panose="05000000000000000000" pitchFamily="2" charset="2"/>
              </a:rPr>
              <a:t> = </a:t>
            </a:r>
            <a:r>
              <a:rPr lang="en-US" altLang="zh-CN" dirty="0"/>
              <a:t>T-1, T==0? </a:t>
            </a:r>
            <a:r>
              <a:rPr lang="zh-CN" altLang="en-US" dirty="0"/>
              <a:t>结束</a:t>
            </a:r>
            <a:r>
              <a:rPr lang="en-US" altLang="zh-CN" dirty="0"/>
              <a:t> </a:t>
            </a:r>
          </a:p>
          <a:p>
            <a:pPr lvl="1">
              <a:defRPr/>
            </a:pPr>
            <a:r>
              <a:rPr lang="en-US" altLang="zh-CN" dirty="0"/>
              <a:t>C</a:t>
            </a:r>
            <a:r>
              <a:rPr kumimoji="1" lang="en-US" altLang="zh-CN" dirty="0">
                <a:sym typeface="Wingdings" panose="05000000000000000000" pitchFamily="2" charset="2"/>
              </a:rPr>
              <a:t> = </a:t>
            </a:r>
            <a:r>
              <a:rPr lang="en-US" altLang="zh-CN" dirty="0"/>
              <a:t>0 </a:t>
            </a:r>
          </a:p>
          <a:p>
            <a:pPr lvl="1">
              <a:defRPr/>
            </a:pPr>
            <a:r>
              <a:rPr lang="en-US" altLang="zh-CN" dirty="0"/>
              <a:t>if B(0), [C,A]</a:t>
            </a:r>
            <a:r>
              <a:rPr kumimoji="1" lang="en-US" altLang="zh-CN" dirty="0">
                <a:sym typeface="Wingdings" panose="05000000000000000000" pitchFamily="2" charset="2"/>
              </a:rPr>
              <a:t> =</a:t>
            </a:r>
            <a:r>
              <a:rPr lang="en-US" altLang="zh-CN" dirty="0"/>
              <a:t>[A+D]</a:t>
            </a:r>
          </a:p>
          <a:p>
            <a:pPr lvl="1">
              <a:defRPr/>
            </a:pPr>
            <a:r>
              <a:rPr lang="en-US" altLang="zh-CN" dirty="0"/>
              <a:t>[C,A,B]</a:t>
            </a:r>
            <a:r>
              <a:rPr kumimoji="1" lang="en-US" altLang="zh-CN" dirty="0">
                <a:sym typeface="Wingdings" panose="05000000000000000000" pitchFamily="2" charset="2"/>
              </a:rPr>
              <a:t> = </a:t>
            </a:r>
            <a:r>
              <a:rPr lang="en-US" altLang="zh-CN" dirty="0"/>
              <a:t>[0,C,A,B]&gt;&gt;1</a:t>
            </a:r>
          </a:p>
          <a:p>
            <a:endParaRPr kumimoji="1" lang="zh-CN" altLang="en-US" dirty="0"/>
          </a:p>
        </p:txBody>
      </p:sp>
      <p:sp>
        <p:nvSpPr>
          <p:cNvPr id="4" name="页脚占位符 3">
            <a:extLst>
              <a:ext uri="{FF2B5EF4-FFF2-40B4-BE49-F238E27FC236}">
                <a16:creationId xmlns:a16="http://schemas.microsoft.com/office/drawing/2014/main" id="{AD1B1ABB-1978-EF3F-D031-48119FC5A01E}"/>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7DBBB0A6-778D-6049-AD95-6A8C7BEC5804}"/>
              </a:ext>
            </a:extLst>
          </p:cNvPr>
          <p:cNvSpPr>
            <a:spLocks noGrp="1"/>
          </p:cNvSpPr>
          <p:nvPr>
            <p:ph type="sldNum" sz="quarter" idx="12"/>
          </p:nvPr>
        </p:nvSpPr>
        <p:spPr/>
        <p:txBody>
          <a:bodyPr/>
          <a:lstStyle/>
          <a:p>
            <a:fld id="{9E260BC5-5BF3-8746-862B-DC45E9CAA88B}" type="slidenum">
              <a:rPr lang="en-US" smtClean="0"/>
              <a:pPr/>
              <a:t>15</a:t>
            </a:fld>
            <a:r>
              <a:rPr lang="en-US" altLang="zh-CN" dirty="0"/>
              <a:t>/34</a:t>
            </a:r>
            <a:endParaRPr lang="en-US" dirty="0"/>
          </a:p>
        </p:txBody>
      </p:sp>
      <p:grpSp>
        <p:nvGrpSpPr>
          <p:cNvPr id="6" name="Group 160">
            <a:extLst>
              <a:ext uri="{FF2B5EF4-FFF2-40B4-BE49-F238E27FC236}">
                <a16:creationId xmlns:a16="http://schemas.microsoft.com/office/drawing/2014/main" id="{BF29E59B-7F30-2263-52C4-FA7085819FD5}"/>
              </a:ext>
            </a:extLst>
          </p:cNvPr>
          <p:cNvGrpSpPr>
            <a:grpSpLocks/>
          </p:cNvGrpSpPr>
          <p:nvPr/>
        </p:nvGrpSpPr>
        <p:grpSpPr bwMode="auto">
          <a:xfrm>
            <a:off x="5233949" y="2179183"/>
            <a:ext cx="3448050" cy="2238375"/>
            <a:chOff x="3362" y="2636"/>
            <a:chExt cx="2172" cy="1410"/>
          </a:xfrm>
        </p:grpSpPr>
        <p:sp>
          <p:nvSpPr>
            <p:cNvPr id="7" name="Rectangle 151">
              <a:extLst>
                <a:ext uri="{FF2B5EF4-FFF2-40B4-BE49-F238E27FC236}">
                  <a16:creationId xmlns:a16="http://schemas.microsoft.com/office/drawing/2014/main" id="{6ADCC7FC-07BC-822A-7C4E-096DA4FC4880}"/>
                </a:ext>
              </a:extLst>
            </p:cNvPr>
            <p:cNvSpPr>
              <a:spLocks noChangeArrowheads="1"/>
            </p:cNvSpPr>
            <p:nvPr/>
          </p:nvSpPr>
          <p:spPr bwMode="auto">
            <a:xfrm>
              <a:off x="3365" y="2636"/>
              <a:ext cx="2169"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dirty="0"/>
                <a:t>Init: D</a:t>
              </a:r>
              <a:r>
                <a:rPr kumimoji="1" lang="en-US" altLang="zh-CN" sz="2000" dirty="0">
                  <a:sym typeface="Wingdings" panose="05000000000000000000" pitchFamily="2" charset="2"/>
                </a:rPr>
                <a:t> = X, B = Y, T = 0, </a:t>
              </a:r>
            </a:p>
            <a:p>
              <a:pPr eaLnBrk="1" hangingPunct="1">
                <a:spcAft>
                  <a:spcPct val="0"/>
                </a:spcAft>
                <a:buFontTx/>
                <a:buNone/>
              </a:pPr>
              <a:r>
                <a:rPr kumimoji="1" lang="en-US" altLang="zh-CN" sz="2000" dirty="0">
                  <a:sym typeface="Wingdings" panose="05000000000000000000" pitchFamily="2" charset="2"/>
                </a:rPr>
                <a:t>         A = 0, C = 0</a:t>
              </a:r>
              <a:endParaRPr kumimoji="1" lang="zh-CN" altLang="en-US" sz="2000" dirty="0">
                <a:sym typeface="Wingdings" panose="05000000000000000000" pitchFamily="2" charset="2"/>
              </a:endParaRPr>
            </a:p>
          </p:txBody>
        </p:sp>
        <p:sp>
          <p:nvSpPr>
            <p:cNvPr id="8" name="Rectangle 152">
              <a:extLst>
                <a:ext uri="{FF2B5EF4-FFF2-40B4-BE49-F238E27FC236}">
                  <a16:creationId xmlns:a16="http://schemas.microsoft.com/office/drawing/2014/main" id="{C45A9EBD-8D13-B6F8-9153-B0C1193B6E4C}"/>
                </a:ext>
              </a:extLst>
            </p:cNvPr>
            <p:cNvSpPr>
              <a:spLocks noChangeArrowheads="1"/>
            </p:cNvSpPr>
            <p:nvPr/>
          </p:nvSpPr>
          <p:spPr bwMode="auto">
            <a:xfrm>
              <a:off x="3383" y="3079"/>
              <a:ext cx="9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dirty="0" err="1"/>
                <a:t>Cnt</a:t>
              </a:r>
              <a:r>
                <a:rPr kumimoji="1" lang="en-US" altLang="zh-CN" sz="2000" dirty="0"/>
                <a:t>: </a:t>
              </a:r>
              <a:r>
                <a:rPr kumimoji="1" lang="en-US" altLang="zh-CN" sz="2000" dirty="0">
                  <a:sym typeface="Wingdings" panose="05000000000000000000" pitchFamily="2" charset="2"/>
                </a:rPr>
                <a:t>T = T-1</a:t>
              </a:r>
              <a:endParaRPr kumimoji="1" lang="zh-CN" altLang="en-US" sz="2000" dirty="0"/>
            </a:p>
          </p:txBody>
        </p:sp>
        <p:sp>
          <p:nvSpPr>
            <p:cNvPr id="9" name="Rectangle 153">
              <a:extLst>
                <a:ext uri="{FF2B5EF4-FFF2-40B4-BE49-F238E27FC236}">
                  <a16:creationId xmlns:a16="http://schemas.microsoft.com/office/drawing/2014/main" id="{2358E68E-C810-F4E4-442A-A307BABD04A3}"/>
                </a:ext>
              </a:extLst>
            </p:cNvPr>
            <p:cNvSpPr>
              <a:spLocks noChangeArrowheads="1"/>
            </p:cNvSpPr>
            <p:nvPr/>
          </p:nvSpPr>
          <p:spPr bwMode="auto">
            <a:xfrm>
              <a:off x="3393" y="3328"/>
              <a:ext cx="135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dirty="0"/>
                <a:t>Add: </a:t>
              </a:r>
              <a:r>
                <a:rPr kumimoji="1" lang="en-US" altLang="zh-CN" sz="2000" dirty="0">
                  <a:sym typeface="Wingdings" panose="05000000000000000000" pitchFamily="2" charset="2"/>
                </a:rPr>
                <a:t>{C, A}=A+D</a:t>
              </a:r>
              <a:endParaRPr kumimoji="1" lang="zh-CN" altLang="en-US" sz="2000" dirty="0"/>
            </a:p>
          </p:txBody>
        </p:sp>
        <p:sp>
          <p:nvSpPr>
            <p:cNvPr id="10" name="Rectangle 154">
              <a:extLst>
                <a:ext uri="{FF2B5EF4-FFF2-40B4-BE49-F238E27FC236}">
                  <a16:creationId xmlns:a16="http://schemas.microsoft.com/office/drawing/2014/main" id="{3292E54E-292B-ED1E-FD6A-DC27B9F502C9}"/>
                </a:ext>
              </a:extLst>
            </p:cNvPr>
            <p:cNvSpPr>
              <a:spLocks noChangeArrowheads="1"/>
            </p:cNvSpPr>
            <p:nvPr/>
          </p:nvSpPr>
          <p:spPr bwMode="auto">
            <a:xfrm>
              <a:off x="3362" y="3600"/>
              <a:ext cx="2143"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dirty="0" err="1"/>
                <a:t>Shr</a:t>
              </a:r>
              <a:r>
                <a:rPr kumimoji="1" lang="en-US" altLang="zh-CN" sz="2000" dirty="0"/>
                <a:t>: </a:t>
              </a:r>
              <a:r>
                <a:rPr kumimoji="1" lang="en-US" altLang="zh-CN" sz="2000" dirty="0">
                  <a:sym typeface="Wingdings" panose="05000000000000000000" pitchFamily="2" charset="2"/>
                </a:rPr>
                <a:t>{C, A, B}={C, A, B}&gt;&gt;1, </a:t>
              </a:r>
            </a:p>
            <a:p>
              <a:pPr eaLnBrk="1" hangingPunct="1">
                <a:spcAft>
                  <a:spcPct val="0"/>
                </a:spcAft>
                <a:buFontTx/>
                <a:buNone/>
              </a:pPr>
              <a:r>
                <a:rPr kumimoji="1" lang="en-US" altLang="zh-CN" sz="2000" dirty="0">
                  <a:sym typeface="Wingdings" panose="05000000000000000000" pitchFamily="2" charset="2"/>
                </a:rPr>
                <a:t>         C=0</a:t>
              </a:r>
              <a:endParaRPr kumimoji="1" lang="zh-CN" altLang="en-US" sz="2000" dirty="0">
                <a:sym typeface="Wingdings" panose="05000000000000000000" pitchFamily="2" charset="2"/>
              </a:endParaRPr>
            </a:p>
          </p:txBody>
        </p:sp>
      </p:grpSp>
      <p:sp>
        <p:nvSpPr>
          <p:cNvPr id="11" name="Text Box 100">
            <a:extLst>
              <a:ext uri="{FF2B5EF4-FFF2-40B4-BE49-F238E27FC236}">
                <a16:creationId xmlns:a16="http://schemas.microsoft.com/office/drawing/2014/main" id="{41984DA0-5D61-41CC-35C0-02CA35771F4D}"/>
              </a:ext>
            </a:extLst>
          </p:cNvPr>
          <p:cNvSpPr txBox="1">
            <a:spLocks noChangeArrowheads="1"/>
          </p:cNvSpPr>
          <p:nvPr/>
        </p:nvSpPr>
        <p:spPr bwMode="auto">
          <a:xfrm>
            <a:off x="6957974" y="81144"/>
            <a:ext cx="2846864" cy="1538883"/>
          </a:xfrm>
          <a:prstGeom prst="rect">
            <a:avLst/>
          </a:prstGeom>
          <a:solidFill>
            <a:schemeClr val="accent1">
              <a:lumMod val="20000"/>
              <a:lumOff val="80000"/>
            </a:schemeClr>
          </a:solidFill>
          <a:ln w="9525">
            <a:solidFill>
              <a:schemeClr val="accent1"/>
            </a:solidFill>
            <a:miter lim="800000"/>
            <a:headEnd/>
            <a:tailEnd/>
          </a:ln>
        </p:spPr>
        <p:txBody>
          <a:bodyPr wrap="squar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A</a:t>
            </a:r>
            <a:r>
              <a:rPr kumimoji="1" lang="zh-CN" altLang="en-US" sz="2000" b="0" dirty="0">
                <a:latin typeface="Microsoft YaHei" panose="020B0503020204020204" pitchFamily="34" charset="-122"/>
                <a:ea typeface="Microsoft YaHei" panose="020B0503020204020204" pitchFamily="34" charset="-122"/>
              </a:rPr>
              <a:t> 暂存加操作结果</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B</a:t>
            </a:r>
            <a:r>
              <a:rPr kumimoji="1" lang="zh-CN" altLang="en-US" sz="2000" b="0" dirty="0">
                <a:latin typeface="Microsoft YaHei" panose="020B0503020204020204" pitchFamily="34" charset="-122"/>
                <a:ea typeface="Microsoft YaHei" panose="020B0503020204020204" pitchFamily="34" charset="-122"/>
              </a:rPr>
              <a:t> 暂存乘数和算完的位</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C</a:t>
            </a:r>
            <a:r>
              <a:rPr kumimoji="1" lang="zh-CN" altLang="en-US" sz="2000" b="0" dirty="0">
                <a:latin typeface="Microsoft YaHei" panose="020B0503020204020204" pitchFamily="34" charset="-122"/>
                <a:ea typeface="Microsoft YaHei" panose="020B0503020204020204" pitchFamily="34" charset="-122"/>
              </a:rPr>
              <a:t> 进位位</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D</a:t>
            </a:r>
            <a:r>
              <a:rPr kumimoji="1" lang="zh-CN" altLang="en-US" sz="2000" b="0" dirty="0">
                <a:latin typeface="Microsoft YaHei" panose="020B0503020204020204" pitchFamily="34" charset="-122"/>
                <a:ea typeface="Microsoft YaHei" panose="020B0503020204020204" pitchFamily="34" charset="-122"/>
              </a:rPr>
              <a:t> 被乘数</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{A,B} </a:t>
            </a:r>
            <a:r>
              <a:rPr kumimoji="1" lang="zh-CN" altLang="en-US" sz="2000" b="0" dirty="0">
                <a:latin typeface="Microsoft YaHei" panose="020B0503020204020204" pitchFamily="34" charset="-122"/>
                <a:ea typeface="Microsoft YaHei" panose="020B0503020204020204" pitchFamily="34" charset="-122"/>
              </a:rPr>
              <a:t>最终结果</a:t>
            </a:r>
            <a:endParaRPr kumimoji="1" lang="en-US" altLang="zh-CN" sz="2000" b="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225762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106914-467C-EE6A-8893-CD8B32518B24}"/>
              </a:ext>
            </a:extLst>
          </p:cNvPr>
          <p:cNvSpPr>
            <a:spLocks noGrp="1"/>
          </p:cNvSpPr>
          <p:nvPr>
            <p:ph type="title"/>
          </p:nvPr>
        </p:nvSpPr>
        <p:spPr/>
        <p:txBody>
          <a:bodyPr>
            <a:normAutofit fontScale="90000"/>
          </a:bodyPr>
          <a:lstStyle/>
          <a:p>
            <a:r>
              <a:rPr kumimoji="1" lang="zh-CN" altLang="en-US" dirty="0">
                <a:latin typeface="宋体" panose="02010600030101010101" pitchFamily="2" charset="-122"/>
              </a:rPr>
              <a:t>乘法器结构</a:t>
            </a:r>
            <a:endParaRPr kumimoji="1" lang="zh-CN" altLang="en-US" dirty="0"/>
          </a:p>
        </p:txBody>
      </p:sp>
      <p:sp>
        <p:nvSpPr>
          <p:cNvPr id="4" name="页脚占位符 3">
            <a:extLst>
              <a:ext uri="{FF2B5EF4-FFF2-40B4-BE49-F238E27FC236}">
                <a16:creationId xmlns:a16="http://schemas.microsoft.com/office/drawing/2014/main" id="{47307EE3-0E34-B50A-DE58-F60E7417987F}"/>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C8E089F9-8E49-2409-B2A6-37020ADA4CCC}"/>
              </a:ext>
            </a:extLst>
          </p:cNvPr>
          <p:cNvSpPr>
            <a:spLocks noGrp="1"/>
          </p:cNvSpPr>
          <p:nvPr>
            <p:ph type="sldNum" sz="quarter" idx="12"/>
          </p:nvPr>
        </p:nvSpPr>
        <p:spPr/>
        <p:txBody>
          <a:bodyPr/>
          <a:lstStyle/>
          <a:p>
            <a:fld id="{9E260BC5-5BF3-8746-862B-DC45E9CAA88B}" type="slidenum">
              <a:rPr lang="en-US" smtClean="0"/>
              <a:pPr/>
              <a:t>16</a:t>
            </a:fld>
            <a:r>
              <a:rPr lang="en-US" altLang="zh-CN" dirty="0"/>
              <a:t>/34</a:t>
            </a:r>
            <a:endParaRPr lang="en-US" dirty="0"/>
          </a:p>
        </p:txBody>
      </p:sp>
      <p:sp>
        <p:nvSpPr>
          <p:cNvPr id="6" name="Text Box 100">
            <a:extLst>
              <a:ext uri="{FF2B5EF4-FFF2-40B4-BE49-F238E27FC236}">
                <a16:creationId xmlns:a16="http://schemas.microsoft.com/office/drawing/2014/main" id="{5E9D16D7-46E7-1D65-24BA-101CDD3C3D63}"/>
              </a:ext>
            </a:extLst>
          </p:cNvPr>
          <p:cNvSpPr txBox="1">
            <a:spLocks noChangeArrowheads="1"/>
          </p:cNvSpPr>
          <p:nvPr/>
        </p:nvSpPr>
        <p:spPr bwMode="auto">
          <a:xfrm>
            <a:off x="6957974" y="81144"/>
            <a:ext cx="2846864" cy="1538883"/>
          </a:xfrm>
          <a:prstGeom prst="rect">
            <a:avLst/>
          </a:prstGeom>
          <a:solidFill>
            <a:schemeClr val="accent1">
              <a:lumMod val="20000"/>
              <a:lumOff val="80000"/>
            </a:schemeClr>
          </a:solidFill>
          <a:ln w="9525">
            <a:solidFill>
              <a:schemeClr val="accent1"/>
            </a:solidFill>
            <a:miter lim="800000"/>
            <a:headEnd/>
            <a:tailEnd/>
          </a:ln>
        </p:spPr>
        <p:txBody>
          <a:bodyPr wrap="squar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A</a:t>
            </a:r>
            <a:r>
              <a:rPr kumimoji="1" lang="zh-CN" altLang="en-US" sz="2000" b="0" dirty="0">
                <a:latin typeface="Microsoft YaHei" panose="020B0503020204020204" pitchFamily="34" charset="-122"/>
                <a:ea typeface="Microsoft YaHei" panose="020B0503020204020204" pitchFamily="34" charset="-122"/>
              </a:rPr>
              <a:t> 暂存加操作结果</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B</a:t>
            </a:r>
            <a:r>
              <a:rPr kumimoji="1" lang="zh-CN" altLang="en-US" sz="2000" b="0" dirty="0">
                <a:latin typeface="Microsoft YaHei" panose="020B0503020204020204" pitchFamily="34" charset="-122"/>
                <a:ea typeface="Microsoft YaHei" panose="020B0503020204020204" pitchFamily="34" charset="-122"/>
              </a:rPr>
              <a:t> 暂存乘数和算完的位</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C</a:t>
            </a:r>
            <a:r>
              <a:rPr kumimoji="1" lang="zh-CN" altLang="en-US" sz="2000" b="0" dirty="0">
                <a:latin typeface="Microsoft YaHei" panose="020B0503020204020204" pitchFamily="34" charset="-122"/>
                <a:ea typeface="Microsoft YaHei" panose="020B0503020204020204" pitchFamily="34" charset="-122"/>
              </a:rPr>
              <a:t> 进位位</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D</a:t>
            </a:r>
            <a:r>
              <a:rPr kumimoji="1" lang="zh-CN" altLang="en-US" sz="2000" b="0" dirty="0">
                <a:latin typeface="Microsoft YaHei" panose="020B0503020204020204" pitchFamily="34" charset="-122"/>
                <a:ea typeface="Microsoft YaHei" panose="020B0503020204020204" pitchFamily="34" charset="-122"/>
              </a:rPr>
              <a:t> 被乘数</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{A,B} </a:t>
            </a:r>
            <a:r>
              <a:rPr kumimoji="1" lang="zh-CN" altLang="en-US" sz="2000" b="0" dirty="0">
                <a:latin typeface="Microsoft YaHei" panose="020B0503020204020204" pitchFamily="34" charset="-122"/>
                <a:ea typeface="Microsoft YaHei" panose="020B0503020204020204" pitchFamily="34" charset="-122"/>
              </a:rPr>
              <a:t>最终结果</a:t>
            </a:r>
            <a:endParaRPr kumimoji="1" lang="en-US" altLang="zh-CN" sz="2000" b="0" dirty="0">
              <a:latin typeface="Microsoft YaHei" panose="020B0503020204020204" pitchFamily="34" charset="-122"/>
              <a:ea typeface="Microsoft YaHei" panose="020B0503020204020204" pitchFamily="34" charset="-122"/>
            </a:endParaRPr>
          </a:p>
        </p:txBody>
      </p:sp>
      <p:grpSp>
        <p:nvGrpSpPr>
          <p:cNvPr id="7" name="Group 77">
            <a:extLst>
              <a:ext uri="{FF2B5EF4-FFF2-40B4-BE49-F238E27FC236}">
                <a16:creationId xmlns:a16="http://schemas.microsoft.com/office/drawing/2014/main" id="{562DC0CD-F66B-04E6-D5D2-46B2B6CF8343}"/>
              </a:ext>
            </a:extLst>
          </p:cNvPr>
          <p:cNvGrpSpPr>
            <a:grpSpLocks/>
          </p:cNvGrpSpPr>
          <p:nvPr/>
        </p:nvGrpSpPr>
        <p:grpSpPr bwMode="auto">
          <a:xfrm>
            <a:off x="250825" y="1952625"/>
            <a:ext cx="4824413" cy="3513138"/>
            <a:chOff x="544" y="1344"/>
            <a:chExt cx="3039" cy="2213"/>
          </a:xfrm>
        </p:grpSpPr>
        <p:sp>
          <p:nvSpPr>
            <p:cNvPr id="8" name="Text Box 4">
              <a:extLst>
                <a:ext uri="{FF2B5EF4-FFF2-40B4-BE49-F238E27FC236}">
                  <a16:creationId xmlns:a16="http://schemas.microsoft.com/office/drawing/2014/main" id="{8D51935E-C9EC-63EB-7EDA-0C1B4E489A03}"/>
                </a:ext>
              </a:extLst>
            </p:cNvPr>
            <p:cNvSpPr txBox="1">
              <a:spLocks noChangeArrowheads="1"/>
            </p:cNvSpPr>
            <p:nvPr/>
          </p:nvSpPr>
          <p:spPr bwMode="auto">
            <a:xfrm>
              <a:off x="1939" y="3361"/>
              <a:ext cx="224"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Clk</a:t>
              </a:r>
              <a:endParaRPr kumimoji="1" lang="en-US" altLang="zh-CN" sz="1800" baseline="-10000"/>
            </a:p>
          </p:txBody>
        </p:sp>
        <p:sp>
          <p:nvSpPr>
            <p:cNvPr id="9" name="Rectangle 6">
              <a:extLst>
                <a:ext uri="{FF2B5EF4-FFF2-40B4-BE49-F238E27FC236}">
                  <a16:creationId xmlns:a16="http://schemas.microsoft.com/office/drawing/2014/main" id="{695FC64D-9178-B024-1BED-7AFB7481E83A}"/>
                </a:ext>
              </a:extLst>
            </p:cNvPr>
            <p:cNvSpPr>
              <a:spLocks noChangeArrowheads="1"/>
            </p:cNvSpPr>
            <p:nvPr/>
          </p:nvSpPr>
          <p:spPr bwMode="auto">
            <a:xfrm>
              <a:off x="544" y="1842"/>
              <a:ext cx="953" cy="12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400">
                  <a:latin typeface="Arial" panose="020B0604020202020204" pitchFamily="34" charset="0"/>
                </a:rPr>
                <a:t>数据通路</a:t>
              </a:r>
            </a:p>
          </p:txBody>
        </p:sp>
        <p:sp>
          <p:nvSpPr>
            <p:cNvPr id="10" name="Rectangle 7">
              <a:extLst>
                <a:ext uri="{FF2B5EF4-FFF2-40B4-BE49-F238E27FC236}">
                  <a16:creationId xmlns:a16="http://schemas.microsoft.com/office/drawing/2014/main" id="{59A343CE-2E08-810F-EDD8-8CAAEB3C1142}"/>
                </a:ext>
              </a:extLst>
            </p:cNvPr>
            <p:cNvSpPr>
              <a:spLocks noChangeArrowheads="1"/>
            </p:cNvSpPr>
            <p:nvPr/>
          </p:nvSpPr>
          <p:spPr bwMode="auto">
            <a:xfrm>
              <a:off x="2608" y="1842"/>
              <a:ext cx="975" cy="12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400">
                  <a:latin typeface="Arial" panose="020B0604020202020204" pitchFamily="34" charset="0"/>
                </a:rPr>
                <a:t>控制单元</a:t>
              </a:r>
            </a:p>
          </p:txBody>
        </p:sp>
        <p:sp>
          <p:nvSpPr>
            <p:cNvPr id="11" name="Line 8">
              <a:extLst>
                <a:ext uri="{FF2B5EF4-FFF2-40B4-BE49-F238E27FC236}">
                  <a16:creationId xmlns:a16="http://schemas.microsoft.com/office/drawing/2014/main" id="{5D116050-EE91-A8D9-A6A8-2829F444B863}"/>
                </a:ext>
              </a:extLst>
            </p:cNvPr>
            <p:cNvSpPr>
              <a:spLocks noChangeShapeType="1"/>
            </p:cNvSpPr>
            <p:nvPr/>
          </p:nvSpPr>
          <p:spPr bwMode="auto">
            <a:xfrm>
              <a:off x="3337" y="1534"/>
              <a:ext cx="0" cy="301"/>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2" name="Text Box 9">
              <a:extLst>
                <a:ext uri="{FF2B5EF4-FFF2-40B4-BE49-F238E27FC236}">
                  <a16:creationId xmlns:a16="http://schemas.microsoft.com/office/drawing/2014/main" id="{A9E032AD-08C9-05CA-701E-D8107804DD16}"/>
                </a:ext>
              </a:extLst>
            </p:cNvPr>
            <p:cNvSpPr txBox="1">
              <a:spLocks noChangeArrowheads="1"/>
            </p:cNvSpPr>
            <p:nvPr/>
          </p:nvSpPr>
          <p:spPr bwMode="auto">
            <a:xfrm>
              <a:off x="3189" y="1344"/>
              <a:ext cx="312"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Start</a:t>
              </a:r>
              <a:endParaRPr kumimoji="1" lang="en-US" altLang="zh-CN" sz="1800" baseline="-10000"/>
            </a:p>
          </p:txBody>
        </p:sp>
        <p:sp>
          <p:nvSpPr>
            <p:cNvPr id="13" name="Line 12">
              <a:extLst>
                <a:ext uri="{FF2B5EF4-FFF2-40B4-BE49-F238E27FC236}">
                  <a16:creationId xmlns:a16="http://schemas.microsoft.com/office/drawing/2014/main" id="{43195DAD-0273-1648-3CC4-3F0872DF492E}"/>
                </a:ext>
              </a:extLst>
            </p:cNvPr>
            <p:cNvSpPr>
              <a:spLocks noChangeShapeType="1"/>
            </p:cNvSpPr>
            <p:nvPr/>
          </p:nvSpPr>
          <p:spPr bwMode="auto">
            <a:xfrm>
              <a:off x="1205" y="1534"/>
              <a:ext cx="0" cy="3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Line 13">
              <a:extLst>
                <a:ext uri="{FF2B5EF4-FFF2-40B4-BE49-F238E27FC236}">
                  <a16:creationId xmlns:a16="http://schemas.microsoft.com/office/drawing/2014/main" id="{AEDE46B7-A310-9862-4055-735DC33F9AF2}"/>
                </a:ext>
              </a:extLst>
            </p:cNvPr>
            <p:cNvSpPr>
              <a:spLocks noChangeShapeType="1"/>
            </p:cNvSpPr>
            <p:nvPr/>
          </p:nvSpPr>
          <p:spPr bwMode="auto">
            <a:xfrm flipH="1">
              <a:off x="1165" y="1630"/>
              <a:ext cx="85"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Rectangle 14">
              <a:extLst>
                <a:ext uri="{FF2B5EF4-FFF2-40B4-BE49-F238E27FC236}">
                  <a16:creationId xmlns:a16="http://schemas.microsoft.com/office/drawing/2014/main" id="{7FD4C1CF-0FB6-F129-926D-E6207FC5CA43}"/>
                </a:ext>
              </a:extLst>
            </p:cNvPr>
            <p:cNvSpPr>
              <a:spLocks noChangeArrowheads="1"/>
            </p:cNvSpPr>
            <p:nvPr/>
          </p:nvSpPr>
          <p:spPr bwMode="auto">
            <a:xfrm>
              <a:off x="1290" y="1587"/>
              <a:ext cx="8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800" b="0">
                  <a:latin typeface="Arial" panose="020B0604020202020204" pitchFamily="34" charset="0"/>
                </a:rPr>
                <a:t>4</a:t>
              </a:r>
            </a:p>
          </p:txBody>
        </p:sp>
        <p:sp>
          <p:nvSpPr>
            <p:cNvPr id="16" name="Rectangle 15">
              <a:extLst>
                <a:ext uri="{FF2B5EF4-FFF2-40B4-BE49-F238E27FC236}">
                  <a16:creationId xmlns:a16="http://schemas.microsoft.com/office/drawing/2014/main" id="{67970D2B-E0C0-B70C-3815-6BD5BD028B2F}"/>
                </a:ext>
              </a:extLst>
            </p:cNvPr>
            <p:cNvSpPr>
              <a:spLocks noChangeArrowheads="1"/>
            </p:cNvSpPr>
            <p:nvPr/>
          </p:nvSpPr>
          <p:spPr bwMode="auto">
            <a:xfrm>
              <a:off x="1164" y="1352"/>
              <a:ext cx="1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Y</a:t>
              </a:r>
            </a:p>
          </p:txBody>
        </p:sp>
        <p:sp>
          <p:nvSpPr>
            <p:cNvPr id="17" name="Line 16">
              <a:extLst>
                <a:ext uri="{FF2B5EF4-FFF2-40B4-BE49-F238E27FC236}">
                  <a16:creationId xmlns:a16="http://schemas.microsoft.com/office/drawing/2014/main" id="{72BB10FB-79F5-9846-3024-4F2600D464E5}"/>
                </a:ext>
              </a:extLst>
            </p:cNvPr>
            <p:cNvSpPr>
              <a:spLocks noChangeShapeType="1"/>
            </p:cNvSpPr>
            <p:nvPr/>
          </p:nvSpPr>
          <p:spPr bwMode="auto">
            <a:xfrm>
              <a:off x="813" y="1534"/>
              <a:ext cx="0" cy="3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Line 17">
              <a:extLst>
                <a:ext uri="{FF2B5EF4-FFF2-40B4-BE49-F238E27FC236}">
                  <a16:creationId xmlns:a16="http://schemas.microsoft.com/office/drawing/2014/main" id="{40B86799-EC4A-939E-3F75-D5D92A19B10B}"/>
                </a:ext>
              </a:extLst>
            </p:cNvPr>
            <p:cNvSpPr>
              <a:spLocks noChangeShapeType="1"/>
            </p:cNvSpPr>
            <p:nvPr/>
          </p:nvSpPr>
          <p:spPr bwMode="auto">
            <a:xfrm flipH="1">
              <a:off x="773" y="1630"/>
              <a:ext cx="85"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Rectangle 18">
              <a:extLst>
                <a:ext uri="{FF2B5EF4-FFF2-40B4-BE49-F238E27FC236}">
                  <a16:creationId xmlns:a16="http://schemas.microsoft.com/office/drawing/2014/main" id="{4BCDC051-A2D0-5D00-982C-ECF31C873FAC}"/>
                </a:ext>
              </a:extLst>
            </p:cNvPr>
            <p:cNvSpPr>
              <a:spLocks noChangeArrowheads="1"/>
            </p:cNvSpPr>
            <p:nvPr/>
          </p:nvSpPr>
          <p:spPr bwMode="auto">
            <a:xfrm>
              <a:off x="635" y="1587"/>
              <a:ext cx="8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800" b="0">
                  <a:latin typeface="Arial" panose="020B0604020202020204" pitchFamily="34" charset="0"/>
                </a:rPr>
                <a:t>4</a:t>
              </a:r>
            </a:p>
          </p:txBody>
        </p:sp>
        <p:sp>
          <p:nvSpPr>
            <p:cNvPr id="20" name="Rectangle 19">
              <a:extLst>
                <a:ext uri="{FF2B5EF4-FFF2-40B4-BE49-F238E27FC236}">
                  <a16:creationId xmlns:a16="http://schemas.microsoft.com/office/drawing/2014/main" id="{79C34549-048E-9D10-3B91-7BD7C3055B2A}"/>
                </a:ext>
              </a:extLst>
            </p:cNvPr>
            <p:cNvSpPr>
              <a:spLocks noChangeArrowheads="1"/>
            </p:cNvSpPr>
            <p:nvPr/>
          </p:nvSpPr>
          <p:spPr bwMode="auto">
            <a:xfrm>
              <a:off x="771" y="1352"/>
              <a:ext cx="1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X</a:t>
              </a:r>
            </a:p>
          </p:txBody>
        </p:sp>
        <p:sp>
          <p:nvSpPr>
            <p:cNvPr id="21" name="Line 20">
              <a:extLst>
                <a:ext uri="{FF2B5EF4-FFF2-40B4-BE49-F238E27FC236}">
                  <a16:creationId xmlns:a16="http://schemas.microsoft.com/office/drawing/2014/main" id="{9B546FAD-EC8E-30E7-6684-106BDB58AC23}"/>
                </a:ext>
              </a:extLst>
            </p:cNvPr>
            <p:cNvSpPr>
              <a:spLocks noChangeShapeType="1"/>
            </p:cNvSpPr>
            <p:nvPr/>
          </p:nvSpPr>
          <p:spPr bwMode="auto">
            <a:xfrm flipH="1">
              <a:off x="1497" y="2827"/>
              <a:ext cx="1111" cy="0"/>
            </a:xfrm>
            <a:prstGeom prst="line">
              <a:avLst/>
            </a:prstGeom>
            <a:noFill/>
            <a:ln w="19050">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2" name="Line 21">
              <a:extLst>
                <a:ext uri="{FF2B5EF4-FFF2-40B4-BE49-F238E27FC236}">
                  <a16:creationId xmlns:a16="http://schemas.microsoft.com/office/drawing/2014/main" id="{A48FEC88-D084-C9B9-C8E9-F043A81E7390}"/>
                </a:ext>
              </a:extLst>
            </p:cNvPr>
            <p:cNvSpPr>
              <a:spLocks noChangeShapeType="1"/>
            </p:cNvSpPr>
            <p:nvPr/>
          </p:nvSpPr>
          <p:spPr bwMode="auto">
            <a:xfrm>
              <a:off x="2052" y="2827"/>
              <a:ext cx="0" cy="476"/>
            </a:xfrm>
            <a:prstGeom prst="line">
              <a:avLst/>
            </a:prstGeom>
            <a:noFill/>
            <a:ln w="190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22">
              <a:extLst>
                <a:ext uri="{FF2B5EF4-FFF2-40B4-BE49-F238E27FC236}">
                  <a16:creationId xmlns:a16="http://schemas.microsoft.com/office/drawing/2014/main" id="{183E12D1-4FD0-6A3C-46E7-89F34BE3C1FA}"/>
                </a:ext>
              </a:extLst>
            </p:cNvPr>
            <p:cNvSpPr>
              <a:spLocks noChangeShapeType="1"/>
            </p:cNvSpPr>
            <p:nvPr/>
          </p:nvSpPr>
          <p:spPr bwMode="auto">
            <a:xfrm flipH="1">
              <a:off x="1497" y="2505"/>
              <a:ext cx="1111" cy="0"/>
            </a:xfrm>
            <a:prstGeom prst="line">
              <a:avLst/>
            </a:prstGeom>
            <a:noFill/>
            <a:ln w="19050">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4" name="Line 23">
              <a:extLst>
                <a:ext uri="{FF2B5EF4-FFF2-40B4-BE49-F238E27FC236}">
                  <a16:creationId xmlns:a16="http://schemas.microsoft.com/office/drawing/2014/main" id="{32271E72-B32A-05F5-2A9D-A3F9F5390B01}"/>
                </a:ext>
              </a:extLst>
            </p:cNvPr>
            <p:cNvSpPr>
              <a:spLocks noChangeShapeType="1"/>
            </p:cNvSpPr>
            <p:nvPr/>
          </p:nvSpPr>
          <p:spPr bwMode="auto">
            <a:xfrm flipH="1">
              <a:off x="1497" y="2180"/>
              <a:ext cx="1111" cy="0"/>
            </a:xfrm>
            <a:prstGeom prst="line">
              <a:avLst/>
            </a:prstGeom>
            <a:noFill/>
            <a:ln w="19050">
              <a:solidFill>
                <a:schemeClr val="tx1"/>
              </a:solidFill>
              <a:round/>
              <a:headEnd type="non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5" name="Line 24">
              <a:extLst>
                <a:ext uri="{FF2B5EF4-FFF2-40B4-BE49-F238E27FC236}">
                  <a16:creationId xmlns:a16="http://schemas.microsoft.com/office/drawing/2014/main" id="{13CBA320-A5C1-7CD3-8584-637D759FF0AC}"/>
                </a:ext>
              </a:extLst>
            </p:cNvPr>
            <p:cNvSpPr>
              <a:spLocks noChangeShapeType="1"/>
            </p:cNvSpPr>
            <p:nvPr/>
          </p:nvSpPr>
          <p:spPr bwMode="auto">
            <a:xfrm>
              <a:off x="3074" y="3067"/>
              <a:ext cx="0" cy="308"/>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6" name="Text Box 25">
              <a:extLst>
                <a:ext uri="{FF2B5EF4-FFF2-40B4-BE49-F238E27FC236}">
                  <a16:creationId xmlns:a16="http://schemas.microsoft.com/office/drawing/2014/main" id="{D3B04488-9947-E375-A742-B9F0D9E8F970}"/>
                </a:ext>
              </a:extLst>
            </p:cNvPr>
            <p:cNvSpPr txBox="1">
              <a:spLocks noChangeArrowheads="1"/>
            </p:cNvSpPr>
            <p:nvPr/>
          </p:nvSpPr>
          <p:spPr bwMode="auto">
            <a:xfrm>
              <a:off x="2903" y="3366"/>
              <a:ext cx="320"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Done</a:t>
              </a:r>
              <a:endParaRPr kumimoji="1" lang="en-US" altLang="zh-CN" sz="1800" baseline="-10000"/>
            </a:p>
          </p:txBody>
        </p:sp>
        <p:sp>
          <p:nvSpPr>
            <p:cNvPr id="27" name="Line 26">
              <a:extLst>
                <a:ext uri="{FF2B5EF4-FFF2-40B4-BE49-F238E27FC236}">
                  <a16:creationId xmlns:a16="http://schemas.microsoft.com/office/drawing/2014/main" id="{B9943B6E-355E-1311-3C11-561A13AD436D}"/>
                </a:ext>
              </a:extLst>
            </p:cNvPr>
            <p:cNvSpPr>
              <a:spLocks noChangeShapeType="1"/>
            </p:cNvSpPr>
            <p:nvPr/>
          </p:nvSpPr>
          <p:spPr bwMode="auto">
            <a:xfrm>
              <a:off x="1014" y="3067"/>
              <a:ext cx="0" cy="3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Line 27">
              <a:extLst>
                <a:ext uri="{FF2B5EF4-FFF2-40B4-BE49-F238E27FC236}">
                  <a16:creationId xmlns:a16="http://schemas.microsoft.com/office/drawing/2014/main" id="{16855A97-A39B-2882-8FD4-539E1F7B8EFC}"/>
                </a:ext>
              </a:extLst>
            </p:cNvPr>
            <p:cNvSpPr>
              <a:spLocks noChangeShapeType="1"/>
            </p:cNvSpPr>
            <p:nvPr/>
          </p:nvSpPr>
          <p:spPr bwMode="auto">
            <a:xfrm flipH="1">
              <a:off x="975" y="3163"/>
              <a:ext cx="85"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Rectangle 28">
              <a:extLst>
                <a:ext uri="{FF2B5EF4-FFF2-40B4-BE49-F238E27FC236}">
                  <a16:creationId xmlns:a16="http://schemas.microsoft.com/office/drawing/2014/main" id="{8B248CC7-FF14-9E9C-83E8-80AA28885E72}"/>
                </a:ext>
              </a:extLst>
            </p:cNvPr>
            <p:cNvSpPr>
              <a:spLocks noChangeArrowheads="1"/>
            </p:cNvSpPr>
            <p:nvPr/>
          </p:nvSpPr>
          <p:spPr bwMode="auto">
            <a:xfrm>
              <a:off x="1099" y="3120"/>
              <a:ext cx="8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800" b="0">
                  <a:latin typeface="Arial" panose="020B0604020202020204" pitchFamily="34" charset="0"/>
                </a:rPr>
                <a:t>8</a:t>
              </a:r>
              <a:endParaRPr lang="zh-CN" altLang="en-US" sz="1800" b="0">
                <a:latin typeface="Arial" panose="020B0604020202020204" pitchFamily="34" charset="0"/>
              </a:endParaRPr>
            </a:p>
          </p:txBody>
        </p:sp>
        <p:sp>
          <p:nvSpPr>
            <p:cNvPr id="30" name="Rectangle 29">
              <a:extLst>
                <a:ext uri="{FF2B5EF4-FFF2-40B4-BE49-F238E27FC236}">
                  <a16:creationId xmlns:a16="http://schemas.microsoft.com/office/drawing/2014/main" id="{3E10C4F1-FDB2-CAF6-7EF4-E79E1D436293}"/>
                </a:ext>
              </a:extLst>
            </p:cNvPr>
            <p:cNvSpPr>
              <a:spLocks noChangeArrowheads="1"/>
            </p:cNvSpPr>
            <p:nvPr/>
          </p:nvSpPr>
          <p:spPr bwMode="auto">
            <a:xfrm>
              <a:off x="970" y="3384"/>
              <a:ext cx="10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Z</a:t>
              </a:r>
            </a:p>
          </p:txBody>
        </p:sp>
        <p:sp>
          <p:nvSpPr>
            <p:cNvPr id="31" name="Text Box 30">
              <a:extLst>
                <a:ext uri="{FF2B5EF4-FFF2-40B4-BE49-F238E27FC236}">
                  <a16:creationId xmlns:a16="http://schemas.microsoft.com/office/drawing/2014/main" id="{B2B5AA76-A1C8-8C66-22EF-9477CEC2245B}"/>
                </a:ext>
              </a:extLst>
            </p:cNvPr>
            <p:cNvSpPr txBox="1">
              <a:spLocks noChangeArrowheads="1"/>
            </p:cNvSpPr>
            <p:nvPr/>
          </p:nvSpPr>
          <p:spPr bwMode="auto">
            <a:xfrm>
              <a:off x="1761" y="1769"/>
              <a:ext cx="62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0"/>
                </a:spcAft>
                <a:buFontTx/>
                <a:buNone/>
              </a:pPr>
              <a:r>
                <a:rPr kumimoji="1" lang="en-US" altLang="zh-CN" sz="1800" b="0"/>
                <a:t>Init,  Add, </a:t>
              </a:r>
            </a:p>
            <a:p>
              <a:pPr eaLnBrk="1" hangingPunct="1">
                <a:lnSpc>
                  <a:spcPct val="110000"/>
                </a:lnSpc>
                <a:spcAft>
                  <a:spcPct val="0"/>
                </a:spcAft>
                <a:buFontTx/>
                <a:buNone/>
              </a:pPr>
              <a:r>
                <a:rPr kumimoji="1" lang="en-US" altLang="zh-CN" sz="1800" b="0"/>
                <a:t>Cnt, Shift</a:t>
              </a:r>
              <a:endParaRPr kumimoji="1" lang="zh-CN" altLang="en-US" sz="1800" b="0" baseline="-10000"/>
            </a:p>
          </p:txBody>
        </p:sp>
        <p:sp>
          <p:nvSpPr>
            <p:cNvPr id="32" name="Text Box 31">
              <a:extLst>
                <a:ext uri="{FF2B5EF4-FFF2-40B4-BE49-F238E27FC236}">
                  <a16:creationId xmlns:a16="http://schemas.microsoft.com/office/drawing/2014/main" id="{20E03082-9769-9DD6-D721-31567E58A1D5}"/>
                </a:ext>
              </a:extLst>
            </p:cNvPr>
            <p:cNvSpPr txBox="1">
              <a:spLocks noChangeArrowheads="1"/>
            </p:cNvSpPr>
            <p:nvPr/>
          </p:nvSpPr>
          <p:spPr bwMode="auto">
            <a:xfrm>
              <a:off x="1868" y="2292"/>
              <a:ext cx="34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b="0"/>
                <a:t>E,  B</a:t>
              </a:r>
              <a:r>
                <a:rPr kumimoji="1" lang="en-US" altLang="zh-CN" sz="1800" b="0" baseline="-10000"/>
                <a:t>0</a:t>
              </a:r>
              <a:endParaRPr kumimoji="1" lang="zh-CN" altLang="en-US" sz="1800" b="0" baseline="-10000"/>
            </a:p>
          </p:txBody>
        </p:sp>
        <p:sp>
          <p:nvSpPr>
            <p:cNvPr id="33" name="Line 8">
              <a:extLst>
                <a:ext uri="{FF2B5EF4-FFF2-40B4-BE49-F238E27FC236}">
                  <a16:creationId xmlns:a16="http://schemas.microsoft.com/office/drawing/2014/main" id="{C858B619-5789-005B-39A1-BB5E678DB0BE}"/>
                </a:ext>
              </a:extLst>
            </p:cNvPr>
            <p:cNvSpPr>
              <a:spLocks noChangeShapeType="1"/>
            </p:cNvSpPr>
            <p:nvPr/>
          </p:nvSpPr>
          <p:spPr bwMode="auto">
            <a:xfrm>
              <a:off x="2834" y="1545"/>
              <a:ext cx="0" cy="301"/>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4" name="Text Box 9">
              <a:extLst>
                <a:ext uri="{FF2B5EF4-FFF2-40B4-BE49-F238E27FC236}">
                  <a16:creationId xmlns:a16="http://schemas.microsoft.com/office/drawing/2014/main" id="{32A2FC3F-418C-B394-19FE-0C10011E7775}"/>
                </a:ext>
              </a:extLst>
            </p:cNvPr>
            <p:cNvSpPr txBox="1">
              <a:spLocks noChangeArrowheads="1"/>
            </p:cNvSpPr>
            <p:nvPr/>
          </p:nvSpPr>
          <p:spPr bwMode="auto">
            <a:xfrm>
              <a:off x="2686" y="1355"/>
              <a:ext cx="339"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Reset</a:t>
              </a:r>
              <a:endParaRPr kumimoji="1" lang="en-US" altLang="zh-CN" sz="1800" baseline="-10000"/>
            </a:p>
          </p:txBody>
        </p:sp>
      </p:grpSp>
      <p:grpSp>
        <p:nvGrpSpPr>
          <p:cNvPr id="35" name="Group 55">
            <a:extLst>
              <a:ext uri="{FF2B5EF4-FFF2-40B4-BE49-F238E27FC236}">
                <a16:creationId xmlns:a16="http://schemas.microsoft.com/office/drawing/2014/main" id="{C4BEB9EF-2C9B-08D7-8324-DB29F673B844}"/>
              </a:ext>
            </a:extLst>
          </p:cNvPr>
          <p:cNvGrpSpPr>
            <a:grpSpLocks/>
          </p:cNvGrpSpPr>
          <p:nvPr/>
        </p:nvGrpSpPr>
        <p:grpSpPr bwMode="auto">
          <a:xfrm>
            <a:off x="5543550" y="2058988"/>
            <a:ext cx="2376488" cy="2017712"/>
            <a:chOff x="3855" y="814"/>
            <a:chExt cx="1588" cy="1387"/>
          </a:xfrm>
        </p:grpSpPr>
        <p:sp>
          <p:nvSpPr>
            <p:cNvPr id="36" name="Line 56">
              <a:extLst>
                <a:ext uri="{FF2B5EF4-FFF2-40B4-BE49-F238E27FC236}">
                  <a16:creationId xmlns:a16="http://schemas.microsoft.com/office/drawing/2014/main" id="{362171B4-12E0-85FC-4EDB-E9D84765F9AD}"/>
                </a:ext>
              </a:extLst>
            </p:cNvPr>
            <p:cNvSpPr>
              <a:spLocks noChangeShapeType="1"/>
            </p:cNvSpPr>
            <p:nvPr/>
          </p:nvSpPr>
          <p:spPr bwMode="auto">
            <a:xfrm>
              <a:off x="4854" y="1004"/>
              <a:ext cx="0" cy="301"/>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7" name="Text Box 57">
              <a:extLst>
                <a:ext uri="{FF2B5EF4-FFF2-40B4-BE49-F238E27FC236}">
                  <a16:creationId xmlns:a16="http://schemas.microsoft.com/office/drawing/2014/main" id="{4F5D05EF-E775-A522-1F8B-8B5AB7E968CD}"/>
                </a:ext>
              </a:extLst>
            </p:cNvPr>
            <p:cNvSpPr txBox="1">
              <a:spLocks noChangeArrowheads="1"/>
            </p:cNvSpPr>
            <p:nvPr/>
          </p:nvSpPr>
          <p:spPr bwMode="auto">
            <a:xfrm>
              <a:off x="4706" y="814"/>
              <a:ext cx="331"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Start</a:t>
              </a:r>
              <a:endParaRPr kumimoji="1" lang="en-US" altLang="zh-CN" sz="1800" baseline="-10000"/>
            </a:p>
          </p:txBody>
        </p:sp>
        <p:sp>
          <p:nvSpPr>
            <p:cNvPr id="38" name="Line 58">
              <a:extLst>
                <a:ext uri="{FF2B5EF4-FFF2-40B4-BE49-F238E27FC236}">
                  <a16:creationId xmlns:a16="http://schemas.microsoft.com/office/drawing/2014/main" id="{60DF2FA4-6B5D-66B6-05A4-A8C1B09E340C}"/>
                </a:ext>
              </a:extLst>
            </p:cNvPr>
            <p:cNvSpPr>
              <a:spLocks noChangeShapeType="1"/>
            </p:cNvSpPr>
            <p:nvPr/>
          </p:nvSpPr>
          <p:spPr bwMode="auto">
            <a:xfrm>
              <a:off x="5253" y="1004"/>
              <a:ext cx="0" cy="308"/>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9" name="Text Box 59">
              <a:extLst>
                <a:ext uri="{FF2B5EF4-FFF2-40B4-BE49-F238E27FC236}">
                  <a16:creationId xmlns:a16="http://schemas.microsoft.com/office/drawing/2014/main" id="{E7A3F25A-5FF6-FE5E-70C5-EFDBF8AC33C0}"/>
                </a:ext>
              </a:extLst>
            </p:cNvPr>
            <p:cNvSpPr txBox="1">
              <a:spLocks noChangeArrowheads="1"/>
            </p:cNvSpPr>
            <p:nvPr/>
          </p:nvSpPr>
          <p:spPr bwMode="auto">
            <a:xfrm>
              <a:off x="5084" y="814"/>
              <a:ext cx="35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Reset</a:t>
              </a:r>
              <a:endParaRPr kumimoji="1" lang="en-US" altLang="zh-CN" sz="1800" baseline="-10000"/>
            </a:p>
          </p:txBody>
        </p:sp>
        <p:sp>
          <p:nvSpPr>
            <p:cNvPr id="40" name="Rectangle 60">
              <a:extLst>
                <a:ext uri="{FF2B5EF4-FFF2-40B4-BE49-F238E27FC236}">
                  <a16:creationId xmlns:a16="http://schemas.microsoft.com/office/drawing/2014/main" id="{94CCB889-9C90-4C10-6C5B-1FBC97CA226F}"/>
                </a:ext>
              </a:extLst>
            </p:cNvPr>
            <p:cNvSpPr>
              <a:spLocks noChangeArrowheads="1"/>
            </p:cNvSpPr>
            <p:nvPr/>
          </p:nvSpPr>
          <p:spPr bwMode="auto">
            <a:xfrm>
              <a:off x="3855" y="1298"/>
              <a:ext cx="1588" cy="38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latin typeface="Arial" panose="020B0604020202020204" pitchFamily="34" charset="0"/>
                </a:rPr>
                <a:t>4</a:t>
              </a:r>
              <a:r>
                <a:rPr lang="zh-CN" altLang="en-US" sz="2000">
                  <a:latin typeface="Arial" panose="020B0604020202020204" pitchFamily="34" charset="0"/>
                </a:rPr>
                <a:t>位乘法器</a:t>
              </a:r>
            </a:p>
          </p:txBody>
        </p:sp>
        <p:sp>
          <p:nvSpPr>
            <p:cNvPr id="41" name="Line 61">
              <a:extLst>
                <a:ext uri="{FF2B5EF4-FFF2-40B4-BE49-F238E27FC236}">
                  <a16:creationId xmlns:a16="http://schemas.microsoft.com/office/drawing/2014/main" id="{9C7E1AB8-A1EC-495B-44C2-DA8E70F9CB74}"/>
                </a:ext>
              </a:extLst>
            </p:cNvPr>
            <p:cNvSpPr>
              <a:spLocks noChangeShapeType="1"/>
            </p:cNvSpPr>
            <p:nvPr/>
          </p:nvSpPr>
          <p:spPr bwMode="auto">
            <a:xfrm>
              <a:off x="4437" y="1004"/>
              <a:ext cx="0" cy="3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 name="Line 62">
              <a:extLst>
                <a:ext uri="{FF2B5EF4-FFF2-40B4-BE49-F238E27FC236}">
                  <a16:creationId xmlns:a16="http://schemas.microsoft.com/office/drawing/2014/main" id="{0786A668-8ED6-4CAB-3508-9013BD8095D2}"/>
                </a:ext>
              </a:extLst>
            </p:cNvPr>
            <p:cNvSpPr>
              <a:spLocks noChangeShapeType="1"/>
            </p:cNvSpPr>
            <p:nvPr/>
          </p:nvSpPr>
          <p:spPr bwMode="auto">
            <a:xfrm flipH="1">
              <a:off x="4397" y="1100"/>
              <a:ext cx="85"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Rectangle 63">
              <a:extLst>
                <a:ext uri="{FF2B5EF4-FFF2-40B4-BE49-F238E27FC236}">
                  <a16:creationId xmlns:a16="http://schemas.microsoft.com/office/drawing/2014/main" id="{FF1CA67B-8F7B-3AA5-B054-8F9875560F6E}"/>
                </a:ext>
              </a:extLst>
            </p:cNvPr>
            <p:cNvSpPr>
              <a:spLocks noChangeArrowheads="1"/>
            </p:cNvSpPr>
            <p:nvPr/>
          </p:nvSpPr>
          <p:spPr bwMode="auto">
            <a:xfrm>
              <a:off x="4522" y="1057"/>
              <a:ext cx="85"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800" b="0">
                  <a:latin typeface="Arial" panose="020B0604020202020204" pitchFamily="34" charset="0"/>
                </a:rPr>
                <a:t>4</a:t>
              </a:r>
            </a:p>
          </p:txBody>
        </p:sp>
        <p:sp>
          <p:nvSpPr>
            <p:cNvPr id="44" name="Rectangle 64">
              <a:extLst>
                <a:ext uri="{FF2B5EF4-FFF2-40B4-BE49-F238E27FC236}">
                  <a16:creationId xmlns:a16="http://schemas.microsoft.com/office/drawing/2014/main" id="{FA6E1B60-25B2-1D27-5529-6D50A10BFDD8}"/>
                </a:ext>
              </a:extLst>
            </p:cNvPr>
            <p:cNvSpPr>
              <a:spLocks noChangeArrowheads="1"/>
            </p:cNvSpPr>
            <p:nvPr/>
          </p:nvSpPr>
          <p:spPr bwMode="auto">
            <a:xfrm>
              <a:off x="4396" y="822"/>
              <a:ext cx="1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Y</a:t>
              </a:r>
            </a:p>
          </p:txBody>
        </p:sp>
        <p:sp>
          <p:nvSpPr>
            <p:cNvPr id="45" name="Line 65">
              <a:extLst>
                <a:ext uri="{FF2B5EF4-FFF2-40B4-BE49-F238E27FC236}">
                  <a16:creationId xmlns:a16="http://schemas.microsoft.com/office/drawing/2014/main" id="{E7F4D619-9AFC-C003-13BC-A657CD710751}"/>
                </a:ext>
              </a:extLst>
            </p:cNvPr>
            <p:cNvSpPr>
              <a:spLocks noChangeShapeType="1"/>
            </p:cNvSpPr>
            <p:nvPr/>
          </p:nvSpPr>
          <p:spPr bwMode="auto">
            <a:xfrm>
              <a:off x="4045" y="1004"/>
              <a:ext cx="0" cy="3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 name="Line 66">
              <a:extLst>
                <a:ext uri="{FF2B5EF4-FFF2-40B4-BE49-F238E27FC236}">
                  <a16:creationId xmlns:a16="http://schemas.microsoft.com/office/drawing/2014/main" id="{1BFEBEDD-C2E8-5672-3BB0-CADFDBF1B060}"/>
                </a:ext>
              </a:extLst>
            </p:cNvPr>
            <p:cNvSpPr>
              <a:spLocks noChangeShapeType="1"/>
            </p:cNvSpPr>
            <p:nvPr/>
          </p:nvSpPr>
          <p:spPr bwMode="auto">
            <a:xfrm flipH="1">
              <a:off x="4005" y="1100"/>
              <a:ext cx="85"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Rectangle 67">
              <a:extLst>
                <a:ext uri="{FF2B5EF4-FFF2-40B4-BE49-F238E27FC236}">
                  <a16:creationId xmlns:a16="http://schemas.microsoft.com/office/drawing/2014/main" id="{B8D491D2-CF6C-6A1C-3098-AC6EF596016E}"/>
                </a:ext>
              </a:extLst>
            </p:cNvPr>
            <p:cNvSpPr>
              <a:spLocks noChangeArrowheads="1"/>
            </p:cNvSpPr>
            <p:nvPr/>
          </p:nvSpPr>
          <p:spPr bwMode="auto">
            <a:xfrm>
              <a:off x="4129" y="1057"/>
              <a:ext cx="85"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800" b="0">
                  <a:latin typeface="Arial" panose="020B0604020202020204" pitchFamily="34" charset="0"/>
                </a:rPr>
                <a:t>4</a:t>
              </a:r>
            </a:p>
          </p:txBody>
        </p:sp>
        <p:sp>
          <p:nvSpPr>
            <p:cNvPr id="48" name="Rectangle 68">
              <a:extLst>
                <a:ext uri="{FF2B5EF4-FFF2-40B4-BE49-F238E27FC236}">
                  <a16:creationId xmlns:a16="http://schemas.microsoft.com/office/drawing/2014/main" id="{7917C79A-57C6-3BC7-83E3-E837ABD6AE7A}"/>
                </a:ext>
              </a:extLst>
            </p:cNvPr>
            <p:cNvSpPr>
              <a:spLocks noChangeArrowheads="1"/>
            </p:cNvSpPr>
            <p:nvPr/>
          </p:nvSpPr>
          <p:spPr bwMode="auto">
            <a:xfrm>
              <a:off x="4004" y="822"/>
              <a:ext cx="1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X</a:t>
              </a:r>
            </a:p>
          </p:txBody>
        </p:sp>
        <p:sp>
          <p:nvSpPr>
            <p:cNvPr id="49" name="Line 69">
              <a:extLst>
                <a:ext uri="{FF2B5EF4-FFF2-40B4-BE49-F238E27FC236}">
                  <a16:creationId xmlns:a16="http://schemas.microsoft.com/office/drawing/2014/main" id="{C5A6455D-5A53-602A-2D58-CA4FB53C51F5}"/>
                </a:ext>
              </a:extLst>
            </p:cNvPr>
            <p:cNvSpPr>
              <a:spLocks noChangeShapeType="1"/>
            </p:cNvSpPr>
            <p:nvPr/>
          </p:nvSpPr>
          <p:spPr bwMode="auto">
            <a:xfrm>
              <a:off x="4236" y="1693"/>
              <a:ext cx="0" cy="3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 name="Line 70">
              <a:extLst>
                <a:ext uri="{FF2B5EF4-FFF2-40B4-BE49-F238E27FC236}">
                  <a16:creationId xmlns:a16="http://schemas.microsoft.com/office/drawing/2014/main" id="{94058BBD-60F5-D21F-12C2-E58084B03F99}"/>
                </a:ext>
              </a:extLst>
            </p:cNvPr>
            <p:cNvSpPr>
              <a:spLocks noChangeShapeType="1"/>
            </p:cNvSpPr>
            <p:nvPr/>
          </p:nvSpPr>
          <p:spPr bwMode="auto">
            <a:xfrm flipH="1">
              <a:off x="4197" y="1789"/>
              <a:ext cx="85"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Rectangle 71">
              <a:extLst>
                <a:ext uri="{FF2B5EF4-FFF2-40B4-BE49-F238E27FC236}">
                  <a16:creationId xmlns:a16="http://schemas.microsoft.com/office/drawing/2014/main" id="{437AF68C-2F8D-F71F-473B-5DFA7EC95108}"/>
                </a:ext>
              </a:extLst>
            </p:cNvPr>
            <p:cNvSpPr>
              <a:spLocks noChangeArrowheads="1"/>
            </p:cNvSpPr>
            <p:nvPr/>
          </p:nvSpPr>
          <p:spPr bwMode="auto">
            <a:xfrm>
              <a:off x="4321" y="1746"/>
              <a:ext cx="85"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800" b="0">
                  <a:latin typeface="Arial" panose="020B0604020202020204" pitchFamily="34" charset="0"/>
                </a:rPr>
                <a:t>8</a:t>
              </a:r>
              <a:endParaRPr lang="zh-CN" altLang="en-US" sz="1800" b="0">
                <a:latin typeface="Arial" panose="020B0604020202020204" pitchFamily="34" charset="0"/>
              </a:endParaRPr>
            </a:p>
          </p:txBody>
        </p:sp>
        <p:sp>
          <p:nvSpPr>
            <p:cNvPr id="52" name="Rectangle 72">
              <a:extLst>
                <a:ext uri="{FF2B5EF4-FFF2-40B4-BE49-F238E27FC236}">
                  <a16:creationId xmlns:a16="http://schemas.microsoft.com/office/drawing/2014/main" id="{ED7E3DAB-A28E-71AC-56D6-D9F193BF3EFD}"/>
                </a:ext>
              </a:extLst>
            </p:cNvPr>
            <p:cNvSpPr>
              <a:spLocks noChangeArrowheads="1"/>
            </p:cNvSpPr>
            <p:nvPr/>
          </p:nvSpPr>
          <p:spPr bwMode="auto">
            <a:xfrm>
              <a:off x="4192" y="2010"/>
              <a:ext cx="11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Z</a:t>
              </a:r>
            </a:p>
          </p:txBody>
        </p:sp>
        <p:sp>
          <p:nvSpPr>
            <p:cNvPr id="53" name="Line 73">
              <a:extLst>
                <a:ext uri="{FF2B5EF4-FFF2-40B4-BE49-F238E27FC236}">
                  <a16:creationId xmlns:a16="http://schemas.microsoft.com/office/drawing/2014/main" id="{C67DB5B0-F327-E7FE-6DE9-6FAE85560919}"/>
                </a:ext>
              </a:extLst>
            </p:cNvPr>
            <p:cNvSpPr>
              <a:spLocks noChangeShapeType="1"/>
            </p:cNvSpPr>
            <p:nvPr/>
          </p:nvSpPr>
          <p:spPr bwMode="auto">
            <a:xfrm>
              <a:off x="4849" y="1694"/>
              <a:ext cx="0" cy="308"/>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4" name="Text Box 74">
              <a:extLst>
                <a:ext uri="{FF2B5EF4-FFF2-40B4-BE49-F238E27FC236}">
                  <a16:creationId xmlns:a16="http://schemas.microsoft.com/office/drawing/2014/main" id="{5D1117C9-DE5E-BD7C-BF55-23CA2C425CC9}"/>
                </a:ext>
              </a:extLst>
            </p:cNvPr>
            <p:cNvSpPr txBox="1">
              <a:spLocks noChangeArrowheads="1"/>
            </p:cNvSpPr>
            <p:nvPr/>
          </p:nvSpPr>
          <p:spPr bwMode="auto">
            <a:xfrm>
              <a:off x="4678" y="1994"/>
              <a:ext cx="340"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Done</a:t>
              </a:r>
              <a:endParaRPr kumimoji="1" lang="en-US" altLang="zh-CN" sz="1800" baseline="-10000"/>
            </a:p>
          </p:txBody>
        </p:sp>
        <p:sp>
          <p:nvSpPr>
            <p:cNvPr id="55" name="Line 75">
              <a:extLst>
                <a:ext uri="{FF2B5EF4-FFF2-40B4-BE49-F238E27FC236}">
                  <a16:creationId xmlns:a16="http://schemas.microsoft.com/office/drawing/2014/main" id="{0CE373E9-D2F6-838B-EF06-6F96BA581967}"/>
                </a:ext>
              </a:extLst>
            </p:cNvPr>
            <p:cNvSpPr>
              <a:spLocks noChangeShapeType="1"/>
            </p:cNvSpPr>
            <p:nvPr/>
          </p:nvSpPr>
          <p:spPr bwMode="auto">
            <a:xfrm>
              <a:off x="5261" y="1684"/>
              <a:ext cx="0" cy="308"/>
            </a:xfrm>
            <a:prstGeom prst="line">
              <a:avLst/>
            </a:prstGeom>
            <a:noFill/>
            <a:ln w="19050">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56" name="Text Box 76">
              <a:extLst>
                <a:ext uri="{FF2B5EF4-FFF2-40B4-BE49-F238E27FC236}">
                  <a16:creationId xmlns:a16="http://schemas.microsoft.com/office/drawing/2014/main" id="{47BB5CFD-8804-50CE-54C9-212B7E482577}"/>
                </a:ext>
              </a:extLst>
            </p:cNvPr>
            <p:cNvSpPr txBox="1">
              <a:spLocks noChangeArrowheads="1"/>
            </p:cNvSpPr>
            <p:nvPr/>
          </p:nvSpPr>
          <p:spPr bwMode="auto">
            <a:xfrm>
              <a:off x="5131" y="1983"/>
              <a:ext cx="238"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10000"/>
                </a:lnSpc>
                <a:spcAft>
                  <a:spcPct val="10000"/>
                </a:spcAft>
                <a:buFontTx/>
                <a:buNone/>
              </a:pPr>
              <a:r>
                <a:rPr kumimoji="1" lang="en-US" altLang="zh-CN" sz="1800"/>
                <a:t>Clk</a:t>
              </a:r>
              <a:endParaRPr kumimoji="1" lang="en-US" altLang="zh-CN" sz="1800" baseline="-10000"/>
            </a:p>
          </p:txBody>
        </p:sp>
      </p:grpSp>
      <p:sp>
        <p:nvSpPr>
          <p:cNvPr id="57" name="Rectangle 90">
            <a:extLst>
              <a:ext uri="{FF2B5EF4-FFF2-40B4-BE49-F238E27FC236}">
                <a16:creationId xmlns:a16="http://schemas.microsoft.com/office/drawing/2014/main" id="{C0552107-0C23-67D5-203F-64328F66280B}"/>
              </a:ext>
            </a:extLst>
          </p:cNvPr>
          <p:cNvSpPr>
            <a:spLocks noChangeArrowheads="1"/>
          </p:cNvSpPr>
          <p:nvPr/>
        </p:nvSpPr>
        <p:spPr bwMode="auto">
          <a:xfrm>
            <a:off x="5341938" y="4184650"/>
            <a:ext cx="34432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dirty="0"/>
              <a:t>Init: D </a:t>
            </a:r>
            <a:r>
              <a:rPr kumimoji="1" lang="en-US" altLang="zh-CN" sz="2000" dirty="0">
                <a:sym typeface="Wingdings" panose="05000000000000000000" pitchFamily="2" charset="2"/>
              </a:rPr>
              <a:t>= X, B = Y, T = 0</a:t>
            </a:r>
            <a:r>
              <a:rPr kumimoji="1" lang="zh-CN" altLang="en-US" sz="2000" dirty="0">
                <a:sym typeface="Wingdings" panose="05000000000000000000" pitchFamily="2" charset="2"/>
              </a:rPr>
              <a:t>，</a:t>
            </a:r>
            <a:endParaRPr kumimoji="1" lang="en-US" altLang="zh-CN" sz="2000" dirty="0">
              <a:sym typeface="Wingdings" panose="05000000000000000000" pitchFamily="2" charset="2"/>
            </a:endParaRPr>
          </a:p>
          <a:p>
            <a:pPr eaLnBrk="1" hangingPunct="1">
              <a:spcAft>
                <a:spcPct val="0"/>
              </a:spcAft>
              <a:buFontTx/>
              <a:buNone/>
            </a:pPr>
            <a:r>
              <a:rPr kumimoji="1" lang="en-US" altLang="zh-CN" sz="2000" dirty="0">
                <a:sym typeface="Wingdings" panose="05000000000000000000" pitchFamily="2" charset="2"/>
              </a:rPr>
              <a:t>         A = 0, C = 0</a:t>
            </a:r>
            <a:endParaRPr kumimoji="1" lang="zh-CN" altLang="en-US" sz="2000" dirty="0">
              <a:sym typeface="Wingdings" panose="05000000000000000000" pitchFamily="2" charset="2"/>
            </a:endParaRPr>
          </a:p>
        </p:txBody>
      </p:sp>
      <p:sp>
        <p:nvSpPr>
          <p:cNvPr id="58" name="Rectangle 91">
            <a:extLst>
              <a:ext uri="{FF2B5EF4-FFF2-40B4-BE49-F238E27FC236}">
                <a16:creationId xmlns:a16="http://schemas.microsoft.com/office/drawing/2014/main" id="{2A88C789-4B66-BBA3-8674-897B83D1771E}"/>
              </a:ext>
            </a:extLst>
          </p:cNvPr>
          <p:cNvSpPr>
            <a:spLocks noChangeArrowheads="1"/>
          </p:cNvSpPr>
          <p:nvPr/>
        </p:nvSpPr>
        <p:spPr bwMode="auto">
          <a:xfrm>
            <a:off x="5370513" y="4887913"/>
            <a:ext cx="15402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dirty="0" err="1"/>
              <a:t>Cnt</a:t>
            </a:r>
            <a:r>
              <a:rPr kumimoji="1" lang="en-US" altLang="zh-CN" sz="2000" dirty="0"/>
              <a:t>: </a:t>
            </a:r>
            <a:r>
              <a:rPr kumimoji="1" lang="en-US" altLang="zh-CN" sz="2000" dirty="0">
                <a:sym typeface="Wingdings" panose="05000000000000000000" pitchFamily="2" charset="2"/>
              </a:rPr>
              <a:t>T = T-1</a:t>
            </a:r>
            <a:endParaRPr kumimoji="1" lang="zh-CN" altLang="en-US" sz="2000" dirty="0"/>
          </a:p>
        </p:txBody>
      </p:sp>
      <p:sp>
        <p:nvSpPr>
          <p:cNvPr id="59" name="Rectangle 92">
            <a:extLst>
              <a:ext uri="{FF2B5EF4-FFF2-40B4-BE49-F238E27FC236}">
                <a16:creationId xmlns:a16="http://schemas.microsoft.com/office/drawing/2014/main" id="{5AFBDF0D-1139-27CC-4AF2-A44510789AC9}"/>
              </a:ext>
            </a:extLst>
          </p:cNvPr>
          <p:cNvSpPr>
            <a:spLocks noChangeArrowheads="1"/>
          </p:cNvSpPr>
          <p:nvPr/>
        </p:nvSpPr>
        <p:spPr bwMode="auto">
          <a:xfrm>
            <a:off x="5329751" y="5283200"/>
            <a:ext cx="22706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dirty="0"/>
              <a:t>Add: </a:t>
            </a:r>
            <a:r>
              <a:rPr kumimoji="1" lang="en-US" altLang="zh-CN" sz="2000" dirty="0">
                <a:sym typeface="Wingdings" panose="05000000000000000000" pitchFamily="2" charset="2"/>
              </a:rPr>
              <a:t>{C, A} = A+D</a:t>
            </a:r>
            <a:endParaRPr kumimoji="1" lang="zh-CN" altLang="en-US" sz="2000" dirty="0"/>
          </a:p>
        </p:txBody>
      </p:sp>
      <p:sp>
        <p:nvSpPr>
          <p:cNvPr id="60" name="Rectangle 93">
            <a:extLst>
              <a:ext uri="{FF2B5EF4-FFF2-40B4-BE49-F238E27FC236}">
                <a16:creationId xmlns:a16="http://schemas.microsoft.com/office/drawing/2014/main" id="{237B827A-0876-3C2D-7DB0-D4D07FBE67BF}"/>
              </a:ext>
            </a:extLst>
          </p:cNvPr>
          <p:cNvSpPr>
            <a:spLocks noChangeArrowheads="1"/>
          </p:cNvSpPr>
          <p:nvPr/>
        </p:nvSpPr>
        <p:spPr bwMode="auto">
          <a:xfrm>
            <a:off x="5337175" y="5715000"/>
            <a:ext cx="33829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dirty="0" err="1"/>
              <a:t>Shr</a:t>
            </a:r>
            <a:r>
              <a:rPr kumimoji="1" lang="en-US" altLang="zh-CN" sz="2000" dirty="0"/>
              <a:t>: </a:t>
            </a:r>
            <a:r>
              <a:rPr kumimoji="1" lang="en-US" altLang="zh-CN" sz="2000" dirty="0">
                <a:sym typeface="Wingdings" panose="05000000000000000000" pitchFamily="2" charset="2"/>
              </a:rPr>
              <a:t>{C, A, B} ={C, A, B}&gt;&gt;1</a:t>
            </a:r>
            <a:r>
              <a:rPr kumimoji="1" lang="zh-CN" altLang="en-US" sz="2000" dirty="0">
                <a:sym typeface="Wingdings" panose="05000000000000000000" pitchFamily="2" charset="2"/>
              </a:rPr>
              <a:t>，</a:t>
            </a:r>
            <a:endParaRPr kumimoji="1" lang="en-US" altLang="zh-CN" sz="2000" dirty="0">
              <a:sym typeface="Wingdings" panose="05000000000000000000" pitchFamily="2" charset="2"/>
            </a:endParaRPr>
          </a:p>
          <a:p>
            <a:pPr eaLnBrk="1" hangingPunct="1">
              <a:spcAft>
                <a:spcPct val="0"/>
              </a:spcAft>
              <a:buFontTx/>
              <a:buNone/>
            </a:pPr>
            <a:r>
              <a:rPr kumimoji="1" lang="en-US" altLang="zh-CN" sz="2000" dirty="0">
                <a:sym typeface="Wingdings" panose="05000000000000000000" pitchFamily="2" charset="2"/>
              </a:rPr>
              <a:t>         C = 0</a:t>
            </a:r>
            <a:endParaRPr kumimoji="1" lang="zh-CN" altLang="en-US" sz="2000" dirty="0">
              <a:sym typeface="Wingdings" panose="05000000000000000000" pitchFamily="2" charset="2"/>
            </a:endParaRPr>
          </a:p>
        </p:txBody>
      </p:sp>
    </p:spTree>
    <p:extLst>
      <p:ext uri="{BB962C8B-B14F-4D97-AF65-F5344CB8AC3E}">
        <p14:creationId xmlns:p14="http://schemas.microsoft.com/office/powerpoint/2010/main" val="197561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5321F9-FA7D-EC6F-5A03-BEA34D6873E6}"/>
              </a:ext>
            </a:extLst>
          </p:cNvPr>
          <p:cNvSpPr>
            <a:spLocks noGrp="1"/>
          </p:cNvSpPr>
          <p:nvPr>
            <p:ph type="title"/>
          </p:nvPr>
        </p:nvSpPr>
        <p:spPr/>
        <p:txBody>
          <a:bodyPr>
            <a:normAutofit fontScale="90000"/>
          </a:bodyPr>
          <a:lstStyle/>
          <a:p>
            <a:r>
              <a:rPr kumimoji="1" lang="zh-CN" altLang="en-US" dirty="0">
                <a:latin typeface="宋体" panose="02010600030101010101" pitchFamily="2" charset="-122"/>
              </a:rPr>
              <a:t>乘法器结构</a:t>
            </a:r>
            <a:r>
              <a:rPr kumimoji="1" lang="en-US" altLang="zh-CN" dirty="0">
                <a:latin typeface="宋体" panose="02010600030101010101" pitchFamily="2" charset="-122"/>
              </a:rPr>
              <a:t>(</a:t>
            </a:r>
            <a:r>
              <a:rPr kumimoji="1" lang="zh-CN" altLang="en-US" dirty="0">
                <a:latin typeface="宋体" panose="02010600030101010101" pitchFamily="2" charset="-122"/>
              </a:rPr>
              <a:t>续</a:t>
            </a:r>
            <a:r>
              <a:rPr kumimoji="1" lang="en-US" altLang="zh-CN" dirty="0">
                <a:latin typeface="宋体" panose="02010600030101010101" pitchFamily="2" charset="-122"/>
              </a:rPr>
              <a:t>)</a:t>
            </a:r>
            <a:endParaRPr kumimoji="1" lang="zh-CN" altLang="en-US" dirty="0"/>
          </a:p>
        </p:txBody>
      </p:sp>
      <p:sp>
        <p:nvSpPr>
          <p:cNvPr id="4" name="页脚占位符 3">
            <a:extLst>
              <a:ext uri="{FF2B5EF4-FFF2-40B4-BE49-F238E27FC236}">
                <a16:creationId xmlns:a16="http://schemas.microsoft.com/office/drawing/2014/main" id="{BA42B90B-9128-5D8E-188E-12680173ED43}"/>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D4E8500F-4AA5-7AA9-A411-335771401975}"/>
              </a:ext>
            </a:extLst>
          </p:cNvPr>
          <p:cNvSpPr>
            <a:spLocks noGrp="1"/>
          </p:cNvSpPr>
          <p:nvPr>
            <p:ph type="sldNum" sz="quarter" idx="12"/>
          </p:nvPr>
        </p:nvSpPr>
        <p:spPr/>
        <p:txBody>
          <a:bodyPr/>
          <a:lstStyle/>
          <a:p>
            <a:fld id="{9E260BC5-5BF3-8746-862B-DC45E9CAA88B}" type="slidenum">
              <a:rPr lang="en-US" smtClean="0"/>
              <a:pPr/>
              <a:t>17</a:t>
            </a:fld>
            <a:r>
              <a:rPr lang="en-US" altLang="zh-CN" dirty="0"/>
              <a:t>/34</a:t>
            </a:r>
            <a:endParaRPr lang="en-US" dirty="0"/>
          </a:p>
        </p:txBody>
      </p:sp>
      <p:sp>
        <p:nvSpPr>
          <p:cNvPr id="6" name="Text Box 100">
            <a:extLst>
              <a:ext uri="{FF2B5EF4-FFF2-40B4-BE49-F238E27FC236}">
                <a16:creationId xmlns:a16="http://schemas.microsoft.com/office/drawing/2014/main" id="{94ECB851-908C-B2E7-89DC-068B253C0D5A}"/>
              </a:ext>
            </a:extLst>
          </p:cNvPr>
          <p:cNvSpPr txBox="1">
            <a:spLocks noChangeArrowheads="1"/>
          </p:cNvSpPr>
          <p:nvPr/>
        </p:nvSpPr>
        <p:spPr bwMode="auto">
          <a:xfrm>
            <a:off x="6957974" y="81144"/>
            <a:ext cx="2846864" cy="1538883"/>
          </a:xfrm>
          <a:prstGeom prst="rect">
            <a:avLst/>
          </a:prstGeom>
          <a:solidFill>
            <a:schemeClr val="accent1">
              <a:lumMod val="20000"/>
              <a:lumOff val="80000"/>
            </a:schemeClr>
          </a:solidFill>
          <a:ln w="9525">
            <a:solidFill>
              <a:schemeClr val="accent1"/>
            </a:solidFill>
            <a:miter lim="800000"/>
            <a:headEnd/>
            <a:tailEnd/>
          </a:ln>
        </p:spPr>
        <p:txBody>
          <a:bodyPr wrap="squar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A</a:t>
            </a:r>
            <a:r>
              <a:rPr kumimoji="1" lang="zh-CN" altLang="en-US" sz="2000" b="0" dirty="0">
                <a:latin typeface="Microsoft YaHei" panose="020B0503020204020204" pitchFamily="34" charset="-122"/>
                <a:ea typeface="Microsoft YaHei" panose="020B0503020204020204" pitchFamily="34" charset="-122"/>
              </a:rPr>
              <a:t> 暂存加操作结果</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B</a:t>
            </a:r>
            <a:r>
              <a:rPr kumimoji="1" lang="zh-CN" altLang="en-US" sz="2000" b="0" dirty="0">
                <a:latin typeface="Microsoft YaHei" panose="020B0503020204020204" pitchFamily="34" charset="-122"/>
                <a:ea typeface="Microsoft YaHei" panose="020B0503020204020204" pitchFamily="34" charset="-122"/>
              </a:rPr>
              <a:t> 暂存乘数和算完的位</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C</a:t>
            </a:r>
            <a:r>
              <a:rPr kumimoji="1" lang="zh-CN" altLang="en-US" sz="2000" b="0" dirty="0">
                <a:latin typeface="Microsoft YaHei" panose="020B0503020204020204" pitchFamily="34" charset="-122"/>
                <a:ea typeface="Microsoft YaHei" panose="020B0503020204020204" pitchFamily="34" charset="-122"/>
              </a:rPr>
              <a:t> 进位位</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D</a:t>
            </a:r>
            <a:r>
              <a:rPr kumimoji="1" lang="zh-CN" altLang="en-US" sz="2000" b="0" dirty="0">
                <a:latin typeface="Microsoft YaHei" panose="020B0503020204020204" pitchFamily="34" charset="-122"/>
                <a:ea typeface="Microsoft YaHei" panose="020B0503020204020204" pitchFamily="34" charset="-122"/>
              </a:rPr>
              <a:t> 被乘数</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{A,B} </a:t>
            </a:r>
            <a:r>
              <a:rPr kumimoji="1" lang="zh-CN" altLang="en-US" sz="2000" b="0" dirty="0">
                <a:latin typeface="Microsoft YaHei" panose="020B0503020204020204" pitchFamily="34" charset="-122"/>
                <a:ea typeface="Microsoft YaHei" panose="020B0503020204020204" pitchFamily="34" charset="-122"/>
              </a:rPr>
              <a:t>最终结果</a:t>
            </a:r>
            <a:endParaRPr kumimoji="1" lang="en-US" altLang="zh-CN" sz="2000" b="0" dirty="0">
              <a:latin typeface="Microsoft YaHei" panose="020B0503020204020204" pitchFamily="34" charset="-122"/>
              <a:ea typeface="Microsoft YaHei" panose="020B0503020204020204" pitchFamily="34" charset="-122"/>
            </a:endParaRPr>
          </a:p>
        </p:txBody>
      </p:sp>
      <p:grpSp>
        <p:nvGrpSpPr>
          <p:cNvPr id="7" name="Group 128">
            <a:extLst>
              <a:ext uri="{FF2B5EF4-FFF2-40B4-BE49-F238E27FC236}">
                <a16:creationId xmlns:a16="http://schemas.microsoft.com/office/drawing/2014/main" id="{1E0947BE-87E9-028C-5135-20F2A85D05AA}"/>
              </a:ext>
            </a:extLst>
          </p:cNvPr>
          <p:cNvGrpSpPr>
            <a:grpSpLocks/>
          </p:cNvGrpSpPr>
          <p:nvPr/>
        </p:nvGrpSpPr>
        <p:grpSpPr bwMode="auto">
          <a:xfrm>
            <a:off x="431800" y="1543507"/>
            <a:ext cx="4645025" cy="4968875"/>
            <a:chOff x="249" y="890"/>
            <a:chExt cx="3017" cy="3130"/>
          </a:xfrm>
        </p:grpSpPr>
        <p:sp>
          <p:nvSpPr>
            <p:cNvPr id="8" name="Rectangle 125">
              <a:extLst>
                <a:ext uri="{FF2B5EF4-FFF2-40B4-BE49-F238E27FC236}">
                  <a16:creationId xmlns:a16="http://schemas.microsoft.com/office/drawing/2014/main" id="{B5CD4C55-FFB7-1238-922A-BBB0970E21A8}"/>
                </a:ext>
              </a:extLst>
            </p:cNvPr>
            <p:cNvSpPr>
              <a:spLocks noChangeArrowheads="1"/>
            </p:cNvSpPr>
            <p:nvPr/>
          </p:nvSpPr>
          <p:spPr bwMode="auto">
            <a:xfrm>
              <a:off x="249" y="890"/>
              <a:ext cx="3017" cy="3130"/>
            </a:xfrm>
            <a:prstGeom prst="rect">
              <a:avLst/>
            </a:prstGeom>
            <a:noFill/>
            <a:ln w="19050">
              <a:solidFill>
                <a:srgbClr val="0099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9" name="Rectangle 127">
              <a:extLst>
                <a:ext uri="{FF2B5EF4-FFF2-40B4-BE49-F238E27FC236}">
                  <a16:creationId xmlns:a16="http://schemas.microsoft.com/office/drawing/2014/main" id="{78E21D29-1D79-054E-D5FE-5F23B29CDED0}"/>
                </a:ext>
              </a:extLst>
            </p:cNvPr>
            <p:cNvSpPr>
              <a:spLocks noChangeArrowheads="1"/>
            </p:cNvSpPr>
            <p:nvPr/>
          </p:nvSpPr>
          <p:spPr bwMode="auto">
            <a:xfrm>
              <a:off x="429" y="1049"/>
              <a:ext cx="9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400">
                  <a:latin typeface="Arial" panose="020B0604020202020204" pitchFamily="34" charset="0"/>
                </a:rPr>
                <a:t>数据通路</a:t>
              </a:r>
            </a:p>
          </p:txBody>
        </p:sp>
      </p:grpSp>
      <p:grpSp>
        <p:nvGrpSpPr>
          <p:cNvPr id="10" name="Group 159">
            <a:extLst>
              <a:ext uri="{FF2B5EF4-FFF2-40B4-BE49-F238E27FC236}">
                <a16:creationId xmlns:a16="http://schemas.microsoft.com/office/drawing/2014/main" id="{78069A09-6545-34AC-CAAE-E7DC6571AA40}"/>
              </a:ext>
            </a:extLst>
          </p:cNvPr>
          <p:cNvGrpSpPr>
            <a:grpSpLocks/>
          </p:cNvGrpSpPr>
          <p:nvPr/>
        </p:nvGrpSpPr>
        <p:grpSpPr bwMode="auto">
          <a:xfrm>
            <a:off x="5219700" y="1543507"/>
            <a:ext cx="3565525" cy="2628900"/>
            <a:chOff x="3288" y="890"/>
            <a:chExt cx="2246" cy="1656"/>
          </a:xfrm>
        </p:grpSpPr>
        <p:sp>
          <p:nvSpPr>
            <p:cNvPr id="11" name="Line 129">
              <a:extLst>
                <a:ext uri="{FF2B5EF4-FFF2-40B4-BE49-F238E27FC236}">
                  <a16:creationId xmlns:a16="http://schemas.microsoft.com/office/drawing/2014/main" id="{B511528C-D88C-DA43-D9A3-6C2F34FD75F1}"/>
                </a:ext>
              </a:extLst>
            </p:cNvPr>
            <p:cNvSpPr>
              <a:spLocks noChangeShapeType="1"/>
            </p:cNvSpPr>
            <p:nvPr/>
          </p:nvSpPr>
          <p:spPr bwMode="auto">
            <a:xfrm>
              <a:off x="4087" y="1123"/>
              <a:ext cx="0" cy="249"/>
            </a:xfrm>
            <a:prstGeom prst="line">
              <a:avLst/>
            </a:prstGeom>
            <a:noFill/>
            <a:ln w="190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2" name="Text Box 130">
              <a:extLst>
                <a:ext uri="{FF2B5EF4-FFF2-40B4-BE49-F238E27FC236}">
                  <a16:creationId xmlns:a16="http://schemas.microsoft.com/office/drawing/2014/main" id="{0FCD80D5-AC6C-0E3A-F60B-34E0EF6F354F}"/>
                </a:ext>
              </a:extLst>
            </p:cNvPr>
            <p:cNvSpPr txBox="1">
              <a:spLocks noChangeArrowheads="1"/>
            </p:cNvSpPr>
            <p:nvPr/>
          </p:nvSpPr>
          <p:spPr bwMode="auto">
            <a:xfrm>
              <a:off x="3929" y="912"/>
              <a:ext cx="315"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solidFill>
                    <a:srgbClr val="0000FF"/>
                  </a:solidFill>
                </a:rPr>
                <a:t>Start</a:t>
              </a:r>
              <a:endParaRPr kumimoji="1" lang="en-US" altLang="zh-CN" sz="1800" baseline="-10000">
                <a:solidFill>
                  <a:srgbClr val="0000FF"/>
                </a:solidFill>
              </a:endParaRPr>
            </a:p>
          </p:txBody>
        </p:sp>
        <p:sp>
          <p:nvSpPr>
            <p:cNvPr id="13" name="Line 131">
              <a:extLst>
                <a:ext uri="{FF2B5EF4-FFF2-40B4-BE49-F238E27FC236}">
                  <a16:creationId xmlns:a16="http://schemas.microsoft.com/office/drawing/2014/main" id="{E777AF98-A945-E898-66CE-2484EE42E8C6}"/>
                </a:ext>
              </a:extLst>
            </p:cNvPr>
            <p:cNvSpPr>
              <a:spLocks noChangeShapeType="1"/>
            </p:cNvSpPr>
            <p:nvPr/>
          </p:nvSpPr>
          <p:spPr bwMode="auto">
            <a:xfrm>
              <a:off x="4766" y="1130"/>
              <a:ext cx="0" cy="249"/>
            </a:xfrm>
            <a:prstGeom prst="line">
              <a:avLst/>
            </a:prstGeom>
            <a:noFill/>
            <a:ln w="190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4" name="Text Box 132">
              <a:extLst>
                <a:ext uri="{FF2B5EF4-FFF2-40B4-BE49-F238E27FC236}">
                  <a16:creationId xmlns:a16="http://schemas.microsoft.com/office/drawing/2014/main" id="{669EF022-0455-F69C-07BC-094C2BA6B2B0}"/>
                </a:ext>
              </a:extLst>
            </p:cNvPr>
            <p:cNvSpPr txBox="1">
              <a:spLocks noChangeArrowheads="1"/>
            </p:cNvSpPr>
            <p:nvPr/>
          </p:nvSpPr>
          <p:spPr bwMode="auto">
            <a:xfrm>
              <a:off x="4585" y="919"/>
              <a:ext cx="339"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solidFill>
                    <a:srgbClr val="0000FF"/>
                  </a:solidFill>
                </a:rPr>
                <a:t>Reset</a:t>
              </a:r>
              <a:endParaRPr kumimoji="1" lang="en-US" altLang="zh-CN" sz="1800" baseline="-10000">
                <a:solidFill>
                  <a:srgbClr val="0000FF"/>
                </a:solidFill>
              </a:endParaRPr>
            </a:p>
          </p:txBody>
        </p:sp>
        <p:sp>
          <p:nvSpPr>
            <p:cNvPr id="15" name="Text Box 133">
              <a:extLst>
                <a:ext uri="{FF2B5EF4-FFF2-40B4-BE49-F238E27FC236}">
                  <a16:creationId xmlns:a16="http://schemas.microsoft.com/office/drawing/2014/main" id="{048938DA-AD1B-DC9C-62A0-A1EFE5B7FB97}"/>
                </a:ext>
              </a:extLst>
            </p:cNvPr>
            <p:cNvSpPr txBox="1">
              <a:spLocks noChangeArrowheads="1"/>
            </p:cNvSpPr>
            <p:nvPr/>
          </p:nvSpPr>
          <p:spPr bwMode="auto">
            <a:xfrm>
              <a:off x="5241" y="1380"/>
              <a:ext cx="224"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Clk</a:t>
              </a:r>
              <a:endParaRPr kumimoji="1" lang="en-US" altLang="zh-CN" sz="1800" baseline="-10000"/>
            </a:p>
          </p:txBody>
        </p:sp>
        <p:sp>
          <p:nvSpPr>
            <p:cNvPr id="16" name="Line 134">
              <a:extLst>
                <a:ext uri="{FF2B5EF4-FFF2-40B4-BE49-F238E27FC236}">
                  <a16:creationId xmlns:a16="http://schemas.microsoft.com/office/drawing/2014/main" id="{5A1188B4-BAA4-CA86-E6CE-5A523E9F8270}"/>
                </a:ext>
              </a:extLst>
            </p:cNvPr>
            <p:cNvSpPr>
              <a:spLocks noChangeShapeType="1"/>
            </p:cNvSpPr>
            <p:nvPr/>
          </p:nvSpPr>
          <p:spPr bwMode="auto">
            <a:xfrm flipH="1">
              <a:off x="5194" y="1616"/>
              <a:ext cx="249" cy="0"/>
            </a:xfrm>
            <a:prstGeom prst="line">
              <a:avLst/>
            </a:prstGeom>
            <a:noFill/>
            <a:ln w="190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7" name="AutoShape 135">
              <a:extLst>
                <a:ext uri="{FF2B5EF4-FFF2-40B4-BE49-F238E27FC236}">
                  <a16:creationId xmlns:a16="http://schemas.microsoft.com/office/drawing/2014/main" id="{5FE95178-CA2E-F5B8-60CA-C70B22D45A4B}"/>
                </a:ext>
              </a:extLst>
            </p:cNvPr>
            <p:cNvSpPr>
              <a:spLocks noChangeArrowheads="1"/>
            </p:cNvSpPr>
            <p:nvPr/>
          </p:nvSpPr>
          <p:spPr bwMode="auto">
            <a:xfrm>
              <a:off x="3719" y="1366"/>
              <a:ext cx="1474" cy="476"/>
            </a:xfrm>
            <a:prstGeom prst="roundRect">
              <a:avLst>
                <a:gd name="adj" fmla="val 16667"/>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400">
                  <a:latin typeface="Arial" panose="020B0604020202020204" pitchFamily="34" charset="0"/>
                </a:rPr>
                <a:t>控制单元</a:t>
              </a:r>
              <a:endParaRPr lang="en-US" altLang="zh-CN" sz="2400">
                <a:latin typeface="Arial" panose="020B0604020202020204" pitchFamily="34" charset="0"/>
              </a:endParaRPr>
            </a:p>
          </p:txBody>
        </p:sp>
        <p:sp>
          <p:nvSpPr>
            <p:cNvPr id="18" name="Line 136">
              <a:extLst>
                <a:ext uri="{FF2B5EF4-FFF2-40B4-BE49-F238E27FC236}">
                  <a16:creationId xmlns:a16="http://schemas.microsoft.com/office/drawing/2014/main" id="{E64356BA-65AD-BB7C-E51C-389A9B714D69}"/>
                </a:ext>
              </a:extLst>
            </p:cNvPr>
            <p:cNvSpPr>
              <a:spLocks noChangeShapeType="1"/>
            </p:cNvSpPr>
            <p:nvPr/>
          </p:nvSpPr>
          <p:spPr bwMode="auto">
            <a:xfrm>
              <a:off x="5011" y="1842"/>
              <a:ext cx="0" cy="249"/>
            </a:xfrm>
            <a:prstGeom prst="line">
              <a:avLst/>
            </a:prstGeom>
            <a:noFill/>
            <a:ln w="190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9" name="Line 137">
              <a:extLst>
                <a:ext uri="{FF2B5EF4-FFF2-40B4-BE49-F238E27FC236}">
                  <a16:creationId xmlns:a16="http://schemas.microsoft.com/office/drawing/2014/main" id="{35EDB2A9-07A1-8FE2-8AF3-E6C779FB1DF3}"/>
                </a:ext>
              </a:extLst>
            </p:cNvPr>
            <p:cNvSpPr>
              <a:spLocks noChangeShapeType="1"/>
            </p:cNvSpPr>
            <p:nvPr/>
          </p:nvSpPr>
          <p:spPr bwMode="auto">
            <a:xfrm>
              <a:off x="4127" y="1842"/>
              <a:ext cx="0" cy="431"/>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0" name="Line 138">
              <a:extLst>
                <a:ext uri="{FF2B5EF4-FFF2-40B4-BE49-F238E27FC236}">
                  <a16:creationId xmlns:a16="http://schemas.microsoft.com/office/drawing/2014/main" id="{81B9EDDF-476D-AD17-BA3E-56E058D66111}"/>
                </a:ext>
              </a:extLst>
            </p:cNvPr>
            <p:cNvSpPr>
              <a:spLocks noChangeShapeType="1"/>
            </p:cNvSpPr>
            <p:nvPr/>
          </p:nvSpPr>
          <p:spPr bwMode="auto">
            <a:xfrm>
              <a:off x="3855" y="1842"/>
              <a:ext cx="0" cy="249"/>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1" name="Line 139">
              <a:extLst>
                <a:ext uri="{FF2B5EF4-FFF2-40B4-BE49-F238E27FC236}">
                  <a16:creationId xmlns:a16="http://schemas.microsoft.com/office/drawing/2014/main" id="{61454861-7C34-C393-F040-72690CB7ED52}"/>
                </a:ext>
              </a:extLst>
            </p:cNvPr>
            <p:cNvSpPr>
              <a:spLocks noChangeShapeType="1"/>
            </p:cNvSpPr>
            <p:nvPr/>
          </p:nvSpPr>
          <p:spPr bwMode="auto">
            <a:xfrm>
              <a:off x="4717" y="1842"/>
              <a:ext cx="0" cy="431"/>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2" name="Line 140">
              <a:extLst>
                <a:ext uri="{FF2B5EF4-FFF2-40B4-BE49-F238E27FC236}">
                  <a16:creationId xmlns:a16="http://schemas.microsoft.com/office/drawing/2014/main" id="{12E356D7-3D44-69BE-083D-DF2E43E21F48}"/>
                </a:ext>
              </a:extLst>
            </p:cNvPr>
            <p:cNvSpPr>
              <a:spLocks noChangeShapeType="1"/>
            </p:cNvSpPr>
            <p:nvPr/>
          </p:nvSpPr>
          <p:spPr bwMode="auto">
            <a:xfrm>
              <a:off x="4422" y="1842"/>
              <a:ext cx="0" cy="249"/>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3" name="Rectangle 142">
              <a:extLst>
                <a:ext uri="{FF2B5EF4-FFF2-40B4-BE49-F238E27FC236}">
                  <a16:creationId xmlns:a16="http://schemas.microsoft.com/office/drawing/2014/main" id="{9707D019-C621-5836-FE1C-0E7C2336AD14}"/>
                </a:ext>
              </a:extLst>
            </p:cNvPr>
            <p:cNvSpPr>
              <a:spLocks noChangeArrowheads="1"/>
            </p:cNvSpPr>
            <p:nvPr/>
          </p:nvSpPr>
          <p:spPr bwMode="auto">
            <a:xfrm>
              <a:off x="3646" y="2046"/>
              <a:ext cx="3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a:t>Init</a:t>
              </a:r>
              <a:endParaRPr kumimoji="1" lang="zh-CN" altLang="en-US" sz="2000"/>
            </a:p>
          </p:txBody>
        </p:sp>
        <p:sp>
          <p:nvSpPr>
            <p:cNvPr id="24" name="Rectangle 143">
              <a:extLst>
                <a:ext uri="{FF2B5EF4-FFF2-40B4-BE49-F238E27FC236}">
                  <a16:creationId xmlns:a16="http://schemas.microsoft.com/office/drawing/2014/main" id="{E4662AC2-E3B1-0AD4-2777-C0292007CB9F}"/>
                </a:ext>
              </a:extLst>
            </p:cNvPr>
            <p:cNvSpPr>
              <a:spLocks noChangeArrowheads="1"/>
            </p:cNvSpPr>
            <p:nvPr/>
          </p:nvSpPr>
          <p:spPr bwMode="auto">
            <a:xfrm>
              <a:off x="4213" y="2046"/>
              <a:ext cx="41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a:t>Add</a:t>
              </a:r>
              <a:endParaRPr kumimoji="1" lang="zh-CN" altLang="en-US" sz="2000"/>
            </a:p>
          </p:txBody>
        </p:sp>
        <p:sp>
          <p:nvSpPr>
            <p:cNvPr id="25" name="Line 144">
              <a:extLst>
                <a:ext uri="{FF2B5EF4-FFF2-40B4-BE49-F238E27FC236}">
                  <a16:creationId xmlns:a16="http://schemas.microsoft.com/office/drawing/2014/main" id="{C793069C-8F13-BB0F-4128-124B8A0EA0F4}"/>
                </a:ext>
              </a:extLst>
            </p:cNvPr>
            <p:cNvSpPr>
              <a:spLocks noChangeShapeType="1"/>
            </p:cNvSpPr>
            <p:nvPr/>
          </p:nvSpPr>
          <p:spPr bwMode="auto">
            <a:xfrm flipH="1">
              <a:off x="3402" y="1524"/>
              <a:ext cx="317" cy="0"/>
            </a:xfrm>
            <a:prstGeom prst="line">
              <a:avLst/>
            </a:prstGeom>
            <a:noFill/>
            <a:ln w="19050">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6" name="Rectangle 145">
              <a:extLst>
                <a:ext uri="{FF2B5EF4-FFF2-40B4-BE49-F238E27FC236}">
                  <a16:creationId xmlns:a16="http://schemas.microsoft.com/office/drawing/2014/main" id="{1526892D-1806-8AA1-0C8F-E46198B76C79}"/>
                </a:ext>
              </a:extLst>
            </p:cNvPr>
            <p:cNvSpPr>
              <a:spLocks noChangeArrowheads="1"/>
            </p:cNvSpPr>
            <p:nvPr/>
          </p:nvSpPr>
          <p:spPr bwMode="auto">
            <a:xfrm>
              <a:off x="3470" y="1320"/>
              <a:ext cx="10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E</a:t>
              </a:r>
            </a:p>
          </p:txBody>
        </p:sp>
        <p:sp>
          <p:nvSpPr>
            <p:cNvPr id="27" name="Line 146">
              <a:extLst>
                <a:ext uri="{FF2B5EF4-FFF2-40B4-BE49-F238E27FC236}">
                  <a16:creationId xmlns:a16="http://schemas.microsoft.com/office/drawing/2014/main" id="{7A972889-4206-4918-5CF0-9C37C755A3A2}"/>
                </a:ext>
              </a:extLst>
            </p:cNvPr>
            <p:cNvSpPr>
              <a:spLocks noChangeShapeType="1"/>
            </p:cNvSpPr>
            <p:nvPr/>
          </p:nvSpPr>
          <p:spPr bwMode="auto">
            <a:xfrm flipH="1">
              <a:off x="3402" y="1683"/>
              <a:ext cx="317" cy="0"/>
            </a:xfrm>
            <a:prstGeom prst="line">
              <a:avLst/>
            </a:prstGeom>
            <a:noFill/>
            <a:ln w="19050">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8" name="Rectangle 147">
              <a:extLst>
                <a:ext uri="{FF2B5EF4-FFF2-40B4-BE49-F238E27FC236}">
                  <a16:creationId xmlns:a16="http://schemas.microsoft.com/office/drawing/2014/main" id="{76823939-8220-493D-863A-775DD70BC9D3}"/>
                </a:ext>
              </a:extLst>
            </p:cNvPr>
            <p:cNvSpPr>
              <a:spLocks noChangeArrowheads="1"/>
            </p:cNvSpPr>
            <p:nvPr/>
          </p:nvSpPr>
          <p:spPr bwMode="auto">
            <a:xfrm>
              <a:off x="3379" y="1759"/>
              <a:ext cx="29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B[0]</a:t>
              </a:r>
            </a:p>
          </p:txBody>
        </p:sp>
        <p:sp>
          <p:nvSpPr>
            <p:cNvPr id="29" name="Rectangle 148">
              <a:extLst>
                <a:ext uri="{FF2B5EF4-FFF2-40B4-BE49-F238E27FC236}">
                  <a16:creationId xmlns:a16="http://schemas.microsoft.com/office/drawing/2014/main" id="{9E86F2BE-441A-0D86-CF44-031DF8681860}"/>
                </a:ext>
              </a:extLst>
            </p:cNvPr>
            <p:cNvSpPr>
              <a:spLocks noChangeArrowheads="1"/>
            </p:cNvSpPr>
            <p:nvPr/>
          </p:nvSpPr>
          <p:spPr bwMode="auto">
            <a:xfrm>
              <a:off x="3913" y="2250"/>
              <a:ext cx="37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a:t>Cnt</a:t>
              </a:r>
              <a:endParaRPr kumimoji="1" lang="zh-CN" altLang="en-US" sz="2000"/>
            </a:p>
          </p:txBody>
        </p:sp>
        <p:sp>
          <p:nvSpPr>
            <p:cNvPr id="30" name="Rectangle 149">
              <a:extLst>
                <a:ext uri="{FF2B5EF4-FFF2-40B4-BE49-F238E27FC236}">
                  <a16:creationId xmlns:a16="http://schemas.microsoft.com/office/drawing/2014/main" id="{26605FC6-DA52-CCEE-7801-8EC528751892}"/>
                </a:ext>
              </a:extLst>
            </p:cNvPr>
            <p:cNvSpPr>
              <a:spLocks noChangeArrowheads="1"/>
            </p:cNvSpPr>
            <p:nvPr/>
          </p:nvSpPr>
          <p:spPr bwMode="auto">
            <a:xfrm>
              <a:off x="4556" y="2250"/>
              <a:ext cx="3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a:t>Shr</a:t>
              </a:r>
              <a:endParaRPr kumimoji="1" lang="zh-CN" altLang="en-US" sz="2000"/>
            </a:p>
          </p:txBody>
        </p:sp>
        <p:sp>
          <p:nvSpPr>
            <p:cNvPr id="31" name="Rectangle 150">
              <a:extLst>
                <a:ext uri="{FF2B5EF4-FFF2-40B4-BE49-F238E27FC236}">
                  <a16:creationId xmlns:a16="http://schemas.microsoft.com/office/drawing/2014/main" id="{6CF48361-5585-BD3F-4EAC-17C09BBF27F9}"/>
                </a:ext>
              </a:extLst>
            </p:cNvPr>
            <p:cNvSpPr>
              <a:spLocks noChangeArrowheads="1"/>
            </p:cNvSpPr>
            <p:nvPr/>
          </p:nvSpPr>
          <p:spPr bwMode="auto">
            <a:xfrm>
              <a:off x="4845" y="2046"/>
              <a:ext cx="4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a:solidFill>
                    <a:srgbClr val="0000FF"/>
                  </a:solidFill>
                </a:rPr>
                <a:t>Done</a:t>
              </a:r>
              <a:endParaRPr kumimoji="1" lang="zh-CN" altLang="en-US" sz="2000">
                <a:solidFill>
                  <a:srgbClr val="0000FF"/>
                </a:solidFill>
              </a:endParaRPr>
            </a:p>
          </p:txBody>
        </p:sp>
        <p:sp>
          <p:nvSpPr>
            <p:cNvPr id="32" name="Rectangle 156">
              <a:extLst>
                <a:ext uri="{FF2B5EF4-FFF2-40B4-BE49-F238E27FC236}">
                  <a16:creationId xmlns:a16="http://schemas.microsoft.com/office/drawing/2014/main" id="{9B214D91-668D-F676-E1CC-B03D32A2ADCC}"/>
                </a:ext>
              </a:extLst>
            </p:cNvPr>
            <p:cNvSpPr>
              <a:spLocks noChangeArrowheads="1"/>
            </p:cNvSpPr>
            <p:nvPr/>
          </p:nvSpPr>
          <p:spPr bwMode="auto">
            <a:xfrm>
              <a:off x="3288" y="890"/>
              <a:ext cx="2246" cy="1656"/>
            </a:xfrm>
            <a:prstGeom prst="rect">
              <a:avLst/>
            </a:prstGeom>
            <a:noFill/>
            <a:ln w="19050">
              <a:solidFill>
                <a:srgbClr val="CC00FF"/>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grpSp>
        <p:nvGrpSpPr>
          <p:cNvPr id="33" name="Group 161">
            <a:extLst>
              <a:ext uri="{FF2B5EF4-FFF2-40B4-BE49-F238E27FC236}">
                <a16:creationId xmlns:a16="http://schemas.microsoft.com/office/drawing/2014/main" id="{85E8CB67-C9E6-6402-9759-D329A5B39043}"/>
              </a:ext>
            </a:extLst>
          </p:cNvPr>
          <p:cNvGrpSpPr>
            <a:grpSpLocks/>
          </p:cNvGrpSpPr>
          <p:nvPr/>
        </p:nvGrpSpPr>
        <p:grpSpPr bwMode="auto">
          <a:xfrm>
            <a:off x="611188" y="1580020"/>
            <a:ext cx="4322762" cy="4860925"/>
            <a:chOff x="385" y="913"/>
            <a:chExt cx="2723" cy="3062"/>
          </a:xfrm>
        </p:grpSpPr>
        <p:sp>
          <p:nvSpPr>
            <p:cNvPr id="34" name="Rectangle 2">
              <a:extLst>
                <a:ext uri="{FF2B5EF4-FFF2-40B4-BE49-F238E27FC236}">
                  <a16:creationId xmlns:a16="http://schemas.microsoft.com/office/drawing/2014/main" id="{B185CB16-641B-766D-98F4-700AD6FF9F00}"/>
                </a:ext>
              </a:extLst>
            </p:cNvPr>
            <p:cNvSpPr>
              <a:spLocks noChangeArrowheads="1"/>
            </p:cNvSpPr>
            <p:nvPr/>
          </p:nvSpPr>
          <p:spPr bwMode="auto">
            <a:xfrm>
              <a:off x="2495" y="1542"/>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600" b="0">
                  <a:latin typeface="Arial" panose="020B0604020202020204" pitchFamily="34" charset="0"/>
                </a:rPr>
                <a:t>2</a:t>
              </a:r>
            </a:p>
          </p:txBody>
        </p:sp>
        <p:sp>
          <p:nvSpPr>
            <p:cNvPr id="35" name="Text Box 7">
              <a:extLst>
                <a:ext uri="{FF2B5EF4-FFF2-40B4-BE49-F238E27FC236}">
                  <a16:creationId xmlns:a16="http://schemas.microsoft.com/office/drawing/2014/main" id="{71716A2F-0EB2-0A68-F4C5-A8684DA394D7}"/>
                </a:ext>
              </a:extLst>
            </p:cNvPr>
            <p:cNvSpPr txBox="1">
              <a:spLocks noChangeArrowheads="1"/>
            </p:cNvSpPr>
            <p:nvPr/>
          </p:nvSpPr>
          <p:spPr bwMode="auto">
            <a:xfrm>
              <a:off x="1292" y="1797"/>
              <a:ext cx="861" cy="25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a:latin typeface="Arial" panose="020B0604020202020204" pitchFamily="34" charset="0"/>
                </a:rPr>
                <a:t>被乘数</a:t>
              </a:r>
              <a:endParaRPr lang="en-US" altLang="zh-CN" sz="2000">
                <a:latin typeface="Arial" panose="020B0604020202020204" pitchFamily="34" charset="0"/>
              </a:endParaRPr>
            </a:p>
          </p:txBody>
        </p:sp>
        <p:sp>
          <p:nvSpPr>
            <p:cNvPr id="36" name="Text Box 8">
              <a:extLst>
                <a:ext uri="{FF2B5EF4-FFF2-40B4-BE49-F238E27FC236}">
                  <a16:creationId xmlns:a16="http://schemas.microsoft.com/office/drawing/2014/main" id="{2DC3FA1E-69BD-A277-E9C3-ECED7E45D8AB}"/>
                </a:ext>
              </a:extLst>
            </p:cNvPr>
            <p:cNvSpPr txBox="1">
              <a:spLocks noChangeArrowheads="1"/>
            </p:cNvSpPr>
            <p:nvPr/>
          </p:nvSpPr>
          <p:spPr bwMode="auto">
            <a:xfrm>
              <a:off x="1088" y="2442"/>
              <a:ext cx="861" cy="25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a:latin typeface="Arial" panose="020B0604020202020204" pitchFamily="34" charset="0"/>
                </a:rPr>
                <a:t>加法器</a:t>
              </a:r>
            </a:p>
          </p:txBody>
        </p:sp>
        <p:sp>
          <p:nvSpPr>
            <p:cNvPr id="37" name="Text Box 9">
              <a:extLst>
                <a:ext uri="{FF2B5EF4-FFF2-40B4-BE49-F238E27FC236}">
                  <a16:creationId xmlns:a16="http://schemas.microsoft.com/office/drawing/2014/main" id="{F8EC2D52-AF85-6626-C779-B212BE4F1D8B}"/>
                </a:ext>
              </a:extLst>
            </p:cNvPr>
            <p:cNvSpPr txBox="1">
              <a:spLocks noChangeArrowheads="1"/>
            </p:cNvSpPr>
            <p:nvPr/>
          </p:nvSpPr>
          <p:spPr bwMode="auto">
            <a:xfrm>
              <a:off x="2154" y="2993"/>
              <a:ext cx="862" cy="25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a:latin typeface="Arial" panose="020B0604020202020204" pitchFamily="34" charset="0"/>
                </a:rPr>
                <a:t>乘数</a:t>
              </a:r>
              <a:endParaRPr lang="en-US" altLang="zh-CN" sz="2000">
                <a:latin typeface="Arial" panose="020B0604020202020204" pitchFamily="34" charset="0"/>
              </a:endParaRPr>
            </a:p>
          </p:txBody>
        </p:sp>
        <p:sp>
          <p:nvSpPr>
            <p:cNvPr id="38" name="Text Box 10">
              <a:extLst>
                <a:ext uri="{FF2B5EF4-FFF2-40B4-BE49-F238E27FC236}">
                  <a16:creationId xmlns:a16="http://schemas.microsoft.com/office/drawing/2014/main" id="{F87F03DB-D2E0-31AC-FE4A-26449DF5E34F}"/>
                </a:ext>
              </a:extLst>
            </p:cNvPr>
            <p:cNvSpPr txBox="1">
              <a:spLocks noChangeArrowheads="1"/>
            </p:cNvSpPr>
            <p:nvPr/>
          </p:nvSpPr>
          <p:spPr bwMode="auto">
            <a:xfrm>
              <a:off x="1088" y="2986"/>
              <a:ext cx="862" cy="25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a:latin typeface="Arial" panose="020B0604020202020204" pitchFamily="34" charset="0"/>
                </a:rPr>
                <a:t>部分积</a:t>
              </a:r>
            </a:p>
          </p:txBody>
        </p:sp>
        <p:sp>
          <p:nvSpPr>
            <p:cNvPr id="39" name="Text Box 11">
              <a:extLst>
                <a:ext uri="{FF2B5EF4-FFF2-40B4-BE49-F238E27FC236}">
                  <a16:creationId xmlns:a16="http://schemas.microsoft.com/office/drawing/2014/main" id="{A52E931D-85EF-BB5D-1AF1-8B4242B2AE5B}"/>
                </a:ext>
              </a:extLst>
            </p:cNvPr>
            <p:cNvSpPr txBox="1">
              <a:spLocks noChangeArrowheads="1"/>
            </p:cNvSpPr>
            <p:nvPr/>
          </p:nvSpPr>
          <p:spPr bwMode="auto">
            <a:xfrm>
              <a:off x="498" y="2986"/>
              <a:ext cx="386" cy="25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a:latin typeface="Arial" panose="020B0604020202020204" pitchFamily="34" charset="0"/>
                </a:rPr>
                <a:t>进位</a:t>
              </a:r>
            </a:p>
          </p:txBody>
        </p:sp>
        <p:sp>
          <p:nvSpPr>
            <p:cNvPr id="40" name="Line 12">
              <a:extLst>
                <a:ext uri="{FF2B5EF4-FFF2-40B4-BE49-F238E27FC236}">
                  <a16:creationId xmlns:a16="http://schemas.microsoft.com/office/drawing/2014/main" id="{8B9B7C09-5E0F-CDFD-BCC0-E53355DDBA1C}"/>
                </a:ext>
              </a:extLst>
            </p:cNvPr>
            <p:cNvSpPr>
              <a:spLocks noChangeShapeType="1"/>
            </p:cNvSpPr>
            <p:nvPr/>
          </p:nvSpPr>
          <p:spPr bwMode="auto">
            <a:xfrm>
              <a:off x="1519" y="2698"/>
              <a:ext cx="0" cy="29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 name="Line 13">
              <a:extLst>
                <a:ext uri="{FF2B5EF4-FFF2-40B4-BE49-F238E27FC236}">
                  <a16:creationId xmlns:a16="http://schemas.microsoft.com/office/drawing/2014/main" id="{9A6A5EEA-DEB4-8573-BF41-917694BB0FC5}"/>
                </a:ext>
              </a:extLst>
            </p:cNvPr>
            <p:cNvSpPr>
              <a:spLocks noChangeShapeType="1"/>
            </p:cNvSpPr>
            <p:nvPr/>
          </p:nvSpPr>
          <p:spPr bwMode="auto">
            <a:xfrm>
              <a:off x="1726" y="2054"/>
              <a:ext cx="0" cy="38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 name="Line 14">
              <a:extLst>
                <a:ext uri="{FF2B5EF4-FFF2-40B4-BE49-F238E27FC236}">
                  <a16:creationId xmlns:a16="http://schemas.microsoft.com/office/drawing/2014/main" id="{7B986C62-C40A-01EE-3180-400800B140B1}"/>
                </a:ext>
              </a:extLst>
            </p:cNvPr>
            <p:cNvSpPr>
              <a:spLocks noChangeShapeType="1"/>
            </p:cNvSpPr>
            <p:nvPr/>
          </p:nvSpPr>
          <p:spPr bwMode="auto">
            <a:xfrm>
              <a:off x="1315" y="2245"/>
              <a:ext cx="0" cy="20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 name="Line 15">
              <a:extLst>
                <a:ext uri="{FF2B5EF4-FFF2-40B4-BE49-F238E27FC236}">
                  <a16:creationId xmlns:a16="http://schemas.microsoft.com/office/drawing/2014/main" id="{5757B544-3A89-1C03-43FB-8DE77AC4E512}"/>
                </a:ext>
              </a:extLst>
            </p:cNvPr>
            <p:cNvSpPr>
              <a:spLocks noChangeShapeType="1"/>
            </p:cNvSpPr>
            <p:nvPr/>
          </p:nvSpPr>
          <p:spPr bwMode="auto">
            <a:xfrm flipH="1">
              <a:off x="385" y="2245"/>
              <a:ext cx="93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16">
              <a:extLst>
                <a:ext uri="{FF2B5EF4-FFF2-40B4-BE49-F238E27FC236}">
                  <a16:creationId xmlns:a16="http://schemas.microsoft.com/office/drawing/2014/main" id="{DD820247-B413-6BA4-AC5B-FC737FF74627}"/>
                </a:ext>
              </a:extLst>
            </p:cNvPr>
            <p:cNvSpPr>
              <a:spLocks noChangeShapeType="1"/>
            </p:cNvSpPr>
            <p:nvPr/>
          </p:nvSpPr>
          <p:spPr bwMode="auto">
            <a:xfrm>
              <a:off x="385" y="2244"/>
              <a:ext cx="0" cy="120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17">
              <a:extLst>
                <a:ext uri="{FF2B5EF4-FFF2-40B4-BE49-F238E27FC236}">
                  <a16:creationId xmlns:a16="http://schemas.microsoft.com/office/drawing/2014/main" id="{3149E9EB-CD9E-EA87-C512-7EFECD1FCF53}"/>
                </a:ext>
              </a:extLst>
            </p:cNvPr>
            <p:cNvSpPr>
              <a:spLocks noChangeShapeType="1"/>
            </p:cNvSpPr>
            <p:nvPr/>
          </p:nvSpPr>
          <p:spPr bwMode="auto">
            <a:xfrm>
              <a:off x="1519" y="3242"/>
              <a:ext cx="0" cy="408"/>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 name="Line 18">
              <a:extLst>
                <a:ext uri="{FF2B5EF4-FFF2-40B4-BE49-F238E27FC236}">
                  <a16:creationId xmlns:a16="http://schemas.microsoft.com/office/drawing/2014/main" id="{E31429C4-CD8C-3874-B065-EB52305C5535}"/>
                </a:ext>
              </a:extLst>
            </p:cNvPr>
            <p:cNvSpPr>
              <a:spLocks noChangeShapeType="1"/>
            </p:cNvSpPr>
            <p:nvPr/>
          </p:nvSpPr>
          <p:spPr bwMode="auto">
            <a:xfrm flipH="1">
              <a:off x="385" y="3446"/>
              <a:ext cx="113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Line 19">
              <a:extLst>
                <a:ext uri="{FF2B5EF4-FFF2-40B4-BE49-F238E27FC236}">
                  <a16:creationId xmlns:a16="http://schemas.microsoft.com/office/drawing/2014/main" id="{96BECFB9-F823-F8B1-639B-6787E0F926F5}"/>
                </a:ext>
              </a:extLst>
            </p:cNvPr>
            <p:cNvSpPr>
              <a:spLocks noChangeShapeType="1"/>
            </p:cNvSpPr>
            <p:nvPr/>
          </p:nvSpPr>
          <p:spPr bwMode="auto">
            <a:xfrm>
              <a:off x="702" y="2585"/>
              <a:ext cx="0" cy="408"/>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8" name="Line 20">
              <a:extLst>
                <a:ext uri="{FF2B5EF4-FFF2-40B4-BE49-F238E27FC236}">
                  <a16:creationId xmlns:a16="http://schemas.microsoft.com/office/drawing/2014/main" id="{927D9B9F-F75C-9626-9808-726DEA1C19B4}"/>
                </a:ext>
              </a:extLst>
            </p:cNvPr>
            <p:cNvSpPr>
              <a:spLocks noChangeShapeType="1"/>
            </p:cNvSpPr>
            <p:nvPr/>
          </p:nvSpPr>
          <p:spPr bwMode="auto">
            <a:xfrm flipH="1">
              <a:off x="702" y="2585"/>
              <a:ext cx="38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Line 21">
              <a:extLst>
                <a:ext uri="{FF2B5EF4-FFF2-40B4-BE49-F238E27FC236}">
                  <a16:creationId xmlns:a16="http://schemas.microsoft.com/office/drawing/2014/main" id="{8E0EFD0D-2939-7899-E94B-AFF425FF00CE}"/>
                </a:ext>
              </a:extLst>
            </p:cNvPr>
            <p:cNvSpPr>
              <a:spLocks noChangeShapeType="1"/>
            </p:cNvSpPr>
            <p:nvPr/>
          </p:nvSpPr>
          <p:spPr bwMode="auto">
            <a:xfrm>
              <a:off x="884" y="3106"/>
              <a:ext cx="204"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0" name="Line 22">
              <a:extLst>
                <a:ext uri="{FF2B5EF4-FFF2-40B4-BE49-F238E27FC236}">
                  <a16:creationId xmlns:a16="http://schemas.microsoft.com/office/drawing/2014/main" id="{1AABCB1C-51CA-ED1D-026C-A9A9C1D8849C}"/>
                </a:ext>
              </a:extLst>
            </p:cNvPr>
            <p:cNvSpPr>
              <a:spLocks noChangeShapeType="1"/>
            </p:cNvSpPr>
            <p:nvPr/>
          </p:nvSpPr>
          <p:spPr bwMode="auto">
            <a:xfrm>
              <a:off x="1950" y="3106"/>
              <a:ext cx="204"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1" name="Line 23">
              <a:extLst>
                <a:ext uri="{FF2B5EF4-FFF2-40B4-BE49-F238E27FC236}">
                  <a16:creationId xmlns:a16="http://schemas.microsoft.com/office/drawing/2014/main" id="{80B3A09F-94DC-5BE7-1082-433C19512425}"/>
                </a:ext>
              </a:extLst>
            </p:cNvPr>
            <p:cNvSpPr>
              <a:spLocks noChangeShapeType="1"/>
            </p:cNvSpPr>
            <p:nvPr/>
          </p:nvSpPr>
          <p:spPr bwMode="auto">
            <a:xfrm flipH="1">
              <a:off x="1681" y="2207"/>
              <a:ext cx="91"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Rectangle 24">
              <a:extLst>
                <a:ext uri="{FF2B5EF4-FFF2-40B4-BE49-F238E27FC236}">
                  <a16:creationId xmlns:a16="http://schemas.microsoft.com/office/drawing/2014/main" id="{FBAD94BE-04E4-F848-E67B-D9DA056C8C4C}"/>
                </a:ext>
              </a:extLst>
            </p:cNvPr>
            <p:cNvSpPr>
              <a:spLocks noChangeArrowheads="1"/>
            </p:cNvSpPr>
            <p:nvPr/>
          </p:nvSpPr>
          <p:spPr bwMode="auto">
            <a:xfrm>
              <a:off x="1814" y="2164"/>
              <a:ext cx="71"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4</a:t>
              </a:r>
            </a:p>
          </p:txBody>
        </p:sp>
        <p:sp>
          <p:nvSpPr>
            <p:cNvPr id="53" name="Line 25">
              <a:extLst>
                <a:ext uri="{FF2B5EF4-FFF2-40B4-BE49-F238E27FC236}">
                  <a16:creationId xmlns:a16="http://schemas.microsoft.com/office/drawing/2014/main" id="{F92BBA51-3891-D6D2-C424-28B0AD39F642}"/>
                </a:ext>
              </a:extLst>
            </p:cNvPr>
            <p:cNvSpPr>
              <a:spLocks noChangeShapeType="1"/>
            </p:cNvSpPr>
            <p:nvPr/>
          </p:nvSpPr>
          <p:spPr bwMode="auto">
            <a:xfrm flipH="1">
              <a:off x="1477" y="2789"/>
              <a:ext cx="91"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Rectangle 26">
              <a:extLst>
                <a:ext uri="{FF2B5EF4-FFF2-40B4-BE49-F238E27FC236}">
                  <a16:creationId xmlns:a16="http://schemas.microsoft.com/office/drawing/2014/main" id="{A22F5EFE-769E-6FC1-99B1-2B25986BCA5A}"/>
                </a:ext>
              </a:extLst>
            </p:cNvPr>
            <p:cNvSpPr>
              <a:spLocks noChangeArrowheads="1"/>
            </p:cNvSpPr>
            <p:nvPr/>
          </p:nvSpPr>
          <p:spPr bwMode="auto">
            <a:xfrm>
              <a:off x="1610" y="2759"/>
              <a:ext cx="71"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4</a:t>
              </a:r>
            </a:p>
          </p:txBody>
        </p:sp>
        <p:sp>
          <p:nvSpPr>
            <p:cNvPr id="55" name="Line 27">
              <a:extLst>
                <a:ext uri="{FF2B5EF4-FFF2-40B4-BE49-F238E27FC236}">
                  <a16:creationId xmlns:a16="http://schemas.microsoft.com/office/drawing/2014/main" id="{413FCF49-132B-BF8C-2E18-BD294D7C79CD}"/>
                </a:ext>
              </a:extLst>
            </p:cNvPr>
            <p:cNvSpPr>
              <a:spLocks noChangeShapeType="1"/>
            </p:cNvSpPr>
            <p:nvPr/>
          </p:nvSpPr>
          <p:spPr bwMode="auto">
            <a:xfrm flipH="1">
              <a:off x="1477" y="3324"/>
              <a:ext cx="91"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Rectangle 28">
              <a:extLst>
                <a:ext uri="{FF2B5EF4-FFF2-40B4-BE49-F238E27FC236}">
                  <a16:creationId xmlns:a16="http://schemas.microsoft.com/office/drawing/2014/main" id="{126B91CE-437D-74E5-32DC-F55E691EAFBA}"/>
                </a:ext>
              </a:extLst>
            </p:cNvPr>
            <p:cNvSpPr>
              <a:spLocks noChangeArrowheads="1"/>
            </p:cNvSpPr>
            <p:nvPr/>
          </p:nvSpPr>
          <p:spPr bwMode="auto">
            <a:xfrm>
              <a:off x="1610" y="3281"/>
              <a:ext cx="71"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4</a:t>
              </a:r>
            </a:p>
          </p:txBody>
        </p:sp>
        <p:sp>
          <p:nvSpPr>
            <p:cNvPr id="57" name="Rectangle 29">
              <a:extLst>
                <a:ext uri="{FF2B5EF4-FFF2-40B4-BE49-F238E27FC236}">
                  <a16:creationId xmlns:a16="http://schemas.microsoft.com/office/drawing/2014/main" id="{8D0BECC1-088C-5909-D782-EEE2E3E6AC47}"/>
                </a:ext>
              </a:extLst>
            </p:cNvPr>
            <p:cNvSpPr>
              <a:spLocks noChangeArrowheads="1"/>
            </p:cNvSpPr>
            <p:nvPr/>
          </p:nvSpPr>
          <p:spPr bwMode="auto">
            <a:xfrm>
              <a:off x="2176" y="2797"/>
              <a:ext cx="10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B</a:t>
              </a:r>
            </a:p>
          </p:txBody>
        </p:sp>
        <p:sp>
          <p:nvSpPr>
            <p:cNvPr id="58" name="Rectangle 30">
              <a:extLst>
                <a:ext uri="{FF2B5EF4-FFF2-40B4-BE49-F238E27FC236}">
                  <a16:creationId xmlns:a16="http://schemas.microsoft.com/office/drawing/2014/main" id="{73D7AD3F-5347-6194-E853-C5651F7B3AFE}"/>
                </a:ext>
              </a:extLst>
            </p:cNvPr>
            <p:cNvSpPr>
              <a:spLocks noChangeArrowheads="1"/>
            </p:cNvSpPr>
            <p:nvPr/>
          </p:nvSpPr>
          <p:spPr bwMode="auto">
            <a:xfrm>
              <a:off x="1133" y="2789"/>
              <a:ext cx="1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A</a:t>
              </a:r>
            </a:p>
          </p:txBody>
        </p:sp>
        <p:sp>
          <p:nvSpPr>
            <p:cNvPr id="59" name="Rectangle 31">
              <a:extLst>
                <a:ext uri="{FF2B5EF4-FFF2-40B4-BE49-F238E27FC236}">
                  <a16:creationId xmlns:a16="http://schemas.microsoft.com/office/drawing/2014/main" id="{8EB493BD-605F-B0F6-66BD-7208F7C9B96E}"/>
                </a:ext>
              </a:extLst>
            </p:cNvPr>
            <p:cNvSpPr>
              <a:spLocks noChangeArrowheads="1"/>
            </p:cNvSpPr>
            <p:nvPr/>
          </p:nvSpPr>
          <p:spPr bwMode="auto">
            <a:xfrm>
              <a:off x="495" y="2789"/>
              <a:ext cx="1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C</a:t>
              </a:r>
              <a:endParaRPr lang="zh-CN" altLang="en-US" sz="2000"/>
            </a:p>
          </p:txBody>
        </p:sp>
        <p:sp>
          <p:nvSpPr>
            <p:cNvPr id="60" name="Rectangle 32">
              <a:extLst>
                <a:ext uri="{FF2B5EF4-FFF2-40B4-BE49-F238E27FC236}">
                  <a16:creationId xmlns:a16="http://schemas.microsoft.com/office/drawing/2014/main" id="{147F2386-20B6-058B-9991-C9C48E547873}"/>
                </a:ext>
              </a:extLst>
            </p:cNvPr>
            <p:cNvSpPr>
              <a:spLocks noChangeArrowheads="1"/>
            </p:cNvSpPr>
            <p:nvPr/>
          </p:nvSpPr>
          <p:spPr bwMode="auto">
            <a:xfrm>
              <a:off x="1337" y="1601"/>
              <a:ext cx="1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D</a:t>
              </a:r>
            </a:p>
          </p:txBody>
        </p:sp>
        <p:sp>
          <p:nvSpPr>
            <p:cNvPr id="61" name="Line 33">
              <a:extLst>
                <a:ext uri="{FF2B5EF4-FFF2-40B4-BE49-F238E27FC236}">
                  <a16:creationId xmlns:a16="http://schemas.microsoft.com/office/drawing/2014/main" id="{0EC3D83E-5450-E53E-47C6-880751EE4FFF}"/>
                </a:ext>
              </a:extLst>
            </p:cNvPr>
            <p:cNvSpPr>
              <a:spLocks noChangeShapeType="1"/>
            </p:cNvSpPr>
            <p:nvPr/>
          </p:nvSpPr>
          <p:spPr bwMode="auto">
            <a:xfrm flipH="1">
              <a:off x="838" y="2199"/>
              <a:ext cx="68" cy="9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Rectangle 34">
              <a:extLst>
                <a:ext uri="{FF2B5EF4-FFF2-40B4-BE49-F238E27FC236}">
                  <a16:creationId xmlns:a16="http://schemas.microsoft.com/office/drawing/2014/main" id="{6FC2891A-60BD-526B-336F-67D91E27244C}"/>
                </a:ext>
              </a:extLst>
            </p:cNvPr>
            <p:cNvSpPr>
              <a:spLocks noChangeArrowheads="1"/>
            </p:cNvSpPr>
            <p:nvPr/>
          </p:nvSpPr>
          <p:spPr bwMode="auto">
            <a:xfrm>
              <a:off x="838" y="2053"/>
              <a:ext cx="71"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4</a:t>
              </a:r>
            </a:p>
          </p:txBody>
        </p:sp>
        <p:sp>
          <p:nvSpPr>
            <p:cNvPr id="63" name="Line 37">
              <a:extLst>
                <a:ext uri="{FF2B5EF4-FFF2-40B4-BE49-F238E27FC236}">
                  <a16:creationId xmlns:a16="http://schemas.microsoft.com/office/drawing/2014/main" id="{3ADAA2FC-0C73-57F8-60F5-F72BBBF296A4}"/>
                </a:ext>
              </a:extLst>
            </p:cNvPr>
            <p:cNvSpPr>
              <a:spLocks noChangeShapeType="1"/>
            </p:cNvSpPr>
            <p:nvPr/>
          </p:nvSpPr>
          <p:spPr bwMode="auto">
            <a:xfrm>
              <a:off x="1720" y="1499"/>
              <a:ext cx="0" cy="295"/>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 name="Line 38">
              <a:extLst>
                <a:ext uri="{FF2B5EF4-FFF2-40B4-BE49-F238E27FC236}">
                  <a16:creationId xmlns:a16="http://schemas.microsoft.com/office/drawing/2014/main" id="{B3557589-2C04-F75B-3DBC-F24A69520C81}"/>
                </a:ext>
              </a:extLst>
            </p:cNvPr>
            <p:cNvSpPr>
              <a:spLocks noChangeShapeType="1"/>
            </p:cNvSpPr>
            <p:nvPr/>
          </p:nvSpPr>
          <p:spPr bwMode="auto">
            <a:xfrm flipH="1">
              <a:off x="1678" y="1590"/>
              <a:ext cx="91"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Rectangle 39">
              <a:extLst>
                <a:ext uri="{FF2B5EF4-FFF2-40B4-BE49-F238E27FC236}">
                  <a16:creationId xmlns:a16="http://schemas.microsoft.com/office/drawing/2014/main" id="{F3FA751C-DC77-C34B-FE13-BDED68ED5992}"/>
                </a:ext>
              </a:extLst>
            </p:cNvPr>
            <p:cNvSpPr>
              <a:spLocks noChangeArrowheads="1"/>
            </p:cNvSpPr>
            <p:nvPr/>
          </p:nvSpPr>
          <p:spPr bwMode="auto">
            <a:xfrm>
              <a:off x="1564" y="1560"/>
              <a:ext cx="71"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4</a:t>
              </a:r>
            </a:p>
          </p:txBody>
        </p:sp>
        <p:sp>
          <p:nvSpPr>
            <p:cNvPr id="66" name="Line 40">
              <a:extLst>
                <a:ext uri="{FF2B5EF4-FFF2-40B4-BE49-F238E27FC236}">
                  <a16:creationId xmlns:a16="http://schemas.microsoft.com/office/drawing/2014/main" id="{C4A335FD-EC63-421D-3B0F-7D5F6D097E60}"/>
                </a:ext>
              </a:extLst>
            </p:cNvPr>
            <p:cNvSpPr>
              <a:spLocks noChangeShapeType="1"/>
            </p:cNvSpPr>
            <p:nvPr/>
          </p:nvSpPr>
          <p:spPr bwMode="auto">
            <a:xfrm>
              <a:off x="2562" y="2698"/>
              <a:ext cx="0" cy="295"/>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 name="Line 41">
              <a:extLst>
                <a:ext uri="{FF2B5EF4-FFF2-40B4-BE49-F238E27FC236}">
                  <a16:creationId xmlns:a16="http://schemas.microsoft.com/office/drawing/2014/main" id="{D5FD8617-F581-667B-38D4-9F4B764D063A}"/>
                </a:ext>
              </a:extLst>
            </p:cNvPr>
            <p:cNvSpPr>
              <a:spLocks noChangeShapeType="1"/>
            </p:cNvSpPr>
            <p:nvPr/>
          </p:nvSpPr>
          <p:spPr bwMode="auto">
            <a:xfrm flipH="1">
              <a:off x="2520" y="2789"/>
              <a:ext cx="91"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 name="Rectangle 42">
              <a:extLst>
                <a:ext uri="{FF2B5EF4-FFF2-40B4-BE49-F238E27FC236}">
                  <a16:creationId xmlns:a16="http://schemas.microsoft.com/office/drawing/2014/main" id="{A3CE48EB-8FFA-EED3-DAE9-827F1F1AF9BA}"/>
                </a:ext>
              </a:extLst>
            </p:cNvPr>
            <p:cNvSpPr>
              <a:spLocks noChangeArrowheads="1"/>
            </p:cNvSpPr>
            <p:nvPr/>
          </p:nvSpPr>
          <p:spPr bwMode="auto">
            <a:xfrm>
              <a:off x="2403" y="2759"/>
              <a:ext cx="71"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4</a:t>
              </a:r>
            </a:p>
          </p:txBody>
        </p:sp>
        <p:sp>
          <p:nvSpPr>
            <p:cNvPr id="69" name="Rectangle 43">
              <a:extLst>
                <a:ext uri="{FF2B5EF4-FFF2-40B4-BE49-F238E27FC236}">
                  <a16:creationId xmlns:a16="http://schemas.microsoft.com/office/drawing/2014/main" id="{B3DE3EA9-2C29-06ED-A825-1C9C7428166B}"/>
                </a:ext>
              </a:extLst>
            </p:cNvPr>
            <p:cNvSpPr>
              <a:spLocks noChangeArrowheads="1"/>
            </p:cNvSpPr>
            <p:nvPr/>
          </p:nvSpPr>
          <p:spPr bwMode="auto">
            <a:xfrm>
              <a:off x="1836" y="1465"/>
              <a:ext cx="1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solidFill>
                    <a:srgbClr val="0000FF"/>
                  </a:solidFill>
                </a:rPr>
                <a:t>X</a:t>
              </a:r>
            </a:p>
          </p:txBody>
        </p:sp>
        <p:sp>
          <p:nvSpPr>
            <p:cNvPr id="70" name="Rectangle 44">
              <a:extLst>
                <a:ext uri="{FF2B5EF4-FFF2-40B4-BE49-F238E27FC236}">
                  <a16:creationId xmlns:a16="http://schemas.microsoft.com/office/drawing/2014/main" id="{C51F8F2B-EA32-C1B7-DD61-0082EEE94C3F}"/>
                </a:ext>
              </a:extLst>
            </p:cNvPr>
            <p:cNvSpPr>
              <a:spLocks noChangeArrowheads="1"/>
            </p:cNvSpPr>
            <p:nvPr/>
          </p:nvSpPr>
          <p:spPr bwMode="auto">
            <a:xfrm>
              <a:off x="2653" y="2661"/>
              <a:ext cx="1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solidFill>
                    <a:srgbClr val="0000FF"/>
                  </a:solidFill>
                </a:rPr>
                <a:t>Y</a:t>
              </a:r>
            </a:p>
          </p:txBody>
        </p:sp>
        <p:sp>
          <p:nvSpPr>
            <p:cNvPr id="71" name="Line 45">
              <a:extLst>
                <a:ext uri="{FF2B5EF4-FFF2-40B4-BE49-F238E27FC236}">
                  <a16:creationId xmlns:a16="http://schemas.microsoft.com/office/drawing/2014/main" id="{67E3D043-6702-6D25-041D-36D7B699FDD1}"/>
                </a:ext>
              </a:extLst>
            </p:cNvPr>
            <p:cNvSpPr>
              <a:spLocks noChangeShapeType="1"/>
            </p:cNvSpPr>
            <p:nvPr/>
          </p:nvSpPr>
          <p:spPr bwMode="auto">
            <a:xfrm>
              <a:off x="2558" y="3242"/>
              <a:ext cx="0" cy="408"/>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 name="Line 46">
              <a:extLst>
                <a:ext uri="{FF2B5EF4-FFF2-40B4-BE49-F238E27FC236}">
                  <a16:creationId xmlns:a16="http://schemas.microsoft.com/office/drawing/2014/main" id="{3F944774-567C-D978-171F-93D4FA324EB4}"/>
                </a:ext>
              </a:extLst>
            </p:cNvPr>
            <p:cNvSpPr>
              <a:spLocks noChangeShapeType="1"/>
            </p:cNvSpPr>
            <p:nvPr/>
          </p:nvSpPr>
          <p:spPr bwMode="auto">
            <a:xfrm flipH="1">
              <a:off x="2516" y="3399"/>
              <a:ext cx="91"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Rectangle 47">
              <a:extLst>
                <a:ext uri="{FF2B5EF4-FFF2-40B4-BE49-F238E27FC236}">
                  <a16:creationId xmlns:a16="http://schemas.microsoft.com/office/drawing/2014/main" id="{9A37CD5B-33D7-F377-D7B6-01091CAA651C}"/>
                </a:ext>
              </a:extLst>
            </p:cNvPr>
            <p:cNvSpPr>
              <a:spLocks noChangeArrowheads="1"/>
            </p:cNvSpPr>
            <p:nvPr/>
          </p:nvSpPr>
          <p:spPr bwMode="auto">
            <a:xfrm>
              <a:off x="2388" y="3355"/>
              <a:ext cx="71"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4</a:t>
              </a:r>
            </a:p>
          </p:txBody>
        </p:sp>
        <p:sp>
          <p:nvSpPr>
            <p:cNvPr id="74" name="Rectangle 48">
              <a:extLst>
                <a:ext uri="{FF2B5EF4-FFF2-40B4-BE49-F238E27FC236}">
                  <a16:creationId xmlns:a16="http://schemas.microsoft.com/office/drawing/2014/main" id="{77623BFB-7B98-5FF5-32CA-E936E29FB47A}"/>
                </a:ext>
              </a:extLst>
            </p:cNvPr>
            <p:cNvSpPr>
              <a:spLocks noChangeArrowheads="1"/>
            </p:cNvSpPr>
            <p:nvPr/>
          </p:nvSpPr>
          <p:spPr bwMode="auto">
            <a:xfrm>
              <a:off x="1995" y="3801"/>
              <a:ext cx="10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solidFill>
                    <a:srgbClr val="0000FF"/>
                  </a:solidFill>
                </a:rPr>
                <a:t>Z</a:t>
              </a:r>
            </a:p>
          </p:txBody>
        </p:sp>
        <p:sp>
          <p:nvSpPr>
            <p:cNvPr id="75" name="Text Box 49">
              <a:extLst>
                <a:ext uri="{FF2B5EF4-FFF2-40B4-BE49-F238E27FC236}">
                  <a16:creationId xmlns:a16="http://schemas.microsoft.com/office/drawing/2014/main" id="{19C82E17-5181-73D6-880C-12F7784694D1}"/>
                </a:ext>
              </a:extLst>
            </p:cNvPr>
            <p:cNvSpPr txBox="1">
              <a:spLocks noChangeArrowheads="1"/>
            </p:cNvSpPr>
            <p:nvPr/>
          </p:nvSpPr>
          <p:spPr bwMode="auto">
            <a:xfrm>
              <a:off x="2359" y="1270"/>
              <a:ext cx="749" cy="25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a:latin typeface="Arial" panose="020B0604020202020204" pitchFamily="34" charset="0"/>
                </a:rPr>
                <a:t>计数器</a:t>
              </a:r>
              <a:endParaRPr lang="en-US" altLang="zh-CN" sz="2000">
                <a:latin typeface="Arial" panose="020B0604020202020204" pitchFamily="34" charset="0"/>
              </a:endParaRPr>
            </a:p>
          </p:txBody>
        </p:sp>
        <p:sp>
          <p:nvSpPr>
            <p:cNvPr id="76" name="Rectangle 50">
              <a:extLst>
                <a:ext uri="{FF2B5EF4-FFF2-40B4-BE49-F238E27FC236}">
                  <a16:creationId xmlns:a16="http://schemas.microsoft.com/office/drawing/2014/main" id="{F5BCFD0B-4591-AE7F-A0F0-1CADDECFD2E1}"/>
                </a:ext>
              </a:extLst>
            </p:cNvPr>
            <p:cNvSpPr>
              <a:spLocks noChangeArrowheads="1"/>
            </p:cNvSpPr>
            <p:nvPr/>
          </p:nvSpPr>
          <p:spPr bwMode="auto">
            <a:xfrm>
              <a:off x="2358" y="1074"/>
              <a:ext cx="10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T</a:t>
              </a:r>
            </a:p>
          </p:txBody>
        </p:sp>
        <p:sp>
          <p:nvSpPr>
            <p:cNvPr id="77" name="Line 51">
              <a:extLst>
                <a:ext uri="{FF2B5EF4-FFF2-40B4-BE49-F238E27FC236}">
                  <a16:creationId xmlns:a16="http://schemas.microsoft.com/office/drawing/2014/main" id="{736994C2-E310-E3C9-82E9-B0FA76531D94}"/>
                </a:ext>
              </a:extLst>
            </p:cNvPr>
            <p:cNvSpPr>
              <a:spLocks noChangeShapeType="1"/>
            </p:cNvSpPr>
            <p:nvPr/>
          </p:nvSpPr>
          <p:spPr bwMode="auto">
            <a:xfrm>
              <a:off x="2744" y="975"/>
              <a:ext cx="0" cy="29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 name="Line 53">
              <a:extLst>
                <a:ext uri="{FF2B5EF4-FFF2-40B4-BE49-F238E27FC236}">
                  <a16:creationId xmlns:a16="http://schemas.microsoft.com/office/drawing/2014/main" id="{70BE5107-CE8C-117A-21D6-C2F7B744A9A3}"/>
                </a:ext>
              </a:extLst>
            </p:cNvPr>
            <p:cNvSpPr>
              <a:spLocks noChangeShapeType="1"/>
            </p:cNvSpPr>
            <p:nvPr/>
          </p:nvSpPr>
          <p:spPr bwMode="auto">
            <a:xfrm>
              <a:off x="2732" y="1519"/>
              <a:ext cx="0" cy="27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 name="Line 54">
              <a:extLst>
                <a:ext uri="{FF2B5EF4-FFF2-40B4-BE49-F238E27FC236}">
                  <a16:creationId xmlns:a16="http://schemas.microsoft.com/office/drawing/2014/main" id="{30B1E421-D0AF-96C2-2DC8-1105A7BCBA15}"/>
                </a:ext>
              </a:extLst>
            </p:cNvPr>
            <p:cNvSpPr>
              <a:spLocks noChangeShapeType="1"/>
            </p:cNvSpPr>
            <p:nvPr/>
          </p:nvSpPr>
          <p:spPr bwMode="auto">
            <a:xfrm flipH="1">
              <a:off x="2690" y="1610"/>
              <a:ext cx="91"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Text Box 55">
              <a:extLst>
                <a:ext uri="{FF2B5EF4-FFF2-40B4-BE49-F238E27FC236}">
                  <a16:creationId xmlns:a16="http://schemas.microsoft.com/office/drawing/2014/main" id="{BD0FDFAB-84B5-8499-1796-EA67F65D05C7}"/>
                </a:ext>
              </a:extLst>
            </p:cNvPr>
            <p:cNvSpPr txBox="1">
              <a:spLocks noChangeArrowheads="1"/>
            </p:cNvSpPr>
            <p:nvPr/>
          </p:nvSpPr>
          <p:spPr bwMode="auto">
            <a:xfrm>
              <a:off x="2358" y="1792"/>
              <a:ext cx="749" cy="25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a:latin typeface="Arial" panose="020B0604020202020204" pitchFamily="34" charset="0"/>
                </a:rPr>
                <a:t>检测</a:t>
              </a:r>
              <a:r>
                <a:rPr lang="en-US" altLang="zh-CN" sz="2000">
                  <a:latin typeface="Arial" panose="020B0604020202020204" pitchFamily="34" charset="0"/>
                </a:rPr>
                <a:t>0</a:t>
              </a:r>
            </a:p>
          </p:txBody>
        </p:sp>
        <p:sp>
          <p:nvSpPr>
            <p:cNvPr id="81" name="Line 99">
              <a:extLst>
                <a:ext uri="{FF2B5EF4-FFF2-40B4-BE49-F238E27FC236}">
                  <a16:creationId xmlns:a16="http://schemas.microsoft.com/office/drawing/2014/main" id="{C5AA0584-D232-085E-E502-F2BBEE0B7DB9}"/>
                </a:ext>
              </a:extLst>
            </p:cNvPr>
            <p:cNvSpPr>
              <a:spLocks noChangeShapeType="1"/>
            </p:cNvSpPr>
            <p:nvPr/>
          </p:nvSpPr>
          <p:spPr bwMode="auto">
            <a:xfrm>
              <a:off x="2722" y="2041"/>
              <a:ext cx="0" cy="27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 name="Rectangle 100">
              <a:extLst>
                <a:ext uri="{FF2B5EF4-FFF2-40B4-BE49-F238E27FC236}">
                  <a16:creationId xmlns:a16="http://schemas.microsoft.com/office/drawing/2014/main" id="{FB04C7AD-52F7-F707-CA8C-EE9168CE0A5F}"/>
                </a:ext>
              </a:extLst>
            </p:cNvPr>
            <p:cNvSpPr>
              <a:spLocks noChangeArrowheads="1"/>
            </p:cNvSpPr>
            <p:nvPr/>
          </p:nvSpPr>
          <p:spPr bwMode="auto">
            <a:xfrm>
              <a:off x="2518" y="2154"/>
              <a:ext cx="10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E</a:t>
              </a:r>
            </a:p>
          </p:txBody>
        </p:sp>
        <p:sp>
          <p:nvSpPr>
            <p:cNvPr id="83" name="AutoShape 102">
              <a:extLst>
                <a:ext uri="{FF2B5EF4-FFF2-40B4-BE49-F238E27FC236}">
                  <a16:creationId xmlns:a16="http://schemas.microsoft.com/office/drawing/2014/main" id="{3D10F566-2B32-33D7-0EE8-B654D9E0A836}"/>
                </a:ext>
              </a:extLst>
            </p:cNvPr>
            <p:cNvSpPr>
              <a:spLocks/>
            </p:cNvSpPr>
            <p:nvPr/>
          </p:nvSpPr>
          <p:spPr bwMode="auto">
            <a:xfrm rot="5400000">
              <a:off x="1984" y="3165"/>
              <a:ext cx="113" cy="1134"/>
            </a:xfrm>
            <a:prstGeom prst="rightBrace">
              <a:avLst>
                <a:gd name="adj1" fmla="val 83628"/>
                <a:gd name="adj2"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84" name="Rectangle 158">
              <a:extLst>
                <a:ext uri="{FF2B5EF4-FFF2-40B4-BE49-F238E27FC236}">
                  <a16:creationId xmlns:a16="http://schemas.microsoft.com/office/drawing/2014/main" id="{2C9AD807-4A5B-31EA-FFAB-5C70D5923FB9}"/>
                </a:ext>
              </a:extLst>
            </p:cNvPr>
            <p:cNvSpPr>
              <a:spLocks noChangeArrowheads="1"/>
            </p:cNvSpPr>
            <p:nvPr/>
          </p:nvSpPr>
          <p:spPr bwMode="auto">
            <a:xfrm>
              <a:off x="2767" y="91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a:latin typeface="Arial" panose="020B0604020202020204" pitchFamily="34" charset="0"/>
                </a:rPr>
                <a:t>0</a:t>
              </a:r>
            </a:p>
          </p:txBody>
        </p:sp>
      </p:grpSp>
      <p:sp>
        <p:nvSpPr>
          <p:cNvPr id="85" name="Rectangle 90">
            <a:extLst>
              <a:ext uri="{FF2B5EF4-FFF2-40B4-BE49-F238E27FC236}">
                <a16:creationId xmlns:a16="http://schemas.microsoft.com/office/drawing/2014/main" id="{0D6FA7D9-D6CE-6355-C533-1E7ABF33C92F}"/>
              </a:ext>
            </a:extLst>
          </p:cNvPr>
          <p:cNvSpPr>
            <a:spLocks noChangeArrowheads="1"/>
          </p:cNvSpPr>
          <p:nvPr/>
        </p:nvSpPr>
        <p:spPr bwMode="auto">
          <a:xfrm>
            <a:off x="5341938" y="4315282"/>
            <a:ext cx="34432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dirty="0"/>
              <a:t>Init: D</a:t>
            </a:r>
            <a:r>
              <a:rPr kumimoji="1" lang="en-US" altLang="zh-CN" sz="2000" dirty="0">
                <a:sym typeface="Wingdings" panose="05000000000000000000" pitchFamily="2" charset="2"/>
              </a:rPr>
              <a:t> = X, B = Y, T = 0</a:t>
            </a:r>
            <a:r>
              <a:rPr kumimoji="1" lang="zh-CN" altLang="en-US" sz="2000" dirty="0">
                <a:sym typeface="Wingdings" panose="05000000000000000000" pitchFamily="2" charset="2"/>
              </a:rPr>
              <a:t>，</a:t>
            </a:r>
            <a:endParaRPr kumimoji="1" lang="en-US" altLang="zh-CN" sz="2000" dirty="0">
              <a:sym typeface="Wingdings" panose="05000000000000000000" pitchFamily="2" charset="2"/>
            </a:endParaRPr>
          </a:p>
          <a:p>
            <a:pPr eaLnBrk="1" hangingPunct="1">
              <a:spcAft>
                <a:spcPct val="0"/>
              </a:spcAft>
              <a:buFontTx/>
              <a:buNone/>
            </a:pPr>
            <a:r>
              <a:rPr kumimoji="1" lang="en-US" altLang="zh-CN" sz="2000" dirty="0">
                <a:sym typeface="Wingdings" panose="05000000000000000000" pitchFamily="2" charset="2"/>
              </a:rPr>
              <a:t>         A = 0, C = 0</a:t>
            </a:r>
            <a:endParaRPr kumimoji="1" lang="zh-CN" altLang="en-US" sz="2000" dirty="0">
              <a:sym typeface="Wingdings" panose="05000000000000000000" pitchFamily="2" charset="2"/>
            </a:endParaRPr>
          </a:p>
        </p:txBody>
      </p:sp>
      <p:sp>
        <p:nvSpPr>
          <p:cNvPr id="86" name="Rectangle 91">
            <a:extLst>
              <a:ext uri="{FF2B5EF4-FFF2-40B4-BE49-F238E27FC236}">
                <a16:creationId xmlns:a16="http://schemas.microsoft.com/office/drawing/2014/main" id="{0751B390-F8A9-A00A-7E58-F326CB6FA892}"/>
              </a:ext>
            </a:extLst>
          </p:cNvPr>
          <p:cNvSpPr>
            <a:spLocks noChangeArrowheads="1"/>
          </p:cNvSpPr>
          <p:nvPr/>
        </p:nvSpPr>
        <p:spPr bwMode="auto">
          <a:xfrm>
            <a:off x="5370513" y="5018545"/>
            <a:ext cx="15402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dirty="0" err="1"/>
              <a:t>Cnt</a:t>
            </a:r>
            <a:r>
              <a:rPr kumimoji="1" lang="en-US" altLang="zh-CN" sz="2000" dirty="0"/>
              <a:t>: </a:t>
            </a:r>
            <a:r>
              <a:rPr kumimoji="1" lang="en-US" altLang="zh-CN" sz="2000" dirty="0">
                <a:sym typeface="Wingdings" panose="05000000000000000000" pitchFamily="2" charset="2"/>
              </a:rPr>
              <a:t>T = T-1</a:t>
            </a:r>
            <a:endParaRPr kumimoji="1" lang="zh-CN" altLang="en-US" sz="2000" dirty="0"/>
          </a:p>
        </p:txBody>
      </p:sp>
      <p:sp>
        <p:nvSpPr>
          <p:cNvPr id="87" name="Rectangle 92">
            <a:extLst>
              <a:ext uri="{FF2B5EF4-FFF2-40B4-BE49-F238E27FC236}">
                <a16:creationId xmlns:a16="http://schemas.microsoft.com/office/drawing/2014/main" id="{C2C2FE7C-8698-F749-03EC-F8FC3793129B}"/>
              </a:ext>
            </a:extLst>
          </p:cNvPr>
          <p:cNvSpPr>
            <a:spLocks noChangeArrowheads="1"/>
          </p:cNvSpPr>
          <p:nvPr/>
        </p:nvSpPr>
        <p:spPr bwMode="auto">
          <a:xfrm>
            <a:off x="5329751" y="5413832"/>
            <a:ext cx="22706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dirty="0"/>
              <a:t>Add: </a:t>
            </a:r>
            <a:r>
              <a:rPr kumimoji="1" lang="en-US" altLang="zh-CN" sz="2000" dirty="0">
                <a:sym typeface="Wingdings" panose="05000000000000000000" pitchFamily="2" charset="2"/>
              </a:rPr>
              <a:t>{C, A} = A+D</a:t>
            </a:r>
            <a:endParaRPr kumimoji="1" lang="zh-CN" altLang="en-US" sz="2000" dirty="0"/>
          </a:p>
        </p:txBody>
      </p:sp>
      <p:sp>
        <p:nvSpPr>
          <p:cNvPr id="88" name="Rectangle 93">
            <a:extLst>
              <a:ext uri="{FF2B5EF4-FFF2-40B4-BE49-F238E27FC236}">
                <a16:creationId xmlns:a16="http://schemas.microsoft.com/office/drawing/2014/main" id="{09B28DF2-E2C4-6CF5-89F2-D3E6BD258B34}"/>
              </a:ext>
            </a:extLst>
          </p:cNvPr>
          <p:cNvSpPr>
            <a:spLocks noChangeArrowheads="1"/>
          </p:cNvSpPr>
          <p:nvPr/>
        </p:nvSpPr>
        <p:spPr bwMode="auto">
          <a:xfrm>
            <a:off x="5337175" y="5845632"/>
            <a:ext cx="33829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dirty="0" err="1"/>
              <a:t>Shr</a:t>
            </a:r>
            <a:r>
              <a:rPr kumimoji="1" lang="en-US" altLang="zh-CN" sz="2000" dirty="0"/>
              <a:t>: </a:t>
            </a:r>
            <a:r>
              <a:rPr kumimoji="1" lang="en-US" altLang="zh-CN" sz="2000" dirty="0">
                <a:sym typeface="Wingdings" panose="05000000000000000000" pitchFamily="2" charset="2"/>
              </a:rPr>
              <a:t>{C, A, B} ={C, A, B}&gt;&gt;1</a:t>
            </a:r>
            <a:r>
              <a:rPr kumimoji="1" lang="zh-CN" altLang="en-US" sz="2000" dirty="0">
                <a:sym typeface="Wingdings" panose="05000000000000000000" pitchFamily="2" charset="2"/>
              </a:rPr>
              <a:t>，</a:t>
            </a:r>
            <a:endParaRPr kumimoji="1" lang="en-US" altLang="zh-CN" sz="2000" dirty="0">
              <a:sym typeface="Wingdings" panose="05000000000000000000" pitchFamily="2" charset="2"/>
            </a:endParaRPr>
          </a:p>
          <a:p>
            <a:pPr eaLnBrk="1" hangingPunct="1">
              <a:spcAft>
                <a:spcPct val="0"/>
              </a:spcAft>
              <a:buFontTx/>
              <a:buNone/>
            </a:pPr>
            <a:r>
              <a:rPr kumimoji="1" lang="en-US" altLang="zh-CN" sz="2000" dirty="0">
                <a:sym typeface="Wingdings" panose="05000000000000000000" pitchFamily="2" charset="2"/>
              </a:rPr>
              <a:t>         C = 0</a:t>
            </a:r>
            <a:endParaRPr kumimoji="1" lang="zh-CN" altLang="en-US" sz="2000" dirty="0">
              <a:sym typeface="Wingdings" panose="05000000000000000000" pitchFamily="2" charset="2"/>
            </a:endParaRPr>
          </a:p>
        </p:txBody>
      </p:sp>
    </p:spTree>
    <p:extLst>
      <p:ext uri="{BB962C8B-B14F-4D97-AF65-F5344CB8AC3E}">
        <p14:creationId xmlns:p14="http://schemas.microsoft.com/office/powerpoint/2010/main" val="35481908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B2BD9A-83FE-43C2-6BDD-58C6469C0ABC}"/>
              </a:ext>
            </a:extLst>
          </p:cNvPr>
          <p:cNvSpPr>
            <a:spLocks noGrp="1"/>
          </p:cNvSpPr>
          <p:nvPr>
            <p:ph type="title"/>
          </p:nvPr>
        </p:nvSpPr>
        <p:spPr/>
        <p:txBody>
          <a:bodyPr>
            <a:normAutofit fontScale="90000"/>
          </a:bodyPr>
          <a:lstStyle/>
          <a:p>
            <a:r>
              <a:rPr kumimoji="1" lang="zh-CN" altLang="en-US" dirty="0">
                <a:latin typeface="宋体" panose="02010600030101010101" pitchFamily="2" charset="-122"/>
              </a:rPr>
              <a:t>乘法器</a:t>
            </a:r>
            <a:r>
              <a:rPr lang="zh-CN" altLang="en-US" dirty="0"/>
              <a:t>控制单元</a:t>
            </a:r>
            <a:endParaRPr kumimoji="1" lang="zh-CN" altLang="en-US" dirty="0"/>
          </a:p>
        </p:txBody>
      </p:sp>
      <p:sp>
        <p:nvSpPr>
          <p:cNvPr id="3" name="内容占位符 2">
            <a:extLst>
              <a:ext uri="{FF2B5EF4-FFF2-40B4-BE49-F238E27FC236}">
                <a16:creationId xmlns:a16="http://schemas.microsoft.com/office/drawing/2014/main" id="{17398963-B946-C7A9-80F5-3B217B10F3A1}"/>
              </a:ext>
            </a:extLst>
          </p:cNvPr>
          <p:cNvSpPr>
            <a:spLocks noGrp="1"/>
          </p:cNvSpPr>
          <p:nvPr>
            <p:ph idx="1"/>
          </p:nvPr>
        </p:nvSpPr>
        <p:spPr/>
        <p:txBody>
          <a:bodyPr/>
          <a:lstStyle/>
          <a:p>
            <a:r>
              <a:rPr lang="zh-CN" altLang="en-US" dirty="0"/>
              <a:t>状态图</a:t>
            </a:r>
            <a:endParaRPr lang="en-US" altLang="zh-CN" dirty="0"/>
          </a:p>
          <a:p>
            <a:endParaRPr kumimoji="1" lang="zh-CN" altLang="en-US" dirty="0"/>
          </a:p>
        </p:txBody>
      </p:sp>
      <p:sp>
        <p:nvSpPr>
          <p:cNvPr id="4" name="页脚占位符 3">
            <a:extLst>
              <a:ext uri="{FF2B5EF4-FFF2-40B4-BE49-F238E27FC236}">
                <a16:creationId xmlns:a16="http://schemas.microsoft.com/office/drawing/2014/main" id="{82ABBE49-8AC3-A8AB-E9B6-B2CCA0B6CF62}"/>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E6FBF93E-E586-8BE3-3E79-7F8E3195114E}"/>
              </a:ext>
            </a:extLst>
          </p:cNvPr>
          <p:cNvSpPr>
            <a:spLocks noGrp="1"/>
          </p:cNvSpPr>
          <p:nvPr>
            <p:ph type="sldNum" sz="quarter" idx="12"/>
          </p:nvPr>
        </p:nvSpPr>
        <p:spPr/>
        <p:txBody>
          <a:bodyPr/>
          <a:lstStyle/>
          <a:p>
            <a:fld id="{9E260BC5-5BF3-8746-862B-DC45E9CAA88B}" type="slidenum">
              <a:rPr lang="en-US" smtClean="0"/>
              <a:pPr/>
              <a:t>18</a:t>
            </a:fld>
            <a:r>
              <a:rPr lang="en-US" altLang="zh-CN" dirty="0"/>
              <a:t>/34</a:t>
            </a:r>
            <a:endParaRPr lang="en-US" dirty="0"/>
          </a:p>
        </p:txBody>
      </p:sp>
      <p:sp>
        <p:nvSpPr>
          <p:cNvPr id="6" name="Text Box 100">
            <a:extLst>
              <a:ext uri="{FF2B5EF4-FFF2-40B4-BE49-F238E27FC236}">
                <a16:creationId xmlns:a16="http://schemas.microsoft.com/office/drawing/2014/main" id="{79587DE2-C343-D0A1-0489-8F53231204B1}"/>
              </a:ext>
            </a:extLst>
          </p:cNvPr>
          <p:cNvSpPr txBox="1">
            <a:spLocks noChangeArrowheads="1"/>
          </p:cNvSpPr>
          <p:nvPr/>
        </p:nvSpPr>
        <p:spPr bwMode="auto">
          <a:xfrm>
            <a:off x="6957974" y="81144"/>
            <a:ext cx="2846864" cy="1538883"/>
          </a:xfrm>
          <a:prstGeom prst="rect">
            <a:avLst/>
          </a:prstGeom>
          <a:solidFill>
            <a:schemeClr val="accent1">
              <a:lumMod val="20000"/>
              <a:lumOff val="80000"/>
            </a:schemeClr>
          </a:solidFill>
          <a:ln w="9525">
            <a:solidFill>
              <a:schemeClr val="accent1"/>
            </a:solidFill>
            <a:miter lim="800000"/>
            <a:headEnd/>
            <a:tailEnd/>
          </a:ln>
        </p:spPr>
        <p:txBody>
          <a:bodyPr wrap="squar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A</a:t>
            </a:r>
            <a:r>
              <a:rPr kumimoji="1" lang="zh-CN" altLang="en-US" sz="2000" b="0" dirty="0">
                <a:latin typeface="Microsoft YaHei" panose="020B0503020204020204" pitchFamily="34" charset="-122"/>
                <a:ea typeface="Microsoft YaHei" panose="020B0503020204020204" pitchFamily="34" charset="-122"/>
              </a:rPr>
              <a:t> 暂存加操作结果</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B</a:t>
            </a:r>
            <a:r>
              <a:rPr kumimoji="1" lang="zh-CN" altLang="en-US" sz="2000" b="0" dirty="0">
                <a:latin typeface="Microsoft YaHei" panose="020B0503020204020204" pitchFamily="34" charset="-122"/>
                <a:ea typeface="Microsoft YaHei" panose="020B0503020204020204" pitchFamily="34" charset="-122"/>
              </a:rPr>
              <a:t> 暂存乘数和算完的位</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C</a:t>
            </a:r>
            <a:r>
              <a:rPr kumimoji="1" lang="zh-CN" altLang="en-US" sz="2000" b="0" dirty="0">
                <a:latin typeface="Microsoft YaHei" panose="020B0503020204020204" pitchFamily="34" charset="-122"/>
                <a:ea typeface="Microsoft YaHei" panose="020B0503020204020204" pitchFamily="34" charset="-122"/>
              </a:rPr>
              <a:t> 进位位</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D</a:t>
            </a:r>
            <a:r>
              <a:rPr kumimoji="1" lang="zh-CN" altLang="en-US" sz="2000" b="0" dirty="0">
                <a:latin typeface="Microsoft YaHei" panose="020B0503020204020204" pitchFamily="34" charset="-122"/>
                <a:ea typeface="Microsoft YaHei" panose="020B0503020204020204" pitchFamily="34" charset="-122"/>
              </a:rPr>
              <a:t> 被乘数</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{A,B} </a:t>
            </a:r>
            <a:r>
              <a:rPr kumimoji="1" lang="zh-CN" altLang="en-US" sz="2000" b="0" dirty="0">
                <a:latin typeface="Microsoft YaHei" panose="020B0503020204020204" pitchFamily="34" charset="-122"/>
                <a:ea typeface="Microsoft YaHei" panose="020B0503020204020204" pitchFamily="34" charset="-122"/>
              </a:rPr>
              <a:t>最终结果</a:t>
            </a:r>
            <a:endParaRPr kumimoji="1" lang="en-US" altLang="zh-CN" sz="2000" b="0" dirty="0">
              <a:latin typeface="Microsoft YaHei" panose="020B0503020204020204" pitchFamily="34" charset="-122"/>
              <a:ea typeface="Microsoft YaHei" panose="020B0503020204020204" pitchFamily="34" charset="-122"/>
            </a:endParaRPr>
          </a:p>
        </p:txBody>
      </p:sp>
      <p:grpSp>
        <p:nvGrpSpPr>
          <p:cNvPr id="53" name="Group 159">
            <a:extLst>
              <a:ext uri="{FF2B5EF4-FFF2-40B4-BE49-F238E27FC236}">
                <a16:creationId xmlns:a16="http://schemas.microsoft.com/office/drawing/2014/main" id="{5EECAA58-E3E9-D936-B5BC-7EC5661195DD}"/>
              </a:ext>
            </a:extLst>
          </p:cNvPr>
          <p:cNvGrpSpPr>
            <a:grpSpLocks/>
          </p:cNvGrpSpPr>
          <p:nvPr/>
        </p:nvGrpSpPr>
        <p:grpSpPr bwMode="auto">
          <a:xfrm>
            <a:off x="5219700" y="1543507"/>
            <a:ext cx="3565525" cy="2628900"/>
            <a:chOff x="3288" y="890"/>
            <a:chExt cx="2246" cy="1656"/>
          </a:xfrm>
        </p:grpSpPr>
        <p:sp>
          <p:nvSpPr>
            <p:cNvPr id="54" name="Line 129">
              <a:extLst>
                <a:ext uri="{FF2B5EF4-FFF2-40B4-BE49-F238E27FC236}">
                  <a16:creationId xmlns:a16="http://schemas.microsoft.com/office/drawing/2014/main" id="{0D858C6F-C123-722F-2C02-3D438D2AE8EF}"/>
                </a:ext>
              </a:extLst>
            </p:cNvPr>
            <p:cNvSpPr>
              <a:spLocks noChangeShapeType="1"/>
            </p:cNvSpPr>
            <p:nvPr/>
          </p:nvSpPr>
          <p:spPr bwMode="auto">
            <a:xfrm>
              <a:off x="4087" y="1123"/>
              <a:ext cx="0" cy="249"/>
            </a:xfrm>
            <a:prstGeom prst="line">
              <a:avLst/>
            </a:prstGeom>
            <a:noFill/>
            <a:ln w="190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5" name="Text Box 130">
              <a:extLst>
                <a:ext uri="{FF2B5EF4-FFF2-40B4-BE49-F238E27FC236}">
                  <a16:creationId xmlns:a16="http://schemas.microsoft.com/office/drawing/2014/main" id="{E70DAEE2-BF60-442C-FBA7-A48923001836}"/>
                </a:ext>
              </a:extLst>
            </p:cNvPr>
            <p:cNvSpPr txBox="1">
              <a:spLocks noChangeArrowheads="1"/>
            </p:cNvSpPr>
            <p:nvPr/>
          </p:nvSpPr>
          <p:spPr bwMode="auto">
            <a:xfrm>
              <a:off x="3929" y="912"/>
              <a:ext cx="315"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solidFill>
                    <a:srgbClr val="0000FF"/>
                  </a:solidFill>
                </a:rPr>
                <a:t>Start</a:t>
              </a:r>
              <a:endParaRPr kumimoji="1" lang="en-US" altLang="zh-CN" sz="1800" baseline="-10000">
                <a:solidFill>
                  <a:srgbClr val="0000FF"/>
                </a:solidFill>
              </a:endParaRPr>
            </a:p>
          </p:txBody>
        </p:sp>
        <p:sp>
          <p:nvSpPr>
            <p:cNvPr id="56" name="Line 131">
              <a:extLst>
                <a:ext uri="{FF2B5EF4-FFF2-40B4-BE49-F238E27FC236}">
                  <a16:creationId xmlns:a16="http://schemas.microsoft.com/office/drawing/2014/main" id="{AA5BDCED-A131-84DA-1CF4-80B5128688B4}"/>
                </a:ext>
              </a:extLst>
            </p:cNvPr>
            <p:cNvSpPr>
              <a:spLocks noChangeShapeType="1"/>
            </p:cNvSpPr>
            <p:nvPr/>
          </p:nvSpPr>
          <p:spPr bwMode="auto">
            <a:xfrm>
              <a:off x="4766" y="1130"/>
              <a:ext cx="0" cy="249"/>
            </a:xfrm>
            <a:prstGeom prst="line">
              <a:avLst/>
            </a:prstGeom>
            <a:noFill/>
            <a:ln w="190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7" name="Text Box 132">
              <a:extLst>
                <a:ext uri="{FF2B5EF4-FFF2-40B4-BE49-F238E27FC236}">
                  <a16:creationId xmlns:a16="http://schemas.microsoft.com/office/drawing/2014/main" id="{C90D8E2A-AFC3-CD3E-2198-49BF12687318}"/>
                </a:ext>
              </a:extLst>
            </p:cNvPr>
            <p:cNvSpPr txBox="1">
              <a:spLocks noChangeArrowheads="1"/>
            </p:cNvSpPr>
            <p:nvPr/>
          </p:nvSpPr>
          <p:spPr bwMode="auto">
            <a:xfrm>
              <a:off x="4585" y="919"/>
              <a:ext cx="339"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solidFill>
                    <a:srgbClr val="0000FF"/>
                  </a:solidFill>
                </a:rPr>
                <a:t>Reset</a:t>
              </a:r>
              <a:endParaRPr kumimoji="1" lang="en-US" altLang="zh-CN" sz="1800" baseline="-10000">
                <a:solidFill>
                  <a:srgbClr val="0000FF"/>
                </a:solidFill>
              </a:endParaRPr>
            </a:p>
          </p:txBody>
        </p:sp>
        <p:sp>
          <p:nvSpPr>
            <p:cNvPr id="58" name="Text Box 133">
              <a:extLst>
                <a:ext uri="{FF2B5EF4-FFF2-40B4-BE49-F238E27FC236}">
                  <a16:creationId xmlns:a16="http://schemas.microsoft.com/office/drawing/2014/main" id="{2EA0135E-68A4-BA82-5473-2460DB440274}"/>
                </a:ext>
              </a:extLst>
            </p:cNvPr>
            <p:cNvSpPr txBox="1">
              <a:spLocks noChangeArrowheads="1"/>
            </p:cNvSpPr>
            <p:nvPr/>
          </p:nvSpPr>
          <p:spPr bwMode="auto">
            <a:xfrm>
              <a:off x="5241" y="1380"/>
              <a:ext cx="224"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Clk</a:t>
              </a:r>
              <a:endParaRPr kumimoji="1" lang="en-US" altLang="zh-CN" sz="1800" baseline="-10000"/>
            </a:p>
          </p:txBody>
        </p:sp>
        <p:sp>
          <p:nvSpPr>
            <p:cNvPr id="59" name="Line 134">
              <a:extLst>
                <a:ext uri="{FF2B5EF4-FFF2-40B4-BE49-F238E27FC236}">
                  <a16:creationId xmlns:a16="http://schemas.microsoft.com/office/drawing/2014/main" id="{CF6F0B6C-31EB-10D8-1BE5-AEFC077474DB}"/>
                </a:ext>
              </a:extLst>
            </p:cNvPr>
            <p:cNvSpPr>
              <a:spLocks noChangeShapeType="1"/>
            </p:cNvSpPr>
            <p:nvPr/>
          </p:nvSpPr>
          <p:spPr bwMode="auto">
            <a:xfrm flipH="1">
              <a:off x="5194" y="1616"/>
              <a:ext cx="249" cy="0"/>
            </a:xfrm>
            <a:prstGeom prst="line">
              <a:avLst/>
            </a:prstGeom>
            <a:noFill/>
            <a:ln w="190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0" name="AutoShape 135">
              <a:extLst>
                <a:ext uri="{FF2B5EF4-FFF2-40B4-BE49-F238E27FC236}">
                  <a16:creationId xmlns:a16="http://schemas.microsoft.com/office/drawing/2014/main" id="{75554C97-BD45-3459-A7FD-EC7E72D23763}"/>
                </a:ext>
              </a:extLst>
            </p:cNvPr>
            <p:cNvSpPr>
              <a:spLocks noChangeArrowheads="1"/>
            </p:cNvSpPr>
            <p:nvPr/>
          </p:nvSpPr>
          <p:spPr bwMode="auto">
            <a:xfrm>
              <a:off x="3719" y="1366"/>
              <a:ext cx="1474" cy="476"/>
            </a:xfrm>
            <a:prstGeom prst="roundRect">
              <a:avLst>
                <a:gd name="adj" fmla="val 16667"/>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400">
                  <a:latin typeface="Arial" panose="020B0604020202020204" pitchFamily="34" charset="0"/>
                </a:rPr>
                <a:t>控制单元</a:t>
              </a:r>
              <a:endParaRPr lang="en-US" altLang="zh-CN" sz="2400">
                <a:latin typeface="Arial" panose="020B0604020202020204" pitchFamily="34" charset="0"/>
              </a:endParaRPr>
            </a:p>
          </p:txBody>
        </p:sp>
        <p:sp>
          <p:nvSpPr>
            <p:cNvPr id="61" name="Line 136">
              <a:extLst>
                <a:ext uri="{FF2B5EF4-FFF2-40B4-BE49-F238E27FC236}">
                  <a16:creationId xmlns:a16="http://schemas.microsoft.com/office/drawing/2014/main" id="{9AD271FD-8875-46F5-6AD2-883FBDDE183D}"/>
                </a:ext>
              </a:extLst>
            </p:cNvPr>
            <p:cNvSpPr>
              <a:spLocks noChangeShapeType="1"/>
            </p:cNvSpPr>
            <p:nvPr/>
          </p:nvSpPr>
          <p:spPr bwMode="auto">
            <a:xfrm>
              <a:off x="5011" y="1842"/>
              <a:ext cx="0" cy="249"/>
            </a:xfrm>
            <a:prstGeom prst="line">
              <a:avLst/>
            </a:prstGeom>
            <a:noFill/>
            <a:ln w="190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2" name="Line 137">
              <a:extLst>
                <a:ext uri="{FF2B5EF4-FFF2-40B4-BE49-F238E27FC236}">
                  <a16:creationId xmlns:a16="http://schemas.microsoft.com/office/drawing/2014/main" id="{C587B7EE-192C-B034-7420-C72ABD76D854}"/>
                </a:ext>
              </a:extLst>
            </p:cNvPr>
            <p:cNvSpPr>
              <a:spLocks noChangeShapeType="1"/>
            </p:cNvSpPr>
            <p:nvPr/>
          </p:nvSpPr>
          <p:spPr bwMode="auto">
            <a:xfrm>
              <a:off x="4127" y="1842"/>
              <a:ext cx="0" cy="431"/>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3" name="Line 138">
              <a:extLst>
                <a:ext uri="{FF2B5EF4-FFF2-40B4-BE49-F238E27FC236}">
                  <a16:creationId xmlns:a16="http://schemas.microsoft.com/office/drawing/2014/main" id="{324FD3E3-9FD5-4BA6-A152-88F55C7D1739}"/>
                </a:ext>
              </a:extLst>
            </p:cNvPr>
            <p:cNvSpPr>
              <a:spLocks noChangeShapeType="1"/>
            </p:cNvSpPr>
            <p:nvPr/>
          </p:nvSpPr>
          <p:spPr bwMode="auto">
            <a:xfrm>
              <a:off x="3855" y="1842"/>
              <a:ext cx="0" cy="249"/>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4" name="Line 139">
              <a:extLst>
                <a:ext uri="{FF2B5EF4-FFF2-40B4-BE49-F238E27FC236}">
                  <a16:creationId xmlns:a16="http://schemas.microsoft.com/office/drawing/2014/main" id="{6A349928-24D0-7B4D-2B2C-044C006E3BA7}"/>
                </a:ext>
              </a:extLst>
            </p:cNvPr>
            <p:cNvSpPr>
              <a:spLocks noChangeShapeType="1"/>
            </p:cNvSpPr>
            <p:nvPr/>
          </p:nvSpPr>
          <p:spPr bwMode="auto">
            <a:xfrm>
              <a:off x="4717" y="1842"/>
              <a:ext cx="0" cy="431"/>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5" name="Line 140">
              <a:extLst>
                <a:ext uri="{FF2B5EF4-FFF2-40B4-BE49-F238E27FC236}">
                  <a16:creationId xmlns:a16="http://schemas.microsoft.com/office/drawing/2014/main" id="{C4FE9BBA-426E-4FEE-5CE0-800F8CC59DC2}"/>
                </a:ext>
              </a:extLst>
            </p:cNvPr>
            <p:cNvSpPr>
              <a:spLocks noChangeShapeType="1"/>
            </p:cNvSpPr>
            <p:nvPr/>
          </p:nvSpPr>
          <p:spPr bwMode="auto">
            <a:xfrm>
              <a:off x="4422" y="1842"/>
              <a:ext cx="0" cy="249"/>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6" name="Rectangle 142">
              <a:extLst>
                <a:ext uri="{FF2B5EF4-FFF2-40B4-BE49-F238E27FC236}">
                  <a16:creationId xmlns:a16="http://schemas.microsoft.com/office/drawing/2014/main" id="{4EE835DF-D0B8-F3DE-40A7-8845F6ABCA3C}"/>
                </a:ext>
              </a:extLst>
            </p:cNvPr>
            <p:cNvSpPr>
              <a:spLocks noChangeArrowheads="1"/>
            </p:cNvSpPr>
            <p:nvPr/>
          </p:nvSpPr>
          <p:spPr bwMode="auto">
            <a:xfrm>
              <a:off x="3646" y="2046"/>
              <a:ext cx="3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a:t>Init</a:t>
              </a:r>
              <a:endParaRPr kumimoji="1" lang="zh-CN" altLang="en-US" sz="2000"/>
            </a:p>
          </p:txBody>
        </p:sp>
        <p:sp>
          <p:nvSpPr>
            <p:cNvPr id="67" name="Rectangle 143">
              <a:extLst>
                <a:ext uri="{FF2B5EF4-FFF2-40B4-BE49-F238E27FC236}">
                  <a16:creationId xmlns:a16="http://schemas.microsoft.com/office/drawing/2014/main" id="{B7787703-B608-FE2C-CC27-C842A5C6FDB2}"/>
                </a:ext>
              </a:extLst>
            </p:cNvPr>
            <p:cNvSpPr>
              <a:spLocks noChangeArrowheads="1"/>
            </p:cNvSpPr>
            <p:nvPr/>
          </p:nvSpPr>
          <p:spPr bwMode="auto">
            <a:xfrm>
              <a:off x="4213" y="2046"/>
              <a:ext cx="41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a:t>Add</a:t>
              </a:r>
              <a:endParaRPr kumimoji="1" lang="zh-CN" altLang="en-US" sz="2000"/>
            </a:p>
          </p:txBody>
        </p:sp>
        <p:sp>
          <p:nvSpPr>
            <p:cNvPr id="68" name="Line 144">
              <a:extLst>
                <a:ext uri="{FF2B5EF4-FFF2-40B4-BE49-F238E27FC236}">
                  <a16:creationId xmlns:a16="http://schemas.microsoft.com/office/drawing/2014/main" id="{18F47369-F510-A1D3-4F72-04A0694A1D34}"/>
                </a:ext>
              </a:extLst>
            </p:cNvPr>
            <p:cNvSpPr>
              <a:spLocks noChangeShapeType="1"/>
            </p:cNvSpPr>
            <p:nvPr/>
          </p:nvSpPr>
          <p:spPr bwMode="auto">
            <a:xfrm flipH="1">
              <a:off x="3402" y="1524"/>
              <a:ext cx="317" cy="0"/>
            </a:xfrm>
            <a:prstGeom prst="line">
              <a:avLst/>
            </a:prstGeom>
            <a:noFill/>
            <a:ln w="19050">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69" name="Rectangle 145">
              <a:extLst>
                <a:ext uri="{FF2B5EF4-FFF2-40B4-BE49-F238E27FC236}">
                  <a16:creationId xmlns:a16="http://schemas.microsoft.com/office/drawing/2014/main" id="{A976D07A-7D3D-5A03-9979-65057F86DD32}"/>
                </a:ext>
              </a:extLst>
            </p:cNvPr>
            <p:cNvSpPr>
              <a:spLocks noChangeArrowheads="1"/>
            </p:cNvSpPr>
            <p:nvPr/>
          </p:nvSpPr>
          <p:spPr bwMode="auto">
            <a:xfrm>
              <a:off x="3470" y="1320"/>
              <a:ext cx="10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E</a:t>
              </a:r>
            </a:p>
          </p:txBody>
        </p:sp>
        <p:sp>
          <p:nvSpPr>
            <p:cNvPr id="70" name="Line 146">
              <a:extLst>
                <a:ext uri="{FF2B5EF4-FFF2-40B4-BE49-F238E27FC236}">
                  <a16:creationId xmlns:a16="http://schemas.microsoft.com/office/drawing/2014/main" id="{44ABEDD1-37A1-2F19-0A3B-E70698DF3A87}"/>
                </a:ext>
              </a:extLst>
            </p:cNvPr>
            <p:cNvSpPr>
              <a:spLocks noChangeShapeType="1"/>
            </p:cNvSpPr>
            <p:nvPr/>
          </p:nvSpPr>
          <p:spPr bwMode="auto">
            <a:xfrm flipH="1">
              <a:off x="3402" y="1683"/>
              <a:ext cx="317" cy="0"/>
            </a:xfrm>
            <a:prstGeom prst="line">
              <a:avLst/>
            </a:prstGeom>
            <a:noFill/>
            <a:ln w="19050">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71" name="Rectangle 147">
              <a:extLst>
                <a:ext uri="{FF2B5EF4-FFF2-40B4-BE49-F238E27FC236}">
                  <a16:creationId xmlns:a16="http://schemas.microsoft.com/office/drawing/2014/main" id="{619D41B8-DE05-C8CA-6645-9FC87EB2B080}"/>
                </a:ext>
              </a:extLst>
            </p:cNvPr>
            <p:cNvSpPr>
              <a:spLocks noChangeArrowheads="1"/>
            </p:cNvSpPr>
            <p:nvPr/>
          </p:nvSpPr>
          <p:spPr bwMode="auto">
            <a:xfrm>
              <a:off x="3379" y="1759"/>
              <a:ext cx="29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B[0]</a:t>
              </a:r>
            </a:p>
          </p:txBody>
        </p:sp>
        <p:sp>
          <p:nvSpPr>
            <p:cNvPr id="72" name="Rectangle 148">
              <a:extLst>
                <a:ext uri="{FF2B5EF4-FFF2-40B4-BE49-F238E27FC236}">
                  <a16:creationId xmlns:a16="http://schemas.microsoft.com/office/drawing/2014/main" id="{9F6B372B-9A54-C729-8BA1-C5040D3E5EF2}"/>
                </a:ext>
              </a:extLst>
            </p:cNvPr>
            <p:cNvSpPr>
              <a:spLocks noChangeArrowheads="1"/>
            </p:cNvSpPr>
            <p:nvPr/>
          </p:nvSpPr>
          <p:spPr bwMode="auto">
            <a:xfrm>
              <a:off x="3913" y="2250"/>
              <a:ext cx="37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a:t>Cnt</a:t>
              </a:r>
              <a:endParaRPr kumimoji="1" lang="zh-CN" altLang="en-US" sz="2000"/>
            </a:p>
          </p:txBody>
        </p:sp>
        <p:sp>
          <p:nvSpPr>
            <p:cNvPr id="73" name="Rectangle 149">
              <a:extLst>
                <a:ext uri="{FF2B5EF4-FFF2-40B4-BE49-F238E27FC236}">
                  <a16:creationId xmlns:a16="http://schemas.microsoft.com/office/drawing/2014/main" id="{9F9C1EBC-A82C-53AA-055F-55D190E94E46}"/>
                </a:ext>
              </a:extLst>
            </p:cNvPr>
            <p:cNvSpPr>
              <a:spLocks noChangeArrowheads="1"/>
            </p:cNvSpPr>
            <p:nvPr/>
          </p:nvSpPr>
          <p:spPr bwMode="auto">
            <a:xfrm>
              <a:off x="4556" y="2250"/>
              <a:ext cx="3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a:t>Shr</a:t>
              </a:r>
              <a:endParaRPr kumimoji="1" lang="zh-CN" altLang="en-US" sz="2000"/>
            </a:p>
          </p:txBody>
        </p:sp>
        <p:sp>
          <p:nvSpPr>
            <p:cNvPr id="74" name="Rectangle 150">
              <a:extLst>
                <a:ext uri="{FF2B5EF4-FFF2-40B4-BE49-F238E27FC236}">
                  <a16:creationId xmlns:a16="http://schemas.microsoft.com/office/drawing/2014/main" id="{1414645F-ABA3-6B6A-0CAF-C4D63ED80397}"/>
                </a:ext>
              </a:extLst>
            </p:cNvPr>
            <p:cNvSpPr>
              <a:spLocks noChangeArrowheads="1"/>
            </p:cNvSpPr>
            <p:nvPr/>
          </p:nvSpPr>
          <p:spPr bwMode="auto">
            <a:xfrm>
              <a:off x="4845" y="2046"/>
              <a:ext cx="4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a:solidFill>
                    <a:srgbClr val="0000FF"/>
                  </a:solidFill>
                </a:rPr>
                <a:t>Done</a:t>
              </a:r>
              <a:endParaRPr kumimoji="1" lang="zh-CN" altLang="en-US" sz="2000">
                <a:solidFill>
                  <a:srgbClr val="0000FF"/>
                </a:solidFill>
              </a:endParaRPr>
            </a:p>
          </p:txBody>
        </p:sp>
        <p:sp>
          <p:nvSpPr>
            <p:cNvPr id="75" name="Rectangle 156">
              <a:extLst>
                <a:ext uri="{FF2B5EF4-FFF2-40B4-BE49-F238E27FC236}">
                  <a16:creationId xmlns:a16="http://schemas.microsoft.com/office/drawing/2014/main" id="{746A3F34-BAC1-942E-4A01-06DDA2C16052}"/>
                </a:ext>
              </a:extLst>
            </p:cNvPr>
            <p:cNvSpPr>
              <a:spLocks noChangeArrowheads="1"/>
            </p:cNvSpPr>
            <p:nvPr/>
          </p:nvSpPr>
          <p:spPr bwMode="auto">
            <a:xfrm>
              <a:off x="3288" y="890"/>
              <a:ext cx="2246" cy="1656"/>
            </a:xfrm>
            <a:prstGeom prst="rect">
              <a:avLst/>
            </a:prstGeom>
            <a:noFill/>
            <a:ln w="19050">
              <a:solidFill>
                <a:srgbClr val="CC00FF"/>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sp>
        <p:nvSpPr>
          <p:cNvPr id="76" name="Rectangle 90">
            <a:extLst>
              <a:ext uri="{FF2B5EF4-FFF2-40B4-BE49-F238E27FC236}">
                <a16:creationId xmlns:a16="http://schemas.microsoft.com/office/drawing/2014/main" id="{4C4C5299-66CA-76E8-3200-C838672B45BC}"/>
              </a:ext>
            </a:extLst>
          </p:cNvPr>
          <p:cNvSpPr>
            <a:spLocks noChangeArrowheads="1"/>
          </p:cNvSpPr>
          <p:nvPr/>
        </p:nvSpPr>
        <p:spPr bwMode="auto">
          <a:xfrm>
            <a:off x="5341938" y="4315282"/>
            <a:ext cx="34432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dirty="0"/>
              <a:t>Init: D</a:t>
            </a:r>
            <a:r>
              <a:rPr kumimoji="1" lang="en-US" altLang="zh-CN" sz="2000" dirty="0">
                <a:sym typeface="Wingdings" panose="05000000000000000000" pitchFamily="2" charset="2"/>
              </a:rPr>
              <a:t> = X, B = Y, T = 0</a:t>
            </a:r>
            <a:r>
              <a:rPr kumimoji="1" lang="zh-CN" altLang="en-US" sz="2000" dirty="0">
                <a:sym typeface="Wingdings" panose="05000000000000000000" pitchFamily="2" charset="2"/>
              </a:rPr>
              <a:t>，</a:t>
            </a:r>
            <a:endParaRPr kumimoji="1" lang="en-US" altLang="zh-CN" sz="2000" dirty="0">
              <a:sym typeface="Wingdings" panose="05000000000000000000" pitchFamily="2" charset="2"/>
            </a:endParaRPr>
          </a:p>
          <a:p>
            <a:pPr eaLnBrk="1" hangingPunct="1">
              <a:spcAft>
                <a:spcPct val="0"/>
              </a:spcAft>
              <a:buFontTx/>
              <a:buNone/>
            </a:pPr>
            <a:r>
              <a:rPr kumimoji="1" lang="en-US" altLang="zh-CN" sz="2000" dirty="0">
                <a:sym typeface="Wingdings" panose="05000000000000000000" pitchFamily="2" charset="2"/>
              </a:rPr>
              <a:t>         A = 0, C = 0</a:t>
            </a:r>
            <a:endParaRPr kumimoji="1" lang="zh-CN" altLang="en-US" sz="2000" dirty="0">
              <a:sym typeface="Wingdings" panose="05000000000000000000" pitchFamily="2" charset="2"/>
            </a:endParaRPr>
          </a:p>
        </p:txBody>
      </p:sp>
      <p:sp>
        <p:nvSpPr>
          <p:cNvPr id="77" name="Rectangle 91">
            <a:extLst>
              <a:ext uri="{FF2B5EF4-FFF2-40B4-BE49-F238E27FC236}">
                <a16:creationId xmlns:a16="http://schemas.microsoft.com/office/drawing/2014/main" id="{08AC01BE-16F9-FBC0-6993-B69DB53F3170}"/>
              </a:ext>
            </a:extLst>
          </p:cNvPr>
          <p:cNvSpPr>
            <a:spLocks noChangeArrowheads="1"/>
          </p:cNvSpPr>
          <p:nvPr/>
        </p:nvSpPr>
        <p:spPr bwMode="auto">
          <a:xfrm>
            <a:off x="5370513" y="5018545"/>
            <a:ext cx="15402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dirty="0" err="1"/>
              <a:t>Cnt</a:t>
            </a:r>
            <a:r>
              <a:rPr kumimoji="1" lang="en-US" altLang="zh-CN" sz="2000" dirty="0"/>
              <a:t>: </a:t>
            </a:r>
            <a:r>
              <a:rPr kumimoji="1" lang="en-US" altLang="zh-CN" sz="2000" dirty="0">
                <a:sym typeface="Wingdings" panose="05000000000000000000" pitchFamily="2" charset="2"/>
              </a:rPr>
              <a:t>T = T-1</a:t>
            </a:r>
            <a:endParaRPr kumimoji="1" lang="zh-CN" altLang="en-US" sz="2000" dirty="0"/>
          </a:p>
        </p:txBody>
      </p:sp>
      <p:sp>
        <p:nvSpPr>
          <p:cNvPr id="78" name="Rectangle 92">
            <a:extLst>
              <a:ext uri="{FF2B5EF4-FFF2-40B4-BE49-F238E27FC236}">
                <a16:creationId xmlns:a16="http://schemas.microsoft.com/office/drawing/2014/main" id="{F159CCDA-4192-2CC0-D2F1-C8B2602AD6B8}"/>
              </a:ext>
            </a:extLst>
          </p:cNvPr>
          <p:cNvSpPr>
            <a:spLocks noChangeArrowheads="1"/>
          </p:cNvSpPr>
          <p:nvPr/>
        </p:nvSpPr>
        <p:spPr bwMode="auto">
          <a:xfrm>
            <a:off x="5329751" y="5413832"/>
            <a:ext cx="22706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dirty="0"/>
              <a:t>Add: </a:t>
            </a:r>
            <a:r>
              <a:rPr kumimoji="1" lang="en-US" altLang="zh-CN" sz="2000" dirty="0">
                <a:sym typeface="Wingdings" panose="05000000000000000000" pitchFamily="2" charset="2"/>
              </a:rPr>
              <a:t>{C, A} = A+D</a:t>
            </a:r>
            <a:endParaRPr kumimoji="1" lang="zh-CN" altLang="en-US" sz="2000" dirty="0"/>
          </a:p>
        </p:txBody>
      </p:sp>
      <p:sp>
        <p:nvSpPr>
          <p:cNvPr id="79" name="Rectangle 93">
            <a:extLst>
              <a:ext uri="{FF2B5EF4-FFF2-40B4-BE49-F238E27FC236}">
                <a16:creationId xmlns:a16="http://schemas.microsoft.com/office/drawing/2014/main" id="{CB75578D-2B09-984C-B5FF-44EED56E42F7}"/>
              </a:ext>
            </a:extLst>
          </p:cNvPr>
          <p:cNvSpPr>
            <a:spLocks noChangeArrowheads="1"/>
          </p:cNvSpPr>
          <p:nvPr/>
        </p:nvSpPr>
        <p:spPr bwMode="auto">
          <a:xfrm>
            <a:off x="5337175" y="5845632"/>
            <a:ext cx="33829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dirty="0" err="1"/>
              <a:t>Shr</a:t>
            </a:r>
            <a:r>
              <a:rPr kumimoji="1" lang="en-US" altLang="zh-CN" sz="2000" dirty="0"/>
              <a:t>: </a:t>
            </a:r>
            <a:r>
              <a:rPr kumimoji="1" lang="en-US" altLang="zh-CN" sz="2000" dirty="0">
                <a:sym typeface="Wingdings" panose="05000000000000000000" pitchFamily="2" charset="2"/>
              </a:rPr>
              <a:t>{C, A, B} ={C, A, B}&gt;&gt;1</a:t>
            </a:r>
            <a:r>
              <a:rPr kumimoji="1" lang="zh-CN" altLang="en-US" sz="2000" dirty="0">
                <a:sym typeface="Wingdings" panose="05000000000000000000" pitchFamily="2" charset="2"/>
              </a:rPr>
              <a:t>，</a:t>
            </a:r>
            <a:endParaRPr kumimoji="1" lang="en-US" altLang="zh-CN" sz="2000" dirty="0">
              <a:sym typeface="Wingdings" panose="05000000000000000000" pitchFamily="2" charset="2"/>
            </a:endParaRPr>
          </a:p>
          <a:p>
            <a:pPr eaLnBrk="1" hangingPunct="1">
              <a:spcAft>
                <a:spcPct val="0"/>
              </a:spcAft>
              <a:buFontTx/>
              <a:buNone/>
            </a:pPr>
            <a:r>
              <a:rPr kumimoji="1" lang="en-US" altLang="zh-CN" sz="2000" dirty="0">
                <a:sym typeface="Wingdings" panose="05000000000000000000" pitchFamily="2" charset="2"/>
              </a:rPr>
              <a:t>         C = 0</a:t>
            </a:r>
            <a:endParaRPr kumimoji="1" lang="zh-CN" altLang="en-US" sz="2000" dirty="0">
              <a:sym typeface="Wingdings" panose="05000000000000000000" pitchFamily="2" charset="2"/>
            </a:endParaRPr>
          </a:p>
        </p:txBody>
      </p:sp>
      <p:grpSp>
        <p:nvGrpSpPr>
          <p:cNvPr id="80" name="Group 95">
            <a:extLst>
              <a:ext uri="{FF2B5EF4-FFF2-40B4-BE49-F238E27FC236}">
                <a16:creationId xmlns:a16="http://schemas.microsoft.com/office/drawing/2014/main" id="{62403B7D-147A-2388-A164-27AC381AE6D2}"/>
              </a:ext>
            </a:extLst>
          </p:cNvPr>
          <p:cNvGrpSpPr>
            <a:grpSpLocks/>
          </p:cNvGrpSpPr>
          <p:nvPr/>
        </p:nvGrpSpPr>
        <p:grpSpPr bwMode="auto">
          <a:xfrm>
            <a:off x="458788" y="1318102"/>
            <a:ext cx="2870200" cy="4068762"/>
            <a:chOff x="959" y="1139"/>
            <a:chExt cx="1808" cy="2563"/>
          </a:xfrm>
        </p:grpSpPr>
        <p:sp>
          <p:nvSpPr>
            <p:cNvPr id="81" name="Oval 16">
              <a:extLst>
                <a:ext uri="{FF2B5EF4-FFF2-40B4-BE49-F238E27FC236}">
                  <a16:creationId xmlns:a16="http://schemas.microsoft.com/office/drawing/2014/main" id="{340F14FD-E43F-A993-C136-EBABE748C9BD}"/>
                </a:ext>
              </a:extLst>
            </p:cNvPr>
            <p:cNvSpPr>
              <a:spLocks noChangeArrowheads="1"/>
            </p:cNvSpPr>
            <p:nvPr/>
          </p:nvSpPr>
          <p:spPr bwMode="auto">
            <a:xfrm>
              <a:off x="1300" y="1411"/>
              <a:ext cx="725" cy="51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Aft>
                  <a:spcPct val="0"/>
                </a:spcAft>
                <a:buFontTx/>
                <a:buNone/>
              </a:pPr>
              <a:r>
                <a:rPr lang="en-US" altLang="zh-CN" sz="2400"/>
                <a:t>S</a:t>
              </a:r>
              <a:r>
                <a:rPr lang="en-US" altLang="zh-CN" sz="1800"/>
                <a:t>0</a:t>
              </a:r>
            </a:p>
            <a:p>
              <a:pPr algn="ctr" eaLnBrk="1" hangingPunct="1">
                <a:lnSpc>
                  <a:spcPct val="80000"/>
                </a:lnSpc>
                <a:spcAft>
                  <a:spcPct val="0"/>
                </a:spcAft>
                <a:buFontTx/>
                <a:buNone/>
              </a:pPr>
              <a:r>
                <a:rPr lang="en-US" altLang="zh-CN" sz="1800" b="0"/>
                <a:t>Done</a:t>
              </a:r>
            </a:p>
          </p:txBody>
        </p:sp>
        <p:sp>
          <p:nvSpPr>
            <p:cNvPr id="82" name="Arc 17">
              <a:extLst>
                <a:ext uri="{FF2B5EF4-FFF2-40B4-BE49-F238E27FC236}">
                  <a16:creationId xmlns:a16="http://schemas.microsoft.com/office/drawing/2014/main" id="{35C7B340-8AF0-1888-FC97-06D1C17193C7}"/>
                </a:ext>
              </a:extLst>
            </p:cNvPr>
            <p:cNvSpPr>
              <a:spLocks/>
            </p:cNvSpPr>
            <p:nvPr/>
          </p:nvSpPr>
          <p:spPr bwMode="auto">
            <a:xfrm rot="10261385" flipH="1">
              <a:off x="1922" y="1366"/>
              <a:ext cx="374" cy="431"/>
            </a:xfrm>
            <a:custGeom>
              <a:avLst/>
              <a:gdLst>
                <a:gd name="T0" fmla="*/ 0 w 38761"/>
                <a:gd name="T1" fmla="*/ 0 h 43200"/>
                <a:gd name="T2" fmla="*/ 0 w 38761"/>
                <a:gd name="T3" fmla="*/ 0 h 43200"/>
                <a:gd name="T4" fmla="*/ 0 w 38761"/>
                <a:gd name="T5" fmla="*/ 0 h 43200"/>
                <a:gd name="T6" fmla="*/ 0 60000 65536"/>
                <a:gd name="T7" fmla="*/ 0 60000 65536"/>
                <a:gd name="T8" fmla="*/ 0 60000 65536"/>
                <a:gd name="T9" fmla="*/ 0 w 38761"/>
                <a:gd name="T10" fmla="*/ 0 h 43200"/>
                <a:gd name="T11" fmla="*/ 38761 w 38761"/>
                <a:gd name="T12" fmla="*/ 43200 h 43200"/>
              </a:gdLst>
              <a:ahLst/>
              <a:cxnLst>
                <a:cxn ang="T6">
                  <a:pos x="T0" y="T1"/>
                </a:cxn>
                <a:cxn ang="T7">
                  <a:pos x="T2" y="T3"/>
                </a:cxn>
                <a:cxn ang="T8">
                  <a:pos x="T4" y="T5"/>
                </a:cxn>
              </a:cxnLst>
              <a:rect l="T9" t="T10" r="T11" b="T12"/>
              <a:pathLst>
                <a:path w="38761" h="43200" fill="none" extrusionOk="0">
                  <a:moveTo>
                    <a:pt x="4183" y="4333"/>
                  </a:moveTo>
                  <a:cubicBezTo>
                    <a:pt x="7925" y="1520"/>
                    <a:pt x="12479" y="-1"/>
                    <a:pt x="17161" y="0"/>
                  </a:cubicBezTo>
                  <a:cubicBezTo>
                    <a:pt x="29090" y="0"/>
                    <a:pt x="38761" y="9670"/>
                    <a:pt x="38761" y="21600"/>
                  </a:cubicBezTo>
                  <a:cubicBezTo>
                    <a:pt x="38761" y="33529"/>
                    <a:pt x="29090" y="43200"/>
                    <a:pt x="17161" y="43200"/>
                  </a:cubicBezTo>
                  <a:cubicBezTo>
                    <a:pt x="10431" y="43200"/>
                    <a:pt x="4086" y="40063"/>
                    <a:pt x="-1" y="34717"/>
                  </a:cubicBezTo>
                </a:path>
                <a:path w="38761" h="43200" stroke="0" extrusionOk="0">
                  <a:moveTo>
                    <a:pt x="4183" y="4333"/>
                  </a:moveTo>
                  <a:cubicBezTo>
                    <a:pt x="7925" y="1520"/>
                    <a:pt x="12479" y="-1"/>
                    <a:pt x="17161" y="0"/>
                  </a:cubicBezTo>
                  <a:cubicBezTo>
                    <a:pt x="29090" y="0"/>
                    <a:pt x="38761" y="9670"/>
                    <a:pt x="38761" y="21600"/>
                  </a:cubicBezTo>
                  <a:cubicBezTo>
                    <a:pt x="38761" y="33529"/>
                    <a:pt x="29090" y="43200"/>
                    <a:pt x="17161" y="43200"/>
                  </a:cubicBezTo>
                  <a:cubicBezTo>
                    <a:pt x="10431" y="43200"/>
                    <a:pt x="4086" y="40063"/>
                    <a:pt x="-1" y="34717"/>
                  </a:cubicBezTo>
                  <a:lnTo>
                    <a:pt x="17161" y="21600"/>
                  </a:lnTo>
                  <a:lnTo>
                    <a:pt x="4183" y="4333"/>
                  </a:lnTo>
                  <a:close/>
                </a:path>
              </a:pathLst>
            </a:custGeom>
            <a:noFill/>
            <a:ln w="28575">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 name="Text Box 18">
              <a:extLst>
                <a:ext uri="{FF2B5EF4-FFF2-40B4-BE49-F238E27FC236}">
                  <a16:creationId xmlns:a16="http://schemas.microsoft.com/office/drawing/2014/main" id="{30758820-758E-663C-52E5-4ACA62B17E1A}"/>
                </a:ext>
              </a:extLst>
            </p:cNvPr>
            <p:cNvSpPr txBox="1">
              <a:spLocks noChangeArrowheads="1"/>
            </p:cNvSpPr>
            <p:nvPr/>
          </p:nvSpPr>
          <p:spPr bwMode="auto">
            <a:xfrm>
              <a:off x="1753" y="1955"/>
              <a:ext cx="56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Start/Init</a:t>
              </a:r>
            </a:p>
          </p:txBody>
        </p:sp>
        <p:sp>
          <p:nvSpPr>
            <p:cNvPr id="84" name="Line 19">
              <a:extLst>
                <a:ext uri="{FF2B5EF4-FFF2-40B4-BE49-F238E27FC236}">
                  <a16:creationId xmlns:a16="http://schemas.microsoft.com/office/drawing/2014/main" id="{AD91ACA8-69F1-D1C0-7D55-B7AC4E82AF93}"/>
                </a:ext>
              </a:extLst>
            </p:cNvPr>
            <p:cNvSpPr>
              <a:spLocks noChangeShapeType="1"/>
            </p:cNvSpPr>
            <p:nvPr/>
          </p:nvSpPr>
          <p:spPr bwMode="auto">
            <a:xfrm>
              <a:off x="1662" y="1161"/>
              <a:ext cx="0" cy="249"/>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85" name="Text Box 20">
              <a:extLst>
                <a:ext uri="{FF2B5EF4-FFF2-40B4-BE49-F238E27FC236}">
                  <a16:creationId xmlns:a16="http://schemas.microsoft.com/office/drawing/2014/main" id="{125B5AB6-2745-DD6A-BFAA-025F8BEA0649}"/>
                </a:ext>
              </a:extLst>
            </p:cNvPr>
            <p:cNvSpPr txBox="1">
              <a:spLocks noChangeArrowheads="1"/>
            </p:cNvSpPr>
            <p:nvPr/>
          </p:nvSpPr>
          <p:spPr bwMode="auto">
            <a:xfrm>
              <a:off x="1232" y="1139"/>
              <a:ext cx="35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Reset</a:t>
              </a:r>
            </a:p>
          </p:txBody>
        </p:sp>
        <p:sp>
          <p:nvSpPr>
            <p:cNvPr id="86" name="Line 21">
              <a:extLst>
                <a:ext uri="{FF2B5EF4-FFF2-40B4-BE49-F238E27FC236}">
                  <a16:creationId xmlns:a16="http://schemas.microsoft.com/office/drawing/2014/main" id="{50C35236-529D-5091-A77E-78DDCE2FD9B5}"/>
                </a:ext>
              </a:extLst>
            </p:cNvPr>
            <p:cNvSpPr>
              <a:spLocks noChangeShapeType="1"/>
            </p:cNvSpPr>
            <p:nvPr/>
          </p:nvSpPr>
          <p:spPr bwMode="auto">
            <a:xfrm>
              <a:off x="1662" y="1910"/>
              <a:ext cx="0" cy="295"/>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87" name="Oval 22">
              <a:extLst>
                <a:ext uri="{FF2B5EF4-FFF2-40B4-BE49-F238E27FC236}">
                  <a16:creationId xmlns:a16="http://schemas.microsoft.com/office/drawing/2014/main" id="{38D01230-0890-F7DF-C286-EFF67C2145E6}"/>
                </a:ext>
              </a:extLst>
            </p:cNvPr>
            <p:cNvSpPr>
              <a:spLocks noChangeArrowheads="1"/>
            </p:cNvSpPr>
            <p:nvPr/>
          </p:nvSpPr>
          <p:spPr bwMode="auto">
            <a:xfrm>
              <a:off x="1282" y="2205"/>
              <a:ext cx="748" cy="544"/>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Aft>
                  <a:spcPct val="0"/>
                </a:spcAft>
                <a:buFontTx/>
                <a:buNone/>
              </a:pPr>
              <a:r>
                <a:rPr lang="en-US" altLang="zh-CN" sz="2400"/>
                <a:t>S</a:t>
              </a:r>
              <a:r>
                <a:rPr lang="en-US" altLang="zh-CN" sz="1800"/>
                <a:t>1</a:t>
              </a:r>
            </a:p>
            <a:p>
              <a:pPr algn="ctr" eaLnBrk="1" hangingPunct="1">
                <a:lnSpc>
                  <a:spcPct val="80000"/>
                </a:lnSpc>
                <a:spcAft>
                  <a:spcPct val="0"/>
                </a:spcAft>
                <a:buFontTx/>
                <a:buNone/>
              </a:pPr>
              <a:r>
                <a:rPr lang="en-US" altLang="zh-CN" sz="1800" b="0"/>
                <a:t>Cnt</a:t>
              </a:r>
            </a:p>
          </p:txBody>
        </p:sp>
        <p:sp>
          <p:nvSpPr>
            <p:cNvPr id="88" name="Oval 23">
              <a:extLst>
                <a:ext uri="{FF2B5EF4-FFF2-40B4-BE49-F238E27FC236}">
                  <a16:creationId xmlns:a16="http://schemas.microsoft.com/office/drawing/2014/main" id="{7E2A7BFA-2AF7-A7A5-9C59-007B95806277}"/>
                </a:ext>
              </a:extLst>
            </p:cNvPr>
            <p:cNvSpPr>
              <a:spLocks noChangeArrowheads="1"/>
            </p:cNvSpPr>
            <p:nvPr/>
          </p:nvSpPr>
          <p:spPr bwMode="auto">
            <a:xfrm>
              <a:off x="1214" y="3101"/>
              <a:ext cx="930" cy="60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400"/>
                <a:t>S</a:t>
              </a:r>
              <a:r>
                <a:rPr lang="en-US" altLang="zh-CN" sz="1800"/>
                <a:t>2</a:t>
              </a:r>
            </a:p>
            <a:p>
              <a:pPr algn="ctr" eaLnBrk="1" hangingPunct="1">
                <a:spcAft>
                  <a:spcPct val="0"/>
                </a:spcAft>
                <a:buFontTx/>
                <a:buNone/>
              </a:pPr>
              <a:r>
                <a:rPr lang="en-US" altLang="zh-CN" sz="1800" b="0"/>
                <a:t>Shr</a:t>
              </a:r>
            </a:p>
          </p:txBody>
        </p:sp>
        <p:sp>
          <p:nvSpPr>
            <p:cNvPr id="89" name="Arc 24">
              <a:extLst>
                <a:ext uri="{FF2B5EF4-FFF2-40B4-BE49-F238E27FC236}">
                  <a16:creationId xmlns:a16="http://schemas.microsoft.com/office/drawing/2014/main" id="{CC43F2BC-22B2-D666-82EB-32D5FEE3AC37}"/>
                </a:ext>
              </a:extLst>
            </p:cNvPr>
            <p:cNvSpPr>
              <a:spLocks/>
            </p:cNvSpPr>
            <p:nvPr/>
          </p:nvSpPr>
          <p:spPr bwMode="auto">
            <a:xfrm rot="21549739" flipH="1">
              <a:off x="1390" y="2705"/>
              <a:ext cx="201" cy="452"/>
            </a:xfrm>
            <a:custGeom>
              <a:avLst/>
              <a:gdLst>
                <a:gd name="T0" fmla="*/ 0 w 21600"/>
                <a:gd name="T1" fmla="*/ 0 h 32237"/>
                <a:gd name="T2" fmla="*/ 0 w 21600"/>
                <a:gd name="T3" fmla="*/ 0 h 32237"/>
                <a:gd name="T4" fmla="*/ 0 w 21600"/>
                <a:gd name="T5" fmla="*/ 0 h 32237"/>
                <a:gd name="T6" fmla="*/ 0 60000 65536"/>
                <a:gd name="T7" fmla="*/ 0 60000 65536"/>
                <a:gd name="T8" fmla="*/ 0 60000 65536"/>
                <a:gd name="T9" fmla="*/ 0 w 21600"/>
                <a:gd name="T10" fmla="*/ 0 h 32237"/>
                <a:gd name="T11" fmla="*/ 21600 w 21600"/>
                <a:gd name="T12" fmla="*/ 32237 h 32237"/>
              </a:gdLst>
              <a:ahLst/>
              <a:cxnLst>
                <a:cxn ang="T6">
                  <a:pos x="T0" y="T1"/>
                </a:cxn>
                <a:cxn ang="T7">
                  <a:pos x="T2" y="T3"/>
                </a:cxn>
                <a:cxn ang="T8">
                  <a:pos x="T4" y="T5"/>
                </a:cxn>
              </a:cxnLst>
              <a:rect l="T9" t="T10" r="T11" b="T12"/>
              <a:pathLst>
                <a:path w="21600" h="32237" fill="none" extrusionOk="0">
                  <a:moveTo>
                    <a:pt x="12754" y="0"/>
                  </a:moveTo>
                  <a:cubicBezTo>
                    <a:pt x="18314" y="4067"/>
                    <a:pt x="21600" y="10543"/>
                    <a:pt x="21600" y="17432"/>
                  </a:cubicBezTo>
                  <a:cubicBezTo>
                    <a:pt x="21600" y="22934"/>
                    <a:pt x="19499" y="28230"/>
                    <a:pt x="15728" y="32237"/>
                  </a:cubicBezTo>
                </a:path>
                <a:path w="21600" h="32237" stroke="0" extrusionOk="0">
                  <a:moveTo>
                    <a:pt x="12754" y="0"/>
                  </a:moveTo>
                  <a:cubicBezTo>
                    <a:pt x="18314" y="4067"/>
                    <a:pt x="21600" y="10543"/>
                    <a:pt x="21600" y="17432"/>
                  </a:cubicBezTo>
                  <a:cubicBezTo>
                    <a:pt x="21600" y="22934"/>
                    <a:pt x="19499" y="28230"/>
                    <a:pt x="15728" y="32237"/>
                  </a:cubicBezTo>
                  <a:lnTo>
                    <a:pt x="0" y="17432"/>
                  </a:lnTo>
                  <a:lnTo>
                    <a:pt x="12754" y="0"/>
                  </a:lnTo>
                  <a:close/>
                </a:path>
              </a:pathLst>
            </a:custGeom>
            <a:noFill/>
            <a:ln w="28575">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0" name="Arc 25">
              <a:extLst>
                <a:ext uri="{FF2B5EF4-FFF2-40B4-BE49-F238E27FC236}">
                  <a16:creationId xmlns:a16="http://schemas.microsoft.com/office/drawing/2014/main" id="{85354935-6D2A-7E7D-EA2D-0C4E074E7C1A}"/>
                </a:ext>
              </a:extLst>
            </p:cNvPr>
            <p:cNvSpPr>
              <a:spLocks/>
            </p:cNvSpPr>
            <p:nvPr/>
          </p:nvSpPr>
          <p:spPr bwMode="auto">
            <a:xfrm rot="-50261">
              <a:off x="1781" y="2704"/>
              <a:ext cx="160" cy="436"/>
            </a:xfrm>
            <a:custGeom>
              <a:avLst/>
              <a:gdLst>
                <a:gd name="T0" fmla="*/ 0 w 21600"/>
                <a:gd name="T1" fmla="*/ 0 h 36574"/>
                <a:gd name="T2" fmla="*/ 0 w 21600"/>
                <a:gd name="T3" fmla="*/ 0 h 36574"/>
                <a:gd name="T4" fmla="*/ 0 w 21600"/>
                <a:gd name="T5" fmla="*/ 0 h 36574"/>
                <a:gd name="T6" fmla="*/ 0 60000 65536"/>
                <a:gd name="T7" fmla="*/ 0 60000 65536"/>
                <a:gd name="T8" fmla="*/ 0 60000 65536"/>
                <a:gd name="T9" fmla="*/ 0 w 21600"/>
                <a:gd name="T10" fmla="*/ 0 h 36574"/>
                <a:gd name="T11" fmla="*/ 21600 w 21600"/>
                <a:gd name="T12" fmla="*/ 36574 h 36574"/>
              </a:gdLst>
              <a:ahLst/>
              <a:cxnLst>
                <a:cxn ang="T6">
                  <a:pos x="T0" y="T1"/>
                </a:cxn>
                <a:cxn ang="T7">
                  <a:pos x="T2" y="T3"/>
                </a:cxn>
                <a:cxn ang="T8">
                  <a:pos x="T4" y="T5"/>
                </a:cxn>
              </a:cxnLst>
              <a:rect l="T9" t="T10" r="T11" b="T12"/>
              <a:pathLst>
                <a:path w="21600" h="36574" fill="none" extrusionOk="0">
                  <a:moveTo>
                    <a:pt x="9288" y="-1"/>
                  </a:moveTo>
                  <a:cubicBezTo>
                    <a:pt x="16809" y="3582"/>
                    <a:pt x="21600" y="11170"/>
                    <a:pt x="21600" y="19501"/>
                  </a:cubicBezTo>
                  <a:cubicBezTo>
                    <a:pt x="21600" y="26179"/>
                    <a:pt x="18510" y="32483"/>
                    <a:pt x="13231" y="36574"/>
                  </a:cubicBezTo>
                </a:path>
                <a:path w="21600" h="36574" stroke="0" extrusionOk="0">
                  <a:moveTo>
                    <a:pt x="9288" y="-1"/>
                  </a:moveTo>
                  <a:cubicBezTo>
                    <a:pt x="16809" y="3582"/>
                    <a:pt x="21600" y="11170"/>
                    <a:pt x="21600" y="19501"/>
                  </a:cubicBezTo>
                  <a:cubicBezTo>
                    <a:pt x="21600" y="26179"/>
                    <a:pt x="18510" y="32483"/>
                    <a:pt x="13231" y="36574"/>
                  </a:cubicBezTo>
                  <a:lnTo>
                    <a:pt x="0" y="19501"/>
                  </a:lnTo>
                  <a:lnTo>
                    <a:pt x="9288" y="-1"/>
                  </a:lnTo>
                  <a:close/>
                </a:path>
              </a:pathLst>
            </a:custGeom>
            <a:noFill/>
            <a:ln w="28575">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1" name="Text Box 26">
              <a:extLst>
                <a:ext uri="{FF2B5EF4-FFF2-40B4-BE49-F238E27FC236}">
                  <a16:creationId xmlns:a16="http://schemas.microsoft.com/office/drawing/2014/main" id="{A494F2A3-6BA7-E75D-AAC2-7471C71A8C8D}"/>
                </a:ext>
              </a:extLst>
            </p:cNvPr>
            <p:cNvSpPr txBox="1">
              <a:spLocks noChangeArrowheads="1"/>
            </p:cNvSpPr>
            <p:nvPr/>
          </p:nvSpPr>
          <p:spPr bwMode="auto">
            <a:xfrm>
              <a:off x="2025" y="2817"/>
              <a:ext cx="61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dirty="0"/>
                <a:t>B[0]/Add</a:t>
              </a:r>
            </a:p>
          </p:txBody>
        </p:sp>
        <p:sp>
          <p:nvSpPr>
            <p:cNvPr id="92" name="Text Box 27">
              <a:extLst>
                <a:ext uri="{FF2B5EF4-FFF2-40B4-BE49-F238E27FC236}">
                  <a16:creationId xmlns:a16="http://schemas.microsoft.com/office/drawing/2014/main" id="{B331C92F-6593-8EBB-98FF-BAFD47513E64}"/>
                </a:ext>
              </a:extLst>
            </p:cNvPr>
            <p:cNvSpPr txBox="1">
              <a:spLocks noChangeArrowheads="1"/>
            </p:cNvSpPr>
            <p:nvPr/>
          </p:nvSpPr>
          <p:spPr bwMode="auto">
            <a:xfrm>
              <a:off x="959" y="2794"/>
              <a:ext cx="34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!B[0]</a:t>
              </a:r>
            </a:p>
          </p:txBody>
        </p:sp>
        <p:cxnSp>
          <p:nvCxnSpPr>
            <p:cNvPr id="93" name="AutoShape 28">
              <a:extLst>
                <a:ext uri="{FF2B5EF4-FFF2-40B4-BE49-F238E27FC236}">
                  <a16:creationId xmlns:a16="http://schemas.microsoft.com/office/drawing/2014/main" id="{9B730790-3290-81FD-5193-90679A3709D8}"/>
                </a:ext>
              </a:extLst>
            </p:cNvPr>
            <p:cNvCxnSpPr>
              <a:cxnSpLocks noChangeShapeType="1"/>
              <a:stCxn id="88" idx="6"/>
              <a:endCxn id="87" idx="6"/>
            </p:cNvCxnSpPr>
            <p:nvPr/>
          </p:nvCxnSpPr>
          <p:spPr bwMode="auto">
            <a:xfrm flipH="1" flipV="1">
              <a:off x="2039" y="2477"/>
              <a:ext cx="114" cy="925"/>
            </a:xfrm>
            <a:prstGeom prst="curvedConnector3">
              <a:avLst>
                <a:gd name="adj1" fmla="val -602634"/>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cxnSp>
        <p:cxnSp>
          <p:nvCxnSpPr>
            <p:cNvPr id="94" name="AutoShape 29">
              <a:extLst>
                <a:ext uri="{FF2B5EF4-FFF2-40B4-BE49-F238E27FC236}">
                  <a16:creationId xmlns:a16="http://schemas.microsoft.com/office/drawing/2014/main" id="{D9642B05-4474-79D5-3AB7-5609A6A1313A}"/>
                </a:ext>
              </a:extLst>
            </p:cNvPr>
            <p:cNvCxnSpPr>
              <a:cxnSpLocks noChangeShapeType="1"/>
              <a:stCxn id="88" idx="2"/>
              <a:endCxn id="81" idx="2"/>
            </p:cNvCxnSpPr>
            <p:nvPr/>
          </p:nvCxnSpPr>
          <p:spPr bwMode="auto">
            <a:xfrm rot="10800000" flipH="1">
              <a:off x="1205" y="1666"/>
              <a:ext cx="86" cy="1736"/>
            </a:xfrm>
            <a:prstGeom prst="curvedConnector3">
              <a:avLst>
                <a:gd name="adj1" fmla="val -519769"/>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cxnSp>
        <p:sp>
          <p:nvSpPr>
            <p:cNvPr id="95" name="Rectangle 30">
              <a:extLst>
                <a:ext uri="{FF2B5EF4-FFF2-40B4-BE49-F238E27FC236}">
                  <a16:creationId xmlns:a16="http://schemas.microsoft.com/office/drawing/2014/main" id="{7D7FC4DB-7723-D6CD-3E86-2C8071D85B71}"/>
                </a:ext>
              </a:extLst>
            </p:cNvPr>
            <p:cNvSpPr>
              <a:spLocks noChangeArrowheads="1"/>
            </p:cNvSpPr>
            <p:nvPr/>
          </p:nvSpPr>
          <p:spPr bwMode="auto">
            <a:xfrm>
              <a:off x="2297" y="1456"/>
              <a:ext cx="4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a:t>!</a:t>
              </a:r>
              <a:r>
                <a:rPr kumimoji="1" lang="en-US" altLang="zh-CN" sz="2000" b="0"/>
                <a:t>Start</a:t>
              </a:r>
              <a:endParaRPr kumimoji="1" lang="zh-CN" altLang="en-US" sz="2000" b="0"/>
            </a:p>
          </p:txBody>
        </p:sp>
        <p:sp>
          <p:nvSpPr>
            <p:cNvPr id="96" name="Text Box 31">
              <a:extLst>
                <a:ext uri="{FF2B5EF4-FFF2-40B4-BE49-F238E27FC236}">
                  <a16:creationId xmlns:a16="http://schemas.microsoft.com/office/drawing/2014/main" id="{887AB229-6C61-D6D9-6CFF-E9EE42413A92}"/>
                </a:ext>
              </a:extLst>
            </p:cNvPr>
            <p:cNvSpPr txBox="1">
              <a:spLocks noChangeArrowheads="1"/>
            </p:cNvSpPr>
            <p:nvPr/>
          </p:nvSpPr>
          <p:spPr bwMode="auto">
            <a:xfrm>
              <a:off x="987" y="3429"/>
              <a:ext cx="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E</a:t>
              </a:r>
            </a:p>
          </p:txBody>
        </p:sp>
        <p:sp>
          <p:nvSpPr>
            <p:cNvPr id="97" name="Text Box 32">
              <a:extLst>
                <a:ext uri="{FF2B5EF4-FFF2-40B4-BE49-F238E27FC236}">
                  <a16:creationId xmlns:a16="http://schemas.microsoft.com/office/drawing/2014/main" id="{D2F71304-2823-7243-DC04-6E99E6C861DD}"/>
                </a:ext>
              </a:extLst>
            </p:cNvPr>
            <p:cNvSpPr txBox="1">
              <a:spLocks noChangeArrowheads="1"/>
            </p:cNvSpPr>
            <p:nvPr/>
          </p:nvSpPr>
          <p:spPr bwMode="auto">
            <a:xfrm>
              <a:off x="2325" y="3452"/>
              <a:ext cx="15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!E</a:t>
              </a:r>
            </a:p>
          </p:txBody>
        </p:sp>
      </p:grpSp>
    </p:spTree>
    <p:extLst>
      <p:ext uri="{BB962C8B-B14F-4D97-AF65-F5344CB8AC3E}">
        <p14:creationId xmlns:p14="http://schemas.microsoft.com/office/powerpoint/2010/main" val="1758010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723CE2-799B-557C-40ED-9D15EB8AE8F0}"/>
              </a:ext>
            </a:extLst>
          </p:cNvPr>
          <p:cNvSpPr>
            <a:spLocks noGrp="1"/>
          </p:cNvSpPr>
          <p:nvPr>
            <p:ph type="title"/>
          </p:nvPr>
        </p:nvSpPr>
        <p:spPr/>
        <p:txBody>
          <a:bodyPr>
            <a:normAutofit fontScale="90000"/>
          </a:bodyPr>
          <a:lstStyle/>
          <a:p>
            <a:r>
              <a:rPr kumimoji="1" lang="zh-CN" altLang="en-US" dirty="0">
                <a:latin typeface="宋体" panose="02010600030101010101" pitchFamily="2" charset="-122"/>
              </a:rPr>
              <a:t>乘法器控制单元</a:t>
            </a:r>
            <a:r>
              <a:rPr kumimoji="1" lang="en-US" altLang="zh-CN" dirty="0">
                <a:latin typeface="宋体" panose="02010600030101010101" pitchFamily="2" charset="-122"/>
              </a:rPr>
              <a:t>(</a:t>
            </a:r>
            <a:r>
              <a:rPr kumimoji="1" lang="zh-CN" altLang="en-US" dirty="0">
                <a:latin typeface="宋体" panose="02010600030101010101" pitchFamily="2" charset="-122"/>
              </a:rPr>
              <a:t>续</a:t>
            </a:r>
            <a:r>
              <a:rPr kumimoji="1" lang="en-US" altLang="zh-CN" dirty="0">
                <a:latin typeface="宋体" panose="02010600030101010101" pitchFamily="2" charset="-122"/>
              </a:rPr>
              <a:t>1)</a:t>
            </a:r>
            <a:endParaRPr kumimoji="1" lang="zh-CN" altLang="en-US" dirty="0">
              <a:latin typeface="宋体" panose="02010600030101010101" pitchFamily="2" charset="-122"/>
            </a:endParaRPr>
          </a:p>
        </p:txBody>
      </p:sp>
      <p:sp>
        <p:nvSpPr>
          <p:cNvPr id="4" name="页脚占位符 3">
            <a:extLst>
              <a:ext uri="{FF2B5EF4-FFF2-40B4-BE49-F238E27FC236}">
                <a16:creationId xmlns:a16="http://schemas.microsoft.com/office/drawing/2014/main" id="{6B8F6421-A46C-1253-1C49-5F3ABE4128EA}"/>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FDA7947F-DC7D-97A0-216A-E3D0755D37C2}"/>
              </a:ext>
            </a:extLst>
          </p:cNvPr>
          <p:cNvSpPr>
            <a:spLocks noGrp="1"/>
          </p:cNvSpPr>
          <p:nvPr>
            <p:ph type="sldNum" sz="quarter" idx="12"/>
          </p:nvPr>
        </p:nvSpPr>
        <p:spPr/>
        <p:txBody>
          <a:bodyPr/>
          <a:lstStyle/>
          <a:p>
            <a:fld id="{9E260BC5-5BF3-8746-862B-DC45E9CAA88B}" type="slidenum">
              <a:rPr lang="en-US" smtClean="0"/>
              <a:pPr/>
              <a:t>19</a:t>
            </a:fld>
            <a:r>
              <a:rPr lang="en-US" altLang="zh-CN" dirty="0"/>
              <a:t>/34</a:t>
            </a:r>
            <a:endParaRPr lang="en-US" dirty="0"/>
          </a:p>
        </p:txBody>
      </p:sp>
      <p:sp>
        <p:nvSpPr>
          <p:cNvPr id="6" name="Text Box 4">
            <a:extLst>
              <a:ext uri="{FF2B5EF4-FFF2-40B4-BE49-F238E27FC236}">
                <a16:creationId xmlns:a16="http://schemas.microsoft.com/office/drawing/2014/main" id="{1581881A-272B-140B-3B93-0FD93D508578}"/>
              </a:ext>
            </a:extLst>
          </p:cNvPr>
          <p:cNvSpPr txBox="1">
            <a:spLocks noChangeArrowheads="1"/>
          </p:cNvSpPr>
          <p:nvPr/>
        </p:nvSpPr>
        <p:spPr bwMode="auto">
          <a:xfrm>
            <a:off x="3690144" y="1892777"/>
            <a:ext cx="5683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Reset</a:t>
            </a:r>
          </a:p>
        </p:txBody>
      </p:sp>
      <p:sp>
        <p:nvSpPr>
          <p:cNvPr id="7" name="Text Box 5">
            <a:extLst>
              <a:ext uri="{FF2B5EF4-FFF2-40B4-BE49-F238E27FC236}">
                <a16:creationId xmlns:a16="http://schemas.microsoft.com/office/drawing/2014/main" id="{2646B1BC-1AD2-1269-4EBF-ADA6806991DD}"/>
              </a:ext>
            </a:extLst>
          </p:cNvPr>
          <p:cNvSpPr txBox="1">
            <a:spLocks noChangeArrowheads="1"/>
          </p:cNvSpPr>
          <p:nvPr/>
        </p:nvSpPr>
        <p:spPr bwMode="auto">
          <a:xfrm>
            <a:off x="4315619" y="1892777"/>
            <a:ext cx="4826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Start</a:t>
            </a:r>
          </a:p>
        </p:txBody>
      </p:sp>
      <p:sp>
        <p:nvSpPr>
          <p:cNvPr id="8" name="Text Box 6">
            <a:extLst>
              <a:ext uri="{FF2B5EF4-FFF2-40B4-BE49-F238E27FC236}">
                <a16:creationId xmlns:a16="http://schemas.microsoft.com/office/drawing/2014/main" id="{F176738D-C0AF-650C-A255-E52BFC9DE96C}"/>
              </a:ext>
            </a:extLst>
          </p:cNvPr>
          <p:cNvSpPr txBox="1">
            <a:spLocks noChangeArrowheads="1"/>
          </p:cNvSpPr>
          <p:nvPr/>
        </p:nvSpPr>
        <p:spPr bwMode="auto">
          <a:xfrm>
            <a:off x="4869656" y="1892777"/>
            <a:ext cx="4699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B[0]</a:t>
            </a:r>
          </a:p>
        </p:txBody>
      </p:sp>
      <p:sp>
        <p:nvSpPr>
          <p:cNvPr id="9" name="Text Box 7">
            <a:extLst>
              <a:ext uri="{FF2B5EF4-FFF2-40B4-BE49-F238E27FC236}">
                <a16:creationId xmlns:a16="http://schemas.microsoft.com/office/drawing/2014/main" id="{6719FE2C-0B2F-43D8-AC31-2D4E1AFA697D}"/>
              </a:ext>
            </a:extLst>
          </p:cNvPr>
          <p:cNvSpPr txBox="1">
            <a:spLocks noChangeArrowheads="1"/>
          </p:cNvSpPr>
          <p:nvPr/>
        </p:nvSpPr>
        <p:spPr bwMode="auto">
          <a:xfrm>
            <a:off x="5506244" y="1892777"/>
            <a:ext cx="1571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E</a:t>
            </a:r>
          </a:p>
        </p:txBody>
      </p:sp>
      <p:sp>
        <p:nvSpPr>
          <p:cNvPr id="10" name="Text Box 8">
            <a:extLst>
              <a:ext uri="{FF2B5EF4-FFF2-40B4-BE49-F238E27FC236}">
                <a16:creationId xmlns:a16="http://schemas.microsoft.com/office/drawing/2014/main" id="{A30EC094-A100-FD38-49BD-74916F95738D}"/>
              </a:ext>
            </a:extLst>
          </p:cNvPr>
          <p:cNvSpPr txBox="1">
            <a:spLocks noChangeArrowheads="1"/>
          </p:cNvSpPr>
          <p:nvPr/>
        </p:nvSpPr>
        <p:spPr bwMode="auto">
          <a:xfrm>
            <a:off x="5901531" y="1892777"/>
            <a:ext cx="2270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S</a:t>
            </a:r>
            <a:r>
              <a:rPr kumimoji="1" lang="en-US" altLang="zh-CN" sz="2000" b="0" baseline="35000"/>
              <a:t>n</a:t>
            </a:r>
          </a:p>
        </p:txBody>
      </p:sp>
      <p:sp>
        <p:nvSpPr>
          <p:cNvPr id="11" name="Text Box 9">
            <a:extLst>
              <a:ext uri="{FF2B5EF4-FFF2-40B4-BE49-F238E27FC236}">
                <a16:creationId xmlns:a16="http://schemas.microsoft.com/office/drawing/2014/main" id="{7ACB132C-9D28-4CA2-77BA-16EE07A4500A}"/>
              </a:ext>
            </a:extLst>
          </p:cNvPr>
          <p:cNvSpPr txBox="1">
            <a:spLocks noChangeArrowheads="1"/>
          </p:cNvSpPr>
          <p:nvPr/>
        </p:nvSpPr>
        <p:spPr bwMode="auto">
          <a:xfrm>
            <a:off x="6709569" y="1892777"/>
            <a:ext cx="4079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S</a:t>
            </a:r>
            <a:r>
              <a:rPr kumimoji="1" lang="en-US" altLang="zh-CN" sz="2000" b="0" baseline="35000"/>
              <a:t>n+1</a:t>
            </a:r>
          </a:p>
        </p:txBody>
      </p:sp>
      <p:sp>
        <p:nvSpPr>
          <p:cNvPr id="12" name="Text Box 10">
            <a:extLst>
              <a:ext uri="{FF2B5EF4-FFF2-40B4-BE49-F238E27FC236}">
                <a16:creationId xmlns:a16="http://schemas.microsoft.com/office/drawing/2014/main" id="{43A32D91-74F6-5199-DD25-E57E19A6E1E0}"/>
              </a:ext>
            </a:extLst>
          </p:cNvPr>
          <p:cNvSpPr txBox="1">
            <a:spLocks noChangeArrowheads="1"/>
          </p:cNvSpPr>
          <p:nvPr/>
        </p:nvSpPr>
        <p:spPr bwMode="auto">
          <a:xfrm>
            <a:off x="9119394" y="1892777"/>
            <a:ext cx="5556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Done</a:t>
            </a:r>
          </a:p>
        </p:txBody>
      </p:sp>
      <p:sp>
        <p:nvSpPr>
          <p:cNvPr id="13" name="Text Box 11">
            <a:extLst>
              <a:ext uri="{FF2B5EF4-FFF2-40B4-BE49-F238E27FC236}">
                <a16:creationId xmlns:a16="http://schemas.microsoft.com/office/drawing/2014/main" id="{84303412-F469-D738-DD12-612C8A6AABF8}"/>
              </a:ext>
            </a:extLst>
          </p:cNvPr>
          <p:cNvSpPr txBox="1">
            <a:spLocks noChangeArrowheads="1"/>
          </p:cNvSpPr>
          <p:nvPr/>
        </p:nvSpPr>
        <p:spPr bwMode="auto">
          <a:xfrm>
            <a:off x="7181056" y="1892777"/>
            <a:ext cx="3540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Init</a:t>
            </a:r>
          </a:p>
        </p:txBody>
      </p:sp>
      <p:sp>
        <p:nvSpPr>
          <p:cNvPr id="14" name="Text Box 12">
            <a:extLst>
              <a:ext uri="{FF2B5EF4-FFF2-40B4-BE49-F238E27FC236}">
                <a16:creationId xmlns:a16="http://schemas.microsoft.com/office/drawing/2014/main" id="{DCDAE2B6-4DFD-9BED-9BD6-BCF0F6040D41}"/>
              </a:ext>
            </a:extLst>
          </p:cNvPr>
          <p:cNvSpPr txBox="1">
            <a:spLocks noChangeArrowheads="1"/>
          </p:cNvSpPr>
          <p:nvPr/>
        </p:nvSpPr>
        <p:spPr bwMode="auto">
          <a:xfrm>
            <a:off x="7631906" y="1892777"/>
            <a:ext cx="4429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Add</a:t>
            </a:r>
          </a:p>
        </p:txBody>
      </p:sp>
      <p:sp>
        <p:nvSpPr>
          <p:cNvPr id="15" name="Text Box 13">
            <a:extLst>
              <a:ext uri="{FF2B5EF4-FFF2-40B4-BE49-F238E27FC236}">
                <a16:creationId xmlns:a16="http://schemas.microsoft.com/office/drawing/2014/main" id="{BE36C3E8-74AB-DFF0-75A2-0C9175AFA3FE}"/>
              </a:ext>
            </a:extLst>
          </p:cNvPr>
          <p:cNvSpPr txBox="1">
            <a:spLocks noChangeArrowheads="1"/>
          </p:cNvSpPr>
          <p:nvPr/>
        </p:nvSpPr>
        <p:spPr bwMode="auto">
          <a:xfrm>
            <a:off x="8182769" y="1892777"/>
            <a:ext cx="3556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Shr</a:t>
            </a:r>
          </a:p>
        </p:txBody>
      </p:sp>
      <p:sp>
        <p:nvSpPr>
          <p:cNvPr id="16" name="Text Box 14">
            <a:extLst>
              <a:ext uri="{FF2B5EF4-FFF2-40B4-BE49-F238E27FC236}">
                <a16:creationId xmlns:a16="http://schemas.microsoft.com/office/drawing/2014/main" id="{08851D0F-580D-2D5E-E236-E1C00F5FA416}"/>
              </a:ext>
            </a:extLst>
          </p:cNvPr>
          <p:cNvSpPr txBox="1">
            <a:spLocks noChangeArrowheads="1"/>
          </p:cNvSpPr>
          <p:nvPr/>
        </p:nvSpPr>
        <p:spPr bwMode="auto">
          <a:xfrm>
            <a:off x="8641556" y="1892777"/>
            <a:ext cx="3698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Cnt</a:t>
            </a:r>
          </a:p>
        </p:txBody>
      </p:sp>
      <p:sp>
        <p:nvSpPr>
          <p:cNvPr id="17" name="Line 15">
            <a:extLst>
              <a:ext uri="{FF2B5EF4-FFF2-40B4-BE49-F238E27FC236}">
                <a16:creationId xmlns:a16="http://schemas.microsoft.com/office/drawing/2014/main" id="{8F934D1B-0FE2-DBB6-375F-BC27427B6094}"/>
              </a:ext>
            </a:extLst>
          </p:cNvPr>
          <p:cNvSpPr>
            <a:spLocks noChangeShapeType="1"/>
          </p:cNvSpPr>
          <p:nvPr/>
        </p:nvSpPr>
        <p:spPr bwMode="auto">
          <a:xfrm>
            <a:off x="3690144" y="2303939"/>
            <a:ext cx="6005512" cy="238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Text Box 16">
            <a:extLst>
              <a:ext uri="{FF2B5EF4-FFF2-40B4-BE49-F238E27FC236}">
                <a16:creationId xmlns:a16="http://schemas.microsoft.com/office/drawing/2014/main" id="{A16F17E8-89C8-176C-65EB-969BE4910C96}"/>
              </a:ext>
            </a:extLst>
          </p:cNvPr>
          <p:cNvSpPr txBox="1">
            <a:spLocks noChangeArrowheads="1"/>
          </p:cNvSpPr>
          <p:nvPr/>
        </p:nvSpPr>
        <p:spPr bwMode="auto">
          <a:xfrm>
            <a:off x="3906044" y="2397602"/>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1</a:t>
            </a:r>
          </a:p>
        </p:txBody>
      </p:sp>
      <p:sp>
        <p:nvSpPr>
          <p:cNvPr id="19" name="Line 17">
            <a:extLst>
              <a:ext uri="{FF2B5EF4-FFF2-40B4-BE49-F238E27FC236}">
                <a16:creationId xmlns:a16="http://schemas.microsoft.com/office/drawing/2014/main" id="{506B6289-C495-1530-75E6-0F6041BC82C2}"/>
              </a:ext>
            </a:extLst>
          </p:cNvPr>
          <p:cNvSpPr>
            <a:spLocks noChangeShapeType="1"/>
          </p:cNvSpPr>
          <p:nvPr/>
        </p:nvSpPr>
        <p:spPr bwMode="auto">
          <a:xfrm>
            <a:off x="6403181" y="1821339"/>
            <a:ext cx="0" cy="31321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Text Box 18">
            <a:extLst>
              <a:ext uri="{FF2B5EF4-FFF2-40B4-BE49-F238E27FC236}">
                <a16:creationId xmlns:a16="http://schemas.microsoft.com/office/drawing/2014/main" id="{67A1B569-1AE4-85D3-BA1C-D19FED1ACA42}"/>
              </a:ext>
            </a:extLst>
          </p:cNvPr>
          <p:cNvSpPr txBox="1">
            <a:spLocks noChangeArrowheads="1"/>
          </p:cNvSpPr>
          <p:nvPr/>
        </p:nvSpPr>
        <p:spPr bwMode="auto">
          <a:xfrm>
            <a:off x="4482306" y="2361089"/>
            <a:ext cx="15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a:t>x</a:t>
            </a:r>
          </a:p>
        </p:txBody>
      </p:sp>
      <p:sp>
        <p:nvSpPr>
          <p:cNvPr id="21" name="Text Box 19">
            <a:extLst>
              <a:ext uri="{FF2B5EF4-FFF2-40B4-BE49-F238E27FC236}">
                <a16:creationId xmlns:a16="http://schemas.microsoft.com/office/drawing/2014/main" id="{778372B4-7887-B9C0-C3E8-3CDD733DA3C9}"/>
              </a:ext>
            </a:extLst>
          </p:cNvPr>
          <p:cNvSpPr txBox="1">
            <a:spLocks noChangeArrowheads="1"/>
          </p:cNvSpPr>
          <p:nvPr/>
        </p:nvSpPr>
        <p:spPr bwMode="auto">
          <a:xfrm>
            <a:off x="5017294" y="2361089"/>
            <a:ext cx="15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a:t>x</a:t>
            </a:r>
          </a:p>
        </p:txBody>
      </p:sp>
      <p:sp>
        <p:nvSpPr>
          <p:cNvPr id="22" name="Text Box 20">
            <a:extLst>
              <a:ext uri="{FF2B5EF4-FFF2-40B4-BE49-F238E27FC236}">
                <a16:creationId xmlns:a16="http://schemas.microsoft.com/office/drawing/2014/main" id="{5A5E5A57-1E7E-C0D7-B66F-66E4F8534969}"/>
              </a:ext>
            </a:extLst>
          </p:cNvPr>
          <p:cNvSpPr txBox="1">
            <a:spLocks noChangeArrowheads="1"/>
          </p:cNvSpPr>
          <p:nvPr/>
        </p:nvSpPr>
        <p:spPr bwMode="auto">
          <a:xfrm>
            <a:off x="5493544" y="2361089"/>
            <a:ext cx="15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a:t>x</a:t>
            </a:r>
          </a:p>
        </p:txBody>
      </p:sp>
      <p:sp>
        <p:nvSpPr>
          <p:cNvPr id="23" name="Text Box 21">
            <a:extLst>
              <a:ext uri="{FF2B5EF4-FFF2-40B4-BE49-F238E27FC236}">
                <a16:creationId xmlns:a16="http://schemas.microsoft.com/office/drawing/2014/main" id="{7868B4FD-4DD4-92E2-D1D6-B64C325F000E}"/>
              </a:ext>
            </a:extLst>
          </p:cNvPr>
          <p:cNvSpPr txBox="1">
            <a:spLocks noChangeArrowheads="1"/>
          </p:cNvSpPr>
          <p:nvPr/>
        </p:nvSpPr>
        <p:spPr bwMode="auto">
          <a:xfrm>
            <a:off x="5922169" y="2361089"/>
            <a:ext cx="15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a:t>x</a:t>
            </a:r>
          </a:p>
        </p:txBody>
      </p:sp>
      <p:sp>
        <p:nvSpPr>
          <p:cNvPr id="24" name="Rectangle 22">
            <a:extLst>
              <a:ext uri="{FF2B5EF4-FFF2-40B4-BE49-F238E27FC236}">
                <a16:creationId xmlns:a16="http://schemas.microsoft.com/office/drawing/2014/main" id="{8185366A-E9AA-8758-5AFE-C998DBAF551F}"/>
              </a:ext>
            </a:extLst>
          </p:cNvPr>
          <p:cNvSpPr>
            <a:spLocks noChangeArrowheads="1"/>
          </p:cNvSpPr>
          <p:nvPr/>
        </p:nvSpPr>
        <p:spPr bwMode="auto">
          <a:xfrm>
            <a:off x="6661944" y="2311877"/>
            <a:ext cx="455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b="0"/>
              <a:t>S0</a:t>
            </a:r>
            <a:endParaRPr lang="zh-CN" altLang="en-US" sz="2000" b="0"/>
          </a:p>
        </p:txBody>
      </p:sp>
      <p:sp>
        <p:nvSpPr>
          <p:cNvPr id="25" name="Text Box 23">
            <a:extLst>
              <a:ext uri="{FF2B5EF4-FFF2-40B4-BE49-F238E27FC236}">
                <a16:creationId xmlns:a16="http://schemas.microsoft.com/office/drawing/2014/main" id="{D933E108-E5F1-4D40-5411-62A1AC4F90EF}"/>
              </a:ext>
            </a:extLst>
          </p:cNvPr>
          <p:cNvSpPr txBox="1">
            <a:spLocks noChangeArrowheads="1"/>
          </p:cNvSpPr>
          <p:nvPr/>
        </p:nvSpPr>
        <p:spPr bwMode="auto">
          <a:xfrm>
            <a:off x="7328694" y="2397602"/>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26" name="Text Box 24">
            <a:extLst>
              <a:ext uri="{FF2B5EF4-FFF2-40B4-BE49-F238E27FC236}">
                <a16:creationId xmlns:a16="http://schemas.microsoft.com/office/drawing/2014/main" id="{11520602-6097-9285-2D2D-D3571CC51B23}"/>
              </a:ext>
            </a:extLst>
          </p:cNvPr>
          <p:cNvSpPr txBox="1">
            <a:spLocks noChangeArrowheads="1"/>
          </p:cNvSpPr>
          <p:nvPr/>
        </p:nvSpPr>
        <p:spPr bwMode="auto">
          <a:xfrm>
            <a:off x="7823994" y="2397602"/>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27" name="Text Box 25">
            <a:extLst>
              <a:ext uri="{FF2B5EF4-FFF2-40B4-BE49-F238E27FC236}">
                <a16:creationId xmlns:a16="http://schemas.microsoft.com/office/drawing/2014/main" id="{2F8476CC-0AB9-8965-804F-D6142573C2FE}"/>
              </a:ext>
            </a:extLst>
          </p:cNvPr>
          <p:cNvSpPr txBox="1">
            <a:spLocks noChangeArrowheads="1"/>
          </p:cNvSpPr>
          <p:nvPr/>
        </p:nvSpPr>
        <p:spPr bwMode="auto">
          <a:xfrm>
            <a:off x="8339931" y="2397602"/>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28" name="Text Box 26">
            <a:extLst>
              <a:ext uri="{FF2B5EF4-FFF2-40B4-BE49-F238E27FC236}">
                <a16:creationId xmlns:a16="http://schemas.microsoft.com/office/drawing/2014/main" id="{DDF339AF-8BE5-0505-74B5-27D4346EA6D6}"/>
              </a:ext>
            </a:extLst>
          </p:cNvPr>
          <p:cNvSpPr txBox="1">
            <a:spLocks noChangeArrowheads="1"/>
          </p:cNvSpPr>
          <p:nvPr/>
        </p:nvSpPr>
        <p:spPr bwMode="auto">
          <a:xfrm>
            <a:off x="8798719" y="2397602"/>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29" name="Text Box 27">
            <a:extLst>
              <a:ext uri="{FF2B5EF4-FFF2-40B4-BE49-F238E27FC236}">
                <a16:creationId xmlns:a16="http://schemas.microsoft.com/office/drawing/2014/main" id="{679B2DD9-A57A-8E39-9595-D2606E20BD83}"/>
              </a:ext>
            </a:extLst>
          </p:cNvPr>
          <p:cNvSpPr txBox="1">
            <a:spLocks noChangeArrowheads="1"/>
          </p:cNvSpPr>
          <p:nvPr/>
        </p:nvSpPr>
        <p:spPr bwMode="auto">
          <a:xfrm>
            <a:off x="9347994" y="2397602"/>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1</a:t>
            </a:r>
          </a:p>
        </p:txBody>
      </p:sp>
      <p:sp>
        <p:nvSpPr>
          <p:cNvPr id="30" name="Line 28">
            <a:extLst>
              <a:ext uri="{FF2B5EF4-FFF2-40B4-BE49-F238E27FC236}">
                <a16:creationId xmlns:a16="http://schemas.microsoft.com/office/drawing/2014/main" id="{D40C6EE9-75A1-B1B8-ADC5-4B26C4745120}"/>
              </a:ext>
            </a:extLst>
          </p:cNvPr>
          <p:cNvSpPr>
            <a:spLocks noChangeShapeType="1"/>
          </p:cNvSpPr>
          <p:nvPr/>
        </p:nvSpPr>
        <p:spPr bwMode="auto">
          <a:xfrm>
            <a:off x="3690144" y="4953477"/>
            <a:ext cx="6005512" cy="15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Text Box 29">
            <a:extLst>
              <a:ext uri="{FF2B5EF4-FFF2-40B4-BE49-F238E27FC236}">
                <a16:creationId xmlns:a16="http://schemas.microsoft.com/office/drawing/2014/main" id="{FDD5576A-C5FB-3E62-AB5E-AA6E4DEB531A}"/>
              </a:ext>
            </a:extLst>
          </p:cNvPr>
          <p:cNvSpPr txBox="1">
            <a:spLocks noChangeArrowheads="1"/>
          </p:cNvSpPr>
          <p:nvPr/>
        </p:nvSpPr>
        <p:spPr bwMode="auto">
          <a:xfrm>
            <a:off x="3906044" y="2740502"/>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32" name="Text Box 30">
            <a:extLst>
              <a:ext uri="{FF2B5EF4-FFF2-40B4-BE49-F238E27FC236}">
                <a16:creationId xmlns:a16="http://schemas.microsoft.com/office/drawing/2014/main" id="{D8C98E4C-147B-78DD-853D-2CDB59766DB5}"/>
              </a:ext>
            </a:extLst>
          </p:cNvPr>
          <p:cNvSpPr txBox="1">
            <a:spLocks noChangeArrowheads="1"/>
          </p:cNvSpPr>
          <p:nvPr/>
        </p:nvSpPr>
        <p:spPr bwMode="auto">
          <a:xfrm>
            <a:off x="4482306" y="2740502"/>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33" name="Text Box 31">
            <a:extLst>
              <a:ext uri="{FF2B5EF4-FFF2-40B4-BE49-F238E27FC236}">
                <a16:creationId xmlns:a16="http://schemas.microsoft.com/office/drawing/2014/main" id="{1EFBB66A-1D3E-B085-3907-FEA82DC43964}"/>
              </a:ext>
            </a:extLst>
          </p:cNvPr>
          <p:cNvSpPr txBox="1">
            <a:spLocks noChangeArrowheads="1"/>
          </p:cNvSpPr>
          <p:nvPr/>
        </p:nvSpPr>
        <p:spPr bwMode="auto">
          <a:xfrm>
            <a:off x="5017294" y="2684939"/>
            <a:ext cx="15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a:t>x</a:t>
            </a:r>
          </a:p>
        </p:txBody>
      </p:sp>
      <p:sp>
        <p:nvSpPr>
          <p:cNvPr id="34" name="Text Box 32">
            <a:extLst>
              <a:ext uri="{FF2B5EF4-FFF2-40B4-BE49-F238E27FC236}">
                <a16:creationId xmlns:a16="http://schemas.microsoft.com/office/drawing/2014/main" id="{D576445C-A27C-FBC6-CF71-24D2EF817A4D}"/>
              </a:ext>
            </a:extLst>
          </p:cNvPr>
          <p:cNvSpPr txBox="1">
            <a:spLocks noChangeArrowheads="1"/>
          </p:cNvSpPr>
          <p:nvPr/>
        </p:nvSpPr>
        <p:spPr bwMode="auto">
          <a:xfrm>
            <a:off x="5493544" y="2684939"/>
            <a:ext cx="15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a:t>x</a:t>
            </a:r>
          </a:p>
        </p:txBody>
      </p:sp>
      <p:sp>
        <p:nvSpPr>
          <p:cNvPr id="35" name="Rectangle 33">
            <a:extLst>
              <a:ext uri="{FF2B5EF4-FFF2-40B4-BE49-F238E27FC236}">
                <a16:creationId xmlns:a16="http://schemas.microsoft.com/office/drawing/2014/main" id="{AA547128-2693-B9F6-5A69-3D1BE58F59A8}"/>
              </a:ext>
            </a:extLst>
          </p:cNvPr>
          <p:cNvSpPr>
            <a:spLocks noChangeArrowheads="1"/>
          </p:cNvSpPr>
          <p:nvPr/>
        </p:nvSpPr>
        <p:spPr bwMode="auto">
          <a:xfrm>
            <a:off x="6661944" y="2635727"/>
            <a:ext cx="455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b="0"/>
              <a:t>S0</a:t>
            </a:r>
            <a:endParaRPr lang="zh-CN" altLang="en-US" sz="2000" b="0"/>
          </a:p>
        </p:txBody>
      </p:sp>
      <p:sp>
        <p:nvSpPr>
          <p:cNvPr id="36" name="Text Box 34">
            <a:extLst>
              <a:ext uri="{FF2B5EF4-FFF2-40B4-BE49-F238E27FC236}">
                <a16:creationId xmlns:a16="http://schemas.microsoft.com/office/drawing/2014/main" id="{2B311C86-327B-6979-4005-98C176E89643}"/>
              </a:ext>
            </a:extLst>
          </p:cNvPr>
          <p:cNvSpPr txBox="1">
            <a:spLocks noChangeArrowheads="1"/>
          </p:cNvSpPr>
          <p:nvPr/>
        </p:nvSpPr>
        <p:spPr bwMode="auto">
          <a:xfrm>
            <a:off x="7328694" y="2721452"/>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37" name="Text Box 35">
            <a:extLst>
              <a:ext uri="{FF2B5EF4-FFF2-40B4-BE49-F238E27FC236}">
                <a16:creationId xmlns:a16="http://schemas.microsoft.com/office/drawing/2014/main" id="{C52BBA6E-FA2D-5A2B-4BF9-7AABC325718D}"/>
              </a:ext>
            </a:extLst>
          </p:cNvPr>
          <p:cNvSpPr txBox="1">
            <a:spLocks noChangeArrowheads="1"/>
          </p:cNvSpPr>
          <p:nvPr/>
        </p:nvSpPr>
        <p:spPr bwMode="auto">
          <a:xfrm>
            <a:off x="7823994" y="2721452"/>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38" name="Text Box 36">
            <a:extLst>
              <a:ext uri="{FF2B5EF4-FFF2-40B4-BE49-F238E27FC236}">
                <a16:creationId xmlns:a16="http://schemas.microsoft.com/office/drawing/2014/main" id="{4603E705-2C6D-A703-B7D0-1D8051883B3B}"/>
              </a:ext>
            </a:extLst>
          </p:cNvPr>
          <p:cNvSpPr txBox="1">
            <a:spLocks noChangeArrowheads="1"/>
          </p:cNvSpPr>
          <p:nvPr/>
        </p:nvSpPr>
        <p:spPr bwMode="auto">
          <a:xfrm>
            <a:off x="8339931" y="2721452"/>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39" name="Text Box 37">
            <a:extLst>
              <a:ext uri="{FF2B5EF4-FFF2-40B4-BE49-F238E27FC236}">
                <a16:creationId xmlns:a16="http://schemas.microsoft.com/office/drawing/2014/main" id="{A72F831E-8A64-3286-6F8D-6246278CF2AA}"/>
              </a:ext>
            </a:extLst>
          </p:cNvPr>
          <p:cNvSpPr txBox="1">
            <a:spLocks noChangeArrowheads="1"/>
          </p:cNvSpPr>
          <p:nvPr/>
        </p:nvSpPr>
        <p:spPr bwMode="auto">
          <a:xfrm>
            <a:off x="8798719" y="2721452"/>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40" name="Text Box 38">
            <a:extLst>
              <a:ext uri="{FF2B5EF4-FFF2-40B4-BE49-F238E27FC236}">
                <a16:creationId xmlns:a16="http://schemas.microsoft.com/office/drawing/2014/main" id="{17DD9C35-370C-A891-C6D7-3F9E7B532173}"/>
              </a:ext>
            </a:extLst>
          </p:cNvPr>
          <p:cNvSpPr txBox="1">
            <a:spLocks noChangeArrowheads="1"/>
          </p:cNvSpPr>
          <p:nvPr/>
        </p:nvSpPr>
        <p:spPr bwMode="auto">
          <a:xfrm>
            <a:off x="9347994" y="2721452"/>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1</a:t>
            </a:r>
          </a:p>
        </p:txBody>
      </p:sp>
      <p:sp>
        <p:nvSpPr>
          <p:cNvPr id="41" name="Rectangle 39">
            <a:extLst>
              <a:ext uri="{FF2B5EF4-FFF2-40B4-BE49-F238E27FC236}">
                <a16:creationId xmlns:a16="http://schemas.microsoft.com/office/drawing/2014/main" id="{107ADEF7-5808-6828-CBDA-390CF307E3EE}"/>
              </a:ext>
            </a:extLst>
          </p:cNvPr>
          <p:cNvSpPr>
            <a:spLocks noChangeArrowheads="1"/>
          </p:cNvSpPr>
          <p:nvPr/>
        </p:nvSpPr>
        <p:spPr bwMode="auto">
          <a:xfrm>
            <a:off x="5784056" y="2650014"/>
            <a:ext cx="455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b="0"/>
              <a:t>S0</a:t>
            </a:r>
            <a:endParaRPr lang="zh-CN" altLang="en-US" sz="2000" b="0"/>
          </a:p>
        </p:txBody>
      </p:sp>
      <p:sp>
        <p:nvSpPr>
          <p:cNvPr id="42" name="Text Box 40">
            <a:extLst>
              <a:ext uri="{FF2B5EF4-FFF2-40B4-BE49-F238E27FC236}">
                <a16:creationId xmlns:a16="http://schemas.microsoft.com/office/drawing/2014/main" id="{E14AB71C-2F30-3B77-F341-018366132CE6}"/>
              </a:ext>
            </a:extLst>
          </p:cNvPr>
          <p:cNvSpPr txBox="1">
            <a:spLocks noChangeArrowheads="1"/>
          </p:cNvSpPr>
          <p:nvPr/>
        </p:nvSpPr>
        <p:spPr bwMode="auto">
          <a:xfrm>
            <a:off x="3906044" y="3110389"/>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43" name="Text Box 41">
            <a:extLst>
              <a:ext uri="{FF2B5EF4-FFF2-40B4-BE49-F238E27FC236}">
                <a16:creationId xmlns:a16="http://schemas.microsoft.com/office/drawing/2014/main" id="{A6C05506-9914-A5C0-6298-8B4842086797}"/>
              </a:ext>
            </a:extLst>
          </p:cNvPr>
          <p:cNvSpPr txBox="1">
            <a:spLocks noChangeArrowheads="1"/>
          </p:cNvSpPr>
          <p:nvPr/>
        </p:nvSpPr>
        <p:spPr bwMode="auto">
          <a:xfrm>
            <a:off x="4482306" y="3110389"/>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1</a:t>
            </a:r>
          </a:p>
        </p:txBody>
      </p:sp>
      <p:sp>
        <p:nvSpPr>
          <p:cNvPr id="44" name="Text Box 42">
            <a:extLst>
              <a:ext uri="{FF2B5EF4-FFF2-40B4-BE49-F238E27FC236}">
                <a16:creationId xmlns:a16="http://schemas.microsoft.com/office/drawing/2014/main" id="{11A1203D-08AD-3E54-95EF-D2919ACB5C21}"/>
              </a:ext>
            </a:extLst>
          </p:cNvPr>
          <p:cNvSpPr txBox="1">
            <a:spLocks noChangeArrowheads="1"/>
          </p:cNvSpPr>
          <p:nvPr/>
        </p:nvSpPr>
        <p:spPr bwMode="auto">
          <a:xfrm>
            <a:off x="5017294" y="3054827"/>
            <a:ext cx="15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a:t>x</a:t>
            </a:r>
          </a:p>
        </p:txBody>
      </p:sp>
      <p:sp>
        <p:nvSpPr>
          <p:cNvPr id="45" name="Text Box 43">
            <a:extLst>
              <a:ext uri="{FF2B5EF4-FFF2-40B4-BE49-F238E27FC236}">
                <a16:creationId xmlns:a16="http://schemas.microsoft.com/office/drawing/2014/main" id="{2DDAA6E3-9672-81CD-6717-B2FAE1D74D57}"/>
              </a:ext>
            </a:extLst>
          </p:cNvPr>
          <p:cNvSpPr txBox="1">
            <a:spLocks noChangeArrowheads="1"/>
          </p:cNvSpPr>
          <p:nvPr/>
        </p:nvSpPr>
        <p:spPr bwMode="auto">
          <a:xfrm>
            <a:off x="5493544" y="3054827"/>
            <a:ext cx="15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a:t>x</a:t>
            </a:r>
          </a:p>
        </p:txBody>
      </p:sp>
      <p:sp>
        <p:nvSpPr>
          <p:cNvPr id="46" name="Rectangle 44">
            <a:extLst>
              <a:ext uri="{FF2B5EF4-FFF2-40B4-BE49-F238E27FC236}">
                <a16:creationId xmlns:a16="http://schemas.microsoft.com/office/drawing/2014/main" id="{49A01072-A5D3-65A3-5809-B27838C17920}"/>
              </a:ext>
            </a:extLst>
          </p:cNvPr>
          <p:cNvSpPr>
            <a:spLocks noChangeArrowheads="1"/>
          </p:cNvSpPr>
          <p:nvPr/>
        </p:nvSpPr>
        <p:spPr bwMode="auto">
          <a:xfrm>
            <a:off x="6661944" y="3005614"/>
            <a:ext cx="455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b="0"/>
              <a:t>S1</a:t>
            </a:r>
            <a:endParaRPr lang="zh-CN" altLang="en-US" sz="2000" b="0"/>
          </a:p>
        </p:txBody>
      </p:sp>
      <p:sp>
        <p:nvSpPr>
          <p:cNvPr id="47" name="Text Box 45">
            <a:extLst>
              <a:ext uri="{FF2B5EF4-FFF2-40B4-BE49-F238E27FC236}">
                <a16:creationId xmlns:a16="http://schemas.microsoft.com/office/drawing/2014/main" id="{E29A88F7-C181-C060-DB96-3B2A50DD070C}"/>
              </a:ext>
            </a:extLst>
          </p:cNvPr>
          <p:cNvSpPr txBox="1">
            <a:spLocks noChangeArrowheads="1"/>
          </p:cNvSpPr>
          <p:nvPr/>
        </p:nvSpPr>
        <p:spPr bwMode="auto">
          <a:xfrm>
            <a:off x="7328694" y="3091339"/>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1</a:t>
            </a:r>
          </a:p>
        </p:txBody>
      </p:sp>
      <p:sp>
        <p:nvSpPr>
          <p:cNvPr id="48" name="Text Box 46">
            <a:extLst>
              <a:ext uri="{FF2B5EF4-FFF2-40B4-BE49-F238E27FC236}">
                <a16:creationId xmlns:a16="http://schemas.microsoft.com/office/drawing/2014/main" id="{8C46E5A8-5847-FC36-A5A6-B890ED8EDA04}"/>
              </a:ext>
            </a:extLst>
          </p:cNvPr>
          <p:cNvSpPr txBox="1">
            <a:spLocks noChangeArrowheads="1"/>
          </p:cNvSpPr>
          <p:nvPr/>
        </p:nvSpPr>
        <p:spPr bwMode="auto">
          <a:xfrm>
            <a:off x="7823994" y="3091339"/>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49" name="Text Box 47">
            <a:extLst>
              <a:ext uri="{FF2B5EF4-FFF2-40B4-BE49-F238E27FC236}">
                <a16:creationId xmlns:a16="http://schemas.microsoft.com/office/drawing/2014/main" id="{1AA9FD06-28D3-A725-010E-310EDCEFE701}"/>
              </a:ext>
            </a:extLst>
          </p:cNvPr>
          <p:cNvSpPr txBox="1">
            <a:spLocks noChangeArrowheads="1"/>
          </p:cNvSpPr>
          <p:nvPr/>
        </p:nvSpPr>
        <p:spPr bwMode="auto">
          <a:xfrm>
            <a:off x="8339931" y="3091339"/>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50" name="Text Box 48">
            <a:extLst>
              <a:ext uri="{FF2B5EF4-FFF2-40B4-BE49-F238E27FC236}">
                <a16:creationId xmlns:a16="http://schemas.microsoft.com/office/drawing/2014/main" id="{C745E469-AB01-A067-5E1E-453B2732508F}"/>
              </a:ext>
            </a:extLst>
          </p:cNvPr>
          <p:cNvSpPr txBox="1">
            <a:spLocks noChangeArrowheads="1"/>
          </p:cNvSpPr>
          <p:nvPr/>
        </p:nvSpPr>
        <p:spPr bwMode="auto">
          <a:xfrm>
            <a:off x="8798719" y="3091339"/>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51" name="Text Box 49">
            <a:extLst>
              <a:ext uri="{FF2B5EF4-FFF2-40B4-BE49-F238E27FC236}">
                <a16:creationId xmlns:a16="http://schemas.microsoft.com/office/drawing/2014/main" id="{6FD5681B-E772-4CB1-8B5A-ADB3F8A99F99}"/>
              </a:ext>
            </a:extLst>
          </p:cNvPr>
          <p:cNvSpPr txBox="1">
            <a:spLocks noChangeArrowheads="1"/>
          </p:cNvSpPr>
          <p:nvPr/>
        </p:nvSpPr>
        <p:spPr bwMode="auto">
          <a:xfrm>
            <a:off x="9347994" y="3091339"/>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1</a:t>
            </a:r>
          </a:p>
        </p:txBody>
      </p:sp>
      <p:sp>
        <p:nvSpPr>
          <p:cNvPr id="52" name="Rectangle 50">
            <a:extLst>
              <a:ext uri="{FF2B5EF4-FFF2-40B4-BE49-F238E27FC236}">
                <a16:creationId xmlns:a16="http://schemas.microsoft.com/office/drawing/2014/main" id="{ED4280AC-5843-D345-EF77-63F826DA3F90}"/>
              </a:ext>
            </a:extLst>
          </p:cNvPr>
          <p:cNvSpPr>
            <a:spLocks noChangeArrowheads="1"/>
          </p:cNvSpPr>
          <p:nvPr/>
        </p:nvSpPr>
        <p:spPr bwMode="auto">
          <a:xfrm>
            <a:off x="5784056" y="3019902"/>
            <a:ext cx="455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b="0"/>
              <a:t>S0</a:t>
            </a:r>
            <a:endParaRPr lang="zh-CN" altLang="en-US" sz="2000" b="0"/>
          </a:p>
        </p:txBody>
      </p:sp>
      <p:sp>
        <p:nvSpPr>
          <p:cNvPr id="53" name="Text Box 51">
            <a:extLst>
              <a:ext uri="{FF2B5EF4-FFF2-40B4-BE49-F238E27FC236}">
                <a16:creationId xmlns:a16="http://schemas.microsoft.com/office/drawing/2014/main" id="{7C7B900F-7AFE-834C-B11B-66ABEA14F761}"/>
              </a:ext>
            </a:extLst>
          </p:cNvPr>
          <p:cNvSpPr txBox="1">
            <a:spLocks noChangeArrowheads="1"/>
          </p:cNvSpPr>
          <p:nvPr/>
        </p:nvSpPr>
        <p:spPr bwMode="auto">
          <a:xfrm>
            <a:off x="3906044" y="3461227"/>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54" name="Text Box 52">
            <a:extLst>
              <a:ext uri="{FF2B5EF4-FFF2-40B4-BE49-F238E27FC236}">
                <a16:creationId xmlns:a16="http://schemas.microsoft.com/office/drawing/2014/main" id="{6343CACF-7B24-616E-ED42-E943174779BD}"/>
              </a:ext>
            </a:extLst>
          </p:cNvPr>
          <p:cNvSpPr txBox="1">
            <a:spLocks noChangeArrowheads="1"/>
          </p:cNvSpPr>
          <p:nvPr/>
        </p:nvSpPr>
        <p:spPr bwMode="auto">
          <a:xfrm>
            <a:off x="4482306" y="3461227"/>
            <a:ext cx="165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1800" b="0"/>
              <a:t>X</a:t>
            </a:r>
          </a:p>
        </p:txBody>
      </p:sp>
      <p:sp>
        <p:nvSpPr>
          <p:cNvPr id="55" name="Text Box 53">
            <a:extLst>
              <a:ext uri="{FF2B5EF4-FFF2-40B4-BE49-F238E27FC236}">
                <a16:creationId xmlns:a16="http://schemas.microsoft.com/office/drawing/2014/main" id="{4A735249-55BC-1839-CFE5-FD44C032A226}"/>
              </a:ext>
            </a:extLst>
          </p:cNvPr>
          <p:cNvSpPr txBox="1">
            <a:spLocks noChangeArrowheads="1"/>
          </p:cNvSpPr>
          <p:nvPr/>
        </p:nvSpPr>
        <p:spPr bwMode="auto">
          <a:xfrm>
            <a:off x="5017294" y="3451702"/>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56" name="Text Box 54">
            <a:extLst>
              <a:ext uri="{FF2B5EF4-FFF2-40B4-BE49-F238E27FC236}">
                <a16:creationId xmlns:a16="http://schemas.microsoft.com/office/drawing/2014/main" id="{8EF9A4C4-F50D-8C8E-9990-BCD1A3B82681}"/>
              </a:ext>
            </a:extLst>
          </p:cNvPr>
          <p:cNvSpPr txBox="1">
            <a:spLocks noChangeArrowheads="1"/>
          </p:cNvSpPr>
          <p:nvPr/>
        </p:nvSpPr>
        <p:spPr bwMode="auto">
          <a:xfrm>
            <a:off x="5493544" y="3405664"/>
            <a:ext cx="15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a:t>x</a:t>
            </a:r>
          </a:p>
        </p:txBody>
      </p:sp>
      <p:sp>
        <p:nvSpPr>
          <p:cNvPr id="57" name="Text Box 55">
            <a:extLst>
              <a:ext uri="{FF2B5EF4-FFF2-40B4-BE49-F238E27FC236}">
                <a16:creationId xmlns:a16="http://schemas.microsoft.com/office/drawing/2014/main" id="{8E42E529-1881-1EC8-86AD-E38DAC0C7D6A}"/>
              </a:ext>
            </a:extLst>
          </p:cNvPr>
          <p:cNvSpPr txBox="1">
            <a:spLocks noChangeArrowheads="1"/>
          </p:cNvSpPr>
          <p:nvPr/>
        </p:nvSpPr>
        <p:spPr bwMode="auto">
          <a:xfrm>
            <a:off x="7328694" y="3442177"/>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58" name="Text Box 56">
            <a:extLst>
              <a:ext uri="{FF2B5EF4-FFF2-40B4-BE49-F238E27FC236}">
                <a16:creationId xmlns:a16="http://schemas.microsoft.com/office/drawing/2014/main" id="{A4274CF1-B61C-ECF7-0D57-21424696BD5C}"/>
              </a:ext>
            </a:extLst>
          </p:cNvPr>
          <p:cNvSpPr txBox="1">
            <a:spLocks noChangeArrowheads="1"/>
          </p:cNvSpPr>
          <p:nvPr/>
        </p:nvSpPr>
        <p:spPr bwMode="auto">
          <a:xfrm>
            <a:off x="7823994" y="3442177"/>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59" name="Text Box 57">
            <a:extLst>
              <a:ext uri="{FF2B5EF4-FFF2-40B4-BE49-F238E27FC236}">
                <a16:creationId xmlns:a16="http://schemas.microsoft.com/office/drawing/2014/main" id="{29DC303D-9967-3CE2-AF58-BD4654F5D8ED}"/>
              </a:ext>
            </a:extLst>
          </p:cNvPr>
          <p:cNvSpPr txBox="1">
            <a:spLocks noChangeArrowheads="1"/>
          </p:cNvSpPr>
          <p:nvPr/>
        </p:nvSpPr>
        <p:spPr bwMode="auto">
          <a:xfrm>
            <a:off x="8339931" y="3442177"/>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60" name="Text Box 58">
            <a:extLst>
              <a:ext uri="{FF2B5EF4-FFF2-40B4-BE49-F238E27FC236}">
                <a16:creationId xmlns:a16="http://schemas.microsoft.com/office/drawing/2014/main" id="{99D77512-D8A2-3A61-15B6-053B94AE388B}"/>
              </a:ext>
            </a:extLst>
          </p:cNvPr>
          <p:cNvSpPr txBox="1">
            <a:spLocks noChangeArrowheads="1"/>
          </p:cNvSpPr>
          <p:nvPr/>
        </p:nvSpPr>
        <p:spPr bwMode="auto">
          <a:xfrm>
            <a:off x="8798719" y="3442177"/>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1</a:t>
            </a:r>
          </a:p>
        </p:txBody>
      </p:sp>
      <p:sp>
        <p:nvSpPr>
          <p:cNvPr id="61" name="Text Box 59">
            <a:extLst>
              <a:ext uri="{FF2B5EF4-FFF2-40B4-BE49-F238E27FC236}">
                <a16:creationId xmlns:a16="http://schemas.microsoft.com/office/drawing/2014/main" id="{120744FD-4B8F-6A91-C0EC-878548A2148C}"/>
              </a:ext>
            </a:extLst>
          </p:cNvPr>
          <p:cNvSpPr txBox="1">
            <a:spLocks noChangeArrowheads="1"/>
          </p:cNvSpPr>
          <p:nvPr/>
        </p:nvSpPr>
        <p:spPr bwMode="auto">
          <a:xfrm>
            <a:off x="9347994" y="3442177"/>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62" name="Text Box 60">
            <a:extLst>
              <a:ext uri="{FF2B5EF4-FFF2-40B4-BE49-F238E27FC236}">
                <a16:creationId xmlns:a16="http://schemas.microsoft.com/office/drawing/2014/main" id="{D42E09F9-4F9F-4274-49F2-9A588FF00BF1}"/>
              </a:ext>
            </a:extLst>
          </p:cNvPr>
          <p:cNvSpPr txBox="1">
            <a:spLocks noChangeArrowheads="1"/>
          </p:cNvSpPr>
          <p:nvPr/>
        </p:nvSpPr>
        <p:spPr bwMode="auto">
          <a:xfrm>
            <a:off x="3906044" y="3831114"/>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63" name="Text Box 61">
            <a:extLst>
              <a:ext uri="{FF2B5EF4-FFF2-40B4-BE49-F238E27FC236}">
                <a16:creationId xmlns:a16="http://schemas.microsoft.com/office/drawing/2014/main" id="{F274725F-3856-DA9A-FA4A-FCEBFA0FE926}"/>
              </a:ext>
            </a:extLst>
          </p:cNvPr>
          <p:cNvSpPr txBox="1">
            <a:spLocks noChangeArrowheads="1"/>
          </p:cNvSpPr>
          <p:nvPr/>
        </p:nvSpPr>
        <p:spPr bwMode="auto">
          <a:xfrm>
            <a:off x="4482306" y="3831114"/>
            <a:ext cx="165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1800" b="0"/>
              <a:t>X</a:t>
            </a:r>
          </a:p>
        </p:txBody>
      </p:sp>
      <p:sp>
        <p:nvSpPr>
          <p:cNvPr id="64" name="Text Box 62">
            <a:extLst>
              <a:ext uri="{FF2B5EF4-FFF2-40B4-BE49-F238E27FC236}">
                <a16:creationId xmlns:a16="http://schemas.microsoft.com/office/drawing/2014/main" id="{9F2D4C27-41DB-C3FC-A77B-F8E838AAC436}"/>
              </a:ext>
            </a:extLst>
          </p:cNvPr>
          <p:cNvSpPr txBox="1">
            <a:spLocks noChangeArrowheads="1"/>
          </p:cNvSpPr>
          <p:nvPr/>
        </p:nvSpPr>
        <p:spPr bwMode="auto">
          <a:xfrm>
            <a:off x="5017294" y="3821589"/>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1</a:t>
            </a:r>
          </a:p>
        </p:txBody>
      </p:sp>
      <p:sp>
        <p:nvSpPr>
          <p:cNvPr id="65" name="Text Box 63">
            <a:extLst>
              <a:ext uri="{FF2B5EF4-FFF2-40B4-BE49-F238E27FC236}">
                <a16:creationId xmlns:a16="http://schemas.microsoft.com/office/drawing/2014/main" id="{A37FC3DA-5F39-E27B-25EE-4831E942FA86}"/>
              </a:ext>
            </a:extLst>
          </p:cNvPr>
          <p:cNvSpPr txBox="1">
            <a:spLocks noChangeArrowheads="1"/>
          </p:cNvSpPr>
          <p:nvPr/>
        </p:nvSpPr>
        <p:spPr bwMode="auto">
          <a:xfrm>
            <a:off x="5493544" y="3775552"/>
            <a:ext cx="15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a:t>x</a:t>
            </a:r>
          </a:p>
        </p:txBody>
      </p:sp>
      <p:sp>
        <p:nvSpPr>
          <p:cNvPr id="66" name="Rectangle 64">
            <a:extLst>
              <a:ext uri="{FF2B5EF4-FFF2-40B4-BE49-F238E27FC236}">
                <a16:creationId xmlns:a16="http://schemas.microsoft.com/office/drawing/2014/main" id="{EAAFE278-8419-5B75-ABA7-E7CAC87071F9}"/>
              </a:ext>
            </a:extLst>
          </p:cNvPr>
          <p:cNvSpPr>
            <a:spLocks noChangeArrowheads="1"/>
          </p:cNvSpPr>
          <p:nvPr/>
        </p:nvSpPr>
        <p:spPr bwMode="auto">
          <a:xfrm>
            <a:off x="6661944" y="3726339"/>
            <a:ext cx="455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b="0"/>
              <a:t>S2</a:t>
            </a:r>
            <a:endParaRPr lang="zh-CN" altLang="en-US" sz="2000" b="0"/>
          </a:p>
        </p:txBody>
      </p:sp>
      <p:sp>
        <p:nvSpPr>
          <p:cNvPr id="67" name="Text Box 65">
            <a:extLst>
              <a:ext uri="{FF2B5EF4-FFF2-40B4-BE49-F238E27FC236}">
                <a16:creationId xmlns:a16="http://schemas.microsoft.com/office/drawing/2014/main" id="{EACBB985-16AA-54A9-61BC-BBC06E48B073}"/>
              </a:ext>
            </a:extLst>
          </p:cNvPr>
          <p:cNvSpPr txBox="1">
            <a:spLocks noChangeArrowheads="1"/>
          </p:cNvSpPr>
          <p:nvPr/>
        </p:nvSpPr>
        <p:spPr bwMode="auto">
          <a:xfrm>
            <a:off x="7328694" y="3812064"/>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68" name="Text Box 66">
            <a:extLst>
              <a:ext uri="{FF2B5EF4-FFF2-40B4-BE49-F238E27FC236}">
                <a16:creationId xmlns:a16="http://schemas.microsoft.com/office/drawing/2014/main" id="{6CB0D60F-47D9-FBB9-BFED-739ACB8C67EA}"/>
              </a:ext>
            </a:extLst>
          </p:cNvPr>
          <p:cNvSpPr txBox="1">
            <a:spLocks noChangeArrowheads="1"/>
          </p:cNvSpPr>
          <p:nvPr/>
        </p:nvSpPr>
        <p:spPr bwMode="auto">
          <a:xfrm>
            <a:off x="7823994" y="3812064"/>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1</a:t>
            </a:r>
          </a:p>
        </p:txBody>
      </p:sp>
      <p:sp>
        <p:nvSpPr>
          <p:cNvPr id="69" name="Text Box 67">
            <a:extLst>
              <a:ext uri="{FF2B5EF4-FFF2-40B4-BE49-F238E27FC236}">
                <a16:creationId xmlns:a16="http://schemas.microsoft.com/office/drawing/2014/main" id="{F481BD3C-3099-F766-B73A-AC35A39EBBB9}"/>
              </a:ext>
            </a:extLst>
          </p:cNvPr>
          <p:cNvSpPr txBox="1">
            <a:spLocks noChangeArrowheads="1"/>
          </p:cNvSpPr>
          <p:nvPr/>
        </p:nvSpPr>
        <p:spPr bwMode="auto">
          <a:xfrm>
            <a:off x="8339931" y="3812064"/>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70" name="Text Box 68">
            <a:extLst>
              <a:ext uri="{FF2B5EF4-FFF2-40B4-BE49-F238E27FC236}">
                <a16:creationId xmlns:a16="http://schemas.microsoft.com/office/drawing/2014/main" id="{52014022-DFFC-381F-CAA7-97BC535B3ECE}"/>
              </a:ext>
            </a:extLst>
          </p:cNvPr>
          <p:cNvSpPr txBox="1">
            <a:spLocks noChangeArrowheads="1"/>
          </p:cNvSpPr>
          <p:nvPr/>
        </p:nvSpPr>
        <p:spPr bwMode="auto">
          <a:xfrm>
            <a:off x="8798719" y="3812064"/>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1</a:t>
            </a:r>
          </a:p>
        </p:txBody>
      </p:sp>
      <p:sp>
        <p:nvSpPr>
          <p:cNvPr id="71" name="Text Box 69">
            <a:extLst>
              <a:ext uri="{FF2B5EF4-FFF2-40B4-BE49-F238E27FC236}">
                <a16:creationId xmlns:a16="http://schemas.microsoft.com/office/drawing/2014/main" id="{2CB1E362-0EAC-5BBC-5BD3-6D205727FA17}"/>
              </a:ext>
            </a:extLst>
          </p:cNvPr>
          <p:cNvSpPr txBox="1">
            <a:spLocks noChangeArrowheads="1"/>
          </p:cNvSpPr>
          <p:nvPr/>
        </p:nvSpPr>
        <p:spPr bwMode="auto">
          <a:xfrm>
            <a:off x="9347994" y="3812064"/>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72" name="Rectangle 70">
            <a:extLst>
              <a:ext uri="{FF2B5EF4-FFF2-40B4-BE49-F238E27FC236}">
                <a16:creationId xmlns:a16="http://schemas.microsoft.com/office/drawing/2014/main" id="{279644D6-94D6-36CD-D44B-C5C5D227FEAC}"/>
              </a:ext>
            </a:extLst>
          </p:cNvPr>
          <p:cNvSpPr>
            <a:spLocks noChangeArrowheads="1"/>
          </p:cNvSpPr>
          <p:nvPr/>
        </p:nvSpPr>
        <p:spPr bwMode="auto">
          <a:xfrm>
            <a:off x="5784056" y="3740627"/>
            <a:ext cx="455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b="0"/>
              <a:t>S1</a:t>
            </a:r>
            <a:endParaRPr lang="zh-CN" altLang="en-US" sz="2000" b="0"/>
          </a:p>
        </p:txBody>
      </p:sp>
      <p:sp>
        <p:nvSpPr>
          <p:cNvPr id="73" name="Rectangle 71">
            <a:extLst>
              <a:ext uri="{FF2B5EF4-FFF2-40B4-BE49-F238E27FC236}">
                <a16:creationId xmlns:a16="http://schemas.microsoft.com/office/drawing/2014/main" id="{2C9449E9-F2DE-9B4C-7798-A8A7AA4E0859}"/>
              </a:ext>
            </a:extLst>
          </p:cNvPr>
          <p:cNvSpPr>
            <a:spLocks noChangeArrowheads="1"/>
          </p:cNvSpPr>
          <p:nvPr/>
        </p:nvSpPr>
        <p:spPr bwMode="auto">
          <a:xfrm>
            <a:off x="6661944" y="3354864"/>
            <a:ext cx="455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b="0"/>
              <a:t>S2</a:t>
            </a:r>
            <a:endParaRPr lang="zh-CN" altLang="en-US" sz="2000" b="0"/>
          </a:p>
        </p:txBody>
      </p:sp>
      <p:sp>
        <p:nvSpPr>
          <p:cNvPr id="74" name="Rectangle 72">
            <a:extLst>
              <a:ext uri="{FF2B5EF4-FFF2-40B4-BE49-F238E27FC236}">
                <a16:creationId xmlns:a16="http://schemas.microsoft.com/office/drawing/2014/main" id="{E3CA6E35-E9DA-6FA3-27F9-B6EC7DFF39E4}"/>
              </a:ext>
            </a:extLst>
          </p:cNvPr>
          <p:cNvSpPr>
            <a:spLocks noChangeArrowheads="1"/>
          </p:cNvSpPr>
          <p:nvPr/>
        </p:nvSpPr>
        <p:spPr bwMode="auto">
          <a:xfrm>
            <a:off x="5784056" y="3369152"/>
            <a:ext cx="455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b="0"/>
              <a:t>S1</a:t>
            </a:r>
            <a:endParaRPr lang="zh-CN" altLang="en-US" sz="2000" b="0"/>
          </a:p>
        </p:txBody>
      </p:sp>
      <p:sp>
        <p:nvSpPr>
          <p:cNvPr id="75" name="Text Box 73">
            <a:extLst>
              <a:ext uri="{FF2B5EF4-FFF2-40B4-BE49-F238E27FC236}">
                <a16:creationId xmlns:a16="http://schemas.microsoft.com/office/drawing/2014/main" id="{B9D7BEE8-2BF2-99DC-37F9-F0D91BEADF6A}"/>
              </a:ext>
            </a:extLst>
          </p:cNvPr>
          <p:cNvSpPr txBox="1">
            <a:spLocks noChangeArrowheads="1"/>
          </p:cNvSpPr>
          <p:nvPr/>
        </p:nvSpPr>
        <p:spPr bwMode="auto">
          <a:xfrm>
            <a:off x="3906044" y="4216877"/>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76" name="Text Box 74">
            <a:extLst>
              <a:ext uri="{FF2B5EF4-FFF2-40B4-BE49-F238E27FC236}">
                <a16:creationId xmlns:a16="http://schemas.microsoft.com/office/drawing/2014/main" id="{737AE186-A307-C6D4-89E4-8A34E2A47FD7}"/>
              </a:ext>
            </a:extLst>
          </p:cNvPr>
          <p:cNvSpPr txBox="1">
            <a:spLocks noChangeArrowheads="1"/>
          </p:cNvSpPr>
          <p:nvPr/>
        </p:nvSpPr>
        <p:spPr bwMode="auto">
          <a:xfrm>
            <a:off x="4482306" y="4216877"/>
            <a:ext cx="165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1800" b="0"/>
              <a:t>X</a:t>
            </a:r>
          </a:p>
        </p:txBody>
      </p:sp>
      <p:sp>
        <p:nvSpPr>
          <p:cNvPr id="77" name="Text Box 75">
            <a:extLst>
              <a:ext uri="{FF2B5EF4-FFF2-40B4-BE49-F238E27FC236}">
                <a16:creationId xmlns:a16="http://schemas.microsoft.com/office/drawing/2014/main" id="{59B8CDFA-1B31-6954-4F3B-EC9BB8294D8C}"/>
              </a:ext>
            </a:extLst>
          </p:cNvPr>
          <p:cNvSpPr txBox="1">
            <a:spLocks noChangeArrowheads="1"/>
          </p:cNvSpPr>
          <p:nvPr/>
        </p:nvSpPr>
        <p:spPr bwMode="auto">
          <a:xfrm>
            <a:off x="5017294" y="4161314"/>
            <a:ext cx="15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a:t>x</a:t>
            </a:r>
          </a:p>
        </p:txBody>
      </p:sp>
      <p:sp>
        <p:nvSpPr>
          <p:cNvPr id="78" name="Text Box 76">
            <a:extLst>
              <a:ext uri="{FF2B5EF4-FFF2-40B4-BE49-F238E27FC236}">
                <a16:creationId xmlns:a16="http://schemas.microsoft.com/office/drawing/2014/main" id="{85B89C25-60C1-D42D-A426-501D4C087540}"/>
              </a:ext>
            </a:extLst>
          </p:cNvPr>
          <p:cNvSpPr txBox="1">
            <a:spLocks noChangeArrowheads="1"/>
          </p:cNvSpPr>
          <p:nvPr/>
        </p:nvSpPr>
        <p:spPr bwMode="auto">
          <a:xfrm>
            <a:off x="5493544" y="4207352"/>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79" name="Text Box 77">
            <a:extLst>
              <a:ext uri="{FF2B5EF4-FFF2-40B4-BE49-F238E27FC236}">
                <a16:creationId xmlns:a16="http://schemas.microsoft.com/office/drawing/2014/main" id="{7B70740B-33B1-20E3-CD9C-4B6EE009FD6E}"/>
              </a:ext>
            </a:extLst>
          </p:cNvPr>
          <p:cNvSpPr txBox="1">
            <a:spLocks noChangeArrowheads="1"/>
          </p:cNvSpPr>
          <p:nvPr/>
        </p:nvSpPr>
        <p:spPr bwMode="auto">
          <a:xfrm>
            <a:off x="7328694" y="4197827"/>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80" name="Text Box 78">
            <a:extLst>
              <a:ext uri="{FF2B5EF4-FFF2-40B4-BE49-F238E27FC236}">
                <a16:creationId xmlns:a16="http://schemas.microsoft.com/office/drawing/2014/main" id="{42CC7E88-573F-8B2B-5B2D-27D815C816E2}"/>
              </a:ext>
            </a:extLst>
          </p:cNvPr>
          <p:cNvSpPr txBox="1">
            <a:spLocks noChangeArrowheads="1"/>
          </p:cNvSpPr>
          <p:nvPr/>
        </p:nvSpPr>
        <p:spPr bwMode="auto">
          <a:xfrm>
            <a:off x="7823994" y="4197827"/>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81" name="Text Box 79">
            <a:extLst>
              <a:ext uri="{FF2B5EF4-FFF2-40B4-BE49-F238E27FC236}">
                <a16:creationId xmlns:a16="http://schemas.microsoft.com/office/drawing/2014/main" id="{4E30A858-59BF-28F2-A759-4CF6EA184399}"/>
              </a:ext>
            </a:extLst>
          </p:cNvPr>
          <p:cNvSpPr txBox="1">
            <a:spLocks noChangeArrowheads="1"/>
          </p:cNvSpPr>
          <p:nvPr/>
        </p:nvSpPr>
        <p:spPr bwMode="auto">
          <a:xfrm>
            <a:off x="8339931" y="4197827"/>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1</a:t>
            </a:r>
          </a:p>
        </p:txBody>
      </p:sp>
      <p:sp>
        <p:nvSpPr>
          <p:cNvPr id="82" name="Text Box 80">
            <a:extLst>
              <a:ext uri="{FF2B5EF4-FFF2-40B4-BE49-F238E27FC236}">
                <a16:creationId xmlns:a16="http://schemas.microsoft.com/office/drawing/2014/main" id="{B0A1A409-32D1-99B1-1FA5-63B3EA86524A}"/>
              </a:ext>
            </a:extLst>
          </p:cNvPr>
          <p:cNvSpPr txBox="1">
            <a:spLocks noChangeArrowheads="1"/>
          </p:cNvSpPr>
          <p:nvPr/>
        </p:nvSpPr>
        <p:spPr bwMode="auto">
          <a:xfrm>
            <a:off x="8798719" y="4197827"/>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83" name="Text Box 81">
            <a:extLst>
              <a:ext uri="{FF2B5EF4-FFF2-40B4-BE49-F238E27FC236}">
                <a16:creationId xmlns:a16="http://schemas.microsoft.com/office/drawing/2014/main" id="{17678EDF-FBFB-6326-2CEB-83F2AD559CD6}"/>
              </a:ext>
            </a:extLst>
          </p:cNvPr>
          <p:cNvSpPr txBox="1">
            <a:spLocks noChangeArrowheads="1"/>
          </p:cNvSpPr>
          <p:nvPr/>
        </p:nvSpPr>
        <p:spPr bwMode="auto">
          <a:xfrm>
            <a:off x="9347994" y="4197827"/>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84" name="Text Box 82">
            <a:extLst>
              <a:ext uri="{FF2B5EF4-FFF2-40B4-BE49-F238E27FC236}">
                <a16:creationId xmlns:a16="http://schemas.microsoft.com/office/drawing/2014/main" id="{EC400890-F1F6-BBED-3027-D26567BB888B}"/>
              </a:ext>
            </a:extLst>
          </p:cNvPr>
          <p:cNvSpPr txBox="1">
            <a:spLocks noChangeArrowheads="1"/>
          </p:cNvSpPr>
          <p:nvPr/>
        </p:nvSpPr>
        <p:spPr bwMode="auto">
          <a:xfrm>
            <a:off x="3906044" y="4586764"/>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85" name="Text Box 83">
            <a:extLst>
              <a:ext uri="{FF2B5EF4-FFF2-40B4-BE49-F238E27FC236}">
                <a16:creationId xmlns:a16="http://schemas.microsoft.com/office/drawing/2014/main" id="{CE77A44E-5F77-B15B-F188-A70397D7FECA}"/>
              </a:ext>
            </a:extLst>
          </p:cNvPr>
          <p:cNvSpPr txBox="1">
            <a:spLocks noChangeArrowheads="1"/>
          </p:cNvSpPr>
          <p:nvPr/>
        </p:nvSpPr>
        <p:spPr bwMode="auto">
          <a:xfrm>
            <a:off x="4482306" y="4586764"/>
            <a:ext cx="165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1800" b="0"/>
              <a:t>X</a:t>
            </a:r>
          </a:p>
        </p:txBody>
      </p:sp>
      <p:sp>
        <p:nvSpPr>
          <p:cNvPr id="86" name="Text Box 84">
            <a:extLst>
              <a:ext uri="{FF2B5EF4-FFF2-40B4-BE49-F238E27FC236}">
                <a16:creationId xmlns:a16="http://schemas.microsoft.com/office/drawing/2014/main" id="{3D1FCE31-0860-8E92-CE51-919CE53873AF}"/>
              </a:ext>
            </a:extLst>
          </p:cNvPr>
          <p:cNvSpPr txBox="1">
            <a:spLocks noChangeArrowheads="1"/>
          </p:cNvSpPr>
          <p:nvPr/>
        </p:nvSpPr>
        <p:spPr bwMode="auto">
          <a:xfrm>
            <a:off x="5017294" y="4531202"/>
            <a:ext cx="15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a:t>x</a:t>
            </a:r>
          </a:p>
        </p:txBody>
      </p:sp>
      <p:sp>
        <p:nvSpPr>
          <p:cNvPr id="87" name="Text Box 85">
            <a:extLst>
              <a:ext uri="{FF2B5EF4-FFF2-40B4-BE49-F238E27FC236}">
                <a16:creationId xmlns:a16="http://schemas.microsoft.com/office/drawing/2014/main" id="{A48B97C1-147F-0F94-E730-339E4145823A}"/>
              </a:ext>
            </a:extLst>
          </p:cNvPr>
          <p:cNvSpPr txBox="1">
            <a:spLocks noChangeArrowheads="1"/>
          </p:cNvSpPr>
          <p:nvPr/>
        </p:nvSpPr>
        <p:spPr bwMode="auto">
          <a:xfrm>
            <a:off x="5493544" y="4577239"/>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1</a:t>
            </a:r>
          </a:p>
        </p:txBody>
      </p:sp>
      <p:sp>
        <p:nvSpPr>
          <p:cNvPr id="88" name="Rectangle 86">
            <a:extLst>
              <a:ext uri="{FF2B5EF4-FFF2-40B4-BE49-F238E27FC236}">
                <a16:creationId xmlns:a16="http://schemas.microsoft.com/office/drawing/2014/main" id="{068CD3BE-D6C6-778F-21DD-45638EC2345D}"/>
              </a:ext>
            </a:extLst>
          </p:cNvPr>
          <p:cNvSpPr>
            <a:spLocks noChangeArrowheads="1"/>
          </p:cNvSpPr>
          <p:nvPr/>
        </p:nvSpPr>
        <p:spPr bwMode="auto">
          <a:xfrm>
            <a:off x="6661944" y="4481989"/>
            <a:ext cx="455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b="0"/>
              <a:t>S0</a:t>
            </a:r>
            <a:endParaRPr lang="zh-CN" altLang="en-US" sz="2000" b="0"/>
          </a:p>
        </p:txBody>
      </p:sp>
      <p:sp>
        <p:nvSpPr>
          <p:cNvPr id="89" name="Text Box 87">
            <a:extLst>
              <a:ext uri="{FF2B5EF4-FFF2-40B4-BE49-F238E27FC236}">
                <a16:creationId xmlns:a16="http://schemas.microsoft.com/office/drawing/2014/main" id="{CCA662C1-ED8E-007E-49BB-0C338571048A}"/>
              </a:ext>
            </a:extLst>
          </p:cNvPr>
          <p:cNvSpPr txBox="1">
            <a:spLocks noChangeArrowheads="1"/>
          </p:cNvSpPr>
          <p:nvPr/>
        </p:nvSpPr>
        <p:spPr bwMode="auto">
          <a:xfrm>
            <a:off x="7328694" y="4567714"/>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90" name="Text Box 88">
            <a:extLst>
              <a:ext uri="{FF2B5EF4-FFF2-40B4-BE49-F238E27FC236}">
                <a16:creationId xmlns:a16="http://schemas.microsoft.com/office/drawing/2014/main" id="{64C362A2-5CA8-3688-0537-149CCDCB46EA}"/>
              </a:ext>
            </a:extLst>
          </p:cNvPr>
          <p:cNvSpPr txBox="1">
            <a:spLocks noChangeArrowheads="1"/>
          </p:cNvSpPr>
          <p:nvPr/>
        </p:nvSpPr>
        <p:spPr bwMode="auto">
          <a:xfrm>
            <a:off x="7823994" y="4567714"/>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91" name="Text Box 89">
            <a:extLst>
              <a:ext uri="{FF2B5EF4-FFF2-40B4-BE49-F238E27FC236}">
                <a16:creationId xmlns:a16="http://schemas.microsoft.com/office/drawing/2014/main" id="{DE0E5B95-50CF-963B-65AA-8C723AAA24A7}"/>
              </a:ext>
            </a:extLst>
          </p:cNvPr>
          <p:cNvSpPr txBox="1">
            <a:spLocks noChangeArrowheads="1"/>
          </p:cNvSpPr>
          <p:nvPr/>
        </p:nvSpPr>
        <p:spPr bwMode="auto">
          <a:xfrm>
            <a:off x="8339931" y="4567714"/>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1</a:t>
            </a:r>
          </a:p>
        </p:txBody>
      </p:sp>
      <p:sp>
        <p:nvSpPr>
          <p:cNvPr id="92" name="Text Box 90">
            <a:extLst>
              <a:ext uri="{FF2B5EF4-FFF2-40B4-BE49-F238E27FC236}">
                <a16:creationId xmlns:a16="http://schemas.microsoft.com/office/drawing/2014/main" id="{6708C467-C5D3-72A1-3F71-4A2D66D132F4}"/>
              </a:ext>
            </a:extLst>
          </p:cNvPr>
          <p:cNvSpPr txBox="1">
            <a:spLocks noChangeArrowheads="1"/>
          </p:cNvSpPr>
          <p:nvPr/>
        </p:nvSpPr>
        <p:spPr bwMode="auto">
          <a:xfrm>
            <a:off x="8798719" y="4567714"/>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93" name="Text Box 91">
            <a:extLst>
              <a:ext uri="{FF2B5EF4-FFF2-40B4-BE49-F238E27FC236}">
                <a16:creationId xmlns:a16="http://schemas.microsoft.com/office/drawing/2014/main" id="{14DD74BB-5010-C245-1E57-770F9707862A}"/>
              </a:ext>
            </a:extLst>
          </p:cNvPr>
          <p:cNvSpPr txBox="1">
            <a:spLocks noChangeArrowheads="1"/>
          </p:cNvSpPr>
          <p:nvPr/>
        </p:nvSpPr>
        <p:spPr bwMode="auto">
          <a:xfrm>
            <a:off x="9347994" y="4567714"/>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94" name="Rectangle 92">
            <a:extLst>
              <a:ext uri="{FF2B5EF4-FFF2-40B4-BE49-F238E27FC236}">
                <a16:creationId xmlns:a16="http://schemas.microsoft.com/office/drawing/2014/main" id="{F1468528-476D-8FE8-D958-A0775954E326}"/>
              </a:ext>
            </a:extLst>
          </p:cNvPr>
          <p:cNvSpPr>
            <a:spLocks noChangeArrowheads="1"/>
          </p:cNvSpPr>
          <p:nvPr/>
        </p:nvSpPr>
        <p:spPr bwMode="auto">
          <a:xfrm>
            <a:off x="5784056" y="4496277"/>
            <a:ext cx="455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b="0"/>
              <a:t>S2</a:t>
            </a:r>
            <a:endParaRPr lang="zh-CN" altLang="en-US" sz="2000" b="0"/>
          </a:p>
        </p:txBody>
      </p:sp>
      <p:sp>
        <p:nvSpPr>
          <p:cNvPr id="95" name="Rectangle 93">
            <a:extLst>
              <a:ext uri="{FF2B5EF4-FFF2-40B4-BE49-F238E27FC236}">
                <a16:creationId xmlns:a16="http://schemas.microsoft.com/office/drawing/2014/main" id="{3BCD953D-5367-4BF0-8E17-4A9CF73CAE32}"/>
              </a:ext>
            </a:extLst>
          </p:cNvPr>
          <p:cNvSpPr>
            <a:spLocks noChangeArrowheads="1"/>
          </p:cNvSpPr>
          <p:nvPr/>
        </p:nvSpPr>
        <p:spPr bwMode="auto">
          <a:xfrm>
            <a:off x="6661944" y="4110514"/>
            <a:ext cx="455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b="0"/>
              <a:t>S1</a:t>
            </a:r>
            <a:endParaRPr lang="zh-CN" altLang="en-US" sz="2000" b="0"/>
          </a:p>
        </p:txBody>
      </p:sp>
      <p:sp>
        <p:nvSpPr>
          <p:cNvPr id="96" name="Rectangle 94">
            <a:extLst>
              <a:ext uri="{FF2B5EF4-FFF2-40B4-BE49-F238E27FC236}">
                <a16:creationId xmlns:a16="http://schemas.microsoft.com/office/drawing/2014/main" id="{C9A7C982-3CF4-C00C-685B-90132C8F2C2C}"/>
              </a:ext>
            </a:extLst>
          </p:cNvPr>
          <p:cNvSpPr>
            <a:spLocks noChangeArrowheads="1"/>
          </p:cNvSpPr>
          <p:nvPr/>
        </p:nvSpPr>
        <p:spPr bwMode="auto">
          <a:xfrm>
            <a:off x="5784056" y="4124802"/>
            <a:ext cx="455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b="0"/>
              <a:t>S2</a:t>
            </a:r>
            <a:endParaRPr lang="zh-CN" altLang="en-US" sz="2000" b="0"/>
          </a:p>
        </p:txBody>
      </p:sp>
      <p:sp>
        <p:nvSpPr>
          <p:cNvPr id="97" name="Line 95">
            <a:extLst>
              <a:ext uri="{FF2B5EF4-FFF2-40B4-BE49-F238E27FC236}">
                <a16:creationId xmlns:a16="http://schemas.microsoft.com/office/drawing/2014/main" id="{07754D81-D125-489D-7144-8748786BCDC3}"/>
              </a:ext>
            </a:extLst>
          </p:cNvPr>
          <p:cNvSpPr>
            <a:spLocks noChangeShapeType="1"/>
          </p:cNvSpPr>
          <p:nvPr/>
        </p:nvSpPr>
        <p:spPr bwMode="auto">
          <a:xfrm flipV="1">
            <a:off x="3690144" y="1822927"/>
            <a:ext cx="6005512"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8" name="Group 109">
            <a:extLst>
              <a:ext uri="{FF2B5EF4-FFF2-40B4-BE49-F238E27FC236}">
                <a16:creationId xmlns:a16="http://schemas.microsoft.com/office/drawing/2014/main" id="{D03AE8B1-E47C-AD2D-CF10-AB9CC9D358E7}"/>
              </a:ext>
            </a:extLst>
          </p:cNvPr>
          <p:cNvGrpSpPr>
            <a:grpSpLocks/>
          </p:cNvGrpSpPr>
          <p:nvPr/>
        </p:nvGrpSpPr>
        <p:grpSpPr bwMode="auto">
          <a:xfrm>
            <a:off x="1224756" y="5525908"/>
            <a:ext cx="7643813" cy="855662"/>
            <a:chOff x="521" y="3374"/>
            <a:chExt cx="4815" cy="539"/>
          </a:xfrm>
        </p:grpSpPr>
        <p:sp>
          <p:nvSpPr>
            <p:cNvPr id="99" name="Text Box 97">
              <a:extLst>
                <a:ext uri="{FF2B5EF4-FFF2-40B4-BE49-F238E27FC236}">
                  <a16:creationId xmlns:a16="http://schemas.microsoft.com/office/drawing/2014/main" id="{F04A7D24-34D2-0267-5790-01806DE3A139}"/>
                </a:ext>
              </a:extLst>
            </p:cNvPr>
            <p:cNvSpPr txBox="1">
              <a:spLocks noChangeArrowheads="1"/>
            </p:cNvSpPr>
            <p:nvPr/>
          </p:nvSpPr>
          <p:spPr bwMode="auto">
            <a:xfrm>
              <a:off x="521" y="3385"/>
              <a:ext cx="126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a:t>Done =(S==</a:t>
              </a:r>
              <a:r>
                <a:rPr lang="en-US" altLang="zh-CN" sz="2400" b="0"/>
                <a:t>S</a:t>
              </a:r>
              <a:r>
                <a:rPr lang="en-US" altLang="zh-CN" sz="1800" b="0"/>
                <a:t>0</a:t>
              </a:r>
              <a:r>
                <a:rPr kumimoji="1" lang="en-US" altLang="zh-CN" sz="2400" b="0"/>
                <a:t>)</a:t>
              </a:r>
            </a:p>
          </p:txBody>
        </p:sp>
        <p:sp>
          <p:nvSpPr>
            <p:cNvPr id="100" name="Text Box 101">
              <a:extLst>
                <a:ext uri="{FF2B5EF4-FFF2-40B4-BE49-F238E27FC236}">
                  <a16:creationId xmlns:a16="http://schemas.microsoft.com/office/drawing/2014/main" id="{9FC09EDE-1498-9953-97BD-25B2A7E2CD0B}"/>
                </a:ext>
              </a:extLst>
            </p:cNvPr>
            <p:cNvSpPr txBox="1">
              <a:spLocks noChangeArrowheads="1"/>
            </p:cNvSpPr>
            <p:nvPr/>
          </p:nvSpPr>
          <p:spPr bwMode="auto">
            <a:xfrm>
              <a:off x="544" y="3680"/>
              <a:ext cx="153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dirty="0"/>
                <a:t>Init = Start</a:t>
              </a:r>
              <a:r>
                <a:rPr kumimoji="1" lang="en-US" altLang="zh-CN" sz="2000" b="0" dirty="0">
                  <a:latin typeface="Arial" panose="020B0604020202020204" pitchFamily="34" charset="0"/>
                </a:rPr>
                <a:t>·</a:t>
              </a:r>
              <a:r>
                <a:rPr kumimoji="1" lang="en-US" altLang="zh-CN" sz="2400" b="0" dirty="0"/>
                <a:t>(S==</a:t>
              </a:r>
              <a:r>
                <a:rPr lang="en-US" altLang="zh-CN" sz="2400" b="0" dirty="0"/>
                <a:t>S</a:t>
              </a:r>
              <a:r>
                <a:rPr lang="en-US" altLang="zh-CN" sz="1800" b="0" dirty="0"/>
                <a:t>0</a:t>
              </a:r>
              <a:r>
                <a:rPr kumimoji="1" lang="en-US" altLang="zh-CN" sz="2400" b="0" dirty="0"/>
                <a:t>)</a:t>
              </a:r>
            </a:p>
          </p:txBody>
        </p:sp>
        <p:sp>
          <p:nvSpPr>
            <p:cNvPr id="101" name="Text Box 102">
              <a:extLst>
                <a:ext uri="{FF2B5EF4-FFF2-40B4-BE49-F238E27FC236}">
                  <a16:creationId xmlns:a16="http://schemas.microsoft.com/office/drawing/2014/main" id="{185880EE-D967-B84B-C49F-98A391618251}"/>
                </a:ext>
              </a:extLst>
            </p:cNvPr>
            <p:cNvSpPr txBox="1">
              <a:spLocks noChangeArrowheads="1"/>
            </p:cNvSpPr>
            <p:nvPr/>
          </p:nvSpPr>
          <p:spPr bwMode="auto">
            <a:xfrm>
              <a:off x="2375" y="3404"/>
              <a:ext cx="1613"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a:t>Add = B[0] </a:t>
              </a:r>
              <a:r>
                <a:rPr kumimoji="1" lang="en-US" altLang="zh-CN" sz="2000" b="0">
                  <a:latin typeface="Arial" panose="020B0604020202020204" pitchFamily="34" charset="0"/>
                </a:rPr>
                <a:t>·(S==</a:t>
              </a:r>
              <a:r>
                <a:rPr lang="en-US" altLang="zh-CN" sz="2400" b="0"/>
                <a:t>S</a:t>
              </a:r>
              <a:r>
                <a:rPr lang="en-US" altLang="zh-CN" sz="1800" b="0"/>
                <a:t>1</a:t>
              </a:r>
              <a:r>
                <a:rPr kumimoji="1" lang="en-US" altLang="zh-CN" sz="1800" b="0"/>
                <a:t>)</a:t>
              </a:r>
            </a:p>
            <a:p>
              <a:pPr eaLnBrk="1" hangingPunct="1">
                <a:spcBef>
                  <a:spcPct val="50000"/>
                </a:spcBef>
                <a:spcAft>
                  <a:spcPct val="0"/>
                </a:spcAft>
                <a:buFontTx/>
                <a:buNone/>
              </a:pPr>
              <a:endParaRPr lang="en-US" altLang="zh-CN" sz="1800" b="0"/>
            </a:p>
          </p:txBody>
        </p:sp>
        <p:sp>
          <p:nvSpPr>
            <p:cNvPr id="102" name="Text Box 103">
              <a:extLst>
                <a:ext uri="{FF2B5EF4-FFF2-40B4-BE49-F238E27FC236}">
                  <a16:creationId xmlns:a16="http://schemas.microsoft.com/office/drawing/2014/main" id="{F043CBBE-83DB-83FE-A2AA-FAF2239A1D65}"/>
                </a:ext>
              </a:extLst>
            </p:cNvPr>
            <p:cNvSpPr txBox="1">
              <a:spLocks noChangeArrowheads="1"/>
            </p:cNvSpPr>
            <p:nvPr/>
          </p:nvSpPr>
          <p:spPr bwMode="auto">
            <a:xfrm>
              <a:off x="2377" y="3680"/>
              <a:ext cx="111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dirty="0" err="1"/>
                <a:t>Shr</a:t>
              </a:r>
              <a:r>
                <a:rPr kumimoji="1" lang="en-US" altLang="zh-CN" sz="2400" b="0" dirty="0"/>
                <a:t> = (S==</a:t>
              </a:r>
              <a:r>
                <a:rPr lang="en-US" altLang="zh-CN" sz="2400" b="0" dirty="0"/>
                <a:t>S</a:t>
              </a:r>
              <a:r>
                <a:rPr lang="en-US" altLang="zh-CN" sz="1800" b="0" dirty="0"/>
                <a:t>2</a:t>
              </a:r>
              <a:r>
                <a:rPr kumimoji="1" lang="en-US" altLang="zh-CN" sz="2400" b="0" dirty="0"/>
                <a:t>)</a:t>
              </a:r>
            </a:p>
          </p:txBody>
        </p:sp>
        <p:sp>
          <p:nvSpPr>
            <p:cNvPr id="103" name="Text Box 104">
              <a:extLst>
                <a:ext uri="{FF2B5EF4-FFF2-40B4-BE49-F238E27FC236}">
                  <a16:creationId xmlns:a16="http://schemas.microsoft.com/office/drawing/2014/main" id="{49E79012-0BAC-9B50-E49F-AA485A6BC1A8}"/>
                </a:ext>
              </a:extLst>
            </p:cNvPr>
            <p:cNvSpPr txBox="1">
              <a:spLocks noChangeArrowheads="1"/>
            </p:cNvSpPr>
            <p:nvPr/>
          </p:nvSpPr>
          <p:spPr bwMode="auto">
            <a:xfrm>
              <a:off x="4185" y="3374"/>
              <a:ext cx="115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a:t>Cnt = </a:t>
              </a:r>
              <a:r>
                <a:rPr kumimoji="1" lang="en-US" altLang="zh-CN" sz="2400" b="0">
                  <a:latin typeface="Arial" panose="020B0604020202020204" pitchFamily="34" charset="0"/>
                </a:rPr>
                <a:t>(S==</a:t>
              </a:r>
              <a:r>
                <a:rPr lang="en-US" altLang="zh-CN" sz="2400" b="0"/>
                <a:t>S</a:t>
              </a:r>
              <a:r>
                <a:rPr lang="en-US" altLang="zh-CN" sz="1800" b="0"/>
                <a:t>1</a:t>
              </a:r>
              <a:r>
                <a:rPr kumimoji="1" lang="en-US" altLang="zh-CN" sz="2400" b="0"/>
                <a:t>)</a:t>
              </a:r>
              <a:endParaRPr lang="en-US" altLang="zh-CN" sz="2400" b="0"/>
            </a:p>
          </p:txBody>
        </p:sp>
      </p:grpSp>
      <p:grpSp>
        <p:nvGrpSpPr>
          <p:cNvPr id="105" name="Group 95">
            <a:extLst>
              <a:ext uri="{FF2B5EF4-FFF2-40B4-BE49-F238E27FC236}">
                <a16:creationId xmlns:a16="http://schemas.microsoft.com/office/drawing/2014/main" id="{47A52565-5762-99F9-A9DB-4F8D8D9CD4F0}"/>
              </a:ext>
            </a:extLst>
          </p:cNvPr>
          <p:cNvGrpSpPr>
            <a:grpSpLocks/>
          </p:cNvGrpSpPr>
          <p:nvPr/>
        </p:nvGrpSpPr>
        <p:grpSpPr bwMode="auto">
          <a:xfrm>
            <a:off x="458788" y="1318102"/>
            <a:ext cx="2870200" cy="4068762"/>
            <a:chOff x="959" y="1139"/>
            <a:chExt cx="1808" cy="2563"/>
          </a:xfrm>
        </p:grpSpPr>
        <p:sp>
          <p:nvSpPr>
            <p:cNvPr id="106" name="Oval 16">
              <a:extLst>
                <a:ext uri="{FF2B5EF4-FFF2-40B4-BE49-F238E27FC236}">
                  <a16:creationId xmlns:a16="http://schemas.microsoft.com/office/drawing/2014/main" id="{715EDDC9-1243-7784-F462-A9723A92887C}"/>
                </a:ext>
              </a:extLst>
            </p:cNvPr>
            <p:cNvSpPr>
              <a:spLocks noChangeArrowheads="1"/>
            </p:cNvSpPr>
            <p:nvPr/>
          </p:nvSpPr>
          <p:spPr bwMode="auto">
            <a:xfrm>
              <a:off x="1300" y="1411"/>
              <a:ext cx="725" cy="51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Aft>
                  <a:spcPct val="0"/>
                </a:spcAft>
                <a:buFontTx/>
                <a:buNone/>
              </a:pPr>
              <a:r>
                <a:rPr lang="en-US" altLang="zh-CN" sz="2400"/>
                <a:t>S</a:t>
              </a:r>
              <a:r>
                <a:rPr lang="en-US" altLang="zh-CN" sz="1800"/>
                <a:t>0</a:t>
              </a:r>
            </a:p>
            <a:p>
              <a:pPr algn="ctr" eaLnBrk="1" hangingPunct="1">
                <a:lnSpc>
                  <a:spcPct val="80000"/>
                </a:lnSpc>
                <a:spcAft>
                  <a:spcPct val="0"/>
                </a:spcAft>
                <a:buFontTx/>
                <a:buNone/>
              </a:pPr>
              <a:r>
                <a:rPr lang="en-US" altLang="zh-CN" sz="1800" b="0"/>
                <a:t>Done</a:t>
              </a:r>
            </a:p>
          </p:txBody>
        </p:sp>
        <p:sp>
          <p:nvSpPr>
            <p:cNvPr id="107" name="Arc 17">
              <a:extLst>
                <a:ext uri="{FF2B5EF4-FFF2-40B4-BE49-F238E27FC236}">
                  <a16:creationId xmlns:a16="http://schemas.microsoft.com/office/drawing/2014/main" id="{9439CFE5-D46F-7D81-9484-06321E4FB69C}"/>
                </a:ext>
              </a:extLst>
            </p:cNvPr>
            <p:cNvSpPr>
              <a:spLocks/>
            </p:cNvSpPr>
            <p:nvPr/>
          </p:nvSpPr>
          <p:spPr bwMode="auto">
            <a:xfrm rot="10261385" flipH="1">
              <a:off x="1922" y="1366"/>
              <a:ext cx="374" cy="431"/>
            </a:xfrm>
            <a:custGeom>
              <a:avLst/>
              <a:gdLst>
                <a:gd name="T0" fmla="*/ 0 w 38761"/>
                <a:gd name="T1" fmla="*/ 0 h 43200"/>
                <a:gd name="T2" fmla="*/ 0 w 38761"/>
                <a:gd name="T3" fmla="*/ 0 h 43200"/>
                <a:gd name="T4" fmla="*/ 0 w 38761"/>
                <a:gd name="T5" fmla="*/ 0 h 43200"/>
                <a:gd name="T6" fmla="*/ 0 60000 65536"/>
                <a:gd name="T7" fmla="*/ 0 60000 65536"/>
                <a:gd name="T8" fmla="*/ 0 60000 65536"/>
                <a:gd name="T9" fmla="*/ 0 w 38761"/>
                <a:gd name="T10" fmla="*/ 0 h 43200"/>
                <a:gd name="T11" fmla="*/ 38761 w 38761"/>
                <a:gd name="T12" fmla="*/ 43200 h 43200"/>
              </a:gdLst>
              <a:ahLst/>
              <a:cxnLst>
                <a:cxn ang="T6">
                  <a:pos x="T0" y="T1"/>
                </a:cxn>
                <a:cxn ang="T7">
                  <a:pos x="T2" y="T3"/>
                </a:cxn>
                <a:cxn ang="T8">
                  <a:pos x="T4" y="T5"/>
                </a:cxn>
              </a:cxnLst>
              <a:rect l="T9" t="T10" r="T11" b="T12"/>
              <a:pathLst>
                <a:path w="38761" h="43200" fill="none" extrusionOk="0">
                  <a:moveTo>
                    <a:pt x="4183" y="4333"/>
                  </a:moveTo>
                  <a:cubicBezTo>
                    <a:pt x="7925" y="1520"/>
                    <a:pt x="12479" y="-1"/>
                    <a:pt x="17161" y="0"/>
                  </a:cubicBezTo>
                  <a:cubicBezTo>
                    <a:pt x="29090" y="0"/>
                    <a:pt x="38761" y="9670"/>
                    <a:pt x="38761" y="21600"/>
                  </a:cubicBezTo>
                  <a:cubicBezTo>
                    <a:pt x="38761" y="33529"/>
                    <a:pt x="29090" y="43200"/>
                    <a:pt x="17161" y="43200"/>
                  </a:cubicBezTo>
                  <a:cubicBezTo>
                    <a:pt x="10431" y="43200"/>
                    <a:pt x="4086" y="40063"/>
                    <a:pt x="-1" y="34717"/>
                  </a:cubicBezTo>
                </a:path>
                <a:path w="38761" h="43200" stroke="0" extrusionOk="0">
                  <a:moveTo>
                    <a:pt x="4183" y="4333"/>
                  </a:moveTo>
                  <a:cubicBezTo>
                    <a:pt x="7925" y="1520"/>
                    <a:pt x="12479" y="-1"/>
                    <a:pt x="17161" y="0"/>
                  </a:cubicBezTo>
                  <a:cubicBezTo>
                    <a:pt x="29090" y="0"/>
                    <a:pt x="38761" y="9670"/>
                    <a:pt x="38761" y="21600"/>
                  </a:cubicBezTo>
                  <a:cubicBezTo>
                    <a:pt x="38761" y="33529"/>
                    <a:pt x="29090" y="43200"/>
                    <a:pt x="17161" y="43200"/>
                  </a:cubicBezTo>
                  <a:cubicBezTo>
                    <a:pt x="10431" y="43200"/>
                    <a:pt x="4086" y="40063"/>
                    <a:pt x="-1" y="34717"/>
                  </a:cubicBezTo>
                  <a:lnTo>
                    <a:pt x="17161" y="21600"/>
                  </a:lnTo>
                  <a:lnTo>
                    <a:pt x="4183" y="4333"/>
                  </a:lnTo>
                  <a:close/>
                </a:path>
              </a:pathLst>
            </a:custGeom>
            <a:noFill/>
            <a:ln w="28575">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8" name="Text Box 18">
              <a:extLst>
                <a:ext uri="{FF2B5EF4-FFF2-40B4-BE49-F238E27FC236}">
                  <a16:creationId xmlns:a16="http://schemas.microsoft.com/office/drawing/2014/main" id="{7D5CEC36-E879-5E5F-1D3E-44AF1E197007}"/>
                </a:ext>
              </a:extLst>
            </p:cNvPr>
            <p:cNvSpPr txBox="1">
              <a:spLocks noChangeArrowheads="1"/>
            </p:cNvSpPr>
            <p:nvPr/>
          </p:nvSpPr>
          <p:spPr bwMode="auto">
            <a:xfrm>
              <a:off x="1753" y="1955"/>
              <a:ext cx="56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Start/Init</a:t>
              </a:r>
            </a:p>
          </p:txBody>
        </p:sp>
        <p:sp>
          <p:nvSpPr>
            <p:cNvPr id="109" name="Line 19">
              <a:extLst>
                <a:ext uri="{FF2B5EF4-FFF2-40B4-BE49-F238E27FC236}">
                  <a16:creationId xmlns:a16="http://schemas.microsoft.com/office/drawing/2014/main" id="{BD73F8E6-6C18-3C58-2B34-870FC28CD30D}"/>
                </a:ext>
              </a:extLst>
            </p:cNvPr>
            <p:cNvSpPr>
              <a:spLocks noChangeShapeType="1"/>
            </p:cNvSpPr>
            <p:nvPr/>
          </p:nvSpPr>
          <p:spPr bwMode="auto">
            <a:xfrm>
              <a:off x="1662" y="1161"/>
              <a:ext cx="0" cy="249"/>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0" name="Text Box 20">
              <a:extLst>
                <a:ext uri="{FF2B5EF4-FFF2-40B4-BE49-F238E27FC236}">
                  <a16:creationId xmlns:a16="http://schemas.microsoft.com/office/drawing/2014/main" id="{A68D8D19-A380-CC99-4F72-963DC7658517}"/>
                </a:ext>
              </a:extLst>
            </p:cNvPr>
            <p:cNvSpPr txBox="1">
              <a:spLocks noChangeArrowheads="1"/>
            </p:cNvSpPr>
            <p:nvPr/>
          </p:nvSpPr>
          <p:spPr bwMode="auto">
            <a:xfrm>
              <a:off x="1232" y="1139"/>
              <a:ext cx="35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Reset</a:t>
              </a:r>
            </a:p>
          </p:txBody>
        </p:sp>
        <p:sp>
          <p:nvSpPr>
            <p:cNvPr id="111" name="Line 21">
              <a:extLst>
                <a:ext uri="{FF2B5EF4-FFF2-40B4-BE49-F238E27FC236}">
                  <a16:creationId xmlns:a16="http://schemas.microsoft.com/office/drawing/2014/main" id="{6F45D494-F45F-B6FD-6251-A42F361C30AC}"/>
                </a:ext>
              </a:extLst>
            </p:cNvPr>
            <p:cNvSpPr>
              <a:spLocks noChangeShapeType="1"/>
            </p:cNvSpPr>
            <p:nvPr/>
          </p:nvSpPr>
          <p:spPr bwMode="auto">
            <a:xfrm>
              <a:off x="1662" y="1910"/>
              <a:ext cx="0" cy="295"/>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2" name="Oval 22">
              <a:extLst>
                <a:ext uri="{FF2B5EF4-FFF2-40B4-BE49-F238E27FC236}">
                  <a16:creationId xmlns:a16="http://schemas.microsoft.com/office/drawing/2014/main" id="{47FA23B6-78CF-EB27-DD70-2097D00BBD98}"/>
                </a:ext>
              </a:extLst>
            </p:cNvPr>
            <p:cNvSpPr>
              <a:spLocks noChangeArrowheads="1"/>
            </p:cNvSpPr>
            <p:nvPr/>
          </p:nvSpPr>
          <p:spPr bwMode="auto">
            <a:xfrm>
              <a:off x="1282" y="2205"/>
              <a:ext cx="748" cy="544"/>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Aft>
                  <a:spcPct val="0"/>
                </a:spcAft>
                <a:buFontTx/>
                <a:buNone/>
              </a:pPr>
              <a:r>
                <a:rPr lang="en-US" altLang="zh-CN" sz="2400"/>
                <a:t>S</a:t>
              </a:r>
              <a:r>
                <a:rPr lang="en-US" altLang="zh-CN" sz="1800"/>
                <a:t>1</a:t>
              </a:r>
            </a:p>
            <a:p>
              <a:pPr algn="ctr" eaLnBrk="1" hangingPunct="1">
                <a:lnSpc>
                  <a:spcPct val="80000"/>
                </a:lnSpc>
                <a:spcAft>
                  <a:spcPct val="0"/>
                </a:spcAft>
                <a:buFontTx/>
                <a:buNone/>
              </a:pPr>
              <a:r>
                <a:rPr lang="en-US" altLang="zh-CN" sz="1800" b="0"/>
                <a:t>Cnt</a:t>
              </a:r>
            </a:p>
          </p:txBody>
        </p:sp>
        <p:sp>
          <p:nvSpPr>
            <p:cNvPr id="113" name="Oval 23">
              <a:extLst>
                <a:ext uri="{FF2B5EF4-FFF2-40B4-BE49-F238E27FC236}">
                  <a16:creationId xmlns:a16="http://schemas.microsoft.com/office/drawing/2014/main" id="{3B1A6D59-B76E-9158-366A-3B699B60882E}"/>
                </a:ext>
              </a:extLst>
            </p:cNvPr>
            <p:cNvSpPr>
              <a:spLocks noChangeArrowheads="1"/>
            </p:cNvSpPr>
            <p:nvPr/>
          </p:nvSpPr>
          <p:spPr bwMode="auto">
            <a:xfrm>
              <a:off x="1214" y="3101"/>
              <a:ext cx="930" cy="60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400"/>
                <a:t>S</a:t>
              </a:r>
              <a:r>
                <a:rPr lang="en-US" altLang="zh-CN" sz="1800"/>
                <a:t>2</a:t>
              </a:r>
            </a:p>
            <a:p>
              <a:pPr algn="ctr" eaLnBrk="1" hangingPunct="1">
                <a:spcAft>
                  <a:spcPct val="0"/>
                </a:spcAft>
                <a:buFontTx/>
                <a:buNone/>
              </a:pPr>
              <a:r>
                <a:rPr lang="en-US" altLang="zh-CN" sz="1800" b="0"/>
                <a:t>Shr</a:t>
              </a:r>
            </a:p>
          </p:txBody>
        </p:sp>
        <p:sp>
          <p:nvSpPr>
            <p:cNvPr id="114" name="Arc 24">
              <a:extLst>
                <a:ext uri="{FF2B5EF4-FFF2-40B4-BE49-F238E27FC236}">
                  <a16:creationId xmlns:a16="http://schemas.microsoft.com/office/drawing/2014/main" id="{6D498527-EFFB-DD2D-163D-80E63AB43BE4}"/>
                </a:ext>
              </a:extLst>
            </p:cNvPr>
            <p:cNvSpPr>
              <a:spLocks/>
            </p:cNvSpPr>
            <p:nvPr/>
          </p:nvSpPr>
          <p:spPr bwMode="auto">
            <a:xfrm rot="21549739" flipH="1">
              <a:off x="1390" y="2705"/>
              <a:ext cx="201" cy="452"/>
            </a:xfrm>
            <a:custGeom>
              <a:avLst/>
              <a:gdLst>
                <a:gd name="T0" fmla="*/ 0 w 21600"/>
                <a:gd name="T1" fmla="*/ 0 h 32237"/>
                <a:gd name="T2" fmla="*/ 0 w 21600"/>
                <a:gd name="T3" fmla="*/ 0 h 32237"/>
                <a:gd name="T4" fmla="*/ 0 w 21600"/>
                <a:gd name="T5" fmla="*/ 0 h 32237"/>
                <a:gd name="T6" fmla="*/ 0 60000 65536"/>
                <a:gd name="T7" fmla="*/ 0 60000 65536"/>
                <a:gd name="T8" fmla="*/ 0 60000 65536"/>
                <a:gd name="T9" fmla="*/ 0 w 21600"/>
                <a:gd name="T10" fmla="*/ 0 h 32237"/>
                <a:gd name="T11" fmla="*/ 21600 w 21600"/>
                <a:gd name="T12" fmla="*/ 32237 h 32237"/>
              </a:gdLst>
              <a:ahLst/>
              <a:cxnLst>
                <a:cxn ang="T6">
                  <a:pos x="T0" y="T1"/>
                </a:cxn>
                <a:cxn ang="T7">
                  <a:pos x="T2" y="T3"/>
                </a:cxn>
                <a:cxn ang="T8">
                  <a:pos x="T4" y="T5"/>
                </a:cxn>
              </a:cxnLst>
              <a:rect l="T9" t="T10" r="T11" b="T12"/>
              <a:pathLst>
                <a:path w="21600" h="32237" fill="none" extrusionOk="0">
                  <a:moveTo>
                    <a:pt x="12754" y="0"/>
                  </a:moveTo>
                  <a:cubicBezTo>
                    <a:pt x="18314" y="4067"/>
                    <a:pt x="21600" y="10543"/>
                    <a:pt x="21600" y="17432"/>
                  </a:cubicBezTo>
                  <a:cubicBezTo>
                    <a:pt x="21600" y="22934"/>
                    <a:pt x="19499" y="28230"/>
                    <a:pt x="15728" y="32237"/>
                  </a:cubicBezTo>
                </a:path>
                <a:path w="21600" h="32237" stroke="0" extrusionOk="0">
                  <a:moveTo>
                    <a:pt x="12754" y="0"/>
                  </a:moveTo>
                  <a:cubicBezTo>
                    <a:pt x="18314" y="4067"/>
                    <a:pt x="21600" y="10543"/>
                    <a:pt x="21600" y="17432"/>
                  </a:cubicBezTo>
                  <a:cubicBezTo>
                    <a:pt x="21600" y="22934"/>
                    <a:pt x="19499" y="28230"/>
                    <a:pt x="15728" y="32237"/>
                  </a:cubicBezTo>
                  <a:lnTo>
                    <a:pt x="0" y="17432"/>
                  </a:lnTo>
                  <a:lnTo>
                    <a:pt x="12754" y="0"/>
                  </a:lnTo>
                  <a:close/>
                </a:path>
              </a:pathLst>
            </a:custGeom>
            <a:noFill/>
            <a:ln w="28575">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5" name="Arc 25">
              <a:extLst>
                <a:ext uri="{FF2B5EF4-FFF2-40B4-BE49-F238E27FC236}">
                  <a16:creationId xmlns:a16="http://schemas.microsoft.com/office/drawing/2014/main" id="{47F47AD0-FACF-0EEA-65FD-E8A060D1B2AA}"/>
                </a:ext>
              </a:extLst>
            </p:cNvPr>
            <p:cNvSpPr>
              <a:spLocks/>
            </p:cNvSpPr>
            <p:nvPr/>
          </p:nvSpPr>
          <p:spPr bwMode="auto">
            <a:xfrm rot="-50261">
              <a:off x="1781" y="2704"/>
              <a:ext cx="160" cy="436"/>
            </a:xfrm>
            <a:custGeom>
              <a:avLst/>
              <a:gdLst>
                <a:gd name="T0" fmla="*/ 0 w 21600"/>
                <a:gd name="T1" fmla="*/ 0 h 36574"/>
                <a:gd name="T2" fmla="*/ 0 w 21600"/>
                <a:gd name="T3" fmla="*/ 0 h 36574"/>
                <a:gd name="T4" fmla="*/ 0 w 21600"/>
                <a:gd name="T5" fmla="*/ 0 h 36574"/>
                <a:gd name="T6" fmla="*/ 0 60000 65536"/>
                <a:gd name="T7" fmla="*/ 0 60000 65536"/>
                <a:gd name="T8" fmla="*/ 0 60000 65536"/>
                <a:gd name="T9" fmla="*/ 0 w 21600"/>
                <a:gd name="T10" fmla="*/ 0 h 36574"/>
                <a:gd name="T11" fmla="*/ 21600 w 21600"/>
                <a:gd name="T12" fmla="*/ 36574 h 36574"/>
              </a:gdLst>
              <a:ahLst/>
              <a:cxnLst>
                <a:cxn ang="T6">
                  <a:pos x="T0" y="T1"/>
                </a:cxn>
                <a:cxn ang="T7">
                  <a:pos x="T2" y="T3"/>
                </a:cxn>
                <a:cxn ang="T8">
                  <a:pos x="T4" y="T5"/>
                </a:cxn>
              </a:cxnLst>
              <a:rect l="T9" t="T10" r="T11" b="T12"/>
              <a:pathLst>
                <a:path w="21600" h="36574" fill="none" extrusionOk="0">
                  <a:moveTo>
                    <a:pt x="9288" y="-1"/>
                  </a:moveTo>
                  <a:cubicBezTo>
                    <a:pt x="16809" y="3582"/>
                    <a:pt x="21600" y="11170"/>
                    <a:pt x="21600" y="19501"/>
                  </a:cubicBezTo>
                  <a:cubicBezTo>
                    <a:pt x="21600" y="26179"/>
                    <a:pt x="18510" y="32483"/>
                    <a:pt x="13231" y="36574"/>
                  </a:cubicBezTo>
                </a:path>
                <a:path w="21600" h="36574" stroke="0" extrusionOk="0">
                  <a:moveTo>
                    <a:pt x="9288" y="-1"/>
                  </a:moveTo>
                  <a:cubicBezTo>
                    <a:pt x="16809" y="3582"/>
                    <a:pt x="21600" y="11170"/>
                    <a:pt x="21600" y="19501"/>
                  </a:cubicBezTo>
                  <a:cubicBezTo>
                    <a:pt x="21600" y="26179"/>
                    <a:pt x="18510" y="32483"/>
                    <a:pt x="13231" y="36574"/>
                  </a:cubicBezTo>
                  <a:lnTo>
                    <a:pt x="0" y="19501"/>
                  </a:lnTo>
                  <a:lnTo>
                    <a:pt x="9288" y="-1"/>
                  </a:lnTo>
                  <a:close/>
                </a:path>
              </a:pathLst>
            </a:custGeom>
            <a:noFill/>
            <a:ln w="28575">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6" name="Text Box 26">
              <a:extLst>
                <a:ext uri="{FF2B5EF4-FFF2-40B4-BE49-F238E27FC236}">
                  <a16:creationId xmlns:a16="http://schemas.microsoft.com/office/drawing/2014/main" id="{7E93E761-64BB-2D5C-9E5A-843C899B74F3}"/>
                </a:ext>
              </a:extLst>
            </p:cNvPr>
            <p:cNvSpPr txBox="1">
              <a:spLocks noChangeArrowheads="1"/>
            </p:cNvSpPr>
            <p:nvPr/>
          </p:nvSpPr>
          <p:spPr bwMode="auto">
            <a:xfrm>
              <a:off x="2025" y="2817"/>
              <a:ext cx="61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dirty="0"/>
                <a:t>B[0]/Add</a:t>
              </a:r>
            </a:p>
          </p:txBody>
        </p:sp>
        <p:sp>
          <p:nvSpPr>
            <p:cNvPr id="117" name="Text Box 27">
              <a:extLst>
                <a:ext uri="{FF2B5EF4-FFF2-40B4-BE49-F238E27FC236}">
                  <a16:creationId xmlns:a16="http://schemas.microsoft.com/office/drawing/2014/main" id="{BE638A4C-A05F-CDF6-44A7-41C4CD612EED}"/>
                </a:ext>
              </a:extLst>
            </p:cNvPr>
            <p:cNvSpPr txBox="1">
              <a:spLocks noChangeArrowheads="1"/>
            </p:cNvSpPr>
            <p:nvPr/>
          </p:nvSpPr>
          <p:spPr bwMode="auto">
            <a:xfrm>
              <a:off x="959" y="2794"/>
              <a:ext cx="34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!B[0]</a:t>
              </a:r>
            </a:p>
          </p:txBody>
        </p:sp>
        <p:cxnSp>
          <p:nvCxnSpPr>
            <p:cNvPr id="118" name="AutoShape 28">
              <a:extLst>
                <a:ext uri="{FF2B5EF4-FFF2-40B4-BE49-F238E27FC236}">
                  <a16:creationId xmlns:a16="http://schemas.microsoft.com/office/drawing/2014/main" id="{94989167-4335-9799-EA80-57FF6E653E6C}"/>
                </a:ext>
              </a:extLst>
            </p:cNvPr>
            <p:cNvCxnSpPr>
              <a:cxnSpLocks noChangeShapeType="1"/>
              <a:stCxn id="113" idx="6"/>
              <a:endCxn id="112" idx="6"/>
            </p:cNvCxnSpPr>
            <p:nvPr/>
          </p:nvCxnSpPr>
          <p:spPr bwMode="auto">
            <a:xfrm flipH="1" flipV="1">
              <a:off x="2039" y="2477"/>
              <a:ext cx="114" cy="925"/>
            </a:xfrm>
            <a:prstGeom prst="curvedConnector3">
              <a:avLst>
                <a:gd name="adj1" fmla="val -602634"/>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cxnSp>
        <p:cxnSp>
          <p:nvCxnSpPr>
            <p:cNvPr id="119" name="AutoShape 29">
              <a:extLst>
                <a:ext uri="{FF2B5EF4-FFF2-40B4-BE49-F238E27FC236}">
                  <a16:creationId xmlns:a16="http://schemas.microsoft.com/office/drawing/2014/main" id="{707919FC-F473-795B-8DB6-D369DCA59C13}"/>
                </a:ext>
              </a:extLst>
            </p:cNvPr>
            <p:cNvCxnSpPr>
              <a:cxnSpLocks noChangeShapeType="1"/>
              <a:stCxn id="113" idx="2"/>
              <a:endCxn id="106" idx="2"/>
            </p:cNvCxnSpPr>
            <p:nvPr/>
          </p:nvCxnSpPr>
          <p:spPr bwMode="auto">
            <a:xfrm rot="10800000" flipH="1">
              <a:off x="1205" y="1666"/>
              <a:ext cx="86" cy="1736"/>
            </a:xfrm>
            <a:prstGeom prst="curvedConnector3">
              <a:avLst>
                <a:gd name="adj1" fmla="val -519769"/>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cxnSp>
        <p:sp>
          <p:nvSpPr>
            <p:cNvPr id="120" name="Rectangle 30">
              <a:extLst>
                <a:ext uri="{FF2B5EF4-FFF2-40B4-BE49-F238E27FC236}">
                  <a16:creationId xmlns:a16="http://schemas.microsoft.com/office/drawing/2014/main" id="{AD279212-B976-D311-28B2-01EC08891E29}"/>
                </a:ext>
              </a:extLst>
            </p:cNvPr>
            <p:cNvSpPr>
              <a:spLocks noChangeArrowheads="1"/>
            </p:cNvSpPr>
            <p:nvPr/>
          </p:nvSpPr>
          <p:spPr bwMode="auto">
            <a:xfrm>
              <a:off x="2297" y="1456"/>
              <a:ext cx="4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a:t>!</a:t>
              </a:r>
              <a:r>
                <a:rPr kumimoji="1" lang="en-US" altLang="zh-CN" sz="2000" b="0"/>
                <a:t>Start</a:t>
              </a:r>
              <a:endParaRPr kumimoji="1" lang="zh-CN" altLang="en-US" sz="2000" b="0"/>
            </a:p>
          </p:txBody>
        </p:sp>
        <p:sp>
          <p:nvSpPr>
            <p:cNvPr id="121" name="Text Box 31">
              <a:extLst>
                <a:ext uri="{FF2B5EF4-FFF2-40B4-BE49-F238E27FC236}">
                  <a16:creationId xmlns:a16="http://schemas.microsoft.com/office/drawing/2014/main" id="{836B0429-E81F-4B69-9895-D02B265D5B68}"/>
                </a:ext>
              </a:extLst>
            </p:cNvPr>
            <p:cNvSpPr txBox="1">
              <a:spLocks noChangeArrowheads="1"/>
            </p:cNvSpPr>
            <p:nvPr/>
          </p:nvSpPr>
          <p:spPr bwMode="auto">
            <a:xfrm>
              <a:off x="987" y="3429"/>
              <a:ext cx="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E</a:t>
              </a:r>
            </a:p>
          </p:txBody>
        </p:sp>
        <p:sp>
          <p:nvSpPr>
            <p:cNvPr id="122" name="Text Box 32">
              <a:extLst>
                <a:ext uri="{FF2B5EF4-FFF2-40B4-BE49-F238E27FC236}">
                  <a16:creationId xmlns:a16="http://schemas.microsoft.com/office/drawing/2014/main" id="{0DAC37E7-E6F2-ED83-7054-DB96668426A8}"/>
                </a:ext>
              </a:extLst>
            </p:cNvPr>
            <p:cNvSpPr txBox="1">
              <a:spLocks noChangeArrowheads="1"/>
            </p:cNvSpPr>
            <p:nvPr/>
          </p:nvSpPr>
          <p:spPr bwMode="auto">
            <a:xfrm>
              <a:off x="2325" y="3452"/>
              <a:ext cx="15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!E</a:t>
              </a:r>
            </a:p>
          </p:txBody>
        </p:sp>
      </p:grpSp>
    </p:spTree>
    <p:extLst>
      <p:ext uri="{BB962C8B-B14F-4D97-AF65-F5344CB8AC3E}">
        <p14:creationId xmlns:p14="http://schemas.microsoft.com/office/powerpoint/2010/main" val="1368108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C09AD3-CE98-828E-EF87-01A4DA4903B1}"/>
              </a:ext>
            </a:extLst>
          </p:cNvPr>
          <p:cNvSpPr>
            <a:spLocks noGrp="1"/>
          </p:cNvSpPr>
          <p:nvPr>
            <p:ph type="title"/>
          </p:nvPr>
        </p:nvSpPr>
        <p:spPr/>
        <p:txBody>
          <a:bodyPr>
            <a:normAutofit fontScale="90000"/>
          </a:bodyPr>
          <a:lstStyle/>
          <a:p>
            <a:r>
              <a:rPr kumimoji="1" lang="en-US" altLang="zh-CN" dirty="0"/>
              <a:t>Verilog</a:t>
            </a:r>
            <a:r>
              <a:rPr kumimoji="1" lang="zh-CN" altLang="en-US" dirty="0">
                <a:latin typeface="宋体" panose="02010600030101010101" pitchFamily="2" charset="-122"/>
              </a:rPr>
              <a:t>描述二进制乘法器</a:t>
            </a:r>
            <a:endParaRPr kumimoji="1" lang="zh-CN" altLang="en-US" dirty="0"/>
          </a:p>
        </p:txBody>
      </p:sp>
      <p:sp>
        <p:nvSpPr>
          <p:cNvPr id="4" name="页脚占位符 3">
            <a:extLst>
              <a:ext uri="{FF2B5EF4-FFF2-40B4-BE49-F238E27FC236}">
                <a16:creationId xmlns:a16="http://schemas.microsoft.com/office/drawing/2014/main" id="{7938E1AC-AD2B-82AE-456A-283A0B07994F}"/>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808697EC-78F5-B767-74B9-C33C5C3306F0}"/>
              </a:ext>
            </a:extLst>
          </p:cNvPr>
          <p:cNvSpPr>
            <a:spLocks noGrp="1"/>
          </p:cNvSpPr>
          <p:nvPr>
            <p:ph type="sldNum" sz="quarter" idx="12"/>
          </p:nvPr>
        </p:nvSpPr>
        <p:spPr/>
        <p:txBody>
          <a:bodyPr/>
          <a:lstStyle/>
          <a:p>
            <a:fld id="{9E260BC5-5BF3-8746-862B-DC45E9CAA88B}" type="slidenum">
              <a:rPr lang="en-US" smtClean="0"/>
              <a:pPr/>
              <a:t>20</a:t>
            </a:fld>
            <a:r>
              <a:rPr lang="en-US" altLang="zh-CN" dirty="0"/>
              <a:t>/34</a:t>
            </a:r>
            <a:endParaRPr lang="en-US" dirty="0"/>
          </a:p>
        </p:txBody>
      </p:sp>
      <p:sp>
        <p:nvSpPr>
          <p:cNvPr id="6" name="Rectangle 26">
            <a:extLst>
              <a:ext uri="{FF2B5EF4-FFF2-40B4-BE49-F238E27FC236}">
                <a16:creationId xmlns:a16="http://schemas.microsoft.com/office/drawing/2014/main" id="{89B13108-C0A7-404C-2ED2-6157E17A542F}"/>
              </a:ext>
            </a:extLst>
          </p:cNvPr>
          <p:cNvSpPr>
            <a:spLocks noChangeArrowheads="1"/>
          </p:cNvSpPr>
          <p:nvPr/>
        </p:nvSpPr>
        <p:spPr bwMode="auto">
          <a:xfrm>
            <a:off x="111600" y="504761"/>
            <a:ext cx="8229600" cy="521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10000"/>
              </a:spcAft>
              <a:buFontTx/>
              <a:buNone/>
            </a:pPr>
            <a:r>
              <a:rPr lang="en-US" altLang="zh-CN" sz="2400" b="0" dirty="0">
                <a:latin typeface="Arial" panose="020B0604020202020204" pitchFamily="34" charset="0"/>
              </a:rPr>
              <a:t>module </a:t>
            </a:r>
            <a:r>
              <a:rPr lang="en-US" altLang="zh-CN" sz="2400" b="0" dirty="0" err="1">
                <a:latin typeface="Arial" panose="020B0604020202020204" pitchFamily="34" charset="0"/>
              </a:rPr>
              <a:t>binary_multiplier</a:t>
            </a:r>
            <a:r>
              <a:rPr lang="en-US" altLang="zh-CN" sz="2400" b="0" dirty="0">
                <a:latin typeface="Arial" panose="020B0604020202020204" pitchFamily="34" charset="0"/>
              </a:rPr>
              <a:t> (x, y, z, start, done, reset, </a:t>
            </a:r>
            <a:r>
              <a:rPr lang="en-US" altLang="zh-CN" sz="2400" b="0" dirty="0" err="1">
                <a:latin typeface="Arial" panose="020B0604020202020204" pitchFamily="34" charset="0"/>
              </a:rPr>
              <a:t>clk</a:t>
            </a:r>
            <a:r>
              <a:rPr lang="en-US" altLang="zh-CN" sz="2400" b="0" dirty="0">
                <a:latin typeface="Arial" panose="020B0604020202020204" pitchFamily="34" charset="0"/>
              </a:rPr>
              <a:t>); </a:t>
            </a:r>
          </a:p>
          <a:p>
            <a:pPr>
              <a:spcAft>
                <a:spcPct val="10000"/>
              </a:spcAft>
              <a:buFontTx/>
              <a:buNone/>
            </a:pPr>
            <a:r>
              <a:rPr lang="en-US" altLang="zh-CN" sz="2400" b="0" dirty="0">
                <a:latin typeface="Arial" panose="020B0604020202020204" pitchFamily="34" charset="0"/>
              </a:rPr>
              <a:t>	output [7:0] z;</a:t>
            </a:r>
          </a:p>
          <a:p>
            <a:pPr>
              <a:spcAft>
                <a:spcPct val="10000"/>
              </a:spcAft>
              <a:buFontTx/>
              <a:buNone/>
            </a:pPr>
            <a:r>
              <a:rPr lang="en-US" altLang="zh-CN" sz="2400" b="0" dirty="0">
                <a:latin typeface="Arial" panose="020B0604020202020204" pitchFamily="34" charset="0"/>
              </a:rPr>
              <a:t>	output done;</a:t>
            </a:r>
          </a:p>
          <a:p>
            <a:pPr>
              <a:spcAft>
                <a:spcPct val="10000"/>
              </a:spcAft>
              <a:buFontTx/>
              <a:buNone/>
            </a:pPr>
            <a:r>
              <a:rPr lang="en-US" altLang="zh-CN" sz="2400" b="0" dirty="0">
                <a:latin typeface="Arial" panose="020B0604020202020204" pitchFamily="34" charset="0"/>
              </a:rPr>
              <a:t>	input [3:0] x, y;</a:t>
            </a:r>
          </a:p>
          <a:p>
            <a:pPr>
              <a:spcAft>
                <a:spcPct val="10000"/>
              </a:spcAft>
              <a:buFontTx/>
              <a:buNone/>
            </a:pPr>
            <a:r>
              <a:rPr lang="en-US" altLang="zh-CN" sz="2400" b="0" dirty="0">
                <a:latin typeface="Arial" panose="020B0604020202020204" pitchFamily="34" charset="0"/>
              </a:rPr>
              <a:t>	input start, reset, </a:t>
            </a:r>
            <a:r>
              <a:rPr lang="en-US" altLang="zh-CN" sz="2400" b="0" dirty="0" err="1">
                <a:latin typeface="Arial" panose="020B0604020202020204" pitchFamily="34" charset="0"/>
              </a:rPr>
              <a:t>clk</a:t>
            </a:r>
            <a:r>
              <a:rPr lang="en-US" altLang="zh-CN" sz="2400" b="0" dirty="0">
                <a:latin typeface="Arial" panose="020B0604020202020204" pitchFamily="34" charset="0"/>
              </a:rPr>
              <a:t>;</a:t>
            </a:r>
          </a:p>
          <a:p>
            <a:pPr>
              <a:spcAft>
                <a:spcPct val="10000"/>
              </a:spcAft>
              <a:buFontTx/>
              <a:buNone/>
            </a:pPr>
            <a:endParaRPr lang="en-US" altLang="zh-CN" sz="800" b="0" dirty="0">
              <a:latin typeface="Arial" panose="020B0604020202020204" pitchFamily="34" charset="0"/>
            </a:endParaRPr>
          </a:p>
          <a:p>
            <a:pPr>
              <a:spcAft>
                <a:spcPct val="10000"/>
              </a:spcAft>
              <a:buFontTx/>
              <a:buNone/>
            </a:pPr>
            <a:r>
              <a:rPr lang="en-US" altLang="zh-CN" sz="2400" b="0" dirty="0">
                <a:latin typeface="Arial" panose="020B0604020202020204" pitchFamily="34" charset="0"/>
              </a:rPr>
              <a:t>	reg [3:0] a, b, d;</a:t>
            </a:r>
          </a:p>
          <a:p>
            <a:pPr>
              <a:spcAft>
                <a:spcPct val="10000"/>
              </a:spcAft>
              <a:buFontTx/>
              <a:buNone/>
            </a:pPr>
            <a:r>
              <a:rPr lang="en-US" altLang="zh-CN" sz="2400" b="0" dirty="0">
                <a:latin typeface="Arial" panose="020B0604020202020204" pitchFamily="34" charset="0"/>
              </a:rPr>
              <a:t>	reg c;</a:t>
            </a:r>
          </a:p>
          <a:p>
            <a:pPr>
              <a:spcAft>
                <a:spcPct val="10000"/>
              </a:spcAft>
              <a:buFontTx/>
              <a:buNone/>
            </a:pPr>
            <a:r>
              <a:rPr lang="en-US" altLang="zh-CN" sz="2400" b="0" dirty="0">
                <a:latin typeface="Arial" panose="020B0604020202020204" pitchFamily="34" charset="0"/>
              </a:rPr>
              <a:t>	reg [1:0] state, </a:t>
            </a:r>
            <a:r>
              <a:rPr lang="en-US" altLang="zh-CN" sz="2400" b="0" dirty="0" err="1">
                <a:latin typeface="Arial" panose="020B0604020202020204" pitchFamily="34" charset="0"/>
              </a:rPr>
              <a:t>next_state</a:t>
            </a:r>
            <a:r>
              <a:rPr lang="en-US" altLang="zh-CN" sz="2400" b="0" dirty="0">
                <a:latin typeface="Arial" panose="020B0604020202020204" pitchFamily="34" charset="0"/>
              </a:rPr>
              <a:t>, t;</a:t>
            </a:r>
          </a:p>
          <a:p>
            <a:pPr>
              <a:spcAft>
                <a:spcPct val="10000"/>
              </a:spcAft>
              <a:buFontTx/>
              <a:buNone/>
            </a:pPr>
            <a:r>
              <a:rPr lang="en-US" altLang="zh-CN" sz="2400" b="0" dirty="0">
                <a:latin typeface="Arial" panose="020B0604020202020204" pitchFamily="34" charset="0"/>
              </a:rPr>
              <a:t>	parameter S0=2’b00, S1=2’b01, S2=2’b10;</a:t>
            </a:r>
          </a:p>
          <a:p>
            <a:pPr>
              <a:spcAft>
                <a:spcPct val="10000"/>
              </a:spcAft>
              <a:buFontTx/>
              <a:buNone/>
            </a:pPr>
            <a:r>
              <a:rPr lang="en-US" altLang="zh-CN" sz="2400" b="0" dirty="0">
                <a:latin typeface="Arial" panose="020B0604020202020204" pitchFamily="34" charset="0"/>
              </a:rPr>
              <a:t>	wire e;</a:t>
            </a:r>
          </a:p>
          <a:p>
            <a:pPr>
              <a:spcAft>
                <a:spcPct val="10000"/>
              </a:spcAft>
              <a:buFontTx/>
              <a:buNone/>
            </a:pPr>
            <a:endParaRPr lang="en-US" altLang="zh-CN" sz="500" b="0" dirty="0">
              <a:latin typeface="Arial" panose="020B0604020202020204" pitchFamily="34" charset="0"/>
            </a:endParaRPr>
          </a:p>
          <a:p>
            <a:pPr>
              <a:spcAft>
                <a:spcPct val="10000"/>
              </a:spcAft>
              <a:buFontTx/>
              <a:buNone/>
            </a:pPr>
            <a:r>
              <a:rPr lang="en-US" altLang="zh-CN" sz="2400" b="0" dirty="0">
                <a:latin typeface="Arial" panose="020B0604020202020204" pitchFamily="34" charset="0"/>
              </a:rPr>
              <a:t>	assign e = ~|t;  </a:t>
            </a:r>
          </a:p>
          <a:p>
            <a:pPr>
              <a:spcAft>
                <a:spcPct val="10000"/>
              </a:spcAft>
              <a:buFontTx/>
              <a:buNone/>
            </a:pPr>
            <a:r>
              <a:rPr lang="en-US" altLang="zh-CN" sz="2400" b="0" dirty="0">
                <a:latin typeface="Arial" panose="020B0604020202020204" pitchFamily="34" charset="0"/>
              </a:rPr>
              <a:t>	assign z = {a, b};   </a:t>
            </a:r>
          </a:p>
        </p:txBody>
      </p:sp>
      <p:grpSp>
        <p:nvGrpSpPr>
          <p:cNvPr id="7" name="Group 29">
            <a:extLst>
              <a:ext uri="{FF2B5EF4-FFF2-40B4-BE49-F238E27FC236}">
                <a16:creationId xmlns:a16="http://schemas.microsoft.com/office/drawing/2014/main" id="{F507AE94-04B4-9AAE-919A-D0761C304AA5}"/>
              </a:ext>
            </a:extLst>
          </p:cNvPr>
          <p:cNvGrpSpPr>
            <a:grpSpLocks/>
          </p:cNvGrpSpPr>
          <p:nvPr/>
        </p:nvGrpSpPr>
        <p:grpSpPr bwMode="auto">
          <a:xfrm>
            <a:off x="5964713" y="1673906"/>
            <a:ext cx="3021013" cy="2217737"/>
            <a:chOff x="3515" y="1117"/>
            <a:chExt cx="1903" cy="1397"/>
          </a:xfrm>
        </p:grpSpPr>
        <p:sp>
          <p:nvSpPr>
            <p:cNvPr id="8" name="Text Box 4">
              <a:extLst>
                <a:ext uri="{FF2B5EF4-FFF2-40B4-BE49-F238E27FC236}">
                  <a16:creationId xmlns:a16="http://schemas.microsoft.com/office/drawing/2014/main" id="{E8B292AE-E2E8-597E-106C-1949049B34D8}"/>
                </a:ext>
              </a:extLst>
            </p:cNvPr>
            <p:cNvSpPr txBox="1">
              <a:spLocks noChangeArrowheads="1"/>
            </p:cNvSpPr>
            <p:nvPr/>
          </p:nvSpPr>
          <p:spPr bwMode="auto">
            <a:xfrm>
              <a:off x="5194" y="1570"/>
              <a:ext cx="224"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Clk</a:t>
              </a:r>
              <a:endParaRPr kumimoji="1" lang="en-US" altLang="zh-CN" sz="1800" baseline="-10000"/>
            </a:p>
          </p:txBody>
        </p:sp>
        <p:sp>
          <p:nvSpPr>
            <p:cNvPr id="9" name="Line 5">
              <a:extLst>
                <a:ext uri="{FF2B5EF4-FFF2-40B4-BE49-F238E27FC236}">
                  <a16:creationId xmlns:a16="http://schemas.microsoft.com/office/drawing/2014/main" id="{6D2BCDA8-D05C-2ECC-DDCD-C5864B51030B}"/>
                </a:ext>
              </a:extLst>
            </p:cNvPr>
            <p:cNvSpPr>
              <a:spLocks noChangeShapeType="1"/>
            </p:cNvSpPr>
            <p:nvPr/>
          </p:nvSpPr>
          <p:spPr bwMode="auto">
            <a:xfrm flipH="1">
              <a:off x="5103" y="1820"/>
              <a:ext cx="295"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 name="Line 7">
              <a:extLst>
                <a:ext uri="{FF2B5EF4-FFF2-40B4-BE49-F238E27FC236}">
                  <a16:creationId xmlns:a16="http://schemas.microsoft.com/office/drawing/2014/main" id="{7926BE41-3EF9-4B07-1F08-1A507FE7B22D}"/>
                </a:ext>
              </a:extLst>
            </p:cNvPr>
            <p:cNvSpPr>
              <a:spLocks noChangeShapeType="1"/>
            </p:cNvSpPr>
            <p:nvPr/>
          </p:nvSpPr>
          <p:spPr bwMode="auto">
            <a:xfrm>
              <a:off x="4514" y="1300"/>
              <a:ext cx="0" cy="301"/>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 name="Text Box 8">
              <a:extLst>
                <a:ext uri="{FF2B5EF4-FFF2-40B4-BE49-F238E27FC236}">
                  <a16:creationId xmlns:a16="http://schemas.microsoft.com/office/drawing/2014/main" id="{3D4E37C8-952B-ED98-7F1E-349D4D6F8278}"/>
                </a:ext>
              </a:extLst>
            </p:cNvPr>
            <p:cNvSpPr txBox="1">
              <a:spLocks noChangeArrowheads="1"/>
            </p:cNvSpPr>
            <p:nvPr/>
          </p:nvSpPr>
          <p:spPr bwMode="auto">
            <a:xfrm>
              <a:off x="4354" y="1117"/>
              <a:ext cx="312"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Start</a:t>
              </a:r>
              <a:endParaRPr kumimoji="1" lang="en-US" altLang="zh-CN" sz="1800" baseline="-10000"/>
            </a:p>
          </p:txBody>
        </p:sp>
        <p:sp>
          <p:nvSpPr>
            <p:cNvPr id="12" name="Line 9">
              <a:extLst>
                <a:ext uri="{FF2B5EF4-FFF2-40B4-BE49-F238E27FC236}">
                  <a16:creationId xmlns:a16="http://schemas.microsoft.com/office/drawing/2014/main" id="{5F458AFE-41C9-282F-171A-5B83D0BA9A69}"/>
                </a:ext>
              </a:extLst>
            </p:cNvPr>
            <p:cNvSpPr>
              <a:spLocks noChangeShapeType="1"/>
            </p:cNvSpPr>
            <p:nvPr/>
          </p:nvSpPr>
          <p:spPr bwMode="auto">
            <a:xfrm>
              <a:off x="4886" y="1279"/>
              <a:ext cx="0" cy="308"/>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3" name="Text Box 10">
              <a:extLst>
                <a:ext uri="{FF2B5EF4-FFF2-40B4-BE49-F238E27FC236}">
                  <a16:creationId xmlns:a16="http://schemas.microsoft.com/office/drawing/2014/main" id="{3FC9BFA1-CCE8-16C8-1C35-308D85119692}"/>
                </a:ext>
              </a:extLst>
            </p:cNvPr>
            <p:cNvSpPr txBox="1">
              <a:spLocks noChangeArrowheads="1"/>
            </p:cNvSpPr>
            <p:nvPr/>
          </p:nvSpPr>
          <p:spPr bwMode="auto">
            <a:xfrm>
              <a:off x="4717" y="1117"/>
              <a:ext cx="336"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Reset</a:t>
              </a:r>
              <a:endParaRPr kumimoji="1" lang="en-US" altLang="zh-CN" sz="1800" baseline="-10000"/>
            </a:p>
          </p:txBody>
        </p:sp>
        <p:sp>
          <p:nvSpPr>
            <p:cNvPr id="14" name="Rectangle 11">
              <a:extLst>
                <a:ext uri="{FF2B5EF4-FFF2-40B4-BE49-F238E27FC236}">
                  <a16:creationId xmlns:a16="http://schemas.microsoft.com/office/drawing/2014/main" id="{767A225C-F28A-B2F9-589C-32DE5600335D}"/>
                </a:ext>
              </a:extLst>
            </p:cNvPr>
            <p:cNvSpPr>
              <a:spLocks noChangeArrowheads="1"/>
            </p:cNvSpPr>
            <p:nvPr/>
          </p:nvSpPr>
          <p:spPr bwMode="auto">
            <a:xfrm>
              <a:off x="3515" y="1601"/>
              <a:ext cx="1588" cy="42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400">
                  <a:latin typeface="Arial" panose="020B0604020202020204" pitchFamily="34" charset="0"/>
                </a:rPr>
                <a:t>乘法器</a:t>
              </a:r>
            </a:p>
          </p:txBody>
        </p:sp>
        <p:sp>
          <p:nvSpPr>
            <p:cNvPr id="15" name="Line 12">
              <a:extLst>
                <a:ext uri="{FF2B5EF4-FFF2-40B4-BE49-F238E27FC236}">
                  <a16:creationId xmlns:a16="http://schemas.microsoft.com/office/drawing/2014/main" id="{B031C8CA-6D91-26CE-45C9-A9C7BD8DB1FE}"/>
                </a:ext>
              </a:extLst>
            </p:cNvPr>
            <p:cNvSpPr>
              <a:spLocks noChangeShapeType="1"/>
            </p:cNvSpPr>
            <p:nvPr/>
          </p:nvSpPr>
          <p:spPr bwMode="auto">
            <a:xfrm>
              <a:off x="4097" y="1307"/>
              <a:ext cx="0" cy="3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Line 13">
              <a:extLst>
                <a:ext uri="{FF2B5EF4-FFF2-40B4-BE49-F238E27FC236}">
                  <a16:creationId xmlns:a16="http://schemas.microsoft.com/office/drawing/2014/main" id="{8CC1E653-CA11-2611-342D-1E74233B615A}"/>
                </a:ext>
              </a:extLst>
            </p:cNvPr>
            <p:cNvSpPr>
              <a:spLocks noChangeShapeType="1"/>
            </p:cNvSpPr>
            <p:nvPr/>
          </p:nvSpPr>
          <p:spPr bwMode="auto">
            <a:xfrm flipH="1">
              <a:off x="4057" y="1403"/>
              <a:ext cx="85"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Rectangle 14">
              <a:extLst>
                <a:ext uri="{FF2B5EF4-FFF2-40B4-BE49-F238E27FC236}">
                  <a16:creationId xmlns:a16="http://schemas.microsoft.com/office/drawing/2014/main" id="{8D579CA6-672B-AE7E-8CFA-DB2C4740B608}"/>
                </a:ext>
              </a:extLst>
            </p:cNvPr>
            <p:cNvSpPr>
              <a:spLocks noChangeArrowheads="1"/>
            </p:cNvSpPr>
            <p:nvPr/>
          </p:nvSpPr>
          <p:spPr bwMode="auto">
            <a:xfrm>
              <a:off x="4182" y="1360"/>
              <a:ext cx="81"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800" b="0">
                  <a:latin typeface="Arial" panose="020B0604020202020204" pitchFamily="34" charset="0"/>
                </a:rPr>
                <a:t>4</a:t>
              </a:r>
              <a:endParaRPr lang="zh-CN" altLang="en-US" sz="1800" b="0">
                <a:latin typeface="Arial" panose="020B0604020202020204" pitchFamily="34" charset="0"/>
              </a:endParaRPr>
            </a:p>
          </p:txBody>
        </p:sp>
        <p:sp>
          <p:nvSpPr>
            <p:cNvPr id="18" name="Rectangle 15">
              <a:extLst>
                <a:ext uri="{FF2B5EF4-FFF2-40B4-BE49-F238E27FC236}">
                  <a16:creationId xmlns:a16="http://schemas.microsoft.com/office/drawing/2014/main" id="{AF452172-6E65-2863-E11C-830311C2A6D0}"/>
                </a:ext>
              </a:extLst>
            </p:cNvPr>
            <p:cNvSpPr>
              <a:spLocks noChangeArrowheads="1"/>
            </p:cNvSpPr>
            <p:nvPr/>
          </p:nvSpPr>
          <p:spPr bwMode="auto">
            <a:xfrm>
              <a:off x="4056" y="1125"/>
              <a:ext cx="1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800"/>
                <a:t>Y</a:t>
              </a:r>
            </a:p>
          </p:txBody>
        </p:sp>
        <p:sp>
          <p:nvSpPr>
            <p:cNvPr id="19" name="Line 16">
              <a:extLst>
                <a:ext uri="{FF2B5EF4-FFF2-40B4-BE49-F238E27FC236}">
                  <a16:creationId xmlns:a16="http://schemas.microsoft.com/office/drawing/2014/main" id="{98CF0512-9CFB-3C39-3D6A-03383C356D2D}"/>
                </a:ext>
              </a:extLst>
            </p:cNvPr>
            <p:cNvSpPr>
              <a:spLocks noChangeShapeType="1"/>
            </p:cNvSpPr>
            <p:nvPr/>
          </p:nvSpPr>
          <p:spPr bwMode="auto">
            <a:xfrm>
              <a:off x="3705" y="1307"/>
              <a:ext cx="0" cy="3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Line 17">
              <a:extLst>
                <a:ext uri="{FF2B5EF4-FFF2-40B4-BE49-F238E27FC236}">
                  <a16:creationId xmlns:a16="http://schemas.microsoft.com/office/drawing/2014/main" id="{06F0DE75-BE3A-EC24-A4AF-1FDC7EA40DDF}"/>
                </a:ext>
              </a:extLst>
            </p:cNvPr>
            <p:cNvSpPr>
              <a:spLocks noChangeShapeType="1"/>
            </p:cNvSpPr>
            <p:nvPr/>
          </p:nvSpPr>
          <p:spPr bwMode="auto">
            <a:xfrm flipH="1">
              <a:off x="3665" y="1403"/>
              <a:ext cx="85"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Rectangle 18">
              <a:extLst>
                <a:ext uri="{FF2B5EF4-FFF2-40B4-BE49-F238E27FC236}">
                  <a16:creationId xmlns:a16="http://schemas.microsoft.com/office/drawing/2014/main" id="{634315A9-C7FA-7095-8BD4-7B9CBFD1F90D}"/>
                </a:ext>
              </a:extLst>
            </p:cNvPr>
            <p:cNvSpPr>
              <a:spLocks noChangeArrowheads="1"/>
            </p:cNvSpPr>
            <p:nvPr/>
          </p:nvSpPr>
          <p:spPr bwMode="auto">
            <a:xfrm>
              <a:off x="3789" y="1360"/>
              <a:ext cx="81"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800" b="0">
                  <a:latin typeface="Arial" panose="020B0604020202020204" pitchFamily="34" charset="0"/>
                </a:rPr>
                <a:t>4</a:t>
              </a:r>
              <a:endParaRPr lang="zh-CN" altLang="en-US" sz="1800" b="0">
                <a:latin typeface="Arial" panose="020B0604020202020204" pitchFamily="34" charset="0"/>
              </a:endParaRPr>
            </a:p>
          </p:txBody>
        </p:sp>
        <p:sp>
          <p:nvSpPr>
            <p:cNvPr id="22" name="Rectangle 19">
              <a:extLst>
                <a:ext uri="{FF2B5EF4-FFF2-40B4-BE49-F238E27FC236}">
                  <a16:creationId xmlns:a16="http://schemas.microsoft.com/office/drawing/2014/main" id="{4C72488C-B3FA-C4F3-981D-DC39318AA3E9}"/>
                </a:ext>
              </a:extLst>
            </p:cNvPr>
            <p:cNvSpPr>
              <a:spLocks noChangeArrowheads="1"/>
            </p:cNvSpPr>
            <p:nvPr/>
          </p:nvSpPr>
          <p:spPr bwMode="auto">
            <a:xfrm>
              <a:off x="3663" y="1125"/>
              <a:ext cx="1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800"/>
                <a:t>X</a:t>
              </a:r>
            </a:p>
          </p:txBody>
        </p:sp>
        <p:sp>
          <p:nvSpPr>
            <p:cNvPr id="23" name="Line 20">
              <a:extLst>
                <a:ext uri="{FF2B5EF4-FFF2-40B4-BE49-F238E27FC236}">
                  <a16:creationId xmlns:a16="http://schemas.microsoft.com/office/drawing/2014/main" id="{9010A0AE-DD8D-6E61-F4CE-4E1234F0AA20}"/>
                </a:ext>
              </a:extLst>
            </p:cNvPr>
            <p:cNvSpPr>
              <a:spLocks noChangeShapeType="1"/>
            </p:cNvSpPr>
            <p:nvPr/>
          </p:nvSpPr>
          <p:spPr bwMode="auto">
            <a:xfrm>
              <a:off x="4103" y="2024"/>
              <a:ext cx="0" cy="3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Line 21">
              <a:extLst>
                <a:ext uri="{FF2B5EF4-FFF2-40B4-BE49-F238E27FC236}">
                  <a16:creationId xmlns:a16="http://schemas.microsoft.com/office/drawing/2014/main" id="{E857DADF-1BF2-6081-6BA5-5FCE2B831273}"/>
                </a:ext>
              </a:extLst>
            </p:cNvPr>
            <p:cNvSpPr>
              <a:spLocks noChangeShapeType="1"/>
            </p:cNvSpPr>
            <p:nvPr/>
          </p:nvSpPr>
          <p:spPr bwMode="auto">
            <a:xfrm flipH="1">
              <a:off x="4064" y="2120"/>
              <a:ext cx="85"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Rectangle 22">
              <a:extLst>
                <a:ext uri="{FF2B5EF4-FFF2-40B4-BE49-F238E27FC236}">
                  <a16:creationId xmlns:a16="http://schemas.microsoft.com/office/drawing/2014/main" id="{5583A23B-EA46-0325-3EBB-F2732D77E729}"/>
                </a:ext>
              </a:extLst>
            </p:cNvPr>
            <p:cNvSpPr>
              <a:spLocks noChangeArrowheads="1"/>
            </p:cNvSpPr>
            <p:nvPr/>
          </p:nvSpPr>
          <p:spPr bwMode="auto">
            <a:xfrm>
              <a:off x="3926" y="2088"/>
              <a:ext cx="81"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800" b="0">
                  <a:latin typeface="Arial" panose="020B0604020202020204" pitchFamily="34" charset="0"/>
                </a:rPr>
                <a:t>8</a:t>
              </a:r>
              <a:endParaRPr lang="zh-CN" altLang="en-US" sz="1800" b="0">
                <a:latin typeface="Arial" panose="020B0604020202020204" pitchFamily="34" charset="0"/>
              </a:endParaRPr>
            </a:p>
          </p:txBody>
        </p:sp>
        <p:sp>
          <p:nvSpPr>
            <p:cNvPr id="26" name="Rectangle 23">
              <a:extLst>
                <a:ext uri="{FF2B5EF4-FFF2-40B4-BE49-F238E27FC236}">
                  <a16:creationId xmlns:a16="http://schemas.microsoft.com/office/drawing/2014/main" id="{1AC74BDE-82A9-9CEB-50B7-DE916AB01116}"/>
                </a:ext>
              </a:extLst>
            </p:cNvPr>
            <p:cNvSpPr>
              <a:spLocks noChangeArrowheads="1"/>
            </p:cNvSpPr>
            <p:nvPr/>
          </p:nvSpPr>
          <p:spPr bwMode="auto">
            <a:xfrm>
              <a:off x="4059" y="2341"/>
              <a:ext cx="10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800"/>
                <a:t>Z</a:t>
              </a:r>
            </a:p>
          </p:txBody>
        </p:sp>
        <p:sp>
          <p:nvSpPr>
            <p:cNvPr id="27" name="Line 24">
              <a:extLst>
                <a:ext uri="{FF2B5EF4-FFF2-40B4-BE49-F238E27FC236}">
                  <a16:creationId xmlns:a16="http://schemas.microsoft.com/office/drawing/2014/main" id="{2D2128BD-23E2-3F04-8F63-F619E54FA023}"/>
                </a:ext>
              </a:extLst>
            </p:cNvPr>
            <p:cNvSpPr>
              <a:spLocks noChangeShapeType="1"/>
            </p:cNvSpPr>
            <p:nvPr/>
          </p:nvSpPr>
          <p:spPr bwMode="auto">
            <a:xfrm>
              <a:off x="4509" y="2025"/>
              <a:ext cx="0" cy="308"/>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8" name="Text Box 25">
              <a:extLst>
                <a:ext uri="{FF2B5EF4-FFF2-40B4-BE49-F238E27FC236}">
                  <a16:creationId xmlns:a16="http://schemas.microsoft.com/office/drawing/2014/main" id="{8AD8425C-E53B-8B08-85AD-5A9C01E144C2}"/>
                </a:ext>
              </a:extLst>
            </p:cNvPr>
            <p:cNvSpPr txBox="1">
              <a:spLocks noChangeArrowheads="1"/>
            </p:cNvSpPr>
            <p:nvPr/>
          </p:nvSpPr>
          <p:spPr bwMode="auto">
            <a:xfrm>
              <a:off x="4352" y="2324"/>
              <a:ext cx="320"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Done</a:t>
              </a:r>
              <a:endParaRPr kumimoji="1" lang="en-US" altLang="zh-CN" sz="1800" baseline="-10000"/>
            </a:p>
          </p:txBody>
        </p:sp>
      </p:grpSp>
      <p:sp>
        <p:nvSpPr>
          <p:cNvPr id="29" name="文本框 28">
            <a:extLst>
              <a:ext uri="{FF2B5EF4-FFF2-40B4-BE49-F238E27FC236}">
                <a16:creationId xmlns:a16="http://schemas.microsoft.com/office/drawing/2014/main" id="{64648B41-1FD4-5642-608D-8B22B73A581C}"/>
              </a:ext>
            </a:extLst>
          </p:cNvPr>
          <p:cNvSpPr txBox="1"/>
          <p:nvPr/>
        </p:nvSpPr>
        <p:spPr>
          <a:xfrm>
            <a:off x="4767943" y="5713820"/>
            <a:ext cx="5012576" cy="369332"/>
          </a:xfrm>
          <a:prstGeom prst="rect">
            <a:avLst/>
          </a:prstGeom>
          <a:solidFill>
            <a:schemeClr val="accent1">
              <a:lumMod val="20000"/>
              <a:lumOff val="80000"/>
            </a:schemeClr>
          </a:solidFill>
          <a:ln>
            <a:solidFill>
              <a:schemeClr val="accent1"/>
            </a:solidFill>
          </a:ln>
        </p:spPr>
        <p:txBody>
          <a:bodyPr wrap="square" rtlCol="0">
            <a:spAutoFit/>
          </a:bodyPr>
          <a:lstStyle/>
          <a:p>
            <a:r>
              <a:rPr lang="en-US" altLang="zh-CN" dirty="0">
                <a:latin typeface="Microsoft YaHei" panose="020B0503020204020204" pitchFamily="34" charset="-122"/>
                <a:ea typeface="Microsoft YaHei" panose="020B0503020204020204" pitchFamily="34" charset="-122"/>
              </a:rPr>
              <a:t>~|t</a:t>
            </a:r>
            <a:r>
              <a:rPr lang="zh-CN" altLang="en-US"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缩位或非，所有位为</a:t>
            </a:r>
            <a:r>
              <a:rPr kumimoji="1" lang="en-US" altLang="zh-CN" dirty="0">
                <a:latin typeface="Microsoft YaHei" panose="020B0503020204020204" pitchFamily="34" charset="-122"/>
                <a:ea typeface="Microsoft YaHei" panose="020B0503020204020204" pitchFamily="34" charset="-122"/>
              </a:rPr>
              <a:t>0</a:t>
            </a:r>
            <a:r>
              <a:rPr kumimoji="1" lang="zh-CN" altLang="en-US" dirty="0">
                <a:latin typeface="Microsoft YaHei" panose="020B0503020204020204" pitchFamily="34" charset="-122"/>
                <a:ea typeface="Microsoft YaHei" panose="020B0503020204020204" pitchFamily="34" charset="-122"/>
              </a:rPr>
              <a:t>时输出</a:t>
            </a:r>
            <a:r>
              <a:rPr kumimoji="1" lang="en-US" altLang="zh-CN" dirty="0">
                <a:latin typeface="Microsoft YaHei" panose="020B0503020204020204" pitchFamily="34" charset="-122"/>
                <a:ea typeface="Microsoft YaHei" panose="020B0503020204020204" pitchFamily="34" charset="-122"/>
              </a:rPr>
              <a:t>1</a:t>
            </a:r>
            <a:r>
              <a:rPr kumimoji="1" lang="zh-CN" altLang="en-US" dirty="0">
                <a:latin typeface="Microsoft YaHei" panose="020B0503020204020204" pitchFamily="34" charset="-122"/>
                <a:ea typeface="Microsoft YaHei" panose="020B0503020204020204" pitchFamily="34" charset="-122"/>
              </a:rPr>
              <a:t>，否则为</a:t>
            </a:r>
            <a:r>
              <a:rPr kumimoji="1" lang="en-US" altLang="zh-CN" dirty="0">
                <a:latin typeface="Microsoft YaHei" panose="020B0503020204020204" pitchFamily="34" charset="-122"/>
                <a:ea typeface="Microsoft YaHei" panose="020B0503020204020204" pitchFamily="34" charset="-122"/>
              </a:rPr>
              <a:t>0</a:t>
            </a:r>
            <a:endParaRPr kumimoji="1"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4262352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476D21-94D4-3796-C1E1-8E9F4950CAD6}"/>
              </a:ext>
            </a:extLst>
          </p:cNvPr>
          <p:cNvSpPr>
            <a:spLocks noGrp="1"/>
          </p:cNvSpPr>
          <p:nvPr>
            <p:ph type="title"/>
          </p:nvPr>
        </p:nvSpPr>
        <p:spPr/>
        <p:txBody>
          <a:bodyPr>
            <a:normAutofit fontScale="90000"/>
          </a:bodyPr>
          <a:lstStyle/>
          <a:p>
            <a:r>
              <a:rPr kumimoji="1" lang="en-US" altLang="zh-CN" dirty="0"/>
              <a:t>Verilog</a:t>
            </a:r>
            <a:r>
              <a:rPr kumimoji="1" lang="zh-CN" altLang="en-US" dirty="0"/>
              <a:t>描述二进制乘法器</a:t>
            </a:r>
            <a:r>
              <a:rPr kumimoji="1" lang="en-US" altLang="zh-CN" dirty="0"/>
              <a:t>(</a:t>
            </a:r>
            <a:r>
              <a:rPr kumimoji="1" lang="zh-CN" altLang="en-US" dirty="0"/>
              <a:t>续</a:t>
            </a:r>
            <a:r>
              <a:rPr kumimoji="1" lang="en-US" altLang="zh-CN" dirty="0"/>
              <a:t>1)</a:t>
            </a:r>
            <a:endParaRPr kumimoji="1" lang="zh-CN" altLang="en-US" dirty="0"/>
          </a:p>
        </p:txBody>
      </p:sp>
      <p:sp>
        <p:nvSpPr>
          <p:cNvPr id="4" name="页脚占位符 3">
            <a:extLst>
              <a:ext uri="{FF2B5EF4-FFF2-40B4-BE49-F238E27FC236}">
                <a16:creationId xmlns:a16="http://schemas.microsoft.com/office/drawing/2014/main" id="{66314A3C-5CDD-FEDC-7B88-853C277E728F}"/>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709940B8-16A6-96A3-7B00-73A819E45C89}"/>
              </a:ext>
            </a:extLst>
          </p:cNvPr>
          <p:cNvSpPr>
            <a:spLocks noGrp="1"/>
          </p:cNvSpPr>
          <p:nvPr>
            <p:ph type="sldNum" sz="quarter" idx="12"/>
          </p:nvPr>
        </p:nvSpPr>
        <p:spPr/>
        <p:txBody>
          <a:bodyPr/>
          <a:lstStyle/>
          <a:p>
            <a:fld id="{9E260BC5-5BF3-8746-862B-DC45E9CAA88B}" type="slidenum">
              <a:rPr lang="en-US" smtClean="0"/>
              <a:pPr/>
              <a:t>21</a:t>
            </a:fld>
            <a:r>
              <a:rPr lang="en-US" altLang="zh-CN" dirty="0"/>
              <a:t>/34</a:t>
            </a:r>
            <a:endParaRPr lang="en-US" dirty="0"/>
          </a:p>
        </p:txBody>
      </p:sp>
      <p:sp>
        <p:nvSpPr>
          <p:cNvPr id="6" name="Rectangle 3">
            <a:extLst>
              <a:ext uri="{FF2B5EF4-FFF2-40B4-BE49-F238E27FC236}">
                <a16:creationId xmlns:a16="http://schemas.microsoft.com/office/drawing/2014/main" id="{4F91A0E4-DA29-48EE-585F-34AB56453077}"/>
              </a:ext>
            </a:extLst>
          </p:cNvPr>
          <p:cNvSpPr>
            <a:spLocks noChangeArrowheads="1"/>
          </p:cNvSpPr>
          <p:nvPr/>
        </p:nvSpPr>
        <p:spPr bwMode="auto">
          <a:xfrm>
            <a:off x="0" y="510639"/>
            <a:ext cx="8229600" cy="532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2400" b="0" dirty="0">
                <a:latin typeface="Arial" panose="020B0604020202020204" pitchFamily="34" charset="0"/>
              </a:rPr>
              <a:t>	//state register</a:t>
            </a:r>
          </a:p>
          <a:p>
            <a:pPr>
              <a:spcAft>
                <a:spcPct val="0"/>
              </a:spcAft>
              <a:buFontTx/>
              <a:buNone/>
            </a:pPr>
            <a:r>
              <a:rPr lang="en-US" altLang="zh-CN" sz="2400" b="0" dirty="0">
                <a:latin typeface="Arial" panose="020B0604020202020204" pitchFamily="34" charset="0"/>
              </a:rPr>
              <a:t>	always @(</a:t>
            </a:r>
            <a:r>
              <a:rPr lang="en-US" altLang="zh-CN" sz="2400" b="0" dirty="0" err="1">
                <a:latin typeface="Arial" panose="020B0604020202020204" pitchFamily="34" charset="0"/>
              </a:rPr>
              <a:t>posedge</a:t>
            </a:r>
            <a:r>
              <a:rPr lang="en-US" altLang="zh-CN" sz="2400" b="0" dirty="0">
                <a:latin typeface="Arial" panose="020B0604020202020204" pitchFamily="34" charset="0"/>
              </a:rPr>
              <a:t> </a:t>
            </a:r>
            <a:r>
              <a:rPr lang="en-US" altLang="zh-CN" sz="2400" b="0" dirty="0" err="1">
                <a:latin typeface="Arial" panose="020B0604020202020204" pitchFamily="34" charset="0"/>
              </a:rPr>
              <a:t>clk</a:t>
            </a:r>
            <a:r>
              <a:rPr lang="en-US" altLang="zh-CN" sz="2400" b="0" dirty="0">
                <a:latin typeface="Arial" panose="020B0604020202020204" pitchFamily="34" charset="0"/>
              </a:rPr>
              <a:t> or </a:t>
            </a:r>
            <a:r>
              <a:rPr lang="en-US" altLang="zh-CN" sz="2400" b="0" dirty="0" err="1">
                <a:latin typeface="Arial" panose="020B0604020202020204" pitchFamily="34" charset="0"/>
              </a:rPr>
              <a:t>posedge</a:t>
            </a:r>
            <a:r>
              <a:rPr lang="en-US" altLang="zh-CN" sz="2400" b="0" dirty="0">
                <a:latin typeface="Arial" panose="020B0604020202020204" pitchFamily="34" charset="0"/>
              </a:rPr>
              <a:t> reset)</a:t>
            </a:r>
          </a:p>
          <a:p>
            <a:pPr>
              <a:spcAft>
                <a:spcPct val="0"/>
              </a:spcAft>
              <a:buFontTx/>
              <a:buNone/>
            </a:pPr>
            <a:r>
              <a:rPr lang="en-US" altLang="zh-CN" sz="2400" b="0" dirty="0">
                <a:latin typeface="Arial" panose="020B0604020202020204" pitchFamily="34" charset="0"/>
              </a:rPr>
              <a:t>	begin</a:t>
            </a:r>
          </a:p>
          <a:p>
            <a:pPr>
              <a:spcAft>
                <a:spcPct val="0"/>
              </a:spcAft>
              <a:buFontTx/>
              <a:buNone/>
            </a:pPr>
            <a:r>
              <a:rPr lang="en-US" altLang="zh-CN" sz="2400" b="0" dirty="0">
                <a:latin typeface="Arial" panose="020B0604020202020204" pitchFamily="34" charset="0"/>
              </a:rPr>
              <a:t>	    if (reset) state &lt;= S0;</a:t>
            </a:r>
          </a:p>
          <a:p>
            <a:pPr>
              <a:spcAft>
                <a:spcPct val="0"/>
              </a:spcAft>
              <a:buFontTx/>
              <a:buNone/>
            </a:pPr>
            <a:r>
              <a:rPr lang="en-US" altLang="zh-CN" sz="2400" b="0" dirty="0">
                <a:latin typeface="Arial" panose="020B0604020202020204" pitchFamily="34" charset="0"/>
              </a:rPr>
              <a:t>	    else state &lt;= </a:t>
            </a:r>
            <a:r>
              <a:rPr lang="en-US" altLang="zh-CN" sz="2400" b="0" dirty="0" err="1">
                <a:latin typeface="Arial" panose="020B0604020202020204" pitchFamily="34" charset="0"/>
              </a:rPr>
              <a:t>next_state</a:t>
            </a:r>
            <a:r>
              <a:rPr lang="en-US" altLang="zh-CN" sz="2400" b="0" dirty="0">
                <a:latin typeface="Arial" panose="020B0604020202020204" pitchFamily="34" charset="0"/>
              </a:rPr>
              <a:t>;</a:t>
            </a:r>
          </a:p>
          <a:p>
            <a:pPr>
              <a:spcAft>
                <a:spcPct val="0"/>
              </a:spcAft>
              <a:buFontTx/>
              <a:buNone/>
            </a:pPr>
            <a:r>
              <a:rPr lang="en-US" altLang="zh-CN" sz="2400" b="0" dirty="0">
                <a:latin typeface="Arial" panose="020B0604020202020204" pitchFamily="34" charset="0"/>
              </a:rPr>
              <a:t>	end</a:t>
            </a:r>
          </a:p>
          <a:p>
            <a:pPr>
              <a:spcAft>
                <a:spcPct val="0"/>
              </a:spcAft>
              <a:buFontTx/>
              <a:buNone/>
            </a:pPr>
            <a:endParaRPr lang="en-US" altLang="zh-CN" sz="1000" b="0" dirty="0">
              <a:latin typeface="Arial" panose="020B0604020202020204" pitchFamily="34" charset="0"/>
            </a:endParaRPr>
          </a:p>
          <a:p>
            <a:pPr>
              <a:spcAft>
                <a:spcPct val="0"/>
              </a:spcAft>
              <a:buFontTx/>
              <a:buNone/>
            </a:pPr>
            <a:r>
              <a:rPr lang="en-US" altLang="zh-CN" sz="2400" b="0" dirty="0">
                <a:latin typeface="Arial" panose="020B0604020202020204" pitchFamily="34" charset="0"/>
              </a:rPr>
              <a:t>    assign done = (state == S0);</a:t>
            </a:r>
          </a:p>
          <a:p>
            <a:pPr>
              <a:spcAft>
                <a:spcPct val="0"/>
              </a:spcAft>
              <a:buFontTx/>
              <a:buNone/>
            </a:pPr>
            <a:endParaRPr lang="en-US" altLang="zh-CN" sz="1000" b="0" dirty="0">
              <a:latin typeface="Arial" panose="020B0604020202020204" pitchFamily="34" charset="0"/>
            </a:endParaRPr>
          </a:p>
          <a:p>
            <a:pPr>
              <a:spcAft>
                <a:spcPct val="0"/>
              </a:spcAft>
              <a:buFontTx/>
              <a:buNone/>
            </a:pPr>
            <a:r>
              <a:rPr lang="en-US" altLang="zh-CN" sz="2400" b="0" dirty="0">
                <a:latin typeface="Arial" panose="020B0604020202020204" pitchFamily="34" charset="0"/>
              </a:rPr>
              <a:t>    //next state function</a:t>
            </a:r>
          </a:p>
          <a:p>
            <a:pPr>
              <a:spcAft>
                <a:spcPct val="0"/>
              </a:spcAft>
              <a:buFontTx/>
              <a:buNone/>
            </a:pPr>
            <a:r>
              <a:rPr lang="en-US" altLang="zh-CN" sz="2400" b="0" dirty="0">
                <a:latin typeface="Arial" panose="020B0604020202020204" pitchFamily="34" charset="0"/>
              </a:rPr>
              <a:t>	always @(start or e) begin</a:t>
            </a:r>
          </a:p>
          <a:p>
            <a:pPr>
              <a:spcAft>
                <a:spcPct val="0"/>
              </a:spcAft>
              <a:buFontTx/>
              <a:buNone/>
            </a:pPr>
            <a:r>
              <a:rPr lang="en-US" altLang="zh-CN" sz="2400" b="0" dirty="0">
                <a:latin typeface="Arial" panose="020B0604020202020204" pitchFamily="34" charset="0"/>
              </a:rPr>
              <a:t>        case (state)</a:t>
            </a:r>
          </a:p>
          <a:p>
            <a:pPr>
              <a:spcAft>
                <a:spcPct val="0"/>
              </a:spcAft>
              <a:buFontTx/>
              <a:buNone/>
            </a:pPr>
            <a:r>
              <a:rPr lang="en-US" altLang="zh-CN" sz="2400" b="0" dirty="0">
                <a:latin typeface="Arial" panose="020B0604020202020204" pitchFamily="34" charset="0"/>
              </a:rPr>
              <a:t>	        S0: if(start) </a:t>
            </a:r>
            <a:r>
              <a:rPr lang="en-US" altLang="zh-CN" sz="2400" b="0" dirty="0" err="1">
                <a:latin typeface="Arial" panose="020B0604020202020204" pitchFamily="34" charset="0"/>
              </a:rPr>
              <a:t>next_state</a:t>
            </a:r>
            <a:r>
              <a:rPr lang="en-US" altLang="zh-CN" sz="2400" b="0" dirty="0">
                <a:latin typeface="Arial" panose="020B0604020202020204" pitchFamily="34" charset="0"/>
              </a:rPr>
              <a:t> = S1;</a:t>
            </a:r>
          </a:p>
          <a:p>
            <a:pPr>
              <a:spcAft>
                <a:spcPct val="0"/>
              </a:spcAft>
              <a:buFontTx/>
              <a:buNone/>
            </a:pPr>
            <a:r>
              <a:rPr lang="en-US" altLang="zh-CN" sz="2400" b="0" dirty="0">
                <a:latin typeface="Arial" panose="020B0604020202020204" pitchFamily="34" charset="0"/>
              </a:rPr>
              <a:t>	              else </a:t>
            </a:r>
            <a:r>
              <a:rPr lang="en-US" altLang="zh-CN" sz="2400" b="0" dirty="0" err="1">
                <a:latin typeface="Arial" panose="020B0604020202020204" pitchFamily="34" charset="0"/>
              </a:rPr>
              <a:t>next_state</a:t>
            </a:r>
            <a:r>
              <a:rPr lang="en-US" altLang="zh-CN" sz="2400" b="0" dirty="0">
                <a:latin typeface="Arial" panose="020B0604020202020204" pitchFamily="34" charset="0"/>
              </a:rPr>
              <a:t> = S0; </a:t>
            </a:r>
          </a:p>
          <a:p>
            <a:pPr>
              <a:spcAft>
                <a:spcPct val="0"/>
              </a:spcAft>
              <a:buFontTx/>
              <a:buNone/>
            </a:pPr>
            <a:r>
              <a:rPr lang="en-US" altLang="zh-CN" sz="2400" b="0" dirty="0">
                <a:latin typeface="Arial" panose="020B0604020202020204" pitchFamily="34" charset="0"/>
              </a:rPr>
              <a:t>	        S1: </a:t>
            </a:r>
            <a:r>
              <a:rPr lang="en-US" altLang="zh-CN" sz="2400" b="0" dirty="0" err="1">
                <a:latin typeface="Arial" panose="020B0604020202020204" pitchFamily="34" charset="0"/>
              </a:rPr>
              <a:t>next_state</a:t>
            </a:r>
            <a:r>
              <a:rPr lang="en-US" altLang="zh-CN" sz="2400" b="0" dirty="0">
                <a:latin typeface="Arial" panose="020B0604020202020204" pitchFamily="34" charset="0"/>
              </a:rPr>
              <a:t> = S2;</a:t>
            </a:r>
          </a:p>
        </p:txBody>
      </p:sp>
      <p:pic>
        <p:nvPicPr>
          <p:cNvPr id="7" name="图片 6">
            <a:extLst>
              <a:ext uri="{FF2B5EF4-FFF2-40B4-BE49-F238E27FC236}">
                <a16:creationId xmlns:a16="http://schemas.microsoft.com/office/drawing/2014/main" id="{52220033-C316-631F-62DC-D35A7BF653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78954" y="1340901"/>
            <a:ext cx="3827046" cy="4497388"/>
          </a:xfrm>
          <a:prstGeom prst="rect">
            <a:avLst/>
          </a:prstGeom>
        </p:spPr>
      </p:pic>
    </p:spTree>
    <p:extLst>
      <p:ext uri="{BB962C8B-B14F-4D97-AF65-F5344CB8AC3E}">
        <p14:creationId xmlns:p14="http://schemas.microsoft.com/office/powerpoint/2010/main" val="5236086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BD4FE0-2BD1-CF16-0E3F-8BEEF3FF5A36}"/>
              </a:ext>
            </a:extLst>
          </p:cNvPr>
          <p:cNvSpPr>
            <a:spLocks noGrp="1"/>
          </p:cNvSpPr>
          <p:nvPr>
            <p:ph type="title"/>
          </p:nvPr>
        </p:nvSpPr>
        <p:spPr/>
        <p:txBody>
          <a:bodyPr>
            <a:normAutofit fontScale="90000"/>
          </a:bodyPr>
          <a:lstStyle/>
          <a:p>
            <a:r>
              <a:rPr kumimoji="1" lang="en-US" altLang="zh-CN" dirty="0"/>
              <a:t>Verilog</a:t>
            </a:r>
            <a:r>
              <a:rPr kumimoji="1" lang="zh-CN" altLang="en-US" dirty="0"/>
              <a:t>描述二进制乘法器</a:t>
            </a:r>
            <a:r>
              <a:rPr kumimoji="1" lang="en-US" altLang="zh-CN" dirty="0"/>
              <a:t>(</a:t>
            </a:r>
            <a:r>
              <a:rPr kumimoji="1" lang="zh-CN" altLang="en-US" dirty="0"/>
              <a:t>续</a:t>
            </a:r>
            <a:r>
              <a:rPr kumimoji="1" lang="en-US" altLang="zh-CN" dirty="0"/>
              <a:t>2)</a:t>
            </a:r>
            <a:endParaRPr kumimoji="1" lang="zh-CN" altLang="en-US" dirty="0"/>
          </a:p>
        </p:txBody>
      </p:sp>
      <p:sp>
        <p:nvSpPr>
          <p:cNvPr id="4" name="页脚占位符 3">
            <a:extLst>
              <a:ext uri="{FF2B5EF4-FFF2-40B4-BE49-F238E27FC236}">
                <a16:creationId xmlns:a16="http://schemas.microsoft.com/office/drawing/2014/main" id="{B5857337-2D65-4A6B-C555-86DBEA49DAF8}"/>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B705F819-5547-CB58-1F61-32DDD2999BC6}"/>
              </a:ext>
            </a:extLst>
          </p:cNvPr>
          <p:cNvSpPr>
            <a:spLocks noGrp="1"/>
          </p:cNvSpPr>
          <p:nvPr>
            <p:ph type="sldNum" sz="quarter" idx="12"/>
          </p:nvPr>
        </p:nvSpPr>
        <p:spPr/>
        <p:txBody>
          <a:bodyPr/>
          <a:lstStyle/>
          <a:p>
            <a:fld id="{9E260BC5-5BF3-8746-862B-DC45E9CAA88B}" type="slidenum">
              <a:rPr lang="en-US" smtClean="0"/>
              <a:pPr/>
              <a:t>22</a:t>
            </a:fld>
            <a:r>
              <a:rPr lang="en-US" altLang="zh-CN" dirty="0"/>
              <a:t>/34</a:t>
            </a:r>
            <a:endParaRPr lang="en-US" dirty="0"/>
          </a:p>
        </p:txBody>
      </p:sp>
      <p:pic>
        <p:nvPicPr>
          <p:cNvPr id="6" name="图片 5">
            <a:extLst>
              <a:ext uri="{FF2B5EF4-FFF2-40B4-BE49-F238E27FC236}">
                <a16:creationId xmlns:a16="http://schemas.microsoft.com/office/drawing/2014/main" id="{08FB732F-BABD-08F1-2045-D14148350D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78954" y="1340901"/>
            <a:ext cx="3827046" cy="4497388"/>
          </a:xfrm>
          <a:prstGeom prst="rect">
            <a:avLst/>
          </a:prstGeom>
        </p:spPr>
      </p:pic>
      <p:sp>
        <p:nvSpPr>
          <p:cNvPr id="7" name="Rectangle 3">
            <a:extLst>
              <a:ext uri="{FF2B5EF4-FFF2-40B4-BE49-F238E27FC236}">
                <a16:creationId xmlns:a16="http://schemas.microsoft.com/office/drawing/2014/main" id="{74069C1C-8E85-F833-69E3-4E3779988C0D}"/>
              </a:ext>
            </a:extLst>
          </p:cNvPr>
          <p:cNvSpPr>
            <a:spLocks noChangeArrowheads="1"/>
          </p:cNvSpPr>
          <p:nvPr/>
        </p:nvSpPr>
        <p:spPr bwMode="auto">
          <a:xfrm>
            <a:off x="0" y="510639"/>
            <a:ext cx="8229600" cy="517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2400" b="0" dirty="0">
                <a:latin typeface="Arial" panose="020B0604020202020204" pitchFamily="34" charset="0"/>
              </a:rPr>
              <a:t>	         S2: if (!e) </a:t>
            </a:r>
            <a:r>
              <a:rPr lang="en-US" altLang="zh-CN" sz="2400" b="0" dirty="0" err="1">
                <a:latin typeface="Arial" panose="020B0604020202020204" pitchFamily="34" charset="0"/>
              </a:rPr>
              <a:t>next_state</a:t>
            </a:r>
            <a:r>
              <a:rPr lang="en-US" altLang="zh-CN" sz="2400" b="0" dirty="0">
                <a:latin typeface="Arial" panose="020B0604020202020204" pitchFamily="34" charset="0"/>
              </a:rPr>
              <a:t> = S1;</a:t>
            </a:r>
          </a:p>
          <a:p>
            <a:pPr>
              <a:spcAft>
                <a:spcPct val="0"/>
              </a:spcAft>
              <a:buFontTx/>
              <a:buNone/>
            </a:pPr>
            <a:r>
              <a:rPr lang="en-US" altLang="zh-CN" sz="2400" b="0" dirty="0">
                <a:latin typeface="Arial" panose="020B0604020202020204" pitchFamily="34" charset="0"/>
              </a:rPr>
              <a:t>		        else </a:t>
            </a:r>
            <a:r>
              <a:rPr lang="en-US" altLang="zh-CN" sz="2400" b="0" dirty="0" err="1">
                <a:latin typeface="Arial" panose="020B0604020202020204" pitchFamily="34" charset="0"/>
              </a:rPr>
              <a:t>next_state</a:t>
            </a:r>
            <a:r>
              <a:rPr lang="en-US" altLang="zh-CN" sz="2400" b="0" dirty="0">
                <a:latin typeface="Arial" panose="020B0604020202020204" pitchFamily="34" charset="0"/>
              </a:rPr>
              <a:t> = S0;</a:t>
            </a:r>
          </a:p>
          <a:p>
            <a:pPr>
              <a:spcAft>
                <a:spcPct val="0"/>
              </a:spcAft>
              <a:buFontTx/>
              <a:buNone/>
            </a:pPr>
            <a:r>
              <a:rPr lang="en-US" altLang="zh-CN" sz="2400" b="0" dirty="0">
                <a:latin typeface="Arial" panose="020B0604020202020204" pitchFamily="34" charset="0"/>
              </a:rPr>
              <a:t>		  default </a:t>
            </a:r>
            <a:r>
              <a:rPr lang="en-US" altLang="zh-CN" sz="2400" b="0" dirty="0" err="1">
                <a:latin typeface="Arial" panose="020B0604020202020204" pitchFamily="34" charset="0"/>
              </a:rPr>
              <a:t>next_state</a:t>
            </a:r>
            <a:r>
              <a:rPr lang="en-US" altLang="zh-CN" sz="2400" b="0" dirty="0">
                <a:latin typeface="Arial" panose="020B0604020202020204" pitchFamily="34" charset="0"/>
              </a:rPr>
              <a:t> = S0;</a:t>
            </a:r>
          </a:p>
          <a:p>
            <a:pPr>
              <a:spcAft>
                <a:spcPct val="0"/>
              </a:spcAft>
              <a:buFontTx/>
              <a:buNone/>
            </a:pPr>
            <a:r>
              <a:rPr lang="en-US" altLang="zh-CN" sz="2400" b="0" dirty="0">
                <a:latin typeface="Arial" panose="020B0604020202020204" pitchFamily="34" charset="0"/>
              </a:rPr>
              <a:t>	    </a:t>
            </a:r>
            <a:r>
              <a:rPr lang="en-US" altLang="zh-CN" sz="2400" b="0" dirty="0" err="1">
                <a:latin typeface="Arial" panose="020B0604020202020204" pitchFamily="34" charset="0"/>
              </a:rPr>
              <a:t>endcase</a:t>
            </a:r>
            <a:endParaRPr lang="en-US" altLang="zh-CN" sz="2400" b="0" dirty="0">
              <a:latin typeface="Arial" panose="020B0604020202020204" pitchFamily="34" charset="0"/>
            </a:endParaRPr>
          </a:p>
          <a:p>
            <a:pPr>
              <a:spcAft>
                <a:spcPct val="0"/>
              </a:spcAft>
              <a:buFontTx/>
              <a:buNone/>
            </a:pPr>
            <a:r>
              <a:rPr lang="en-US" altLang="zh-CN" sz="2400" b="0" dirty="0">
                <a:latin typeface="Arial" panose="020B0604020202020204" pitchFamily="34" charset="0"/>
              </a:rPr>
              <a:t>	end</a:t>
            </a:r>
          </a:p>
          <a:p>
            <a:pPr>
              <a:spcAft>
                <a:spcPct val="0"/>
              </a:spcAft>
              <a:buFontTx/>
              <a:buNone/>
            </a:pPr>
            <a:endParaRPr lang="en-US" altLang="zh-CN" sz="1400" b="0" dirty="0">
              <a:latin typeface="Arial" panose="020B0604020202020204" pitchFamily="34" charset="0"/>
            </a:endParaRPr>
          </a:p>
          <a:p>
            <a:pPr>
              <a:spcAft>
                <a:spcPct val="0"/>
              </a:spcAft>
              <a:buFontTx/>
              <a:buNone/>
            </a:pPr>
            <a:r>
              <a:rPr lang="en-US" altLang="zh-CN" sz="2400" b="0" dirty="0">
                <a:latin typeface="Arial" panose="020B0604020202020204" pitchFamily="34" charset="0"/>
              </a:rPr>
              <a:t>	//</a:t>
            </a:r>
            <a:r>
              <a:rPr lang="en-US" altLang="zh-CN" sz="2400" b="0" dirty="0" err="1">
                <a:latin typeface="Arial" panose="020B0604020202020204" pitchFamily="34" charset="0"/>
              </a:rPr>
              <a:t>datapath</a:t>
            </a:r>
            <a:r>
              <a:rPr lang="en-US" altLang="zh-CN" sz="2400" b="0" dirty="0">
                <a:latin typeface="Arial" panose="020B0604020202020204" pitchFamily="34" charset="0"/>
              </a:rPr>
              <a:t> function</a:t>
            </a:r>
          </a:p>
          <a:p>
            <a:pPr>
              <a:spcAft>
                <a:spcPct val="0"/>
              </a:spcAft>
              <a:buFontTx/>
              <a:buNone/>
            </a:pPr>
            <a:r>
              <a:rPr lang="en-US" altLang="zh-CN" sz="2400" b="0" dirty="0">
                <a:latin typeface="Arial" panose="020B0604020202020204" pitchFamily="34" charset="0"/>
              </a:rPr>
              <a:t>	always @(</a:t>
            </a:r>
            <a:r>
              <a:rPr lang="en-US" altLang="zh-CN" sz="2400" b="0" dirty="0" err="1">
                <a:latin typeface="Arial" panose="020B0604020202020204" pitchFamily="34" charset="0"/>
              </a:rPr>
              <a:t>posedge</a:t>
            </a:r>
            <a:r>
              <a:rPr lang="en-US" altLang="zh-CN" sz="2400" b="0" dirty="0">
                <a:latin typeface="Arial" panose="020B0604020202020204" pitchFamily="34" charset="0"/>
              </a:rPr>
              <a:t> </a:t>
            </a:r>
            <a:r>
              <a:rPr lang="en-US" altLang="zh-CN" sz="2400" b="0" dirty="0" err="1">
                <a:latin typeface="Arial" panose="020B0604020202020204" pitchFamily="34" charset="0"/>
              </a:rPr>
              <a:t>clk</a:t>
            </a:r>
            <a:r>
              <a:rPr lang="en-US" altLang="zh-CN" sz="2400" b="0" dirty="0">
                <a:latin typeface="Arial" panose="020B0604020202020204" pitchFamily="34" charset="0"/>
              </a:rPr>
              <a:t>)</a:t>
            </a:r>
          </a:p>
          <a:p>
            <a:pPr>
              <a:spcAft>
                <a:spcPct val="0"/>
              </a:spcAft>
              <a:buFontTx/>
              <a:buNone/>
            </a:pPr>
            <a:r>
              <a:rPr lang="en-US" altLang="zh-CN" sz="2400" b="0" dirty="0">
                <a:latin typeface="Arial" panose="020B0604020202020204" pitchFamily="34" charset="0"/>
              </a:rPr>
              <a:t>    begin</a:t>
            </a:r>
          </a:p>
          <a:p>
            <a:pPr>
              <a:spcAft>
                <a:spcPct val="0"/>
              </a:spcAft>
              <a:buFontTx/>
              <a:buNone/>
            </a:pPr>
            <a:r>
              <a:rPr lang="en-US" altLang="zh-CN" sz="2400" b="0" dirty="0">
                <a:latin typeface="Arial" panose="020B0604020202020204" pitchFamily="34" charset="0"/>
              </a:rPr>
              <a:t>	    case (state)</a:t>
            </a:r>
          </a:p>
          <a:p>
            <a:pPr>
              <a:spcAft>
                <a:spcPct val="0"/>
              </a:spcAft>
              <a:buFontTx/>
              <a:buNone/>
            </a:pPr>
            <a:r>
              <a:rPr lang="en-US" altLang="zh-CN" sz="2400" b="0" dirty="0">
                <a:latin typeface="Arial" panose="020B0604020202020204" pitchFamily="34" charset="0"/>
              </a:rPr>
              <a:t>		  S0: if (start) begin</a:t>
            </a:r>
          </a:p>
          <a:p>
            <a:pPr>
              <a:spcAft>
                <a:spcPct val="0"/>
              </a:spcAft>
              <a:buFontTx/>
              <a:buNone/>
            </a:pPr>
            <a:r>
              <a:rPr lang="en-US" altLang="zh-CN" sz="2400" b="0" dirty="0">
                <a:latin typeface="Arial" panose="020B0604020202020204" pitchFamily="34" charset="0"/>
              </a:rPr>
              <a:t>		            d &lt;= x; b &lt;= y;</a:t>
            </a:r>
          </a:p>
          <a:p>
            <a:pPr>
              <a:spcAft>
                <a:spcPct val="0"/>
              </a:spcAft>
              <a:buFontTx/>
              <a:buNone/>
            </a:pPr>
            <a:r>
              <a:rPr lang="en-US" altLang="zh-CN" sz="2400" b="0" dirty="0">
                <a:latin typeface="Arial" panose="020B0604020202020204" pitchFamily="34" charset="0"/>
              </a:rPr>
              <a:t>		            a &lt;= 4’d0; c &lt;= 1’b0; t &lt;= 2’b0; </a:t>
            </a:r>
          </a:p>
          <a:p>
            <a:pPr>
              <a:spcAft>
                <a:spcPct val="0"/>
              </a:spcAft>
              <a:buFontTx/>
              <a:buNone/>
            </a:pPr>
            <a:r>
              <a:rPr lang="en-US" altLang="zh-CN" sz="2400" b="0" dirty="0">
                <a:latin typeface="Arial" panose="020B0604020202020204" pitchFamily="34" charset="0"/>
              </a:rPr>
              <a:t>		        end</a:t>
            </a:r>
          </a:p>
        </p:txBody>
      </p:sp>
    </p:spTree>
    <p:extLst>
      <p:ext uri="{BB962C8B-B14F-4D97-AF65-F5344CB8AC3E}">
        <p14:creationId xmlns:p14="http://schemas.microsoft.com/office/powerpoint/2010/main" val="2729355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BAB17B-4FD7-49AA-3F22-782B948BF16E}"/>
              </a:ext>
            </a:extLst>
          </p:cNvPr>
          <p:cNvSpPr>
            <a:spLocks noGrp="1"/>
          </p:cNvSpPr>
          <p:nvPr>
            <p:ph type="title"/>
          </p:nvPr>
        </p:nvSpPr>
        <p:spPr/>
        <p:txBody>
          <a:bodyPr>
            <a:normAutofit fontScale="90000"/>
          </a:bodyPr>
          <a:lstStyle/>
          <a:p>
            <a:r>
              <a:rPr kumimoji="1" lang="en-US" altLang="zh-CN" dirty="0"/>
              <a:t>Verilog</a:t>
            </a:r>
            <a:r>
              <a:rPr kumimoji="1" lang="zh-CN" altLang="en-US" dirty="0"/>
              <a:t>描述二进制乘法器</a:t>
            </a:r>
            <a:r>
              <a:rPr kumimoji="1" lang="en-US" altLang="zh-CN" dirty="0"/>
              <a:t>(</a:t>
            </a:r>
            <a:r>
              <a:rPr kumimoji="1" lang="zh-CN" altLang="en-US" dirty="0"/>
              <a:t>续</a:t>
            </a:r>
            <a:r>
              <a:rPr kumimoji="1" lang="en-US" altLang="zh-CN" dirty="0"/>
              <a:t>3)</a:t>
            </a:r>
            <a:endParaRPr kumimoji="1" lang="zh-CN" altLang="en-US" dirty="0"/>
          </a:p>
        </p:txBody>
      </p:sp>
      <p:sp>
        <p:nvSpPr>
          <p:cNvPr id="4" name="页脚占位符 3">
            <a:extLst>
              <a:ext uri="{FF2B5EF4-FFF2-40B4-BE49-F238E27FC236}">
                <a16:creationId xmlns:a16="http://schemas.microsoft.com/office/drawing/2014/main" id="{7D058765-AF33-4DC7-5F8E-265B48C0F7CB}"/>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D40D6E49-48A2-5224-2611-1587AAC13CE2}"/>
              </a:ext>
            </a:extLst>
          </p:cNvPr>
          <p:cNvSpPr>
            <a:spLocks noGrp="1"/>
          </p:cNvSpPr>
          <p:nvPr>
            <p:ph type="sldNum" sz="quarter" idx="12"/>
          </p:nvPr>
        </p:nvSpPr>
        <p:spPr/>
        <p:txBody>
          <a:bodyPr/>
          <a:lstStyle/>
          <a:p>
            <a:fld id="{9E260BC5-5BF3-8746-862B-DC45E9CAA88B}" type="slidenum">
              <a:rPr lang="en-US" smtClean="0"/>
              <a:pPr/>
              <a:t>23</a:t>
            </a:fld>
            <a:r>
              <a:rPr lang="en-US" altLang="zh-CN" dirty="0"/>
              <a:t>/34</a:t>
            </a:r>
            <a:endParaRPr lang="en-US" dirty="0"/>
          </a:p>
        </p:txBody>
      </p:sp>
      <p:pic>
        <p:nvPicPr>
          <p:cNvPr id="6" name="图片 5">
            <a:extLst>
              <a:ext uri="{FF2B5EF4-FFF2-40B4-BE49-F238E27FC236}">
                <a16:creationId xmlns:a16="http://schemas.microsoft.com/office/drawing/2014/main" id="{13108CEC-06AB-9896-6353-8F7D61BD51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78954" y="1340901"/>
            <a:ext cx="3827046" cy="4497388"/>
          </a:xfrm>
          <a:prstGeom prst="rect">
            <a:avLst/>
          </a:prstGeom>
        </p:spPr>
      </p:pic>
      <p:sp>
        <p:nvSpPr>
          <p:cNvPr id="7" name="Rectangle 3">
            <a:extLst>
              <a:ext uri="{FF2B5EF4-FFF2-40B4-BE49-F238E27FC236}">
                <a16:creationId xmlns:a16="http://schemas.microsoft.com/office/drawing/2014/main" id="{6E18D3C4-3AE2-147A-DF4B-D48ECA95BFA8}"/>
              </a:ext>
            </a:extLst>
          </p:cNvPr>
          <p:cNvSpPr>
            <a:spLocks noChangeArrowheads="1"/>
          </p:cNvSpPr>
          <p:nvPr/>
        </p:nvSpPr>
        <p:spPr bwMode="auto">
          <a:xfrm>
            <a:off x="0" y="515418"/>
            <a:ext cx="8229600" cy="503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10000"/>
              </a:spcAft>
              <a:buFontTx/>
              <a:buNone/>
            </a:pPr>
            <a:r>
              <a:rPr lang="en-US" altLang="zh-CN" sz="2400" b="0" dirty="0">
                <a:latin typeface="Arial" panose="020B0604020202020204" pitchFamily="34" charset="0"/>
              </a:rPr>
              <a:t>		S1: begin</a:t>
            </a:r>
          </a:p>
          <a:p>
            <a:pPr>
              <a:spcAft>
                <a:spcPct val="10000"/>
              </a:spcAft>
              <a:buFontTx/>
              <a:buNone/>
            </a:pPr>
            <a:r>
              <a:rPr lang="en-US" altLang="zh-CN" sz="2400" b="0" dirty="0">
                <a:latin typeface="Arial" panose="020B0604020202020204" pitchFamily="34" charset="0"/>
              </a:rPr>
              <a:t>			t &lt;= t - 2’b01;</a:t>
            </a:r>
          </a:p>
          <a:p>
            <a:pPr>
              <a:spcAft>
                <a:spcPct val="10000"/>
              </a:spcAft>
              <a:buFontTx/>
              <a:buNone/>
            </a:pPr>
            <a:r>
              <a:rPr lang="en-US" altLang="zh-CN" sz="2400" b="0" dirty="0">
                <a:latin typeface="Arial" panose="020B0604020202020204" pitchFamily="34" charset="0"/>
              </a:rPr>
              <a:t>			if (b[0]) {c, a} &lt;= a + d;</a:t>
            </a:r>
          </a:p>
          <a:p>
            <a:pPr>
              <a:spcAft>
                <a:spcPct val="10000"/>
              </a:spcAft>
              <a:buFontTx/>
              <a:buNone/>
            </a:pPr>
            <a:r>
              <a:rPr lang="en-US" altLang="zh-CN" sz="2400" b="0" dirty="0">
                <a:latin typeface="Arial" panose="020B0604020202020204" pitchFamily="34" charset="0"/>
              </a:rPr>
              <a:t>		end</a:t>
            </a:r>
          </a:p>
          <a:p>
            <a:pPr>
              <a:spcAft>
                <a:spcPct val="10000"/>
              </a:spcAft>
              <a:buFontTx/>
              <a:buNone/>
            </a:pPr>
            <a:r>
              <a:rPr lang="en-US" altLang="zh-CN" sz="2400" b="0" dirty="0">
                <a:latin typeface="Arial" panose="020B0604020202020204" pitchFamily="34" charset="0"/>
              </a:rPr>
              <a:t>		S2: begin</a:t>
            </a:r>
          </a:p>
          <a:p>
            <a:pPr>
              <a:spcAft>
                <a:spcPct val="10000"/>
              </a:spcAft>
              <a:buFontTx/>
              <a:buNone/>
            </a:pPr>
            <a:r>
              <a:rPr lang="en-US" altLang="zh-CN" sz="2400" b="0" dirty="0">
                <a:latin typeface="Arial" panose="020B0604020202020204" pitchFamily="34" charset="0"/>
              </a:rPr>
              <a:t>			a &lt;= {c, a[3:1]};</a:t>
            </a:r>
          </a:p>
          <a:p>
            <a:pPr>
              <a:spcAft>
                <a:spcPct val="10000"/>
              </a:spcAft>
              <a:buFontTx/>
              <a:buNone/>
            </a:pPr>
            <a:r>
              <a:rPr lang="en-US" altLang="zh-CN" sz="2400" b="0" dirty="0">
                <a:latin typeface="Arial" panose="020B0604020202020204" pitchFamily="34" charset="0"/>
              </a:rPr>
              <a:t>			b &lt;= {a[0], b[3:1]};</a:t>
            </a:r>
          </a:p>
          <a:p>
            <a:pPr>
              <a:spcAft>
                <a:spcPct val="10000"/>
              </a:spcAft>
              <a:buFontTx/>
              <a:buNone/>
            </a:pPr>
            <a:r>
              <a:rPr lang="en-US" altLang="zh-CN" sz="2400" b="0" dirty="0">
                <a:latin typeface="Arial" panose="020B0604020202020204" pitchFamily="34" charset="0"/>
              </a:rPr>
              <a:t>			c &lt;= 1’b0;</a:t>
            </a:r>
          </a:p>
          <a:p>
            <a:pPr>
              <a:spcAft>
                <a:spcPct val="10000"/>
              </a:spcAft>
              <a:buFontTx/>
              <a:buNone/>
            </a:pPr>
            <a:r>
              <a:rPr lang="en-US" altLang="zh-CN" sz="2400" b="0" dirty="0">
                <a:latin typeface="Arial" panose="020B0604020202020204" pitchFamily="34" charset="0"/>
              </a:rPr>
              <a:t>		 end</a:t>
            </a:r>
          </a:p>
          <a:p>
            <a:pPr>
              <a:spcAft>
                <a:spcPct val="10000"/>
              </a:spcAft>
              <a:buFontTx/>
              <a:buNone/>
            </a:pPr>
            <a:r>
              <a:rPr lang="en-US" altLang="zh-CN" sz="2400" b="0" dirty="0">
                <a:latin typeface="Arial" panose="020B0604020202020204" pitchFamily="34" charset="0"/>
              </a:rPr>
              <a:t>	    </a:t>
            </a:r>
            <a:r>
              <a:rPr lang="en-US" altLang="zh-CN" sz="2400" b="0" dirty="0" err="1">
                <a:latin typeface="Arial" panose="020B0604020202020204" pitchFamily="34" charset="0"/>
              </a:rPr>
              <a:t>endcase</a:t>
            </a:r>
            <a:endParaRPr lang="en-US" altLang="zh-CN" sz="2400" b="0" dirty="0">
              <a:latin typeface="Arial" panose="020B0604020202020204" pitchFamily="34" charset="0"/>
            </a:endParaRPr>
          </a:p>
          <a:p>
            <a:pPr>
              <a:spcAft>
                <a:spcPct val="10000"/>
              </a:spcAft>
              <a:buFontTx/>
              <a:buNone/>
            </a:pPr>
            <a:r>
              <a:rPr lang="en-US" altLang="zh-CN" sz="2400" b="0" dirty="0">
                <a:latin typeface="Arial" panose="020B0604020202020204" pitchFamily="34" charset="0"/>
              </a:rPr>
              <a:t>	end</a:t>
            </a:r>
          </a:p>
          <a:p>
            <a:pPr>
              <a:spcAft>
                <a:spcPct val="10000"/>
              </a:spcAft>
              <a:buFontTx/>
              <a:buNone/>
            </a:pPr>
            <a:r>
              <a:rPr lang="en-US" altLang="zh-CN" sz="2400" b="0" dirty="0" err="1">
                <a:latin typeface="Arial" panose="020B0604020202020204" pitchFamily="34" charset="0"/>
              </a:rPr>
              <a:t>endmodule</a:t>
            </a:r>
            <a:endParaRPr lang="en-US" altLang="zh-CN" sz="2400" b="0" dirty="0">
              <a:latin typeface="Arial" panose="020B0604020202020204" pitchFamily="34" charset="0"/>
            </a:endParaRPr>
          </a:p>
        </p:txBody>
      </p:sp>
    </p:spTree>
    <p:extLst>
      <p:ext uri="{BB962C8B-B14F-4D97-AF65-F5344CB8AC3E}">
        <p14:creationId xmlns:p14="http://schemas.microsoft.com/office/powerpoint/2010/main" val="31432444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BDD2BE-1F26-00C4-F919-68DBBF89AC93}"/>
              </a:ext>
            </a:extLst>
          </p:cNvPr>
          <p:cNvSpPr>
            <a:spLocks noGrp="1"/>
          </p:cNvSpPr>
          <p:nvPr>
            <p:ph type="title"/>
          </p:nvPr>
        </p:nvSpPr>
        <p:spPr/>
        <p:txBody>
          <a:bodyPr>
            <a:normAutofit fontScale="90000"/>
          </a:bodyPr>
          <a:lstStyle/>
          <a:p>
            <a:r>
              <a:rPr kumimoji="1" lang="zh-CN" altLang="en-US" dirty="0">
                <a:latin typeface="宋体" panose="02010600030101010101" pitchFamily="2" charset="-122"/>
              </a:rPr>
              <a:t>乘法器仿真波形</a:t>
            </a:r>
            <a:endParaRPr kumimoji="1" lang="zh-CN" altLang="en-US" dirty="0"/>
          </a:p>
        </p:txBody>
      </p:sp>
      <p:sp>
        <p:nvSpPr>
          <p:cNvPr id="4" name="页脚占位符 3">
            <a:extLst>
              <a:ext uri="{FF2B5EF4-FFF2-40B4-BE49-F238E27FC236}">
                <a16:creationId xmlns:a16="http://schemas.microsoft.com/office/drawing/2014/main" id="{74E40A44-A1DC-9148-8379-C77A5A98A2B2}"/>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A4D73153-40B2-4B4B-26E5-AA9ECFF74F01}"/>
              </a:ext>
            </a:extLst>
          </p:cNvPr>
          <p:cNvSpPr>
            <a:spLocks noGrp="1"/>
          </p:cNvSpPr>
          <p:nvPr>
            <p:ph type="sldNum" sz="quarter" idx="12"/>
          </p:nvPr>
        </p:nvSpPr>
        <p:spPr/>
        <p:txBody>
          <a:bodyPr/>
          <a:lstStyle/>
          <a:p>
            <a:fld id="{9E260BC5-5BF3-8746-862B-DC45E9CAA88B}" type="slidenum">
              <a:rPr lang="en-US" smtClean="0"/>
              <a:pPr/>
              <a:t>24</a:t>
            </a:fld>
            <a:r>
              <a:rPr lang="en-US" altLang="zh-CN" dirty="0"/>
              <a:t>/34</a:t>
            </a:r>
            <a:endParaRPr lang="en-US" dirty="0"/>
          </a:p>
        </p:txBody>
      </p:sp>
      <p:pic>
        <p:nvPicPr>
          <p:cNvPr id="6" name="Picture 4">
            <a:extLst>
              <a:ext uri="{FF2B5EF4-FFF2-40B4-BE49-F238E27FC236}">
                <a16:creationId xmlns:a16="http://schemas.microsoft.com/office/drawing/2014/main" id="{EFE53563-F2A2-1965-B3EA-871A82596E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124" y="1012371"/>
            <a:ext cx="9784569" cy="5009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161863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961905-1BF9-01FE-209D-29CBA2432388}"/>
              </a:ext>
            </a:extLst>
          </p:cNvPr>
          <p:cNvSpPr>
            <a:spLocks noGrp="1"/>
          </p:cNvSpPr>
          <p:nvPr>
            <p:ph type="title"/>
          </p:nvPr>
        </p:nvSpPr>
        <p:spPr/>
        <p:txBody>
          <a:bodyPr>
            <a:normAutofit fontScale="90000"/>
          </a:bodyPr>
          <a:lstStyle/>
          <a:p>
            <a:r>
              <a:rPr kumimoji="1" lang="zh-CN" altLang="en-US" dirty="0"/>
              <a:t>硬件流水线算法实现总结</a:t>
            </a:r>
          </a:p>
        </p:txBody>
      </p:sp>
      <p:sp>
        <p:nvSpPr>
          <p:cNvPr id="3" name="内容占位符 2">
            <a:extLst>
              <a:ext uri="{FF2B5EF4-FFF2-40B4-BE49-F238E27FC236}">
                <a16:creationId xmlns:a16="http://schemas.microsoft.com/office/drawing/2014/main" id="{8DA90FA5-CEB3-CA61-CC0A-2CA2C6E12660}"/>
              </a:ext>
            </a:extLst>
          </p:cNvPr>
          <p:cNvSpPr>
            <a:spLocks noGrp="1"/>
          </p:cNvSpPr>
          <p:nvPr>
            <p:ph idx="1"/>
          </p:nvPr>
        </p:nvSpPr>
        <p:spPr/>
        <p:txBody>
          <a:bodyPr/>
          <a:lstStyle/>
          <a:p>
            <a:pPr marL="514350" indent="-514350">
              <a:buFont typeface="+mj-lt"/>
              <a:buAutoNum type="arabicPeriod"/>
            </a:pPr>
            <a:r>
              <a:rPr kumimoji="1" lang="zh-CN" altLang="en-US" dirty="0"/>
              <a:t>分析功能</a:t>
            </a:r>
            <a:endParaRPr kumimoji="1" lang="en-US" altLang="zh-CN" dirty="0"/>
          </a:p>
          <a:p>
            <a:pPr marL="514350" indent="-514350">
              <a:buFont typeface="+mj-lt"/>
              <a:buAutoNum type="arabicPeriod"/>
            </a:pPr>
            <a:r>
              <a:rPr kumimoji="1" lang="zh-CN" altLang="en-US" dirty="0"/>
              <a:t>伪代码写出实现步骤</a:t>
            </a:r>
            <a:endParaRPr kumimoji="1" lang="en-US" altLang="zh-CN" dirty="0"/>
          </a:p>
          <a:p>
            <a:pPr marL="514350" indent="-514350">
              <a:buFont typeface="+mj-lt"/>
              <a:buAutoNum type="arabicPeriod"/>
            </a:pPr>
            <a:r>
              <a:rPr kumimoji="1" lang="zh-CN" altLang="en-US" dirty="0"/>
              <a:t>拆分成若干步，每一步占用一个时钟周期（一个状态）；</a:t>
            </a:r>
            <a:r>
              <a:rPr kumimoji="1" lang="zh-CN" altLang="de-DE" dirty="0"/>
              <a:t>初始</a:t>
            </a:r>
            <a:r>
              <a:rPr kumimoji="1" lang="en-US" altLang="zh-CN" dirty="0"/>
              <a:t>/</a:t>
            </a:r>
            <a:r>
              <a:rPr kumimoji="1" lang="zh-CN" altLang="en-US" dirty="0"/>
              <a:t>完毕为一个状态</a:t>
            </a:r>
            <a:endParaRPr kumimoji="1" lang="en-US" altLang="zh-CN" dirty="0"/>
          </a:p>
          <a:p>
            <a:pPr marL="514350" indent="-514350">
              <a:buFont typeface="+mj-lt"/>
              <a:buAutoNum type="arabicPeriod"/>
            </a:pPr>
            <a:r>
              <a:rPr kumimoji="1" lang="zh-CN" altLang="en-US" dirty="0"/>
              <a:t>画出状态图</a:t>
            </a:r>
            <a:endParaRPr kumimoji="1" lang="en-US" altLang="zh-CN" dirty="0"/>
          </a:p>
          <a:p>
            <a:pPr marL="514350" indent="-514350">
              <a:buFont typeface="+mj-lt"/>
              <a:buAutoNum type="arabicPeriod"/>
            </a:pPr>
            <a:r>
              <a:rPr kumimoji="1" lang="zh-CN" altLang="en-US" dirty="0"/>
              <a:t>拆分成状态机实现</a:t>
            </a:r>
            <a:endParaRPr kumimoji="1" lang="en-US" altLang="zh-CN" dirty="0"/>
          </a:p>
          <a:p>
            <a:endParaRPr kumimoji="1" lang="zh-CN" altLang="en-US" dirty="0"/>
          </a:p>
        </p:txBody>
      </p:sp>
      <p:sp>
        <p:nvSpPr>
          <p:cNvPr id="4" name="页脚占位符 3">
            <a:extLst>
              <a:ext uri="{FF2B5EF4-FFF2-40B4-BE49-F238E27FC236}">
                <a16:creationId xmlns:a16="http://schemas.microsoft.com/office/drawing/2014/main" id="{C7F7CBC8-4B9D-AEE5-8C80-C61B345CA690}"/>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C89488D9-12B9-7F58-10AC-9D73C4F643F0}"/>
              </a:ext>
            </a:extLst>
          </p:cNvPr>
          <p:cNvSpPr>
            <a:spLocks noGrp="1"/>
          </p:cNvSpPr>
          <p:nvPr>
            <p:ph type="sldNum" sz="quarter" idx="12"/>
          </p:nvPr>
        </p:nvSpPr>
        <p:spPr/>
        <p:txBody>
          <a:bodyPr/>
          <a:lstStyle/>
          <a:p>
            <a:fld id="{9E260BC5-5BF3-8746-862B-DC45E9CAA88B}" type="slidenum">
              <a:rPr lang="en-US" smtClean="0"/>
              <a:pPr/>
              <a:t>25</a:t>
            </a:fld>
            <a:r>
              <a:rPr lang="en-US" altLang="zh-CN" dirty="0"/>
              <a:t>/34</a:t>
            </a:r>
            <a:endParaRPr lang="en-US" dirty="0"/>
          </a:p>
        </p:txBody>
      </p:sp>
    </p:spTree>
    <p:extLst>
      <p:ext uri="{BB962C8B-B14F-4D97-AF65-F5344CB8AC3E}">
        <p14:creationId xmlns:p14="http://schemas.microsoft.com/office/powerpoint/2010/main" val="21531297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C7A792-6C34-5D96-4780-8B473669F6DF}"/>
              </a:ext>
            </a:extLst>
          </p:cNvPr>
          <p:cNvSpPr>
            <a:spLocks noGrp="1"/>
          </p:cNvSpPr>
          <p:nvPr>
            <p:ph type="title"/>
          </p:nvPr>
        </p:nvSpPr>
        <p:spPr/>
        <p:txBody>
          <a:bodyPr>
            <a:normAutofit fontScale="90000"/>
          </a:bodyPr>
          <a:lstStyle/>
          <a:p>
            <a:r>
              <a:rPr kumimoji="1" lang="zh-CN" altLang="en-US" dirty="0"/>
              <a:t>硬件流水线算法实现总结</a:t>
            </a:r>
          </a:p>
        </p:txBody>
      </p:sp>
      <p:sp>
        <p:nvSpPr>
          <p:cNvPr id="4" name="页脚占位符 3">
            <a:extLst>
              <a:ext uri="{FF2B5EF4-FFF2-40B4-BE49-F238E27FC236}">
                <a16:creationId xmlns:a16="http://schemas.microsoft.com/office/drawing/2014/main" id="{6A69931A-2CD3-9DAC-1A99-49C1047948BB}"/>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4BED28A4-C0D8-FB3C-FF19-1DBC81E5C70B}"/>
              </a:ext>
            </a:extLst>
          </p:cNvPr>
          <p:cNvSpPr>
            <a:spLocks noGrp="1"/>
          </p:cNvSpPr>
          <p:nvPr>
            <p:ph type="sldNum" sz="quarter" idx="12"/>
          </p:nvPr>
        </p:nvSpPr>
        <p:spPr/>
        <p:txBody>
          <a:bodyPr/>
          <a:lstStyle/>
          <a:p>
            <a:fld id="{9E260BC5-5BF3-8746-862B-DC45E9CAA88B}" type="slidenum">
              <a:rPr lang="en-US" smtClean="0"/>
              <a:pPr/>
              <a:t>26</a:t>
            </a:fld>
            <a:r>
              <a:rPr lang="en-US" altLang="zh-CN" dirty="0"/>
              <a:t>/34</a:t>
            </a:r>
            <a:endParaRPr lang="en-US" dirty="0"/>
          </a:p>
        </p:txBody>
      </p:sp>
      <p:sp>
        <p:nvSpPr>
          <p:cNvPr id="6" name="文本框 5">
            <a:extLst>
              <a:ext uri="{FF2B5EF4-FFF2-40B4-BE49-F238E27FC236}">
                <a16:creationId xmlns:a16="http://schemas.microsoft.com/office/drawing/2014/main" id="{3B7F2EC3-D80C-8F74-FDE8-0E077500AE17}"/>
              </a:ext>
            </a:extLst>
          </p:cNvPr>
          <p:cNvSpPr txBox="1"/>
          <p:nvPr/>
        </p:nvSpPr>
        <p:spPr>
          <a:xfrm>
            <a:off x="402770" y="943952"/>
            <a:ext cx="5674966" cy="4031873"/>
          </a:xfrm>
          <a:prstGeom prst="rect">
            <a:avLst/>
          </a:prstGeom>
          <a:noFill/>
        </p:spPr>
        <p:txBody>
          <a:bodyPr wrap="square">
            <a:spAutoFit/>
          </a:bodyPr>
          <a:lstStyle/>
          <a:p>
            <a:pPr algn="l"/>
            <a: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t>function Z=times(X,Y)</a:t>
            </a:r>
          </a:p>
          <a:p>
            <a:pPr lvl="1"/>
            <a: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t>A=0; // store the value after adding</a:t>
            </a:r>
          </a:p>
          <a:p>
            <a:pPr lvl="1"/>
            <a: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t>D=X; // store input 1</a:t>
            </a:r>
          </a:p>
          <a:p>
            <a:pPr lvl="1"/>
            <a: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t>B=Y; // store the finished bits and the to-be-used input 2</a:t>
            </a:r>
          </a:p>
          <a:p>
            <a:pPr lvl="1"/>
            <a: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t>C=0; // if overflows</a:t>
            </a:r>
          </a:p>
          <a:p>
            <a:pPr lvl="1"/>
            <a: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t>T=length(Y); //the </a:t>
            </a:r>
            <a:r>
              <a:rPr lang="en-US" altLang="zh-CN" sz="1600" dirty="0">
                <a:solidFill>
                  <a:srgbClr val="000000"/>
                </a:solidFill>
                <a:latin typeface="Microsoft YaHei" panose="020B0503020204020204" pitchFamily="34" charset="-122"/>
                <a:ea typeface="Microsoft YaHei" panose="020B0503020204020204" pitchFamily="34" charset="-122"/>
              </a:rPr>
              <a:t>repetition</a:t>
            </a:r>
            <a:b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br>
            <a:endPar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endParaRPr>
          </a:p>
          <a:p>
            <a:pPr lvl="1"/>
            <a: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t>for  ; T&gt;0; T-- // every ++ or -- is a clock</a:t>
            </a:r>
          </a:p>
          <a:p>
            <a:pPr lvl="1" indent="266700"/>
            <a: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t> if B(0)==1</a:t>
            </a:r>
          </a:p>
          <a:p>
            <a:pPr marL="723900" lvl="1" indent="266700"/>
            <a: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t>[C,A]=A+D;</a:t>
            </a:r>
          </a:p>
          <a:p>
            <a:pPr lvl="1"/>
            <a: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t>     end</a:t>
            </a:r>
          </a:p>
          <a:p>
            <a:pPr lvl="1"/>
            <a: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t>     [C,A,B]={0,C,A,B}&gt;&gt;1;</a:t>
            </a:r>
          </a:p>
          <a:p>
            <a:pPr lvl="1"/>
            <a: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t>end</a:t>
            </a:r>
            <a:b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br>
            <a:endPar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endParaRPr>
          </a:p>
          <a:p>
            <a:pPr lvl="1"/>
            <a: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t>Z=[A,B]; //output,</a:t>
            </a:r>
            <a:r>
              <a:rPr lang="zh-CN" altLang="en-US" sz="1600" b="0" i="0" u="none" strike="noStrike" dirty="0">
                <a:solidFill>
                  <a:srgbClr val="000000"/>
                </a:solidFill>
                <a:effectLst/>
                <a:latin typeface="Microsoft YaHei" panose="020B0503020204020204" pitchFamily="34" charset="-122"/>
                <a:ea typeface="Microsoft YaHei" panose="020B0503020204020204" pitchFamily="34" charset="-122"/>
              </a:rPr>
              <a:t> </a:t>
            </a:r>
            <a: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t>combination logic</a:t>
            </a:r>
            <a:endParaRPr lang="en-US" altLang="zh-CN" sz="1600" dirty="0">
              <a:solidFill>
                <a:srgbClr val="000000"/>
              </a:solidFill>
              <a:latin typeface="Microsoft YaHei" panose="020B0503020204020204" pitchFamily="34" charset="-122"/>
              <a:ea typeface="Microsoft YaHei" panose="020B0503020204020204" pitchFamily="34" charset="-122"/>
            </a:endParaRPr>
          </a:p>
        </p:txBody>
      </p:sp>
      <p:sp>
        <p:nvSpPr>
          <p:cNvPr id="7" name="文本框 6">
            <a:extLst>
              <a:ext uri="{FF2B5EF4-FFF2-40B4-BE49-F238E27FC236}">
                <a16:creationId xmlns:a16="http://schemas.microsoft.com/office/drawing/2014/main" id="{D29C0D30-D26E-C08C-B170-DFF0B357CC42}"/>
              </a:ext>
            </a:extLst>
          </p:cNvPr>
          <p:cNvSpPr txBox="1"/>
          <p:nvPr/>
        </p:nvSpPr>
        <p:spPr>
          <a:xfrm>
            <a:off x="407086" y="5166078"/>
            <a:ext cx="9161457" cy="923330"/>
          </a:xfrm>
          <a:prstGeom prst="rect">
            <a:avLst/>
          </a:prstGeom>
          <a:solidFill>
            <a:schemeClr val="accent1">
              <a:lumMod val="20000"/>
              <a:lumOff val="80000"/>
            </a:schemeClr>
          </a:solidFill>
          <a:ln>
            <a:solidFill>
              <a:schemeClr val="accent1"/>
            </a:solidFill>
          </a:ln>
        </p:spPr>
        <p:txBody>
          <a:bodyPr wrap="square" rtlCol="0">
            <a:spAutoFit/>
          </a:bodyPr>
          <a:lstStyle/>
          <a:p>
            <a:pPr algn="just"/>
            <a:r>
              <a:rPr kumimoji="1" lang="zh-CN" altLang="en-US" dirty="0">
                <a:latin typeface="Microsoft YaHei" panose="020B0503020204020204" pitchFamily="34" charset="-122"/>
                <a:ea typeface="Microsoft YaHei" panose="020B0503020204020204" pitchFamily="34" charset="-122"/>
              </a:rPr>
              <a:t>注意：</a:t>
            </a:r>
            <a:r>
              <a:rPr kumimoji="1" lang="en-US" altLang="zh-CN" dirty="0">
                <a:latin typeface="Microsoft YaHei" panose="020B0503020204020204" pitchFamily="34" charset="-122"/>
                <a:ea typeface="Microsoft YaHei" panose="020B0503020204020204" pitchFamily="34" charset="-122"/>
              </a:rPr>
              <a:t>S1 </a:t>
            </a:r>
            <a:r>
              <a:rPr kumimoji="1" lang="zh-CN" altLang="en-US" dirty="0">
                <a:latin typeface="Microsoft YaHei" panose="020B0503020204020204" pitchFamily="34" charset="-122"/>
                <a:ea typeface="Microsoft YaHei" panose="020B0503020204020204" pitchFamily="34" charset="-122"/>
              </a:rPr>
              <a:t>同时执行了</a:t>
            </a:r>
            <a:r>
              <a:rPr kumimoji="1" lang="en-US" altLang="zh-CN" dirty="0">
                <a:latin typeface="Microsoft YaHei" panose="020B0503020204020204" pitchFamily="34" charset="-122"/>
                <a:ea typeface="Microsoft YaHei" panose="020B0503020204020204" pitchFamily="34" charset="-122"/>
              </a:rPr>
              <a:t>T--</a:t>
            </a:r>
            <a:r>
              <a:rPr kumimoji="1" lang="zh-CN" altLang="en-US" dirty="0">
                <a:latin typeface="Microsoft YaHei" panose="020B0503020204020204" pitchFamily="34" charset="-122"/>
                <a:ea typeface="Microsoft YaHei" panose="020B0503020204020204" pitchFamily="34" charset="-122"/>
              </a:rPr>
              <a:t>和</a:t>
            </a:r>
            <a:r>
              <a:rPr lang="en-US" altLang="zh-CN" dirty="0">
                <a:solidFill>
                  <a:srgbClr val="000000"/>
                </a:solidFill>
                <a:latin typeface="Microsoft YaHei" panose="020B0503020204020204" pitchFamily="34" charset="-122"/>
                <a:ea typeface="Microsoft YaHei" panose="020B0503020204020204" pitchFamily="34" charset="-122"/>
              </a:rPr>
              <a:t>[C,A]=A+D;</a:t>
            </a:r>
            <a:r>
              <a:rPr kumimoji="1" lang="zh-CN" altLang="en-US" dirty="0">
                <a:solidFill>
                  <a:srgbClr val="000000"/>
                </a:solidFill>
                <a:latin typeface="Microsoft YaHei" panose="020B0503020204020204" pitchFamily="34" charset="-122"/>
                <a:ea typeface="Microsoft YaHei" panose="020B0503020204020204" pitchFamily="34" charset="-122"/>
              </a:rPr>
              <a:t> ，因为两句的变量互不影响，</a:t>
            </a:r>
            <a:endParaRPr kumimoji="1" lang="en-US" altLang="zh-CN" dirty="0">
              <a:solidFill>
                <a:srgbClr val="000000"/>
              </a:solidFill>
              <a:latin typeface="Microsoft YaHei" panose="020B0503020204020204" pitchFamily="34" charset="-122"/>
              <a:ea typeface="Microsoft YaHei" panose="020B0503020204020204" pitchFamily="34" charset="-122"/>
            </a:endParaRPr>
          </a:p>
          <a:p>
            <a:pPr algn="just"/>
            <a:r>
              <a:rPr kumimoji="1" lang="zh-CN" altLang="en-US" dirty="0">
                <a:solidFill>
                  <a:srgbClr val="000000"/>
                </a:solidFill>
                <a:latin typeface="Microsoft YaHei" panose="020B0503020204020204" pitchFamily="34" charset="-122"/>
                <a:ea typeface="Microsoft YaHei" panose="020B0503020204020204" pitchFamily="34" charset="-122"/>
              </a:rPr>
              <a:t>而</a:t>
            </a:r>
            <a:r>
              <a:rPr lang="en-US" altLang="zh-CN" dirty="0">
                <a:solidFill>
                  <a:srgbClr val="000000"/>
                </a:solidFill>
                <a:latin typeface="Microsoft YaHei" panose="020B0503020204020204" pitchFamily="34" charset="-122"/>
                <a:ea typeface="Microsoft YaHei" panose="020B0503020204020204" pitchFamily="34" charset="-122"/>
              </a:rPr>
              <a:t>[C,A,B]={0,C,A,B}&gt;&gt;1;</a:t>
            </a:r>
            <a:r>
              <a:rPr lang="zh-CN" altLang="en-US" dirty="0">
                <a:solidFill>
                  <a:srgbClr val="000000"/>
                </a:solidFill>
                <a:latin typeface="Microsoft YaHei" panose="020B0503020204020204" pitchFamily="34" charset="-122"/>
                <a:ea typeface="Microsoft YaHei" panose="020B0503020204020204" pitchFamily="34" charset="-122"/>
              </a:rPr>
              <a:t> 和</a:t>
            </a:r>
            <a:r>
              <a:rPr lang="en-US" altLang="zh-CN" dirty="0">
                <a:solidFill>
                  <a:srgbClr val="000000"/>
                </a:solidFill>
                <a:latin typeface="Microsoft YaHei" panose="020B0503020204020204" pitchFamily="34" charset="-122"/>
                <a:ea typeface="Microsoft YaHei" panose="020B0503020204020204" pitchFamily="34" charset="-122"/>
              </a:rPr>
              <a:t>[C,A]=A+D;</a:t>
            </a:r>
            <a:r>
              <a:rPr lang="zh-CN" altLang="en-US" dirty="0">
                <a:solidFill>
                  <a:srgbClr val="000000"/>
                </a:solidFill>
                <a:latin typeface="Microsoft YaHei" panose="020B0503020204020204" pitchFamily="34" charset="-122"/>
                <a:ea typeface="Microsoft YaHei" panose="020B0503020204020204" pitchFamily="34" charset="-122"/>
              </a:rPr>
              <a:t> 的被赋值变量重叠，不能同时执行，因此必须划分成两个状态。</a:t>
            </a:r>
            <a:endParaRPr lang="en-US" altLang="zh-CN" dirty="0">
              <a:solidFill>
                <a:srgbClr val="000000"/>
              </a:solidFill>
              <a:latin typeface="Microsoft YaHei" panose="020B0503020204020204" pitchFamily="34" charset="-122"/>
              <a:ea typeface="Microsoft YaHei" panose="020B0503020204020204" pitchFamily="34" charset="-122"/>
            </a:endParaRPr>
          </a:p>
        </p:txBody>
      </p:sp>
      <p:pic>
        <p:nvPicPr>
          <p:cNvPr id="8" name="图片 7">
            <a:extLst>
              <a:ext uri="{FF2B5EF4-FFF2-40B4-BE49-F238E27FC236}">
                <a16:creationId xmlns:a16="http://schemas.microsoft.com/office/drawing/2014/main" id="{507EF715-41E6-D622-BEE4-9CAFB272EC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91763" y="1258211"/>
            <a:ext cx="3026916" cy="3557108"/>
          </a:xfrm>
          <a:prstGeom prst="rect">
            <a:avLst/>
          </a:prstGeom>
        </p:spPr>
      </p:pic>
    </p:spTree>
    <p:extLst>
      <p:ext uri="{BB962C8B-B14F-4D97-AF65-F5344CB8AC3E}">
        <p14:creationId xmlns:p14="http://schemas.microsoft.com/office/powerpoint/2010/main" val="40313692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EB8FAF-F3EA-0A41-E43E-C271C3AB0EC9}"/>
              </a:ext>
            </a:extLst>
          </p:cNvPr>
          <p:cNvSpPr>
            <a:spLocks noGrp="1"/>
          </p:cNvSpPr>
          <p:nvPr>
            <p:ph type="title"/>
          </p:nvPr>
        </p:nvSpPr>
        <p:spPr/>
        <p:txBody>
          <a:bodyPr>
            <a:normAutofit fontScale="90000"/>
          </a:bodyPr>
          <a:lstStyle/>
          <a:p>
            <a:r>
              <a:rPr lang="zh-CN" altLang="en-US" dirty="0"/>
              <a:t>寄存器传送</a:t>
            </a:r>
            <a:endParaRPr kumimoji="1" lang="zh-CN" altLang="en-US" dirty="0"/>
          </a:p>
        </p:txBody>
      </p:sp>
      <p:sp>
        <p:nvSpPr>
          <p:cNvPr id="3" name="内容占位符 2">
            <a:extLst>
              <a:ext uri="{FF2B5EF4-FFF2-40B4-BE49-F238E27FC236}">
                <a16:creationId xmlns:a16="http://schemas.microsoft.com/office/drawing/2014/main" id="{597EBD7C-243F-7999-06F1-8FC9A6AE7122}"/>
              </a:ext>
            </a:extLst>
          </p:cNvPr>
          <p:cNvSpPr>
            <a:spLocks noGrp="1"/>
          </p:cNvSpPr>
          <p:nvPr>
            <p:ph idx="1"/>
          </p:nvPr>
        </p:nvSpPr>
        <p:spPr>
          <a:xfrm>
            <a:off x="17780" y="585760"/>
            <a:ext cx="5370649" cy="5947119"/>
          </a:xfrm>
        </p:spPr>
        <p:txBody>
          <a:bodyPr/>
          <a:lstStyle/>
          <a:p>
            <a:r>
              <a:rPr lang="zh-CN" altLang="en-US" dirty="0"/>
              <a:t>寄存器之间传输数据</a:t>
            </a:r>
          </a:p>
          <a:p>
            <a:pPr lvl="1"/>
            <a:r>
              <a:rPr lang="zh-CN" altLang="en-US" dirty="0"/>
              <a:t>每个寄存器的数据输入处配置多路数据选择器</a:t>
            </a:r>
            <a:r>
              <a:rPr lang="en-US" altLang="zh-CN" dirty="0"/>
              <a:t>(MUX)</a:t>
            </a:r>
          </a:p>
          <a:p>
            <a:pPr lvl="1"/>
            <a:r>
              <a:rPr lang="zh-CN" altLang="en-US" dirty="0"/>
              <a:t>每个寄存器的输出数据连接到所有</a:t>
            </a:r>
            <a:r>
              <a:rPr lang="en-US" altLang="zh-CN" dirty="0"/>
              <a:t>MUX</a:t>
            </a:r>
          </a:p>
          <a:p>
            <a:pPr lvl="1"/>
            <a:r>
              <a:rPr lang="zh-CN" altLang="en-US" dirty="0"/>
              <a:t>灵活实现多个数据同时传送</a:t>
            </a:r>
          </a:p>
          <a:p>
            <a:endParaRPr kumimoji="1" lang="zh-CN" altLang="en-US" dirty="0"/>
          </a:p>
        </p:txBody>
      </p:sp>
      <p:sp>
        <p:nvSpPr>
          <p:cNvPr id="4" name="页脚占位符 3">
            <a:extLst>
              <a:ext uri="{FF2B5EF4-FFF2-40B4-BE49-F238E27FC236}">
                <a16:creationId xmlns:a16="http://schemas.microsoft.com/office/drawing/2014/main" id="{05805583-65D5-7FF2-AB1F-E5A44E209C25}"/>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02898175-6DA5-951E-1645-1E600F919DDB}"/>
              </a:ext>
            </a:extLst>
          </p:cNvPr>
          <p:cNvSpPr>
            <a:spLocks noGrp="1"/>
          </p:cNvSpPr>
          <p:nvPr>
            <p:ph type="sldNum" sz="quarter" idx="12"/>
          </p:nvPr>
        </p:nvSpPr>
        <p:spPr/>
        <p:txBody>
          <a:bodyPr/>
          <a:lstStyle/>
          <a:p>
            <a:fld id="{9E260BC5-5BF3-8746-862B-DC45E9CAA88B}" type="slidenum">
              <a:rPr lang="en-US" smtClean="0"/>
              <a:pPr/>
              <a:t>27</a:t>
            </a:fld>
            <a:r>
              <a:rPr lang="en-US" altLang="zh-CN" dirty="0"/>
              <a:t>/34</a:t>
            </a:r>
            <a:endParaRPr lang="en-US" dirty="0"/>
          </a:p>
        </p:txBody>
      </p:sp>
      <p:sp>
        <p:nvSpPr>
          <p:cNvPr id="6" name="Rectangle 10">
            <a:extLst>
              <a:ext uri="{FF2B5EF4-FFF2-40B4-BE49-F238E27FC236}">
                <a16:creationId xmlns:a16="http://schemas.microsoft.com/office/drawing/2014/main" id="{D96BD6D8-5C44-2BB5-CA07-A66BF6159F8A}"/>
              </a:ext>
            </a:extLst>
          </p:cNvPr>
          <p:cNvSpPr>
            <a:spLocks noChangeAspect="1" noChangeArrowheads="1"/>
          </p:cNvSpPr>
          <p:nvPr/>
        </p:nvSpPr>
        <p:spPr bwMode="auto">
          <a:xfrm>
            <a:off x="9055576" y="987633"/>
            <a:ext cx="23653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L0</a:t>
            </a:r>
            <a:endParaRPr lang="en-US" altLang="zh-CN" b="0"/>
          </a:p>
        </p:txBody>
      </p:sp>
      <p:sp>
        <p:nvSpPr>
          <p:cNvPr id="7" name="Rectangle 11">
            <a:extLst>
              <a:ext uri="{FF2B5EF4-FFF2-40B4-BE49-F238E27FC236}">
                <a16:creationId xmlns:a16="http://schemas.microsoft.com/office/drawing/2014/main" id="{8AD9456A-6C35-DDC2-CDD8-A18204BD640B}"/>
              </a:ext>
            </a:extLst>
          </p:cNvPr>
          <p:cNvSpPr>
            <a:spLocks noChangeAspect="1" noChangeArrowheads="1"/>
          </p:cNvSpPr>
          <p:nvPr/>
        </p:nvSpPr>
        <p:spPr bwMode="auto">
          <a:xfrm>
            <a:off x="9044463" y="2751345"/>
            <a:ext cx="2365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L1</a:t>
            </a:r>
            <a:endParaRPr lang="en-US" altLang="zh-CN" b="0"/>
          </a:p>
        </p:txBody>
      </p:sp>
      <p:sp>
        <p:nvSpPr>
          <p:cNvPr id="8" name="Rectangle 12">
            <a:extLst>
              <a:ext uri="{FF2B5EF4-FFF2-40B4-BE49-F238E27FC236}">
                <a16:creationId xmlns:a16="http://schemas.microsoft.com/office/drawing/2014/main" id="{7FE8C77D-F89C-D320-10D3-9216F99720FF}"/>
              </a:ext>
            </a:extLst>
          </p:cNvPr>
          <p:cNvSpPr>
            <a:spLocks noChangeAspect="1" noChangeArrowheads="1"/>
          </p:cNvSpPr>
          <p:nvPr/>
        </p:nvSpPr>
        <p:spPr bwMode="auto">
          <a:xfrm>
            <a:off x="9020651" y="4508708"/>
            <a:ext cx="23653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L2</a:t>
            </a:r>
            <a:endParaRPr lang="en-US" altLang="zh-CN" b="0"/>
          </a:p>
        </p:txBody>
      </p:sp>
      <p:sp>
        <p:nvSpPr>
          <p:cNvPr id="9" name="Freeform 52">
            <a:extLst>
              <a:ext uri="{FF2B5EF4-FFF2-40B4-BE49-F238E27FC236}">
                <a16:creationId xmlns:a16="http://schemas.microsoft.com/office/drawing/2014/main" id="{C74DAFF6-7A44-149A-B5B1-2CFA7991B3B7}"/>
              </a:ext>
            </a:extLst>
          </p:cNvPr>
          <p:cNvSpPr>
            <a:spLocks noChangeAspect="1"/>
          </p:cNvSpPr>
          <p:nvPr/>
        </p:nvSpPr>
        <p:spPr bwMode="auto">
          <a:xfrm>
            <a:off x="9120663" y="1235283"/>
            <a:ext cx="33338" cy="295275"/>
          </a:xfrm>
          <a:custGeom>
            <a:avLst/>
            <a:gdLst>
              <a:gd name="T0" fmla="*/ 2147483646 w 19"/>
              <a:gd name="T1" fmla="*/ 2147483646 h 173"/>
              <a:gd name="T2" fmla="*/ 2147483646 w 19"/>
              <a:gd name="T3" fmla="*/ 2147483646 h 173"/>
              <a:gd name="T4" fmla="*/ 2147483646 w 19"/>
              <a:gd name="T5" fmla="*/ 2147483646 h 173"/>
              <a:gd name="T6" fmla="*/ 2147483646 w 19"/>
              <a:gd name="T7" fmla="*/ 0 h 173"/>
              <a:gd name="T8" fmla="*/ 2147483646 w 19"/>
              <a:gd name="T9" fmla="*/ 0 h 173"/>
              <a:gd name="T10" fmla="*/ 2147483646 w 19"/>
              <a:gd name="T11" fmla="*/ 2147483646 h 173"/>
              <a:gd name="T12" fmla="*/ 0 w 19"/>
              <a:gd name="T13" fmla="*/ 2147483646 h 173"/>
              <a:gd name="T14" fmla="*/ 0 w 19"/>
              <a:gd name="T15" fmla="*/ 2147483646 h 173"/>
              <a:gd name="T16" fmla="*/ 2147483646 w 19"/>
              <a:gd name="T17" fmla="*/ 2147483646 h 173"/>
              <a:gd name="T18" fmla="*/ 2147483646 w 19"/>
              <a:gd name="T19" fmla="*/ 2147483646 h 173"/>
              <a:gd name="T20" fmla="*/ 2147483646 w 19"/>
              <a:gd name="T21" fmla="*/ 2147483646 h 173"/>
              <a:gd name="T22" fmla="*/ 2147483646 w 19"/>
              <a:gd name="T23" fmla="*/ 2147483646 h 173"/>
              <a:gd name="T24" fmla="*/ 2147483646 w 19"/>
              <a:gd name="T25" fmla="*/ 2147483646 h 173"/>
              <a:gd name="T26" fmla="*/ 2147483646 w 19"/>
              <a:gd name="T27" fmla="*/ 2147483646 h 173"/>
              <a:gd name="T28" fmla="*/ 2147483646 w 19"/>
              <a:gd name="T29" fmla="*/ 2147483646 h 17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173"/>
              <a:gd name="T47" fmla="*/ 19 w 19"/>
              <a:gd name="T48" fmla="*/ 173 h 17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173">
                <a:moveTo>
                  <a:pt x="19" y="10"/>
                </a:moveTo>
                <a:lnTo>
                  <a:pt x="19" y="7"/>
                </a:lnTo>
                <a:lnTo>
                  <a:pt x="16" y="3"/>
                </a:lnTo>
                <a:lnTo>
                  <a:pt x="13" y="0"/>
                </a:lnTo>
                <a:lnTo>
                  <a:pt x="6" y="0"/>
                </a:lnTo>
                <a:lnTo>
                  <a:pt x="3" y="3"/>
                </a:lnTo>
                <a:lnTo>
                  <a:pt x="0" y="7"/>
                </a:lnTo>
                <a:lnTo>
                  <a:pt x="0" y="167"/>
                </a:lnTo>
                <a:lnTo>
                  <a:pt x="3" y="170"/>
                </a:lnTo>
                <a:lnTo>
                  <a:pt x="6" y="173"/>
                </a:lnTo>
                <a:lnTo>
                  <a:pt x="13" y="173"/>
                </a:lnTo>
                <a:lnTo>
                  <a:pt x="16" y="170"/>
                </a:lnTo>
                <a:lnTo>
                  <a:pt x="19" y="167"/>
                </a:lnTo>
                <a:lnTo>
                  <a:pt x="19" y="163"/>
                </a:lnTo>
                <a:lnTo>
                  <a:pt x="19"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Rectangle 55">
            <a:extLst>
              <a:ext uri="{FF2B5EF4-FFF2-40B4-BE49-F238E27FC236}">
                <a16:creationId xmlns:a16="http://schemas.microsoft.com/office/drawing/2014/main" id="{246EDAAC-D1DF-815E-47F4-CDD556A3BC51}"/>
              </a:ext>
            </a:extLst>
          </p:cNvPr>
          <p:cNvSpPr>
            <a:spLocks noChangeAspect="1" noChangeArrowheads="1"/>
          </p:cNvSpPr>
          <p:nvPr/>
        </p:nvSpPr>
        <p:spPr bwMode="auto">
          <a:xfrm>
            <a:off x="9009538" y="1970295"/>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R0</a:t>
            </a:r>
            <a:endParaRPr lang="en-US" altLang="zh-CN" b="0"/>
          </a:p>
        </p:txBody>
      </p:sp>
      <p:sp>
        <p:nvSpPr>
          <p:cNvPr id="11" name="Rectangle 56">
            <a:extLst>
              <a:ext uri="{FF2B5EF4-FFF2-40B4-BE49-F238E27FC236}">
                <a16:creationId xmlns:a16="http://schemas.microsoft.com/office/drawing/2014/main" id="{2648E1DD-3B20-8601-FF88-0F764E616160}"/>
              </a:ext>
            </a:extLst>
          </p:cNvPr>
          <p:cNvSpPr>
            <a:spLocks noChangeAspect="1" noChangeArrowheads="1"/>
          </p:cNvSpPr>
          <p:nvPr/>
        </p:nvSpPr>
        <p:spPr bwMode="auto">
          <a:xfrm>
            <a:off x="9004776" y="1565483"/>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Ld</a:t>
            </a:r>
            <a:endParaRPr lang="en-US" altLang="zh-CN" b="0"/>
          </a:p>
        </p:txBody>
      </p:sp>
      <p:sp>
        <p:nvSpPr>
          <p:cNvPr id="12" name="Freeform 57">
            <a:extLst>
              <a:ext uri="{FF2B5EF4-FFF2-40B4-BE49-F238E27FC236}">
                <a16:creationId xmlns:a16="http://schemas.microsoft.com/office/drawing/2014/main" id="{6149F37A-4201-C2D3-C86E-BF3D340C5655}"/>
              </a:ext>
            </a:extLst>
          </p:cNvPr>
          <p:cNvSpPr>
            <a:spLocks noChangeAspect="1"/>
          </p:cNvSpPr>
          <p:nvPr/>
        </p:nvSpPr>
        <p:spPr bwMode="auto">
          <a:xfrm>
            <a:off x="8803163" y="1525795"/>
            <a:ext cx="642938" cy="1008063"/>
          </a:xfrm>
          <a:custGeom>
            <a:avLst/>
            <a:gdLst>
              <a:gd name="T0" fmla="*/ 2147483646 w 376"/>
              <a:gd name="T1" fmla="*/ 0 h 590"/>
              <a:gd name="T2" fmla="*/ 2147483646 w 376"/>
              <a:gd name="T3" fmla="*/ 0 h 590"/>
              <a:gd name="T4" fmla="*/ 2147483646 w 376"/>
              <a:gd name="T5" fmla="*/ 2147483646 h 590"/>
              <a:gd name="T6" fmla="*/ 0 w 376"/>
              <a:gd name="T7" fmla="*/ 2147483646 h 590"/>
              <a:gd name="T8" fmla="*/ 0 w 376"/>
              <a:gd name="T9" fmla="*/ 2147483646 h 590"/>
              <a:gd name="T10" fmla="*/ 2147483646 w 376"/>
              <a:gd name="T11" fmla="*/ 2147483646 h 590"/>
              <a:gd name="T12" fmla="*/ 2147483646 w 376"/>
              <a:gd name="T13" fmla="*/ 2147483646 h 590"/>
              <a:gd name="T14" fmla="*/ 2147483646 w 376"/>
              <a:gd name="T15" fmla="*/ 2147483646 h 590"/>
              <a:gd name="T16" fmla="*/ 2147483646 w 376"/>
              <a:gd name="T17" fmla="*/ 2147483646 h 590"/>
              <a:gd name="T18" fmla="*/ 2147483646 w 376"/>
              <a:gd name="T19" fmla="*/ 2147483646 h 590"/>
              <a:gd name="T20" fmla="*/ 2147483646 w 376"/>
              <a:gd name="T21" fmla="*/ 2147483646 h 590"/>
              <a:gd name="T22" fmla="*/ 2147483646 w 376"/>
              <a:gd name="T23" fmla="*/ 2147483646 h 590"/>
              <a:gd name="T24" fmla="*/ 2147483646 w 376"/>
              <a:gd name="T25" fmla="*/ 0 h 590"/>
              <a:gd name="T26" fmla="*/ 2147483646 w 376"/>
              <a:gd name="T27" fmla="*/ 0 h 590"/>
              <a:gd name="T28" fmla="*/ 2147483646 w 376"/>
              <a:gd name="T29" fmla="*/ 0 h 590"/>
              <a:gd name="T30" fmla="*/ 2147483646 w 376"/>
              <a:gd name="T31" fmla="*/ 2147483646 h 590"/>
              <a:gd name="T32" fmla="*/ 2147483646 w 376"/>
              <a:gd name="T33" fmla="*/ 2147483646 h 590"/>
              <a:gd name="T34" fmla="*/ 2147483646 w 376"/>
              <a:gd name="T35" fmla="*/ 2147483646 h 590"/>
              <a:gd name="T36" fmla="*/ 2147483646 w 376"/>
              <a:gd name="T37" fmla="*/ 2147483646 h 590"/>
              <a:gd name="T38" fmla="*/ 2147483646 w 376"/>
              <a:gd name="T39" fmla="*/ 2147483646 h 590"/>
              <a:gd name="T40" fmla="*/ 2147483646 w 376"/>
              <a:gd name="T41" fmla="*/ 2147483646 h 590"/>
              <a:gd name="T42" fmla="*/ 2147483646 w 376"/>
              <a:gd name="T43" fmla="*/ 2147483646 h 590"/>
              <a:gd name="T44" fmla="*/ 2147483646 w 376"/>
              <a:gd name="T45" fmla="*/ 2147483646 h 590"/>
              <a:gd name="T46" fmla="*/ 2147483646 w 376"/>
              <a:gd name="T47" fmla="*/ 2147483646 h 590"/>
              <a:gd name="T48" fmla="*/ 2147483646 w 376"/>
              <a:gd name="T49" fmla="*/ 0 h 5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76"/>
              <a:gd name="T76" fmla="*/ 0 h 590"/>
              <a:gd name="T77" fmla="*/ 376 w 376"/>
              <a:gd name="T78" fmla="*/ 590 h 59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76" h="590">
                <a:moveTo>
                  <a:pt x="10" y="0"/>
                </a:moveTo>
                <a:lnTo>
                  <a:pt x="7" y="0"/>
                </a:lnTo>
                <a:lnTo>
                  <a:pt x="4" y="3"/>
                </a:lnTo>
                <a:lnTo>
                  <a:pt x="0" y="6"/>
                </a:lnTo>
                <a:lnTo>
                  <a:pt x="0" y="583"/>
                </a:lnTo>
                <a:lnTo>
                  <a:pt x="4" y="587"/>
                </a:lnTo>
                <a:lnTo>
                  <a:pt x="7" y="590"/>
                </a:lnTo>
                <a:lnTo>
                  <a:pt x="369" y="590"/>
                </a:lnTo>
                <a:lnTo>
                  <a:pt x="373" y="587"/>
                </a:lnTo>
                <a:lnTo>
                  <a:pt x="376" y="583"/>
                </a:lnTo>
                <a:lnTo>
                  <a:pt x="376" y="6"/>
                </a:lnTo>
                <a:lnTo>
                  <a:pt x="373" y="3"/>
                </a:lnTo>
                <a:lnTo>
                  <a:pt x="369" y="0"/>
                </a:lnTo>
                <a:lnTo>
                  <a:pt x="366" y="0"/>
                </a:lnTo>
                <a:lnTo>
                  <a:pt x="10" y="0"/>
                </a:lnTo>
                <a:lnTo>
                  <a:pt x="10" y="20"/>
                </a:lnTo>
                <a:lnTo>
                  <a:pt x="366" y="20"/>
                </a:lnTo>
                <a:lnTo>
                  <a:pt x="356" y="10"/>
                </a:lnTo>
                <a:lnTo>
                  <a:pt x="356" y="580"/>
                </a:lnTo>
                <a:lnTo>
                  <a:pt x="366" y="570"/>
                </a:lnTo>
                <a:lnTo>
                  <a:pt x="10" y="570"/>
                </a:lnTo>
                <a:lnTo>
                  <a:pt x="20" y="580"/>
                </a:lnTo>
                <a:lnTo>
                  <a:pt x="20" y="10"/>
                </a:lnTo>
                <a:lnTo>
                  <a:pt x="10" y="2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81">
            <a:extLst>
              <a:ext uri="{FF2B5EF4-FFF2-40B4-BE49-F238E27FC236}">
                <a16:creationId xmlns:a16="http://schemas.microsoft.com/office/drawing/2014/main" id="{A7F7CEF0-E95D-B1EA-95C1-B7C5A2ECB9F8}"/>
              </a:ext>
            </a:extLst>
          </p:cNvPr>
          <p:cNvSpPr>
            <a:spLocks noChangeAspect="1"/>
          </p:cNvSpPr>
          <p:nvPr/>
        </p:nvSpPr>
        <p:spPr bwMode="auto">
          <a:xfrm>
            <a:off x="9122251" y="3018045"/>
            <a:ext cx="34925" cy="293688"/>
          </a:xfrm>
          <a:custGeom>
            <a:avLst/>
            <a:gdLst>
              <a:gd name="T0" fmla="*/ 2147483646 w 20"/>
              <a:gd name="T1" fmla="*/ 2147483646 h 172"/>
              <a:gd name="T2" fmla="*/ 2147483646 w 20"/>
              <a:gd name="T3" fmla="*/ 2147483646 h 172"/>
              <a:gd name="T4" fmla="*/ 2147483646 w 20"/>
              <a:gd name="T5" fmla="*/ 2147483646 h 172"/>
              <a:gd name="T6" fmla="*/ 2147483646 w 20"/>
              <a:gd name="T7" fmla="*/ 0 h 172"/>
              <a:gd name="T8" fmla="*/ 2147483646 w 20"/>
              <a:gd name="T9" fmla="*/ 0 h 172"/>
              <a:gd name="T10" fmla="*/ 2147483646 w 20"/>
              <a:gd name="T11" fmla="*/ 2147483646 h 172"/>
              <a:gd name="T12" fmla="*/ 0 w 20"/>
              <a:gd name="T13" fmla="*/ 2147483646 h 172"/>
              <a:gd name="T14" fmla="*/ 0 w 20"/>
              <a:gd name="T15" fmla="*/ 2147483646 h 172"/>
              <a:gd name="T16" fmla="*/ 2147483646 w 20"/>
              <a:gd name="T17" fmla="*/ 2147483646 h 172"/>
              <a:gd name="T18" fmla="*/ 2147483646 w 20"/>
              <a:gd name="T19" fmla="*/ 2147483646 h 172"/>
              <a:gd name="T20" fmla="*/ 2147483646 w 20"/>
              <a:gd name="T21" fmla="*/ 2147483646 h 172"/>
              <a:gd name="T22" fmla="*/ 2147483646 w 20"/>
              <a:gd name="T23" fmla="*/ 2147483646 h 172"/>
              <a:gd name="T24" fmla="*/ 2147483646 w 20"/>
              <a:gd name="T25" fmla="*/ 2147483646 h 172"/>
              <a:gd name="T26" fmla="*/ 2147483646 w 20"/>
              <a:gd name="T27" fmla="*/ 2147483646 h 172"/>
              <a:gd name="T28" fmla="*/ 2147483646 w 20"/>
              <a:gd name="T29" fmla="*/ 2147483646 h 1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
              <a:gd name="T46" fmla="*/ 0 h 172"/>
              <a:gd name="T47" fmla="*/ 20 w 20"/>
              <a:gd name="T48" fmla="*/ 172 h 17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 h="172">
                <a:moveTo>
                  <a:pt x="20" y="10"/>
                </a:moveTo>
                <a:lnTo>
                  <a:pt x="20" y="7"/>
                </a:lnTo>
                <a:lnTo>
                  <a:pt x="17" y="4"/>
                </a:lnTo>
                <a:lnTo>
                  <a:pt x="13" y="0"/>
                </a:lnTo>
                <a:lnTo>
                  <a:pt x="7" y="0"/>
                </a:lnTo>
                <a:lnTo>
                  <a:pt x="3" y="4"/>
                </a:lnTo>
                <a:lnTo>
                  <a:pt x="0" y="7"/>
                </a:lnTo>
                <a:lnTo>
                  <a:pt x="0" y="165"/>
                </a:lnTo>
                <a:lnTo>
                  <a:pt x="3" y="168"/>
                </a:lnTo>
                <a:lnTo>
                  <a:pt x="7" y="172"/>
                </a:lnTo>
                <a:lnTo>
                  <a:pt x="13" y="172"/>
                </a:lnTo>
                <a:lnTo>
                  <a:pt x="17" y="168"/>
                </a:lnTo>
                <a:lnTo>
                  <a:pt x="20" y="165"/>
                </a:lnTo>
                <a:lnTo>
                  <a:pt x="20" y="162"/>
                </a:lnTo>
                <a:lnTo>
                  <a:pt x="2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Rectangle 84">
            <a:extLst>
              <a:ext uri="{FF2B5EF4-FFF2-40B4-BE49-F238E27FC236}">
                <a16:creationId xmlns:a16="http://schemas.microsoft.com/office/drawing/2014/main" id="{1BACB712-98F6-17DF-5835-78B2EBC5ADFE}"/>
              </a:ext>
            </a:extLst>
          </p:cNvPr>
          <p:cNvSpPr>
            <a:spLocks noChangeAspect="1" noChangeArrowheads="1"/>
          </p:cNvSpPr>
          <p:nvPr/>
        </p:nvSpPr>
        <p:spPr bwMode="auto">
          <a:xfrm>
            <a:off x="9012713" y="3749883"/>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R1</a:t>
            </a:r>
            <a:endParaRPr lang="en-US" altLang="zh-CN" b="0"/>
          </a:p>
        </p:txBody>
      </p:sp>
      <p:sp>
        <p:nvSpPr>
          <p:cNvPr id="15" name="Rectangle 85">
            <a:extLst>
              <a:ext uri="{FF2B5EF4-FFF2-40B4-BE49-F238E27FC236}">
                <a16:creationId xmlns:a16="http://schemas.microsoft.com/office/drawing/2014/main" id="{FA2610BE-08A4-3C24-3D88-02B07A23C6AE}"/>
              </a:ext>
            </a:extLst>
          </p:cNvPr>
          <p:cNvSpPr>
            <a:spLocks noChangeAspect="1" noChangeArrowheads="1"/>
          </p:cNvSpPr>
          <p:nvPr/>
        </p:nvSpPr>
        <p:spPr bwMode="auto">
          <a:xfrm>
            <a:off x="9007951" y="3343483"/>
            <a:ext cx="24923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Ld</a:t>
            </a:r>
            <a:endParaRPr lang="en-US" altLang="zh-CN" b="0"/>
          </a:p>
        </p:txBody>
      </p:sp>
      <p:sp>
        <p:nvSpPr>
          <p:cNvPr id="16" name="Freeform 86">
            <a:extLst>
              <a:ext uri="{FF2B5EF4-FFF2-40B4-BE49-F238E27FC236}">
                <a16:creationId xmlns:a16="http://schemas.microsoft.com/office/drawing/2014/main" id="{F0E3D184-AE52-3818-41F2-2A88AAE5E527}"/>
              </a:ext>
            </a:extLst>
          </p:cNvPr>
          <p:cNvSpPr>
            <a:spLocks noChangeAspect="1"/>
          </p:cNvSpPr>
          <p:nvPr/>
        </p:nvSpPr>
        <p:spPr bwMode="auto">
          <a:xfrm>
            <a:off x="8806338" y="3303795"/>
            <a:ext cx="642938" cy="1008063"/>
          </a:xfrm>
          <a:custGeom>
            <a:avLst/>
            <a:gdLst>
              <a:gd name="T0" fmla="*/ 2147483646 w 376"/>
              <a:gd name="T1" fmla="*/ 0 h 590"/>
              <a:gd name="T2" fmla="*/ 2147483646 w 376"/>
              <a:gd name="T3" fmla="*/ 0 h 590"/>
              <a:gd name="T4" fmla="*/ 2147483646 w 376"/>
              <a:gd name="T5" fmla="*/ 2147483646 h 590"/>
              <a:gd name="T6" fmla="*/ 0 w 376"/>
              <a:gd name="T7" fmla="*/ 2147483646 h 590"/>
              <a:gd name="T8" fmla="*/ 0 w 376"/>
              <a:gd name="T9" fmla="*/ 2147483646 h 590"/>
              <a:gd name="T10" fmla="*/ 2147483646 w 376"/>
              <a:gd name="T11" fmla="*/ 2147483646 h 590"/>
              <a:gd name="T12" fmla="*/ 2147483646 w 376"/>
              <a:gd name="T13" fmla="*/ 2147483646 h 590"/>
              <a:gd name="T14" fmla="*/ 2147483646 w 376"/>
              <a:gd name="T15" fmla="*/ 2147483646 h 590"/>
              <a:gd name="T16" fmla="*/ 2147483646 w 376"/>
              <a:gd name="T17" fmla="*/ 2147483646 h 590"/>
              <a:gd name="T18" fmla="*/ 2147483646 w 376"/>
              <a:gd name="T19" fmla="*/ 2147483646 h 590"/>
              <a:gd name="T20" fmla="*/ 2147483646 w 376"/>
              <a:gd name="T21" fmla="*/ 2147483646 h 590"/>
              <a:gd name="T22" fmla="*/ 2147483646 w 376"/>
              <a:gd name="T23" fmla="*/ 2147483646 h 590"/>
              <a:gd name="T24" fmla="*/ 2147483646 w 376"/>
              <a:gd name="T25" fmla="*/ 0 h 590"/>
              <a:gd name="T26" fmla="*/ 2147483646 w 376"/>
              <a:gd name="T27" fmla="*/ 0 h 590"/>
              <a:gd name="T28" fmla="*/ 2147483646 w 376"/>
              <a:gd name="T29" fmla="*/ 0 h 590"/>
              <a:gd name="T30" fmla="*/ 2147483646 w 376"/>
              <a:gd name="T31" fmla="*/ 2147483646 h 590"/>
              <a:gd name="T32" fmla="*/ 2147483646 w 376"/>
              <a:gd name="T33" fmla="*/ 2147483646 h 590"/>
              <a:gd name="T34" fmla="*/ 2147483646 w 376"/>
              <a:gd name="T35" fmla="*/ 2147483646 h 590"/>
              <a:gd name="T36" fmla="*/ 2147483646 w 376"/>
              <a:gd name="T37" fmla="*/ 2147483646 h 590"/>
              <a:gd name="T38" fmla="*/ 2147483646 w 376"/>
              <a:gd name="T39" fmla="*/ 2147483646 h 590"/>
              <a:gd name="T40" fmla="*/ 2147483646 w 376"/>
              <a:gd name="T41" fmla="*/ 2147483646 h 590"/>
              <a:gd name="T42" fmla="*/ 2147483646 w 376"/>
              <a:gd name="T43" fmla="*/ 2147483646 h 590"/>
              <a:gd name="T44" fmla="*/ 2147483646 w 376"/>
              <a:gd name="T45" fmla="*/ 2147483646 h 590"/>
              <a:gd name="T46" fmla="*/ 2147483646 w 376"/>
              <a:gd name="T47" fmla="*/ 2147483646 h 590"/>
              <a:gd name="T48" fmla="*/ 2147483646 w 376"/>
              <a:gd name="T49" fmla="*/ 0 h 5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76"/>
              <a:gd name="T76" fmla="*/ 0 h 590"/>
              <a:gd name="T77" fmla="*/ 376 w 376"/>
              <a:gd name="T78" fmla="*/ 590 h 59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76" h="590">
                <a:moveTo>
                  <a:pt x="10" y="0"/>
                </a:moveTo>
                <a:lnTo>
                  <a:pt x="7" y="0"/>
                </a:lnTo>
                <a:lnTo>
                  <a:pt x="3" y="4"/>
                </a:lnTo>
                <a:lnTo>
                  <a:pt x="0" y="7"/>
                </a:lnTo>
                <a:lnTo>
                  <a:pt x="0" y="584"/>
                </a:lnTo>
                <a:lnTo>
                  <a:pt x="3" y="587"/>
                </a:lnTo>
                <a:lnTo>
                  <a:pt x="7" y="590"/>
                </a:lnTo>
                <a:lnTo>
                  <a:pt x="369" y="590"/>
                </a:lnTo>
                <a:lnTo>
                  <a:pt x="372" y="587"/>
                </a:lnTo>
                <a:lnTo>
                  <a:pt x="376" y="584"/>
                </a:lnTo>
                <a:lnTo>
                  <a:pt x="376" y="7"/>
                </a:lnTo>
                <a:lnTo>
                  <a:pt x="372" y="4"/>
                </a:lnTo>
                <a:lnTo>
                  <a:pt x="369" y="0"/>
                </a:lnTo>
                <a:lnTo>
                  <a:pt x="366" y="0"/>
                </a:lnTo>
                <a:lnTo>
                  <a:pt x="10" y="0"/>
                </a:lnTo>
                <a:lnTo>
                  <a:pt x="10" y="20"/>
                </a:lnTo>
                <a:lnTo>
                  <a:pt x="366" y="20"/>
                </a:lnTo>
                <a:lnTo>
                  <a:pt x="356" y="10"/>
                </a:lnTo>
                <a:lnTo>
                  <a:pt x="356" y="580"/>
                </a:lnTo>
                <a:lnTo>
                  <a:pt x="366" y="571"/>
                </a:lnTo>
                <a:lnTo>
                  <a:pt x="10" y="571"/>
                </a:lnTo>
                <a:lnTo>
                  <a:pt x="20" y="580"/>
                </a:lnTo>
                <a:lnTo>
                  <a:pt x="20" y="10"/>
                </a:lnTo>
                <a:lnTo>
                  <a:pt x="10" y="2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10">
            <a:extLst>
              <a:ext uri="{FF2B5EF4-FFF2-40B4-BE49-F238E27FC236}">
                <a16:creationId xmlns:a16="http://schemas.microsoft.com/office/drawing/2014/main" id="{A06C1851-8B1D-6FAB-8FA8-E74BA72B1D86}"/>
              </a:ext>
            </a:extLst>
          </p:cNvPr>
          <p:cNvSpPr>
            <a:spLocks noChangeAspect="1"/>
          </p:cNvSpPr>
          <p:nvPr/>
        </p:nvSpPr>
        <p:spPr bwMode="auto">
          <a:xfrm>
            <a:off x="9112726" y="4770645"/>
            <a:ext cx="33337" cy="295275"/>
          </a:xfrm>
          <a:custGeom>
            <a:avLst/>
            <a:gdLst>
              <a:gd name="T0" fmla="*/ 2147483646 w 20"/>
              <a:gd name="T1" fmla="*/ 2147483646 h 173"/>
              <a:gd name="T2" fmla="*/ 2147483646 w 20"/>
              <a:gd name="T3" fmla="*/ 2147483646 h 173"/>
              <a:gd name="T4" fmla="*/ 2147483646 w 20"/>
              <a:gd name="T5" fmla="*/ 2147483646 h 173"/>
              <a:gd name="T6" fmla="*/ 2147483646 w 20"/>
              <a:gd name="T7" fmla="*/ 0 h 173"/>
              <a:gd name="T8" fmla="*/ 2147483646 w 20"/>
              <a:gd name="T9" fmla="*/ 0 h 173"/>
              <a:gd name="T10" fmla="*/ 2147483646 w 20"/>
              <a:gd name="T11" fmla="*/ 2147483646 h 173"/>
              <a:gd name="T12" fmla="*/ 0 w 20"/>
              <a:gd name="T13" fmla="*/ 2147483646 h 173"/>
              <a:gd name="T14" fmla="*/ 0 w 20"/>
              <a:gd name="T15" fmla="*/ 2147483646 h 173"/>
              <a:gd name="T16" fmla="*/ 2147483646 w 20"/>
              <a:gd name="T17" fmla="*/ 2147483646 h 173"/>
              <a:gd name="T18" fmla="*/ 2147483646 w 20"/>
              <a:gd name="T19" fmla="*/ 2147483646 h 173"/>
              <a:gd name="T20" fmla="*/ 2147483646 w 20"/>
              <a:gd name="T21" fmla="*/ 2147483646 h 173"/>
              <a:gd name="T22" fmla="*/ 2147483646 w 20"/>
              <a:gd name="T23" fmla="*/ 2147483646 h 173"/>
              <a:gd name="T24" fmla="*/ 2147483646 w 20"/>
              <a:gd name="T25" fmla="*/ 2147483646 h 173"/>
              <a:gd name="T26" fmla="*/ 2147483646 w 20"/>
              <a:gd name="T27" fmla="*/ 2147483646 h 173"/>
              <a:gd name="T28" fmla="*/ 2147483646 w 20"/>
              <a:gd name="T29" fmla="*/ 2147483646 h 17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
              <a:gd name="T46" fmla="*/ 0 h 173"/>
              <a:gd name="T47" fmla="*/ 20 w 20"/>
              <a:gd name="T48" fmla="*/ 173 h 17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 h="173">
                <a:moveTo>
                  <a:pt x="20" y="10"/>
                </a:moveTo>
                <a:lnTo>
                  <a:pt x="20" y="7"/>
                </a:lnTo>
                <a:lnTo>
                  <a:pt x="17" y="3"/>
                </a:lnTo>
                <a:lnTo>
                  <a:pt x="13" y="0"/>
                </a:lnTo>
                <a:lnTo>
                  <a:pt x="7" y="0"/>
                </a:lnTo>
                <a:lnTo>
                  <a:pt x="4" y="3"/>
                </a:lnTo>
                <a:lnTo>
                  <a:pt x="0" y="7"/>
                </a:lnTo>
                <a:lnTo>
                  <a:pt x="0" y="166"/>
                </a:lnTo>
                <a:lnTo>
                  <a:pt x="4" y="170"/>
                </a:lnTo>
                <a:lnTo>
                  <a:pt x="7" y="173"/>
                </a:lnTo>
                <a:lnTo>
                  <a:pt x="13" y="173"/>
                </a:lnTo>
                <a:lnTo>
                  <a:pt x="17" y="170"/>
                </a:lnTo>
                <a:lnTo>
                  <a:pt x="20" y="166"/>
                </a:lnTo>
                <a:lnTo>
                  <a:pt x="20" y="163"/>
                </a:lnTo>
                <a:lnTo>
                  <a:pt x="2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Rectangle 113">
            <a:extLst>
              <a:ext uri="{FF2B5EF4-FFF2-40B4-BE49-F238E27FC236}">
                <a16:creationId xmlns:a16="http://schemas.microsoft.com/office/drawing/2014/main" id="{E6E9A1A1-A722-C413-D003-890B853A2D41}"/>
              </a:ext>
            </a:extLst>
          </p:cNvPr>
          <p:cNvSpPr>
            <a:spLocks noChangeAspect="1" noChangeArrowheads="1"/>
          </p:cNvSpPr>
          <p:nvPr/>
        </p:nvSpPr>
        <p:spPr bwMode="auto">
          <a:xfrm>
            <a:off x="9004776" y="5505658"/>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R2</a:t>
            </a:r>
            <a:endParaRPr lang="en-US" altLang="zh-CN" b="0"/>
          </a:p>
        </p:txBody>
      </p:sp>
      <p:sp>
        <p:nvSpPr>
          <p:cNvPr id="19" name="Rectangle 114">
            <a:extLst>
              <a:ext uri="{FF2B5EF4-FFF2-40B4-BE49-F238E27FC236}">
                <a16:creationId xmlns:a16="http://schemas.microsoft.com/office/drawing/2014/main" id="{95A90DB2-01EB-252B-B260-0E5BD56753E0}"/>
              </a:ext>
            </a:extLst>
          </p:cNvPr>
          <p:cNvSpPr>
            <a:spLocks noChangeAspect="1" noChangeArrowheads="1"/>
          </p:cNvSpPr>
          <p:nvPr/>
        </p:nvSpPr>
        <p:spPr bwMode="auto">
          <a:xfrm>
            <a:off x="9004776" y="5100845"/>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Ld</a:t>
            </a:r>
            <a:endParaRPr lang="en-US" altLang="zh-CN" b="0"/>
          </a:p>
        </p:txBody>
      </p:sp>
      <p:sp>
        <p:nvSpPr>
          <p:cNvPr id="20" name="Freeform 115">
            <a:extLst>
              <a:ext uri="{FF2B5EF4-FFF2-40B4-BE49-F238E27FC236}">
                <a16:creationId xmlns:a16="http://schemas.microsoft.com/office/drawing/2014/main" id="{3DE808A5-19CA-D814-59A0-A64443923DD7}"/>
              </a:ext>
            </a:extLst>
          </p:cNvPr>
          <p:cNvSpPr>
            <a:spLocks noChangeAspect="1"/>
          </p:cNvSpPr>
          <p:nvPr/>
        </p:nvSpPr>
        <p:spPr bwMode="auto">
          <a:xfrm>
            <a:off x="8798401" y="5061158"/>
            <a:ext cx="642937" cy="1004887"/>
          </a:xfrm>
          <a:custGeom>
            <a:avLst/>
            <a:gdLst>
              <a:gd name="T0" fmla="*/ 2147483646 w 376"/>
              <a:gd name="T1" fmla="*/ 0 h 588"/>
              <a:gd name="T2" fmla="*/ 2147483646 w 376"/>
              <a:gd name="T3" fmla="*/ 0 h 588"/>
              <a:gd name="T4" fmla="*/ 2147483646 w 376"/>
              <a:gd name="T5" fmla="*/ 2147483646 h 588"/>
              <a:gd name="T6" fmla="*/ 0 w 376"/>
              <a:gd name="T7" fmla="*/ 2147483646 h 588"/>
              <a:gd name="T8" fmla="*/ 0 w 376"/>
              <a:gd name="T9" fmla="*/ 2147483646 h 588"/>
              <a:gd name="T10" fmla="*/ 2147483646 w 376"/>
              <a:gd name="T11" fmla="*/ 2147483646 h 588"/>
              <a:gd name="T12" fmla="*/ 2147483646 w 376"/>
              <a:gd name="T13" fmla="*/ 2147483646 h 588"/>
              <a:gd name="T14" fmla="*/ 2147483646 w 376"/>
              <a:gd name="T15" fmla="*/ 2147483646 h 588"/>
              <a:gd name="T16" fmla="*/ 2147483646 w 376"/>
              <a:gd name="T17" fmla="*/ 2147483646 h 588"/>
              <a:gd name="T18" fmla="*/ 2147483646 w 376"/>
              <a:gd name="T19" fmla="*/ 2147483646 h 588"/>
              <a:gd name="T20" fmla="*/ 2147483646 w 376"/>
              <a:gd name="T21" fmla="*/ 2147483646 h 588"/>
              <a:gd name="T22" fmla="*/ 2147483646 w 376"/>
              <a:gd name="T23" fmla="*/ 2147483646 h 588"/>
              <a:gd name="T24" fmla="*/ 2147483646 w 376"/>
              <a:gd name="T25" fmla="*/ 0 h 588"/>
              <a:gd name="T26" fmla="*/ 2147483646 w 376"/>
              <a:gd name="T27" fmla="*/ 0 h 588"/>
              <a:gd name="T28" fmla="*/ 2147483646 w 376"/>
              <a:gd name="T29" fmla="*/ 0 h 588"/>
              <a:gd name="T30" fmla="*/ 2147483646 w 376"/>
              <a:gd name="T31" fmla="*/ 2147483646 h 588"/>
              <a:gd name="T32" fmla="*/ 2147483646 w 376"/>
              <a:gd name="T33" fmla="*/ 2147483646 h 588"/>
              <a:gd name="T34" fmla="*/ 2147483646 w 376"/>
              <a:gd name="T35" fmla="*/ 2147483646 h 588"/>
              <a:gd name="T36" fmla="*/ 2147483646 w 376"/>
              <a:gd name="T37" fmla="*/ 2147483646 h 588"/>
              <a:gd name="T38" fmla="*/ 2147483646 w 376"/>
              <a:gd name="T39" fmla="*/ 2147483646 h 588"/>
              <a:gd name="T40" fmla="*/ 2147483646 w 376"/>
              <a:gd name="T41" fmla="*/ 2147483646 h 588"/>
              <a:gd name="T42" fmla="*/ 2147483646 w 376"/>
              <a:gd name="T43" fmla="*/ 2147483646 h 588"/>
              <a:gd name="T44" fmla="*/ 2147483646 w 376"/>
              <a:gd name="T45" fmla="*/ 2147483646 h 588"/>
              <a:gd name="T46" fmla="*/ 2147483646 w 376"/>
              <a:gd name="T47" fmla="*/ 2147483646 h 588"/>
              <a:gd name="T48" fmla="*/ 2147483646 w 376"/>
              <a:gd name="T49" fmla="*/ 0 h 58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76"/>
              <a:gd name="T76" fmla="*/ 0 h 588"/>
              <a:gd name="T77" fmla="*/ 376 w 376"/>
              <a:gd name="T78" fmla="*/ 588 h 58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76" h="588">
                <a:moveTo>
                  <a:pt x="10" y="0"/>
                </a:moveTo>
                <a:lnTo>
                  <a:pt x="7" y="0"/>
                </a:lnTo>
                <a:lnTo>
                  <a:pt x="3" y="3"/>
                </a:lnTo>
                <a:lnTo>
                  <a:pt x="0" y="6"/>
                </a:lnTo>
                <a:lnTo>
                  <a:pt x="0" y="581"/>
                </a:lnTo>
                <a:lnTo>
                  <a:pt x="3" y="585"/>
                </a:lnTo>
                <a:lnTo>
                  <a:pt x="7" y="588"/>
                </a:lnTo>
                <a:lnTo>
                  <a:pt x="369" y="588"/>
                </a:lnTo>
                <a:lnTo>
                  <a:pt x="372" y="585"/>
                </a:lnTo>
                <a:lnTo>
                  <a:pt x="376" y="581"/>
                </a:lnTo>
                <a:lnTo>
                  <a:pt x="376" y="6"/>
                </a:lnTo>
                <a:lnTo>
                  <a:pt x="372" y="3"/>
                </a:lnTo>
                <a:lnTo>
                  <a:pt x="369" y="0"/>
                </a:lnTo>
                <a:lnTo>
                  <a:pt x="366" y="0"/>
                </a:lnTo>
                <a:lnTo>
                  <a:pt x="10" y="0"/>
                </a:lnTo>
                <a:lnTo>
                  <a:pt x="10" y="20"/>
                </a:lnTo>
                <a:lnTo>
                  <a:pt x="366" y="20"/>
                </a:lnTo>
                <a:lnTo>
                  <a:pt x="356" y="10"/>
                </a:lnTo>
                <a:lnTo>
                  <a:pt x="356" y="578"/>
                </a:lnTo>
                <a:lnTo>
                  <a:pt x="366" y="568"/>
                </a:lnTo>
                <a:lnTo>
                  <a:pt x="10" y="568"/>
                </a:lnTo>
                <a:lnTo>
                  <a:pt x="20" y="578"/>
                </a:lnTo>
                <a:lnTo>
                  <a:pt x="20" y="10"/>
                </a:lnTo>
                <a:lnTo>
                  <a:pt x="10" y="2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1" name="Group 242">
            <a:extLst>
              <a:ext uri="{FF2B5EF4-FFF2-40B4-BE49-F238E27FC236}">
                <a16:creationId xmlns:a16="http://schemas.microsoft.com/office/drawing/2014/main" id="{F47C6863-ABE6-4555-D701-F7128B31DEBF}"/>
              </a:ext>
            </a:extLst>
          </p:cNvPr>
          <p:cNvGrpSpPr>
            <a:grpSpLocks/>
          </p:cNvGrpSpPr>
          <p:nvPr/>
        </p:nvGrpSpPr>
        <p:grpSpPr bwMode="auto">
          <a:xfrm>
            <a:off x="6125051" y="1005095"/>
            <a:ext cx="2700337" cy="4872038"/>
            <a:chOff x="3061" y="770"/>
            <a:chExt cx="1701" cy="3069"/>
          </a:xfrm>
        </p:grpSpPr>
        <p:sp>
          <p:nvSpPr>
            <p:cNvPr id="22" name="Rectangle 7">
              <a:extLst>
                <a:ext uri="{FF2B5EF4-FFF2-40B4-BE49-F238E27FC236}">
                  <a16:creationId xmlns:a16="http://schemas.microsoft.com/office/drawing/2014/main" id="{809784D8-548B-5762-1F96-51B17914E009}"/>
                </a:ext>
              </a:extLst>
            </p:cNvPr>
            <p:cNvSpPr>
              <a:spLocks noChangeAspect="1" noChangeArrowheads="1"/>
            </p:cNvSpPr>
            <p:nvPr/>
          </p:nvSpPr>
          <p:spPr bwMode="auto">
            <a:xfrm>
              <a:off x="4042" y="770"/>
              <a:ext cx="13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S0</a:t>
              </a:r>
              <a:endParaRPr lang="en-US" altLang="zh-CN" sz="3200" b="0"/>
            </a:p>
          </p:txBody>
        </p:sp>
        <p:sp>
          <p:nvSpPr>
            <p:cNvPr id="23" name="Rectangle 8">
              <a:extLst>
                <a:ext uri="{FF2B5EF4-FFF2-40B4-BE49-F238E27FC236}">
                  <a16:creationId xmlns:a16="http://schemas.microsoft.com/office/drawing/2014/main" id="{62B0A270-89F2-6AE9-30E6-39A4B96516B8}"/>
                </a:ext>
              </a:extLst>
            </p:cNvPr>
            <p:cNvSpPr>
              <a:spLocks noChangeAspect="1" noChangeArrowheads="1"/>
            </p:cNvSpPr>
            <p:nvPr/>
          </p:nvSpPr>
          <p:spPr bwMode="auto">
            <a:xfrm>
              <a:off x="4049" y="1884"/>
              <a:ext cx="13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S1</a:t>
              </a:r>
              <a:endParaRPr lang="en-US" altLang="zh-CN" sz="3200" b="0"/>
            </a:p>
          </p:txBody>
        </p:sp>
        <p:sp>
          <p:nvSpPr>
            <p:cNvPr id="24" name="Rectangle 9">
              <a:extLst>
                <a:ext uri="{FF2B5EF4-FFF2-40B4-BE49-F238E27FC236}">
                  <a16:creationId xmlns:a16="http://schemas.microsoft.com/office/drawing/2014/main" id="{A407C830-5217-1BD2-9E22-376B21EED1AA}"/>
                </a:ext>
              </a:extLst>
            </p:cNvPr>
            <p:cNvSpPr>
              <a:spLocks noChangeAspect="1" noChangeArrowheads="1"/>
            </p:cNvSpPr>
            <p:nvPr/>
          </p:nvSpPr>
          <p:spPr bwMode="auto">
            <a:xfrm>
              <a:off x="4049" y="2977"/>
              <a:ext cx="13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S2</a:t>
              </a:r>
              <a:endParaRPr lang="en-US" altLang="zh-CN" sz="3200" b="0"/>
            </a:p>
          </p:txBody>
        </p:sp>
        <p:sp>
          <p:nvSpPr>
            <p:cNvPr id="25" name="Freeform 32">
              <a:extLst>
                <a:ext uri="{FF2B5EF4-FFF2-40B4-BE49-F238E27FC236}">
                  <a16:creationId xmlns:a16="http://schemas.microsoft.com/office/drawing/2014/main" id="{158EBAB2-F047-3EC5-C027-87CE0DE950D0}"/>
                </a:ext>
              </a:extLst>
            </p:cNvPr>
            <p:cNvSpPr>
              <a:spLocks noChangeAspect="1"/>
            </p:cNvSpPr>
            <p:nvPr/>
          </p:nvSpPr>
          <p:spPr bwMode="auto">
            <a:xfrm>
              <a:off x="3613" y="1372"/>
              <a:ext cx="113" cy="113"/>
            </a:xfrm>
            <a:custGeom>
              <a:avLst/>
              <a:gdLst>
                <a:gd name="T0" fmla="*/ 214 w 105"/>
                <a:gd name="T1" fmla="*/ 18 h 105"/>
                <a:gd name="T2" fmla="*/ 218 w 105"/>
                <a:gd name="T3" fmla="*/ 18 h 105"/>
                <a:gd name="T4" fmla="*/ 218 w 105"/>
                <a:gd name="T5" fmla="*/ 3 h 105"/>
                <a:gd name="T6" fmla="*/ 214 w 105"/>
                <a:gd name="T7" fmla="*/ 2 h 105"/>
                <a:gd name="T8" fmla="*/ 214 w 105"/>
                <a:gd name="T9" fmla="*/ 0 h 105"/>
                <a:gd name="T10" fmla="*/ 203 w 105"/>
                <a:gd name="T11" fmla="*/ 0 h 105"/>
                <a:gd name="T12" fmla="*/ 202 w 105"/>
                <a:gd name="T13" fmla="*/ 2 h 105"/>
                <a:gd name="T14" fmla="*/ 1 w 105"/>
                <a:gd name="T15" fmla="*/ 202 h 105"/>
                <a:gd name="T16" fmla="*/ 0 w 105"/>
                <a:gd name="T17" fmla="*/ 208 h 105"/>
                <a:gd name="T18" fmla="*/ 0 w 105"/>
                <a:gd name="T19" fmla="*/ 217 h 105"/>
                <a:gd name="T20" fmla="*/ 1 w 105"/>
                <a:gd name="T21" fmla="*/ 217 h 105"/>
                <a:gd name="T22" fmla="*/ 3 w 105"/>
                <a:gd name="T23" fmla="*/ 218 h 105"/>
                <a:gd name="T24" fmla="*/ 18 w 105"/>
                <a:gd name="T25" fmla="*/ 218 h 105"/>
                <a:gd name="T26" fmla="*/ 18 w 105"/>
                <a:gd name="T27" fmla="*/ 217 h 105"/>
                <a:gd name="T28" fmla="*/ 214 w 105"/>
                <a:gd name="T29" fmla="*/ 18 h 1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5"/>
                <a:gd name="T47" fmla="*/ 105 w 105"/>
                <a:gd name="T48" fmla="*/ 105 h 1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5">
                  <a:moveTo>
                    <a:pt x="103" y="8"/>
                  </a:moveTo>
                  <a:lnTo>
                    <a:pt x="105" y="8"/>
                  </a:lnTo>
                  <a:lnTo>
                    <a:pt x="105" y="3"/>
                  </a:lnTo>
                  <a:lnTo>
                    <a:pt x="103" y="2"/>
                  </a:lnTo>
                  <a:lnTo>
                    <a:pt x="103" y="0"/>
                  </a:lnTo>
                  <a:lnTo>
                    <a:pt x="98" y="0"/>
                  </a:lnTo>
                  <a:lnTo>
                    <a:pt x="97" y="2"/>
                  </a:lnTo>
                  <a:lnTo>
                    <a:pt x="1" y="97"/>
                  </a:lnTo>
                  <a:lnTo>
                    <a:pt x="0" y="99"/>
                  </a:lnTo>
                  <a:lnTo>
                    <a:pt x="0" y="104"/>
                  </a:lnTo>
                  <a:lnTo>
                    <a:pt x="1" y="104"/>
                  </a:lnTo>
                  <a:lnTo>
                    <a:pt x="3" y="105"/>
                  </a:lnTo>
                  <a:lnTo>
                    <a:pt x="8" y="105"/>
                  </a:lnTo>
                  <a:lnTo>
                    <a:pt x="8" y="104"/>
                  </a:lnTo>
                  <a:lnTo>
                    <a:pt x="10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Rectangle 33">
              <a:extLst>
                <a:ext uri="{FF2B5EF4-FFF2-40B4-BE49-F238E27FC236}">
                  <a16:creationId xmlns:a16="http://schemas.microsoft.com/office/drawing/2014/main" id="{D6B13822-C194-AFF9-DF52-A5B99155EE00}"/>
                </a:ext>
              </a:extLst>
            </p:cNvPr>
            <p:cNvSpPr>
              <a:spLocks noChangeAspect="1" noChangeArrowheads="1"/>
            </p:cNvSpPr>
            <p:nvPr/>
          </p:nvSpPr>
          <p:spPr bwMode="auto">
            <a:xfrm>
              <a:off x="3597" y="1285"/>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300">
                  <a:solidFill>
                    <a:srgbClr val="000000"/>
                  </a:solidFill>
                </a:rPr>
                <a:t>n</a:t>
              </a:r>
              <a:endParaRPr lang="en-US" altLang="zh-CN" b="0"/>
            </a:p>
          </p:txBody>
        </p:sp>
        <p:sp>
          <p:nvSpPr>
            <p:cNvPr id="27" name="Freeform 37">
              <a:extLst>
                <a:ext uri="{FF2B5EF4-FFF2-40B4-BE49-F238E27FC236}">
                  <a16:creationId xmlns:a16="http://schemas.microsoft.com/office/drawing/2014/main" id="{9C724604-D049-0CDC-08BB-790C1B9BC194}"/>
                </a:ext>
              </a:extLst>
            </p:cNvPr>
            <p:cNvSpPr>
              <a:spLocks noChangeAspect="1"/>
            </p:cNvSpPr>
            <p:nvPr/>
          </p:nvSpPr>
          <p:spPr bwMode="auto">
            <a:xfrm>
              <a:off x="3603" y="1191"/>
              <a:ext cx="113" cy="113"/>
            </a:xfrm>
            <a:custGeom>
              <a:avLst/>
              <a:gdLst>
                <a:gd name="T0" fmla="*/ 214 w 105"/>
                <a:gd name="T1" fmla="*/ 18 h 105"/>
                <a:gd name="T2" fmla="*/ 218 w 105"/>
                <a:gd name="T3" fmla="*/ 18 h 105"/>
                <a:gd name="T4" fmla="*/ 218 w 105"/>
                <a:gd name="T5" fmla="*/ 3 h 105"/>
                <a:gd name="T6" fmla="*/ 214 w 105"/>
                <a:gd name="T7" fmla="*/ 1 h 105"/>
                <a:gd name="T8" fmla="*/ 214 w 105"/>
                <a:gd name="T9" fmla="*/ 0 h 105"/>
                <a:gd name="T10" fmla="*/ 208 w 105"/>
                <a:gd name="T11" fmla="*/ 0 h 105"/>
                <a:gd name="T12" fmla="*/ 202 w 105"/>
                <a:gd name="T13" fmla="*/ 1 h 105"/>
                <a:gd name="T14" fmla="*/ 1 w 105"/>
                <a:gd name="T15" fmla="*/ 202 h 105"/>
                <a:gd name="T16" fmla="*/ 0 w 105"/>
                <a:gd name="T17" fmla="*/ 208 h 105"/>
                <a:gd name="T18" fmla="*/ 0 w 105"/>
                <a:gd name="T19" fmla="*/ 217 h 105"/>
                <a:gd name="T20" fmla="*/ 1 w 105"/>
                <a:gd name="T21" fmla="*/ 217 h 105"/>
                <a:gd name="T22" fmla="*/ 3 w 105"/>
                <a:gd name="T23" fmla="*/ 218 h 105"/>
                <a:gd name="T24" fmla="*/ 18 w 105"/>
                <a:gd name="T25" fmla="*/ 218 h 105"/>
                <a:gd name="T26" fmla="*/ 18 w 105"/>
                <a:gd name="T27" fmla="*/ 217 h 105"/>
                <a:gd name="T28" fmla="*/ 214 w 105"/>
                <a:gd name="T29" fmla="*/ 18 h 1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5"/>
                <a:gd name="T47" fmla="*/ 105 w 105"/>
                <a:gd name="T48" fmla="*/ 105 h 1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5">
                  <a:moveTo>
                    <a:pt x="103" y="8"/>
                  </a:moveTo>
                  <a:lnTo>
                    <a:pt x="105" y="8"/>
                  </a:lnTo>
                  <a:lnTo>
                    <a:pt x="105" y="3"/>
                  </a:lnTo>
                  <a:lnTo>
                    <a:pt x="103" y="1"/>
                  </a:lnTo>
                  <a:lnTo>
                    <a:pt x="103" y="0"/>
                  </a:lnTo>
                  <a:lnTo>
                    <a:pt x="99" y="0"/>
                  </a:lnTo>
                  <a:lnTo>
                    <a:pt x="97" y="1"/>
                  </a:lnTo>
                  <a:lnTo>
                    <a:pt x="1" y="97"/>
                  </a:lnTo>
                  <a:lnTo>
                    <a:pt x="0" y="99"/>
                  </a:lnTo>
                  <a:lnTo>
                    <a:pt x="0" y="104"/>
                  </a:lnTo>
                  <a:lnTo>
                    <a:pt x="1" y="104"/>
                  </a:lnTo>
                  <a:lnTo>
                    <a:pt x="3" y="105"/>
                  </a:lnTo>
                  <a:lnTo>
                    <a:pt x="8" y="105"/>
                  </a:lnTo>
                  <a:lnTo>
                    <a:pt x="8" y="104"/>
                  </a:lnTo>
                  <a:lnTo>
                    <a:pt x="10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Rectangle 38">
              <a:extLst>
                <a:ext uri="{FF2B5EF4-FFF2-40B4-BE49-F238E27FC236}">
                  <a16:creationId xmlns:a16="http://schemas.microsoft.com/office/drawing/2014/main" id="{BCEC5403-B7DE-B06C-967B-F2FA663800ED}"/>
                </a:ext>
              </a:extLst>
            </p:cNvPr>
            <p:cNvSpPr>
              <a:spLocks noChangeAspect="1" noChangeArrowheads="1"/>
            </p:cNvSpPr>
            <p:nvPr/>
          </p:nvSpPr>
          <p:spPr bwMode="auto">
            <a:xfrm>
              <a:off x="3586" y="1102"/>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300">
                  <a:solidFill>
                    <a:srgbClr val="000000"/>
                  </a:solidFill>
                </a:rPr>
                <a:t>n</a:t>
              </a:r>
              <a:endParaRPr lang="en-US" altLang="zh-CN" b="0"/>
            </a:p>
          </p:txBody>
        </p:sp>
        <p:sp>
          <p:nvSpPr>
            <p:cNvPr id="29" name="Freeform 39">
              <a:extLst>
                <a:ext uri="{FF2B5EF4-FFF2-40B4-BE49-F238E27FC236}">
                  <a16:creationId xmlns:a16="http://schemas.microsoft.com/office/drawing/2014/main" id="{F29C29F9-F61F-5715-B809-8957D7BDA0E8}"/>
                </a:ext>
              </a:extLst>
            </p:cNvPr>
            <p:cNvSpPr>
              <a:spLocks noChangeAspect="1"/>
            </p:cNvSpPr>
            <p:nvPr/>
          </p:nvSpPr>
          <p:spPr bwMode="auto">
            <a:xfrm>
              <a:off x="3918" y="1099"/>
              <a:ext cx="405" cy="426"/>
            </a:xfrm>
            <a:custGeom>
              <a:avLst/>
              <a:gdLst>
                <a:gd name="T0" fmla="*/ 20 w 376"/>
                <a:gd name="T1" fmla="*/ 0 h 396"/>
                <a:gd name="T2" fmla="*/ 17 w 376"/>
                <a:gd name="T3" fmla="*/ 0 h 396"/>
                <a:gd name="T4" fmla="*/ 3 w 376"/>
                <a:gd name="T5" fmla="*/ 3 h 396"/>
                <a:gd name="T6" fmla="*/ 0 w 376"/>
                <a:gd name="T7" fmla="*/ 17 h 396"/>
                <a:gd name="T8" fmla="*/ 0 w 376"/>
                <a:gd name="T9" fmla="*/ 807 h 396"/>
                <a:gd name="T10" fmla="*/ 3 w 376"/>
                <a:gd name="T11" fmla="*/ 814 h 396"/>
                <a:gd name="T12" fmla="*/ 17 w 376"/>
                <a:gd name="T13" fmla="*/ 821 h 396"/>
                <a:gd name="T14" fmla="*/ 776 w 376"/>
                <a:gd name="T15" fmla="*/ 821 h 396"/>
                <a:gd name="T16" fmla="*/ 783 w 376"/>
                <a:gd name="T17" fmla="*/ 814 h 396"/>
                <a:gd name="T18" fmla="*/ 791 w 376"/>
                <a:gd name="T19" fmla="*/ 807 h 396"/>
                <a:gd name="T20" fmla="*/ 791 w 376"/>
                <a:gd name="T21" fmla="*/ 17 h 396"/>
                <a:gd name="T22" fmla="*/ 783 w 376"/>
                <a:gd name="T23" fmla="*/ 3 h 396"/>
                <a:gd name="T24" fmla="*/ 776 w 376"/>
                <a:gd name="T25" fmla="*/ 0 h 396"/>
                <a:gd name="T26" fmla="*/ 768 w 376"/>
                <a:gd name="T27" fmla="*/ 0 h 396"/>
                <a:gd name="T28" fmla="*/ 20 w 376"/>
                <a:gd name="T29" fmla="*/ 0 h 396"/>
                <a:gd name="T30" fmla="*/ 20 w 376"/>
                <a:gd name="T31" fmla="*/ 43 h 396"/>
                <a:gd name="T32" fmla="*/ 768 w 376"/>
                <a:gd name="T33" fmla="*/ 43 h 396"/>
                <a:gd name="T34" fmla="*/ 749 w 376"/>
                <a:gd name="T35" fmla="*/ 20 h 396"/>
                <a:gd name="T36" fmla="*/ 749 w 376"/>
                <a:gd name="T37" fmla="*/ 799 h 396"/>
                <a:gd name="T38" fmla="*/ 768 w 376"/>
                <a:gd name="T39" fmla="*/ 779 h 396"/>
                <a:gd name="T40" fmla="*/ 20 w 376"/>
                <a:gd name="T41" fmla="*/ 779 h 396"/>
                <a:gd name="T42" fmla="*/ 43 w 376"/>
                <a:gd name="T43" fmla="*/ 799 h 396"/>
                <a:gd name="T44" fmla="*/ 43 w 376"/>
                <a:gd name="T45" fmla="*/ 20 h 396"/>
                <a:gd name="T46" fmla="*/ 20 w 376"/>
                <a:gd name="T47" fmla="*/ 43 h 396"/>
                <a:gd name="T48" fmla="*/ 20 w 376"/>
                <a:gd name="T49" fmla="*/ 0 h 39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76"/>
                <a:gd name="T76" fmla="*/ 0 h 396"/>
                <a:gd name="T77" fmla="*/ 376 w 376"/>
                <a:gd name="T78" fmla="*/ 396 h 39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76" h="396">
                  <a:moveTo>
                    <a:pt x="10" y="0"/>
                  </a:moveTo>
                  <a:lnTo>
                    <a:pt x="7" y="0"/>
                  </a:lnTo>
                  <a:lnTo>
                    <a:pt x="3" y="3"/>
                  </a:lnTo>
                  <a:lnTo>
                    <a:pt x="0" y="7"/>
                  </a:lnTo>
                  <a:lnTo>
                    <a:pt x="0" y="389"/>
                  </a:lnTo>
                  <a:lnTo>
                    <a:pt x="3" y="392"/>
                  </a:lnTo>
                  <a:lnTo>
                    <a:pt x="7" y="396"/>
                  </a:lnTo>
                  <a:lnTo>
                    <a:pt x="369" y="396"/>
                  </a:lnTo>
                  <a:lnTo>
                    <a:pt x="372" y="392"/>
                  </a:lnTo>
                  <a:lnTo>
                    <a:pt x="376" y="389"/>
                  </a:lnTo>
                  <a:lnTo>
                    <a:pt x="376" y="7"/>
                  </a:lnTo>
                  <a:lnTo>
                    <a:pt x="372" y="3"/>
                  </a:lnTo>
                  <a:lnTo>
                    <a:pt x="369" y="0"/>
                  </a:lnTo>
                  <a:lnTo>
                    <a:pt x="366" y="0"/>
                  </a:lnTo>
                  <a:lnTo>
                    <a:pt x="10" y="0"/>
                  </a:lnTo>
                  <a:lnTo>
                    <a:pt x="10" y="20"/>
                  </a:lnTo>
                  <a:lnTo>
                    <a:pt x="366" y="20"/>
                  </a:lnTo>
                  <a:lnTo>
                    <a:pt x="356" y="10"/>
                  </a:lnTo>
                  <a:lnTo>
                    <a:pt x="356" y="386"/>
                  </a:lnTo>
                  <a:lnTo>
                    <a:pt x="366" y="376"/>
                  </a:lnTo>
                  <a:lnTo>
                    <a:pt x="10" y="376"/>
                  </a:lnTo>
                  <a:lnTo>
                    <a:pt x="20" y="386"/>
                  </a:lnTo>
                  <a:lnTo>
                    <a:pt x="20" y="10"/>
                  </a:lnTo>
                  <a:lnTo>
                    <a:pt x="10" y="2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Rectangle 40">
              <a:extLst>
                <a:ext uri="{FF2B5EF4-FFF2-40B4-BE49-F238E27FC236}">
                  <a16:creationId xmlns:a16="http://schemas.microsoft.com/office/drawing/2014/main" id="{4B04C5FF-2668-6594-C478-CC14CAB2150A}"/>
                </a:ext>
              </a:extLst>
            </p:cNvPr>
            <p:cNvSpPr>
              <a:spLocks noChangeAspect="1" noChangeArrowheads="1"/>
            </p:cNvSpPr>
            <p:nvPr/>
          </p:nvSpPr>
          <p:spPr bwMode="auto">
            <a:xfrm>
              <a:off x="4035" y="1287"/>
              <a:ext cx="24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300">
                  <a:solidFill>
                    <a:srgbClr val="000000"/>
                  </a:solidFill>
                </a:rPr>
                <a:t>MUX</a:t>
              </a:r>
              <a:endParaRPr lang="en-US" altLang="zh-CN" b="0"/>
            </a:p>
          </p:txBody>
        </p:sp>
        <p:sp>
          <p:nvSpPr>
            <p:cNvPr id="31" name="Rectangle 41">
              <a:extLst>
                <a:ext uri="{FF2B5EF4-FFF2-40B4-BE49-F238E27FC236}">
                  <a16:creationId xmlns:a16="http://schemas.microsoft.com/office/drawing/2014/main" id="{A0A0417D-EC2F-88F6-81BE-7ED96B800CB6}"/>
                </a:ext>
              </a:extLst>
            </p:cNvPr>
            <p:cNvSpPr>
              <a:spLocks noChangeAspect="1" noChangeArrowheads="1"/>
            </p:cNvSpPr>
            <p:nvPr/>
          </p:nvSpPr>
          <p:spPr bwMode="auto">
            <a:xfrm>
              <a:off x="4082" y="112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S</a:t>
              </a:r>
              <a:endParaRPr lang="en-US" altLang="zh-CN" sz="3200" b="0"/>
            </a:p>
          </p:txBody>
        </p:sp>
        <p:sp>
          <p:nvSpPr>
            <p:cNvPr id="32" name="Rectangle 42">
              <a:extLst>
                <a:ext uri="{FF2B5EF4-FFF2-40B4-BE49-F238E27FC236}">
                  <a16:creationId xmlns:a16="http://schemas.microsoft.com/office/drawing/2014/main" id="{71BCEA1E-DA14-917D-F9BF-C0F5CE4E12BC}"/>
                </a:ext>
              </a:extLst>
            </p:cNvPr>
            <p:cNvSpPr>
              <a:spLocks noChangeAspect="1" noChangeArrowheads="1"/>
            </p:cNvSpPr>
            <p:nvPr/>
          </p:nvSpPr>
          <p:spPr bwMode="auto">
            <a:xfrm>
              <a:off x="3974" y="1182"/>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0</a:t>
              </a:r>
              <a:endParaRPr lang="en-US" altLang="zh-CN" sz="3200" b="0"/>
            </a:p>
          </p:txBody>
        </p:sp>
        <p:sp>
          <p:nvSpPr>
            <p:cNvPr id="33" name="Rectangle 43">
              <a:extLst>
                <a:ext uri="{FF2B5EF4-FFF2-40B4-BE49-F238E27FC236}">
                  <a16:creationId xmlns:a16="http://schemas.microsoft.com/office/drawing/2014/main" id="{7F4F5066-0EE3-1D23-6B49-CE6FD2A4E1DB}"/>
                </a:ext>
              </a:extLst>
            </p:cNvPr>
            <p:cNvSpPr>
              <a:spLocks noChangeAspect="1" noChangeArrowheads="1"/>
            </p:cNvSpPr>
            <p:nvPr/>
          </p:nvSpPr>
          <p:spPr bwMode="auto">
            <a:xfrm>
              <a:off x="3971" y="1344"/>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1</a:t>
              </a:r>
              <a:endParaRPr lang="en-US" altLang="zh-CN" sz="3200" b="0"/>
            </a:p>
          </p:txBody>
        </p:sp>
        <p:sp>
          <p:nvSpPr>
            <p:cNvPr id="34" name="Freeform 47">
              <a:extLst>
                <a:ext uri="{FF2B5EF4-FFF2-40B4-BE49-F238E27FC236}">
                  <a16:creationId xmlns:a16="http://schemas.microsoft.com/office/drawing/2014/main" id="{E1B7C52C-25E0-CA5C-2B5C-EA6CC915B7EE}"/>
                </a:ext>
              </a:extLst>
            </p:cNvPr>
            <p:cNvSpPr>
              <a:spLocks noChangeAspect="1"/>
            </p:cNvSpPr>
            <p:nvPr/>
          </p:nvSpPr>
          <p:spPr bwMode="auto">
            <a:xfrm>
              <a:off x="4467" y="1249"/>
              <a:ext cx="113" cy="113"/>
            </a:xfrm>
            <a:custGeom>
              <a:avLst/>
              <a:gdLst>
                <a:gd name="T0" fmla="*/ 217 w 105"/>
                <a:gd name="T1" fmla="*/ 18 h 105"/>
                <a:gd name="T2" fmla="*/ 218 w 105"/>
                <a:gd name="T3" fmla="*/ 18 h 105"/>
                <a:gd name="T4" fmla="*/ 218 w 105"/>
                <a:gd name="T5" fmla="*/ 3 h 105"/>
                <a:gd name="T6" fmla="*/ 217 w 105"/>
                <a:gd name="T7" fmla="*/ 2 h 105"/>
                <a:gd name="T8" fmla="*/ 217 w 105"/>
                <a:gd name="T9" fmla="*/ 0 h 105"/>
                <a:gd name="T10" fmla="*/ 208 w 105"/>
                <a:gd name="T11" fmla="*/ 0 h 105"/>
                <a:gd name="T12" fmla="*/ 202 w 105"/>
                <a:gd name="T13" fmla="*/ 2 h 105"/>
                <a:gd name="T14" fmla="*/ 2 w 105"/>
                <a:gd name="T15" fmla="*/ 202 h 105"/>
                <a:gd name="T16" fmla="*/ 0 w 105"/>
                <a:gd name="T17" fmla="*/ 208 h 105"/>
                <a:gd name="T18" fmla="*/ 0 w 105"/>
                <a:gd name="T19" fmla="*/ 217 h 105"/>
                <a:gd name="T20" fmla="*/ 2 w 105"/>
                <a:gd name="T21" fmla="*/ 217 h 105"/>
                <a:gd name="T22" fmla="*/ 3 w 105"/>
                <a:gd name="T23" fmla="*/ 218 h 105"/>
                <a:gd name="T24" fmla="*/ 18 w 105"/>
                <a:gd name="T25" fmla="*/ 218 h 105"/>
                <a:gd name="T26" fmla="*/ 18 w 105"/>
                <a:gd name="T27" fmla="*/ 217 h 105"/>
                <a:gd name="T28" fmla="*/ 217 w 105"/>
                <a:gd name="T29" fmla="*/ 18 h 1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5"/>
                <a:gd name="T47" fmla="*/ 105 w 105"/>
                <a:gd name="T48" fmla="*/ 105 h 1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5">
                  <a:moveTo>
                    <a:pt x="104" y="8"/>
                  </a:moveTo>
                  <a:lnTo>
                    <a:pt x="105" y="8"/>
                  </a:lnTo>
                  <a:lnTo>
                    <a:pt x="105" y="3"/>
                  </a:lnTo>
                  <a:lnTo>
                    <a:pt x="104" y="2"/>
                  </a:lnTo>
                  <a:lnTo>
                    <a:pt x="104" y="0"/>
                  </a:lnTo>
                  <a:lnTo>
                    <a:pt x="99" y="0"/>
                  </a:lnTo>
                  <a:lnTo>
                    <a:pt x="97" y="2"/>
                  </a:lnTo>
                  <a:lnTo>
                    <a:pt x="2" y="97"/>
                  </a:lnTo>
                  <a:lnTo>
                    <a:pt x="0" y="99"/>
                  </a:lnTo>
                  <a:lnTo>
                    <a:pt x="0" y="104"/>
                  </a:lnTo>
                  <a:lnTo>
                    <a:pt x="2" y="104"/>
                  </a:lnTo>
                  <a:lnTo>
                    <a:pt x="3" y="105"/>
                  </a:lnTo>
                  <a:lnTo>
                    <a:pt x="8" y="105"/>
                  </a:lnTo>
                  <a:lnTo>
                    <a:pt x="8" y="104"/>
                  </a:lnTo>
                  <a:lnTo>
                    <a:pt x="10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Rectangle 48">
              <a:extLst>
                <a:ext uri="{FF2B5EF4-FFF2-40B4-BE49-F238E27FC236}">
                  <a16:creationId xmlns:a16="http://schemas.microsoft.com/office/drawing/2014/main" id="{9E9AB500-DEE4-E599-63B6-8885E4E59473}"/>
                </a:ext>
              </a:extLst>
            </p:cNvPr>
            <p:cNvSpPr>
              <a:spLocks noChangeAspect="1" noChangeArrowheads="1"/>
            </p:cNvSpPr>
            <p:nvPr/>
          </p:nvSpPr>
          <p:spPr bwMode="auto">
            <a:xfrm>
              <a:off x="4477" y="1128"/>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300">
                  <a:solidFill>
                    <a:srgbClr val="000000"/>
                  </a:solidFill>
                </a:rPr>
                <a:t>n</a:t>
              </a:r>
              <a:endParaRPr lang="en-US" altLang="zh-CN" b="0"/>
            </a:p>
          </p:txBody>
        </p:sp>
        <p:sp>
          <p:nvSpPr>
            <p:cNvPr id="36" name="Freeform 49">
              <a:extLst>
                <a:ext uri="{FF2B5EF4-FFF2-40B4-BE49-F238E27FC236}">
                  <a16:creationId xmlns:a16="http://schemas.microsoft.com/office/drawing/2014/main" id="{BCC2A600-1028-7DD5-48DA-35C7FA37400E}"/>
                </a:ext>
              </a:extLst>
            </p:cNvPr>
            <p:cNvSpPr>
              <a:spLocks noChangeAspect="1"/>
            </p:cNvSpPr>
            <p:nvPr/>
          </p:nvSpPr>
          <p:spPr bwMode="auto">
            <a:xfrm>
              <a:off x="4110" y="931"/>
              <a:ext cx="21" cy="186"/>
            </a:xfrm>
            <a:custGeom>
              <a:avLst/>
              <a:gdLst>
                <a:gd name="T0" fmla="*/ 30 w 20"/>
                <a:gd name="T1" fmla="*/ 20 h 173"/>
                <a:gd name="T2" fmla="*/ 30 w 20"/>
                <a:gd name="T3" fmla="*/ 17 h 173"/>
                <a:gd name="T4" fmla="*/ 26 w 20"/>
                <a:gd name="T5" fmla="*/ 3 h 173"/>
                <a:gd name="T6" fmla="*/ 23 w 20"/>
                <a:gd name="T7" fmla="*/ 0 h 173"/>
                <a:gd name="T8" fmla="*/ 7 w 20"/>
                <a:gd name="T9" fmla="*/ 0 h 173"/>
                <a:gd name="T10" fmla="*/ 3 w 20"/>
                <a:gd name="T11" fmla="*/ 3 h 173"/>
                <a:gd name="T12" fmla="*/ 0 w 20"/>
                <a:gd name="T13" fmla="*/ 17 h 173"/>
                <a:gd name="T14" fmla="*/ 0 w 20"/>
                <a:gd name="T15" fmla="*/ 348 h 173"/>
                <a:gd name="T16" fmla="*/ 3 w 20"/>
                <a:gd name="T17" fmla="*/ 352 h 173"/>
                <a:gd name="T18" fmla="*/ 7 w 20"/>
                <a:gd name="T19" fmla="*/ 357 h 173"/>
                <a:gd name="T20" fmla="*/ 23 w 20"/>
                <a:gd name="T21" fmla="*/ 357 h 173"/>
                <a:gd name="T22" fmla="*/ 26 w 20"/>
                <a:gd name="T23" fmla="*/ 352 h 173"/>
                <a:gd name="T24" fmla="*/ 30 w 20"/>
                <a:gd name="T25" fmla="*/ 348 h 173"/>
                <a:gd name="T26" fmla="*/ 30 w 20"/>
                <a:gd name="T27" fmla="*/ 335 h 173"/>
                <a:gd name="T28" fmla="*/ 30 w 20"/>
                <a:gd name="T29" fmla="*/ 20 h 17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
                <a:gd name="T46" fmla="*/ 0 h 173"/>
                <a:gd name="T47" fmla="*/ 20 w 20"/>
                <a:gd name="T48" fmla="*/ 173 h 17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 h="173">
                  <a:moveTo>
                    <a:pt x="20" y="10"/>
                  </a:moveTo>
                  <a:lnTo>
                    <a:pt x="20" y="7"/>
                  </a:lnTo>
                  <a:lnTo>
                    <a:pt x="16" y="3"/>
                  </a:lnTo>
                  <a:lnTo>
                    <a:pt x="13" y="0"/>
                  </a:lnTo>
                  <a:lnTo>
                    <a:pt x="7" y="0"/>
                  </a:lnTo>
                  <a:lnTo>
                    <a:pt x="3" y="3"/>
                  </a:lnTo>
                  <a:lnTo>
                    <a:pt x="0" y="7"/>
                  </a:lnTo>
                  <a:lnTo>
                    <a:pt x="0" y="167"/>
                  </a:lnTo>
                  <a:lnTo>
                    <a:pt x="3" y="170"/>
                  </a:lnTo>
                  <a:lnTo>
                    <a:pt x="7" y="173"/>
                  </a:lnTo>
                  <a:lnTo>
                    <a:pt x="13" y="173"/>
                  </a:lnTo>
                  <a:lnTo>
                    <a:pt x="16" y="170"/>
                  </a:lnTo>
                  <a:lnTo>
                    <a:pt x="20" y="167"/>
                  </a:lnTo>
                  <a:lnTo>
                    <a:pt x="20" y="163"/>
                  </a:lnTo>
                  <a:lnTo>
                    <a:pt x="2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61">
              <a:extLst>
                <a:ext uri="{FF2B5EF4-FFF2-40B4-BE49-F238E27FC236}">
                  <a16:creationId xmlns:a16="http://schemas.microsoft.com/office/drawing/2014/main" id="{80963ABB-7018-4C68-6AAB-6C9445756954}"/>
                </a:ext>
              </a:extLst>
            </p:cNvPr>
            <p:cNvSpPr>
              <a:spLocks noChangeAspect="1"/>
            </p:cNvSpPr>
            <p:nvPr/>
          </p:nvSpPr>
          <p:spPr bwMode="auto">
            <a:xfrm>
              <a:off x="3614" y="2485"/>
              <a:ext cx="115" cy="114"/>
            </a:xfrm>
            <a:custGeom>
              <a:avLst/>
              <a:gdLst>
                <a:gd name="T0" fmla="*/ 234 w 106"/>
                <a:gd name="T1" fmla="*/ 19 h 106"/>
                <a:gd name="T2" fmla="*/ 242 w 106"/>
                <a:gd name="T3" fmla="*/ 19 h 106"/>
                <a:gd name="T4" fmla="*/ 242 w 106"/>
                <a:gd name="T5" fmla="*/ 4 h 106"/>
                <a:gd name="T6" fmla="*/ 234 w 106"/>
                <a:gd name="T7" fmla="*/ 2 h 106"/>
                <a:gd name="T8" fmla="*/ 234 w 106"/>
                <a:gd name="T9" fmla="*/ 0 h 106"/>
                <a:gd name="T10" fmla="*/ 225 w 106"/>
                <a:gd name="T11" fmla="*/ 0 h 106"/>
                <a:gd name="T12" fmla="*/ 219 w 106"/>
                <a:gd name="T13" fmla="*/ 2 h 106"/>
                <a:gd name="T14" fmla="*/ 2 w 106"/>
                <a:gd name="T15" fmla="*/ 202 h 106"/>
                <a:gd name="T16" fmla="*/ 0 w 106"/>
                <a:gd name="T17" fmla="*/ 204 h 106"/>
                <a:gd name="T18" fmla="*/ 0 w 106"/>
                <a:gd name="T19" fmla="*/ 214 h 106"/>
                <a:gd name="T20" fmla="*/ 2 w 106"/>
                <a:gd name="T21" fmla="*/ 214 h 106"/>
                <a:gd name="T22" fmla="*/ 3 w 106"/>
                <a:gd name="T23" fmla="*/ 219 h 106"/>
                <a:gd name="T24" fmla="*/ 18 w 106"/>
                <a:gd name="T25" fmla="*/ 219 h 106"/>
                <a:gd name="T26" fmla="*/ 18 w 106"/>
                <a:gd name="T27" fmla="*/ 214 h 106"/>
                <a:gd name="T28" fmla="*/ 234 w 106"/>
                <a:gd name="T29" fmla="*/ 19 h 10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6"/>
                <a:gd name="T47" fmla="*/ 106 w 106"/>
                <a:gd name="T48" fmla="*/ 106 h 10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6">
                  <a:moveTo>
                    <a:pt x="104" y="9"/>
                  </a:moveTo>
                  <a:lnTo>
                    <a:pt x="106" y="9"/>
                  </a:lnTo>
                  <a:lnTo>
                    <a:pt x="106" y="4"/>
                  </a:lnTo>
                  <a:lnTo>
                    <a:pt x="104" y="2"/>
                  </a:lnTo>
                  <a:lnTo>
                    <a:pt x="104" y="0"/>
                  </a:lnTo>
                  <a:lnTo>
                    <a:pt x="99" y="0"/>
                  </a:lnTo>
                  <a:lnTo>
                    <a:pt x="97" y="2"/>
                  </a:lnTo>
                  <a:lnTo>
                    <a:pt x="2" y="98"/>
                  </a:lnTo>
                  <a:lnTo>
                    <a:pt x="0" y="99"/>
                  </a:lnTo>
                  <a:lnTo>
                    <a:pt x="0" y="104"/>
                  </a:lnTo>
                  <a:lnTo>
                    <a:pt x="2" y="104"/>
                  </a:lnTo>
                  <a:lnTo>
                    <a:pt x="3" y="106"/>
                  </a:lnTo>
                  <a:lnTo>
                    <a:pt x="8" y="106"/>
                  </a:lnTo>
                  <a:lnTo>
                    <a:pt x="8" y="104"/>
                  </a:lnTo>
                  <a:lnTo>
                    <a:pt x="10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Rectangle 62">
              <a:extLst>
                <a:ext uri="{FF2B5EF4-FFF2-40B4-BE49-F238E27FC236}">
                  <a16:creationId xmlns:a16="http://schemas.microsoft.com/office/drawing/2014/main" id="{FC5E82D0-C1BB-2C7D-2CE2-F0EFEE4560EE}"/>
                </a:ext>
              </a:extLst>
            </p:cNvPr>
            <p:cNvSpPr>
              <a:spLocks noChangeAspect="1" noChangeArrowheads="1"/>
            </p:cNvSpPr>
            <p:nvPr/>
          </p:nvSpPr>
          <p:spPr bwMode="auto">
            <a:xfrm>
              <a:off x="3598" y="2397"/>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300">
                  <a:solidFill>
                    <a:srgbClr val="000000"/>
                  </a:solidFill>
                </a:rPr>
                <a:t>n</a:t>
              </a:r>
              <a:endParaRPr lang="en-US" altLang="zh-CN" b="0"/>
            </a:p>
          </p:txBody>
        </p:sp>
        <p:sp>
          <p:nvSpPr>
            <p:cNvPr id="39" name="Freeform 66">
              <a:extLst>
                <a:ext uri="{FF2B5EF4-FFF2-40B4-BE49-F238E27FC236}">
                  <a16:creationId xmlns:a16="http://schemas.microsoft.com/office/drawing/2014/main" id="{61BBD40F-9BBF-837F-7144-8AFF6CE2B38A}"/>
                </a:ext>
              </a:extLst>
            </p:cNvPr>
            <p:cNvSpPr>
              <a:spLocks noChangeAspect="1"/>
            </p:cNvSpPr>
            <p:nvPr/>
          </p:nvSpPr>
          <p:spPr bwMode="auto">
            <a:xfrm>
              <a:off x="3604" y="2304"/>
              <a:ext cx="114" cy="114"/>
            </a:xfrm>
            <a:custGeom>
              <a:avLst/>
              <a:gdLst>
                <a:gd name="T0" fmla="*/ 214 w 106"/>
                <a:gd name="T1" fmla="*/ 19 h 106"/>
                <a:gd name="T2" fmla="*/ 219 w 106"/>
                <a:gd name="T3" fmla="*/ 19 h 106"/>
                <a:gd name="T4" fmla="*/ 219 w 106"/>
                <a:gd name="T5" fmla="*/ 4 h 106"/>
                <a:gd name="T6" fmla="*/ 214 w 106"/>
                <a:gd name="T7" fmla="*/ 2 h 106"/>
                <a:gd name="T8" fmla="*/ 214 w 106"/>
                <a:gd name="T9" fmla="*/ 0 h 106"/>
                <a:gd name="T10" fmla="*/ 204 w 106"/>
                <a:gd name="T11" fmla="*/ 0 h 106"/>
                <a:gd name="T12" fmla="*/ 202 w 106"/>
                <a:gd name="T13" fmla="*/ 2 h 106"/>
                <a:gd name="T14" fmla="*/ 2 w 106"/>
                <a:gd name="T15" fmla="*/ 202 h 106"/>
                <a:gd name="T16" fmla="*/ 0 w 106"/>
                <a:gd name="T17" fmla="*/ 204 h 106"/>
                <a:gd name="T18" fmla="*/ 0 w 106"/>
                <a:gd name="T19" fmla="*/ 214 h 106"/>
                <a:gd name="T20" fmla="*/ 2 w 106"/>
                <a:gd name="T21" fmla="*/ 214 h 106"/>
                <a:gd name="T22" fmla="*/ 4 w 106"/>
                <a:gd name="T23" fmla="*/ 219 h 106"/>
                <a:gd name="T24" fmla="*/ 19 w 106"/>
                <a:gd name="T25" fmla="*/ 219 h 106"/>
                <a:gd name="T26" fmla="*/ 19 w 106"/>
                <a:gd name="T27" fmla="*/ 214 h 106"/>
                <a:gd name="T28" fmla="*/ 214 w 106"/>
                <a:gd name="T29" fmla="*/ 19 h 10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6"/>
                <a:gd name="T47" fmla="*/ 106 w 106"/>
                <a:gd name="T48" fmla="*/ 106 h 10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6">
                  <a:moveTo>
                    <a:pt x="104" y="9"/>
                  </a:moveTo>
                  <a:lnTo>
                    <a:pt x="106" y="9"/>
                  </a:lnTo>
                  <a:lnTo>
                    <a:pt x="106" y="4"/>
                  </a:lnTo>
                  <a:lnTo>
                    <a:pt x="104" y="2"/>
                  </a:lnTo>
                  <a:lnTo>
                    <a:pt x="104" y="0"/>
                  </a:lnTo>
                  <a:lnTo>
                    <a:pt x="99" y="0"/>
                  </a:lnTo>
                  <a:lnTo>
                    <a:pt x="98" y="2"/>
                  </a:lnTo>
                  <a:lnTo>
                    <a:pt x="2" y="98"/>
                  </a:lnTo>
                  <a:lnTo>
                    <a:pt x="0" y="99"/>
                  </a:lnTo>
                  <a:lnTo>
                    <a:pt x="0" y="104"/>
                  </a:lnTo>
                  <a:lnTo>
                    <a:pt x="2" y="104"/>
                  </a:lnTo>
                  <a:lnTo>
                    <a:pt x="4" y="106"/>
                  </a:lnTo>
                  <a:lnTo>
                    <a:pt x="9" y="106"/>
                  </a:lnTo>
                  <a:lnTo>
                    <a:pt x="9" y="104"/>
                  </a:lnTo>
                  <a:lnTo>
                    <a:pt x="10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Rectangle 67">
              <a:extLst>
                <a:ext uri="{FF2B5EF4-FFF2-40B4-BE49-F238E27FC236}">
                  <a16:creationId xmlns:a16="http://schemas.microsoft.com/office/drawing/2014/main" id="{D934F300-CE24-D964-CD33-72146B55DF7A}"/>
                </a:ext>
              </a:extLst>
            </p:cNvPr>
            <p:cNvSpPr>
              <a:spLocks noChangeAspect="1" noChangeArrowheads="1"/>
            </p:cNvSpPr>
            <p:nvPr/>
          </p:nvSpPr>
          <p:spPr bwMode="auto">
            <a:xfrm>
              <a:off x="3588" y="2214"/>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300">
                  <a:solidFill>
                    <a:srgbClr val="000000"/>
                  </a:solidFill>
                </a:rPr>
                <a:t>n</a:t>
              </a:r>
              <a:endParaRPr lang="en-US" altLang="zh-CN" b="0"/>
            </a:p>
          </p:txBody>
        </p:sp>
        <p:sp>
          <p:nvSpPr>
            <p:cNvPr id="41" name="Freeform 68">
              <a:extLst>
                <a:ext uri="{FF2B5EF4-FFF2-40B4-BE49-F238E27FC236}">
                  <a16:creationId xmlns:a16="http://schemas.microsoft.com/office/drawing/2014/main" id="{7FF60A7C-C8B2-580F-F3C1-F75278CE1E8D}"/>
                </a:ext>
              </a:extLst>
            </p:cNvPr>
            <p:cNvSpPr>
              <a:spLocks noChangeAspect="1"/>
            </p:cNvSpPr>
            <p:nvPr/>
          </p:nvSpPr>
          <p:spPr bwMode="auto">
            <a:xfrm>
              <a:off x="3920" y="2212"/>
              <a:ext cx="404" cy="425"/>
            </a:xfrm>
            <a:custGeom>
              <a:avLst/>
              <a:gdLst>
                <a:gd name="T0" fmla="*/ 20 w 375"/>
                <a:gd name="T1" fmla="*/ 0 h 395"/>
                <a:gd name="T2" fmla="*/ 6 w 375"/>
                <a:gd name="T3" fmla="*/ 0 h 395"/>
                <a:gd name="T4" fmla="*/ 3 w 375"/>
                <a:gd name="T5" fmla="*/ 3 h 395"/>
                <a:gd name="T6" fmla="*/ 0 w 375"/>
                <a:gd name="T7" fmla="*/ 6 h 395"/>
                <a:gd name="T8" fmla="*/ 0 w 375"/>
                <a:gd name="T9" fmla="*/ 810 h 395"/>
                <a:gd name="T10" fmla="*/ 3 w 375"/>
                <a:gd name="T11" fmla="*/ 814 h 395"/>
                <a:gd name="T12" fmla="*/ 6 w 375"/>
                <a:gd name="T13" fmla="*/ 820 h 395"/>
                <a:gd name="T14" fmla="*/ 780 w 375"/>
                <a:gd name="T15" fmla="*/ 820 h 395"/>
                <a:gd name="T16" fmla="*/ 783 w 375"/>
                <a:gd name="T17" fmla="*/ 814 h 395"/>
                <a:gd name="T18" fmla="*/ 790 w 375"/>
                <a:gd name="T19" fmla="*/ 810 h 395"/>
                <a:gd name="T20" fmla="*/ 790 w 375"/>
                <a:gd name="T21" fmla="*/ 6 h 395"/>
                <a:gd name="T22" fmla="*/ 783 w 375"/>
                <a:gd name="T23" fmla="*/ 3 h 395"/>
                <a:gd name="T24" fmla="*/ 780 w 375"/>
                <a:gd name="T25" fmla="*/ 0 h 395"/>
                <a:gd name="T26" fmla="*/ 769 w 375"/>
                <a:gd name="T27" fmla="*/ 0 h 395"/>
                <a:gd name="T28" fmla="*/ 20 w 375"/>
                <a:gd name="T29" fmla="*/ 0 h 395"/>
                <a:gd name="T30" fmla="*/ 20 w 375"/>
                <a:gd name="T31" fmla="*/ 40 h 395"/>
                <a:gd name="T32" fmla="*/ 769 w 375"/>
                <a:gd name="T33" fmla="*/ 40 h 395"/>
                <a:gd name="T34" fmla="*/ 750 w 375"/>
                <a:gd name="T35" fmla="*/ 20 h 395"/>
                <a:gd name="T36" fmla="*/ 750 w 375"/>
                <a:gd name="T37" fmla="*/ 798 h 395"/>
                <a:gd name="T38" fmla="*/ 769 w 375"/>
                <a:gd name="T39" fmla="*/ 778 h 395"/>
                <a:gd name="T40" fmla="*/ 20 w 375"/>
                <a:gd name="T41" fmla="*/ 778 h 395"/>
                <a:gd name="T42" fmla="*/ 40 w 375"/>
                <a:gd name="T43" fmla="*/ 798 h 395"/>
                <a:gd name="T44" fmla="*/ 40 w 375"/>
                <a:gd name="T45" fmla="*/ 20 h 395"/>
                <a:gd name="T46" fmla="*/ 20 w 375"/>
                <a:gd name="T47" fmla="*/ 40 h 395"/>
                <a:gd name="T48" fmla="*/ 20 w 375"/>
                <a:gd name="T49" fmla="*/ 0 h 39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75"/>
                <a:gd name="T76" fmla="*/ 0 h 395"/>
                <a:gd name="T77" fmla="*/ 375 w 375"/>
                <a:gd name="T78" fmla="*/ 395 h 39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75" h="395">
                  <a:moveTo>
                    <a:pt x="10" y="0"/>
                  </a:moveTo>
                  <a:lnTo>
                    <a:pt x="6" y="0"/>
                  </a:lnTo>
                  <a:lnTo>
                    <a:pt x="3" y="3"/>
                  </a:lnTo>
                  <a:lnTo>
                    <a:pt x="0" y="6"/>
                  </a:lnTo>
                  <a:lnTo>
                    <a:pt x="0" y="389"/>
                  </a:lnTo>
                  <a:lnTo>
                    <a:pt x="3" y="392"/>
                  </a:lnTo>
                  <a:lnTo>
                    <a:pt x="6" y="395"/>
                  </a:lnTo>
                  <a:lnTo>
                    <a:pt x="369" y="395"/>
                  </a:lnTo>
                  <a:lnTo>
                    <a:pt x="372" y="392"/>
                  </a:lnTo>
                  <a:lnTo>
                    <a:pt x="375" y="389"/>
                  </a:lnTo>
                  <a:lnTo>
                    <a:pt x="375" y="6"/>
                  </a:lnTo>
                  <a:lnTo>
                    <a:pt x="372" y="3"/>
                  </a:lnTo>
                  <a:lnTo>
                    <a:pt x="369" y="0"/>
                  </a:lnTo>
                  <a:lnTo>
                    <a:pt x="366" y="0"/>
                  </a:lnTo>
                  <a:lnTo>
                    <a:pt x="10" y="0"/>
                  </a:lnTo>
                  <a:lnTo>
                    <a:pt x="10" y="19"/>
                  </a:lnTo>
                  <a:lnTo>
                    <a:pt x="366" y="19"/>
                  </a:lnTo>
                  <a:lnTo>
                    <a:pt x="356" y="10"/>
                  </a:lnTo>
                  <a:lnTo>
                    <a:pt x="356" y="385"/>
                  </a:lnTo>
                  <a:lnTo>
                    <a:pt x="366" y="375"/>
                  </a:lnTo>
                  <a:lnTo>
                    <a:pt x="10" y="375"/>
                  </a:lnTo>
                  <a:lnTo>
                    <a:pt x="19" y="385"/>
                  </a:lnTo>
                  <a:lnTo>
                    <a:pt x="19" y="10"/>
                  </a:lnTo>
                  <a:lnTo>
                    <a:pt x="10" y="19"/>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Rectangle 69">
              <a:extLst>
                <a:ext uri="{FF2B5EF4-FFF2-40B4-BE49-F238E27FC236}">
                  <a16:creationId xmlns:a16="http://schemas.microsoft.com/office/drawing/2014/main" id="{D2495A50-6484-53A8-477E-EFB776C6011F}"/>
                </a:ext>
              </a:extLst>
            </p:cNvPr>
            <p:cNvSpPr>
              <a:spLocks noChangeAspect="1" noChangeArrowheads="1"/>
            </p:cNvSpPr>
            <p:nvPr/>
          </p:nvSpPr>
          <p:spPr bwMode="auto">
            <a:xfrm>
              <a:off x="4037" y="2399"/>
              <a:ext cx="24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300">
                  <a:solidFill>
                    <a:srgbClr val="000000"/>
                  </a:solidFill>
                </a:rPr>
                <a:t>MUX</a:t>
              </a:r>
              <a:endParaRPr lang="en-US" altLang="zh-CN" b="0"/>
            </a:p>
          </p:txBody>
        </p:sp>
        <p:sp>
          <p:nvSpPr>
            <p:cNvPr id="43" name="Rectangle 70">
              <a:extLst>
                <a:ext uri="{FF2B5EF4-FFF2-40B4-BE49-F238E27FC236}">
                  <a16:creationId xmlns:a16="http://schemas.microsoft.com/office/drawing/2014/main" id="{3F28A38F-B89A-C432-81E0-B6B669A098EF}"/>
                </a:ext>
              </a:extLst>
            </p:cNvPr>
            <p:cNvSpPr>
              <a:spLocks noChangeAspect="1" noChangeArrowheads="1"/>
            </p:cNvSpPr>
            <p:nvPr/>
          </p:nvSpPr>
          <p:spPr bwMode="auto">
            <a:xfrm>
              <a:off x="4083" y="2237"/>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S</a:t>
              </a:r>
              <a:endParaRPr lang="en-US" altLang="zh-CN" sz="3200" b="0"/>
            </a:p>
          </p:txBody>
        </p:sp>
        <p:sp>
          <p:nvSpPr>
            <p:cNvPr id="44" name="Rectangle 71">
              <a:extLst>
                <a:ext uri="{FF2B5EF4-FFF2-40B4-BE49-F238E27FC236}">
                  <a16:creationId xmlns:a16="http://schemas.microsoft.com/office/drawing/2014/main" id="{FF82E2FB-C5CA-3B0A-3AA2-F945D6D4FEF9}"/>
                </a:ext>
              </a:extLst>
            </p:cNvPr>
            <p:cNvSpPr>
              <a:spLocks noChangeAspect="1" noChangeArrowheads="1"/>
            </p:cNvSpPr>
            <p:nvPr/>
          </p:nvSpPr>
          <p:spPr bwMode="auto">
            <a:xfrm>
              <a:off x="3976" y="2274"/>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0</a:t>
              </a:r>
              <a:endParaRPr lang="en-US" altLang="zh-CN" sz="3200" b="0"/>
            </a:p>
          </p:txBody>
        </p:sp>
        <p:sp>
          <p:nvSpPr>
            <p:cNvPr id="45" name="Rectangle 72">
              <a:extLst>
                <a:ext uri="{FF2B5EF4-FFF2-40B4-BE49-F238E27FC236}">
                  <a16:creationId xmlns:a16="http://schemas.microsoft.com/office/drawing/2014/main" id="{CA6A1F6E-384C-A970-99D2-6AD0D3F5B602}"/>
                </a:ext>
              </a:extLst>
            </p:cNvPr>
            <p:cNvSpPr>
              <a:spLocks noChangeAspect="1" noChangeArrowheads="1"/>
            </p:cNvSpPr>
            <p:nvPr/>
          </p:nvSpPr>
          <p:spPr bwMode="auto">
            <a:xfrm>
              <a:off x="3974" y="2456"/>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1</a:t>
              </a:r>
              <a:endParaRPr lang="en-US" altLang="zh-CN" sz="3200" b="0"/>
            </a:p>
          </p:txBody>
        </p:sp>
        <p:sp>
          <p:nvSpPr>
            <p:cNvPr id="46" name="Freeform 76">
              <a:extLst>
                <a:ext uri="{FF2B5EF4-FFF2-40B4-BE49-F238E27FC236}">
                  <a16:creationId xmlns:a16="http://schemas.microsoft.com/office/drawing/2014/main" id="{B7A242E2-4A6E-054F-4806-6875AC10A18D}"/>
                </a:ext>
              </a:extLst>
            </p:cNvPr>
            <p:cNvSpPr>
              <a:spLocks noChangeAspect="1"/>
            </p:cNvSpPr>
            <p:nvPr/>
          </p:nvSpPr>
          <p:spPr bwMode="auto">
            <a:xfrm>
              <a:off x="4490" y="2369"/>
              <a:ext cx="113" cy="114"/>
            </a:xfrm>
            <a:custGeom>
              <a:avLst/>
              <a:gdLst>
                <a:gd name="T0" fmla="*/ 214 w 105"/>
                <a:gd name="T1" fmla="*/ 19 h 106"/>
                <a:gd name="T2" fmla="*/ 218 w 105"/>
                <a:gd name="T3" fmla="*/ 19 h 106"/>
                <a:gd name="T4" fmla="*/ 218 w 105"/>
                <a:gd name="T5" fmla="*/ 4 h 106"/>
                <a:gd name="T6" fmla="*/ 214 w 105"/>
                <a:gd name="T7" fmla="*/ 2 h 106"/>
                <a:gd name="T8" fmla="*/ 214 w 105"/>
                <a:gd name="T9" fmla="*/ 0 h 106"/>
                <a:gd name="T10" fmla="*/ 203 w 105"/>
                <a:gd name="T11" fmla="*/ 0 h 106"/>
                <a:gd name="T12" fmla="*/ 202 w 105"/>
                <a:gd name="T13" fmla="*/ 2 h 106"/>
                <a:gd name="T14" fmla="*/ 1 w 105"/>
                <a:gd name="T15" fmla="*/ 202 h 106"/>
                <a:gd name="T16" fmla="*/ 0 w 105"/>
                <a:gd name="T17" fmla="*/ 204 h 106"/>
                <a:gd name="T18" fmla="*/ 0 w 105"/>
                <a:gd name="T19" fmla="*/ 214 h 106"/>
                <a:gd name="T20" fmla="*/ 1 w 105"/>
                <a:gd name="T21" fmla="*/ 214 h 106"/>
                <a:gd name="T22" fmla="*/ 3 w 105"/>
                <a:gd name="T23" fmla="*/ 219 h 106"/>
                <a:gd name="T24" fmla="*/ 18 w 105"/>
                <a:gd name="T25" fmla="*/ 219 h 106"/>
                <a:gd name="T26" fmla="*/ 18 w 105"/>
                <a:gd name="T27" fmla="*/ 214 h 106"/>
                <a:gd name="T28" fmla="*/ 214 w 105"/>
                <a:gd name="T29" fmla="*/ 19 h 10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6"/>
                <a:gd name="T47" fmla="*/ 105 w 105"/>
                <a:gd name="T48" fmla="*/ 106 h 10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6">
                  <a:moveTo>
                    <a:pt x="103" y="9"/>
                  </a:moveTo>
                  <a:lnTo>
                    <a:pt x="105" y="9"/>
                  </a:lnTo>
                  <a:lnTo>
                    <a:pt x="105" y="4"/>
                  </a:lnTo>
                  <a:lnTo>
                    <a:pt x="103" y="2"/>
                  </a:lnTo>
                  <a:lnTo>
                    <a:pt x="103" y="0"/>
                  </a:lnTo>
                  <a:lnTo>
                    <a:pt x="98" y="0"/>
                  </a:lnTo>
                  <a:lnTo>
                    <a:pt x="97" y="2"/>
                  </a:lnTo>
                  <a:lnTo>
                    <a:pt x="1" y="98"/>
                  </a:lnTo>
                  <a:lnTo>
                    <a:pt x="0" y="99"/>
                  </a:lnTo>
                  <a:lnTo>
                    <a:pt x="0" y="104"/>
                  </a:lnTo>
                  <a:lnTo>
                    <a:pt x="1" y="104"/>
                  </a:lnTo>
                  <a:lnTo>
                    <a:pt x="3" y="106"/>
                  </a:lnTo>
                  <a:lnTo>
                    <a:pt x="8" y="106"/>
                  </a:lnTo>
                  <a:lnTo>
                    <a:pt x="8" y="104"/>
                  </a:lnTo>
                  <a:lnTo>
                    <a:pt x="103"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Rectangle 77">
              <a:extLst>
                <a:ext uri="{FF2B5EF4-FFF2-40B4-BE49-F238E27FC236}">
                  <a16:creationId xmlns:a16="http://schemas.microsoft.com/office/drawing/2014/main" id="{24609C75-06BD-4962-3015-1CA2F88119DC}"/>
                </a:ext>
              </a:extLst>
            </p:cNvPr>
            <p:cNvSpPr>
              <a:spLocks noChangeAspect="1" noChangeArrowheads="1"/>
            </p:cNvSpPr>
            <p:nvPr/>
          </p:nvSpPr>
          <p:spPr bwMode="auto">
            <a:xfrm>
              <a:off x="4474" y="2251"/>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300">
                  <a:solidFill>
                    <a:srgbClr val="000000"/>
                  </a:solidFill>
                </a:rPr>
                <a:t>n</a:t>
              </a:r>
              <a:endParaRPr lang="en-US" altLang="zh-CN" b="0"/>
            </a:p>
          </p:txBody>
        </p:sp>
        <p:sp>
          <p:nvSpPr>
            <p:cNvPr id="48" name="Freeform 78">
              <a:extLst>
                <a:ext uri="{FF2B5EF4-FFF2-40B4-BE49-F238E27FC236}">
                  <a16:creationId xmlns:a16="http://schemas.microsoft.com/office/drawing/2014/main" id="{AF2FB66D-F220-8DFD-3A69-3D5E70A652CC}"/>
                </a:ext>
              </a:extLst>
            </p:cNvPr>
            <p:cNvSpPr>
              <a:spLocks noChangeAspect="1"/>
            </p:cNvSpPr>
            <p:nvPr/>
          </p:nvSpPr>
          <p:spPr bwMode="auto">
            <a:xfrm>
              <a:off x="4112" y="2042"/>
              <a:ext cx="20" cy="186"/>
            </a:xfrm>
            <a:custGeom>
              <a:avLst/>
              <a:gdLst>
                <a:gd name="T0" fmla="*/ 29 w 19"/>
                <a:gd name="T1" fmla="*/ 19 h 173"/>
                <a:gd name="T2" fmla="*/ 29 w 19"/>
                <a:gd name="T3" fmla="*/ 6 h 173"/>
                <a:gd name="T4" fmla="*/ 26 w 19"/>
                <a:gd name="T5" fmla="*/ 3 h 173"/>
                <a:gd name="T6" fmla="*/ 23 w 19"/>
                <a:gd name="T7" fmla="*/ 0 h 173"/>
                <a:gd name="T8" fmla="*/ 6 w 19"/>
                <a:gd name="T9" fmla="*/ 0 h 173"/>
                <a:gd name="T10" fmla="*/ 3 w 19"/>
                <a:gd name="T11" fmla="*/ 3 h 173"/>
                <a:gd name="T12" fmla="*/ 0 w 19"/>
                <a:gd name="T13" fmla="*/ 6 h 173"/>
                <a:gd name="T14" fmla="*/ 0 w 19"/>
                <a:gd name="T15" fmla="*/ 341 h 173"/>
                <a:gd name="T16" fmla="*/ 3 w 19"/>
                <a:gd name="T17" fmla="*/ 350 h 173"/>
                <a:gd name="T18" fmla="*/ 6 w 19"/>
                <a:gd name="T19" fmla="*/ 357 h 173"/>
                <a:gd name="T20" fmla="*/ 23 w 19"/>
                <a:gd name="T21" fmla="*/ 357 h 173"/>
                <a:gd name="T22" fmla="*/ 26 w 19"/>
                <a:gd name="T23" fmla="*/ 350 h 173"/>
                <a:gd name="T24" fmla="*/ 29 w 19"/>
                <a:gd name="T25" fmla="*/ 341 h 173"/>
                <a:gd name="T26" fmla="*/ 29 w 19"/>
                <a:gd name="T27" fmla="*/ 335 h 173"/>
                <a:gd name="T28" fmla="*/ 29 w 19"/>
                <a:gd name="T29" fmla="*/ 19 h 17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173"/>
                <a:gd name="T47" fmla="*/ 19 w 19"/>
                <a:gd name="T48" fmla="*/ 173 h 17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173">
                  <a:moveTo>
                    <a:pt x="19" y="9"/>
                  </a:moveTo>
                  <a:lnTo>
                    <a:pt x="19" y="6"/>
                  </a:lnTo>
                  <a:lnTo>
                    <a:pt x="16" y="3"/>
                  </a:lnTo>
                  <a:lnTo>
                    <a:pt x="13" y="0"/>
                  </a:lnTo>
                  <a:lnTo>
                    <a:pt x="6" y="0"/>
                  </a:lnTo>
                  <a:lnTo>
                    <a:pt x="3" y="3"/>
                  </a:lnTo>
                  <a:lnTo>
                    <a:pt x="0" y="6"/>
                  </a:lnTo>
                  <a:lnTo>
                    <a:pt x="0" y="166"/>
                  </a:lnTo>
                  <a:lnTo>
                    <a:pt x="3" y="169"/>
                  </a:lnTo>
                  <a:lnTo>
                    <a:pt x="6" y="173"/>
                  </a:lnTo>
                  <a:lnTo>
                    <a:pt x="13" y="173"/>
                  </a:lnTo>
                  <a:lnTo>
                    <a:pt x="16" y="169"/>
                  </a:lnTo>
                  <a:lnTo>
                    <a:pt x="19" y="166"/>
                  </a:lnTo>
                  <a:lnTo>
                    <a:pt x="19" y="163"/>
                  </a:lnTo>
                  <a:lnTo>
                    <a:pt x="1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90">
              <a:extLst>
                <a:ext uri="{FF2B5EF4-FFF2-40B4-BE49-F238E27FC236}">
                  <a16:creationId xmlns:a16="http://schemas.microsoft.com/office/drawing/2014/main" id="{3A54AE44-97F1-D1DE-2B2B-C58395DD8F78}"/>
                </a:ext>
              </a:extLst>
            </p:cNvPr>
            <p:cNvSpPr>
              <a:spLocks noChangeAspect="1"/>
            </p:cNvSpPr>
            <p:nvPr/>
          </p:nvSpPr>
          <p:spPr bwMode="auto">
            <a:xfrm>
              <a:off x="3609" y="3589"/>
              <a:ext cx="114" cy="112"/>
            </a:xfrm>
            <a:custGeom>
              <a:avLst/>
              <a:gdLst>
                <a:gd name="T0" fmla="*/ 214 w 106"/>
                <a:gd name="T1" fmla="*/ 18 h 104"/>
                <a:gd name="T2" fmla="*/ 219 w 106"/>
                <a:gd name="T3" fmla="*/ 18 h 104"/>
                <a:gd name="T4" fmla="*/ 219 w 106"/>
                <a:gd name="T5" fmla="*/ 3 h 104"/>
                <a:gd name="T6" fmla="*/ 214 w 106"/>
                <a:gd name="T7" fmla="*/ 1 h 104"/>
                <a:gd name="T8" fmla="*/ 214 w 106"/>
                <a:gd name="T9" fmla="*/ 0 h 104"/>
                <a:gd name="T10" fmla="*/ 204 w 106"/>
                <a:gd name="T11" fmla="*/ 0 h 104"/>
                <a:gd name="T12" fmla="*/ 199 w 106"/>
                <a:gd name="T13" fmla="*/ 1 h 104"/>
                <a:gd name="T14" fmla="*/ 2 w 106"/>
                <a:gd name="T15" fmla="*/ 198 h 104"/>
                <a:gd name="T16" fmla="*/ 0 w 106"/>
                <a:gd name="T17" fmla="*/ 198 h 104"/>
                <a:gd name="T18" fmla="*/ 0 w 106"/>
                <a:gd name="T19" fmla="*/ 210 h 104"/>
                <a:gd name="T20" fmla="*/ 2 w 106"/>
                <a:gd name="T21" fmla="*/ 213 h 104"/>
                <a:gd name="T22" fmla="*/ 2 w 106"/>
                <a:gd name="T23" fmla="*/ 221 h 104"/>
                <a:gd name="T24" fmla="*/ 17 w 106"/>
                <a:gd name="T25" fmla="*/ 221 h 104"/>
                <a:gd name="T26" fmla="*/ 18 w 106"/>
                <a:gd name="T27" fmla="*/ 213 h 104"/>
                <a:gd name="T28" fmla="*/ 214 w 106"/>
                <a:gd name="T29" fmla="*/ 18 h 10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4"/>
                <a:gd name="T47" fmla="*/ 106 w 106"/>
                <a:gd name="T48" fmla="*/ 104 h 10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4">
                  <a:moveTo>
                    <a:pt x="104" y="8"/>
                  </a:moveTo>
                  <a:lnTo>
                    <a:pt x="106" y="8"/>
                  </a:lnTo>
                  <a:lnTo>
                    <a:pt x="106" y="3"/>
                  </a:lnTo>
                  <a:lnTo>
                    <a:pt x="104" y="1"/>
                  </a:lnTo>
                  <a:lnTo>
                    <a:pt x="104" y="0"/>
                  </a:lnTo>
                  <a:lnTo>
                    <a:pt x="99" y="0"/>
                  </a:lnTo>
                  <a:lnTo>
                    <a:pt x="97" y="1"/>
                  </a:lnTo>
                  <a:lnTo>
                    <a:pt x="2" y="95"/>
                  </a:lnTo>
                  <a:lnTo>
                    <a:pt x="0" y="95"/>
                  </a:lnTo>
                  <a:lnTo>
                    <a:pt x="0" y="100"/>
                  </a:lnTo>
                  <a:lnTo>
                    <a:pt x="2" y="102"/>
                  </a:lnTo>
                  <a:lnTo>
                    <a:pt x="2" y="104"/>
                  </a:lnTo>
                  <a:lnTo>
                    <a:pt x="7" y="104"/>
                  </a:lnTo>
                  <a:lnTo>
                    <a:pt x="8" y="102"/>
                  </a:lnTo>
                  <a:lnTo>
                    <a:pt x="10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Rectangle 91">
              <a:extLst>
                <a:ext uri="{FF2B5EF4-FFF2-40B4-BE49-F238E27FC236}">
                  <a16:creationId xmlns:a16="http://schemas.microsoft.com/office/drawing/2014/main" id="{30F5C07A-60D2-D276-C8CF-1C34395A315D}"/>
                </a:ext>
              </a:extLst>
            </p:cNvPr>
            <p:cNvSpPr>
              <a:spLocks noChangeAspect="1" noChangeArrowheads="1"/>
            </p:cNvSpPr>
            <p:nvPr/>
          </p:nvSpPr>
          <p:spPr bwMode="auto">
            <a:xfrm>
              <a:off x="3593" y="3500"/>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300">
                  <a:solidFill>
                    <a:srgbClr val="000000"/>
                  </a:solidFill>
                </a:rPr>
                <a:t>n</a:t>
              </a:r>
              <a:endParaRPr lang="en-US" altLang="zh-CN" b="0"/>
            </a:p>
          </p:txBody>
        </p:sp>
        <p:sp>
          <p:nvSpPr>
            <p:cNvPr id="51" name="Freeform 95">
              <a:extLst>
                <a:ext uri="{FF2B5EF4-FFF2-40B4-BE49-F238E27FC236}">
                  <a16:creationId xmlns:a16="http://schemas.microsoft.com/office/drawing/2014/main" id="{02A5BCAC-0F8C-1FFF-7FEA-1CBC452CF4B4}"/>
                </a:ext>
              </a:extLst>
            </p:cNvPr>
            <p:cNvSpPr>
              <a:spLocks noChangeAspect="1"/>
            </p:cNvSpPr>
            <p:nvPr/>
          </p:nvSpPr>
          <p:spPr bwMode="auto">
            <a:xfrm>
              <a:off x="3598" y="3406"/>
              <a:ext cx="114" cy="114"/>
            </a:xfrm>
            <a:custGeom>
              <a:avLst/>
              <a:gdLst>
                <a:gd name="T0" fmla="*/ 214 w 106"/>
                <a:gd name="T1" fmla="*/ 18 h 106"/>
                <a:gd name="T2" fmla="*/ 219 w 106"/>
                <a:gd name="T3" fmla="*/ 18 h 106"/>
                <a:gd name="T4" fmla="*/ 219 w 106"/>
                <a:gd name="T5" fmla="*/ 3 h 106"/>
                <a:gd name="T6" fmla="*/ 214 w 106"/>
                <a:gd name="T7" fmla="*/ 2 h 106"/>
                <a:gd name="T8" fmla="*/ 214 w 106"/>
                <a:gd name="T9" fmla="*/ 0 h 106"/>
                <a:gd name="T10" fmla="*/ 204 w 106"/>
                <a:gd name="T11" fmla="*/ 0 h 106"/>
                <a:gd name="T12" fmla="*/ 202 w 106"/>
                <a:gd name="T13" fmla="*/ 2 h 106"/>
                <a:gd name="T14" fmla="*/ 2 w 106"/>
                <a:gd name="T15" fmla="*/ 199 h 106"/>
                <a:gd name="T16" fmla="*/ 0 w 106"/>
                <a:gd name="T17" fmla="*/ 204 h 106"/>
                <a:gd name="T18" fmla="*/ 0 w 106"/>
                <a:gd name="T19" fmla="*/ 214 h 106"/>
                <a:gd name="T20" fmla="*/ 2 w 106"/>
                <a:gd name="T21" fmla="*/ 214 h 106"/>
                <a:gd name="T22" fmla="*/ 4 w 106"/>
                <a:gd name="T23" fmla="*/ 219 h 106"/>
                <a:gd name="T24" fmla="*/ 19 w 106"/>
                <a:gd name="T25" fmla="*/ 219 h 106"/>
                <a:gd name="T26" fmla="*/ 19 w 106"/>
                <a:gd name="T27" fmla="*/ 214 h 106"/>
                <a:gd name="T28" fmla="*/ 214 w 106"/>
                <a:gd name="T29" fmla="*/ 18 h 10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6"/>
                <a:gd name="T47" fmla="*/ 106 w 106"/>
                <a:gd name="T48" fmla="*/ 106 h 10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6">
                  <a:moveTo>
                    <a:pt x="104" y="8"/>
                  </a:moveTo>
                  <a:lnTo>
                    <a:pt x="106" y="8"/>
                  </a:lnTo>
                  <a:lnTo>
                    <a:pt x="106" y="3"/>
                  </a:lnTo>
                  <a:lnTo>
                    <a:pt x="104" y="2"/>
                  </a:lnTo>
                  <a:lnTo>
                    <a:pt x="104" y="0"/>
                  </a:lnTo>
                  <a:lnTo>
                    <a:pt x="99" y="0"/>
                  </a:lnTo>
                  <a:lnTo>
                    <a:pt x="98" y="2"/>
                  </a:lnTo>
                  <a:lnTo>
                    <a:pt x="2" y="97"/>
                  </a:lnTo>
                  <a:lnTo>
                    <a:pt x="0" y="99"/>
                  </a:lnTo>
                  <a:lnTo>
                    <a:pt x="0" y="104"/>
                  </a:lnTo>
                  <a:lnTo>
                    <a:pt x="2" y="104"/>
                  </a:lnTo>
                  <a:lnTo>
                    <a:pt x="4" y="106"/>
                  </a:lnTo>
                  <a:lnTo>
                    <a:pt x="9" y="106"/>
                  </a:lnTo>
                  <a:lnTo>
                    <a:pt x="9" y="104"/>
                  </a:lnTo>
                  <a:lnTo>
                    <a:pt x="10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Rectangle 96">
              <a:extLst>
                <a:ext uri="{FF2B5EF4-FFF2-40B4-BE49-F238E27FC236}">
                  <a16:creationId xmlns:a16="http://schemas.microsoft.com/office/drawing/2014/main" id="{5A56952A-D9DC-DFAD-9EB8-7864DA453D96}"/>
                </a:ext>
              </a:extLst>
            </p:cNvPr>
            <p:cNvSpPr>
              <a:spLocks noChangeAspect="1" noChangeArrowheads="1"/>
            </p:cNvSpPr>
            <p:nvPr/>
          </p:nvSpPr>
          <p:spPr bwMode="auto">
            <a:xfrm>
              <a:off x="3582" y="3319"/>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300">
                  <a:solidFill>
                    <a:srgbClr val="000000"/>
                  </a:solidFill>
                </a:rPr>
                <a:t>n</a:t>
              </a:r>
              <a:endParaRPr lang="en-US" altLang="zh-CN" b="0"/>
            </a:p>
          </p:txBody>
        </p:sp>
        <p:sp>
          <p:nvSpPr>
            <p:cNvPr id="53" name="Freeform 97">
              <a:extLst>
                <a:ext uri="{FF2B5EF4-FFF2-40B4-BE49-F238E27FC236}">
                  <a16:creationId xmlns:a16="http://schemas.microsoft.com/office/drawing/2014/main" id="{95B9D694-6B17-F987-672F-FC44FAD36D89}"/>
                </a:ext>
              </a:extLst>
            </p:cNvPr>
            <p:cNvSpPr>
              <a:spLocks noChangeAspect="1"/>
            </p:cNvSpPr>
            <p:nvPr/>
          </p:nvSpPr>
          <p:spPr bwMode="auto">
            <a:xfrm>
              <a:off x="3915" y="3314"/>
              <a:ext cx="404" cy="426"/>
            </a:xfrm>
            <a:custGeom>
              <a:avLst/>
              <a:gdLst>
                <a:gd name="T0" fmla="*/ 20 w 375"/>
                <a:gd name="T1" fmla="*/ 0 h 396"/>
                <a:gd name="T2" fmla="*/ 6 w 375"/>
                <a:gd name="T3" fmla="*/ 0 h 396"/>
                <a:gd name="T4" fmla="*/ 3 w 375"/>
                <a:gd name="T5" fmla="*/ 4 h 396"/>
                <a:gd name="T6" fmla="*/ 0 w 375"/>
                <a:gd name="T7" fmla="*/ 17 h 396"/>
                <a:gd name="T8" fmla="*/ 0 w 375"/>
                <a:gd name="T9" fmla="*/ 807 h 396"/>
                <a:gd name="T10" fmla="*/ 3 w 375"/>
                <a:gd name="T11" fmla="*/ 815 h 396"/>
                <a:gd name="T12" fmla="*/ 6 w 375"/>
                <a:gd name="T13" fmla="*/ 821 h 396"/>
                <a:gd name="T14" fmla="*/ 780 w 375"/>
                <a:gd name="T15" fmla="*/ 821 h 396"/>
                <a:gd name="T16" fmla="*/ 783 w 375"/>
                <a:gd name="T17" fmla="*/ 815 h 396"/>
                <a:gd name="T18" fmla="*/ 790 w 375"/>
                <a:gd name="T19" fmla="*/ 807 h 396"/>
                <a:gd name="T20" fmla="*/ 790 w 375"/>
                <a:gd name="T21" fmla="*/ 17 h 396"/>
                <a:gd name="T22" fmla="*/ 783 w 375"/>
                <a:gd name="T23" fmla="*/ 4 h 396"/>
                <a:gd name="T24" fmla="*/ 780 w 375"/>
                <a:gd name="T25" fmla="*/ 0 h 396"/>
                <a:gd name="T26" fmla="*/ 769 w 375"/>
                <a:gd name="T27" fmla="*/ 0 h 396"/>
                <a:gd name="T28" fmla="*/ 20 w 375"/>
                <a:gd name="T29" fmla="*/ 0 h 396"/>
                <a:gd name="T30" fmla="*/ 20 w 375"/>
                <a:gd name="T31" fmla="*/ 43 h 396"/>
                <a:gd name="T32" fmla="*/ 769 w 375"/>
                <a:gd name="T33" fmla="*/ 43 h 396"/>
                <a:gd name="T34" fmla="*/ 750 w 375"/>
                <a:gd name="T35" fmla="*/ 20 h 396"/>
                <a:gd name="T36" fmla="*/ 750 w 375"/>
                <a:gd name="T37" fmla="*/ 799 h 396"/>
                <a:gd name="T38" fmla="*/ 769 w 375"/>
                <a:gd name="T39" fmla="*/ 779 h 396"/>
                <a:gd name="T40" fmla="*/ 20 w 375"/>
                <a:gd name="T41" fmla="*/ 779 h 396"/>
                <a:gd name="T42" fmla="*/ 40 w 375"/>
                <a:gd name="T43" fmla="*/ 799 h 396"/>
                <a:gd name="T44" fmla="*/ 40 w 375"/>
                <a:gd name="T45" fmla="*/ 20 h 396"/>
                <a:gd name="T46" fmla="*/ 20 w 375"/>
                <a:gd name="T47" fmla="*/ 43 h 396"/>
                <a:gd name="T48" fmla="*/ 20 w 375"/>
                <a:gd name="T49" fmla="*/ 0 h 39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75"/>
                <a:gd name="T76" fmla="*/ 0 h 396"/>
                <a:gd name="T77" fmla="*/ 375 w 375"/>
                <a:gd name="T78" fmla="*/ 396 h 39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75" h="396">
                  <a:moveTo>
                    <a:pt x="10" y="0"/>
                  </a:moveTo>
                  <a:lnTo>
                    <a:pt x="6" y="0"/>
                  </a:lnTo>
                  <a:lnTo>
                    <a:pt x="3" y="4"/>
                  </a:lnTo>
                  <a:lnTo>
                    <a:pt x="0" y="7"/>
                  </a:lnTo>
                  <a:lnTo>
                    <a:pt x="0" y="389"/>
                  </a:lnTo>
                  <a:lnTo>
                    <a:pt x="3" y="393"/>
                  </a:lnTo>
                  <a:lnTo>
                    <a:pt x="6" y="396"/>
                  </a:lnTo>
                  <a:lnTo>
                    <a:pt x="369" y="396"/>
                  </a:lnTo>
                  <a:lnTo>
                    <a:pt x="372" y="393"/>
                  </a:lnTo>
                  <a:lnTo>
                    <a:pt x="375" y="389"/>
                  </a:lnTo>
                  <a:lnTo>
                    <a:pt x="375" y="7"/>
                  </a:lnTo>
                  <a:lnTo>
                    <a:pt x="372" y="4"/>
                  </a:lnTo>
                  <a:lnTo>
                    <a:pt x="369" y="0"/>
                  </a:lnTo>
                  <a:lnTo>
                    <a:pt x="366" y="0"/>
                  </a:lnTo>
                  <a:lnTo>
                    <a:pt x="10" y="0"/>
                  </a:lnTo>
                  <a:lnTo>
                    <a:pt x="10" y="20"/>
                  </a:lnTo>
                  <a:lnTo>
                    <a:pt x="366" y="20"/>
                  </a:lnTo>
                  <a:lnTo>
                    <a:pt x="356" y="10"/>
                  </a:lnTo>
                  <a:lnTo>
                    <a:pt x="356" y="386"/>
                  </a:lnTo>
                  <a:lnTo>
                    <a:pt x="366" y="376"/>
                  </a:lnTo>
                  <a:lnTo>
                    <a:pt x="10" y="376"/>
                  </a:lnTo>
                  <a:lnTo>
                    <a:pt x="19" y="386"/>
                  </a:lnTo>
                  <a:lnTo>
                    <a:pt x="19" y="10"/>
                  </a:lnTo>
                  <a:lnTo>
                    <a:pt x="10" y="2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Rectangle 98">
              <a:extLst>
                <a:ext uri="{FF2B5EF4-FFF2-40B4-BE49-F238E27FC236}">
                  <a16:creationId xmlns:a16="http://schemas.microsoft.com/office/drawing/2014/main" id="{FD439A61-CD49-731A-8A49-1CD74A1A2631}"/>
                </a:ext>
              </a:extLst>
            </p:cNvPr>
            <p:cNvSpPr>
              <a:spLocks noChangeAspect="1" noChangeArrowheads="1"/>
            </p:cNvSpPr>
            <p:nvPr/>
          </p:nvSpPr>
          <p:spPr bwMode="auto">
            <a:xfrm>
              <a:off x="4031" y="3502"/>
              <a:ext cx="24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300">
                  <a:solidFill>
                    <a:srgbClr val="000000"/>
                  </a:solidFill>
                </a:rPr>
                <a:t>MUX</a:t>
              </a:r>
              <a:endParaRPr lang="en-US" altLang="zh-CN" b="0"/>
            </a:p>
          </p:txBody>
        </p:sp>
        <p:sp>
          <p:nvSpPr>
            <p:cNvPr id="55" name="Rectangle 99">
              <a:extLst>
                <a:ext uri="{FF2B5EF4-FFF2-40B4-BE49-F238E27FC236}">
                  <a16:creationId xmlns:a16="http://schemas.microsoft.com/office/drawing/2014/main" id="{A086877F-83D5-3EB8-EE73-9FADE85586DB}"/>
                </a:ext>
              </a:extLst>
            </p:cNvPr>
            <p:cNvSpPr>
              <a:spLocks noChangeAspect="1" noChangeArrowheads="1"/>
            </p:cNvSpPr>
            <p:nvPr/>
          </p:nvSpPr>
          <p:spPr bwMode="auto">
            <a:xfrm>
              <a:off x="4077" y="3339"/>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S</a:t>
              </a:r>
              <a:endParaRPr lang="en-US" altLang="zh-CN" sz="3200" b="0"/>
            </a:p>
          </p:txBody>
        </p:sp>
        <p:sp>
          <p:nvSpPr>
            <p:cNvPr id="56" name="Rectangle 100">
              <a:extLst>
                <a:ext uri="{FF2B5EF4-FFF2-40B4-BE49-F238E27FC236}">
                  <a16:creationId xmlns:a16="http://schemas.microsoft.com/office/drawing/2014/main" id="{170C8A48-0510-7EA5-D15F-DC682824C96E}"/>
                </a:ext>
              </a:extLst>
            </p:cNvPr>
            <p:cNvSpPr>
              <a:spLocks noChangeAspect="1" noChangeArrowheads="1"/>
            </p:cNvSpPr>
            <p:nvPr/>
          </p:nvSpPr>
          <p:spPr bwMode="auto">
            <a:xfrm>
              <a:off x="3971" y="3385"/>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0</a:t>
              </a:r>
              <a:endParaRPr lang="en-US" altLang="zh-CN" sz="3200" b="0"/>
            </a:p>
          </p:txBody>
        </p:sp>
        <p:sp>
          <p:nvSpPr>
            <p:cNvPr id="57" name="Rectangle 101">
              <a:extLst>
                <a:ext uri="{FF2B5EF4-FFF2-40B4-BE49-F238E27FC236}">
                  <a16:creationId xmlns:a16="http://schemas.microsoft.com/office/drawing/2014/main" id="{3FBE03D9-F501-1DAA-255A-89F8012375A8}"/>
                </a:ext>
              </a:extLst>
            </p:cNvPr>
            <p:cNvSpPr>
              <a:spLocks noChangeAspect="1" noChangeArrowheads="1"/>
            </p:cNvSpPr>
            <p:nvPr/>
          </p:nvSpPr>
          <p:spPr bwMode="auto">
            <a:xfrm>
              <a:off x="3968" y="3561"/>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1</a:t>
              </a:r>
              <a:endParaRPr lang="en-US" altLang="zh-CN" sz="3200" b="0"/>
            </a:p>
          </p:txBody>
        </p:sp>
        <p:sp>
          <p:nvSpPr>
            <p:cNvPr id="58" name="Freeform 105">
              <a:extLst>
                <a:ext uri="{FF2B5EF4-FFF2-40B4-BE49-F238E27FC236}">
                  <a16:creationId xmlns:a16="http://schemas.microsoft.com/office/drawing/2014/main" id="{F9CF504E-23CC-1B9C-0329-99BC7C5DE773}"/>
                </a:ext>
              </a:extLst>
            </p:cNvPr>
            <p:cNvSpPr>
              <a:spLocks noChangeAspect="1"/>
            </p:cNvSpPr>
            <p:nvPr/>
          </p:nvSpPr>
          <p:spPr bwMode="auto">
            <a:xfrm>
              <a:off x="4485" y="3474"/>
              <a:ext cx="113" cy="114"/>
            </a:xfrm>
            <a:custGeom>
              <a:avLst/>
              <a:gdLst>
                <a:gd name="T0" fmla="*/ 214 w 105"/>
                <a:gd name="T1" fmla="*/ 18 h 106"/>
                <a:gd name="T2" fmla="*/ 218 w 105"/>
                <a:gd name="T3" fmla="*/ 18 h 106"/>
                <a:gd name="T4" fmla="*/ 218 w 105"/>
                <a:gd name="T5" fmla="*/ 3 h 106"/>
                <a:gd name="T6" fmla="*/ 214 w 105"/>
                <a:gd name="T7" fmla="*/ 2 h 106"/>
                <a:gd name="T8" fmla="*/ 214 w 105"/>
                <a:gd name="T9" fmla="*/ 0 h 106"/>
                <a:gd name="T10" fmla="*/ 203 w 105"/>
                <a:gd name="T11" fmla="*/ 0 h 106"/>
                <a:gd name="T12" fmla="*/ 202 w 105"/>
                <a:gd name="T13" fmla="*/ 2 h 106"/>
                <a:gd name="T14" fmla="*/ 1 w 105"/>
                <a:gd name="T15" fmla="*/ 199 h 106"/>
                <a:gd name="T16" fmla="*/ 0 w 105"/>
                <a:gd name="T17" fmla="*/ 204 h 106"/>
                <a:gd name="T18" fmla="*/ 0 w 105"/>
                <a:gd name="T19" fmla="*/ 214 h 106"/>
                <a:gd name="T20" fmla="*/ 1 w 105"/>
                <a:gd name="T21" fmla="*/ 214 h 106"/>
                <a:gd name="T22" fmla="*/ 3 w 105"/>
                <a:gd name="T23" fmla="*/ 219 h 106"/>
                <a:gd name="T24" fmla="*/ 18 w 105"/>
                <a:gd name="T25" fmla="*/ 219 h 106"/>
                <a:gd name="T26" fmla="*/ 18 w 105"/>
                <a:gd name="T27" fmla="*/ 214 h 106"/>
                <a:gd name="T28" fmla="*/ 214 w 105"/>
                <a:gd name="T29" fmla="*/ 18 h 10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6"/>
                <a:gd name="T47" fmla="*/ 105 w 105"/>
                <a:gd name="T48" fmla="*/ 106 h 10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6">
                  <a:moveTo>
                    <a:pt x="103" y="8"/>
                  </a:moveTo>
                  <a:lnTo>
                    <a:pt x="105" y="8"/>
                  </a:lnTo>
                  <a:lnTo>
                    <a:pt x="105" y="3"/>
                  </a:lnTo>
                  <a:lnTo>
                    <a:pt x="103" y="2"/>
                  </a:lnTo>
                  <a:lnTo>
                    <a:pt x="103" y="0"/>
                  </a:lnTo>
                  <a:lnTo>
                    <a:pt x="98" y="0"/>
                  </a:lnTo>
                  <a:lnTo>
                    <a:pt x="97" y="2"/>
                  </a:lnTo>
                  <a:lnTo>
                    <a:pt x="1" y="97"/>
                  </a:lnTo>
                  <a:lnTo>
                    <a:pt x="0" y="99"/>
                  </a:lnTo>
                  <a:lnTo>
                    <a:pt x="0" y="104"/>
                  </a:lnTo>
                  <a:lnTo>
                    <a:pt x="1" y="104"/>
                  </a:lnTo>
                  <a:lnTo>
                    <a:pt x="3" y="106"/>
                  </a:lnTo>
                  <a:lnTo>
                    <a:pt x="8" y="106"/>
                  </a:lnTo>
                  <a:lnTo>
                    <a:pt x="8" y="104"/>
                  </a:lnTo>
                  <a:lnTo>
                    <a:pt x="10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Rectangle 106">
              <a:extLst>
                <a:ext uri="{FF2B5EF4-FFF2-40B4-BE49-F238E27FC236}">
                  <a16:creationId xmlns:a16="http://schemas.microsoft.com/office/drawing/2014/main" id="{FC092609-6117-9F1F-F59A-6BC134814533}"/>
                </a:ext>
              </a:extLst>
            </p:cNvPr>
            <p:cNvSpPr>
              <a:spLocks noChangeAspect="1" noChangeArrowheads="1"/>
            </p:cNvSpPr>
            <p:nvPr/>
          </p:nvSpPr>
          <p:spPr bwMode="auto">
            <a:xfrm>
              <a:off x="4469" y="3362"/>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300">
                  <a:solidFill>
                    <a:srgbClr val="000000"/>
                  </a:solidFill>
                </a:rPr>
                <a:t>n</a:t>
              </a:r>
              <a:endParaRPr lang="en-US" altLang="zh-CN" b="0"/>
            </a:p>
          </p:txBody>
        </p:sp>
        <p:sp>
          <p:nvSpPr>
            <p:cNvPr id="60" name="Freeform 107">
              <a:extLst>
                <a:ext uri="{FF2B5EF4-FFF2-40B4-BE49-F238E27FC236}">
                  <a16:creationId xmlns:a16="http://schemas.microsoft.com/office/drawing/2014/main" id="{D7957112-7DB5-DBFA-F5B6-7B2AA4E7A42B}"/>
                </a:ext>
              </a:extLst>
            </p:cNvPr>
            <p:cNvSpPr>
              <a:spLocks noChangeAspect="1"/>
            </p:cNvSpPr>
            <p:nvPr/>
          </p:nvSpPr>
          <p:spPr bwMode="auto">
            <a:xfrm>
              <a:off x="4106" y="3133"/>
              <a:ext cx="21" cy="184"/>
            </a:xfrm>
            <a:custGeom>
              <a:avLst/>
              <a:gdLst>
                <a:gd name="T0" fmla="*/ 51 w 19"/>
                <a:gd name="T1" fmla="*/ 20 h 171"/>
                <a:gd name="T2" fmla="*/ 51 w 19"/>
                <a:gd name="T3" fmla="*/ 17 h 171"/>
                <a:gd name="T4" fmla="*/ 44 w 19"/>
                <a:gd name="T5" fmla="*/ 3 h 171"/>
                <a:gd name="T6" fmla="*/ 34 w 19"/>
                <a:gd name="T7" fmla="*/ 0 h 171"/>
                <a:gd name="T8" fmla="*/ 17 w 19"/>
                <a:gd name="T9" fmla="*/ 0 h 171"/>
                <a:gd name="T10" fmla="*/ 3 w 19"/>
                <a:gd name="T11" fmla="*/ 3 h 171"/>
                <a:gd name="T12" fmla="*/ 0 w 19"/>
                <a:gd name="T13" fmla="*/ 17 h 171"/>
                <a:gd name="T14" fmla="*/ 0 w 19"/>
                <a:gd name="T15" fmla="*/ 346 h 171"/>
                <a:gd name="T16" fmla="*/ 3 w 19"/>
                <a:gd name="T17" fmla="*/ 350 h 171"/>
                <a:gd name="T18" fmla="*/ 17 w 19"/>
                <a:gd name="T19" fmla="*/ 355 h 171"/>
                <a:gd name="T20" fmla="*/ 34 w 19"/>
                <a:gd name="T21" fmla="*/ 355 h 171"/>
                <a:gd name="T22" fmla="*/ 44 w 19"/>
                <a:gd name="T23" fmla="*/ 350 h 171"/>
                <a:gd name="T24" fmla="*/ 51 w 19"/>
                <a:gd name="T25" fmla="*/ 346 h 171"/>
                <a:gd name="T26" fmla="*/ 51 w 19"/>
                <a:gd name="T27" fmla="*/ 334 h 171"/>
                <a:gd name="T28" fmla="*/ 51 w 19"/>
                <a:gd name="T29" fmla="*/ 20 h 17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171"/>
                <a:gd name="T47" fmla="*/ 19 w 19"/>
                <a:gd name="T48" fmla="*/ 171 h 17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171">
                  <a:moveTo>
                    <a:pt x="19" y="10"/>
                  </a:moveTo>
                  <a:lnTo>
                    <a:pt x="19" y="7"/>
                  </a:lnTo>
                  <a:lnTo>
                    <a:pt x="16" y="3"/>
                  </a:lnTo>
                  <a:lnTo>
                    <a:pt x="13" y="0"/>
                  </a:lnTo>
                  <a:lnTo>
                    <a:pt x="6" y="0"/>
                  </a:lnTo>
                  <a:lnTo>
                    <a:pt x="3" y="3"/>
                  </a:lnTo>
                  <a:lnTo>
                    <a:pt x="0" y="7"/>
                  </a:lnTo>
                  <a:lnTo>
                    <a:pt x="0" y="165"/>
                  </a:lnTo>
                  <a:lnTo>
                    <a:pt x="3" y="168"/>
                  </a:lnTo>
                  <a:lnTo>
                    <a:pt x="6" y="171"/>
                  </a:lnTo>
                  <a:lnTo>
                    <a:pt x="13" y="171"/>
                  </a:lnTo>
                  <a:lnTo>
                    <a:pt x="16" y="168"/>
                  </a:lnTo>
                  <a:lnTo>
                    <a:pt x="19" y="165"/>
                  </a:lnTo>
                  <a:lnTo>
                    <a:pt x="19" y="161"/>
                  </a:lnTo>
                  <a:lnTo>
                    <a:pt x="19"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Line 212">
              <a:extLst>
                <a:ext uri="{FF2B5EF4-FFF2-40B4-BE49-F238E27FC236}">
                  <a16:creationId xmlns:a16="http://schemas.microsoft.com/office/drawing/2014/main" id="{4591693E-6723-E32F-A343-C35507000EAD}"/>
                </a:ext>
              </a:extLst>
            </p:cNvPr>
            <p:cNvSpPr>
              <a:spLocks noChangeShapeType="1"/>
            </p:cNvSpPr>
            <p:nvPr/>
          </p:nvSpPr>
          <p:spPr bwMode="auto">
            <a:xfrm>
              <a:off x="3333" y="1616"/>
              <a:ext cx="0" cy="18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Line 213">
              <a:extLst>
                <a:ext uri="{FF2B5EF4-FFF2-40B4-BE49-F238E27FC236}">
                  <a16:creationId xmlns:a16="http://schemas.microsoft.com/office/drawing/2014/main" id="{0C674D60-BD2F-0E74-ECD5-F410A129BF78}"/>
                </a:ext>
              </a:extLst>
            </p:cNvPr>
            <p:cNvSpPr>
              <a:spLocks noChangeShapeType="1"/>
            </p:cNvSpPr>
            <p:nvPr/>
          </p:nvSpPr>
          <p:spPr bwMode="auto">
            <a:xfrm>
              <a:off x="3061" y="1253"/>
              <a:ext cx="86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Line 214">
              <a:extLst>
                <a:ext uri="{FF2B5EF4-FFF2-40B4-BE49-F238E27FC236}">
                  <a16:creationId xmlns:a16="http://schemas.microsoft.com/office/drawing/2014/main" id="{ECFF532C-5C7A-491F-5B9C-A70D30338072}"/>
                </a:ext>
              </a:extLst>
            </p:cNvPr>
            <p:cNvSpPr>
              <a:spLocks noChangeShapeType="1"/>
            </p:cNvSpPr>
            <p:nvPr/>
          </p:nvSpPr>
          <p:spPr bwMode="auto">
            <a:xfrm>
              <a:off x="3197" y="1435"/>
              <a:ext cx="0" cy="2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 name="Line 215">
              <a:extLst>
                <a:ext uri="{FF2B5EF4-FFF2-40B4-BE49-F238E27FC236}">
                  <a16:creationId xmlns:a16="http://schemas.microsoft.com/office/drawing/2014/main" id="{8D707DAC-4340-4BD9-4F8F-3BCED1825339}"/>
                </a:ext>
              </a:extLst>
            </p:cNvPr>
            <p:cNvSpPr>
              <a:spLocks noChangeShapeType="1"/>
            </p:cNvSpPr>
            <p:nvPr/>
          </p:nvSpPr>
          <p:spPr bwMode="auto">
            <a:xfrm>
              <a:off x="3061" y="1253"/>
              <a:ext cx="0" cy="258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Line 216">
              <a:extLst>
                <a:ext uri="{FF2B5EF4-FFF2-40B4-BE49-F238E27FC236}">
                  <a16:creationId xmlns:a16="http://schemas.microsoft.com/office/drawing/2014/main" id="{1C567C4C-FC0B-0F25-797F-B882642AE49E}"/>
                </a:ext>
              </a:extLst>
            </p:cNvPr>
            <p:cNvSpPr>
              <a:spLocks noChangeShapeType="1"/>
            </p:cNvSpPr>
            <p:nvPr/>
          </p:nvSpPr>
          <p:spPr bwMode="auto">
            <a:xfrm>
              <a:off x="3197" y="1435"/>
              <a:ext cx="7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Line 217">
              <a:extLst>
                <a:ext uri="{FF2B5EF4-FFF2-40B4-BE49-F238E27FC236}">
                  <a16:creationId xmlns:a16="http://schemas.microsoft.com/office/drawing/2014/main" id="{A0DCF03D-529B-A7A5-BD1C-0A0467D6F254}"/>
                </a:ext>
              </a:extLst>
            </p:cNvPr>
            <p:cNvSpPr>
              <a:spLocks noChangeShapeType="1"/>
            </p:cNvSpPr>
            <p:nvPr/>
          </p:nvSpPr>
          <p:spPr bwMode="auto">
            <a:xfrm>
              <a:off x="3333" y="1616"/>
              <a:ext cx="142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 name="Line 218">
              <a:extLst>
                <a:ext uri="{FF2B5EF4-FFF2-40B4-BE49-F238E27FC236}">
                  <a16:creationId xmlns:a16="http://schemas.microsoft.com/office/drawing/2014/main" id="{B8CAC566-8190-166B-6443-B9B0528B0E07}"/>
                </a:ext>
              </a:extLst>
            </p:cNvPr>
            <p:cNvSpPr>
              <a:spLocks noChangeShapeType="1"/>
            </p:cNvSpPr>
            <p:nvPr/>
          </p:nvSpPr>
          <p:spPr bwMode="auto">
            <a:xfrm>
              <a:off x="3197" y="2727"/>
              <a:ext cx="1565"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8" name="Line 219">
              <a:extLst>
                <a:ext uri="{FF2B5EF4-FFF2-40B4-BE49-F238E27FC236}">
                  <a16:creationId xmlns:a16="http://schemas.microsoft.com/office/drawing/2014/main" id="{A6B1A953-2CB9-C975-C8AF-9911994DB30B}"/>
                </a:ext>
              </a:extLst>
            </p:cNvPr>
            <p:cNvSpPr>
              <a:spLocks noChangeShapeType="1"/>
            </p:cNvSpPr>
            <p:nvPr/>
          </p:nvSpPr>
          <p:spPr bwMode="auto">
            <a:xfrm>
              <a:off x="3061" y="3838"/>
              <a:ext cx="170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 name="Line 220">
              <a:extLst>
                <a:ext uri="{FF2B5EF4-FFF2-40B4-BE49-F238E27FC236}">
                  <a16:creationId xmlns:a16="http://schemas.microsoft.com/office/drawing/2014/main" id="{66336110-EFAE-D54A-AAE1-2FFF89FCF690}"/>
                </a:ext>
              </a:extLst>
            </p:cNvPr>
            <p:cNvSpPr>
              <a:spLocks noChangeShapeType="1"/>
            </p:cNvSpPr>
            <p:nvPr/>
          </p:nvSpPr>
          <p:spPr bwMode="auto">
            <a:xfrm>
              <a:off x="3333" y="2342"/>
              <a:ext cx="589"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70" name="Line 221">
              <a:extLst>
                <a:ext uri="{FF2B5EF4-FFF2-40B4-BE49-F238E27FC236}">
                  <a16:creationId xmlns:a16="http://schemas.microsoft.com/office/drawing/2014/main" id="{CFF3E75B-324B-2E85-0B69-53DE6A0AE35C}"/>
                </a:ext>
              </a:extLst>
            </p:cNvPr>
            <p:cNvSpPr>
              <a:spLocks noChangeShapeType="1"/>
            </p:cNvSpPr>
            <p:nvPr/>
          </p:nvSpPr>
          <p:spPr bwMode="auto">
            <a:xfrm>
              <a:off x="3061" y="2524"/>
              <a:ext cx="861"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71" name="Line 222">
              <a:extLst>
                <a:ext uri="{FF2B5EF4-FFF2-40B4-BE49-F238E27FC236}">
                  <a16:creationId xmlns:a16="http://schemas.microsoft.com/office/drawing/2014/main" id="{AF3B98F0-5984-2653-C48D-CF2437AA575D}"/>
                </a:ext>
              </a:extLst>
            </p:cNvPr>
            <p:cNvSpPr>
              <a:spLocks noChangeShapeType="1"/>
            </p:cNvSpPr>
            <p:nvPr/>
          </p:nvSpPr>
          <p:spPr bwMode="auto">
            <a:xfrm>
              <a:off x="3333" y="3453"/>
              <a:ext cx="58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223">
              <a:extLst>
                <a:ext uri="{FF2B5EF4-FFF2-40B4-BE49-F238E27FC236}">
                  <a16:creationId xmlns:a16="http://schemas.microsoft.com/office/drawing/2014/main" id="{37855AAC-E404-D3D4-EAE4-A6A7EE91EE14}"/>
                </a:ext>
              </a:extLst>
            </p:cNvPr>
            <p:cNvSpPr>
              <a:spLocks noChangeShapeType="1"/>
            </p:cNvSpPr>
            <p:nvPr/>
          </p:nvSpPr>
          <p:spPr bwMode="auto">
            <a:xfrm>
              <a:off x="3197" y="3635"/>
              <a:ext cx="7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Line 224">
              <a:extLst>
                <a:ext uri="{FF2B5EF4-FFF2-40B4-BE49-F238E27FC236}">
                  <a16:creationId xmlns:a16="http://schemas.microsoft.com/office/drawing/2014/main" id="{A536AA7A-FFED-6B25-3118-99DB4B19859A}"/>
                </a:ext>
              </a:extLst>
            </p:cNvPr>
            <p:cNvSpPr>
              <a:spLocks noChangeShapeType="1"/>
            </p:cNvSpPr>
            <p:nvPr/>
          </p:nvSpPr>
          <p:spPr bwMode="auto">
            <a:xfrm>
              <a:off x="4308" y="2432"/>
              <a:ext cx="454"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4" name="Line 225">
              <a:extLst>
                <a:ext uri="{FF2B5EF4-FFF2-40B4-BE49-F238E27FC236}">
                  <a16:creationId xmlns:a16="http://schemas.microsoft.com/office/drawing/2014/main" id="{9DEBC4E4-428B-E32C-F4F2-65EDF88E4B51}"/>
                </a:ext>
              </a:extLst>
            </p:cNvPr>
            <p:cNvSpPr>
              <a:spLocks noChangeShapeType="1"/>
            </p:cNvSpPr>
            <p:nvPr/>
          </p:nvSpPr>
          <p:spPr bwMode="auto">
            <a:xfrm>
              <a:off x="4308" y="3521"/>
              <a:ext cx="454"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5" name="Line 226">
              <a:extLst>
                <a:ext uri="{FF2B5EF4-FFF2-40B4-BE49-F238E27FC236}">
                  <a16:creationId xmlns:a16="http://schemas.microsoft.com/office/drawing/2014/main" id="{B249B6A5-0FBD-C337-81FF-7BC35E93135E}"/>
                </a:ext>
              </a:extLst>
            </p:cNvPr>
            <p:cNvSpPr>
              <a:spLocks noChangeShapeType="1"/>
            </p:cNvSpPr>
            <p:nvPr/>
          </p:nvSpPr>
          <p:spPr bwMode="auto">
            <a:xfrm>
              <a:off x="4308" y="1298"/>
              <a:ext cx="454"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sp>
        <p:nvSpPr>
          <p:cNvPr id="76" name="Line 229">
            <a:extLst>
              <a:ext uri="{FF2B5EF4-FFF2-40B4-BE49-F238E27FC236}">
                <a16:creationId xmlns:a16="http://schemas.microsoft.com/office/drawing/2014/main" id="{2CD3D7C7-358E-481B-320E-DEE84E29B3E4}"/>
              </a:ext>
            </a:extLst>
          </p:cNvPr>
          <p:cNvSpPr>
            <a:spLocks noChangeShapeType="1"/>
          </p:cNvSpPr>
          <p:nvPr/>
        </p:nvSpPr>
        <p:spPr bwMode="auto">
          <a:xfrm flipH="1">
            <a:off x="8357076" y="5875545"/>
            <a:ext cx="431800"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7" name="Line 230">
            <a:extLst>
              <a:ext uri="{FF2B5EF4-FFF2-40B4-BE49-F238E27FC236}">
                <a16:creationId xmlns:a16="http://schemas.microsoft.com/office/drawing/2014/main" id="{D7B12B47-497D-177C-6BBB-F88D1A4D988F}"/>
              </a:ext>
            </a:extLst>
          </p:cNvPr>
          <p:cNvSpPr>
            <a:spLocks noChangeShapeType="1"/>
          </p:cNvSpPr>
          <p:nvPr/>
        </p:nvSpPr>
        <p:spPr bwMode="auto">
          <a:xfrm flipH="1">
            <a:off x="8393588" y="4111833"/>
            <a:ext cx="431800"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8" name="Line 231">
            <a:extLst>
              <a:ext uri="{FF2B5EF4-FFF2-40B4-BE49-F238E27FC236}">
                <a16:creationId xmlns:a16="http://schemas.microsoft.com/office/drawing/2014/main" id="{A34D1C51-BD49-8E67-E144-E29B1FDDE19E}"/>
              </a:ext>
            </a:extLst>
          </p:cNvPr>
          <p:cNvSpPr>
            <a:spLocks noChangeShapeType="1"/>
          </p:cNvSpPr>
          <p:nvPr/>
        </p:nvSpPr>
        <p:spPr bwMode="auto">
          <a:xfrm flipH="1">
            <a:off x="8393588" y="2348120"/>
            <a:ext cx="431800"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9" name="Line 239">
            <a:extLst>
              <a:ext uri="{FF2B5EF4-FFF2-40B4-BE49-F238E27FC236}">
                <a16:creationId xmlns:a16="http://schemas.microsoft.com/office/drawing/2014/main" id="{7C30F009-DBB6-281D-5A9F-450A8B83C56F}"/>
              </a:ext>
            </a:extLst>
          </p:cNvPr>
          <p:cNvSpPr>
            <a:spLocks noChangeShapeType="1"/>
          </p:cNvSpPr>
          <p:nvPr/>
        </p:nvSpPr>
        <p:spPr bwMode="auto">
          <a:xfrm flipH="1">
            <a:off x="8393588" y="1843295"/>
            <a:ext cx="431800" cy="0"/>
          </a:xfrm>
          <a:prstGeom prst="line">
            <a:avLst/>
          </a:prstGeom>
          <a:noFill/>
          <a:ln w="2857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80" name="Line 240">
            <a:extLst>
              <a:ext uri="{FF2B5EF4-FFF2-40B4-BE49-F238E27FC236}">
                <a16:creationId xmlns:a16="http://schemas.microsoft.com/office/drawing/2014/main" id="{142739D6-AFBB-8954-0D64-DDFD8D76AF78}"/>
              </a:ext>
            </a:extLst>
          </p:cNvPr>
          <p:cNvSpPr>
            <a:spLocks noChangeShapeType="1"/>
          </p:cNvSpPr>
          <p:nvPr/>
        </p:nvSpPr>
        <p:spPr bwMode="auto">
          <a:xfrm flipH="1">
            <a:off x="8393588" y="3643520"/>
            <a:ext cx="431800" cy="0"/>
          </a:xfrm>
          <a:prstGeom prst="line">
            <a:avLst/>
          </a:prstGeom>
          <a:noFill/>
          <a:ln w="2857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81" name="Line 241">
            <a:extLst>
              <a:ext uri="{FF2B5EF4-FFF2-40B4-BE49-F238E27FC236}">
                <a16:creationId xmlns:a16="http://schemas.microsoft.com/office/drawing/2014/main" id="{60F27526-A328-9300-D11B-63E8423CA41F}"/>
              </a:ext>
            </a:extLst>
          </p:cNvPr>
          <p:cNvSpPr>
            <a:spLocks noChangeShapeType="1"/>
          </p:cNvSpPr>
          <p:nvPr/>
        </p:nvSpPr>
        <p:spPr bwMode="auto">
          <a:xfrm flipH="1">
            <a:off x="8393588" y="5372308"/>
            <a:ext cx="431800" cy="0"/>
          </a:xfrm>
          <a:prstGeom prst="line">
            <a:avLst/>
          </a:prstGeom>
          <a:noFill/>
          <a:ln w="2857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grpSp>
        <p:nvGrpSpPr>
          <p:cNvPr id="82" name="Group 243">
            <a:extLst>
              <a:ext uri="{FF2B5EF4-FFF2-40B4-BE49-F238E27FC236}">
                <a16:creationId xmlns:a16="http://schemas.microsoft.com/office/drawing/2014/main" id="{BC3F45C2-6EA4-CD36-5513-EFB75277BDB4}"/>
              </a:ext>
            </a:extLst>
          </p:cNvPr>
          <p:cNvGrpSpPr>
            <a:grpSpLocks/>
          </p:cNvGrpSpPr>
          <p:nvPr/>
        </p:nvGrpSpPr>
        <p:grpSpPr bwMode="auto">
          <a:xfrm>
            <a:off x="1080555" y="4619833"/>
            <a:ext cx="1517650" cy="519112"/>
            <a:chOff x="521" y="3301"/>
            <a:chExt cx="956" cy="327"/>
          </a:xfrm>
        </p:grpSpPr>
        <p:sp>
          <p:nvSpPr>
            <p:cNvPr id="83" name="Text Box 232">
              <a:extLst>
                <a:ext uri="{FF2B5EF4-FFF2-40B4-BE49-F238E27FC236}">
                  <a16:creationId xmlns:a16="http://schemas.microsoft.com/office/drawing/2014/main" id="{52F19503-F62C-02DB-2E09-6B1C227C04C8}"/>
                </a:ext>
              </a:extLst>
            </p:cNvPr>
            <p:cNvSpPr txBox="1">
              <a:spLocks noChangeArrowheads="1"/>
            </p:cNvSpPr>
            <p:nvPr/>
          </p:nvSpPr>
          <p:spPr bwMode="auto">
            <a:xfrm>
              <a:off x="521" y="3301"/>
              <a:ext cx="95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t>R0       </a:t>
              </a:r>
              <a:r>
                <a:rPr lang="en-US" altLang="zh-CN" b="0"/>
                <a:t> </a:t>
              </a:r>
              <a:r>
                <a:rPr lang="en-US" altLang="zh-CN" sz="2400" b="0">
                  <a:sym typeface="Wingdings" panose="05000000000000000000" pitchFamily="2" charset="2"/>
                </a:rPr>
                <a:t>R1</a:t>
              </a:r>
              <a:endParaRPr lang="zh-CN" altLang="en-US" sz="2400" b="0"/>
            </a:p>
          </p:txBody>
        </p:sp>
        <p:sp>
          <p:nvSpPr>
            <p:cNvPr id="84" name="Line 235">
              <a:extLst>
                <a:ext uri="{FF2B5EF4-FFF2-40B4-BE49-F238E27FC236}">
                  <a16:creationId xmlns:a16="http://schemas.microsoft.com/office/drawing/2014/main" id="{61E1AE22-32C9-74DA-880A-C02B24E3B299}"/>
                </a:ext>
              </a:extLst>
            </p:cNvPr>
            <p:cNvSpPr>
              <a:spLocks noChangeShapeType="1"/>
            </p:cNvSpPr>
            <p:nvPr/>
          </p:nvSpPr>
          <p:spPr bwMode="auto">
            <a:xfrm>
              <a:off x="861" y="3498"/>
              <a:ext cx="273" cy="0"/>
            </a:xfrm>
            <a:prstGeom prst="line">
              <a:avLst/>
            </a:prstGeom>
            <a:noFill/>
            <a:ln w="28575">
              <a:solidFill>
                <a:schemeClr val="tx1"/>
              </a:solidFill>
              <a:round/>
              <a:headEnd type="triangle" w="lg" len="lg"/>
              <a:tailEnd type="triangle" w="lg" len="lg"/>
            </a:ln>
            <a:extLst>
              <a:ext uri="{909E8E84-426E-40DD-AFC4-6F175D3DCCD1}">
                <a14:hiddenFill xmlns:a14="http://schemas.microsoft.com/office/drawing/2010/main">
                  <a:noFill/>
                </a14:hiddenFill>
              </a:ext>
            </a:extLst>
          </p:spPr>
          <p:txBody>
            <a:bodyPr/>
            <a:lstStyle/>
            <a:p>
              <a:endParaRPr lang="zh-CN" altLang="en-US"/>
            </a:p>
          </p:txBody>
        </p:sp>
      </p:grpSp>
      <p:sp>
        <p:nvSpPr>
          <p:cNvPr id="85" name="Text Box 237">
            <a:extLst>
              <a:ext uri="{FF2B5EF4-FFF2-40B4-BE49-F238E27FC236}">
                <a16:creationId xmlns:a16="http://schemas.microsoft.com/office/drawing/2014/main" id="{761D7ADD-565F-DB9A-FD2A-F5846CDBBB21}"/>
              </a:ext>
            </a:extLst>
          </p:cNvPr>
          <p:cNvSpPr txBox="1">
            <a:spLocks noChangeArrowheads="1"/>
          </p:cNvSpPr>
          <p:nvPr/>
        </p:nvSpPr>
        <p:spPr bwMode="auto">
          <a:xfrm>
            <a:off x="2588680" y="4656345"/>
            <a:ext cx="180498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t>; S0=1, L0=1</a:t>
            </a:r>
          </a:p>
          <a:p>
            <a:pPr eaLnBrk="1" hangingPunct="1">
              <a:spcAft>
                <a:spcPct val="0"/>
              </a:spcAft>
              <a:buFontTx/>
              <a:buNone/>
            </a:pPr>
            <a:r>
              <a:rPr lang="en-US" altLang="zh-CN" sz="2400" b="0"/>
              <a:t>; S1=0, L1=1</a:t>
            </a:r>
            <a:endParaRPr lang="zh-CN" altLang="en-US" sz="2400" b="0"/>
          </a:p>
        </p:txBody>
      </p:sp>
    </p:spTree>
    <p:extLst>
      <p:ext uri="{BB962C8B-B14F-4D97-AF65-F5344CB8AC3E}">
        <p14:creationId xmlns:p14="http://schemas.microsoft.com/office/powerpoint/2010/main" val="1327594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45E2F5-4B29-602C-0855-A260EFEEEC13}"/>
              </a:ext>
            </a:extLst>
          </p:cNvPr>
          <p:cNvSpPr>
            <a:spLocks noGrp="1"/>
          </p:cNvSpPr>
          <p:nvPr>
            <p:ph type="title"/>
          </p:nvPr>
        </p:nvSpPr>
        <p:spPr/>
        <p:txBody>
          <a:bodyPr>
            <a:normAutofit fontScale="90000"/>
          </a:bodyPr>
          <a:lstStyle/>
          <a:p>
            <a:r>
              <a:rPr lang="zh-CN" altLang="en-US" dirty="0"/>
              <a:t>总线</a:t>
            </a:r>
            <a:endParaRPr kumimoji="1" lang="zh-CN" altLang="en-US" dirty="0"/>
          </a:p>
        </p:txBody>
      </p:sp>
      <p:sp>
        <p:nvSpPr>
          <p:cNvPr id="3" name="内容占位符 2">
            <a:extLst>
              <a:ext uri="{FF2B5EF4-FFF2-40B4-BE49-F238E27FC236}">
                <a16:creationId xmlns:a16="http://schemas.microsoft.com/office/drawing/2014/main" id="{50B9103B-F91B-C8F8-ED58-9A312BCB31B6}"/>
              </a:ext>
            </a:extLst>
          </p:cNvPr>
          <p:cNvSpPr>
            <a:spLocks noGrp="1"/>
          </p:cNvSpPr>
          <p:nvPr>
            <p:ph idx="1"/>
          </p:nvPr>
        </p:nvSpPr>
        <p:spPr/>
        <p:txBody>
          <a:bodyPr/>
          <a:lstStyle/>
          <a:p>
            <a:r>
              <a:rPr lang="en-US" altLang="zh-CN" dirty="0"/>
              <a:t>BUS</a:t>
            </a:r>
            <a:r>
              <a:rPr lang="zh-CN" altLang="en-US" dirty="0"/>
              <a:t>：多个部件共享用于传输数据的导线</a:t>
            </a:r>
          </a:p>
          <a:p>
            <a:pPr lvl="1"/>
            <a:r>
              <a:rPr lang="zh-CN" altLang="en-US" dirty="0"/>
              <a:t>每次只能传送一个数据</a:t>
            </a:r>
          </a:p>
          <a:p>
            <a:endParaRPr kumimoji="1" lang="zh-CN" altLang="en-US" dirty="0"/>
          </a:p>
        </p:txBody>
      </p:sp>
      <p:sp>
        <p:nvSpPr>
          <p:cNvPr id="4" name="页脚占位符 3">
            <a:extLst>
              <a:ext uri="{FF2B5EF4-FFF2-40B4-BE49-F238E27FC236}">
                <a16:creationId xmlns:a16="http://schemas.microsoft.com/office/drawing/2014/main" id="{8ED9D822-1B0A-E5AD-F9B0-82E925DB7F65}"/>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FB223D65-7D44-31D4-D40B-77944C0D5CD8}"/>
              </a:ext>
            </a:extLst>
          </p:cNvPr>
          <p:cNvSpPr>
            <a:spLocks noGrp="1"/>
          </p:cNvSpPr>
          <p:nvPr>
            <p:ph type="sldNum" sz="quarter" idx="12"/>
          </p:nvPr>
        </p:nvSpPr>
        <p:spPr/>
        <p:txBody>
          <a:bodyPr/>
          <a:lstStyle/>
          <a:p>
            <a:fld id="{9E260BC5-5BF3-8746-862B-DC45E9CAA88B}" type="slidenum">
              <a:rPr lang="en-US" smtClean="0"/>
              <a:pPr/>
              <a:t>28</a:t>
            </a:fld>
            <a:r>
              <a:rPr lang="en-US" altLang="zh-CN" dirty="0"/>
              <a:t>/34</a:t>
            </a:r>
            <a:endParaRPr lang="en-US" dirty="0"/>
          </a:p>
        </p:txBody>
      </p:sp>
      <p:sp>
        <p:nvSpPr>
          <p:cNvPr id="6" name="Line 125">
            <a:extLst>
              <a:ext uri="{FF2B5EF4-FFF2-40B4-BE49-F238E27FC236}">
                <a16:creationId xmlns:a16="http://schemas.microsoft.com/office/drawing/2014/main" id="{26C98FF3-512D-4F9F-057A-6B163E73F1A3}"/>
              </a:ext>
            </a:extLst>
          </p:cNvPr>
          <p:cNvSpPr>
            <a:spLocks noChangeShapeType="1"/>
          </p:cNvSpPr>
          <p:nvPr/>
        </p:nvSpPr>
        <p:spPr bwMode="auto">
          <a:xfrm>
            <a:off x="1211764" y="3106765"/>
            <a:ext cx="0" cy="3095625"/>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 name="Text Box 76">
            <a:extLst>
              <a:ext uri="{FF2B5EF4-FFF2-40B4-BE49-F238E27FC236}">
                <a16:creationId xmlns:a16="http://schemas.microsoft.com/office/drawing/2014/main" id="{E6EECF7A-296C-0DC3-DF42-892A9B03B350}"/>
              </a:ext>
            </a:extLst>
          </p:cNvPr>
          <p:cNvSpPr txBox="1">
            <a:spLocks noChangeArrowheads="1"/>
          </p:cNvSpPr>
          <p:nvPr/>
        </p:nvSpPr>
        <p:spPr bwMode="auto">
          <a:xfrm>
            <a:off x="3299326" y="5240365"/>
            <a:ext cx="120097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dirty="0"/>
              <a:t>R0 </a:t>
            </a:r>
            <a:r>
              <a:rPr lang="en-US" altLang="zh-CN" sz="2000" b="0" dirty="0">
                <a:sym typeface="Wingdings" panose="05000000000000000000" pitchFamily="2" charset="2"/>
              </a:rPr>
              <a:t>=</a:t>
            </a:r>
            <a:r>
              <a:rPr lang="en-US" altLang="zh-CN" sz="2400" b="0" dirty="0"/>
              <a:t> </a:t>
            </a:r>
            <a:r>
              <a:rPr lang="en-US" altLang="zh-CN" sz="2400" b="0" dirty="0">
                <a:sym typeface="Wingdings" panose="05000000000000000000" pitchFamily="2" charset="2"/>
              </a:rPr>
              <a:t>R1</a:t>
            </a:r>
            <a:endParaRPr lang="zh-CN" altLang="en-US" sz="2400" b="0" dirty="0"/>
          </a:p>
        </p:txBody>
      </p:sp>
      <p:sp>
        <p:nvSpPr>
          <p:cNvPr id="8" name="Text Box 78">
            <a:extLst>
              <a:ext uri="{FF2B5EF4-FFF2-40B4-BE49-F238E27FC236}">
                <a16:creationId xmlns:a16="http://schemas.microsoft.com/office/drawing/2014/main" id="{73ACF460-1282-04CF-7BD6-E736D147D68D}"/>
              </a:ext>
            </a:extLst>
          </p:cNvPr>
          <p:cNvSpPr txBox="1">
            <a:spLocks noChangeArrowheads="1"/>
          </p:cNvSpPr>
          <p:nvPr/>
        </p:nvSpPr>
        <p:spPr bwMode="auto">
          <a:xfrm>
            <a:off x="3085014" y="5624540"/>
            <a:ext cx="16525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t>; S=1, L0=1</a:t>
            </a:r>
            <a:endParaRPr lang="zh-CN" altLang="en-US" sz="2400" b="0"/>
          </a:p>
        </p:txBody>
      </p:sp>
      <p:sp>
        <p:nvSpPr>
          <p:cNvPr id="9" name="Rectangle 7">
            <a:extLst>
              <a:ext uri="{FF2B5EF4-FFF2-40B4-BE49-F238E27FC236}">
                <a16:creationId xmlns:a16="http://schemas.microsoft.com/office/drawing/2014/main" id="{D82C37C5-2D30-0E7B-26D1-3DEE61DEF7CD}"/>
              </a:ext>
            </a:extLst>
          </p:cNvPr>
          <p:cNvSpPr>
            <a:spLocks noChangeAspect="1" noChangeArrowheads="1"/>
          </p:cNvSpPr>
          <p:nvPr/>
        </p:nvSpPr>
        <p:spPr bwMode="auto">
          <a:xfrm>
            <a:off x="1788026" y="2384453"/>
            <a:ext cx="2365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L0</a:t>
            </a:r>
            <a:endParaRPr lang="en-US" altLang="zh-CN" b="0"/>
          </a:p>
        </p:txBody>
      </p:sp>
      <p:sp>
        <p:nvSpPr>
          <p:cNvPr id="10" name="Freeform 19">
            <a:extLst>
              <a:ext uri="{FF2B5EF4-FFF2-40B4-BE49-F238E27FC236}">
                <a16:creationId xmlns:a16="http://schemas.microsoft.com/office/drawing/2014/main" id="{BB4639E8-C4B4-81EC-84E8-5C570B5D81A5}"/>
              </a:ext>
            </a:extLst>
          </p:cNvPr>
          <p:cNvSpPr>
            <a:spLocks noChangeAspect="1"/>
          </p:cNvSpPr>
          <p:nvPr/>
        </p:nvSpPr>
        <p:spPr bwMode="auto">
          <a:xfrm>
            <a:off x="1391151" y="3033740"/>
            <a:ext cx="179388" cy="179388"/>
          </a:xfrm>
          <a:custGeom>
            <a:avLst/>
            <a:gdLst>
              <a:gd name="T0" fmla="*/ 2147483646 w 105"/>
              <a:gd name="T1" fmla="*/ 2147483646 h 105"/>
              <a:gd name="T2" fmla="*/ 2147483646 w 105"/>
              <a:gd name="T3" fmla="*/ 2147483646 h 105"/>
              <a:gd name="T4" fmla="*/ 2147483646 w 105"/>
              <a:gd name="T5" fmla="*/ 2147483646 h 105"/>
              <a:gd name="T6" fmla="*/ 2147483646 w 105"/>
              <a:gd name="T7" fmla="*/ 2147483646 h 105"/>
              <a:gd name="T8" fmla="*/ 2147483646 w 105"/>
              <a:gd name="T9" fmla="*/ 0 h 105"/>
              <a:gd name="T10" fmla="*/ 2147483646 w 105"/>
              <a:gd name="T11" fmla="*/ 0 h 105"/>
              <a:gd name="T12" fmla="*/ 2147483646 w 105"/>
              <a:gd name="T13" fmla="*/ 2147483646 h 105"/>
              <a:gd name="T14" fmla="*/ 2147483646 w 105"/>
              <a:gd name="T15" fmla="*/ 2147483646 h 105"/>
              <a:gd name="T16" fmla="*/ 0 w 105"/>
              <a:gd name="T17" fmla="*/ 2147483646 h 105"/>
              <a:gd name="T18" fmla="*/ 0 w 105"/>
              <a:gd name="T19" fmla="*/ 2147483646 h 105"/>
              <a:gd name="T20" fmla="*/ 2147483646 w 105"/>
              <a:gd name="T21" fmla="*/ 2147483646 h 105"/>
              <a:gd name="T22" fmla="*/ 2147483646 w 105"/>
              <a:gd name="T23" fmla="*/ 2147483646 h 105"/>
              <a:gd name="T24" fmla="*/ 2147483646 w 105"/>
              <a:gd name="T25" fmla="*/ 2147483646 h 105"/>
              <a:gd name="T26" fmla="*/ 2147483646 w 105"/>
              <a:gd name="T27" fmla="*/ 2147483646 h 105"/>
              <a:gd name="T28" fmla="*/ 2147483646 w 105"/>
              <a:gd name="T29" fmla="*/ 2147483646 h 1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5"/>
              <a:gd name="T47" fmla="*/ 105 w 105"/>
              <a:gd name="T48" fmla="*/ 105 h 1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5">
                <a:moveTo>
                  <a:pt x="104" y="8"/>
                </a:moveTo>
                <a:lnTo>
                  <a:pt x="105" y="8"/>
                </a:lnTo>
                <a:lnTo>
                  <a:pt x="105" y="3"/>
                </a:lnTo>
                <a:lnTo>
                  <a:pt x="104" y="2"/>
                </a:lnTo>
                <a:lnTo>
                  <a:pt x="104" y="0"/>
                </a:lnTo>
                <a:lnTo>
                  <a:pt x="99" y="0"/>
                </a:lnTo>
                <a:lnTo>
                  <a:pt x="97" y="2"/>
                </a:lnTo>
                <a:lnTo>
                  <a:pt x="2" y="97"/>
                </a:lnTo>
                <a:lnTo>
                  <a:pt x="0" y="99"/>
                </a:lnTo>
                <a:lnTo>
                  <a:pt x="0" y="104"/>
                </a:lnTo>
                <a:lnTo>
                  <a:pt x="2" y="104"/>
                </a:lnTo>
                <a:lnTo>
                  <a:pt x="3" y="105"/>
                </a:lnTo>
                <a:lnTo>
                  <a:pt x="8" y="105"/>
                </a:lnTo>
                <a:lnTo>
                  <a:pt x="8" y="104"/>
                </a:lnTo>
                <a:lnTo>
                  <a:pt x="10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Rectangle 20">
            <a:extLst>
              <a:ext uri="{FF2B5EF4-FFF2-40B4-BE49-F238E27FC236}">
                <a16:creationId xmlns:a16="http://schemas.microsoft.com/office/drawing/2014/main" id="{7A291B51-887D-A323-6119-0B3E4DBADDDA}"/>
              </a:ext>
            </a:extLst>
          </p:cNvPr>
          <p:cNvSpPr>
            <a:spLocks noChangeAspect="1" noChangeArrowheads="1"/>
          </p:cNvSpPr>
          <p:nvPr/>
        </p:nvSpPr>
        <p:spPr bwMode="auto">
          <a:xfrm>
            <a:off x="1407026" y="2841653"/>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n</a:t>
            </a:r>
            <a:endParaRPr lang="en-US" altLang="zh-CN" sz="3200" b="0"/>
          </a:p>
        </p:txBody>
      </p:sp>
      <p:sp>
        <p:nvSpPr>
          <p:cNvPr id="12" name="Rectangle 23">
            <a:extLst>
              <a:ext uri="{FF2B5EF4-FFF2-40B4-BE49-F238E27FC236}">
                <a16:creationId xmlns:a16="http://schemas.microsoft.com/office/drawing/2014/main" id="{32B026B8-6585-B06C-9995-4B1B718C2344}"/>
              </a:ext>
            </a:extLst>
          </p:cNvPr>
          <p:cNvSpPr>
            <a:spLocks noChangeAspect="1" noChangeArrowheads="1"/>
          </p:cNvSpPr>
          <p:nvPr/>
        </p:nvSpPr>
        <p:spPr bwMode="auto">
          <a:xfrm>
            <a:off x="2007101" y="3041678"/>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R0</a:t>
            </a:r>
            <a:endParaRPr lang="en-US" altLang="zh-CN" b="0"/>
          </a:p>
        </p:txBody>
      </p:sp>
      <p:sp>
        <p:nvSpPr>
          <p:cNvPr id="13" name="Rectangle 24">
            <a:extLst>
              <a:ext uri="{FF2B5EF4-FFF2-40B4-BE49-F238E27FC236}">
                <a16:creationId xmlns:a16="http://schemas.microsoft.com/office/drawing/2014/main" id="{ACA8B6E7-D2A1-4549-ACF5-89D877919A58}"/>
              </a:ext>
            </a:extLst>
          </p:cNvPr>
          <p:cNvSpPr>
            <a:spLocks noChangeAspect="1" noChangeArrowheads="1"/>
          </p:cNvSpPr>
          <p:nvPr/>
        </p:nvSpPr>
        <p:spPr bwMode="auto">
          <a:xfrm>
            <a:off x="2002339" y="2719415"/>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Ld</a:t>
            </a:r>
            <a:endParaRPr lang="en-US" altLang="zh-CN" b="0"/>
          </a:p>
        </p:txBody>
      </p:sp>
      <p:sp>
        <p:nvSpPr>
          <p:cNvPr id="14" name="Freeform 25">
            <a:extLst>
              <a:ext uri="{FF2B5EF4-FFF2-40B4-BE49-F238E27FC236}">
                <a16:creationId xmlns:a16="http://schemas.microsoft.com/office/drawing/2014/main" id="{E0D769F5-00C1-5566-D94E-C4F302E23885}"/>
              </a:ext>
            </a:extLst>
          </p:cNvPr>
          <p:cNvSpPr>
            <a:spLocks noChangeAspect="1"/>
          </p:cNvSpPr>
          <p:nvPr/>
        </p:nvSpPr>
        <p:spPr bwMode="auto">
          <a:xfrm>
            <a:off x="1800726" y="2679728"/>
            <a:ext cx="642938" cy="822325"/>
          </a:xfrm>
          <a:custGeom>
            <a:avLst/>
            <a:gdLst>
              <a:gd name="T0" fmla="*/ 2147483646 w 376"/>
              <a:gd name="T1" fmla="*/ 0 h 590"/>
              <a:gd name="T2" fmla="*/ 2147483646 w 376"/>
              <a:gd name="T3" fmla="*/ 0 h 590"/>
              <a:gd name="T4" fmla="*/ 2147483646 w 376"/>
              <a:gd name="T5" fmla="*/ 2147483646 h 590"/>
              <a:gd name="T6" fmla="*/ 0 w 376"/>
              <a:gd name="T7" fmla="*/ 2147483646 h 590"/>
              <a:gd name="T8" fmla="*/ 0 w 376"/>
              <a:gd name="T9" fmla="*/ 2147483646 h 590"/>
              <a:gd name="T10" fmla="*/ 2147483646 w 376"/>
              <a:gd name="T11" fmla="*/ 2147483646 h 590"/>
              <a:gd name="T12" fmla="*/ 2147483646 w 376"/>
              <a:gd name="T13" fmla="*/ 2147483646 h 590"/>
              <a:gd name="T14" fmla="*/ 2147483646 w 376"/>
              <a:gd name="T15" fmla="*/ 2147483646 h 590"/>
              <a:gd name="T16" fmla="*/ 2147483646 w 376"/>
              <a:gd name="T17" fmla="*/ 2147483646 h 590"/>
              <a:gd name="T18" fmla="*/ 2147483646 w 376"/>
              <a:gd name="T19" fmla="*/ 2147483646 h 590"/>
              <a:gd name="T20" fmla="*/ 2147483646 w 376"/>
              <a:gd name="T21" fmla="*/ 2147483646 h 590"/>
              <a:gd name="T22" fmla="*/ 2147483646 w 376"/>
              <a:gd name="T23" fmla="*/ 2147483646 h 590"/>
              <a:gd name="T24" fmla="*/ 2147483646 w 376"/>
              <a:gd name="T25" fmla="*/ 0 h 590"/>
              <a:gd name="T26" fmla="*/ 2147483646 w 376"/>
              <a:gd name="T27" fmla="*/ 0 h 590"/>
              <a:gd name="T28" fmla="*/ 2147483646 w 376"/>
              <a:gd name="T29" fmla="*/ 0 h 590"/>
              <a:gd name="T30" fmla="*/ 2147483646 w 376"/>
              <a:gd name="T31" fmla="*/ 2147483646 h 590"/>
              <a:gd name="T32" fmla="*/ 2147483646 w 376"/>
              <a:gd name="T33" fmla="*/ 2147483646 h 590"/>
              <a:gd name="T34" fmla="*/ 2147483646 w 376"/>
              <a:gd name="T35" fmla="*/ 2147483646 h 590"/>
              <a:gd name="T36" fmla="*/ 2147483646 w 376"/>
              <a:gd name="T37" fmla="*/ 2147483646 h 590"/>
              <a:gd name="T38" fmla="*/ 2147483646 w 376"/>
              <a:gd name="T39" fmla="*/ 2147483646 h 590"/>
              <a:gd name="T40" fmla="*/ 2147483646 w 376"/>
              <a:gd name="T41" fmla="*/ 2147483646 h 590"/>
              <a:gd name="T42" fmla="*/ 2147483646 w 376"/>
              <a:gd name="T43" fmla="*/ 2147483646 h 590"/>
              <a:gd name="T44" fmla="*/ 2147483646 w 376"/>
              <a:gd name="T45" fmla="*/ 2147483646 h 590"/>
              <a:gd name="T46" fmla="*/ 2147483646 w 376"/>
              <a:gd name="T47" fmla="*/ 2147483646 h 590"/>
              <a:gd name="T48" fmla="*/ 2147483646 w 376"/>
              <a:gd name="T49" fmla="*/ 0 h 5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76"/>
              <a:gd name="T76" fmla="*/ 0 h 590"/>
              <a:gd name="T77" fmla="*/ 376 w 376"/>
              <a:gd name="T78" fmla="*/ 590 h 59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76" h="590">
                <a:moveTo>
                  <a:pt x="10" y="0"/>
                </a:moveTo>
                <a:lnTo>
                  <a:pt x="7" y="0"/>
                </a:lnTo>
                <a:lnTo>
                  <a:pt x="4" y="3"/>
                </a:lnTo>
                <a:lnTo>
                  <a:pt x="0" y="6"/>
                </a:lnTo>
                <a:lnTo>
                  <a:pt x="0" y="583"/>
                </a:lnTo>
                <a:lnTo>
                  <a:pt x="4" y="587"/>
                </a:lnTo>
                <a:lnTo>
                  <a:pt x="7" y="590"/>
                </a:lnTo>
                <a:lnTo>
                  <a:pt x="369" y="590"/>
                </a:lnTo>
                <a:lnTo>
                  <a:pt x="373" y="587"/>
                </a:lnTo>
                <a:lnTo>
                  <a:pt x="376" y="583"/>
                </a:lnTo>
                <a:lnTo>
                  <a:pt x="376" y="6"/>
                </a:lnTo>
                <a:lnTo>
                  <a:pt x="373" y="3"/>
                </a:lnTo>
                <a:lnTo>
                  <a:pt x="369" y="0"/>
                </a:lnTo>
                <a:lnTo>
                  <a:pt x="366" y="0"/>
                </a:lnTo>
                <a:lnTo>
                  <a:pt x="10" y="0"/>
                </a:lnTo>
                <a:lnTo>
                  <a:pt x="10" y="20"/>
                </a:lnTo>
                <a:lnTo>
                  <a:pt x="366" y="20"/>
                </a:lnTo>
                <a:lnTo>
                  <a:pt x="356" y="10"/>
                </a:lnTo>
                <a:lnTo>
                  <a:pt x="356" y="580"/>
                </a:lnTo>
                <a:lnTo>
                  <a:pt x="366" y="570"/>
                </a:lnTo>
                <a:lnTo>
                  <a:pt x="10" y="570"/>
                </a:lnTo>
                <a:lnTo>
                  <a:pt x="20" y="580"/>
                </a:lnTo>
                <a:lnTo>
                  <a:pt x="20" y="10"/>
                </a:lnTo>
                <a:lnTo>
                  <a:pt x="10" y="2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Line 60">
            <a:extLst>
              <a:ext uri="{FF2B5EF4-FFF2-40B4-BE49-F238E27FC236}">
                <a16:creationId xmlns:a16="http://schemas.microsoft.com/office/drawing/2014/main" id="{1E2D95F3-5ABF-F172-0253-288683325A0C}"/>
              </a:ext>
            </a:extLst>
          </p:cNvPr>
          <p:cNvSpPr>
            <a:spLocks noChangeShapeType="1"/>
          </p:cNvSpPr>
          <p:nvPr/>
        </p:nvSpPr>
        <p:spPr bwMode="auto">
          <a:xfrm>
            <a:off x="2940551" y="3106765"/>
            <a:ext cx="0" cy="9715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72">
            <a:extLst>
              <a:ext uri="{FF2B5EF4-FFF2-40B4-BE49-F238E27FC236}">
                <a16:creationId xmlns:a16="http://schemas.microsoft.com/office/drawing/2014/main" id="{7722FE17-89BD-DFF2-7543-AFE88700B576}"/>
              </a:ext>
            </a:extLst>
          </p:cNvPr>
          <p:cNvSpPr>
            <a:spLocks noChangeShapeType="1"/>
          </p:cNvSpPr>
          <p:nvPr/>
        </p:nvSpPr>
        <p:spPr bwMode="auto">
          <a:xfrm>
            <a:off x="1211764" y="3111528"/>
            <a:ext cx="611187"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7" name="Rectangle 79">
            <a:extLst>
              <a:ext uri="{FF2B5EF4-FFF2-40B4-BE49-F238E27FC236}">
                <a16:creationId xmlns:a16="http://schemas.microsoft.com/office/drawing/2014/main" id="{AE5D5D0B-2BB1-C3E3-8523-5306BA6D931D}"/>
              </a:ext>
            </a:extLst>
          </p:cNvPr>
          <p:cNvSpPr>
            <a:spLocks noChangeAspect="1" noChangeArrowheads="1"/>
          </p:cNvSpPr>
          <p:nvPr/>
        </p:nvSpPr>
        <p:spPr bwMode="auto">
          <a:xfrm>
            <a:off x="3597776" y="3305203"/>
            <a:ext cx="11271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S</a:t>
            </a:r>
            <a:endParaRPr lang="en-US" altLang="zh-CN" sz="3200" b="0"/>
          </a:p>
        </p:txBody>
      </p:sp>
      <p:sp>
        <p:nvSpPr>
          <p:cNvPr id="18" name="Freeform 84">
            <a:extLst>
              <a:ext uri="{FF2B5EF4-FFF2-40B4-BE49-F238E27FC236}">
                <a16:creationId xmlns:a16="http://schemas.microsoft.com/office/drawing/2014/main" id="{B57CE5F8-3265-CF7D-DEF5-F56A6C8442EF}"/>
              </a:ext>
            </a:extLst>
          </p:cNvPr>
          <p:cNvSpPr>
            <a:spLocks noChangeAspect="1"/>
          </p:cNvSpPr>
          <p:nvPr/>
        </p:nvSpPr>
        <p:spPr bwMode="auto">
          <a:xfrm>
            <a:off x="3300914" y="3827490"/>
            <a:ext cx="696912" cy="1073150"/>
          </a:xfrm>
          <a:custGeom>
            <a:avLst/>
            <a:gdLst>
              <a:gd name="T0" fmla="*/ 2147483646 w 376"/>
              <a:gd name="T1" fmla="*/ 0 h 396"/>
              <a:gd name="T2" fmla="*/ 2147483646 w 376"/>
              <a:gd name="T3" fmla="*/ 0 h 396"/>
              <a:gd name="T4" fmla="*/ 2147483646 w 376"/>
              <a:gd name="T5" fmla="*/ 2147483646 h 396"/>
              <a:gd name="T6" fmla="*/ 0 w 376"/>
              <a:gd name="T7" fmla="*/ 2147483646 h 396"/>
              <a:gd name="T8" fmla="*/ 0 w 376"/>
              <a:gd name="T9" fmla="*/ 2147483646 h 396"/>
              <a:gd name="T10" fmla="*/ 2147483646 w 376"/>
              <a:gd name="T11" fmla="*/ 2147483646 h 396"/>
              <a:gd name="T12" fmla="*/ 2147483646 w 376"/>
              <a:gd name="T13" fmla="*/ 2147483646 h 396"/>
              <a:gd name="T14" fmla="*/ 2147483646 w 376"/>
              <a:gd name="T15" fmla="*/ 2147483646 h 396"/>
              <a:gd name="T16" fmla="*/ 2147483646 w 376"/>
              <a:gd name="T17" fmla="*/ 2147483646 h 396"/>
              <a:gd name="T18" fmla="*/ 2147483646 w 376"/>
              <a:gd name="T19" fmla="*/ 2147483646 h 396"/>
              <a:gd name="T20" fmla="*/ 2147483646 w 376"/>
              <a:gd name="T21" fmla="*/ 2147483646 h 396"/>
              <a:gd name="T22" fmla="*/ 2147483646 w 376"/>
              <a:gd name="T23" fmla="*/ 2147483646 h 396"/>
              <a:gd name="T24" fmla="*/ 2147483646 w 376"/>
              <a:gd name="T25" fmla="*/ 0 h 396"/>
              <a:gd name="T26" fmla="*/ 2147483646 w 376"/>
              <a:gd name="T27" fmla="*/ 0 h 396"/>
              <a:gd name="T28" fmla="*/ 2147483646 w 376"/>
              <a:gd name="T29" fmla="*/ 0 h 396"/>
              <a:gd name="T30" fmla="*/ 2147483646 w 376"/>
              <a:gd name="T31" fmla="*/ 2147483646 h 396"/>
              <a:gd name="T32" fmla="*/ 2147483646 w 376"/>
              <a:gd name="T33" fmla="*/ 2147483646 h 396"/>
              <a:gd name="T34" fmla="*/ 2147483646 w 376"/>
              <a:gd name="T35" fmla="*/ 2147483646 h 396"/>
              <a:gd name="T36" fmla="*/ 2147483646 w 376"/>
              <a:gd name="T37" fmla="*/ 2147483646 h 396"/>
              <a:gd name="T38" fmla="*/ 2147483646 w 376"/>
              <a:gd name="T39" fmla="*/ 2147483646 h 396"/>
              <a:gd name="T40" fmla="*/ 2147483646 w 376"/>
              <a:gd name="T41" fmla="*/ 2147483646 h 396"/>
              <a:gd name="T42" fmla="*/ 2147483646 w 376"/>
              <a:gd name="T43" fmla="*/ 2147483646 h 396"/>
              <a:gd name="T44" fmla="*/ 2147483646 w 376"/>
              <a:gd name="T45" fmla="*/ 2147483646 h 396"/>
              <a:gd name="T46" fmla="*/ 2147483646 w 376"/>
              <a:gd name="T47" fmla="*/ 2147483646 h 396"/>
              <a:gd name="T48" fmla="*/ 2147483646 w 376"/>
              <a:gd name="T49" fmla="*/ 0 h 39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76"/>
              <a:gd name="T76" fmla="*/ 0 h 396"/>
              <a:gd name="T77" fmla="*/ 376 w 376"/>
              <a:gd name="T78" fmla="*/ 396 h 39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76" h="396">
                <a:moveTo>
                  <a:pt x="10" y="0"/>
                </a:moveTo>
                <a:lnTo>
                  <a:pt x="7" y="0"/>
                </a:lnTo>
                <a:lnTo>
                  <a:pt x="3" y="3"/>
                </a:lnTo>
                <a:lnTo>
                  <a:pt x="0" y="7"/>
                </a:lnTo>
                <a:lnTo>
                  <a:pt x="0" y="389"/>
                </a:lnTo>
                <a:lnTo>
                  <a:pt x="3" y="392"/>
                </a:lnTo>
                <a:lnTo>
                  <a:pt x="7" y="396"/>
                </a:lnTo>
                <a:lnTo>
                  <a:pt x="369" y="396"/>
                </a:lnTo>
                <a:lnTo>
                  <a:pt x="372" y="392"/>
                </a:lnTo>
                <a:lnTo>
                  <a:pt x="376" y="389"/>
                </a:lnTo>
                <a:lnTo>
                  <a:pt x="376" y="7"/>
                </a:lnTo>
                <a:lnTo>
                  <a:pt x="372" y="3"/>
                </a:lnTo>
                <a:lnTo>
                  <a:pt x="369" y="0"/>
                </a:lnTo>
                <a:lnTo>
                  <a:pt x="366" y="0"/>
                </a:lnTo>
                <a:lnTo>
                  <a:pt x="10" y="0"/>
                </a:lnTo>
                <a:lnTo>
                  <a:pt x="10" y="20"/>
                </a:lnTo>
                <a:lnTo>
                  <a:pt x="366" y="20"/>
                </a:lnTo>
                <a:lnTo>
                  <a:pt x="356" y="10"/>
                </a:lnTo>
                <a:lnTo>
                  <a:pt x="356" y="386"/>
                </a:lnTo>
                <a:lnTo>
                  <a:pt x="366" y="376"/>
                </a:lnTo>
                <a:lnTo>
                  <a:pt x="10" y="376"/>
                </a:lnTo>
                <a:lnTo>
                  <a:pt x="20" y="386"/>
                </a:lnTo>
                <a:lnTo>
                  <a:pt x="20" y="10"/>
                </a:lnTo>
                <a:lnTo>
                  <a:pt x="10" y="2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Rectangle 85">
            <a:extLst>
              <a:ext uri="{FF2B5EF4-FFF2-40B4-BE49-F238E27FC236}">
                <a16:creationId xmlns:a16="http://schemas.microsoft.com/office/drawing/2014/main" id="{D3B44D83-2AD8-A271-E003-D41C96C6D630}"/>
              </a:ext>
            </a:extLst>
          </p:cNvPr>
          <p:cNvSpPr>
            <a:spLocks noChangeAspect="1" noChangeArrowheads="1"/>
          </p:cNvSpPr>
          <p:nvPr/>
        </p:nvSpPr>
        <p:spPr bwMode="auto">
          <a:xfrm>
            <a:off x="3532689" y="4270403"/>
            <a:ext cx="3937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300">
                <a:solidFill>
                  <a:srgbClr val="000000"/>
                </a:solidFill>
              </a:rPr>
              <a:t>MUX</a:t>
            </a:r>
            <a:endParaRPr lang="en-US" altLang="zh-CN" b="0"/>
          </a:p>
        </p:txBody>
      </p:sp>
      <p:sp>
        <p:nvSpPr>
          <p:cNvPr id="20" name="Rectangle 86">
            <a:extLst>
              <a:ext uri="{FF2B5EF4-FFF2-40B4-BE49-F238E27FC236}">
                <a16:creationId xmlns:a16="http://schemas.microsoft.com/office/drawing/2014/main" id="{9B5D8501-5493-75E1-B347-0048F8D98A22}"/>
              </a:ext>
            </a:extLst>
          </p:cNvPr>
          <p:cNvSpPr>
            <a:spLocks noChangeAspect="1" noChangeArrowheads="1"/>
          </p:cNvSpPr>
          <p:nvPr/>
        </p:nvSpPr>
        <p:spPr bwMode="auto">
          <a:xfrm>
            <a:off x="3604126" y="3867178"/>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S</a:t>
            </a:r>
            <a:endParaRPr lang="en-US" altLang="zh-CN" sz="3200" b="0"/>
          </a:p>
        </p:txBody>
      </p:sp>
      <p:sp>
        <p:nvSpPr>
          <p:cNvPr id="21" name="Rectangle 87">
            <a:extLst>
              <a:ext uri="{FF2B5EF4-FFF2-40B4-BE49-F238E27FC236}">
                <a16:creationId xmlns:a16="http://schemas.microsoft.com/office/drawing/2014/main" id="{8C2BB4CB-2AAB-B5B1-6F57-11C1E1A0E3A0}"/>
              </a:ext>
            </a:extLst>
          </p:cNvPr>
          <p:cNvSpPr>
            <a:spLocks noChangeAspect="1" noChangeArrowheads="1"/>
          </p:cNvSpPr>
          <p:nvPr/>
        </p:nvSpPr>
        <p:spPr bwMode="auto">
          <a:xfrm>
            <a:off x="3389814" y="3959253"/>
            <a:ext cx="952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0</a:t>
            </a:r>
            <a:endParaRPr lang="en-US" altLang="zh-CN" sz="3200" b="0"/>
          </a:p>
        </p:txBody>
      </p:sp>
      <p:sp>
        <p:nvSpPr>
          <p:cNvPr id="22" name="Rectangle 88">
            <a:extLst>
              <a:ext uri="{FF2B5EF4-FFF2-40B4-BE49-F238E27FC236}">
                <a16:creationId xmlns:a16="http://schemas.microsoft.com/office/drawing/2014/main" id="{C19220E7-D39F-EFF0-61E0-979DCE1ED8F8}"/>
              </a:ext>
            </a:extLst>
          </p:cNvPr>
          <p:cNvSpPr>
            <a:spLocks noChangeAspect="1" noChangeArrowheads="1"/>
          </p:cNvSpPr>
          <p:nvPr/>
        </p:nvSpPr>
        <p:spPr bwMode="auto">
          <a:xfrm>
            <a:off x="3385051" y="4243415"/>
            <a:ext cx="952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1</a:t>
            </a:r>
            <a:endParaRPr lang="en-US" altLang="zh-CN" sz="3200" b="0"/>
          </a:p>
        </p:txBody>
      </p:sp>
      <p:sp>
        <p:nvSpPr>
          <p:cNvPr id="23" name="Freeform 89">
            <a:extLst>
              <a:ext uri="{FF2B5EF4-FFF2-40B4-BE49-F238E27FC236}">
                <a16:creationId xmlns:a16="http://schemas.microsoft.com/office/drawing/2014/main" id="{D2B0ED93-41E8-C5FA-3FDE-639A86812B05}"/>
              </a:ext>
            </a:extLst>
          </p:cNvPr>
          <p:cNvSpPr>
            <a:spLocks noChangeAspect="1"/>
          </p:cNvSpPr>
          <p:nvPr/>
        </p:nvSpPr>
        <p:spPr bwMode="auto">
          <a:xfrm>
            <a:off x="3640639" y="3560790"/>
            <a:ext cx="33337" cy="295275"/>
          </a:xfrm>
          <a:custGeom>
            <a:avLst/>
            <a:gdLst>
              <a:gd name="T0" fmla="*/ 2147483646 w 20"/>
              <a:gd name="T1" fmla="*/ 2147483646 h 173"/>
              <a:gd name="T2" fmla="*/ 2147483646 w 20"/>
              <a:gd name="T3" fmla="*/ 2147483646 h 173"/>
              <a:gd name="T4" fmla="*/ 2147483646 w 20"/>
              <a:gd name="T5" fmla="*/ 2147483646 h 173"/>
              <a:gd name="T6" fmla="*/ 2147483646 w 20"/>
              <a:gd name="T7" fmla="*/ 0 h 173"/>
              <a:gd name="T8" fmla="*/ 2147483646 w 20"/>
              <a:gd name="T9" fmla="*/ 0 h 173"/>
              <a:gd name="T10" fmla="*/ 2147483646 w 20"/>
              <a:gd name="T11" fmla="*/ 2147483646 h 173"/>
              <a:gd name="T12" fmla="*/ 0 w 20"/>
              <a:gd name="T13" fmla="*/ 2147483646 h 173"/>
              <a:gd name="T14" fmla="*/ 0 w 20"/>
              <a:gd name="T15" fmla="*/ 2147483646 h 173"/>
              <a:gd name="T16" fmla="*/ 2147483646 w 20"/>
              <a:gd name="T17" fmla="*/ 2147483646 h 173"/>
              <a:gd name="T18" fmla="*/ 2147483646 w 20"/>
              <a:gd name="T19" fmla="*/ 2147483646 h 173"/>
              <a:gd name="T20" fmla="*/ 2147483646 w 20"/>
              <a:gd name="T21" fmla="*/ 2147483646 h 173"/>
              <a:gd name="T22" fmla="*/ 2147483646 w 20"/>
              <a:gd name="T23" fmla="*/ 2147483646 h 173"/>
              <a:gd name="T24" fmla="*/ 2147483646 w 20"/>
              <a:gd name="T25" fmla="*/ 2147483646 h 173"/>
              <a:gd name="T26" fmla="*/ 2147483646 w 20"/>
              <a:gd name="T27" fmla="*/ 2147483646 h 173"/>
              <a:gd name="T28" fmla="*/ 2147483646 w 20"/>
              <a:gd name="T29" fmla="*/ 2147483646 h 17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
              <a:gd name="T46" fmla="*/ 0 h 173"/>
              <a:gd name="T47" fmla="*/ 20 w 20"/>
              <a:gd name="T48" fmla="*/ 173 h 17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 h="173">
                <a:moveTo>
                  <a:pt x="20" y="10"/>
                </a:moveTo>
                <a:lnTo>
                  <a:pt x="20" y="7"/>
                </a:lnTo>
                <a:lnTo>
                  <a:pt x="16" y="3"/>
                </a:lnTo>
                <a:lnTo>
                  <a:pt x="13" y="0"/>
                </a:lnTo>
                <a:lnTo>
                  <a:pt x="7" y="0"/>
                </a:lnTo>
                <a:lnTo>
                  <a:pt x="3" y="3"/>
                </a:lnTo>
                <a:lnTo>
                  <a:pt x="0" y="7"/>
                </a:lnTo>
                <a:lnTo>
                  <a:pt x="0" y="167"/>
                </a:lnTo>
                <a:lnTo>
                  <a:pt x="3" y="170"/>
                </a:lnTo>
                <a:lnTo>
                  <a:pt x="7" y="173"/>
                </a:lnTo>
                <a:lnTo>
                  <a:pt x="13" y="173"/>
                </a:lnTo>
                <a:lnTo>
                  <a:pt x="16" y="170"/>
                </a:lnTo>
                <a:lnTo>
                  <a:pt x="20" y="167"/>
                </a:lnTo>
                <a:lnTo>
                  <a:pt x="20" y="163"/>
                </a:lnTo>
                <a:lnTo>
                  <a:pt x="2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Line 90">
            <a:extLst>
              <a:ext uri="{FF2B5EF4-FFF2-40B4-BE49-F238E27FC236}">
                <a16:creationId xmlns:a16="http://schemas.microsoft.com/office/drawing/2014/main" id="{4E23BFF6-8BC3-A169-051E-607B90A495DA}"/>
              </a:ext>
            </a:extLst>
          </p:cNvPr>
          <p:cNvSpPr>
            <a:spLocks noChangeShapeType="1"/>
          </p:cNvSpPr>
          <p:nvPr/>
        </p:nvSpPr>
        <p:spPr bwMode="auto">
          <a:xfrm>
            <a:off x="2940551" y="4071965"/>
            <a:ext cx="395288"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5" name="Line 91">
            <a:extLst>
              <a:ext uri="{FF2B5EF4-FFF2-40B4-BE49-F238E27FC236}">
                <a16:creationId xmlns:a16="http://schemas.microsoft.com/office/drawing/2014/main" id="{92728FB7-2299-48D9-B109-B5C395F88002}"/>
              </a:ext>
            </a:extLst>
          </p:cNvPr>
          <p:cNvSpPr>
            <a:spLocks noChangeShapeType="1"/>
          </p:cNvSpPr>
          <p:nvPr/>
        </p:nvSpPr>
        <p:spPr bwMode="auto">
          <a:xfrm>
            <a:off x="2435726" y="4360890"/>
            <a:ext cx="900113"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6" name="Rectangle 92">
            <a:extLst>
              <a:ext uri="{FF2B5EF4-FFF2-40B4-BE49-F238E27FC236}">
                <a16:creationId xmlns:a16="http://schemas.microsoft.com/office/drawing/2014/main" id="{D1F03AA5-B51C-D8FE-C0B4-3AECF316C853}"/>
              </a:ext>
            </a:extLst>
          </p:cNvPr>
          <p:cNvSpPr>
            <a:spLocks noChangeAspect="1" noChangeArrowheads="1"/>
          </p:cNvSpPr>
          <p:nvPr/>
        </p:nvSpPr>
        <p:spPr bwMode="auto">
          <a:xfrm>
            <a:off x="3386639" y="4540278"/>
            <a:ext cx="952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2</a:t>
            </a:r>
            <a:endParaRPr lang="en-US" altLang="zh-CN" sz="3200" b="0"/>
          </a:p>
        </p:txBody>
      </p:sp>
      <p:sp>
        <p:nvSpPr>
          <p:cNvPr id="27" name="Line 95">
            <a:extLst>
              <a:ext uri="{FF2B5EF4-FFF2-40B4-BE49-F238E27FC236}">
                <a16:creationId xmlns:a16="http://schemas.microsoft.com/office/drawing/2014/main" id="{7DC0B1CF-C671-8C95-2833-3960E2F552BE}"/>
              </a:ext>
            </a:extLst>
          </p:cNvPr>
          <p:cNvSpPr>
            <a:spLocks noChangeShapeType="1"/>
          </p:cNvSpPr>
          <p:nvPr/>
        </p:nvSpPr>
        <p:spPr bwMode="auto">
          <a:xfrm>
            <a:off x="2940551" y="4691090"/>
            <a:ext cx="395288"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8" name="Freeform 96">
            <a:extLst>
              <a:ext uri="{FF2B5EF4-FFF2-40B4-BE49-F238E27FC236}">
                <a16:creationId xmlns:a16="http://schemas.microsoft.com/office/drawing/2014/main" id="{F2990358-6D02-DDD9-AA7D-1A80F2E5E029}"/>
              </a:ext>
            </a:extLst>
          </p:cNvPr>
          <p:cNvSpPr>
            <a:spLocks noChangeAspect="1"/>
          </p:cNvSpPr>
          <p:nvPr/>
        </p:nvSpPr>
        <p:spPr bwMode="auto">
          <a:xfrm>
            <a:off x="4274051" y="4283103"/>
            <a:ext cx="179388" cy="180975"/>
          </a:xfrm>
          <a:custGeom>
            <a:avLst/>
            <a:gdLst>
              <a:gd name="T0" fmla="*/ 2147483646 w 105"/>
              <a:gd name="T1" fmla="*/ 2147483646 h 106"/>
              <a:gd name="T2" fmla="*/ 2147483646 w 105"/>
              <a:gd name="T3" fmla="*/ 2147483646 h 106"/>
              <a:gd name="T4" fmla="*/ 2147483646 w 105"/>
              <a:gd name="T5" fmla="*/ 2147483646 h 106"/>
              <a:gd name="T6" fmla="*/ 2147483646 w 105"/>
              <a:gd name="T7" fmla="*/ 2147483646 h 106"/>
              <a:gd name="T8" fmla="*/ 2147483646 w 105"/>
              <a:gd name="T9" fmla="*/ 0 h 106"/>
              <a:gd name="T10" fmla="*/ 2147483646 w 105"/>
              <a:gd name="T11" fmla="*/ 0 h 106"/>
              <a:gd name="T12" fmla="*/ 2147483646 w 105"/>
              <a:gd name="T13" fmla="*/ 2147483646 h 106"/>
              <a:gd name="T14" fmla="*/ 2147483646 w 105"/>
              <a:gd name="T15" fmla="*/ 2147483646 h 106"/>
              <a:gd name="T16" fmla="*/ 0 w 105"/>
              <a:gd name="T17" fmla="*/ 2147483646 h 106"/>
              <a:gd name="T18" fmla="*/ 0 w 105"/>
              <a:gd name="T19" fmla="*/ 2147483646 h 106"/>
              <a:gd name="T20" fmla="*/ 2147483646 w 105"/>
              <a:gd name="T21" fmla="*/ 2147483646 h 106"/>
              <a:gd name="T22" fmla="*/ 2147483646 w 105"/>
              <a:gd name="T23" fmla="*/ 2147483646 h 106"/>
              <a:gd name="T24" fmla="*/ 2147483646 w 105"/>
              <a:gd name="T25" fmla="*/ 2147483646 h 106"/>
              <a:gd name="T26" fmla="*/ 2147483646 w 105"/>
              <a:gd name="T27" fmla="*/ 2147483646 h 106"/>
              <a:gd name="T28" fmla="*/ 2147483646 w 105"/>
              <a:gd name="T29" fmla="*/ 2147483646 h 10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6"/>
              <a:gd name="T47" fmla="*/ 105 w 105"/>
              <a:gd name="T48" fmla="*/ 106 h 10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6">
                <a:moveTo>
                  <a:pt x="103" y="9"/>
                </a:moveTo>
                <a:lnTo>
                  <a:pt x="105" y="9"/>
                </a:lnTo>
                <a:lnTo>
                  <a:pt x="105" y="4"/>
                </a:lnTo>
                <a:lnTo>
                  <a:pt x="103" y="2"/>
                </a:lnTo>
                <a:lnTo>
                  <a:pt x="103" y="0"/>
                </a:lnTo>
                <a:lnTo>
                  <a:pt x="98" y="0"/>
                </a:lnTo>
                <a:lnTo>
                  <a:pt x="97" y="2"/>
                </a:lnTo>
                <a:lnTo>
                  <a:pt x="1" y="98"/>
                </a:lnTo>
                <a:lnTo>
                  <a:pt x="0" y="99"/>
                </a:lnTo>
                <a:lnTo>
                  <a:pt x="0" y="104"/>
                </a:lnTo>
                <a:lnTo>
                  <a:pt x="1" y="104"/>
                </a:lnTo>
                <a:lnTo>
                  <a:pt x="3" y="106"/>
                </a:lnTo>
                <a:lnTo>
                  <a:pt x="8" y="106"/>
                </a:lnTo>
                <a:lnTo>
                  <a:pt x="8" y="104"/>
                </a:lnTo>
                <a:lnTo>
                  <a:pt x="103"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Rectangle 97">
            <a:extLst>
              <a:ext uri="{FF2B5EF4-FFF2-40B4-BE49-F238E27FC236}">
                <a16:creationId xmlns:a16="http://schemas.microsoft.com/office/drawing/2014/main" id="{95033E8D-C495-0A1E-D650-8C2DE26C85C6}"/>
              </a:ext>
            </a:extLst>
          </p:cNvPr>
          <p:cNvSpPr>
            <a:spLocks noChangeAspect="1" noChangeArrowheads="1"/>
          </p:cNvSpPr>
          <p:nvPr/>
        </p:nvSpPr>
        <p:spPr bwMode="auto">
          <a:xfrm>
            <a:off x="4274051" y="4071965"/>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n</a:t>
            </a:r>
            <a:endParaRPr lang="en-US" altLang="zh-CN" sz="3200" b="0"/>
          </a:p>
        </p:txBody>
      </p:sp>
      <p:sp>
        <p:nvSpPr>
          <p:cNvPr id="30" name="Line 98">
            <a:extLst>
              <a:ext uri="{FF2B5EF4-FFF2-40B4-BE49-F238E27FC236}">
                <a16:creationId xmlns:a16="http://schemas.microsoft.com/office/drawing/2014/main" id="{38D3EDFB-581F-7B51-6871-4E7F8BC55E3F}"/>
              </a:ext>
            </a:extLst>
          </p:cNvPr>
          <p:cNvSpPr>
            <a:spLocks noChangeShapeType="1"/>
          </p:cNvSpPr>
          <p:nvPr/>
        </p:nvSpPr>
        <p:spPr bwMode="auto">
          <a:xfrm>
            <a:off x="3986714" y="4367240"/>
            <a:ext cx="89852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 name="Freeform 99">
            <a:extLst>
              <a:ext uri="{FF2B5EF4-FFF2-40B4-BE49-F238E27FC236}">
                <a16:creationId xmlns:a16="http://schemas.microsoft.com/office/drawing/2014/main" id="{362D4FB0-DC49-5FA6-3DF3-0543B6CBAAE1}"/>
              </a:ext>
            </a:extLst>
          </p:cNvPr>
          <p:cNvSpPr>
            <a:spLocks noChangeAspect="1"/>
          </p:cNvSpPr>
          <p:nvPr/>
        </p:nvSpPr>
        <p:spPr bwMode="auto">
          <a:xfrm>
            <a:off x="2580189" y="3033740"/>
            <a:ext cx="179387" cy="179388"/>
          </a:xfrm>
          <a:custGeom>
            <a:avLst/>
            <a:gdLst>
              <a:gd name="T0" fmla="*/ 2147483646 w 105"/>
              <a:gd name="T1" fmla="*/ 2147483646 h 105"/>
              <a:gd name="T2" fmla="*/ 2147483646 w 105"/>
              <a:gd name="T3" fmla="*/ 2147483646 h 105"/>
              <a:gd name="T4" fmla="*/ 2147483646 w 105"/>
              <a:gd name="T5" fmla="*/ 2147483646 h 105"/>
              <a:gd name="T6" fmla="*/ 2147483646 w 105"/>
              <a:gd name="T7" fmla="*/ 2147483646 h 105"/>
              <a:gd name="T8" fmla="*/ 2147483646 w 105"/>
              <a:gd name="T9" fmla="*/ 0 h 105"/>
              <a:gd name="T10" fmla="*/ 2147483646 w 105"/>
              <a:gd name="T11" fmla="*/ 0 h 105"/>
              <a:gd name="T12" fmla="*/ 2147483646 w 105"/>
              <a:gd name="T13" fmla="*/ 2147483646 h 105"/>
              <a:gd name="T14" fmla="*/ 2147483646 w 105"/>
              <a:gd name="T15" fmla="*/ 2147483646 h 105"/>
              <a:gd name="T16" fmla="*/ 0 w 105"/>
              <a:gd name="T17" fmla="*/ 2147483646 h 105"/>
              <a:gd name="T18" fmla="*/ 0 w 105"/>
              <a:gd name="T19" fmla="*/ 2147483646 h 105"/>
              <a:gd name="T20" fmla="*/ 2147483646 w 105"/>
              <a:gd name="T21" fmla="*/ 2147483646 h 105"/>
              <a:gd name="T22" fmla="*/ 2147483646 w 105"/>
              <a:gd name="T23" fmla="*/ 2147483646 h 105"/>
              <a:gd name="T24" fmla="*/ 2147483646 w 105"/>
              <a:gd name="T25" fmla="*/ 2147483646 h 105"/>
              <a:gd name="T26" fmla="*/ 2147483646 w 105"/>
              <a:gd name="T27" fmla="*/ 2147483646 h 105"/>
              <a:gd name="T28" fmla="*/ 2147483646 w 105"/>
              <a:gd name="T29" fmla="*/ 2147483646 h 1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5"/>
              <a:gd name="T47" fmla="*/ 105 w 105"/>
              <a:gd name="T48" fmla="*/ 105 h 1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5">
                <a:moveTo>
                  <a:pt x="104" y="8"/>
                </a:moveTo>
                <a:lnTo>
                  <a:pt x="105" y="8"/>
                </a:lnTo>
                <a:lnTo>
                  <a:pt x="105" y="3"/>
                </a:lnTo>
                <a:lnTo>
                  <a:pt x="104" y="2"/>
                </a:lnTo>
                <a:lnTo>
                  <a:pt x="104" y="0"/>
                </a:lnTo>
                <a:lnTo>
                  <a:pt x="99" y="0"/>
                </a:lnTo>
                <a:lnTo>
                  <a:pt x="97" y="2"/>
                </a:lnTo>
                <a:lnTo>
                  <a:pt x="2" y="97"/>
                </a:lnTo>
                <a:lnTo>
                  <a:pt x="0" y="99"/>
                </a:lnTo>
                <a:lnTo>
                  <a:pt x="0" y="104"/>
                </a:lnTo>
                <a:lnTo>
                  <a:pt x="2" y="104"/>
                </a:lnTo>
                <a:lnTo>
                  <a:pt x="3" y="105"/>
                </a:lnTo>
                <a:lnTo>
                  <a:pt x="8" y="105"/>
                </a:lnTo>
                <a:lnTo>
                  <a:pt x="8" y="104"/>
                </a:lnTo>
                <a:lnTo>
                  <a:pt x="10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Rectangle 100">
            <a:extLst>
              <a:ext uri="{FF2B5EF4-FFF2-40B4-BE49-F238E27FC236}">
                <a16:creationId xmlns:a16="http://schemas.microsoft.com/office/drawing/2014/main" id="{06E8D422-F852-4FBB-5EB4-BE4184AF6BBC}"/>
              </a:ext>
            </a:extLst>
          </p:cNvPr>
          <p:cNvSpPr>
            <a:spLocks noChangeAspect="1" noChangeArrowheads="1"/>
          </p:cNvSpPr>
          <p:nvPr/>
        </p:nvSpPr>
        <p:spPr bwMode="auto">
          <a:xfrm>
            <a:off x="2630989" y="2816253"/>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n</a:t>
            </a:r>
            <a:endParaRPr lang="en-US" altLang="zh-CN" sz="3200" b="0"/>
          </a:p>
        </p:txBody>
      </p:sp>
      <p:sp>
        <p:nvSpPr>
          <p:cNvPr id="33" name="Line 101">
            <a:extLst>
              <a:ext uri="{FF2B5EF4-FFF2-40B4-BE49-F238E27FC236}">
                <a16:creationId xmlns:a16="http://schemas.microsoft.com/office/drawing/2014/main" id="{F5B6201B-2B2B-17C4-364F-CAB38E2AEF18}"/>
              </a:ext>
            </a:extLst>
          </p:cNvPr>
          <p:cNvSpPr>
            <a:spLocks noChangeShapeType="1"/>
          </p:cNvSpPr>
          <p:nvPr/>
        </p:nvSpPr>
        <p:spPr bwMode="auto">
          <a:xfrm>
            <a:off x="2435726" y="3111528"/>
            <a:ext cx="503238" cy="0"/>
          </a:xfrm>
          <a:prstGeom prst="line">
            <a:avLst/>
          </a:prstGeom>
          <a:noFill/>
          <a:ln w="28575">
            <a:solidFill>
              <a:schemeClr val="tx1"/>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4" name="Line 102">
            <a:extLst>
              <a:ext uri="{FF2B5EF4-FFF2-40B4-BE49-F238E27FC236}">
                <a16:creationId xmlns:a16="http://schemas.microsoft.com/office/drawing/2014/main" id="{77F4E235-456D-C58C-426C-A88D33D7E277}"/>
              </a:ext>
            </a:extLst>
          </p:cNvPr>
          <p:cNvSpPr>
            <a:spLocks noChangeShapeType="1"/>
          </p:cNvSpPr>
          <p:nvPr/>
        </p:nvSpPr>
        <p:spPr bwMode="auto">
          <a:xfrm>
            <a:off x="2111876" y="2471765"/>
            <a:ext cx="0" cy="2174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Rectangle 103">
            <a:extLst>
              <a:ext uri="{FF2B5EF4-FFF2-40B4-BE49-F238E27FC236}">
                <a16:creationId xmlns:a16="http://schemas.microsoft.com/office/drawing/2014/main" id="{E5730323-2E1A-D5EB-4FE6-71F054E6B5B2}"/>
              </a:ext>
            </a:extLst>
          </p:cNvPr>
          <p:cNvSpPr>
            <a:spLocks noChangeAspect="1" noChangeArrowheads="1"/>
          </p:cNvSpPr>
          <p:nvPr/>
        </p:nvSpPr>
        <p:spPr bwMode="auto">
          <a:xfrm>
            <a:off x="1788026" y="3638578"/>
            <a:ext cx="2365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L1</a:t>
            </a:r>
            <a:endParaRPr lang="en-US" altLang="zh-CN" b="0"/>
          </a:p>
        </p:txBody>
      </p:sp>
      <p:sp>
        <p:nvSpPr>
          <p:cNvPr id="36" name="Freeform 104">
            <a:extLst>
              <a:ext uri="{FF2B5EF4-FFF2-40B4-BE49-F238E27FC236}">
                <a16:creationId xmlns:a16="http://schemas.microsoft.com/office/drawing/2014/main" id="{B32D0EA2-3568-E6E5-A196-412CDD201913}"/>
              </a:ext>
            </a:extLst>
          </p:cNvPr>
          <p:cNvSpPr>
            <a:spLocks noChangeAspect="1"/>
          </p:cNvSpPr>
          <p:nvPr/>
        </p:nvSpPr>
        <p:spPr bwMode="auto">
          <a:xfrm>
            <a:off x="1391151" y="4287865"/>
            <a:ext cx="179388" cy="179388"/>
          </a:xfrm>
          <a:custGeom>
            <a:avLst/>
            <a:gdLst>
              <a:gd name="T0" fmla="*/ 2147483646 w 105"/>
              <a:gd name="T1" fmla="*/ 2147483646 h 105"/>
              <a:gd name="T2" fmla="*/ 2147483646 w 105"/>
              <a:gd name="T3" fmla="*/ 2147483646 h 105"/>
              <a:gd name="T4" fmla="*/ 2147483646 w 105"/>
              <a:gd name="T5" fmla="*/ 2147483646 h 105"/>
              <a:gd name="T6" fmla="*/ 2147483646 w 105"/>
              <a:gd name="T7" fmla="*/ 2147483646 h 105"/>
              <a:gd name="T8" fmla="*/ 2147483646 w 105"/>
              <a:gd name="T9" fmla="*/ 0 h 105"/>
              <a:gd name="T10" fmla="*/ 2147483646 w 105"/>
              <a:gd name="T11" fmla="*/ 0 h 105"/>
              <a:gd name="T12" fmla="*/ 2147483646 w 105"/>
              <a:gd name="T13" fmla="*/ 2147483646 h 105"/>
              <a:gd name="T14" fmla="*/ 2147483646 w 105"/>
              <a:gd name="T15" fmla="*/ 2147483646 h 105"/>
              <a:gd name="T16" fmla="*/ 0 w 105"/>
              <a:gd name="T17" fmla="*/ 2147483646 h 105"/>
              <a:gd name="T18" fmla="*/ 0 w 105"/>
              <a:gd name="T19" fmla="*/ 2147483646 h 105"/>
              <a:gd name="T20" fmla="*/ 2147483646 w 105"/>
              <a:gd name="T21" fmla="*/ 2147483646 h 105"/>
              <a:gd name="T22" fmla="*/ 2147483646 w 105"/>
              <a:gd name="T23" fmla="*/ 2147483646 h 105"/>
              <a:gd name="T24" fmla="*/ 2147483646 w 105"/>
              <a:gd name="T25" fmla="*/ 2147483646 h 105"/>
              <a:gd name="T26" fmla="*/ 2147483646 w 105"/>
              <a:gd name="T27" fmla="*/ 2147483646 h 105"/>
              <a:gd name="T28" fmla="*/ 2147483646 w 105"/>
              <a:gd name="T29" fmla="*/ 2147483646 h 1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5"/>
              <a:gd name="T47" fmla="*/ 105 w 105"/>
              <a:gd name="T48" fmla="*/ 105 h 1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5">
                <a:moveTo>
                  <a:pt x="104" y="8"/>
                </a:moveTo>
                <a:lnTo>
                  <a:pt x="105" y="8"/>
                </a:lnTo>
                <a:lnTo>
                  <a:pt x="105" y="3"/>
                </a:lnTo>
                <a:lnTo>
                  <a:pt x="104" y="2"/>
                </a:lnTo>
                <a:lnTo>
                  <a:pt x="104" y="0"/>
                </a:lnTo>
                <a:lnTo>
                  <a:pt x="99" y="0"/>
                </a:lnTo>
                <a:lnTo>
                  <a:pt x="97" y="2"/>
                </a:lnTo>
                <a:lnTo>
                  <a:pt x="2" y="97"/>
                </a:lnTo>
                <a:lnTo>
                  <a:pt x="0" y="99"/>
                </a:lnTo>
                <a:lnTo>
                  <a:pt x="0" y="104"/>
                </a:lnTo>
                <a:lnTo>
                  <a:pt x="2" y="104"/>
                </a:lnTo>
                <a:lnTo>
                  <a:pt x="3" y="105"/>
                </a:lnTo>
                <a:lnTo>
                  <a:pt x="8" y="105"/>
                </a:lnTo>
                <a:lnTo>
                  <a:pt x="8" y="104"/>
                </a:lnTo>
                <a:lnTo>
                  <a:pt x="10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Rectangle 105">
            <a:extLst>
              <a:ext uri="{FF2B5EF4-FFF2-40B4-BE49-F238E27FC236}">
                <a16:creationId xmlns:a16="http://schemas.microsoft.com/office/drawing/2014/main" id="{DEA765B0-22AF-913C-01E6-51AAD6EFE31B}"/>
              </a:ext>
            </a:extLst>
          </p:cNvPr>
          <p:cNvSpPr>
            <a:spLocks noChangeAspect="1" noChangeArrowheads="1"/>
          </p:cNvSpPr>
          <p:nvPr/>
        </p:nvSpPr>
        <p:spPr bwMode="auto">
          <a:xfrm>
            <a:off x="1407026" y="4095778"/>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n</a:t>
            </a:r>
            <a:endParaRPr lang="en-US" altLang="zh-CN" sz="3200" b="0"/>
          </a:p>
        </p:txBody>
      </p:sp>
      <p:sp>
        <p:nvSpPr>
          <p:cNvPr id="38" name="Rectangle 106">
            <a:extLst>
              <a:ext uri="{FF2B5EF4-FFF2-40B4-BE49-F238E27FC236}">
                <a16:creationId xmlns:a16="http://schemas.microsoft.com/office/drawing/2014/main" id="{F032EB67-A163-974F-E003-18EC2A635857}"/>
              </a:ext>
            </a:extLst>
          </p:cNvPr>
          <p:cNvSpPr>
            <a:spLocks noChangeAspect="1" noChangeArrowheads="1"/>
          </p:cNvSpPr>
          <p:nvPr/>
        </p:nvSpPr>
        <p:spPr bwMode="auto">
          <a:xfrm>
            <a:off x="2007101" y="4295803"/>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R1</a:t>
            </a:r>
            <a:endParaRPr lang="en-US" altLang="zh-CN" b="0"/>
          </a:p>
        </p:txBody>
      </p:sp>
      <p:sp>
        <p:nvSpPr>
          <p:cNvPr id="39" name="Rectangle 107">
            <a:extLst>
              <a:ext uri="{FF2B5EF4-FFF2-40B4-BE49-F238E27FC236}">
                <a16:creationId xmlns:a16="http://schemas.microsoft.com/office/drawing/2014/main" id="{FE69B987-6900-181C-8861-686036571A52}"/>
              </a:ext>
            </a:extLst>
          </p:cNvPr>
          <p:cNvSpPr>
            <a:spLocks noChangeAspect="1" noChangeArrowheads="1"/>
          </p:cNvSpPr>
          <p:nvPr/>
        </p:nvSpPr>
        <p:spPr bwMode="auto">
          <a:xfrm>
            <a:off x="2002339" y="3973540"/>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Ld</a:t>
            </a:r>
            <a:endParaRPr lang="en-US" altLang="zh-CN" b="0"/>
          </a:p>
        </p:txBody>
      </p:sp>
      <p:sp>
        <p:nvSpPr>
          <p:cNvPr id="40" name="Freeform 108">
            <a:extLst>
              <a:ext uri="{FF2B5EF4-FFF2-40B4-BE49-F238E27FC236}">
                <a16:creationId xmlns:a16="http://schemas.microsoft.com/office/drawing/2014/main" id="{AE336DD1-4BB6-9AF6-EB5C-3C9B6C113BAF}"/>
              </a:ext>
            </a:extLst>
          </p:cNvPr>
          <p:cNvSpPr>
            <a:spLocks noChangeAspect="1"/>
          </p:cNvSpPr>
          <p:nvPr/>
        </p:nvSpPr>
        <p:spPr bwMode="auto">
          <a:xfrm>
            <a:off x="1800726" y="3933853"/>
            <a:ext cx="642938" cy="822325"/>
          </a:xfrm>
          <a:custGeom>
            <a:avLst/>
            <a:gdLst>
              <a:gd name="T0" fmla="*/ 2147483646 w 376"/>
              <a:gd name="T1" fmla="*/ 0 h 590"/>
              <a:gd name="T2" fmla="*/ 2147483646 w 376"/>
              <a:gd name="T3" fmla="*/ 0 h 590"/>
              <a:gd name="T4" fmla="*/ 2147483646 w 376"/>
              <a:gd name="T5" fmla="*/ 2147483646 h 590"/>
              <a:gd name="T6" fmla="*/ 0 w 376"/>
              <a:gd name="T7" fmla="*/ 2147483646 h 590"/>
              <a:gd name="T8" fmla="*/ 0 w 376"/>
              <a:gd name="T9" fmla="*/ 2147483646 h 590"/>
              <a:gd name="T10" fmla="*/ 2147483646 w 376"/>
              <a:gd name="T11" fmla="*/ 2147483646 h 590"/>
              <a:gd name="T12" fmla="*/ 2147483646 w 376"/>
              <a:gd name="T13" fmla="*/ 2147483646 h 590"/>
              <a:gd name="T14" fmla="*/ 2147483646 w 376"/>
              <a:gd name="T15" fmla="*/ 2147483646 h 590"/>
              <a:gd name="T16" fmla="*/ 2147483646 w 376"/>
              <a:gd name="T17" fmla="*/ 2147483646 h 590"/>
              <a:gd name="T18" fmla="*/ 2147483646 w 376"/>
              <a:gd name="T19" fmla="*/ 2147483646 h 590"/>
              <a:gd name="T20" fmla="*/ 2147483646 w 376"/>
              <a:gd name="T21" fmla="*/ 2147483646 h 590"/>
              <a:gd name="T22" fmla="*/ 2147483646 w 376"/>
              <a:gd name="T23" fmla="*/ 2147483646 h 590"/>
              <a:gd name="T24" fmla="*/ 2147483646 w 376"/>
              <a:gd name="T25" fmla="*/ 0 h 590"/>
              <a:gd name="T26" fmla="*/ 2147483646 w 376"/>
              <a:gd name="T27" fmla="*/ 0 h 590"/>
              <a:gd name="T28" fmla="*/ 2147483646 w 376"/>
              <a:gd name="T29" fmla="*/ 0 h 590"/>
              <a:gd name="T30" fmla="*/ 2147483646 w 376"/>
              <a:gd name="T31" fmla="*/ 2147483646 h 590"/>
              <a:gd name="T32" fmla="*/ 2147483646 w 376"/>
              <a:gd name="T33" fmla="*/ 2147483646 h 590"/>
              <a:gd name="T34" fmla="*/ 2147483646 w 376"/>
              <a:gd name="T35" fmla="*/ 2147483646 h 590"/>
              <a:gd name="T36" fmla="*/ 2147483646 w 376"/>
              <a:gd name="T37" fmla="*/ 2147483646 h 590"/>
              <a:gd name="T38" fmla="*/ 2147483646 w 376"/>
              <a:gd name="T39" fmla="*/ 2147483646 h 590"/>
              <a:gd name="T40" fmla="*/ 2147483646 w 376"/>
              <a:gd name="T41" fmla="*/ 2147483646 h 590"/>
              <a:gd name="T42" fmla="*/ 2147483646 w 376"/>
              <a:gd name="T43" fmla="*/ 2147483646 h 590"/>
              <a:gd name="T44" fmla="*/ 2147483646 w 376"/>
              <a:gd name="T45" fmla="*/ 2147483646 h 590"/>
              <a:gd name="T46" fmla="*/ 2147483646 w 376"/>
              <a:gd name="T47" fmla="*/ 2147483646 h 590"/>
              <a:gd name="T48" fmla="*/ 2147483646 w 376"/>
              <a:gd name="T49" fmla="*/ 0 h 5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76"/>
              <a:gd name="T76" fmla="*/ 0 h 590"/>
              <a:gd name="T77" fmla="*/ 376 w 376"/>
              <a:gd name="T78" fmla="*/ 590 h 59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76" h="590">
                <a:moveTo>
                  <a:pt x="10" y="0"/>
                </a:moveTo>
                <a:lnTo>
                  <a:pt x="7" y="0"/>
                </a:lnTo>
                <a:lnTo>
                  <a:pt x="4" y="3"/>
                </a:lnTo>
                <a:lnTo>
                  <a:pt x="0" y="6"/>
                </a:lnTo>
                <a:lnTo>
                  <a:pt x="0" y="583"/>
                </a:lnTo>
                <a:lnTo>
                  <a:pt x="4" y="587"/>
                </a:lnTo>
                <a:lnTo>
                  <a:pt x="7" y="590"/>
                </a:lnTo>
                <a:lnTo>
                  <a:pt x="369" y="590"/>
                </a:lnTo>
                <a:lnTo>
                  <a:pt x="373" y="587"/>
                </a:lnTo>
                <a:lnTo>
                  <a:pt x="376" y="583"/>
                </a:lnTo>
                <a:lnTo>
                  <a:pt x="376" y="6"/>
                </a:lnTo>
                <a:lnTo>
                  <a:pt x="373" y="3"/>
                </a:lnTo>
                <a:lnTo>
                  <a:pt x="369" y="0"/>
                </a:lnTo>
                <a:lnTo>
                  <a:pt x="366" y="0"/>
                </a:lnTo>
                <a:lnTo>
                  <a:pt x="10" y="0"/>
                </a:lnTo>
                <a:lnTo>
                  <a:pt x="10" y="20"/>
                </a:lnTo>
                <a:lnTo>
                  <a:pt x="366" y="20"/>
                </a:lnTo>
                <a:lnTo>
                  <a:pt x="356" y="10"/>
                </a:lnTo>
                <a:lnTo>
                  <a:pt x="356" y="580"/>
                </a:lnTo>
                <a:lnTo>
                  <a:pt x="366" y="570"/>
                </a:lnTo>
                <a:lnTo>
                  <a:pt x="10" y="570"/>
                </a:lnTo>
                <a:lnTo>
                  <a:pt x="20" y="580"/>
                </a:lnTo>
                <a:lnTo>
                  <a:pt x="20" y="10"/>
                </a:lnTo>
                <a:lnTo>
                  <a:pt x="10" y="2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Line 109">
            <a:extLst>
              <a:ext uri="{FF2B5EF4-FFF2-40B4-BE49-F238E27FC236}">
                <a16:creationId xmlns:a16="http://schemas.microsoft.com/office/drawing/2014/main" id="{D630F23C-6666-B9A2-0A0D-88808F37F6AD}"/>
              </a:ext>
            </a:extLst>
          </p:cNvPr>
          <p:cNvSpPr>
            <a:spLocks noChangeShapeType="1"/>
          </p:cNvSpPr>
          <p:nvPr/>
        </p:nvSpPr>
        <p:spPr bwMode="auto">
          <a:xfrm>
            <a:off x="1211764" y="4365653"/>
            <a:ext cx="611187" cy="0"/>
          </a:xfrm>
          <a:prstGeom prst="line">
            <a:avLst/>
          </a:prstGeom>
          <a:noFill/>
          <a:ln w="28575">
            <a:solidFill>
              <a:schemeClr val="tx1"/>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2" name="Freeform 110">
            <a:extLst>
              <a:ext uri="{FF2B5EF4-FFF2-40B4-BE49-F238E27FC236}">
                <a16:creationId xmlns:a16="http://schemas.microsoft.com/office/drawing/2014/main" id="{F4DB4602-0246-1CC7-9A5F-CC2B5F5513A4}"/>
              </a:ext>
            </a:extLst>
          </p:cNvPr>
          <p:cNvSpPr>
            <a:spLocks noChangeAspect="1"/>
          </p:cNvSpPr>
          <p:nvPr/>
        </p:nvSpPr>
        <p:spPr bwMode="auto">
          <a:xfrm>
            <a:off x="2580189" y="4287865"/>
            <a:ext cx="179387" cy="179388"/>
          </a:xfrm>
          <a:custGeom>
            <a:avLst/>
            <a:gdLst>
              <a:gd name="T0" fmla="*/ 2147483646 w 105"/>
              <a:gd name="T1" fmla="*/ 2147483646 h 105"/>
              <a:gd name="T2" fmla="*/ 2147483646 w 105"/>
              <a:gd name="T3" fmla="*/ 2147483646 h 105"/>
              <a:gd name="T4" fmla="*/ 2147483646 w 105"/>
              <a:gd name="T5" fmla="*/ 2147483646 h 105"/>
              <a:gd name="T6" fmla="*/ 2147483646 w 105"/>
              <a:gd name="T7" fmla="*/ 2147483646 h 105"/>
              <a:gd name="T8" fmla="*/ 2147483646 w 105"/>
              <a:gd name="T9" fmla="*/ 0 h 105"/>
              <a:gd name="T10" fmla="*/ 2147483646 w 105"/>
              <a:gd name="T11" fmla="*/ 0 h 105"/>
              <a:gd name="T12" fmla="*/ 2147483646 w 105"/>
              <a:gd name="T13" fmla="*/ 2147483646 h 105"/>
              <a:gd name="T14" fmla="*/ 2147483646 w 105"/>
              <a:gd name="T15" fmla="*/ 2147483646 h 105"/>
              <a:gd name="T16" fmla="*/ 0 w 105"/>
              <a:gd name="T17" fmla="*/ 2147483646 h 105"/>
              <a:gd name="T18" fmla="*/ 0 w 105"/>
              <a:gd name="T19" fmla="*/ 2147483646 h 105"/>
              <a:gd name="T20" fmla="*/ 2147483646 w 105"/>
              <a:gd name="T21" fmla="*/ 2147483646 h 105"/>
              <a:gd name="T22" fmla="*/ 2147483646 w 105"/>
              <a:gd name="T23" fmla="*/ 2147483646 h 105"/>
              <a:gd name="T24" fmla="*/ 2147483646 w 105"/>
              <a:gd name="T25" fmla="*/ 2147483646 h 105"/>
              <a:gd name="T26" fmla="*/ 2147483646 w 105"/>
              <a:gd name="T27" fmla="*/ 2147483646 h 105"/>
              <a:gd name="T28" fmla="*/ 2147483646 w 105"/>
              <a:gd name="T29" fmla="*/ 2147483646 h 1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5"/>
              <a:gd name="T47" fmla="*/ 105 w 105"/>
              <a:gd name="T48" fmla="*/ 105 h 1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5">
                <a:moveTo>
                  <a:pt x="104" y="8"/>
                </a:moveTo>
                <a:lnTo>
                  <a:pt x="105" y="8"/>
                </a:lnTo>
                <a:lnTo>
                  <a:pt x="105" y="3"/>
                </a:lnTo>
                <a:lnTo>
                  <a:pt x="104" y="2"/>
                </a:lnTo>
                <a:lnTo>
                  <a:pt x="104" y="0"/>
                </a:lnTo>
                <a:lnTo>
                  <a:pt x="99" y="0"/>
                </a:lnTo>
                <a:lnTo>
                  <a:pt x="97" y="2"/>
                </a:lnTo>
                <a:lnTo>
                  <a:pt x="2" y="97"/>
                </a:lnTo>
                <a:lnTo>
                  <a:pt x="0" y="99"/>
                </a:lnTo>
                <a:lnTo>
                  <a:pt x="0" y="104"/>
                </a:lnTo>
                <a:lnTo>
                  <a:pt x="2" y="104"/>
                </a:lnTo>
                <a:lnTo>
                  <a:pt x="3" y="105"/>
                </a:lnTo>
                <a:lnTo>
                  <a:pt x="8" y="105"/>
                </a:lnTo>
                <a:lnTo>
                  <a:pt x="8" y="104"/>
                </a:lnTo>
                <a:lnTo>
                  <a:pt x="10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Rectangle 111">
            <a:extLst>
              <a:ext uri="{FF2B5EF4-FFF2-40B4-BE49-F238E27FC236}">
                <a16:creationId xmlns:a16="http://schemas.microsoft.com/office/drawing/2014/main" id="{362666B4-EEC9-FA09-6B22-1ADF784FA873}"/>
              </a:ext>
            </a:extLst>
          </p:cNvPr>
          <p:cNvSpPr>
            <a:spLocks noChangeAspect="1" noChangeArrowheads="1"/>
          </p:cNvSpPr>
          <p:nvPr/>
        </p:nvSpPr>
        <p:spPr bwMode="auto">
          <a:xfrm>
            <a:off x="2630989" y="4070378"/>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n</a:t>
            </a:r>
            <a:endParaRPr lang="en-US" altLang="zh-CN" sz="3200" b="0"/>
          </a:p>
        </p:txBody>
      </p:sp>
      <p:sp>
        <p:nvSpPr>
          <p:cNvPr id="44" name="Line 113">
            <a:extLst>
              <a:ext uri="{FF2B5EF4-FFF2-40B4-BE49-F238E27FC236}">
                <a16:creationId xmlns:a16="http://schemas.microsoft.com/office/drawing/2014/main" id="{8638333C-74B6-9904-1E89-AE9FB4BC2595}"/>
              </a:ext>
            </a:extLst>
          </p:cNvPr>
          <p:cNvSpPr>
            <a:spLocks noChangeShapeType="1"/>
          </p:cNvSpPr>
          <p:nvPr/>
        </p:nvSpPr>
        <p:spPr bwMode="auto">
          <a:xfrm>
            <a:off x="2111876" y="3727478"/>
            <a:ext cx="0" cy="2174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Rectangle 114">
            <a:extLst>
              <a:ext uri="{FF2B5EF4-FFF2-40B4-BE49-F238E27FC236}">
                <a16:creationId xmlns:a16="http://schemas.microsoft.com/office/drawing/2014/main" id="{3FC6689F-446A-7941-424C-EECBB956CCAC}"/>
              </a:ext>
            </a:extLst>
          </p:cNvPr>
          <p:cNvSpPr>
            <a:spLocks noChangeAspect="1" noChangeArrowheads="1"/>
          </p:cNvSpPr>
          <p:nvPr/>
        </p:nvSpPr>
        <p:spPr bwMode="auto">
          <a:xfrm>
            <a:off x="1788026" y="4906990"/>
            <a:ext cx="2365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L2</a:t>
            </a:r>
            <a:endParaRPr lang="en-US" altLang="zh-CN" b="0"/>
          </a:p>
        </p:txBody>
      </p:sp>
      <p:sp>
        <p:nvSpPr>
          <p:cNvPr id="46" name="Freeform 115">
            <a:extLst>
              <a:ext uri="{FF2B5EF4-FFF2-40B4-BE49-F238E27FC236}">
                <a16:creationId xmlns:a16="http://schemas.microsoft.com/office/drawing/2014/main" id="{24F2ABC2-232C-6458-CC7F-56D85F14176A}"/>
              </a:ext>
            </a:extLst>
          </p:cNvPr>
          <p:cNvSpPr>
            <a:spLocks noChangeAspect="1"/>
          </p:cNvSpPr>
          <p:nvPr/>
        </p:nvSpPr>
        <p:spPr bwMode="auto">
          <a:xfrm>
            <a:off x="1391151" y="5556278"/>
            <a:ext cx="179388" cy="179387"/>
          </a:xfrm>
          <a:custGeom>
            <a:avLst/>
            <a:gdLst>
              <a:gd name="T0" fmla="*/ 2147483646 w 105"/>
              <a:gd name="T1" fmla="*/ 2147483646 h 105"/>
              <a:gd name="T2" fmla="*/ 2147483646 w 105"/>
              <a:gd name="T3" fmla="*/ 2147483646 h 105"/>
              <a:gd name="T4" fmla="*/ 2147483646 w 105"/>
              <a:gd name="T5" fmla="*/ 2147483646 h 105"/>
              <a:gd name="T6" fmla="*/ 2147483646 w 105"/>
              <a:gd name="T7" fmla="*/ 2147483646 h 105"/>
              <a:gd name="T8" fmla="*/ 2147483646 w 105"/>
              <a:gd name="T9" fmla="*/ 0 h 105"/>
              <a:gd name="T10" fmla="*/ 2147483646 w 105"/>
              <a:gd name="T11" fmla="*/ 0 h 105"/>
              <a:gd name="T12" fmla="*/ 2147483646 w 105"/>
              <a:gd name="T13" fmla="*/ 2147483646 h 105"/>
              <a:gd name="T14" fmla="*/ 2147483646 w 105"/>
              <a:gd name="T15" fmla="*/ 2147483646 h 105"/>
              <a:gd name="T16" fmla="*/ 0 w 105"/>
              <a:gd name="T17" fmla="*/ 2147483646 h 105"/>
              <a:gd name="T18" fmla="*/ 0 w 105"/>
              <a:gd name="T19" fmla="*/ 2147483646 h 105"/>
              <a:gd name="T20" fmla="*/ 2147483646 w 105"/>
              <a:gd name="T21" fmla="*/ 2147483646 h 105"/>
              <a:gd name="T22" fmla="*/ 2147483646 w 105"/>
              <a:gd name="T23" fmla="*/ 2147483646 h 105"/>
              <a:gd name="T24" fmla="*/ 2147483646 w 105"/>
              <a:gd name="T25" fmla="*/ 2147483646 h 105"/>
              <a:gd name="T26" fmla="*/ 2147483646 w 105"/>
              <a:gd name="T27" fmla="*/ 2147483646 h 105"/>
              <a:gd name="T28" fmla="*/ 2147483646 w 105"/>
              <a:gd name="T29" fmla="*/ 2147483646 h 1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5"/>
              <a:gd name="T47" fmla="*/ 105 w 105"/>
              <a:gd name="T48" fmla="*/ 105 h 1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5">
                <a:moveTo>
                  <a:pt x="104" y="8"/>
                </a:moveTo>
                <a:lnTo>
                  <a:pt x="105" y="8"/>
                </a:lnTo>
                <a:lnTo>
                  <a:pt x="105" y="3"/>
                </a:lnTo>
                <a:lnTo>
                  <a:pt x="104" y="2"/>
                </a:lnTo>
                <a:lnTo>
                  <a:pt x="104" y="0"/>
                </a:lnTo>
                <a:lnTo>
                  <a:pt x="99" y="0"/>
                </a:lnTo>
                <a:lnTo>
                  <a:pt x="97" y="2"/>
                </a:lnTo>
                <a:lnTo>
                  <a:pt x="2" y="97"/>
                </a:lnTo>
                <a:lnTo>
                  <a:pt x="0" y="99"/>
                </a:lnTo>
                <a:lnTo>
                  <a:pt x="0" y="104"/>
                </a:lnTo>
                <a:lnTo>
                  <a:pt x="2" y="104"/>
                </a:lnTo>
                <a:lnTo>
                  <a:pt x="3" y="105"/>
                </a:lnTo>
                <a:lnTo>
                  <a:pt x="8" y="105"/>
                </a:lnTo>
                <a:lnTo>
                  <a:pt x="8" y="104"/>
                </a:lnTo>
                <a:lnTo>
                  <a:pt x="10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Rectangle 116">
            <a:extLst>
              <a:ext uri="{FF2B5EF4-FFF2-40B4-BE49-F238E27FC236}">
                <a16:creationId xmlns:a16="http://schemas.microsoft.com/office/drawing/2014/main" id="{46DE2DC8-1EBC-96CF-FB5A-8C4DA62A93A6}"/>
              </a:ext>
            </a:extLst>
          </p:cNvPr>
          <p:cNvSpPr>
            <a:spLocks noChangeAspect="1" noChangeArrowheads="1"/>
          </p:cNvSpPr>
          <p:nvPr/>
        </p:nvSpPr>
        <p:spPr bwMode="auto">
          <a:xfrm>
            <a:off x="1407026" y="5340378"/>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n</a:t>
            </a:r>
            <a:endParaRPr lang="en-US" altLang="zh-CN" sz="3200" b="0"/>
          </a:p>
        </p:txBody>
      </p:sp>
      <p:sp>
        <p:nvSpPr>
          <p:cNvPr id="48" name="Rectangle 117">
            <a:extLst>
              <a:ext uri="{FF2B5EF4-FFF2-40B4-BE49-F238E27FC236}">
                <a16:creationId xmlns:a16="http://schemas.microsoft.com/office/drawing/2014/main" id="{5C55E264-75C8-2203-CFA0-539810242029}"/>
              </a:ext>
            </a:extLst>
          </p:cNvPr>
          <p:cNvSpPr>
            <a:spLocks noChangeAspect="1" noChangeArrowheads="1"/>
          </p:cNvSpPr>
          <p:nvPr/>
        </p:nvSpPr>
        <p:spPr bwMode="auto">
          <a:xfrm>
            <a:off x="2007101" y="5564215"/>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R2</a:t>
            </a:r>
            <a:endParaRPr lang="en-US" altLang="zh-CN" b="0"/>
          </a:p>
        </p:txBody>
      </p:sp>
      <p:sp>
        <p:nvSpPr>
          <p:cNvPr id="49" name="Rectangle 118">
            <a:extLst>
              <a:ext uri="{FF2B5EF4-FFF2-40B4-BE49-F238E27FC236}">
                <a16:creationId xmlns:a16="http://schemas.microsoft.com/office/drawing/2014/main" id="{36E51D41-022B-4925-C023-BC4D39F14DEB}"/>
              </a:ext>
            </a:extLst>
          </p:cNvPr>
          <p:cNvSpPr>
            <a:spLocks noChangeAspect="1" noChangeArrowheads="1"/>
          </p:cNvSpPr>
          <p:nvPr/>
        </p:nvSpPr>
        <p:spPr bwMode="auto">
          <a:xfrm>
            <a:off x="2002339" y="5241953"/>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Ld</a:t>
            </a:r>
            <a:endParaRPr lang="en-US" altLang="zh-CN" b="0"/>
          </a:p>
        </p:txBody>
      </p:sp>
      <p:sp>
        <p:nvSpPr>
          <p:cNvPr id="50" name="Freeform 119">
            <a:extLst>
              <a:ext uri="{FF2B5EF4-FFF2-40B4-BE49-F238E27FC236}">
                <a16:creationId xmlns:a16="http://schemas.microsoft.com/office/drawing/2014/main" id="{91478163-F4F2-CCBD-29CF-1E08CD4FECE8}"/>
              </a:ext>
            </a:extLst>
          </p:cNvPr>
          <p:cNvSpPr>
            <a:spLocks noChangeAspect="1"/>
          </p:cNvSpPr>
          <p:nvPr/>
        </p:nvSpPr>
        <p:spPr bwMode="auto">
          <a:xfrm>
            <a:off x="1800726" y="5202265"/>
            <a:ext cx="642938" cy="822325"/>
          </a:xfrm>
          <a:custGeom>
            <a:avLst/>
            <a:gdLst>
              <a:gd name="T0" fmla="*/ 2147483646 w 376"/>
              <a:gd name="T1" fmla="*/ 0 h 590"/>
              <a:gd name="T2" fmla="*/ 2147483646 w 376"/>
              <a:gd name="T3" fmla="*/ 0 h 590"/>
              <a:gd name="T4" fmla="*/ 2147483646 w 376"/>
              <a:gd name="T5" fmla="*/ 2147483646 h 590"/>
              <a:gd name="T6" fmla="*/ 0 w 376"/>
              <a:gd name="T7" fmla="*/ 2147483646 h 590"/>
              <a:gd name="T8" fmla="*/ 0 w 376"/>
              <a:gd name="T9" fmla="*/ 2147483646 h 590"/>
              <a:gd name="T10" fmla="*/ 2147483646 w 376"/>
              <a:gd name="T11" fmla="*/ 2147483646 h 590"/>
              <a:gd name="T12" fmla="*/ 2147483646 w 376"/>
              <a:gd name="T13" fmla="*/ 2147483646 h 590"/>
              <a:gd name="T14" fmla="*/ 2147483646 w 376"/>
              <a:gd name="T15" fmla="*/ 2147483646 h 590"/>
              <a:gd name="T16" fmla="*/ 2147483646 w 376"/>
              <a:gd name="T17" fmla="*/ 2147483646 h 590"/>
              <a:gd name="T18" fmla="*/ 2147483646 w 376"/>
              <a:gd name="T19" fmla="*/ 2147483646 h 590"/>
              <a:gd name="T20" fmla="*/ 2147483646 w 376"/>
              <a:gd name="T21" fmla="*/ 2147483646 h 590"/>
              <a:gd name="T22" fmla="*/ 2147483646 w 376"/>
              <a:gd name="T23" fmla="*/ 2147483646 h 590"/>
              <a:gd name="T24" fmla="*/ 2147483646 w 376"/>
              <a:gd name="T25" fmla="*/ 0 h 590"/>
              <a:gd name="T26" fmla="*/ 2147483646 w 376"/>
              <a:gd name="T27" fmla="*/ 0 h 590"/>
              <a:gd name="T28" fmla="*/ 2147483646 w 376"/>
              <a:gd name="T29" fmla="*/ 0 h 590"/>
              <a:gd name="T30" fmla="*/ 2147483646 w 376"/>
              <a:gd name="T31" fmla="*/ 2147483646 h 590"/>
              <a:gd name="T32" fmla="*/ 2147483646 w 376"/>
              <a:gd name="T33" fmla="*/ 2147483646 h 590"/>
              <a:gd name="T34" fmla="*/ 2147483646 w 376"/>
              <a:gd name="T35" fmla="*/ 2147483646 h 590"/>
              <a:gd name="T36" fmla="*/ 2147483646 w 376"/>
              <a:gd name="T37" fmla="*/ 2147483646 h 590"/>
              <a:gd name="T38" fmla="*/ 2147483646 w 376"/>
              <a:gd name="T39" fmla="*/ 2147483646 h 590"/>
              <a:gd name="T40" fmla="*/ 2147483646 w 376"/>
              <a:gd name="T41" fmla="*/ 2147483646 h 590"/>
              <a:gd name="T42" fmla="*/ 2147483646 w 376"/>
              <a:gd name="T43" fmla="*/ 2147483646 h 590"/>
              <a:gd name="T44" fmla="*/ 2147483646 w 376"/>
              <a:gd name="T45" fmla="*/ 2147483646 h 590"/>
              <a:gd name="T46" fmla="*/ 2147483646 w 376"/>
              <a:gd name="T47" fmla="*/ 2147483646 h 590"/>
              <a:gd name="T48" fmla="*/ 2147483646 w 376"/>
              <a:gd name="T49" fmla="*/ 0 h 5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76"/>
              <a:gd name="T76" fmla="*/ 0 h 590"/>
              <a:gd name="T77" fmla="*/ 376 w 376"/>
              <a:gd name="T78" fmla="*/ 590 h 59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76" h="590">
                <a:moveTo>
                  <a:pt x="10" y="0"/>
                </a:moveTo>
                <a:lnTo>
                  <a:pt x="7" y="0"/>
                </a:lnTo>
                <a:lnTo>
                  <a:pt x="4" y="3"/>
                </a:lnTo>
                <a:lnTo>
                  <a:pt x="0" y="6"/>
                </a:lnTo>
                <a:lnTo>
                  <a:pt x="0" y="583"/>
                </a:lnTo>
                <a:lnTo>
                  <a:pt x="4" y="587"/>
                </a:lnTo>
                <a:lnTo>
                  <a:pt x="7" y="590"/>
                </a:lnTo>
                <a:lnTo>
                  <a:pt x="369" y="590"/>
                </a:lnTo>
                <a:lnTo>
                  <a:pt x="373" y="587"/>
                </a:lnTo>
                <a:lnTo>
                  <a:pt x="376" y="583"/>
                </a:lnTo>
                <a:lnTo>
                  <a:pt x="376" y="6"/>
                </a:lnTo>
                <a:lnTo>
                  <a:pt x="373" y="3"/>
                </a:lnTo>
                <a:lnTo>
                  <a:pt x="369" y="0"/>
                </a:lnTo>
                <a:lnTo>
                  <a:pt x="366" y="0"/>
                </a:lnTo>
                <a:lnTo>
                  <a:pt x="10" y="0"/>
                </a:lnTo>
                <a:lnTo>
                  <a:pt x="10" y="20"/>
                </a:lnTo>
                <a:lnTo>
                  <a:pt x="366" y="20"/>
                </a:lnTo>
                <a:lnTo>
                  <a:pt x="356" y="10"/>
                </a:lnTo>
                <a:lnTo>
                  <a:pt x="356" y="580"/>
                </a:lnTo>
                <a:lnTo>
                  <a:pt x="366" y="570"/>
                </a:lnTo>
                <a:lnTo>
                  <a:pt x="10" y="570"/>
                </a:lnTo>
                <a:lnTo>
                  <a:pt x="20" y="580"/>
                </a:lnTo>
                <a:lnTo>
                  <a:pt x="20" y="10"/>
                </a:lnTo>
                <a:lnTo>
                  <a:pt x="10" y="2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Line 120">
            <a:extLst>
              <a:ext uri="{FF2B5EF4-FFF2-40B4-BE49-F238E27FC236}">
                <a16:creationId xmlns:a16="http://schemas.microsoft.com/office/drawing/2014/main" id="{9EBF94C5-9016-65D3-9B56-457A78FB6DCF}"/>
              </a:ext>
            </a:extLst>
          </p:cNvPr>
          <p:cNvSpPr>
            <a:spLocks noChangeShapeType="1"/>
          </p:cNvSpPr>
          <p:nvPr/>
        </p:nvSpPr>
        <p:spPr bwMode="auto">
          <a:xfrm>
            <a:off x="1211764" y="5627715"/>
            <a:ext cx="611187" cy="0"/>
          </a:xfrm>
          <a:prstGeom prst="line">
            <a:avLst/>
          </a:prstGeom>
          <a:noFill/>
          <a:ln w="28575">
            <a:solidFill>
              <a:schemeClr val="tx1"/>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2" name="Freeform 121">
            <a:extLst>
              <a:ext uri="{FF2B5EF4-FFF2-40B4-BE49-F238E27FC236}">
                <a16:creationId xmlns:a16="http://schemas.microsoft.com/office/drawing/2014/main" id="{9B9EB355-59F7-B5AC-0565-5251C86EA0E7}"/>
              </a:ext>
            </a:extLst>
          </p:cNvPr>
          <p:cNvSpPr>
            <a:spLocks noChangeAspect="1"/>
          </p:cNvSpPr>
          <p:nvPr/>
        </p:nvSpPr>
        <p:spPr bwMode="auto">
          <a:xfrm>
            <a:off x="2580189" y="5556278"/>
            <a:ext cx="179387" cy="179387"/>
          </a:xfrm>
          <a:custGeom>
            <a:avLst/>
            <a:gdLst>
              <a:gd name="T0" fmla="*/ 2147483646 w 105"/>
              <a:gd name="T1" fmla="*/ 2147483646 h 105"/>
              <a:gd name="T2" fmla="*/ 2147483646 w 105"/>
              <a:gd name="T3" fmla="*/ 2147483646 h 105"/>
              <a:gd name="T4" fmla="*/ 2147483646 w 105"/>
              <a:gd name="T5" fmla="*/ 2147483646 h 105"/>
              <a:gd name="T6" fmla="*/ 2147483646 w 105"/>
              <a:gd name="T7" fmla="*/ 2147483646 h 105"/>
              <a:gd name="T8" fmla="*/ 2147483646 w 105"/>
              <a:gd name="T9" fmla="*/ 0 h 105"/>
              <a:gd name="T10" fmla="*/ 2147483646 w 105"/>
              <a:gd name="T11" fmla="*/ 0 h 105"/>
              <a:gd name="T12" fmla="*/ 2147483646 w 105"/>
              <a:gd name="T13" fmla="*/ 2147483646 h 105"/>
              <a:gd name="T14" fmla="*/ 2147483646 w 105"/>
              <a:gd name="T15" fmla="*/ 2147483646 h 105"/>
              <a:gd name="T16" fmla="*/ 0 w 105"/>
              <a:gd name="T17" fmla="*/ 2147483646 h 105"/>
              <a:gd name="T18" fmla="*/ 0 w 105"/>
              <a:gd name="T19" fmla="*/ 2147483646 h 105"/>
              <a:gd name="T20" fmla="*/ 2147483646 w 105"/>
              <a:gd name="T21" fmla="*/ 2147483646 h 105"/>
              <a:gd name="T22" fmla="*/ 2147483646 w 105"/>
              <a:gd name="T23" fmla="*/ 2147483646 h 105"/>
              <a:gd name="T24" fmla="*/ 2147483646 w 105"/>
              <a:gd name="T25" fmla="*/ 2147483646 h 105"/>
              <a:gd name="T26" fmla="*/ 2147483646 w 105"/>
              <a:gd name="T27" fmla="*/ 2147483646 h 105"/>
              <a:gd name="T28" fmla="*/ 2147483646 w 105"/>
              <a:gd name="T29" fmla="*/ 2147483646 h 1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5"/>
              <a:gd name="T47" fmla="*/ 105 w 105"/>
              <a:gd name="T48" fmla="*/ 105 h 1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5">
                <a:moveTo>
                  <a:pt x="104" y="8"/>
                </a:moveTo>
                <a:lnTo>
                  <a:pt x="105" y="8"/>
                </a:lnTo>
                <a:lnTo>
                  <a:pt x="105" y="3"/>
                </a:lnTo>
                <a:lnTo>
                  <a:pt x="104" y="2"/>
                </a:lnTo>
                <a:lnTo>
                  <a:pt x="104" y="0"/>
                </a:lnTo>
                <a:lnTo>
                  <a:pt x="99" y="0"/>
                </a:lnTo>
                <a:lnTo>
                  <a:pt x="97" y="2"/>
                </a:lnTo>
                <a:lnTo>
                  <a:pt x="2" y="97"/>
                </a:lnTo>
                <a:lnTo>
                  <a:pt x="0" y="99"/>
                </a:lnTo>
                <a:lnTo>
                  <a:pt x="0" y="104"/>
                </a:lnTo>
                <a:lnTo>
                  <a:pt x="2" y="104"/>
                </a:lnTo>
                <a:lnTo>
                  <a:pt x="3" y="105"/>
                </a:lnTo>
                <a:lnTo>
                  <a:pt x="8" y="105"/>
                </a:lnTo>
                <a:lnTo>
                  <a:pt x="8" y="104"/>
                </a:lnTo>
                <a:lnTo>
                  <a:pt x="10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Rectangle 122">
            <a:extLst>
              <a:ext uri="{FF2B5EF4-FFF2-40B4-BE49-F238E27FC236}">
                <a16:creationId xmlns:a16="http://schemas.microsoft.com/office/drawing/2014/main" id="{421A7154-A9D7-2487-4CDE-12723CF665D2}"/>
              </a:ext>
            </a:extLst>
          </p:cNvPr>
          <p:cNvSpPr>
            <a:spLocks noChangeAspect="1" noChangeArrowheads="1"/>
          </p:cNvSpPr>
          <p:nvPr/>
        </p:nvSpPr>
        <p:spPr bwMode="auto">
          <a:xfrm>
            <a:off x="2630989" y="5338790"/>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n</a:t>
            </a:r>
            <a:endParaRPr lang="en-US" altLang="zh-CN" sz="3200" b="0"/>
          </a:p>
        </p:txBody>
      </p:sp>
      <p:sp>
        <p:nvSpPr>
          <p:cNvPr id="54" name="Line 123">
            <a:extLst>
              <a:ext uri="{FF2B5EF4-FFF2-40B4-BE49-F238E27FC236}">
                <a16:creationId xmlns:a16="http://schemas.microsoft.com/office/drawing/2014/main" id="{6642D4C2-CFF0-6F8A-964D-70E1F2DC3773}"/>
              </a:ext>
            </a:extLst>
          </p:cNvPr>
          <p:cNvSpPr>
            <a:spLocks noChangeShapeType="1"/>
          </p:cNvSpPr>
          <p:nvPr/>
        </p:nvSpPr>
        <p:spPr bwMode="auto">
          <a:xfrm>
            <a:off x="2435726" y="5627715"/>
            <a:ext cx="503238" cy="0"/>
          </a:xfrm>
          <a:prstGeom prst="line">
            <a:avLst/>
          </a:prstGeom>
          <a:noFill/>
          <a:ln w="28575">
            <a:solidFill>
              <a:schemeClr val="tx1"/>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55" name="Line 124">
            <a:extLst>
              <a:ext uri="{FF2B5EF4-FFF2-40B4-BE49-F238E27FC236}">
                <a16:creationId xmlns:a16="http://schemas.microsoft.com/office/drawing/2014/main" id="{06E7AAFA-2985-98ED-5A96-3FD89559D979}"/>
              </a:ext>
            </a:extLst>
          </p:cNvPr>
          <p:cNvSpPr>
            <a:spLocks noChangeShapeType="1"/>
          </p:cNvSpPr>
          <p:nvPr/>
        </p:nvSpPr>
        <p:spPr bwMode="auto">
          <a:xfrm>
            <a:off x="2111876" y="5003828"/>
            <a:ext cx="0" cy="2174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Line 127">
            <a:extLst>
              <a:ext uri="{FF2B5EF4-FFF2-40B4-BE49-F238E27FC236}">
                <a16:creationId xmlns:a16="http://schemas.microsoft.com/office/drawing/2014/main" id="{48727EBD-348B-2293-5A9B-AB09AEB90223}"/>
              </a:ext>
            </a:extLst>
          </p:cNvPr>
          <p:cNvSpPr>
            <a:spLocks noChangeShapeType="1"/>
          </p:cNvSpPr>
          <p:nvPr/>
        </p:nvSpPr>
        <p:spPr bwMode="auto">
          <a:xfrm>
            <a:off x="2940551" y="4691090"/>
            <a:ext cx="0" cy="936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Line 128">
            <a:extLst>
              <a:ext uri="{FF2B5EF4-FFF2-40B4-BE49-F238E27FC236}">
                <a16:creationId xmlns:a16="http://schemas.microsoft.com/office/drawing/2014/main" id="{C737F0BE-3CBB-8F02-9400-AE0A713519C8}"/>
              </a:ext>
            </a:extLst>
          </p:cNvPr>
          <p:cNvSpPr>
            <a:spLocks noChangeShapeType="1"/>
          </p:cNvSpPr>
          <p:nvPr/>
        </p:nvSpPr>
        <p:spPr bwMode="auto">
          <a:xfrm>
            <a:off x="4877301" y="4367240"/>
            <a:ext cx="0" cy="183515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Line 129">
            <a:extLst>
              <a:ext uri="{FF2B5EF4-FFF2-40B4-BE49-F238E27FC236}">
                <a16:creationId xmlns:a16="http://schemas.microsoft.com/office/drawing/2014/main" id="{8D931C2D-5D80-1AFA-59AD-B5DE162463F2}"/>
              </a:ext>
            </a:extLst>
          </p:cNvPr>
          <p:cNvSpPr>
            <a:spLocks noChangeShapeType="1"/>
          </p:cNvSpPr>
          <p:nvPr/>
        </p:nvSpPr>
        <p:spPr bwMode="auto">
          <a:xfrm>
            <a:off x="1211764" y="6202390"/>
            <a:ext cx="3673475" cy="0"/>
          </a:xfrm>
          <a:prstGeom prst="line">
            <a:avLst/>
          </a:prstGeom>
          <a:noFill/>
          <a:ln w="28575">
            <a:solidFill>
              <a:srgbClr val="0000FF"/>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59" name="Freeform 218">
            <a:extLst>
              <a:ext uri="{FF2B5EF4-FFF2-40B4-BE49-F238E27FC236}">
                <a16:creationId xmlns:a16="http://schemas.microsoft.com/office/drawing/2014/main" id="{38197D7E-9852-8A15-9138-55C97524A19B}"/>
              </a:ext>
            </a:extLst>
          </p:cNvPr>
          <p:cNvSpPr>
            <a:spLocks noChangeAspect="1"/>
          </p:cNvSpPr>
          <p:nvPr/>
        </p:nvSpPr>
        <p:spPr bwMode="auto">
          <a:xfrm>
            <a:off x="3588251" y="3627465"/>
            <a:ext cx="144463" cy="144463"/>
          </a:xfrm>
          <a:custGeom>
            <a:avLst/>
            <a:gdLst>
              <a:gd name="T0" fmla="*/ 2147483646 w 105"/>
              <a:gd name="T1" fmla="*/ 2147483646 h 105"/>
              <a:gd name="T2" fmla="*/ 2147483646 w 105"/>
              <a:gd name="T3" fmla="*/ 2147483646 h 105"/>
              <a:gd name="T4" fmla="*/ 2147483646 w 105"/>
              <a:gd name="T5" fmla="*/ 2147483646 h 105"/>
              <a:gd name="T6" fmla="*/ 2147483646 w 105"/>
              <a:gd name="T7" fmla="*/ 2147483646 h 105"/>
              <a:gd name="T8" fmla="*/ 2147483646 w 105"/>
              <a:gd name="T9" fmla="*/ 0 h 105"/>
              <a:gd name="T10" fmla="*/ 2147483646 w 105"/>
              <a:gd name="T11" fmla="*/ 0 h 105"/>
              <a:gd name="T12" fmla="*/ 2147483646 w 105"/>
              <a:gd name="T13" fmla="*/ 2147483646 h 105"/>
              <a:gd name="T14" fmla="*/ 2147483646 w 105"/>
              <a:gd name="T15" fmla="*/ 2147483646 h 105"/>
              <a:gd name="T16" fmla="*/ 0 w 105"/>
              <a:gd name="T17" fmla="*/ 2147483646 h 105"/>
              <a:gd name="T18" fmla="*/ 0 w 105"/>
              <a:gd name="T19" fmla="*/ 2147483646 h 105"/>
              <a:gd name="T20" fmla="*/ 2147483646 w 105"/>
              <a:gd name="T21" fmla="*/ 2147483646 h 105"/>
              <a:gd name="T22" fmla="*/ 2147483646 w 105"/>
              <a:gd name="T23" fmla="*/ 2147483646 h 105"/>
              <a:gd name="T24" fmla="*/ 2147483646 w 105"/>
              <a:gd name="T25" fmla="*/ 2147483646 h 105"/>
              <a:gd name="T26" fmla="*/ 2147483646 w 105"/>
              <a:gd name="T27" fmla="*/ 2147483646 h 105"/>
              <a:gd name="T28" fmla="*/ 2147483646 w 105"/>
              <a:gd name="T29" fmla="*/ 2147483646 h 1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5"/>
              <a:gd name="T47" fmla="*/ 105 w 105"/>
              <a:gd name="T48" fmla="*/ 105 h 1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5">
                <a:moveTo>
                  <a:pt x="104" y="8"/>
                </a:moveTo>
                <a:lnTo>
                  <a:pt x="105" y="8"/>
                </a:lnTo>
                <a:lnTo>
                  <a:pt x="105" y="3"/>
                </a:lnTo>
                <a:lnTo>
                  <a:pt x="104" y="2"/>
                </a:lnTo>
                <a:lnTo>
                  <a:pt x="104" y="0"/>
                </a:lnTo>
                <a:lnTo>
                  <a:pt x="99" y="0"/>
                </a:lnTo>
                <a:lnTo>
                  <a:pt x="97" y="2"/>
                </a:lnTo>
                <a:lnTo>
                  <a:pt x="2" y="97"/>
                </a:lnTo>
                <a:lnTo>
                  <a:pt x="0" y="99"/>
                </a:lnTo>
                <a:lnTo>
                  <a:pt x="0" y="104"/>
                </a:lnTo>
                <a:lnTo>
                  <a:pt x="2" y="104"/>
                </a:lnTo>
                <a:lnTo>
                  <a:pt x="3" y="105"/>
                </a:lnTo>
                <a:lnTo>
                  <a:pt x="8" y="105"/>
                </a:lnTo>
                <a:lnTo>
                  <a:pt x="8" y="104"/>
                </a:lnTo>
                <a:lnTo>
                  <a:pt x="10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Rectangle 219">
            <a:extLst>
              <a:ext uri="{FF2B5EF4-FFF2-40B4-BE49-F238E27FC236}">
                <a16:creationId xmlns:a16="http://schemas.microsoft.com/office/drawing/2014/main" id="{5809C446-B351-E41C-2621-15A18106E1AB}"/>
              </a:ext>
            </a:extLst>
          </p:cNvPr>
          <p:cNvSpPr>
            <a:spLocks noChangeAspect="1" noChangeArrowheads="1"/>
          </p:cNvSpPr>
          <p:nvPr/>
        </p:nvSpPr>
        <p:spPr bwMode="auto">
          <a:xfrm>
            <a:off x="3804151" y="3536978"/>
            <a:ext cx="952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2</a:t>
            </a:r>
            <a:endParaRPr lang="en-US" altLang="zh-CN" sz="3200" b="0"/>
          </a:p>
        </p:txBody>
      </p:sp>
      <p:sp>
        <p:nvSpPr>
          <p:cNvPr id="61" name="Text Box 220">
            <a:extLst>
              <a:ext uri="{FF2B5EF4-FFF2-40B4-BE49-F238E27FC236}">
                <a16:creationId xmlns:a16="http://schemas.microsoft.com/office/drawing/2014/main" id="{D8F04AB9-2206-897B-BC17-F9E57C96F9F0}"/>
              </a:ext>
            </a:extLst>
          </p:cNvPr>
          <p:cNvSpPr txBox="1">
            <a:spLocks noChangeArrowheads="1"/>
          </p:cNvSpPr>
          <p:nvPr/>
        </p:nvSpPr>
        <p:spPr bwMode="auto">
          <a:xfrm>
            <a:off x="5107489" y="2538440"/>
            <a:ext cx="12298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dirty="0"/>
              <a:t>R0 </a:t>
            </a:r>
            <a:r>
              <a:rPr lang="en-US" altLang="zh-CN" sz="2400" b="0" dirty="0">
                <a:sym typeface="Wingdings" panose="05000000000000000000" pitchFamily="2" charset="2"/>
              </a:rPr>
              <a:t>=</a:t>
            </a:r>
            <a:r>
              <a:rPr lang="en-US" altLang="zh-CN" sz="2400" b="0" dirty="0"/>
              <a:t> </a:t>
            </a:r>
            <a:r>
              <a:rPr lang="en-US" altLang="zh-CN" sz="2400" b="0" dirty="0">
                <a:sym typeface="Wingdings" panose="05000000000000000000" pitchFamily="2" charset="2"/>
              </a:rPr>
              <a:t>R1</a:t>
            </a:r>
            <a:endParaRPr lang="zh-CN" altLang="en-US" sz="2400" b="0" dirty="0"/>
          </a:p>
        </p:txBody>
      </p:sp>
      <p:sp>
        <p:nvSpPr>
          <p:cNvPr id="62" name="Text Box 221">
            <a:extLst>
              <a:ext uri="{FF2B5EF4-FFF2-40B4-BE49-F238E27FC236}">
                <a16:creationId xmlns:a16="http://schemas.microsoft.com/office/drawing/2014/main" id="{DEFAC480-F2C7-F004-F12A-ADB10F772D5E}"/>
              </a:ext>
            </a:extLst>
          </p:cNvPr>
          <p:cNvSpPr txBox="1">
            <a:spLocks noChangeArrowheads="1"/>
          </p:cNvSpPr>
          <p:nvPr/>
        </p:nvSpPr>
        <p:spPr bwMode="auto">
          <a:xfrm>
            <a:off x="4856664" y="2960715"/>
            <a:ext cx="1820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t>; E1=1, L0=1</a:t>
            </a:r>
          </a:p>
        </p:txBody>
      </p:sp>
      <p:grpSp>
        <p:nvGrpSpPr>
          <p:cNvPr id="63" name="Group 235">
            <a:extLst>
              <a:ext uri="{FF2B5EF4-FFF2-40B4-BE49-F238E27FC236}">
                <a16:creationId xmlns:a16="http://schemas.microsoft.com/office/drawing/2014/main" id="{22F896E1-0DE5-8B9A-04E1-92487279B880}"/>
              </a:ext>
            </a:extLst>
          </p:cNvPr>
          <p:cNvGrpSpPr>
            <a:grpSpLocks/>
          </p:cNvGrpSpPr>
          <p:nvPr/>
        </p:nvGrpSpPr>
        <p:grpSpPr bwMode="auto">
          <a:xfrm>
            <a:off x="6964864" y="1643090"/>
            <a:ext cx="1663700" cy="4629150"/>
            <a:chOff x="4127" y="1013"/>
            <a:chExt cx="1048" cy="2916"/>
          </a:xfrm>
        </p:grpSpPr>
        <p:sp>
          <p:nvSpPr>
            <p:cNvPr id="64" name="Line 132">
              <a:extLst>
                <a:ext uri="{FF2B5EF4-FFF2-40B4-BE49-F238E27FC236}">
                  <a16:creationId xmlns:a16="http://schemas.microsoft.com/office/drawing/2014/main" id="{DD9EC023-AD16-9F0A-0462-18E00FDB318D}"/>
                </a:ext>
              </a:extLst>
            </p:cNvPr>
            <p:cNvSpPr>
              <a:spLocks noChangeShapeType="1"/>
            </p:cNvSpPr>
            <p:nvPr/>
          </p:nvSpPr>
          <p:spPr bwMode="auto">
            <a:xfrm>
              <a:off x="4127" y="1434"/>
              <a:ext cx="0" cy="2205"/>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Freeform 136">
              <a:extLst>
                <a:ext uri="{FF2B5EF4-FFF2-40B4-BE49-F238E27FC236}">
                  <a16:creationId xmlns:a16="http://schemas.microsoft.com/office/drawing/2014/main" id="{F3E68389-2FA6-9ED5-8052-5924E86BE104}"/>
                </a:ext>
              </a:extLst>
            </p:cNvPr>
            <p:cNvSpPr>
              <a:spLocks/>
            </p:cNvSpPr>
            <p:nvPr/>
          </p:nvSpPr>
          <p:spPr bwMode="auto">
            <a:xfrm>
              <a:off x="4218" y="2580"/>
              <a:ext cx="109" cy="109"/>
            </a:xfrm>
            <a:custGeom>
              <a:avLst/>
              <a:gdLst>
                <a:gd name="T0" fmla="*/ 7 w 109"/>
                <a:gd name="T1" fmla="*/ 2 h 109"/>
                <a:gd name="T2" fmla="*/ 7 w 109"/>
                <a:gd name="T3" fmla="*/ 0 h 109"/>
                <a:gd name="T4" fmla="*/ 3 w 109"/>
                <a:gd name="T5" fmla="*/ 0 h 109"/>
                <a:gd name="T6" fmla="*/ 0 w 109"/>
                <a:gd name="T7" fmla="*/ 3 h 109"/>
                <a:gd name="T8" fmla="*/ 0 w 109"/>
                <a:gd name="T9" fmla="*/ 8 h 109"/>
                <a:gd name="T10" fmla="*/ 1 w 109"/>
                <a:gd name="T11" fmla="*/ 8 h 109"/>
                <a:gd name="T12" fmla="*/ 101 w 109"/>
                <a:gd name="T13" fmla="*/ 108 h 109"/>
                <a:gd name="T14" fmla="*/ 102 w 109"/>
                <a:gd name="T15" fmla="*/ 109 h 109"/>
                <a:gd name="T16" fmla="*/ 107 w 109"/>
                <a:gd name="T17" fmla="*/ 109 h 109"/>
                <a:gd name="T18" fmla="*/ 107 w 109"/>
                <a:gd name="T19" fmla="*/ 108 h 109"/>
                <a:gd name="T20" fmla="*/ 109 w 109"/>
                <a:gd name="T21" fmla="*/ 108 h 109"/>
                <a:gd name="T22" fmla="*/ 109 w 109"/>
                <a:gd name="T23" fmla="*/ 103 h 109"/>
                <a:gd name="T24" fmla="*/ 107 w 109"/>
                <a:gd name="T25" fmla="*/ 101 h 109"/>
                <a:gd name="T26" fmla="*/ 7 w 109"/>
                <a:gd name="T27" fmla="*/ 2 h 10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9"/>
                <a:gd name="T43" fmla="*/ 0 h 109"/>
                <a:gd name="T44" fmla="*/ 109 w 109"/>
                <a:gd name="T45" fmla="*/ 109 h 10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9" h="109">
                  <a:moveTo>
                    <a:pt x="7" y="2"/>
                  </a:moveTo>
                  <a:lnTo>
                    <a:pt x="7" y="0"/>
                  </a:lnTo>
                  <a:lnTo>
                    <a:pt x="3" y="0"/>
                  </a:lnTo>
                  <a:lnTo>
                    <a:pt x="0" y="3"/>
                  </a:lnTo>
                  <a:lnTo>
                    <a:pt x="0" y="8"/>
                  </a:lnTo>
                  <a:lnTo>
                    <a:pt x="1" y="8"/>
                  </a:lnTo>
                  <a:lnTo>
                    <a:pt x="101" y="108"/>
                  </a:lnTo>
                  <a:lnTo>
                    <a:pt x="102" y="109"/>
                  </a:lnTo>
                  <a:lnTo>
                    <a:pt x="107" y="109"/>
                  </a:lnTo>
                  <a:lnTo>
                    <a:pt x="107" y="108"/>
                  </a:lnTo>
                  <a:lnTo>
                    <a:pt x="109" y="108"/>
                  </a:lnTo>
                  <a:lnTo>
                    <a:pt x="109" y="103"/>
                  </a:lnTo>
                  <a:lnTo>
                    <a:pt x="107" y="101"/>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Rectangle 137">
              <a:extLst>
                <a:ext uri="{FF2B5EF4-FFF2-40B4-BE49-F238E27FC236}">
                  <a16:creationId xmlns:a16="http://schemas.microsoft.com/office/drawing/2014/main" id="{80C9DCED-74A9-62F3-07AE-D23CD7C3F70F}"/>
                </a:ext>
              </a:extLst>
            </p:cNvPr>
            <p:cNvSpPr>
              <a:spLocks noChangeArrowheads="1"/>
            </p:cNvSpPr>
            <p:nvPr/>
          </p:nvSpPr>
          <p:spPr bwMode="auto">
            <a:xfrm>
              <a:off x="4278" y="2477"/>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400">
                  <a:solidFill>
                    <a:srgbClr val="000000"/>
                  </a:solidFill>
                </a:rPr>
                <a:t>n</a:t>
              </a:r>
              <a:endParaRPr lang="en-US" altLang="zh-CN" sz="3200" b="0"/>
            </a:p>
          </p:txBody>
        </p:sp>
        <p:sp>
          <p:nvSpPr>
            <p:cNvPr id="67" name="Rectangle 138">
              <a:extLst>
                <a:ext uri="{FF2B5EF4-FFF2-40B4-BE49-F238E27FC236}">
                  <a16:creationId xmlns:a16="http://schemas.microsoft.com/office/drawing/2014/main" id="{FE6A2ED2-03AD-28F8-4E2F-A17645F02B19}"/>
                </a:ext>
              </a:extLst>
            </p:cNvPr>
            <p:cNvSpPr>
              <a:spLocks noChangeArrowheads="1"/>
            </p:cNvSpPr>
            <p:nvPr/>
          </p:nvSpPr>
          <p:spPr bwMode="auto">
            <a:xfrm>
              <a:off x="4776" y="1013"/>
              <a:ext cx="1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L0</a:t>
              </a:r>
              <a:endParaRPr lang="en-US" altLang="zh-CN" sz="3200" b="0"/>
            </a:p>
          </p:txBody>
        </p:sp>
        <p:sp>
          <p:nvSpPr>
            <p:cNvPr id="68" name="Rectangle 139">
              <a:extLst>
                <a:ext uri="{FF2B5EF4-FFF2-40B4-BE49-F238E27FC236}">
                  <a16:creationId xmlns:a16="http://schemas.microsoft.com/office/drawing/2014/main" id="{A4D75B49-5FF9-67EF-969B-0B9452B61958}"/>
                </a:ext>
              </a:extLst>
            </p:cNvPr>
            <p:cNvSpPr>
              <a:spLocks noChangeArrowheads="1"/>
            </p:cNvSpPr>
            <p:nvPr/>
          </p:nvSpPr>
          <p:spPr bwMode="auto">
            <a:xfrm>
              <a:off x="4776" y="1983"/>
              <a:ext cx="1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L1</a:t>
              </a:r>
              <a:endParaRPr lang="en-US" altLang="zh-CN" sz="3200" b="0"/>
            </a:p>
          </p:txBody>
        </p:sp>
        <p:sp>
          <p:nvSpPr>
            <p:cNvPr id="69" name="Rectangle 140">
              <a:extLst>
                <a:ext uri="{FF2B5EF4-FFF2-40B4-BE49-F238E27FC236}">
                  <a16:creationId xmlns:a16="http://schemas.microsoft.com/office/drawing/2014/main" id="{EFE801D0-D9B8-903D-8ED0-684FCA419BCF}"/>
                </a:ext>
              </a:extLst>
            </p:cNvPr>
            <p:cNvSpPr>
              <a:spLocks noChangeArrowheads="1"/>
            </p:cNvSpPr>
            <p:nvPr/>
          </p:nvSpPr>
          <p:spPr bwMode="auto">
            <a:xfrm>
              <a:off x="4762" y="2999"/>
              <a:ext cx="1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L2</a:t>
              </a:r>
              <a:endParaRPr lang="en-US" altLang="zh-CN" sz="3200" b="0"/>
            </a:p>
          </p:txBody>
        </p:sp>
        <p:sp>
          <p:nvSpPr>
            <p:cNvPr id="70" name="Freeform 144">
              <a:extLst>
                <a:ext uri="{FF2B5EF4-FFF2-40B4-BE49-F238E27FC236}">
                  <a16:creationId xmlns:a16="http://schemas.microsoft.com/office/drawing/2014/main" id="{385F950E-A557-FD6B-A0E0-FA8A25B35B48}"/>
                </a:ext>
              </a:extLst>
            </p:cNvPr>
            <p:cNvSpPr>
              <a:spLocks/>
            </p:cNvSpPr>
            <p:nvPr/>
          </p:nvSpPr>
          <p:spPr bwMode="auto">
            <a:xfrm>
              <a:off x="4392" y="1375"/>
              <a:ext cx="110" cy="109"/>
            </a:xfrm>
            <a:custGeom>
              <a:avLst/>
              <a:gdLst>
                <a:gd name="T0" fmla="*/ 108 w 110"/>
                <a:gd name="T1" fmla="*/ 8 h 109"/>
                <a:gd name="T2" fmla="*/ 110 w 110"/>
                <a:gd name="T3" fmla="*/ 8 h 109"/>
                <a:gd name="T4" fmla="*/ 110 w 110"/>
                <a:gd name="T5" fmla="*/ 3 h 109"/>
                <a:gd name="T6" fmla="*/ 108 w 110"/>
                <a:gd name="T7" fmla="*/ 2 h 109"/>
                <a:gd name="T8" fmla="*/ 108 w 110"/>
                <a:gd name="T9" fmla="*/ 0 h 109"/>
                <a:gd name="T10" fmla="*/ 103 w 110"/>
                <a:gd name="T11" fmla="*/ 0 h 109"/>
                <a:gd name="T12" fmla="*/ 102 w 110"/>
                <a:gd name="T13" fmla="*/ 2 h 109"/>
                <a:gd name="T14" fmla="*/ 2 w 110"/>
                <a:gd name="T15" fmla="*/ 101 h 109"/>
                <a:gd name="T16" fmla="*/ 0 w 110"/>
                <a:gd name="T17" fmla="*/ 103 h 109"/>
                <a:gd name="T18" fmla="*/ 0 w 110"/>
                <a:gd name="T19" fmla="*/ 108 h 109"/>
                <a:gd name="T20" fmla="*/ 2 w 110"/>
                <a:gd name="T21" fmla="*/ 108 h 109"/>
                <a:gd name="T22" fmla="*/ 4 w 110"/>
                <a:gd name="T23" fmla="*/ 109 h 109"/>
                <a:gd name="T24" fmla="*/ 8 w 110"/>
                <a:gd name="T25" fmla="*/ 109 h 109"/>
                <a:gd name="T26" fmla="*/ 8 w 110"/>
                <a:gd name="T27" fmla="*/ 108 h 109"/>
                <a:gd name="T28" fmla="*/ 108 w 110"/>
                <a:gd name="T29" fmla="*/ 8 h 10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0"/>
                <a:gd name="T46" fmla="*/ 0 h 109"/>
                <a:gd name="T47" fmla="*/ 110 w 110"/>
                <a:gd name="T48" fmla="*/ 109 h 10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0" h="109">
                  <a:moveTo>
                    <a:pt x="108" y="8"/>
                  </a:moveTo>
                  <a:lnTo>
                    <a:pt x="110" y="8"/>
                  </a:lnTo>
                  <a:lnTo>
                    <a:pt x="110" y="3"/>
                  </a:lnTo>
                  <a:lnTo>
                    <a:pt x="108" y="2"/>
                  </a:lnTo>
                  <a:lnTo>
                    <a:pt x="108" y="0"/>
                  </a:lnTo>
                  <a:lnTo>
                    <a:pt x="103" y="0"/>
                  </a:lnTo>
                  <a:lnTo>
                    <a:pt x="102" y="2"/>
                  </a:lnTo>
                  <a:lnTo>
                    <a:pt x="2" y="101"/>
                  </a:lnTo>
                  <a:lnTo>
                    <a:pt x="0" y="103"/>
                  </a:lnTo>
                  <a:lnTo>
                    <a:pt x="0" y="108"/>
                  </a:lnTo>
                  <a:lnTo>
                    <a:pt x="2" y="108"/>
                  </a:lnTo>
                  <a:lnTo>
                    <a:pt x="4" y="109"/>
                  </a:lnTo>
                  <a:lnTo>
                    <a:pt x="8" y="109"/>
                  </a:lnTo>
                  <a:lnTo>
                    <a:pt x="8" y="108"/>
                  </a:lnTo>
                  <a:lnTo>
                    <a:pt x="10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Rectangle 145">
              <a:extLst>
                <a:ext uri="{FF2B5EF4-FFF2-40B4-BE49-F238E27FC236}">
                  <a16:creationId xmlns:a16="http://schemas.microsoft.com/office/drawing/2014/main" id="{078BAD21-CF28-87BE-2C16-4BE61D9EF66C}"/>
                </a:ext>
              </a:extLst>
            </p:cNvPr>
            <p:cNvSpPr>
              <a:spLocks noChangeArrowheads="1"/>
            </p:cNvSpPr>
            <p:nvPr/>
          </p:nvSpPr>
          <p:spPr bwMode="auto">
            <a:xfrm>
              <a:off x="4377" y="1280"/>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400">
                  <a:solidFill>
                    <a:srgbClr val="000000"/>
                  </a:solidFill>
                </a:rPr>
                <a:t>n</a:t>
              </a:r>
              <a:endParaRPr lang="en-US" altLang="zh-CN" sz="3200" b="0"/>
            </a:p>
          </p:txBody>
        </p:sp>
        <p:sp>
          <p:nvSpPr>
            <p:cNvPr id="72" name="Freeform 146">
              <a:extLst>
                <a:ext uri="{FF2B5EF4-FFF2-40B4-BE49-F238E27FC236}">
                  <a16:creationId xmlns:a16="http://schemas.microsoft.com/office/drawing/2014/main" id="{7709FADE-9A31-DE30-169B-E6F9603F8BD2}"/>
                </a:ext>
              </a:extLst>
            </p:cNvPr>
            <p:cNvSpPr>
              <a:spLocks/>
            </p:cNvSpPr>
            <p:nvPr/>
          </p:nvSpPr>
          <p:spPr bwMode="auto">
            <a:xfrm>
              <a:off x="4981" y="1054"/>
              <a:ext cx="19" cy="179"/>
            </a:xfrm>
            <a:custGeom>
              <a:avLst/>
              <a:gdLst>
                <a:gd name="T0" fmla="*/ 19 w 19"/>
                <a:gd name="T1" fmla="*/ 9 h 179"/>
                <a:gd name="T2" fmla="*/ 19 w 19"/>
                <a:gd name="T3" fmla="*/ 6 h 179"/>
                <a:gd name="T4" fmla="*/ 15 w 19"/>
                <a:gd name="T5" fmla="*/ 3 h 179"/>
                <a:gd name="T6" fmla="*/ 12 w 19"/>
                <a:gd name="T7" fmla="*/ 0 h 179"/>
                <a:gd name="T8" fmla="*/ 6 w 19"/>
                <a:gd name="T9" fmla="*/ 0 h 179"/>
                <a:gd name="T10" fmla="*/ 3 w 19"/>
                <a:gd name="T11" fmla="*/ 3 h 179"/>
                <a:gd name="T12" fmla="*/ 0 w 19"/>
                <a:gd name="T13" fmla="*/ 6 h 179"/>
                <a:gd name="T14" fmla="*/ 0 w 19"/>
                <a:gd name="T15" fmla="*/ 172 h 179"/>
                <a:gd name="T16" fmla="*/ 3 w 19"/>
                <a:gd name="T17" fmla="*/ 176 h 179"/>
                <a:gd name="T18" fmla="*/ 6 w 19"/>
                <a:gd name="T19" fmla="*/ 179 h 179"/>
                <a:gd name="T20" fmla="*/ 12 w 19"/>
                <a:gd name="T21" fmla="*/ 179 h 179"/>
                <a:gd name="T22" fmla="*/ 15 w 19"/>
                <a:gd name="T23" fmla="*/ 176 h 179"/>
                <a:gd name="T24" fmla="*/ 19 w 19"/>
                <a:gd name="T25" fmla="*/ 172 h 179"/>
                <a:gd name="T26" fmla="*/ 19 w 19"/>
                <a:gd name="T27" fmla="*/ 169 h 179"/>
                <a:gd name="T28" fmla="*/ 19 w 19"/>
                <a:gd name="T29" fmla="*/ 9 h 17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179"/>
                <a:gd name="T47" fmla="*/ 19 w 19"/>
                <a:gd name="T48" fmla="*/ 179 h 17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179">
                  <a:moveTo>
                    <a:pt x="19" y="9"/>
                  </a:moveTo>
                  <a:lnTo>
                    <a:pt x="19" y="6"/>
                  </a:lnTo>
                  <a:lnTo>
                    <a:pt x="15" y="3"/>
                  </a:lnTo>
                  <a:lnTo>
                    <a:pt x="12" y="0"/>
                  </a:lnTo>
                  <a:lnTo>
                    <a:pt x="6" y="0"/>
                  </a:lnTo>
                  <a:lnTo>
                    <a:pt x="3" y="3"/>
                  </a:lnTo>
                  <a:lnTo>
                    <a:pt x="0" y="6"/>
                  </a:lnTo>
                  <a:lnTo>
                    <a:pt x="0" y="172"/>
                  </a:lnTo>
                  <a:lnTo>
                    <a:pt x="3" y="176"/>
                  </a:lnTo>
                  <a:lnTo>
                    <a:pt x="6" y="179"/>
                  </a:lnTo>
                  <a:lnTo>
                    <a:pt x="12" y="179"/>
                  </a:lnTo>
                  <a:lnTo>
                    <a:pt x="15" y="176"/>
                  </a:lnTo>
                  <a:lnTo>
                    <a:pt x="19" y="172"/>
                  </a:lnTo>
                  <a:lnTo>
                    <a:pt x="19" y="169"/>
                  </a:lnTo>
                  <a:lnTo>
                    <a:pt x="1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Rectangle 149">
              <a:extLst>
                <a:ext uri="{FF2B5EF4-FFF2-40B4-BE49-F238E27FC236}">
                  <a16:creationId xmlns:a16="http://schemas.microsoft.com/office/drawing/2014/main" id="{CB48EF2E-0B09-9927-9CA8-4E73247B81AF}"/>
                </a:ext>
              </a:extLst>
            </p:cNvPr>
            <p:cNvSpPr>
              <a:spLocks noChangeArrowheads="1"/>
            </p:cNvSpPr>
            <p:nvPr/>
          </p:nvSpPr>
          <p:spPr bwMode="auto">
            <a:xfrm>
              <a:off x="4921" y="1498"/>
              <a:ext cx="1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R0</a:t>
              </a:r>
              <a:endParaRPr lang="en-US" altLang="zh-CN" sz="3200" b="0"/>
            </a:p>
          </p:txBody>
        </p:sp>
        <p:sp>
          <p:nvSpPr>
            <p:cNvPr id="74" name="Rectangle 150">
              <a:extLst>
                <a:ext uri="{FF2B5EF4-FFF2-40B4-BE49-F238E27FC236}">
                  <a16:creationId xmlns:a16="http://schemas.microsoft.com/office/drawing/2014/main" id="{68BD0777-23FB-CE5B-8281-60A0A4906292}"/>
                </a:ext>
              </a:extLst>
            </p:cNvPr>
            <p:cNvSpPr>
              <a:spLocks noChangeArrowheads="1"/>
            </p:cNvSpPr>
            <p:nvPr/>
          </p:nvSpPr>
          <p:spPr bwMode="auto">
            <a:xfrm>
              <a:off x="4892" y="1250"/>
              <a:ext cx="1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Ld</a:t>
              </a:r>
              <a:endParaRPr lang="en-US" altLang="zh-CN" sz="3200" b="0"/>
            </a:p>
          </p:txBody>
        </p:sp>
        <p:sp>
          <p:nvSpPr>
            <p:cNvPr id="75" name="Freeform 151">
              <a:extLst>
                <a:ext uri="{FF2B5EF4-FFF2-40B4-BE49-F238E27FC236}">
                  <a16:creationId xmlns:a16="http://schemas.microsoft.com/office/drawing/2014/main" id="{ED7E696F-BF3C-6D06-2A40-5722EAA21518}"/>
                </a:ext>
              </a:extLst>
            </p:cNvPr>
            <p:cNvSpPr>
              <a:spLocks/>
            </p:cNvSpPr>
            <p:nvPr/>
          </p:nvSpPr>
          <p:spPr bwMode="auto">
            <a:xfrm>
              <a:off x="4781" y="1231"/>
              <a:ext cx="393" cy="612"/>
            </a:xfrm>
            <a:custGeom>
              <a:avLst/>
              <a:gdLst>
                <a:gd name="T0" fmla="*/ 10 w 393"/>
                <a:gd name="T1" fmla="*/ 0 h 612"/>
                <a:gd name="T2" fmla="*/ 7 w 393"/>
                <a:gd name="T3" fmla="*/ 0 h 612"/>
                <a:gd name="T4" fmla="*/ 4 w 393"/>
                <a:gd name="T5" fmla="*/ 3 h 612"/>
                <a:gd name="T6" fmla="*/ 0 w 393"/>
                <a:gd name="T7" fmla="*/ 6 h 612"/>
                <a:gd name="T8" fmla="*/ 0 w 393"/>
                <a:gd name="T9" fmla="*/ 606 h 612"/>
                <a:gd name="T10" fmla="*/ 4 w 393"/>
                <a:gd name="T11" fmla="*/ 609 h 612"/>
                <a:gd name="T12" fmla="*/ 7 w 393"/>
                <a:gd name="T13" fmla="*/ 612 h 612"/>
                <a:gd name="T14" fmla="*/ 386 w 393"/>
                <a:gd name="T15" fmla="*/ 612 h 612"/>
                <a:gd name="T16" fmla="*/ 390 w 393"/>
                <a:gd name="T17" fmla="*/ 609 h 612"/>
                <a:gd name="T18" fmla="*/ 393 w 393"/>
                <a:gd name="T19" fmla="*/ 606 h 612"/>
                <a:gd name="T20" fmla="*/ 393 w 393"/>
                <a:gd name="T21" fmla="*/ 6 h 612"/>
                <a:gd name="T22" fmla="*/ 390 w 393"/>
                <a:gd name="T23" fmla="*/ 3 h 612"/>
                <a:gd name="T24" fmla="*/ 386 w 393"/>
                <a:gd name="T25" fmla="*/ 0 h 612"/>
                <a:gd name="T26" fmla="*/ 383 w 393"/>
                <a:gd name="T27" fmla="*/ 0 h 612"/>
                <a:gd name="T28" fmla="*/ 10 w 393"/>
                <a:gd name="T29" fmla="*/ 0 h 612"/>
                <a:gd name="T30" fmla="*/ 10 w 393"/>
                <a:gd name="T31" fmla="*/ 19 h 612"/>
                <a:gd name="T32" fmla="*/ 383 w 393"/>
                <a:gd name="T33" fmla="*/ 19 h 612"/>
                <a:gd name="T34" fmla="*/ 374 w 393"/>
                <a:gd name="T35" fmla="*/ 10 h 612"/>
                <a:gd name="T36" fmla="*/ 374 w 393"/>
                <a:gd name="T37" fmla="*/ 603 h 612"/>
                <a:gd name="T38" fmla="*/ 383 w 393"/>
                <a:gd name="T39" fmla="*/ 593 h 612"/>
                <a:gd name="T40" fmla="*/ 10 w 393"/>
                <a:gd name="T41" fmla="*/ 593 h 612"/>
                <a:gd name="T42" fmla="*/ 19 w 393"/>
                <a:gd name="T43" fmla="*/ 603 h 612"/>
                <a:gd name="T44" fmla="*/ 19 w 393"/>
                <a:gd name="T45" fmla="*/ 10 h 612"/>
                <a:gd name="T46" fmla="*/ 10 w 393"/>
                <a:gd name="T47" fmla="*/ 19 h 612"/>
                <a:gd name="T48" fmla="*/ 10 w 393"/>
                <a:gd name="T49" fmla="*/ 0 h 61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93"/>
                <a:gd name="T76" fmla="*/ 0 h 612"/>
                <a:gd name="T77" fmla="*/ 393 w 393"/>
                <a:gd name="T78" fmla="*/ 612 h 61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93" h="612">
                  <a:moveTo>
                    <a:pt x="10" y="0"/>
                  </a:moveTo>
                  <a:lnTo>
                    <a:pt x="7" y="0"/>
                  </a:lnTo>
                  <a:lnTo>
                    <a:pt x="4" y="3"/>
                  </a:lnTo>
                  <a:lnTo>
                    <a:pt x="0" y="6"/>
                  </a:lnTo>
                  <a:lnTo>
                    <a:pt x="0" y="606"/>
                  </a:lnTo>
                  <a:lnTo>
                    <a:pt x="4" y="609"/>
                  </a:lnTo>
                  <a:lnTo>
                    <a:pt x="7" y="612"/>
                  </a:lnTo>
                  <a:lnTo>
                    <a:pt x="386" y="612"/>
                  </a:lnTo>
                  <a:lnTo>
                    <a:pt x="390" y="609"/>
                  </a:lnTo>
                  <a:lnTo>
                    <a:pt x="393" y="606"/>
                  </a:lnTo>
                  <a:lnTo>
                    <a:pt x="393" y="6"/>
                  </a:lnTo>
                  <a:lnTo>
                    <a:pt x="390" y="3"/>
                  </a:lnTo>
                  <a:lnTo>
                    <a:pt x="386" y="0"/>
                  </a:lnTo>
                  <a:lnTo>
                    <a:pt x="383" y="0"/>
                  </a:lnTo>
                  <a:lnTo>
                    <a:pt x="10" y="0"/>
                  </a:lnTo>
                  <a:lnTo>
                    <a:pt x="10" y="19"/>
                  </a:lnTo>
                  <a:lnTo>
                    <a:pt x="383" y="19"/>
                  </a:lnTo>
                  <a:lnTo>
                    <a:pt x="374" y="10"/>
                  </a:lnTo>
                  <a:lnTo>
                    <a:pt x="374" y="603"/>
                  </a:lnTo>
                  <a:lnTo>
                    <a:pt x="383" y="593"/>
                  </a:lnTo>
                  <a:lnTo>
                    <a:pt x="10" y="593"/>
                  </a:lnTo>
                  <a:lnTo>
                    <a:pt x="19" y="603"/>
                  </a:lnTo>
                  <a:lnTo>
                    <a:pt x="19" y="10"/>
                  </a:lnTo>
                  <a:lnTo>
                    <a:pt x="10" y="19"/>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55">
              <a:extLst>
                <a:ext uri="{FF2B5EF4-FFF2-40B4-BE49-F238E27FC236}">
                  <a16:creationId xmlns:a16="http://schemas.microsoft.com/office/drawing/2014/main" id="{7C6B167F-E865-754D-3AF6-D4390947B735}"/>
                </a:ext>
              </a:extLst>
            </p:cNvPr>
            <p:cNvSpPr>
              <a:spLocks/>
            </p:cNvSpPr>
            <p:nvPr/>
          </p:nvSpPr>
          <p:spPr bwMode="auto">
            <a:xfrm>
              <a:off x="4393" y="2340"/>
              <a:ext cx="109" cy="109"/>
            </a:xfrm>
            <a:custGeom>
              <a:avLst/>
              <a:gdLst>
                <a:gd name="T0" fmla="*/ 108 w 109"/>
                <a:gd name="T1" fmla="*/ 8 h 109"/>
                <a:gd name="T2" fmla="*/ 109 w 109"/>
                <a:gd name="T3" fmla="*/ 8 h 109"/>
                <a:gd name="T4" fmla="*/ 109 w 109"/>
                <a:gd name="T5" fmla="*/ 3 h 109"/>
                <a:gd name="T6" fmla="*/ 108 w 109"/>
                <a:gd name="T7" fmla="*/ 1 h 109"/>
                <a:gd name="T8" fmla="*/ 108 w 109"/>
                <a:gd name="T9" fmla="*/ 0 h 109"/>
                <a:gd name="T10" fmla="*/ 103 w 109"/>
                <a:gd name="T11" fmla="*/ 0 h 109"/>
                <a:gd name="T12" fmla="*/ 101 w 109"/>
                <a:gd name="T13" fmla="*/ 1 h 109"/>
                <a:gd name="T14" fmla="*/ 2 w 109"/>
                <a:gd name="T15" fmla="*/ 101 h 109"/>
                <a:gd name="T16" fmla="*/ 0 w 109"/>
                <a:gd name="T17" fmla="*/ 103 h 109"/>
                <a:gd name="T18" fmla="*/ 0 w 109"/>
                <a:gd name="T19" fmla="*/ 107 h 109"/>
                <a:gd name="T20" fmla="*/ 2 w 109"/>
                <a:gd name="T21" fmla="*/ 107 h 109"/>
                <a:gd name="T22" fmla="*/ 3 w 109"/>
                <a:gd name="T23" fmla="*/ 109 h 109"/>
                <a:gd name="T24" fmla="*/ 8 w 109"/>
                <a:gd name="T25" fmla="*/ 109 h 109"/>
                <a:gd name="T26" fmla="*/ 8 w 109"/>
                <a:gd name="T27" fmla="*/ 107 h 109"/>
                <a:gd name="T28" fmla="*/ 108 w 109"/>
                <a:gd name="T29" fmla="*/ 8 h 10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09"/>
                <a:gd name="T47" fmla="*/ 109 w 109"/>
                <a:gd name="T48" fmla="*/ 109 h 10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09">
                  <a:moveTo>
                    <a:pt x="108" y="8"/>
                  </a:moveTo>
                  <a:lnTo>
                    <a:pt x="109" y="8"/>
                  </a:lnTo>
                  <a:lnTo>
                    <a:pt x="109" y="3"/>
                  </a:lnTo>
                  <a:lnTo>
                    <a:pt x="108" y="1"/>
                  </a:lnTo>
                  <a:lnTo>
                    <a:pt x="108" y="0"/>
                  </a:lnTo>
                  <a:lnTo>
                    <a:pt x="103" y="0"/>
                  </a:lnTo>
                  <a:lnTo>
                    <a:pt x="101" y="1"/>
                  </a:lnTo>
                  <a:lnTo>
                    <a:pt x="2" y="101"/>
                  </a:lnTo>
                  <a:lnTo>
                    <a:pt x="0" y="103"/>
                  </a:lnTo>
                  <a:lnTo>
                    <a:pt x="0" y="107"/>
                  </a:lnTo>
                  <a:lnTo>
                    <a:pt x="2" y="107"/>
                  </a:lnTo>
                  <a:lnTo>
                    <a:pt x="3" y="109"/>
                  </a:lnTo>
                  <a:lnTo>
                    <a:pt x="8" y="109"/>
                  </a:lnTo>
                  <a:lnTo>
                    <a:pt x="8" y="107"/>
                  </a:lnTo>
                  <a:lnTo>
                    <a:pt x="10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Rectangle 156">
              <a:extLst>
                <a:ext uri="{FF2B5EF4-FFF2-40B4-BE49-F238E27FC236}">
                  <a16:creationId xmlns:a16="http://schemas.microsoft.com/office/drawing/2014/main" id="{8B0C5600-D94B-0655-CC1B-EA131CF36366}"/>
                </a:ext>
              </a:extLst>
            </p:cNvPr>
            <p:cNvSpPr>
              <a:spLocks noChangeArrowheads="1"/>
            </p:cNvSpPr>
            <p:nvPr/>
          </p:nvSpPr>
          <p:spPr bwMode="auto">
            <a:xfrm>
              <a:off x="4377" y="2227"/>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400">
                  <a:solidFill>
                    <a:srgbClr val="000000"/>
                  </a:solidFill>
                </a:rPr>
                <a:t>n</a:t>
              </a:r>
              <a:endParaRPr lang="en-US" altLang="zh-CN" sz="3200" b="0"/>
            </a:p>
          </p:txBody>
        </p:sp>
        <p:sp>
          <p:nvSpPr>
            <p:cNvPr id="78" name="Freeform 157">
              <a:extLst>
                <a:ext uri="{FF2B5EF4-FFF2-40B4-BE49-F238E27FC236}">
                  <a16:creationId xmlns:a16="http://schemas.microsoft.com/office/drawing/2014/main" id="{9F44AC16-9FC7-F3DA-7134-5EA1AF646758}"/>
                </a:ext>
              </a:extLst>
            </p:cNvPr>
            <p:cNvSpPr>
              <a:spLocks/>
            </p:cNvSpPr>
            <p:nvPr/>
          </p:nvSpPr>
          <p:spPr bwMode="auto">
            <a:xfrm>
              <a:off x="4982" y="2020"/>
              <a:ext cx="19" cy="177"/>
            </a:xfrm>
            <a:custGeom>
              <a:avLst/>
              <a:gdLst>
                <a:gd name="T0" fmla="*/ 19 w 19"/>
                <a:gd name="T1" fmla="*/ 10 h 177"/>
                <a:gd name="T2" fmla="*/ 19 w 19"/>
                <a:gd name="T3" fmla="*/ 7 h 177"/>
                <a:gd name="T4" fmla="*/ 16 w 19"/>
                <a:gd name="T5" fmla="*/ 3 h 177"/>
                <a:gd name="T6" fmla="*/ 13 w 19"/>
                <a:gd name="T7" fmla="*/ 0 h 177"/>
                <a:gd name="T8" fmla="*/ 6 w 19"/>
                <a:gd name="T9" fmla="*/ 0 h 177"/>
                <a:gd name="T10" fmla="*/ 3 w 19"/>
                <a:gd name="T11" fmla="*/ 3 h 177"/>
                <a:gd name="T12" fmla="*/ 0 w 19"/>
                <a:gd name="T13" fmla="*/ 7 h 177"/>
                <a:gd name="T14" fmla="*/ 0 w 19"/>
                <a:gd name="T15" fmla="*/ 171 h 177"/>
                <a:gd name="T16" fmla="*/ 3 w 19"/>
                <a:gd name="T17" fmla="*/ 174 h 177"/>
                <a:gd name="T18" fmla="*/ 6 w 19"/>
                <a:gd name="T19" fmla="*/ 177 h 177"/>
                <a:gd name="T20" fmla="*/ 13 w 19"/>
                <a:gd name="T21" fmla="*/ 177 h 177"/>
                <a:gd name="T22" fmla="*/ 16 w 19"/>
                <a:gd name="T23" fmla="*/ 174 h 177"/>
                <a:gd name="T24" fmla="*/ 19 w 19"/>
                <a:gd name="T25" fmla="*/ 171 h 177"/>
                <a:gd name="T26" fmla="*/ 19 w 19"/>
                <a:gd name="T27" fmla="*/ 168 h 177"/>
                <a:gd name="T28" fmla="*/ 19 w 19"/>
                <a:gd name="T29" fmla="*/ 10 h 17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177"/>
                <a:gd name="T47" fmla="*/ 19 w 19"/>
                <a:gd name="T48" fmla="*/ 177 h 17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177">
                  <a:moveTo>
                    <a:pt x="19" y="10"/>
                  </a:moveTo>
                  <a:lnTo>
                    <a:pt x="19" y="7"/>
                  </a:lnTo>
                  <a:lnTo>
                    <a:pt x="16" y="3"/>
                  </a:lnTo>
                  <a:lnTo>
                    <a:pt x="13" y="0"/>
                  </a:lnTo>
                  <a:lnTo>
                    <a:pt x="6" y="0"/>
                  </a:lnTo>
                  <a:lnTo>
                    <a:pt x="3" y="3"/>
                  </a:lnTo>
                  <a:lnTo>
                    <a:pt x="0" y="7"/>
                  </a:lnTo>
                  <a:lnTo>
                    <a:pt x="0" y="171"/>
                  </a:lnTo>
                  <a:lnTo>
                    <a:pt x="3" y="174"/>
                  </a:lnTo>
                  <a:lnTo>
                    <a:pt x="6" y="177"/>
                  </a:lnTo>
                  <a:lnTo>
                    <a:pt x="13" y="177"/>
                  </a:lnTo>
                  <a:lnTo>
                    <a:pt x="16" y="174"/>
                  </a:lnTo>
                  <a:lnTo>
                    <a:pt x="19" y="171"/>
                  </a:lnTo>
                  <a:lnTo>
                    <a:pt x="19" y="168"/>
                  </a:lnTo>
                  <a:lnTo>
                    <a:pt x="19"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Rectangle 160">
              <a:extLst>
                <a:ext uri="{FF2B5EF4-FFF2-40B4-BE49-F238E27FC236}">
                  <a16:creationId xmlns:a16="http://schemas.microsoft.com/office/drawing/2014/main" id="{184E42D2-3739-3818-0102-EBA91ED786EC}"/>
                </a:ext>
              </a:extLst>
            </p:cNvPr>
            <p:cNvSpPr>
              <a:spLocks noChangeArrowheads="1"/>
            </p:cNvSpPr>
            <p:nvPr/>
          </p:nvSpPr>
          <p:spPr bwMode="auto">
            <a:xfrm>
              <a:off x="4922" y="2465"/>
              <a:ext cx="1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R1</a:t>
              </a:r>
              <a:endParaRPr lang="en-US" altLang="zh-CN" sz="3200" b="0"/>
            </a:p>
          </p:txBody>
        </p:sp>
        <p:sp>
          <p:nvSpPr>
            <p:cNvPr id="80" name="Rectangle 161">
              <a:extLst>
                <a:ext uri="{FF2B5EF4-FFF2-40B4-BE49-F238E27FC236}">
                  <a16:creationId xmlns:a16="http://schemas.microsoft.com/office/drawing/2014/main" id="{851A4CA1-FDAD-41B0-5F6A-83DC965F6046}"/>
                </a:ext>
              </a:extLst>
            </p:cNvPr>
            <p:cNvSpPr>
              <a:spLocks noChangeArrowheads="1"/>
            </p:cNvSpPr>
            <p:nvPr/>
          </p:nvSpPr>
          <p:spPr bwMode="auto">
            <a:xfrm>
              <a:off x="4892" y="2216"/>
              <a:ext cx="1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Ld</a:t>
              </a:r>
              <a:endParaRPr lang="en-US" altLang="zh-CN" sz="3200" b="0"/>
            </a:p>
          </p:txBody>
        </p:sp>
        <p:sp>
          <p:nvSpPr>
            <p:cNvPr id="81" name="Freeform 162">
              <a:extLst>
                <a:ext uri="{FF2B5EF4-FFF2-40B4-BE49-F238E27FC236}">
                  <a16:creationId xmlns:a16="http://schemas.microsoft.com/office/drawing/2014/main" id="{6DFC66AB-CA0C-28B5-EB89-F19336DA5D1D}"/>
                </a:ext>
              </a:extLst>
            </p:cNvPr>
            <p:cNvSpPr>
              <a:spLocks/>
            </p:cNvSpPr>
            <p:nvPr/>
          </p:nvSpPr>
          <p:spPr bwMode="auto">
            <a:xfrm>
              <a:off x="4783" y="2196"/>
              <a:ext cx="392" cy="612"/>
            </a:xfrm>
            <a:custGeom>
              <a:avLst/>
              <a:gdLst>
                <a:gd name="T0" fmla="*/ 10 w 392"/>
                <a:gd name="T1" fmla="*/ 0 h 612"/>
                <a:gd name="T2" fmla="*/ 6 w 392"/>
                <a:gd name="T3" fmla="*/ 0 h 612"/>
                <a:gd name="T4" fmla="*/ 3 w 392"/>
                <a:gd name="T5" fmla="*/ 3 h 612"/>
                <a:gd name="T6" fmla="*/ 0 w 392"/>
                <a:gd name="T7" fmla="*/ 6 h 612"/>
                <a:gd name="T8" fmla="*/ 0 w 392"/>
                <a:gd name="T9" fmla="*/ 606 h 612"/>
                <a:gd name="T10" fmla="*/ 3 w 392"/>
                <a:gd name="T11" fmla="*/ 609 h 612"/>
                <a:gd name="T12" fmla="*/ 6 w 392"/>
                <a:gd name="T13" fmla="*/ 612 h 612"/>
                <a:gd name="T14" fmla="*/ 386 w 392"/>
                <a:gd name="T15" fmla="*/ 612 h 612"/>
                <a:gd name="T16" fmla="*/ 389 w 392"/>
                <a:gd name="T17" fmla="*/ 609 h 612"/>
                <a:gd name="T18" fmla="*/ 392 w 392"/>
                <a:gd name="T19" fmla="*/ 606 h 612"/>
                <a:gd name="T20" fmla="*/ 392 w 392"/>
                <a:gd name="T21" fmla="*/ 6 h 612"/>
                <a:gd name="T22" fmla="*/ 389 w 392"/>
                <a:gd name="T23" fmla="*/ 3 h 612"/>
                <a:gd name="T24" fmla="*/ 386 w 392"/>
                <a:gd name="T25" fmla="*/ 0 h 612"/>
                <a:gd name="T26" fmla="*/ 383 w 392"/>
                <a:gd name="T27" fmla="*/ 0 h 612"/>
                <a:gd name="T28" fmla="*/ 10 w 392"/>
                <a:gd name="T29" fmla="*/ 0 h 612"/>
                <a:gd name="T30" fmla="*/ 10 w 392"/>
                <a:gd name="T31" fmla="*/ 19 h 612"/>
                <a:gd name="T32" fmla="*/ 383 w 392"/>
                <a:gd name="T33" fmla="*/ 19 h 612"/>
                <a:gd name="T34" fmla="*/ 373 w 392"/>
                <a:gd name="T35" fmla="*/ 9 h 612"/>
                <a:gd name="T36" fmla="*/ 373 w 392"/>
                <a:gd name="T37" fmla="*/ 603 h 612"/>
                <a:gd name="T38" fmla="*/ 383 w 392"/>
                <a:gd name="T39" fmla="*/ 593 h 612"/>
                <a:gd name="T40" fmla="*/ 10 w 392"/>
                <a:gd name="T41" fmla="*/ 593 h 612"/>
                <a:gd name="T42" fmla="*/ 19 w 392"/>
                <a:gd name="T43" fmla="*/ 603 h 612"/>
                <a:gd name="T44" fmla="*/ 19 w 392"/>
                <a:gd name="T45" fmla="*/ 9 h 612"/>
                <a:gd name="T46" fmla="*/ 10 w 392"/>
                <a:gd name="T47" fmla="*/ 19 h 612"/>
                <a:gd name="T48" fmla="*/ 10 w 392"/>
                <a:gd name="T49" fmla="*/ 0 h 61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92"/>
                <a:gd name="T76" fmla="*/ 0 h 612"/>
                <a:gd name="T77" fmla="*/ 392 w 392"/>
                <a:gd name="T78" fmla="*/ 612 h 61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92" h="612">
                  <a:moveTo>
                    <a:pt x="10" y="0"/>
                  </a:moveTo>
                  <a:lnTo>
                    <a:pt x="6" y="0"/>
                  </a:lnTo>
                  <a:lnTo>
                    <a:pt x="3" y="3"/>
                  </a:lnTo>
                  <a:lnTo>
                    <a:pt x="0" y="6"/>
                  </a:lnTo>
                  <a:lnTo>
                    <a:pt x="0" y="606"/>
                  </a:lnTo>
                  <a:lnTo>
                    <a:pt x="3" y="609"/>
                  </a:lnTo>
                  <a:lnTo>
                    <a:pt x="6" y="612"/>
                  </a:lnTo>
                  <a:lnTo>
                    <a:pt x="386" y="612"/>
                  </a:lnTo>
                  <a:lnTo>
                    <a:pt x="389" y="609"/>
                  </a:lnTo>
                  <a:lnTo>
                    <a:pt x="392" y="606"/>
                  </a:lnTo>
                  <a:lnTo>
                    <a:pt x="392" y="6"/>
                  </a:lnTo>
                  <a:lnTo>
                    <a:pt x="389" y="3"/>
                  </a:lnTo>
                  <a:lnTo>
                    <a:pt x="386" y="0"/>
                  </a:lnTo>
                  <a:lnTo>
                    <a:pt x="383" y="0"/>
                  </a:lnTo>
                  <a:lnTo>
                    <a:pt x="10" y="0"/>
                  </a:lnTo>
                  <a:lnTo>
                    <a:pt x="10" y="19"/>
                  </a:lnTo>
                  <a:lnTo>
                    <a:pt x="383" y="19"/>
                  </a:lnTo>
                  <a:lnTo>
                    <a:pt x="373" y="9"/>
                  </a:lnTo>
                  <a:lnTo>
                    <a:pt x="373" y="603"/>
                  </a:lnTo>
                  <a:lnTo>
                    <a:pt x="383" y="593"/>
                  </a:lnTo>
                  <a:lnTo>
                    <a:pt x="10" y="593"/>
                  </a:lnTo>
                  <a:lnTo>
                    <a:pt x="19" y="603"/>
                  </a:lnTo>
                  <a:lnTo>
                    <a:pt x="19" y="9"/>
                  </a:lnTo>
                  <a:lnTo>
                    <a:pt x="10" y="19"/>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66">
              <a:extLst>
                <a:ext uri="{FF2B5EF4-FFF2-40B4-BE49-F238E27FC236}">
                  <a16:creationId xmlns:a16="http://schemas.microsoft.com/office/drawing/2014/main" id="{4A1049AA-0A51-D125-B9EB-0D874477B746}"/>
                </a:ext>
              </a:extLst>
            </p:cNvPr>
            <p:cNvSpPr>
              <a:spLocks/>
            </p:cNvSpPr>
            <p:nvPr/>
          </p:nvSpPr>
          <p:spPr bwMode="auto">
            <a:xfrm>
              <a:off x="4393" y="3365"/>
              <a:ext cx="109" cy="109"/>
            </a:xfrm>
            <a:custGeom>
              <a:avLst/>
              <a:gdLst>
                <a:gd name="T0" fmla="*/ 108 w 109"/>
                <a:gd name="T1" fmla="*/ 8 h 109"/>
                <a:gd name="T2" fmla="*/ 109 w 109"/>
                <a:gd name="T3" fmla="*/ 8 h 109"/>
                <a:gd name="T4" fmla="*/ 109 w 109"/>
                <a:gd name="T5" fmla="*/ 3 h 109"/>
                <a:gd name="T6" fmla="*/ 108 w 109"/>
                <a:gd name="T7" fmla="*/ 2 h 109"/>
                <a:gd name="T8" fmla="*/ 108 w 109"/>
                <a:gd name="T9" fmla="*/ 0 h 109"/>
                <a:gd name="T10" fmla="*/ 103 w 109"/>
                <a:gd name="T11" fmla="*/ 0 h 109"/>
                <a:gd name="T12" fmla="*/ 101 w 109"/>
                <a:gd name="T13" fmla="*/ 2 h 109"/>
                <a:gd name="T14" fmla="*/ 2 w 109"/>
                <a:gd name="T15" fmla="*/ 101 h 109"/>
                <a:gd name="T16" fmla="*/ 0 w 109"/>
                <a:gd name="T17" fmla="*/ 103 h 109"/>
                <a:gd name="T18" fmla="*/ 0 w 109"/>
                <a:gd name="T19" fmla="*/ 108 h 109"/>
                <a:gd name="T20" fmla="*/ 2 w 109"/>
                <a:gd name="T21" fmla="*/ 108 h 109"/>
                <a:gd name="T22" fmla="*/ 3 w 109"/>
                <a:gd name="T23" fmla="*/ 109 h 109"/>
                <a:gd name="T24" fmla="*/ 8 w 109"/>
                <a:gd name="T25" fmla="*/ 109 h 109"/>
                <a:gd name="T26" fmla="*/ 8 w 109"/>
                <a:gd name="T27" fmla="*/ 108 h 109"/>
                <a:gd name="T28" fmla="*/ 108 w 109"/>
                <a:gd name="T29" fmla="*/ 8 h 10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09"/>
                <a:gd name="T47" fmla="*/ 109 w 109"/>
                <a:gd name="T48" fmla="*/ 109 h 10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09">
                  <a:moveTo>
                    <a:pt x="108" y="8"/>
                  </a:moveTo>
                  <a:lnTo>
                    <a:pt x="109" y="8"/>
                  </a:lnTo>
                  <a:lnTo>
                    <a:pt x="109" y="3"/>
                  </a:lnTo>
                  <a:lnTo>
                    <a:pt x="108" y="2"/>
                  </a:lnTo>
                  <a:lnTo>
                    <a:pt x="108" y="0"/>
                  </a:lnTo>
                  <a:lnTo>
                    <a:pt x="103" y="0"/>
                  </a:lnTo>
                  <a:lnTo>
                    <a:pt x="101" y="2"/>
                  </a:lnTo>
                  <a:lnTo>
                    <a:pt x="2" y="101"/>
                  </a:lnTo>
                  <a:lnTo>
                    <a:pt x="0" y="103"/>
                  </a:lnTo>
                  <a:lnTo>
                    <a:pt x="0" y="108"/>
                  </a:lnTo>
                  <a:lnTo>
                    <a:pt x="2" y="108"/>
                  </a:lnTo>
                  <a:lnTo>
                    <a:pt x="3" y="109"/>
                  </a:lnTo>
                  <a:lnTo>
                    <a:pt x="8" y="109"/>
                  </a:lnTo>
                  <a:lnTo>
                    <a:pt x="8" y="108"/>
                  </a:lnTo>
                  <a:lnTo>
                    <a:pt x="10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Rectangle 167">
              <a:extLst>
                <a:ext uri="{FF2B5EF4-FFF2-40B4-BE49-F238E27FC236}">
                  <a16:creationId xmlns:a16="http://schemas.microsoft.com/office/drawing/2014/main" id="{BCD448F7-37A8-91EC-CADC-E2C345B480D5}"/>
                </a:ext>
              </a:extLst>
            </p:cNvPr>
            <p:cNvSpPr>
              <a:spLocks noChangeArrowheads="1"/>
            </p:cNvSpPr>
            <p:nvPr/>
          </p:nvSpPr>
          <p:spPr bwMode="auto">
            <a:xfrm>
              <a:off x="4377" y="3273"/>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400">
                  <a:solidFill>
                    <a:srgbClr val="000000"/>
                  </a:solidFill>
                </a:rPr>
                <a:t>n</a:t>
              </a:r>
              <a:endParaRPr lang="en-US" altLang="zh-CN" sz="3200" b="0"/>
            </a:p>
          </p:txBody>
        </p:sp>
        <p:sp>
          <p:nvSpPr>
            <p:cNvPr id="84" name="Freeform 168">
              <a:extLst>
                <a:ext uri="{FF2B5EF4-FFF2-40B4-BE49-F238E27FC236}">
                  <a16:creationId xmlns:a16="http://schemas.microsoft.com/office/drawing/2014/main" id="{41C038F0-749E-A58B-4C9F-D0CD84A43A1B}"/>
                </a:ext>
              </a:extLst>
            </p:cNvPr>
            <p:cNvSpPr>
              <a:spLocks/>
            </p:cNvSpPr>
            <p:nvPr/>
          </p:nvSpPr>
          <p:spPr bwMode="auto">
            <a:xfrm>
              <a:off x="4977" y="3046"/>
              <a:ext cx="19" cy="177"/>
            </a:xfrm>
            <a:custGeom>
              <a:avLst/>
              <a:gdLst>
                <a:gd name="T0" fmla="*/ 19 w 19"/>
                <a:gd name="T1" fmla="*/ 9 h 177"/>
                <a:gd name="T2" fmla="*/ 19 w 19"/>
                <a:gd name="T3" fmla="*/ 6 h 177"/>
                <a:gd name="T4" fmla="*/ 16 w 19"/>
                <a:gd name="T5" fmla="*/ 3 h 177"/>
                <a:gd name="T6" fmla="*/ 13 w 19"/>
                <a:gd name="T7" fmla="*/ 0 h 177"/>
                <a:gd name="T8" fmla="*/ 7 w 19"/>
                <a:gd name="T9" fmla="*/ 0 h 177"/>
                <a:gd name="T10" fmla="*/ 4 w 19"/>
                <a:gd name="T11" fmla="*/ 3 h 177"/>
                <a:gd name="T12" fmla="*/ 0 w 19"/>
                <a:gd name="T13" fmla="*/ 6 h 177"/>
                <a:gd name="T14" fmla="*/ 0 w 19"/>
                <a:gd name="T15" fmla="*/ 171 h 177"/>
                <a:gd name="T16" fmla="*/ 4 w 19"/>
                <a:gd name="T17" fmla="*/ 174 h 177"/>
                <a:gd name="T18" fmla="*/ 7 w 19"/>
                <a:gd name="T19" fmla="*/ 177 h 177"/>
                <a:gd name="T20" fmla="*/ 13 w 19"/>
                <a:gd name="T21" fmla="*/ 177 h 177"/>
                <a:gd name="T22" fmla="*/ 16 w 19"/>
                <a:gd name="T23" fmla="*/ 174 h 177"/>
                <a:gd name="T24" fmla="*/ 19 w 19"/>
                <a:gd name="T25" fmla="*/ 171 h 177"/>
                <a:gd name="T26" fmla="*/ 19 w 19"/>
                <a:gd name="T27" fmla="*/ 167 h 177"/>
                <a:gd name="T28" fmla="*/ 19 w 19"/>
                <a:gd name="T29" fmla="*/ 9 h 17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177"/>
                <a:gd name="T47" fmla="*/ 19 w 19"/>
                <a:gd name="T48" fmla="*/ 177 h 17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177">
                  <a:moveTo>
                    <a:pt x="19" y="9"/>
                  </a:moveTo>
                  <a:lnTo>
                    <a:pt x="19" y="6"/>
                  </a:lnTo>
                  <a:lnTo>
                    <a:pt x="16" y="3"/>
                  </a:lnTo>
                  <a:lnTo>
                    <a:pt x="13" y="0"/>
                  </a:lnTo>
                  <a:lnTo>
                    <a:pt x="7" y="0"/>
                  </a:lnTo>
                  <a:lnTo>
                    <a:pt x="4" y="3"/>
                  </a:lnTo>
                  <a:lnTo>
                    <a:pt x="0" y="6"/>
                  </a:lnTo>
                  <a:lnTo>
                    <a:pt x="0" y="171"/>
                  </a:lnTo>
                  <a:lnTo>
                    <a:pt x="4" y="174"/>
                  </a:lnTo>
                  <a:lnTo>
                    <a:pt x="7" y="177"/>
                  </a:lnTo>
                  <a:lnTo>
                    <a:pt x="13" y="177"/>
                  </a:lnTo>
                  <a:lnTo>
                    <a:pt x="16" y="174"/>
                  </a:lnTo>
                  <a:lnTo>
                    <a:pt x="19" y="171"/>
                  </a:lnTo>
                  <a:lnTo>
                    <a:pt x="19" y="167"/>
                  </a:lnTo>
                  <a:lnTo>
                    <a:pt x="1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Rectangle 171">
              <a:extLst>
                <a:ext uri="{FF2B5EF4-FFF2-40B4-BE49-F238E27FC236}">
                  <a16:creationId xmlns:a16="http://schemas.microsoft.com/office/drawing/2014/main" id="{EFFE24FB-6F15-71B3-E1F0-A66EF008A2CD}"/>
                </a:ext>
              </a:extLst>
            </p:cNvPr>
            <p:cNvSpPr>
              <a:spLocks noChangeArrowheads="1"/>
            </p:cNvSpPr>
            <p:nvPr/>
          </p:nvSpPr>
          <p:spPr bwMode="auto">
            <a:xfrm>
              <a:off x="4916" y="3490"/>
              <a:ext cx="1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R2</a:t>
              </a:r>
              <a:endParaRPr lang="en-US" altLang="zh-CN" sz="3200" b="0"/>
            </a:p>
          </p:txBody>
        </p:sp>
        <p:sp>
          <p:nvSpPr>
            <p:cNvPr id="86" name="Rectangle 172">
              <a:extLst>
                <a:ext uri="{FF2B5EF4-FFF2-40B4-BE49-F238E27FC236}">
                  <a16:creationId xmlns:a16="http://schemas.microsoft.com/office/drawing/2014/main" id="{17CED716-5E4F-71AE-8B73-5B86F671137A}"/>
                </a:ext>
              </a:extLst>
            </p:cNvPr>
            <p:cNvSpPr>
              <a:spLocks noChangeArrowheads="1"/>
            </p:cNvSpPr>
            <p:nvPr/>
          </p:nvSpPr>
          <p:spPr bwMode="auto">
            <a:xfrm>
              <a:off x="4886" y="3242"/>
              <a:ext cx="1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Ld</a:t>
              </a:r>
              <a:endParaRPr lang="en-US" altLang="zh-CN" sz="3200" b="0"/>
            </a:p>
          </p:txBody>
        </p:sp>
        <p:sp>
          <p:nvSpPr>
            <p:cNvPr id="87" name="Freeform 173">
              <a:extLst>
                <a:ext uri="{FF2B5EF4-FFF2-40B4-BE49-F238E27FC236}">
                  <a16:creationId xmlns:a16="http://schemas.microsoft.com/office/drawing/2014/main" id="{E5111B6A-123A-183E-0DD6-DB0EEB875B8B}"/>
                </a:ext>
              </a:extLst>
            </p:cNvPr>
            <p:cNvSpPr>
              <a:spLocks/>
            </p:cNvSpPr>
            <p:nvPr/>
          </p:nvSpPr>
          <p:spPr bwMode="auto">
            <a:xfrm>
              <a:off x="4778" y="3221"/>
              <a:ext cx="393" cy="613"/>
            </a:xfrm>
            <a:custGeom>
              <a:avLst/>
              <a:gdLst>
                <a:gd name="T0" fmla="*/ 10 w 393"/>
                <a:gd name="T1" fmla="*/ 0 h 613"/>
                <a:gd name="T2" fmla="*/ 7 w 393"/>
                <a:gd name="T3" fmla="*/ 0 h 613"/>
                <a:gd name="T4" fmla="*/ 3 w 393"/>
                <a:gd name="T5" fmla="*/ 3 h 613"/>
                <a:gd name="T6" fmla="*/ 0 w 393"/>
                <a:gd name="T7" fmla="*/ 7 h 613"/>
                <a:gd name="T8" fmla="*/ 0 w 393"/>
                <a:gd name="T9" fmla="*/ 606 h 613"/>
                <a:gd name="T10" fmla="*/ 3 w 393"/>
                <a:gd name="T11" fmla="*/ 609 h 613"/>
                <a:gd name="T12" fmla="*/ 7 w 393"/>
                <a:gd name="T13" fmla="*/ 613 h 613"/>
                <a:gd name="T14" fmla="*/ 386 w 393"/>
                <a:gd name="T15" fmla="*/ 613 h 613"/>
                <a:gd name="T16" fmla="*/ 389 w 393"/>
                <a:gd name="T17" fmla="*/ 609 h 613"/>
                <a:gd name="T18" fmla="*/ 393 w 393"/>
                <a:gd name="T19" fmla="*/ 606 h 613"/>
                <a:gd name="T20" fmla="*/ 393 w 393"/>
                <a:gd name="T21" fmla="*/ 7 h 613"/>
                <a:gd name="T22" fmla="*/ 389 w 393"/>
                <a:gd name="T23" fmla="*/ 3 h 613"/>
                <a:gd name="T24" fmla="*/ 386 w 393"/>
                <a:gd name="T25" fmla="*/ 0 h 613"/>
                <a:gd name="T26" fmla="*/ 383 w 393"/>
                <a:gd name="T27" fmla="*/ 0 h 613"/>
                <a:gd name="T28" fmla="*/ 10 w 393"/>
                <a:gd name="T29" fmla="*/ 0 h 613"/>
                <a:gd name="T30" fmla="*/ 10 w 393"/>
                <a:gd name="T31" fmla="*/ 19 h 613"/>
                <a:gd name="T32" fmla="*/ 383 w 393"/>
                <a:gd name="T33" fmla="*/ 19 h 613"/>
                <a:gd name="T34" fmla="*/ 374 w 393"/>
                <a:gd name="T35" fmla="*/ 10 h 613"/>
                <a:gd name="T36" fmla="*/ 374 w 393"/>
                <a:gd name="T37" fmla="*/ 603 h 613"/>
                <a:gd name="T38" fmla="*/ 383 w 393"/>
                <a:gd name="T39" fmla="*/ 594 h 613"/>
                <a:gd name="T40" fmla="*/ 10 w 393"/>
                <a:gd name="T41" fmla="*/ 594 h 613"/>
                <a:gd name="T42" fmla="*/ 19 w 393"/>
                <a:gd name="T43" fmla="*/ 603 h 613"/>
                <a:gd name="T44" fmla="*/ 19 w 393"/>
                <a:gd name="T45" fmla="*/ 10 h 613"/>
                <a:gd name="T46" fmla="*/ 10 w 393"/>
                <a:gd name="T47" fmla="*/ 19 h 613"/>
                <a:gd name="T48" fmla="*/ 10 w 393"/>
                <a:gd name="T49" fmla="*/ 0 h 61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93"/>
                <a:gd name="T76" fmla="*/ 0 h 613"/>
                <a:gd name="T77" fmla="*/ 393 w 393"/>
                <a:gd name="T78" fmla="*/ 613 h 61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93" h="613">
                  <a:moveTo>
                    <a:pt x="10" y="0"/>
                  </a:moveTo>
                  <a:lnTo>
                    <a:pt x="7" y="0"/>
                  </a:lnTo>
                  <a:lnTo>
                    <a:pt x="3" y="3"/>
                  </a:lnTo>
                  <a:lnTo>
                    <a:pt x="0" y="7"/>
                  </a:lnTo>
                  <a:lnTo>
                    <a:pt x="0" y="606"/>
                  </a:lnTo>
                  <a:lnTo>
                    <a:pt x="3" y="609"/>
                  </a:lnTo>
                  <a:lnTo>
                    <a:pt x="7" y="613"/>
                  </a:lnTo>
                  <a:lnTo>
                    <a:pt x="386" y="613"/>
                  </a:lnTo>
                  <a:lnTo>
                    <a:pt x="389" y="609"/>
                  </a:lnTo>
                  <a:lnTo>
                    <a:pt x="393" y="606"/>
                  </a:lnTo>
                  <a:lnTo>
                    <a:pt x="393" y="7"/>
                  </a:lnTo>
                  <a:lnTo>
                    <a:pt x="389" y="3"/>
                  </a:lnTo>
                  <a:lnTo>
                    <a:pt x="386" y="0"/>
                  </a:lnTo>
                  <a:lnTo>
                    <a:pt x="383" y="0"/>
                  </a:lnTo>
                  <a:lnTo>
                    <a:pt x="10" y="0"/>
                  </a:lnTo>
                  <a:lnTo>
                    <a:pt x="10" y="19"/>
                  </a:lnTo>
                  <a:lnTo>
                    <a:pt x="383" y="19"/>
                  </a:lnTo>
                  <a:lnTo>
                    <a:pt x="374" y="10"/>
                  </a:lnTo>
                  <a:lnTo>
                    <a:pt x="374" y="603"/>
                  </a:lnTo>
                  <a:lnTo>
                    <a:pt x="383" y="594"/>
                  </a:lnTo>
                  <a:lnTo>
                    <a:pt x="10" y="594"/>
                  </a:lnTo>
                  <a:lnTo>
                    <a:pt x="19" y="603"/>
                  </a:lnTo>
                  <a:lnTo>
                    <a:pt x="19" y="10"/>
                  </a:lnTo>
                  <a:lnTo>
                    <a:pt x="10" y="19"/>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174">
              <a:extLst>
                <a:ext uri="{FF2B5EF4-FFF2-40B4-BE49-F238E27FC236}">
                  <a16:creationId xmlns:a16="http://schemas.microsoft.com/office/drawing/2014/main" id="{89472004-8CFD-1F1B-CC39-37AF9336F882}"/>
                </a:ext>
              </a:extLst>
            </p:cNvPr>
            <p:cNvSpPr>
              <a:spLocks/>
            </p:cNvSpPr>
            <p:nvPr/>
          </p:nvSpPr>
          <p:spPr bwMode="auto">
            <a:xfrm>
              <a:off x="4493" y="1742"/>
              <a:ext cx="19" cy="177"/>
            </a:xfrm>
            <a:custGeom>
              <a:avLst/>
              <a:gdLst>
                <a:gd name="T0" fmla="*/ 0 w 19"/>
                <a:gd name="T1" fmla="*/ 167 h 177"/>
                <a:gd name="T2" fmla="*/ 0 w 19"/>
                <a:gd name="T3" fmla="*/ 170 h 177"/>
                <a:gd name="T4" fmla="*/ 3 w 19"/>
                <a:gd name="T5" fmla="*/ 174 h 177"/>
                <a:gd name="T6" fmla="*/ 6 w 19"/>
                <a:gd name="T7" fmla="*/ 177 h 177"/>
                <a:gd name="T8" fmla="*/ 13 w 19"/>
                <a:gd name="T9" fmla="*/ 177 h 177"/>
                <a:gd name="T10" fmla="*/ 16 w 19"/>
                <a:gd name="T11" fmla="*/ 174 h 177"/>
                <a:gd name="T12" fmla="*/ 19 w 19"/>
                <a:gd name="T13" fmla="*/ 170 h 177"/>
                <a:gd name="T14" fmla="*/ 19 w 19"/>
                <a:gd name="T15" fmla="*/ 6 h 177"/>
                <a:gd name="T16" fmla="*/ 16 w 19"/>
                <a:gd name="T17" fmla="*/ 3 h 177"/>
                <a:gd name="T18" fmla="*/ 13 w 19"/>
                <a:gd name="T19" fmla="*/ 0 h 177"/>
                <a:gd name="T20" fmla="*/ 6 w 19"/>
                <a:gd name="T21" fmla="*/ 0 h 177"/>
                <a:gd name="T22" fmla="*/ 3 w 19"/>
                <a:gd name="T23" fmla="*/ 3 h 177"/>
                <a:gd name="T24" fmla="*/ 0 w 19"/>
                <a:gd name="T25" fmla="*/ 6 h 177"/>
                <a:gd name="T26" fmla="*/ 0 w 19"/>
                <a:gd name="T27" fmla="*/ 9 h 177"/>
                <a:gd name="T28" fmla="*/ 0 w 19"/>
                <a:gd name="T29" fmla="*/ 167 h 17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177"/>
                <a:gd name="T47" fmla="*/ 19 w 19"/>
                <a:gd name="T48" fmla="*/ 177 h 17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177">
                  <a:moveTo>
                    <a:pt x="0" y="167"/>
                  </a:moveTo>
                  <a:lnTo>
                    <a:pt x="0" y="170"/>
                  </a:lnTo>
                  <a:lnTo>
                    <a:pt x="3" y="174"/>
                  </a:lnTo>
                  <a:lnTo>
                    <a:pt x="6" y="177"/>
                  </a:lnTo>
                  <a:lnTo>
                    <a:pt x="13" y="177"/>
                  </a:lnTo>
                  <a:lnTo>
                    <a:pt x="16" y="174"/>
                  </a:lnTo>
                  <a:lnTo>
                    <a:pt x="19" y="170"/>
                  </a:lnTo>
                  <a:lnTo>
                    <a:pt x="19" y="6"/>
                  </a:lnTo>
                  <a:lnTo>
                    <a:pt x="16" y="3"/>
                  </a:lnTo>
                  <a:lnTo>
                    <a:pt x="13" y="0"/>
                  </a:lnTo>
                  <a:lnTo>
                    <a:pt x="6" y="0"/>
                  </a:lnTo>
                  <a:lnTo>
                    <a:pt x="3" y="3"/>
                  </a:lnTo>
                  <a:lnTo>
                    <a:pt x="0" y="6"/>
                  </a:lnTo>
                  <a:lnTo>
                    <a:pt x="0" y="9"/>
                  </a:lnTo>
                  <a:lnTo>
                    <a:pt x="0" y="1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180">
              <a:extLst>
                <a:ext uri="{FF2B5EF4-FFF2-40B4-BE49-F238E27FC236}">
                  <a16:creationId xmlns:a16="http://schemas.microsoft.com/office/drawing/2014/main" id="{5F38B3F2-F385-78CB-2AA1-5155FF21EDB6}"/>
                </a:ext>
              </a:extLst>
            </p:cNvPr>
            <p:cNvSpPr>
              <a:spLocks/>
            </p:cNvSpPr>
            <p:nvPr/>
          </p:nvSpPr>
          <p:spPr bwMode="auto">
            <a:xfrm>
              <a:off x="4495" y="2695"/>
              <a:ext cx="19" cy="179"/>
            </a:xfrm>
            <a:custGeom>
              <a:avLst/>
              <a:gdLst>
                <a:gd name="T0" fmla="*/ 0 w 19"/>
                <a:gd name="T1" fmla="*/ 170 h 179"/>
                <a:gd name="T2" fmla="*/ 0 w 19"/>
                <a:gd name="T3" fmla="*/ 173 h 179"/>
                <a:gd name="T4" fmla="*/ 3 w 19"/>
                <a:gd name="T5" fmla="*/ 176 h 179"/>
                <a:gd name="T6" fmla="*/ 6 w 19"/>
                <a:gd name="T7" fmla="*/ 179 h 179"/>
                <a:gd name="T8" fmla="*/ 13 w 19"/>
                <a:gd name="T9" fmla="*/ 179 h 179"/>
                <a:gd name="T10" fmla="*/ 16 w 19"/>
                <a:gd name="T11" fmla="*/ 176 h 179"/>
                <a:gd name="T12" fmla="*/ 19 w 19"/>
                <a:gd name="T13" fmla="*/ 173 h 179"/>
                <a:gd name="T14" fmla="*/ 19 w 19"/>
                <a:gd name="T15" fmla="*/ 7 h 179"/>
                <a:gd name="T16" fmla="*/ 16 w 19"/>
                <a:gd name="T17" fmla="*/ 4 h 179"/>
                <a:gd name="T18" fmla="*/ 13 w 19"/>
                <a:gd name="T19" fmla="*/ 0 h 179"/>
                <a:gd name="T20" fmla="*/ 6 w 19"/>
                <a:gd name="T21" fmla="*/ 0 h 179"/>
                <a:gd name="T22" fmla="*/ 3 w 19"/>
                <a:gd name="T23" fmla="*/ 4 h 179"/>
                <a:gd name="T24" fmla="*/ 0 w 19"/>
                <a:gd name="T25" fmla="*/ 7 h 179"/>
                <a:gd name="T26" fmla="*/ 0 w 19"/>
                <a:gd name="T27" fmla="*/ 10 h 179"/>
                <a:gd name="T28" fmla="*/ 0 w 19"/>
                <a:gd name="T29" fmla="*/ 170 h 17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179"/>
                <a:gd name="T47" fmla="*/ 19 w 19"/>
                <a:gd name="T48" fmla="*/ 179 h 17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179">
                  <a:moveTo>
                    <a:pt x="0" y="170"/>
                  </a:moveTo>
                  <a:lnTo>
                    <a:pt x="0" y="173"/>
                  </a:lnTo>
                  <a:lnTo>
                    <a:pt x="3" y="176"/>
                  </a:lnTo>
                  <a:lnTo>
                    <a:pt x="6" y="179"/>
                  </a:lnTo>
                  <a:lnTo>
                    <a:pt x="13" y="179"/>
                  </a:lnTo>
                  <a:lnTo>
                    <a:pt x="16" y="176"/>
                  </a:lnTo>
                  <a:lnTo>
                    <a:pt x="19" y="173"/>
                  </a:lnTo>
                  <a:lnTo>
                    <a:pt x="19" y="7"/>
                  </a:lnTo>
                  <a:lnTo>
                    <a:pt x="16" y="4"/>
                  </a:lnTo>
                  <a:lnTo>
                    <a:pt x="13" y="0"/>
                  </a:lnTo>
                  <a:lnTo>
                    <a:pt x="6" y="0"/>
                  </a:lnTo>
                  <a:lnTo>
                    <a:pt x="3" y="4"/>
                  </a:lnTo>
                  <a:lnTo>
                    <a:pt x="0" y="7"/>
                  </a:lnTo>
                  <a:lnTo>
                    <a:pt x="0" y="10"/>
                  </a:lnTo>
                  <a:lnTo>
                    <a:pt x="0" y="1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186">
              <a:extLst>
                <a:ext uri="{FF2B5EF4-FFF2-40B4-BE49-F238E27FC236}">
                  <a16:creationId xmlns:a16="http://schemas.microsoft.com/office/drawing/2014/main" id="{C5915333-34A2-FC4D-E542-AD98452850FC}"/>
                </a:ext>
              </a:extLst>
            </p:cNvPr>
            <p:cNvSpPr>
              <a:spLocks/>
            </p:cNvSpPr>
            <p:nvPr/>
          </p:nvSpPr>
          <p:spPr bwMode="auto">
            <a:xfrm>
              <a:off x="4499" y="3697"/>
              <a:ext cx="19" cy="177"/>
            </a:xfrm>
            <a:custGeom>
              <a:avLst/>
              <a:gdLst>
                <a:gd name="T0" fmla="*/ 0 w 19"/>
                <a:gd name="T1" fmla="*/ 168 h 177"/>
                <a:gd name="T2" fmla="*/ 0 w 19"/>
                <a:gd name="T3" fmla="*/ 171 h 177"/>
                <a:gd name="T4" fmla="*/ 4 w 19"/>
                <a:gd name="T5" fmla="*/ 174 h 177"/>
                <a:gd name="T6" fmla="*/ 7 w 19"/>
                <a:gd name="T7" fmla="*/ 177 h 177"/>
                <a:gd name="T8" fmla="*/ 13 w 19"/>
                <a:gd name="T9" fmla="*/ 177 h 177"/>
                <a:gd name="T10" fmla="*/ 16 w 19"/>
                <a:gd name="T11" fmla="*/ 174 h 177"/>
                <a:gd name="T12" fmla="*/ 19 w 19"/>
                <a:gd name="T13" fmla="*/ 171 h 177"/>
                <a:gd name="T14" fmla="*/ 19 w 19"/>
                <a:gd name="T15" fmla="*/ 7 h 177"/>
                <a:gd name="T16" fmla="*/ 16 w 19"/>
                <a:gd name="T17" fmla="*/ 3 h 177"/>
                <a:gd name="T18" fmla="*/ 13 w 19"/>
                <a:gd name="T19" fmla="*/ 0 h 177"/>
                <a:gd name="T20" fmla="*/ 7 w 19"/>
                <a:gd name="T21" fmla="*/ 0 h 177"/>
                <a:gd name="T22" fmla="*/ 4 w 19"/>
                <a:gd name="T23" fmla="*/ 3 h 177"/>
                <a:gd name="T24" fmla="*/ 0 w 19"/>
                <a:gd name="T25" fmla="*/ 7 h 177"/>
                <a:gd name="T26" fmla="*/ 0 w 19"/>
                <a:gd name="T27" fmla="*/ 10 h 177"/>
                <a:gd name="T28" fmla="*/ 0 w 19"/>
                <a:gd name="T29" fmla="*/ 168 h 17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177"/>
                <a:gd name="T47" fmla="*/ 19 w 19"/>
                <a:gd name="T48" fmla="*/ 177 h 17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177">
                  <a:moveTo>
                    <a:pt x="0" y="168"/>
                  </a:moveTo>
                  <a:lnTo>
                    <a:pt x="0" y="171"/>
                  </a:lnTo>
                  <a:lnTo>
                    <a:pt x="4" y="174"/>
                  </a:lnTo>
                  <a:lnTo>
                    <a:pt x="7" y="177"/>
                  </a:lnTo>
                  <a:lnTo>
                    <a:pt x="13" y="177"/>
                  </a:lnTo>
                  <a:lnTo>
                    <a:pt x="16" y="174"/>
                  </a:lnTo>
                  <a:lnTo>
                    <a:pt x="19" y="171"/>
                  </a:lnTo>
                  <a:lnTo>
                    <a:pt x="19" y="7"/>
                  </a:lnTo>
                  <a:lnTo>
                    <a:pt x="16" y="3"/>
                  </a:lnTo>
                  <a:lnTo>
                    <a:pt x="13" y="0"/>
                  </a:lnTo>
                  <a:lnTo>
                    <a:pt x="7" y="0"/>
                  </a:lnTo>
                  <a:lnTo>
                    <a:pt x="4" y="3"/>
                  </a:lnTo>
                  <a:lnTo>
                    <a:pt x="0" y="7"/>
                  </a:lnTo>
                  <a:lnTo>
                    <a:pt x="0" y="10"/>
                  </a:lnTo>
                  <a:lnTo>
                    <a:pt x="0" y="1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195">
              <a:extLst>
                <a:ext uri="{FF2B5EF4-FFF2-40B4-BE49-F238E27FC236}">
                  <a16:creationId xmlns:a16="http://schemas.microsoft.com/office/drawing/2014/main" id="{99E69421-1B03-3E54-3AB8-6A89D4C6A767}"/>
                </a:ext>
              </a:extLst>
            </p:cNvPr>
            <p:cNvSpPr>
              <a:spLocks/>
            </p:cNvSpPr>
            <p:nvPr/>
          </p:nvSpPr>
          <p:spPr bwMode="auto">
            <a:xfrm>
              <a:off x="4258" y="1622"/>
              <a:ext cx="109" cy="107"/>
            </a:xfrm>
            <a:custGeom>
              <a:avLst/>
              <a:gdLst>
                <a:gd name="T0" fmla="*/ 8 w 109"/>
                <a:gd name="T1" fmla="*/ 1 h 107"/>
                <a:gd name="T2" fmla="*/ 6 w 109"/>
                <a:gd name="T3" fmla="*/ 0 h 107"/>
                <a:gd name="T4" fmla="*/ 2 w 109"/>
                <a:gd name="T5" fmla="*/ 0 h 107"/>
                <a:gd name="T6" fmla="*/ 2 w 109"/>
                <a:gd name="T7" fmla="*/ 1 h 107"/>
                <a:gd name="T8" fmla="*/ 0 w 109"/>
                <a:gd name="T9" fmla="*/ 3 h 107"/>
                <a:gd name="T10" fmla="*/ 0 w 109"/>
                <a:gd name="T11" fmla="*/ 8 h 107"/>
                <a:gd name="T12" fmla="*/ 2 w 109"/>
                <a:gd name="T13" fmla="*/ 8 h 107"/>
                <a:gd name="T14" fmla="*/ 101 w 109"/>
                <a:gd name="T15" fmla="*/ 106 h 107"/>
                <a:gd name="T16" fmla="*/ 103 w 109"/>
                <a:gd name="T17" fmla="*/ 107 h 107"/>
                <a:gd name="T18" fmla="*/ 108 w 109"/>
                <a:gd name="T19" fmla="*/ 107 h 107"/>
                <a:gd name="T20" fmla="*/ 108 w 109"/>
                <a:gd name="T21" fmla="*/ 106 h 107"/>
                <a:gd name="T22" fmla="*/ 109 w 109"/>
                <a:gd name="T23" fmla="*/ 104 h 107"/>
                <a:gd name="T24" fmla="*/ 109 w 109"/>
                <a:gd name="T25" fmla="*/ 100 h 107"/>
                <a:gd name="T26" fmla="*/ 108 w 109"/>
                <a:gd name="T27" fmla="*/ 100 h 107"/>
                <a:gd name="T28" fmla="*/ 8 w 109"/>
                <a:gd name="T29" fmla="*/ 1 h 10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07"/>
                <a:gd name="T47" fmla="*/ 109 w 109"/>
                <a:gd name="T48" fmla="*/ 107 h 10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07">
                  <a:moveTo>
                    <a:pt x="8" y="1"/>
                  </a:moveTo>
                  <a:lnTo>
                    <a:pt x="6" y="0"/>
                  </a:lnTo>
                  <a:lnTo>
                    <a:pt x="2" y="0"/>
                  </a:lnTo>
                  <a:lnTo>
                    <a:pt x="2" y="1"/>
                  </a:lnTo>
                  <a:lnTo>
                    <a:pt x="0" y="3"/>
                  </a:lnTo>
                  <a:lnTo>
                    <a:pt x="0" y="8"/>
                  </a:lnTo>
                  <a:lnTo>
                    <a:pt x="2" y="8"/>
                  </a:lnTo>
                  <a:lnTo>
                    <a:pt x="101" y="106"/>
                  </a:lnTo>
                  <a:lnTo>
                    <a:pt x="103" y="107"/>
                  </a:lnTo>
                  <a:lnTo>
                    <a:pt x="108" y="107"/>
                  </a:lnTo>
                  <a:lnTo>
                    <a:pt x="108" y="106"/>
                  </a:lnTo>
                  <a:lnTo>
                    <a:pt x="109" y="104"/>
                  </a:lnTo>
                  <a:lnTo>
                    <a:pt x="109" y="100"/>
                  </a:lnTo>
                  <a:lnTo>
                    <a:pt x="108" y="100"/>
                  </a:lnTo>
                  <a:lnTo>
                    <a:pt x="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Rectangle 196">
              <a:extLst>
                <a:ext uri="{FF2B5EF4-FFF2-40B4-BE49-F238E27FC236}">
                  <a16:creationId xmlns:a16="http://schemas.microsoft.com/office/drawing/2014/main" id="{84E950C2-9996-FC5F-29DD-E5F53FA91CD6}"/>
                </a:ext>
              </a:extLst>
            </p:cNvPr>
            <p:cNvSpPr>
              <a:spLocks noChangeArrowheads="1"/>
            </p:cNvSpPr>
            <p:nvPr/>
          </p:nvSpPr>
          <p:spPr bwMode="auto">
            <a:xfrm>
              <a:off x="4318" y="1530"/>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400">
                  <a:solidFill>
                    <a:srgbClr val="000000"/>
                  </a:solidFill>
                </a:rPr>
                <a:t>n</a:t>
              </a:r>
              <a:endParaRPr lang="en-US" altLang="zh-CN" sz="3200" b="0"/>
            </a:p>
          </p:txBody>
        </p:sp>
        <p:sp>
          <p:nvSpPr>
            <p:cNvPr id="93" name="Freeform 200">
              <a:extLst>
                <a:ext uri="{FF2B5EF4-FFF2-40B4-BE49-F238E27FC236}">
                  <a16:creationId xmlns:a16="http://schemas.microsoft.com/office/drawing/2014/main" id="{E41A9CB4-A641-365F-32A9-9B8E2366D2B4}"/>
                </a:ext>
              </a:extLst>
            </p:cNvPr>
            <p:cNvSpPr>
              <a:spLocks/>
            </p:cNvSpPr>
            <p:nvPr/>
          </p:nvSpPr>
          <p:spPr bwMode="auto">
            <a:xfrm>
              <a:off x="4218" y="3577"/>
              <a:ext cx="109" cy="108"/>
            </a:xfrm>
            <a:custGeom>
              <a:avLst/>
              <a:gdLst>
                <a:gd name="T0" fmla="*/ 8 w 109"/>
                <a:gd name="T1" fmla="*/ 2 h 108"/>
                <a:gd name="T2" fmla="*/ 6 w 109"/>
                <a:gd name="T3" fmla="*/ 0 h 108"/>
                <a:gd name="T4" fmla="*/ 1 w 109"/>
                <a:gd name="T5" fmla="*/ 0 h 108"/>
                <a:gd name="T6" fmla="*/ 1 w 109"/>
                <a:gd name="T7" fmla="*/ 2 h 108"/>
                <a:gd name="T8" fmla="*/ 0 w 109"/>
                <a:gd name="T9" fmla="*/ 3 h 108"/>
                <a:gd name="T10" fmla="*/ 0 w 109"/>
                <a:gd name="T11" fmla="*/ 8 h 108"/>
                <a:gd name="T12" fmla="*/ 1 w 109"/>
                <a:gd name="T13" fmla="*/ 8 h 108"/>
                <a:gd name="T14" fmla="*/ 101 w 109"/>
                <a:gd name="T15" fmla="*/ 106 h 108"/>
                <a:gd name="T16" fmla="*/ 102 w 109"/>
                <a:gd name="T17" fmla="*/ 108 h 108"/>
                <a:gd name="T18" fmla="*/ 107 w 109"/>
                <a:gd name="T19" fmla="*/ 108 h 108"/>
                <a:gd name="T20" fmla="*/ 107 w 109"/>
                <a:gd name="T21" fmla="*/ 106 h 108"/>
                <a:gd name="T22" fmla="*/ 109 w 109"/>
                <a:gd name="T23" fmla="*/ 105 h 108"/>
                <a:gd name="T24" fmla="*/ 109 w 109"/>
                <a:gd name="T25" fmla="*/ 100 h 108"/>
                <a:gd name="T26" fmla="*/ 107 w 109"/>
                <a:gd name="T27" fmla="*/ 100 h 108"/>
                <a:gd name="T28" fmla="*/ 8 w 109"/>
                <a:gd name="T29" fmla="*/ 2 h 10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08"/>
                <a:gd name="T47" fmla="*/ 109 w 109"/>
                <a:gd name="T48" fmla="*/ 108 h 10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08">
                  <a:moveTo>
                    <a:pt x="8" y="2"/>
                  </a:moveTo>
                  <a:lnTo>
                    <a:pt x="6" y="0"/>
                  </a:lnTo>
                  <a:lnTo>
                    <a:pt x="1" y="0"/>
                  </a:lnTo>
                  <a:lnTo>
                    <a:pt x="1" y="2"/>
                  </a:lnTo>
                  <a:lnTo>
                    <a:pt x="0" y="3"/>
                  </a:lnTo>
                  <a:lnTo>
                    <a:pt x="0" y="8"/>
                  </a:lnTo>
                  <a:lnTo>
                    <a:pt x="1" y="8"/>
                  </a:lnTo>
                  <a:lnTo>
                    <a:pt x="101" y="106"/>
                  </a:lnTo>
                  <a:lnTo>
                    <a:pt x="102" y="108"/>
                  </a:lnTo>
                  <a:lnTo>
                    <a:pt x="107" y="108"/>
                  </a:lnTo>
                  <a:lnTo>
                    <a:pt x="107" y="106"/>
                  </a:lnTo>
                  <a:lnTo>
                    <a:pt x="109" y="105"/>
                  </a:lnTo>
                  <a:lnTo>
                    <a:pt x="109" y="100"/>
                  </a:lnTo>
                  <a:lnTo>
                    <a:pt x="107" y="100"/>
                  </a:lnTo>
                  <a:lnTo>
                    <a:pt x="8"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Rectangle 201">
              <a:extLst>
                <a:ext uri="{FF2B5EF4-FFF2-40B4-BE49-F238E27FC236}">
                  <a16:creationId xmlns:a16="http://schemas.microsoft.com/office/drawing/2014/main" id="{BE0E319F-478B-DB03-9AAB-DDD3E4796889}"/>
                </a:ext>
              </a:extLst>
            </p:cNvPr>
            <p:cNvSpPr>
              <a:spLocks noChangeArrowheads="1"/>
            </p:cNvSpPr>
            <p:nvPr/>
          </p:nvSpPr>
          <p:spPr bwMode="auto">
            <a:xfrm>
              <a:off x="4278" y="3473"/>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400">
                  <a:solidFill>
                    <a:srgbClr val="000000"/>
                  </a:solidFill>
                </a:rPr>
                <a:t>n</a:t>
              </a:r>
              <a:endParaRPr lang="en-US" altLang="zh-CN" sz="3200" b="0"/>
            </a:p>
          </p:txBody>
        </p:sp>
        <p:sp>
          <p:nvSpPr>
            <p:cNvPr id="95" name="Rectangle 207">
              <a:extLst>
                <a:ext uri="{FF2B5EF4-FFF2-40B4-BE49-F238E27FC236}">
                  <a16:creationId xmlns:a16="http://schemas.microsoft.com/office/drawing/2014/main" id="{AA36FAFD-1C86-F03D-EDF3-0BF24E9C5A70}"/>
                </a:ext>
              </a:extLst>
            </p:cNvPr>
            <p:cNvSpPr>
              <a:spLocks noChangeArrowheads="1"/>
            </p:cNvSpPr>
            <p:nvPr/>
          </p:nvSpPr>
          <p:spPr bwMode="auto">
            <a:xfrm>
              <a:off x="4299" y="3775"/>
              <a:ext cx="1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E2</a:t>
              </a:r>
              <a:endParaRPr lang="en-US" altLang="zh-CN" sz="3200" b="0"/>
            </a:p>
          </p:txBody>
        </p:sp>
        <p:sp>
          <p:nvSpPr>
            <p:cNvPr id="96" name="Rectangle 208">
              <a:extLst>
                <a:ext uri="{FF2B5EF4-FFF2-40B4-BE49-F238E27FC236}">
                  <a16:creationId xmlns:a16="http://schemas.microsoft.com/office/drawing/2014/main" id="{364FC879-EA08-9CE3-F5BA-285A21FAD111}"/>
                </a:ext>
              </a:extLst>
            </p:cNvPr>
            <p:cNvSpPr>
              <a:spLocks noChangeArrowheads="1"/>
            </p:cNvSpPr>
            <p:nvPr/>
          </p:nvSpPr>
          <p:spPr bwMode="auto">
            <a:xfrm>
              <a:off x="4299" y="2794"/>
              <a:ext cx="1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E1</a:t>
              </a:r>
              <a:endParaRPr lang="en-US" altLang="zh-CN" sz="3200" b="0"/>
            </a:p>
          </p:txBody>
        </p:sp>
        <p:sp>
          <p:nvSpPr>
            <p:cNvPr id="97" name="Rectangle 209">
              <a:extLst>
                <a:ext uri="{FF2B5EF4-FFF2-40B4-BE49-F238E27FC236}">
                  <a16:creationId xmlns:a16="http://schemas.microsoft.com/office/drawing/2014/main" id="{B4767591-826C-CA40-DD45-2A5A013A4F23}"/>
                </a:ext>
              </a:extLst>
            </p:cNvPr>
            <p:cNvSpPr>
              <a:spLocks noChangeArrowheads="1"/>
            </p:cNvSpPr>
            <p:nvPr/>
          </p:nvSpPr>
          <p:spPr bwMode="auto">
            <a:xfrm>
              <a:off x="4299" y="1847"/>
              <a:ext cx="1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E0</a:t>
              </a:r>
              <a:endParaRPr lang="en-US" altLang="zh-CN" sz="3200" b="0"/>
            </a:p>
          </p:txBody>
        </p:sp>
        <p:sp>
          <p:nvSpPr>
            <p:cNvPr id="98" name="Line 222">
              <a:extLst>
                <a:ext uri="{FF2B5EF4-FFF2-40B4-BE49-F238E27FC236}">
                  <a16:creationId xmlns:a16="http://schemas.microsoft.com/office/drawing/2014/main" id="{BE61451F-BB2A-000E-22FA-6A89DC4CACD9}"/>
                </a:ext>
              </a:extLst>
            </p:cNvPr>
            <p:cNvSpPr>
              <a:spLocks noChangeShapeType="1"/>
            </p:cNvSpPr>
            <p:nvPr/>
          </p:nvSpPr>
          <p:spPr bwMode="auto">
            <a:xfrm>
              <a:off x="4127" y="3430"/>
              <a:ext cx="658" cy="0"/>
            </a:xfrm>
            <a:prstGeom prst="line">
              <a:avLst/>
            </a:prstGeom>
            <a:noFill/>
            <a:ln w="28575">
              <a:solidFill>
                <a:schemeClr val="tx1"/>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99" name="Line 223">
              <a:extLst>
                <a:ext uri="{FF2B5EF4-FFF2-40B4-BE49-F238E27FC236}">
                  <a16:creationId xmlns:a16="http://schemas.microsoft.com/office/drawing/2014/main" id="{19034ADF-48AE-51AC-806D-4DB4D1224C5A}"/>
                </a:ext>
              </a:extLst>
            </p:cNvPr>
            <p:cNvSpPr>
              <a:spLocks noChangeShapeType="1"/>
            </p:cNvSpPr>
            <p:nvPr/>
          </p:nvSpPr>
          <p:spPr bwMode="auto">
            <a:xfrm>
              <a:off x="4127" y="2387"/>
              <a:ext cx="658" cy="0"/>
            </a:xfrm>
            <a:prstGeom prst="line">
              <a:avLst/>
            </a:prstGeom>
            <a:noFill/>
            <a:ln w="28575">
              <a:solidFill>
                <a:schemeClr val="tx1"/>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0" name="Line 224">
              <a:extLst>
                <a:ext uri="{FF2B5EF4-FFF2-40B4-BE49-F238E27FC236}">
                  <a16:creationId xmlns:a16="http://schemas.microsoft.com/office/drawing/2014/main" id="{AE6C12D1-C93C-F5F7-41F5-1EF43F89CBF9}"/>
                </a:ext>
              </a:extLst>
            </p:cNvPr>
            <p:cNvSpPr>
              <a:spLocks noChangeShapeType="1"/>
            </p:cNvSpPr>
            <p:nvPr/>
          </p:nvSpPr>
          <p:spPr bwMode="auto">
            <a:xfrm>
              <a:off x="4127" y="1434"/>
              <a:ext cx="658"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1" name="Line 225">
              <a:extLst>
                <a:ext uri="{FF2B5EF4-FFF2-40B4-BE49-F238E27FC236}">
                  <a16:creationId xmlns:a16="http://schemas.microsoft.com/office/drawing/2014/main" id="{19C2C5BE-6951-FA00-412E-922E8694D787}"/>
                </a:ext>
              </a:extLst>
            </p:cNvPr>
            <p:cNvSpPr>
              <a:spLocks noChangeShapeType="1"/>
            </p:cNvSpPr>
            <p:nvPr/>
          </p:nvSpPr>
          <p:spPr bwMode="auto">
            <a:xfrm>
              <a:off x="4581" y="2636"/>
              <a:ext cx="204" cy="0"/>
            </a:xfrm>
            <a:prstGeom prst="line">
              <a:avLst/>
            </a:prstGeom>
            <a:noFill/>
            <a:ln w="2857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02" name="Line 226">
              <a:extLst>
                <a:ext uri="{FF2B5EF4-FFF2-40B4-BE49-F238E27FC236}">
                  <a16:creationId xmlns:a16="http://schemas.microsoft.com/office/drawing/2014/main" id="{ADFD635E-9613-9ED1-3EB8-3C90A7366BBD}"/>
                </a:ext>
              </a:extLst>
            </p:cNvPr>
            <p:cNvSpPr>
              <a:spLocks noChangeShapeType="1"/>
            </p:cNvSpPr>
            <p:nvPr/>
          </p:nvSpPr>
          <p:spPr bwMode="auto">
            <a:xfrm>
              <a:off x="4581" y="3634"/>
              <a:ext cx="204" cy="0"/>
            </a:xfrm>
            <a:prstGeom prst="line">
              <a:avLst/>
            </a:prstGeom>
            <a:noFill/>
            <a:ln w="2857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03" name="Line 227">
              <a:extLst>
                <a:ext uri="{FF2B5EF4-FFF2-40B4-BE49-F238E27FC236}">
                  <a16:creationId xmlns:a16="http://schemas.microsoft.com/office/drawing/2014/main" id="{097F14E4-37AB-DBEA-46AE-7E29182B31C1}"/>
                </a:ext>
              </a:extLst>
            </p:cNvPr>
            <p:cNvSpPr>
              <a:spLocks noChangeShapeType="1"/>
            </p:cNvSpPr>
            <p:nvPr/>
          </p:nvSpPr>
          <p:spPr bwMode="auto">
            <a:xfrm>
              <a:off x="4127" y="3634"/>
              <a:ext cx="295" cy="0"/>
            </a:xfrm>
            <a:prstGeom prst="line">
              <a:avLst/>
            </a:prstGeom>
            <a:noFill/>
            <a:ln w="28575">
              <a:solidFill>
                <a:schemeClr val="tx1"/>
              </a:solidFill>
              <a:round/>
              <a:headEnd type="non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04" name="Line 228">
              <a:extLst>
                <a:ext uri="{FF2B5EF4-FFF2-40B4-BE49-F238E27FC236}">
                  <a16:creationId xmlns:a16="http://schemas.microsoft.com/office/drawing/2014/main" id="{52C45104-B037-5F0C-8062-989567C22688}"/>
                </a:ext>
              </a:extLst>
            </p:cNvPr>
            <p:cNvSpPr>
              <a:spLocks noChangeShapeType="1"/>
            </p:cNvSpPr>
            <p:nvPr/>
          </p:nvSpPr>
          <p:spPr bwMode="auto">
            <a:xfrm>
              <a:off x="4127" y="2636"/>
              <a:ext cx="273" cy="0"/>
            </a:xfrm>
            <a:prstGeom prst="line">
              <a:avLst/>
            </a:prstGeom>
            <a:noFill/>
            <a:ln w="28575">
              <a:solidFill>
                <a:schemeClr val="tx1"/>
              </a:solidFill>
              <a:round/>
              <a:headEnd type="oval" w="med" len="me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05" name="Line 229">
              <a:extLst>
                <a:ext uri="{FF2B5EF4-FFF2-40B4-BE49-F238E27FC236}">
                  <a16:creationId xmlns:a16="http://schemas.microsoft.com/office/drawing/2014/main" id="{BAA19E28-4DDE-30FD-A95D-203346066A73}"/>
                </a:ext>
              </a:extLst>
            </p:cNvPr>
            <p:cNvSpPr>
              <a:spLocks noChangeShapeType="1"/>
            </p:cNvSpPr>
            <p:nvPr/>
          </p:nvSpPr>
          <p:spPr bwMode="auto">
            <a:xfrm>
              <a:off x="4581" y="1684"/>
              <a:ext cx="204" cy="0"/>
            </a:xfrm>
            <a:prstGeom prst="line">
              <a:avLst/>
            </a:prstGeom>
            <a:noFill/>
            <a:ln w="2857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06" name="Line 230">
              <a:extLst>
                <a:ext uri="{FF2B5EF4-FFF2-40B4-BE49-F238E27FC236}">
                  <a16:creationId xmlns:a16="http://schemas.microsoft.com/office/drawing/2014/main" id="{16F542BD-24D9-6D82-048A-48ED3AA74A4F}"/>
                </a:ext>
              </a:extLst>
            </p:cNvPr>
            <p:cNvSpPr>
              <a:spLocks noChangeShapeType="1"/>
            </p:cNvSpPr>
            <p:nvPr/>
          </p:nvSpPr>
          <p:spPr bwMode="auto">
            <a:xfrm>
              <a:off x="4127" y="1684"/>
              <a:ext cx="273" cy="0"/>
            </a:xfrm>
            <a:prstGeom prst="line">
              <a:avLst/>
            </a:prstGeom>
            <a:noFill/>
            <a:ln w="28575">
              <a:solidFill>
                <a:schemeClr val="tx1"/>
              </a:solidFill>
              <a:round/>
              <a:headEnd type="oval" w="med" len="me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07" name="AutoShape 231">
              <a:extLst>
                <a:ext uri="{FF2B5EF4-FFF2-40B4-BE49-F238E27FC236}">
                  <a16:creationId xmlns:a16="http://schemas.microsoft.com/office/drawing/2014/main" id="{B006990D-2493-BC9D-C860-7B07F8D8C62E}"/>
                </a:ext>
              </a:extLst>
            </p:cNvPr>
            <p:cNvSpPr>
              <a:spLocks noChangeArrowheads="1"/>
            </p:cNvSpPr>
            <p:nvPr/>
          </p:nvSpPr>
          <p:spPr bwMode="auto">
            <a:xfrm rot="-5400000">
              <a:off x="4394" y="3537"/>
              <a:ext cx="204" cy="192"/>
            </a:xfrm>
            <a:prstGeom prst="triangle">
              <a:avLst>
                <a:gd name="adj" fmla="val 50000"/>
              </a:avLst>
            </a:prstGeom>
            <a:solidFill>
              <a:schemeClr val="bg1"/>
            </a:solidFill>
            <a:ln w="28575">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08" name="AutoShape 232">
              <a:extLst>
                <a:ext uri="{FF2B5EF4-FFF2-40B4-BE49-F238E27FC236}">
                  <a16:creationId xmlns:a16="http://schemas.microsoft.com/office/drawing/2014/main" id="{24316C92-9786-3FCD-5D5A-B628812359DB}"/>
                </a:ext>
              </a:extLst>
            </p:cNvPr>
            <p:cNvSpPr>
              <a:spLocks noChangeArrowheads="1"/>
            </p:cNvSpPr>
            <p:nvPr/>
          </p:nvSpPr>
          <p:spPr bwMode="auto">
            <a:xfrm rot="-5400000">
              <a:off x="4391" y="2539"/>
              <a:ext cx="204" cy="192"/>
            </a:xfrm>
            <a:prstGeom prst="triangle">
              <a:avLst>
                <a:gd name="adj" fmla="val 50000"/>
              </a:avLst>
            </a:prstGeom>
            <a:solidFill>
              <a:schemeClr val="bg1"/>
            </a:solidFill>
            <a:ln w="28575">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09" name="AutoShape 233">
              <a:extLst>
                <a:ext uri="{FF2B5EF4-FFF2-40B4-BE49-F238E27FC236}">
                  <a16:creationId xmlns:a16="http://schemas.microsoft.com/office/drawing/2014/main" id="{23F39682-851C-C64F-0119-14D65DEF7D30}"/>
                </a:ext>
              </a:extLst>
            </p:cNvPr>
            <p:cNvSpPr>
              <a:spLocks noChangeArrowheads="1"/>
            </p:cNvSpPr>
            <p:nvPr/>
          </p:nvSpPr>
          <p:spPr bwMode="auto">
            <a:xfrm rot="-5400000">
              <a:off x="4394" y="1589"/>
              <a:ext cx="204" cy="192"/>
            </a:xfrm>
            <a:prstGeom prst="triangle">
              <a:avLst>
                <a:gd name="adj" fmla="val 50000"/>
              </a:avLst>
            </a:prstGeom>
            <a:solidFill>
              <a:schemeClr val="bg1"/>
            </a:solidFill>
            <a:ln w="28575">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sp>
        <p:nvSpPr>
          <p:cNvPr id="110" name="Rectangle 234">
            <a:extLst>
              <a:ext uri="{FF2B5EF4-FFF2-40B4-BE49-F238E27FC236}">
                <a16:creationId xmlns:a16="http://schemas.microsoft.com/office/drawing/2014/main" id="{FF7298BC-EF82-C9A6-F36C-D9B9CB0F81E8}"/>
              </a:ext>
            </a:extLst>
          </p:cNvPr>
          <p:cNvSpPr>
            <a:spLocks noChangeArrowheads="1"/>
          </p:cNvSpPr>
          <p:nvPr/>
        </p:nvSpPr>
        <p:spPr bwMode="auto">
          <a:xfrm>
            <a:off x="4856664" y="3429028"/>
            <a:ext cx="2008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lang="en-US" altLang="zh-CN" sz="2400" b="0">
                <a:solidFill>
                  <a:srgbClr val="FF0000"/>
                </a:solidFill>
              </a:rPr>
              <a:t>; E0=0, E2=0</a:t>
            </a:r>
          </a:p>
        </p:txBody>
      </p:sp>
    </p:spTree>
    <p:extLst>
      <p:ext uri="{BB962C8B-B14F-4D97-AF65-F5344CB8AC3E}">
        <p14:creationId xmlns:p14="http://schemas.microsoft.com/office/powerpoint/2010/main" val="735913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61" grpId="0"/>
      <p:bldP spid="62" grpId="0"/>
      <p:bldP spid="1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9896B1-11E7-D538-C70E-88856733C762}"/>
              </a:ext>
            </a:extLst>
          </p:cNvPr>
          <p:cNvSpPr>
            <a:spLocks noGrp="1"/>
          </p:cNvSpPr>
          <p:nvPr>
            <p:ph type="title"/>
          </p:nvPr>
        </p:nvSpPr>
        <p:spPr/>
        <p:txBody>
          <a:bodyPr>
            <a:normAutofit fontScale="90000"/>
          </a:bodyPr>
          <a:lstStyle/>
          <a:p>
            <a:r>
              <a:rPr lang="zh-CN" altLang="en-US" dirty="0"/>
              <a:t>寄存器组</a:t>
            </a:r>
            <a:endParaRPr kumimoji="1" lang="zh-CN" altLang="en-US" dirty="0"/>
          </a:p>
        </p:txBody>
      </p:sp>
      <p:sp>
        <p:nvSpPr>
          <p:cNvPr id="3" name="内容占位符 2">
            <a:extLst>
              <a:ext uri="{FF2B5EF4-FFF2-40B4-BE49-F238E27FC236}">
                <a16:creationId xmlns:a16="http://schemas.microsoft.com/office/drawing/2014/main" id="{BDAE75D5-1CF0-5BC2-B177-0BAC861031D6}"/>
              </a:ext>
            </a:extLst>
          </p:cNvPr>
          <p:cNvSpPr>
            <a:spLocks noGrp="1"/>
          </p:cNvSpPr>
          <p:nvPr>
            <p:ph idx="1"/>
          </p:nvPr>
        </p:nvSpPr>
        <p:spPr/>
        <p:txBody>
          <a:bodyPr/>
          <a:lstStyle/>
          <a:p>
            <a:r>
              <a:rPr lang="zh-CN" altLang="en-US" dirty="0"/>
              <a:t>也称寄存器堆，或者寄存器文件</a:t>
            </a:r>
            <a:r>
              <a:rPr lang="en-US" altLang="zh-CN" dirty="0"/>
              <a:t>(Register File)</a:t>
            </a:r>
          </a:p>
          <a:p>
            <a:r>
              <a:rPr lang="zh-CN" altLang="en-US" dirty="0"/>
              <a:t>例如，有</a:t>
            </a:r>
            <a:r>
              <a:rPr lang="en-US" altLang="zh-CN" dirty="0"/>
              <a:t>3</a:t>
            </a:r>
            <a:r>
              <a:rPr lang="zh-CN" altLang="en-US" dirty="0"/>
              <a:t>个读写端口的</a:t>
            </a:r>
            <a:r>
              <a:rPr lang="en-US" altLang="zh-CN" dirty="0"/>
              <a:t>2</a:t>
            </a:r>
            <a:r>
              <a:rPr lang="en-US" altLang="zh-CN" baseline="40000" dirty="0"/>
              <a:t>m</a:t>
            </a:r>
            <a:r>
              <a:rPr lang="zh-CN" altLang="en-US" dirty="0"/>
              <a:t>个</a:t>
            </a:r>
            <a:r>
              <a:rPr lang="en-US" altLang="zh-CN" dirty="0"/>
              <a:t>n</a:t>
            </a:r>
            <a:r>
              <a:rPr lang="zh-CN" altLang="en-US" dirty="0"/>
              <a:t>位寄存器，其中</a:t>
            </a:r>
          </a:p>
          <a:p>
            <a:pPr lvl="1"/>
            <a:r>
              <a:rPr lang="en-US" altLang="zh-CN" dirty="0"/>
              <a:t>D</a:t>
            </a:r>
            <a:r>
              <a:rPr lang="zh-CN" altLang="en-US" dirty="0"/>
              <a:t>端口供写</a:t>
            </a:r>
            <a:endParaRPr lang="en-US" altLang="zh-CN" dirty="0"/>
          </a:p>
          <a:p>
            <a:pPr lvl="2"/>
            <a:r>
              <a:rPr lang="en-US" altLang="zh-CN" dirty="0"/>
              <a:t>DA</a:t>
            </a:r>
            <a:r>
              <a:rPr lang="zh-CN" altLang="en-US" dirty="0"/>
              <a:t>：寄存器地址</a:t>
            </a:r>
          </a:p>
          <a:p>
            <a:pPr lvl="2"/>
            <a:r>
              <a:rPr lang="en-US" altLang="zh-CN" dirty="0"/>
              <a:t>D</a:t>
            </a:r>
            <a:r>
              <a:rPr lang="zh-CN" altLang="en-US" dirty="0"/>
              <a:t>：写入数据</a:t>
            </a:r>
          </a:p>
          <a:p>
            <a:pPr lvl="2"/>
            <a:r>
              <a:rPr lang="en-US" altLang="zh-CN" dirty="0"/>
              <a:t>WE</a:t>
            </a:r>
            <a:r>
              <a:rPr lang="zh-CN" altLang="en-US" dirty="0"/>
              <a:t>：写使能</a:t>
            </a:r>
          </a:p>
          <a:p>
            <a:pPr lvl="1"/>
            <a:r>
              <a:rPr lang="en-US" altLang="zh-CN" dirty="0"/>
              <a:t>A</a:t>
            </a:r>
            <a:r>
              <a:rPr lang="zh-CN" altLang="en-US" dirty="0"/>
              <a:t>、</a:t>
            </a:r>
            <a:r>
              <a:rPr lang="en-US" altLang="zh-CN" dirty="0"/>
              <a:t>B</a:t>
            </a:r>
            <a:r>
              <a:rPr lang="zh-CN" altLang="en-US" dirty="0"/>
              <a:t>端口供读</a:t>
            </a:r>
            <a:endParaRPr lang="en-US" altLang="zh-CN" dirty="0"/>
          </a:p>
          <a:p>
            <a:pPr lvl="2"/>
            <a:r>
              <a:rPr lang="en-US" altLang="zh-CN" dirty="0"/>
              <a:t>AA</a:t>
            </a:r>
            <a:r>
              <a:rPr lang="zh-CN" altLang="en-US" dirty="0"/>
              <a:t>、</a:t>
            </a:r>
            <a:r>
              <a:rPr lang="en-US" altLang="zh-CN" dirty="0"/>
              <a:t>BA</a:t>
            </a:r>
            <a:r>
              <a:rPr lang="zh-CN" altLang="en-US" dirty="0"/>
              <a:t>：寄存器地址</a:t>
            </a:r>
          </a:p>
          <a:p>
            <a:pPr lvl="2"/>
            <a:r>
              <a:rPr lang="en-US" altLang="zh-CN" dirty="0"/>
              <a:t>A</a:t>
            </a:r>
            <a:r>
              <a:rPr lang="zh-CN" altLang="en-US" dirty="0"/>
              <a:t>、</a:t>
            </a:r>
            <a:r>
              <a:rPr lang="en-US" altLang="zh-CN" dirty="0"/>
              <a:t>B</a:t>
            </a:r>
            <a:r>
              <a:rPr lang="zh-CN" altLang="en-US" dirty="0"/>
              <a:t>：读出数据</a:t>
            </a:r>
          </a:p>
          <a:p>
            <a:endParaRPr kumimoji="1" lang="zh-CN" altLang="en-US" dirty="0"/>
          </a:p>
        </p:txBody>
      </p:sp>
      <p:sp>
        <p:nvSpPr>
          <p:cNvPr id="4" name="页脚占位符 3">
            <a:extLst>
              <a:ext uri="{FF2B5EF4-FFF2-40B4-BE49-F238E27FC236}">
                <a16:creationId xmlns:a16="http://schemas.microsoft.com/office/drawing/2014/main" id="{09C4A73D-779B-7529-DF42-A38913B82D35}"/>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81BAA93C-FAF4-07A0-4EBA-8990CC17F35B}"/>
              </a:ext>
            </a:extLst>
          </p:cNvPr>
          <p:cNvSpPr>
            <a:spLocks noGrp="1"/>
          </p:cNvSpPr>
          <p:nvPr>
            <p:ph type="sldNum" sz="quarter" idx="12"/>
          </p:nvPr>
        </p:nvSpPr>
        <p:spPr/>
        <p:txBody>
          <a:bodyPr/>
          <a:lstStyle/>
          <a:p>
            <a:fld id="{9E260BC5-5BF3-8746-862B-DC45E9CAA88B}" type="slidenum">
              <a:rPr lang="en-US" smtClean="0"/>
              <a:pPr/>
              <a:t>29</a:t>
            </a:fld>
            <a:r>
              <a:rPr lang="en-US" altLang="zh-CN" dirty="0"/>
              <a:t>/34</a:t>
            </a:r>
            <a:endParaRPr lang="en-US" dirty="0"/>
          </a:p>
        </p:txBody>
      </p:sp>
      <p:grpSp>
        <p:nvGrpSpPr>
          <p:cNvPr id="6" name="Group 59">
            <a:extLst>
              <a:ext uri="{FF2B5EF4-FFF2-40B4-BE49-F238E27FC236}">
                <a16:creationId xmlns:a16="http://schemas.microsoft.com/office/drawing/2014/main" id="{95441A8B-9992-2CF2-E556-40C79CCF56F0}"/>
              </a:ext>
            </a:extLst>
          </p:cNvPr>
          <p:cNvGrpSpPr>
            <a:grpSpLocks/>
          </p:cNvGrpSpPr>
          <p:nvPr/>
        </p:nvGrpSpPr>
        <p:grpSpPr bwMode="auto">
          <a:xfrm>
            <a:off x="5822633" y="2082944"/>
            <a:ext cx="2808287" cy="2952750"/>
            <a:chOff x="3175" y="1706"/>
            <a:chExt cx="1769" cy="1860"/>
          </a:xfrm>
        </p:grpSpPr>
        <p:sp>
          <p:nvSpPr>
            <p:cNvPr id="7" name="Text Box 4">
              <a:extLst>
                <a:ext uri="{FF2B5EF4-FFF2-40B4-BE49-F238E27FC236}">
                  <a16:creationId xmlns:a16="http://schemas.microsoft.com/office/drawing/2014/main" id="{36091807-0C00-C723-86F4-F052DC2892FE}"/>
                </a:ext>
              </a:extLst>
            </p:cNvPr>
            <p:cNvSpPr txBox="1">
              <a:spLocks noChangeArrowheads="1"/>
            </p:cNvSpPr>
            <p:nvPr/>
          </p:nvSpPr>
          <p:spPr bwMode="auto">
            <a:xfrm>
              <a:off x="3480" y="2005"/>
              <a:ext cx="1169" cy="126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400" b="0"/>
                <a:t>寄存器组</a:t>
              </a:r>
            </a:p>
            <a:p>
              <a:pPr algn="ctr" eaLnBrk="1" hangingPunct="1">
                <a:spcAft>
                  <a:spcPct val="0"/>
                </a:spcAft>
                <a:buFontTx/>
                <a:buNone/>
              </a:pPr>
              <a:r>
                <a:rPr lang="en-US" altLang="zh-CN" sz="2400" b="0"/>
                <a:t>(2</a:t>
              </a:r>
              <a:r>
                <a:rPr lang="en-US" altLang="zh-CN" sz="2400" b="0" baseline="40000"/>
                <a:t>m</a:t>
              </a:r>
              <a:r>
                <a:rPr lang="en-US" altLang="zh-CN" sz="1800" b="0">
                  <a:latin typeface="Arial" panose="020B0604020202020204" pitchFamily="34" charset="0"/>
                </a:rPr>
                <a:t>×</a:t>
              </a:r>
              <a:r>
                <a:rPr lang="en-US" altLang="zh-CN" sz="2400" b="0"/>
                <a:t>n)</a:t>
              </a:r>
            </a:p>
          </p:txBody>
        </p:sp>
        <p:sp>
          <p:nvSpPr>
            <p:cNvPr id="8" name="Text Box 5">
              <a:extLst>
                <a:ext uri="{FF2B5EF4-FFF2-40B4-BE49-F238E27FC236}">
                  <a16:creationId xmlns:a16="http://schemas.microsoft.com/office/drawing/2014/main" id="{99145F8D-26C0-B7DC-8214-D66F8D358F1E}"/>
                </a:ext>
              </a:extLst>
            </p:cNvPr>
            <p:cNvSpPr txBox="1">
              <a:spLocks noChangeArrowheads="1"/>
            </p:cNvSpPr>
            <p:nvPr/>
          </p:nvSpPr>
          <p:spPr bwMode="auto">
            <a:xfrm>
              <a:off x="3703" y="3022"/>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800" b="0"/>
                <a:t>A</a:t>
              </a:r>
            </a:p>
          </p:txBody>
        </p:sp>
        <p:sp>
          <p:nvSpPr>
            <p:cNvPr id="9" name="Text Box 6">
              <a:extLst>
                <a:ext uri="{FF2B5EF4-FFF2-40B4-BE49-F238E27FC236}">
                  <a16:creationId xmlns:a16="http://schemas.microsoft.com/office/drawing/2014/main" id="{97D17766-D6F9-9503-4C3B-50E9D66D3D49}"/>
                </a:ext>
              </a:extLst>
            </p:cNvPr>
            <p:cNvSpPr txBox="1">
              <a:spLocks noChangeArrowheads="1"/>
            </p:cNvSpPr>
            <p:nvPr/>
          </p:nvSpPr>
          <p:spPr bwMode="auto">
            <a:xfrm>
              <a:off x="4180" y="3022"/>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800" b="0"/>
                <a:t>B</a:t>
              </a:r>
            </a:p>
          </p:txBody>
        </p:sp>
        <p:sp>
          <p:nvSpPr>
            <p:cNvPr id="10" name="Text Box 7">
              <a:extLst>
                <a:ext uri="{FF2B5EF4-FFF2-40B4-BE49-F238E27FC236}">
                  <a16:creationId xmlns:a16="http://schemas.microsoft.com/office/drawing/2014/main" id="{00E4DFAD-F337-BEA9-3F28-0BBA87DCE566}"/>
                </a:ext>
              </a:extLst>
            </p:cNvPr>
            <p:cNvSpPr txBox="1">
              <a:spLocks noChangeArrowheads="1"/>
            </p:cNvSpPr>
            <p:nvPr/>
          </p:nvSpPr>
          <p:spPr bwMode="auto">
            <a:xfrm>
              <a:off x="3972" y="2024"/>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800" b="0"/>
                <a:t>D</a:t>
              </a:r>
            </a:p>
          </p:txBody>
        </p:sp>
        <p:sp>
          <p:nvSpPr>
            <p:cNvPr id="11" name="Text Box 8">
              <a:extLst>
                <a:ext uri="{FF2B5EF4-FFF2-40B4-BE49-F238E27FC236}">
                  <a16:creationId xmlns:a16="http://schemas.microsoft.com/office/drawing/2014/main" id="{92033297-41C5-2FBA-BDF5-0513C5909E99}"/>
                </a:ext>
              </a:extLst>
            </p:cNvPr>
            <p:cNvSpPr txBox="1">
              <a:spLocks noChangeArrowheads="1"/>
            </p:cNvSpPr>
            <p:nvPr/>
          </p:nvSpPr>
          <p:spPr bwMode="auto">
            <a:xfrm>
              <a:off x="3517" y="2223"/>
              <a:ext cx="3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DA</a:t>
              </a:r>
            </a:p>
          </p:txBody>
        </p:sp>
        <p:sp>
          <p:nvSpPr>
            <p:cNvPr id="12" name="Text Box 9">
              <a:extLst>
                <a:ext uri="{FF2B5EF4-FFF2-40B4-BE49-F238E27FC236}">
                  <a16:creationId xmlns:a16="http://schemas.microsoft.com/office/drawing/2014/main" id="{94027EF8-E222-79E3-ACA6-AD0FFBC6C3AA}"/>
                </a:ext>
              </a:extLst>
            </p:cNvPr>
            <p:cNvSpPr txBox="1">
              <a:spLocks noChangeArrowheads="1"/>
            </p:cNvSpPr>
            <p:nvPr/>
          </p:nvSpPr>
          <p:spPr bwMode="auto">
            <a:xfrm>
              <a:off x="3470" y="2814"/>
              <a:ext cx="3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AA</a:t>
              </a:r>
            </a:p>
          </p:txBody>
        </p:sp>
        <p:sp>
          <p:nvSpPr>
            <p:cNvPr id="13" name="Text Box 10">
              <a:extLst>
                <a:ext uri="{FF2B5EF4-FFF2-40B4-BE49-F238E27FC236}">
                  <a16:creationId xmlns:a16="http://schemas.microsoft.com/office/drawing/2014/main" id="{8B3BF1DC-B1FD-A24B-2F23-2DAED05B6643}"/>
                </a:ext>
              </a:extLst>
            </p:cNvPr>
            <p:cNvSpPr txBox="1">
              <a:spLocks noChangeArrowheads="1"/>
            </p:cNvSpPr>
            <p:nvPr/>
          </p:nvSpPr>
          <p:spPr bwMode="auto">
            <a:xfrm>
              <a:off x="4332" y="2814"/>
              <a:ext cx="3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BA</a:t>
              </a:r>
            </a:p>
          </p:txBody>
        </p:sp>
        <p:sp>
          <p:nvSpPr>
            <p:cNvPr id="14" name="Text Box 11">
              <a:extLst>
                <a:ext uri="{FF2B5EF4-FFF2-40B4-BE49-F238E27FC236}">
                  <a16:creationId xmlns:a16="http://schemas.microsoft.com/office/drawing/2014/main" id="{B4C558AE-BAEC-307B-2A14-6AB960AE76F7}"/>
                </a:ext>
              </a:extLst>
            </p:cNvPr>
            <p:cNvSpPr txBox="1">
              <a:spLocks noChangeArrowheads="1"/>
            </p:cNvSpPr>
            <p:nvPr/>
          </p:nvSpPr>
          <p:spPr bwMode="auto">
            <a:xfrm>
              <a:off x="3493" y="2042"/>
              <a:ext cx="3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WE</a:t>
              </a:r>
            </a:p>
          </p:txBody>
        </p:sp>
        <p:sp>
          <p:nvSpPr>
            <p:cNvPr id="15" name="Line 12">
              <a:extLst>
                <a:ext uri="{FF2B5EF4-FFF2-40B4-BE49-F238E27FC236}">
                  <a16:creationId xmlns:a16="http://schemas.microsoft.com/office/drawing/2014/main" id="{899B0F05-72F5-1042-4785-4B3BB370A23A}"/>
                </a:ext>
              </a:extLst>
            </p:cNvPr>
            <p:cNvSpPr>
              <a:spLocks noChangeShapeType="1"/>
            </p:cNvSpPr>
            <p:nvPr/>
          </p:nvSpPr>
          <p:spPr bwMode="auto">
            <a:xfrm>
              <a:off x="4286" y="3271"/>
              <a:ext cx="0" cy="29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Line 13">
              <a:extLst>
                <a:ext uri="{FF2B5EF4-FFF2-40B4-BE49-F238E27FC236}">
                  <a16:creationId xmlns:a16="http://schemas.microsoft.com/office/drawing/2014/main" id="{1950B867-5093-A269-D19D-1C3DC59C5D1D}"/>
                </a:ext>
              </a:extLst>
            </p:cNvPr>
            <p:cNvSpPr>
              <a:spLocks noChangeShapeType="1"/>
            </p:cNvSpPr>
            <p:nvPr/>
          </p:nvSpPr>
          <p:spPr bwMode="auto">
            <a:xfrm flipH="1">
              <a:off x="4244" y="3362"/>
              <a:ext cx="91"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Rectangle 14">
              <a:extLst>
                <a:ext uri="{FF2B5EF4-FFF2-40B4-BE49-F238E27FC236}">
                  <a16:creationId xmlns:a16="http://schemas.microsoft.com/office/drawing/2014/main" id="{DCFBED7E-C471-87CB-6F15-C7BF7CB20C1A}"/>
                </a:ext>
              </a:extLst>
            </p:cNvPr>
            <p:cNvSpPr>
              <a:spLocks noChangeArrowheads="1"/>
            </p:cNvSpPr>
            <p:nvPr/>
          </p:nvSpPr>
          <p:spPr bwMode="auto">
            <a:xfrm>
              <a:off x="4377" y="3332"/>
              <a:ext cx="71"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n</a:t>
              </a:r>
            </a:p>
          </p:txBody>
        </p:sp>
        <p:sp>
          <p:nvSpPr>
            <p:cNvPr id="18" name="Line 15">
              <a:extLst>
                <a:ext uri="{FF2B5EF4-FFF2-40B4-BE49-F238E27FC236}">
                  <a16:creationId xmlns:a16="http://schemas.microsoft.com/office/drawing/2014/main" id="{7F04C67B-FA89-6AD9-4597-7AE1FD0E38F9}"/>
                </a:ext>
              </a:extLst>
            </p:cNvPr>
            <p:cNvSpPr>
              <a:spLocks noChangeShapeType="1"/>
            </p:cNvSpPr>
            <p:nvPr/>
          </p:nvSpPr>
          <p:spPr bwMode="auto">
            <a:xfrm>
              <a:off x="3810" y="3271"/>
              <a:ext cx="0" cy="29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Line 16">
              <a:extLst>
                <a:ext uri="{FF2B5EF4-FFF2-40B4-BE49-F238E27FC236}">
                  <a16:creationId xmlns:a16="http://schemas.microsoft.com/office/drawing/2014/main" id="{1D344BF3-B066-98C2-D023-BEA7BBE84056}"/>
                </a:ext>
              </a:extLst>
            </p:cNvPr>
            <p:cNvSpPr>
              <a:spLocks noChangeShapeType="1"/>
            </p:cNvSpPr>
            <p:nvPr/>
          </p:nvSpPr>
          <p:spPr bwMode="auto">
            <a:xfrm flipH="1">
              <a:off x="3768" y="3362"/>
              <a:ext cx="91"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Rectangle 17">
              <a:extLst>
                <a:ext uri="{FF2B5EF4-FFF2-40B4-BE49-F238E27FC236}">
                  <a16:creationId xmlns:a16="http://schemas.microsoft.com/office/drawing/2014/main" id="{3EF700FB-4B84-AD16-15AB-7282CC53A8B7}"/>
                </a:ext>
              </a:extLst>
            </p:cNvPr>
            <p:cNvSpPr>
              <a:spLocks noChangeArrowheads="1"/>
            </p:cNvSpPr>
            <p:nvPr/>
          </p:nvSpPr>
          <p:spPr bwMode="auto">
            <a:xfrm>
              <a:off x="3901" y="3332"/>
              <a:ext cx="71"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n</a:t>
              </a:r>
            </a:p>
          </p:txBody>
        </p:sp>
        <p:sp>
          <p:nvSpPr>
            <p:cNvPr id="21" name="Line 18">
              <a:extLst>
                <a:ext uri="{FF2B5EF4-FFF2-40B4-BE49-F238E27FC236}">
                  <a16:creationId xmlns:a16="http://schemas.microsoft.com/office/drawing/2014/main" id="{8994CC62-A6AA-2198-593D-1717AEFC1FC9}"/>
                </a:ext>
              </a:extLst>
            </p:cNvPr>
            <p:cNvSpPr>
              <a:spLocks noChangeShapeType="1"/>
            </p:cNvSpPr>
            <p:nvPr/>
          </p:nvSpPr>
          <p:spPr bwMode="auto">
            <a:xfrm>
              <a:off x="4079" y="1706"/>
              <a:ext cx="0" cy="29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Line 19">
              <a:extLst>
                <a:ext uri="{FF2B5EF4-FFF2-40B4-BE49-F238E27FC236}">
                  <a16:creationId xmlns:a16="http://schemas.microsoft.com/office/drawing/2014/main" id="{0276189A-EE70-6E41-4A6D-C7FE3063637F}"/>
                </a:ext>
              </a:extLst>
            </p:cNvPr>
            <p:cNvSpPr>
              <a:spLocks noChangeShapeType="1"/>
            </p:cNvSpPr>
            <p:nvPr/>
          </p:nvSpPr>
          <p:spPr bwMode="auto">
            <a:xfrm flipH="1">
              <a:off x="4037" y="1797"/>
              <a:ext cx="91"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Rectangle 20">
              <a:extLst>
                <a:ext uri="{FF2B5EF4-FFF2-40B4-BE49-F238E27FC236}">
                  <a16:creationId xmlns:a16="http://schemas.microsoft.com/office/drawing/2014/main" id="{663EE525-8C68-A4C0-BE80-874A5587D510}"/>
                </a:ext>
              </a:extLst>
            </p:cNvPr>
            <p:cNvSpPr>
              <a:spLocks noChangeArrowheads="1"/>
            </p:cNvSpPr>
            <p:nvPr/>
          </p:nvSpPr>
          <p:spPr bwMode="auto">
            <a:xfrm>
              <a:off x="4170" y="1767"/>
              <a:ext cx="71"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n</a:t>
              </a:r>
            </a:p>
          </p:txBody>
        </p:sp>
        <p:sp>
          <p:nvSpPr>
            <p:cNvPr id="24" name="Line 21">
              <a:extLst>
                <a:ext uri="{FF2B5EF4-FFF2-40B4-BE49-F238E27FC236}">
                  <a16:creationId xmlns:a16="http://schemas.microsoft.com/office/drawing/2014/main" id="{E13DEFD9-CBBF-54F9-D7A5-47E3D1B4CF3C}"/>
                </a:ext>
              </a:extLst>
            </p:cNvPr>
            <p:cNvSpPr>
              <a:spLocks noChangeShapeType="1"/>
            </p:cNvSpPr>
            <p:nvPr/>
          </p:nvSpPr>
          <p:spPr bwMode="auto">
            <a:xfrm>
              <a:off x="4649" y="2954"/>
              <a:ext cx="295" cy="0"/>
            </a:xfrm>
            <a:prstGeom prst="line">
              <a:avLst/>
            </a:prstGeom>
            <a:noFill/>
            <a:ln w="2857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5" name="Line 22">
              <a:extLst>
                <a:ext uri="{FF2B5EF4-FFF2-40B4-BE49-F238E27FC236}">
                  <a16:creationId xmlns:a16="http://schemas.microsoft.com/office/drawing/2014/main" id="{043063AA-05E1-D71A-C1A9-22C768329037}"/>
                </a:ext>
              </a:extLst>
            </p:cNvPr>
            <p:cNvSpPr>
              <a:spLocks noChangeShapeType="1"/>
            </p:cNvSpPr>
            <p:nvPr/>
          </p:nvSpPr>
          <p:spPr bwMode="auto">
            <a:xfrm flipH="1">
              <a:off x="4792" y="2908"/>
              <a:ext cx="68" cy="9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Rectangle 23">
              <a:extLst>
                <a:ext uri="{FF2B5EF4-FFF2-40B4-BE49-F238E27FC236}">
                  <a16:creationId xmlns:a16="http://schemas.microsoft.com/office/drawing/2014/main" id="{1FEA37C8-2709-8951-8E3F-0C332C947C88}"/>
                </a:ext>
              </a:extLst>
            </p:cNvPr>
            <p:cNvSpPr>
              <a:spLocks noChangeArrowheads="1"/>
            </p:cNvSpPr>
            <p:nvPr/>
          </p:nvSpPr>
          <p:spPr bwMode="auto">
            <a:xfrm>
              <a:off x="4769" y="2750"/>
              <a:ext cx="107"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m</a:t>
              </a:r>
            </a:p>
          </p:txBody>
        </p:sp>
        <p:sp>
          <p:nvSpPr>
            <p:cNvPr id="27" name="Line 24">
              <a:extLst>
                <a:ext uri="{FF2B5EF4-FFF2-40B4-BE49-F238E27FC236}">
                  <a16:creationId xmlns:a16="http://schemas.microsoft.com/office/drawing/2014/main" id="{BF1DD945-300B-F496-3A6C-1C293CAAEDF8}"/>
                </a:ext>
              </a:extLst>
            </p:cNvPr>
            <p:cNvSpPr>
              <a:spLocks noChangeShapeType="1"/>
            </p:cNvSpPr>
            <p:nvPr/>
          </p:nvSpPr>
          <p:spPr bwMode="auto">
            <a:xfrm>
              <a:off x="3175" y="2954"/>
              <a:ext cx="29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8" name="Line 25">
              <a:extLst>
                <a:ext uri="{FF2B5EF4-FFF2-40B4-BE49-F238E27FC236}">
                  <a16:creationId xmlns:a16="http://schemas.microsoft.com/office/drawing/2014/main" id="{99C1BA75-D328-1AE5-31BB-EE9512D643F4}"/>
                </a:ext>
              </a:extLst>
            </p:cNvPr>
            <p:cNvSpPr>
              <a:spLocks noChangeShapeType="1"/>
            </p:cNvSpPr>
            <p:nvPr/>
          </p:nvSpPr>
          <p:spPr bwMode="auto">
            <a:xfrm flipH="1">
              <a:off x="3243" y="2908"/>
              <a:ext cx="68" cy="9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Rectangle 26">
              <a:extLst>
                <a:ext uri="{FF2B5EF4-FFF2-40B4-BE49-F238E27FC236}">
                  <a16:creationId xmlns:a16="http://schemas.microsoft.com/office/drawing/2014/main" id="{0FCCEB56-C270-74CD-3A9C-06AA07FCE02A}"/>
                </a:ext>
              </a:extLst>
            </p:cNvPr>
            <p:cNvSpPr>
              <a:spLocks noChangeArrowheads="1"/>
            </p:cNvSpPr>
            <p:nvPr/>
          </p:nvSpPr>
          <p:spPr bwMode="auto">
            <a:xfrm>
              <a:off x="3220" y="2750"/>
              <a:ext cx="107"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m</a:t>
              </a:r>
            </a:p>
          </p:txBody>
        </p:sp>
        <p:sp>
          <p:nvSpPr>
            <p:cNvPr id="30" name="Line 27">
              <a:extLst>
                <a:ext uri="{FF2B5EF4-FFF2-40B4-BE49-F238E27FC236}">
                  <a16:creationId xmlns:a16="http://schemas.microsoft.com/office/drawing/2014/main" id="{638201FE-06AF-5013-A716-36F134D30870}"/>
                </a:ext>
              </a:extLst>
            </p:cNvPr>
            <p:cNvSpPr>
              <a:spLocks noChangeShapeType="1"/>
            </p:cNvSpPr>
            <p:nvPr/>
          </p:nvSpPr>
          <p:spPr bwMode="auto">
            <a:xfrm>
              <a:off x="3198" y="2340"/>
              <a:ext cx="29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 name="Line 28">
              <a:extLst>
                <a:ext uri="{FF2B5EF4-FFF2-40B4-BE49-F238E27FC236}">
                  <a16:creationId xmlns:a16="http://schemas.microsoft.com/office/drawing/2014/main" id="{D2484C54-1E00-10E7-6B59-775D31044CF2}"/>
                </a:ext>
              </a:extLst>
            </p:cNvPr>
            <p:cNvSpPr>
              <a:spLocks noChangeShapeType="1"/>
            </p:cNvSpPr>
            <p:nvPr/>
          </p:nvSpPr>
          <p:spPr bwMode="auto">
            <a:xfrm flipH="1">
              <a:off x="3266" y="2294"/>
              <a:ext cx="68" cy="9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Rectangle 29">
              <a:extLst>
                <a:ext uri="{FF2B5EF4-FFF2-40B4-BE49-F238E27FC236}">
                  <a16:creationId xmlns:a16="http://schemas.microsoft.com/office/drawing/2014/main" id="{9C39B899-3A1D-6A81-0412-53A84D86A3C6}"/>
                </a:ext>
              </a:extLst>
            </p:cNvPr>
            <p:cNvSpPr>
              <a:spLocks noChangeArrowheads="1"/>
            </p:cNvSpPr>
            <p:nvPr/>
          </p:nvSpPr>
          <p:spPr bwMode="auto">
            <a:xfrm>
              <a:off x="3243" y="2383"/>
              <a:ext cx="107"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m</a:t>
              </a:r>
            </a:p>
          </p:txBody>
        </p:sp>
        <p:sp>
          <p:nvSpPr>
            <p:cNvPr id="33" name="Line 30">
              <a:extLst>
                <a:ext uri="{FF2B5EF4-FFF2-40B4-BE49-F238E27FC236}">
                  <a16:creationId xmlns:a16="http://schemas.microsoft.com/office/drawing/2014/main" id="{CC5C9D06-93AD-11CA-6F1C-6E2D70C42A8C}"/>
                </a:ext>
              </a:extLst>
            </p:cNvPr>
            <p:cNvSpPr>
              <a:spLocks noChangeShapeType="1"/>
            </p:cNvSpPr>
            <p:nvPr/>
          </p:nvSpPr>
          <p:spPr bwMode="auto">
            <a:xfrm>
              <a:off x="3198" y="2160"/>
              <a:ext cx="29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25810456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F0A197-0263-2A98-DACF-DE761F191C1D}"/>
              </a:ext>
            </a:extLst>
          </p:cNvPr>
          <p:cNvSpPr>
            <a:spLocks noGrp="1"/>
          </p:cNvSpPr>
          <p:nvPr>
            <p:ph type="title"/>
          </p:nvPr>
        </p:nvSpPr>
        <p:spPr/>
        <p:txBody>
          <a:bodyPr>
            <a:normAutofit fontScale="90000"/>
          </a:bodyPr>
          <a:lstStyle/>
          <a:p>
            <a:r>
              <a:rPr lang="zh-CN" altLang="en-US" dirty="0"/>
              <a:t>寄存器组的</a:t>
            </a:r>
            <a:r>
              <a:rPr lang="en-US" altLang="zh-CN" dirty="0"/>
              <a:t>MUX</a:t>
            </a:r>
            <a:r>
              <a:rPr lang="zh-CN" altLang="en-US" dirty="0"/>
              <a:t>实现</a:t>
            </a:r>
            <a:endParaRPr kumimoji="1" lang="zh-CN" altLang="en-US" dirty="0"/>
          </a:p>
        </p:txBody>
      </p:sp>
      <p:sp>
        <p:nvSpPr>
          <p:cNvPr id="4" name="页脚占位符 3">
            <a:extLst>
              <a:ext uri="{FF2B5EF4-FFF2-40B4-BE49-F238E27FC236}">
                <a16:creationId xmlns:a16="http://schemas.microsoft.com/office/drawing/2014/main" id="{D1F7C4DF-EE00-B471-E55A-4F3B3AFB7EF8}"/>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74087EA6-3CE0-1FD2-461F-607F2924DD60}"/>
              </a:ext>
            </a:extLst>
          </p:cNvPr>
          <p:cNvSpPr>
            <a:spLocks noGrp="1"/>
          </p:cNvSpPr>
          <p:nvPr>
            <p:ph type="sldNum" sz="quarter" idx="12"/>
          </p:nvPr>
        </p:nvSpPr>
        <p:spPr/>
        <p:txBody>
          <a:bodyPr/>
          <a:lstStyle/>
          <a:p>
            <a:fld id="{9E260BC5-5BF3-8746-862B-DC45E9CAA88B}" type="slidenum">
              <a:rPr lang="en-US" smtClean="0"/>
              <a:pPr/>
              <a:t>30</a:t>
            </a:fld>
            <a:r>
              <a:rPr lang="en-US" altLang="zh-CN" dirty="0"/>
              <a:t>/34</a:t>
            </a:r>
            <a:endParaRPr lang="en-US" dirty="0"/>
          </a:p>
        </p:txBody>
      </p:sp>
      <p:sp>
        <p:nvSpPr>
          <p:cNvPr id="6" name="Line 71">
            <a:extLst>
              <a:ext uri="{FF2B5EF4-FFF2-40B4-BE49-F238E27FC236}">
                <a16:creationId xmlns:a16="http://schemas.microsoft.com/office/drawing/2014/main" id="{D326BE57-418C-AD29-E005-271DCD2A46D9}"/>
              </a:ext>
            </a:extLst>
          </p:cNvPr>
          <p:cNvSpPr>
            <a:spLocks noChangeShapeType="1"/>
          </p:cNvSpPr>
          <p:nvPr/>
        </p:nvSpPr>
        <p:spPr bwMode="auto">
          <a:xfrm>
            <a:off x="4683919" y="4954001"/>
            <a:ext cx="266382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 name="Text Box 8">
            <a:extLst>
              <a:ext uri="{FF2B5EF4-FFF2-40B4-BE49-F238E27FC236}">
                <a16:creationId xmlns:a16="http://schemas.microsoft.com/office/drawing/2014/main" id="{5C96DD14-0BB6-085C-98F6-0D294283F90E}"/>
              </a:ext>
            </a:extLst>
          </p:cNvPr>
          <p:cNvSpPr txBox="1">
            <a:spLocks noChangeArrowheads="1"/>
          </p:cNvSpPr>
          <p:nvPr/>
        </p:nvSpPr>
        <p:spPr bwMode="auto">
          <a:xfrm>
            <a:off x="5998369" y="1820276"/>
            <a:ext cx="641350" cy="10382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360000" t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Aft>
                <a:spcPct val="0"/>
              </a:spcAft>
              <a:buFontTx/>
              <a:buNone/>
            </a:pPr>
            <a:r>
              <a:rPr lang="en-US" altLang="zh-CN" sz="1800" b="0"/>
              <a:t>M</a:t>
            </a:r>
          </a:p>
          <a:p>
            <a:pPr algn="ctr" eaLnBrk="1" hangingPunct="1">
              <a:lnSpc>
                <a:spcPct val="90000"/>
              </a:lnSpc>
              <a:spcAft>
                <a:spcPct val="0"/>
              </a:spcAft>
              <a:buFontTx/>
              <a:buNone/>
            </a:pPr>
            <a:r>
              <a:rPr lang="en-US" altLang="zh-CN" sz="1800" b="0"/>
              <a:t>U</a:t>
            </a:r>
          </a:p>
          <a:p>
            <a:pPr algn="ctr" eaLnBrk="1" hangingPunct="1">
              <a:lnSpc>
                <a:spcPct val="90000"/>
              </a:lnSpc>
              <a:spcAft>
                <a:spcPct val="0"/>
              </a:spcAft>
              <a:buFontTx/>
              <a:buNone/>
            </a:pPr>
            <a:r>
              <a:rPr lang="en-US" altLang="zh-CN" sz="1800" b="0"/>
              <a:t>X</a:t>
            </a:r>
          </a:p>
        </p:txBody>
      </p:sp>
      <p:sp>
        <p:nvSpPr>
          <p:cNvPr id="8" name="Text Box 10">
            <a:extLst>
              <a:ext uri="{FF2B5EF4-FFF2-40B4-BE49-F238E27FC236}">
                <a16:creationId xmlns:a16="http://schemas.microsoft.com/office/drawing/2014/main" id="{99D98C6E-3DFC-903E-4E30-5727CD60B584}"/>
              </a:ext>
            </a:extLst>
          </p:cNvPr>
          <p:cNvSpPr txBox="1">
            <a:spLocks noChangeArrowheads="1"/>
          </p:cNvSpPr>
          <p:nvPr/>
        </p:nvSpPr>
        <p:spPr bwMode="auto">
          <a:xfrm>
            <a:off x="6076156" y="1888539"/>
            <a:ext cx="114300"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Aft>
                <a:spcPct val="0"/>
              </a:spcAft>
              <a:buFontTx/>
              <a:buNone/>
            </a:pPr>
            <a:r>
              <a:rPr lang="en-US" altLang="zh-CN" sz="1800" b="0"/>
              <a:t>0</a:t>
            </a:r>
          </a:p>
          <a:p>
            <a:pPr eaLnBrk="1" hangingPunct="1">
              <a:lnSpc>
                <a:spcPct val="85000"/>
              </a:lnSpc>
              <a:spcAft>
                <a:spcPct val="0"/>
              </a:spcAft>
              <a:buFontTx/>
              <a:buNone/>
            </a:pPr>
            <a:r>
              <a:rPr lang="en-US" altLang="zh-CN" sz="1800" b="0"/>
              <a:t>1</a:t>
            </a:r>
          </a:p>
          <a:p>
            <a:pPr eaLnBrk="1" hangingPunct="1">
              <a:lnSpc>
                <a:spcPct val="85000"/>
              </a:lnSpc>
              <a:spcAft>
                <a:spcPct val="0"/>
              </a:spcAft>
              <a:buFontTx/>
              <a:buNone/>
            </a:pPr>
            <a:r>
              <a:rPr lang="en-US" altLang="zh-CN" sz="1800" b="0"/>
              <a:t>2</a:t>
            </a:r>
          </a:p>
          <a:p>
            <a:pPr eaLnBrk="1" hangingPunct="1">
              <a:lnSpc>
                <a:spcPct val="85000"/>
              </a:lnSpc>
              <a:spcAft>
                <a:spcPct val="0"/>
              </a:spcAft>
              <a:buFontTx/>
              <a:buNone/>
            </a:pPr>
            <a:r>
              <a:rPr lang="en-US" altLang="zh-CN" sz="1800" b="0"/>
              <a:t>3</a:t>
            </a:r>
          </a:p>
        </p:txBody>
      </p:sp>
      <p:sp>
        <p:nvSpPr>
          <p:cNvPr id="9" name="Line 11">
            <a:extLst>
              <a:ext uri="{FF2B5EF4-FFF2-40B4-BE49-F238E27FC236}">
                <a16:creationId xmlns:a16="http://schemas.microsoft.com/office/drawing/2014/main" id="{5C1BF136-BEA1-E86A-268E-7215D6916429}"/>
              </a:ext>
            </a:extLst>
          </p:cNvPr>
          <p:cNvSpPr>
            <a:spLocks noChangeShapeType="1"/>
          </p:cNvSpPr>
          <p:nvPr/>
        </p:nvSpPr>
        <p:spPr bwMode="auto">
          <a:xfrm>
            <a:off x="6322219" y="993189"/>
            <a:ext cx="0" cy="827087"/>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 name="Line 12">
            <a:extLst>
              <a:ext uri="{FF2B5EF4-FFF2-40B4-BE49-F238E27FC236}">
                <a16:creationId xmlns:a16="http://schemas.microsoft.com/office/drawing/2014/main" id="{B541910C-A4AB-EE90-775C-2FECD2F463F4}"/>
              </a:ext>
            </a:extLst>
          </p:cNvPr>
          <p:cNvSpPr>
            <a:spLocks noChangeShapeType="1"/>
          </p:cNvSpPr>
          <p:nvPr/>
        </p:nvSpPr>
        <p:spPr bwMode="auto">
          <a:xfrm>
            <a:off x="4683919" y="2036176"/>
            <a:ext cx="1331912"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 name="Line 13">
            <a:extLst>
              <a:ext uri="{FF2B5EF4-FFF2-40B4-BE49-F238E27FC236}">
                <a16:creationId xmlns:a16="http://schemas.microsoft.com/office/drawing/2014/main" id="{A9AC2952-A0EC-DBAC-3EA3-6A6B5D4E4841}"/>
              </a:ext>
            </a:extLst>
          </p:cNvPr>
          <p:cNvSpPr>
            <a:spLocks noChangeShapeType="1"/>
          </p:cNvSpPr>
          <p:nvPr/>
        </p:nvSpPr>
        <p:spPr bwMode="auto">
          <a:xfrm>
            <a:off x="5493544" y="2253664"/>
            <a:ext cx="50482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2" name="Line 14">
            <a:extLst>
              <a:ext uri="{FF2B5EF4-FFF2-40B4-BE49-F238E27FC236}">
                <a16:creationId xmlns:a16="http://schemas.microsoft.com/office/drawing/2014/main" id="{67F7D554-7B3F-B63B-D7DA-5781E56A3AD7}"/>
              </a:ext>
            </a:extLst>
          </p:cNvPr>
          <p:cNvSpPr>
            <a:spLocks noChangeShapeType="1"/>
          </p:cNvSpPr>
          <p:nvPr/>
        </p:nvSpPr>
        <p:spPr bwMode="auto">
          <a:xfrm>
            <a:off x="5312569" y="2469564"/>
            <a:ext cx="685800"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3" name="Line 15">
            <a:extLst>
              <a:ext uri="{FF2B5EF4-FFF2-40B4-BE49-F238E27FC236}">
                <a16:creationId xmlns:a16="http://schemas.microsoft.com/office/drawing/2014/main" id="{DC44188C-F162-8F27-9081-595610BB0984}"/>
              </a:ext>
            </a:extLst>
          </p:cNvPr>
          <p:cNvSpPr>
            <a:spLocks noChangeShapeType="1"/>
          </p:cNvSpPr>
          <p:nvPr/>
        </p:nvSpPr>
        <p:spPr bwMode="auto">
          <a:xfrm>
            <a:off x="5133181" y="2685464"/>
            <a:ext cx="865188"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4" name="Line 16">
            <a:extLst>
              <a:ext uri="{FF2B5EF4-FFF2-40B4-BE49-F238E27FC236}">
                <a16:creationId xmlns:a16="http://schemas.microsoft.com/office/drawing/2014/main" id="{38B3089A-1B3C-752C-3B2D-21A903A24CD0}"/>
              </a:ext>
            </a:extLst>
          </p:cNvPr>
          <p:cNvSpPr>
            <a:spLocks noChangeShapeType="1"/>
          </p:cNvSpPr>
          <p:nvPr/>
        </p:nvSpPr>
        <p:spPr bwMode="auto">
          <a:xfrm>
            <a:off x="6646069" y="2325101"/>
            <a:ext cx="287337" cy="0"/>
          </a:xfrm>
          <a:prstGeom prst="line">
            <a:avLst/>
          </a:prstGeom>
          <a:noFill/>
          <a:ln w="28575">
            <a:solidFill>
              <a:schemeClr val="tx1"/>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5" name="Line 18">
            <a:extLst>
              <a:ext uri="{FF2B5EF4-FFF2-40B4-BE49-F238E27FC236}">
                <a16:creationId xmlns:a16="http://schemas.microsoft.com/office/drawing/2014/main" id="{FCA2B10B-19AF-6228-99BD-5F2E7F3AB2D8}"/>
              </a:ext>
            </a:extLst>
          </p:cNvPr>
          <p:cNvSpPr>
            <a:spLocks noChangeShapeType="1"/>
          </p:cNvSpPr>
          <p:nvPr/>
        </p:nvSpPr>
        <p:spPr bwMode="auto">
          <a:xfrm flipH="1">
            <a:off x="6931819" y="2325101"/>
            <a:ext cx="3175" cy="370840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 name="Text Box 19">
            <a:extLst>
              <a:ext uri="{FF2B5EF4-FFF2-40B4-BE49-F238E27FC236}">
                <a16:creationId xmlns:a16="http://schemas.microsoft.com/office/drawing/2014/main" id="{CE5B848D-29AC-FDCD-60FE-662FA12D3568}"/>
              </a:ext>
            </a:extLst>
          </p:cNvPr>
          <p:cNvSpPr txBox="1">
            <a:spLocks noChangeArrowheads="1"/>
          </p:cNvSpPr>
          <p:nvPr/>
        </p:nvSpPr>
        <p:spPr bwMode="auto">
          <a:xfrm>
            <a:off x="4071144" y="1677401"/>
            <a:ext cx="611187" cy="7207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lnSpc>
                <a:spcPct val="90000"/>
              </a:lnSpc>
              <a:spcAft>
                <a:spcPct val="0"/>
              </a:spcAft>
              <a:buFontTx/>
              <a:buNone/>
            </a:pPr>
            <a:r>
              <a:rPr lang="en-US" altLang="zh-CN" sz="1800" b="0"/>
              <a:t>    R0</a:t>
            </a:r>
          </a:p>
        </p:txBody>
      </p:sp>
      <p:sp>
        <p:nvSpPr>
          <p:cNvPr id="17" name="Line 20">
            <a:extLst>
              <a:ext uri="{FF2B5EF4-FFF2-40B4-BE49-F238E27FC236}">
                <a16:creationId xmlns:a16="http://schemas.microsoft.com/office/drawing/2014/main" id="{9644BB57-FF46-1D6D-F917-E50B332E5C51}"/>
              </a:ext>
            </a:extLst>
          </p:cNvPr>
          <p:cNvSpPr>
            <a:spLocks noChangeShapeType="1"/>
          </p:cNvSpPr>
          <p:nvPr/>
        </p:nvSpPr>
        <p:spPr bwMode="auto">
          <a:xfrm>
            <a:off x="2775744" y="2217151"/>
            <a:ext cx="1296987"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8" name="Line 21">
            <a:extLst>
              <a:ext uri="{FF2B5EF4-FFF2-40B4-BE49-F238E27FC236}">
                <a16:creationId xmlns:a16="http://schemas.microsoft.com/office/drawing/2014/main" id="{BC824CE9-2328-4C6A-9E9F-C40A11FC0D22}"/>
              </a:ext>
            </a:extLst>
          </p:cNvPr>
          <p:cNvSpPr>
            <a:spLocks noChangeShapeType="1"/>
          </p:cNvSpPr>
          <p:nvPr/>
        </p:nvSpPr>
        <p:spPr bwMode="auto">
          <a:xfrm>
            <a:off x="3675856" y="1856789"/>
            <a:ext cx="396875" cy="0"/>
          </a:xfrm>
          <a:prstGeom prst="line">
            <a:avLst/>
          </a:prstGeom>
          <a:noFill/>
          <a:ln w="28575">
            <a:solidFill>
              <a:schemeClr val="tx1"/>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9" name="Text Box 23">
            <a:extLst>
              <a:ext uri="{FF2B5EF4-FFF2-40B4-BE49-F238E27FC236}">
                <a16:creationId xmlns:a16="http://schemas.microsoft.com/office/drawing/2014/main" id="{1AB50694-68A2-CC71-E69C-35FCF5E423BF}"/>
              </a:ext>
            </a:extLst>
          </p:cNvPr>
          <p:cNvSpPr txBox="1">
            <a:spLocks noChangeArrowheads="1"/>
          </p:cNvSpPr>
          <p:nvPr/>
        </p:nvSpPr>
        <p:spPr bwMode="auto">
          <a:xfrm>
            <a:off x="4123531" y="1748839"/>
            <a:ext cx="165100"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Aft>
                <a:spcPct val="0"/>
              </a:spcAft>
              <a:buFontTx/>
              <a:buNone/>
            </a:pPr>
            <a:r>
              <a:rPr lang="en-US" altLang="zh-CN" sz="1800" b="0"/>
              <a:t>D</a:t>
            </a:r>
          </a:p>
        </p:txBody>
      </p:sp>
      <p:sp>
        <p:nvSpPr>
          <p:cNvPr id="20" name="Text Box 24">
            <a:extLst>
              <a:ext uri="{FF2B5EF4-FFF2-40B4-BE49-F238E27FC236}">
                <a16:creationId xmlns:a16="http://schemas.microsoft.com/office/drawing/2014/main" id="{FFD4329F-0537-E4BA-0A2A-1AEAA568C791}"/>
              </a:ext>
            </a:extLst>
          </p:cNvPr>
          <p:cNvSpPr txBox="1">
            <a:spLocks noChangeArrowheads="1"/>
          </p:cNvSpPr>
          <p:nvPr/>
        </p:nvSpPr>
        <p:spPr bwMode="auto">
          <a:xfrm>
            <a:off x="4144169" y="2109201"/>
            <a:ext cx="139700"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Aft>
                <a:spcPct val="0"/>
              </a:spcAft>
              <a:buFontTx/>
              <a:buNone/>
            </a:pPr>
            <a:r>
              <a:rPr lang="en-US" altLang="zh-CN" sz="1800" b="0"/>
              <a:t>E</a:t>
            </a:r>
          </a:p>
        </p:txBody>
      </p:sp>
      <p:sp>
        <p:nvSpPr>
          <p:cNvPr id="21" name="Line 35">
            <a:extLst>
              <a:ext uri="{FF2B5EF4-FFF2-40B4-BE49-F238E27FC236}">
                <a16:creationId xmlns:a16="http://schemas.microsoft.com/office/drawing/2014/main" id="{E366B69F-C66F-E0F7-B304-2CE22937A6D4}"/>
              </a:ext>
            </a:extLst>
          </p:cNvPr>
          <p:cNvSpPr>
            <a:spLocks noChangeShapeType="1"/>
          </p:cNvSpPr>
          <p:nvPr/>
        </p:nvSpPr>
        <p:spPr bwMode="auto">
          <a:xfrm>
            <a:off x="3675856" y="993189"/>
            <a:ext cx="0" cy="37798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Text Box 36">
            <a:extLst>
              <a:ext uri="{FF2B5EF4-FFF2-40B4-BE49-F238E27FC236}">
                <a16:creationId xmlns:a16="http://schemas.microsoft.com/office/drawing/2014/main" id="{D56E12FF-5BE3-4E8A-7C81-07058825312D}"/>
              </a:ext>
            </a:extLst>
          </p:cNvPr>
          <p:cNvSpPr txBox="1">
            <a:spLocks noChangeArrowheads="1"/>
          </p:cNvSpPr>
          <p:nvPr/>
        </p:nvSpPr>
        <p:spPr bwMode="auto">
          <a:xfrm>
            <a:off x="4071144" y="2648951"/>
            <a:ext cx="611187" cy="7207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lnSpc>
                <a:spcPct val="90000"/>
              </a:lnSpc>
              <a:spcAft>
                <a:spcPct val="0"/>
              </a:spcAft>
              <a:buFontTx/>
              <a:buNone/>
            </a:pPr>
            <a:r>
              <a:rPr lang="en-US" altLang="zh-CN" sz="1800" b="0"/>
              <a:t>    R1</a:t>
            </a:r>
          </a:p>
        </p:txBody>
      </p:sp>
      <p:sp>
        <p:nvSpPr>
          <p:cNvPr id="23" name="Line 37">
            <a:extLst>
              <a:ext uri="{FF2B5EF4-FFF2-40B4-BE49-F238E27FC236}">
                <a16:creationId xmlns:a16="http://schemas.microsoft.com/office/drawing/2014/main" id="{6CBDF3B0-583F-0DE2-89F5-4BE24CDE393D}"/>
              </a:ext>
            </a:extLst>
          </p:cNvPr>
          <p:cNvSpPr>
            <a:spLocks noChangeShapeType="1"/>
          </p:cNvSpPr>
          <p:nvPr/>
        </p:nvSpPr>
        <p:spPr bwMode="auto">
          <a:xfrm>
            <a:off x="3423444" y="3188701"/>
            <a:ext cx="649287"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4" name="Line 38">
            <a:extLst>
              <a:ext uri="{FF2B5EF4-FFF2-40B4-BE49-F238E27FC236}">
                <a16:creationId xmlns:a16="http://schemas.microsoft.com/office/drawing/2014/main" id="{63D75475-82D7-BE5E-DEC1-057069DF0199}"/>
              </a:ext>
            </a:extLst>
          </p:cNvPr>
          <p:cNvSpPr>
            <a:spLocks noChangeShapeType="1"/>
          </p:cNvSpPr>
          <p:nvPr/>
        </p:nvSpPr>
        <p:spPr bwMode="auto">
          <a:xfrm>
            <a:off x="3675856" y="2828339"/>
            <a:ext cx="396875" cy="0"/>
          </a:xfrm>
          <a:prstGeom prst="line">
            <a:avLst/>
          </a:prstGeom>
          <a:noFill/>
          <a:ln w="28575">
            <a:solidFill>
              <a:schemeClr val="tx1"/>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5" name="Line 39">
            <a:extLst>
              <a:ext uri="{FF2B5EF4-FFF2-40B4-BE49-F238E27FC236}">
                <a16:creationId xmlns:a16="http://schemas.microsoft.com/office/drawing/2014/main" id="{C6833441-91ED-BCE4-2A4A-688930D63D5E}"/>
              </a:ext>
            </a:extLst>
          </p:cNvPr>
          <p:cNvSpPr>
            <a:spLocks noChangeShapeType="1"/>
          </p:cNvSpPr>
          <p:nvPr/>
        </p:nvSpPr>
        <p:spPr bwMode="auto">
          <a:xfrm>
            <a:off x="4682331" y="3007726"/>
            <a:ext cx="793750" cy="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26" name="Text Box 40">
            <a:extLst>
              <a:ext uri="{FF2B5EF4-FFF2-40B4-BE49-F238E27FC236}">
                <a16:creationId xmlns:a16="http://schemas.microsoft.com/office/drawing/2014/main" id="{25A7A14F-4D06-8B88-34EA-91B569E8FB2C}"/>
              </a:ext>
            </a:extLst>
          </p:cNvPr>
          <p:cNvSpPr txBox="1">
            <a:spLocks noChangeArrowheads="1"/>
          </p:cNvSpPr>
          <p:nvPr/>
        </p:nvSpPr>
        <p:spPr bwMode="auto">
          <a:xfrm>
            <a:off x="4123531" y="2720389"/>
            <a:ext cx="165100"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Aft>
                <a:spcPct val="0"/>
              </a:spcAft>
              <a:buFontTx/>
              <a:buNone/>
            </a:pPr>
            <a:r>
              <a:rPr lang="en-US" altLang="zh-CN" sz="1800" b="0"/>
              <a:t>D</a:t>
            </a:r>
          </a:p>
        </p:txBody>
      </p:sp>
      <p:sp>
        <p:nvSpPr>
          <p:cNvPr id="27" name="Text Box 41">
            <a:extLst>
              <a:ext uri="{FF2B5EF4-FFF2-40B4-BE49-F238E27FC236}">
                <a16:creationId xmlns:a16="http://schemas.microsoft.com/office/drawing/2014/main" id="{2F91AB21-0168-C73E-5EE1-49C3DFCBE0E5}"/>
              </a:ext>
            </a:extLst>
          </p:cNvPr>
          <p:cNvSpPr txBox="1">
            <a:spLocks noChangeArrowheads="1"/>
          </p:cNvSpPr>
          <p:nvPr/>
        </p:nvSpPr>
        <p:spPr bwMode="auto">
          <a:xfrm>
            <a:off x="4144169" y="3080751"/>
            <a:ext cx="139700"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Aft>
                <a:spcPct val="0"/>
              </a:spcAft>
              <a:buFontTx/>
              <a:buNone/>
            </a:pPr>
            <a:r>
              <a:rPr lang="en-US" altLang="zh-CN" sz="1800" b="0"/>
              <a:t>E</a:t>
            </a:r>
          </a:p>
        </p:txBody>
      </p:sp>
      <p:sp>
        <p:nvSpPr>
          <p:cNvPr id="28" name="Text Box 47">
            <a:extLst>
              <a:ext uri="{FF2B5EF4-FFF2-40B4-BE49-F238E27FC236}">
                <a16:creationId xmlns:a16="http://schemas.microsoft.com/office/drawing/2014/main" id="{454B53F3-6D96-19FE-6614-67E4E8C4A395}"/>
              </a:ext>
            </a:extLst>
          </p:cNvPr>
          <p:cNvSpPr txBox="1">
            <a:spLocks noChangeArrowheads="1"/>
          </p:cNvSpPr>
          <p:nvPr/>
        </p:nvSpPr>
        <p:spPr bwMode="auto">
          <a:xfrm>
            <a:off x="4071144" y="3622089"/>
            <a:ext cx="611187" cy="7207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lnSpc>
                <a:spcPct val="90000"/>
              </a:lnSpc>
              <a:spcAft>
                <a:spcPct val="0"/>
              </a:spcAft>
              <a:buFontTx/>
              <a:buNone/>
            </a:pPr>
            <a:r>
              <a:rPr lang="en-US" altLang="zh-CN" sz="1800" b="0"/>
              <a:t>    R2</a:t>
            </a:r>
          </a:p>
        </p:txBody>
      </p:sp>
      <p:sp>
        <p:nvSpPr>
          <p:cNvPr id="29" name="Line 48">
            <a:extLst>
              <a:ext uri="{FF2B5EF4-FFF2-40B4-BE49-F238E27FC236}">
                <a16:creationId xmlns:a16="http://schemas.microsoft.com/office/drawing/2014/main" id="{FC751075-7B69-ACB9-B63C-C5D47DFDC9F6}"/>
              </a:ext>
            </a:extLst>
          </p:cNvPr>
          <p:cNvSpPr>
            <a:spLocks noChangeShapeType="1"/>
          </p:cNvSpPr>
          <p:nvPr/>
        </p:nvSpPr>
        <p:spPr bwMode="auto">
          <a:xfrm>
            <a:off x="3244056" y="4161839"/>
            <a:ext cx="828675"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0" name="Line 49">
            <a:extLst>
              <a:ext uri="{FF2B5EF4-FFF2-40B4-BE49-F238E27FC236}">
                <a16:creationId xmlns:a16="http://schemas.microsoft.com/office/drawing/2014/main" id="{13451672-9BC8-8ADC-8D49-5C3C03A2536B}"/>
              </a:ext>
            </a:extLst>
          </p:cNvPr>
          <p:cNvSpPr>
            <a:spLocks noChangeShapeType="1"/>
          </p:cNvSpPr>
          <p:nvPr/>
        </p:nvSpPr>
        <p:spPr bwMode="auto">
          <a:xfrm>
            <a:off x="3675856" y="3801476"/>
            <a:ext cx="396875" cy="0"/>
          </a:xfrm>
          <a:prstGeom prst="line">
            <a:avLst/>
          </a:prstGeom>
          <a:noFill/>
          <a:ln w="28575">
            <a:solidFill>
              <a:schemeClr val="tx1"/>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 name="Line 50">
            <a:extLst>
              <a:ext uri="{FF2B5EF4-FFF2-40B4-BE49-F238E27FC236}">
                <a16:creationId xmlns:a16="http://schemas.microsoft.com/office/drawing/2014/main" id="{F7900F0D-A204-F4B5-8CDA-3FA83B29B98E}"/>
              </a:ext>
            </a:extLst>
          </p:cNvPr>
          <p:cNvSpPr>
            <a:spLocks noChangeShapeType="1"/>
          </p:cNvSpPr>
          <p:nvPr/>
        </p:nvSpPr>
        <p:spPr bwMode="auto">
          <a:xfrm>
            <a:off x="4682331" y="3980864"/>
            <a:ext cx="612775" cy="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32" name="Text Box 51">
            <a:extLst>
              <a:ext uri="{FF2B5EF4-FFF2-40B4-BE49-F238E27FC236}">
                <a16:creationId xmlns:a16="http://schemas.microsoft.com/office/drawing/2014/main" id="{E06361F3-25E2-CC1E-5ECD-838BE9A7B008}"/>
              </a:ext>
            </a:extLst>
          </p:cNvPr>
          <p:cNvSpPr txBox="1">
            <a:spLocks noChangeArrowheads="1"/>
          </p:cNvSpPr>
          <p:nvPr/>
        </p:nvSpPr>
        <p:spPr bwMode="auto">
          <a:xfrm>
            <a:off x="4123531" y="3693526"/>
            <a:ext cx="165100"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Aft>
                <a:spcPct val="0"/>
              </a:spcAft>
              <a:buFontTx/>
              <a:buNone/>
            </a:pPr>
            <a:r>
              <a:rPr lang="en-US" altLang="zh-CN" sz="1800" b="0"/>
              <a:t>D</a:t>
            </a:r>
          </a:p>
        </p:txBody>
      </p:sp>
      <p:sp>
        <p:nvSpPr>
          <p:cNvPr id="33" name="Text Box 52">
            <a:extLst>
              <a:ext uri="{FF2B5EF4-FFF2-40B4-BE49-F238E27FC236}">
                <a16:creationId xmlns:a16="http://schemas.microsoft.com/office/drawing/2014/main" id="{1305FE04-D7C2-3B9B-AE98-F3D6EF01CFD5}"/>
              </a:ext>
            </a:extLst>
          </p:cNvPr>
          <p:cNvSpPr txBox="1">
            <a:spLocks noChangeArrowheads="1"/>
          </p:cNvSpPr>
          <p:nvPr/>
        </p:nvSpPr>
        <p:spPr bwMode="auto">
          <a:xfrm>
            <a:off x="4144169" y="4053889"/>
            <a:ext cx="139700"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Aft>
                <a:spcPct val="0"/>
              </a:spcAft>
              <a:buFontTx/>
              <a:buNone/>
            </a:pPr>
            <a:r>
              <a:rPr lang="en-US" altLang="zh-CN" sz="1800" b="0"/>
              <a:t>E</a:t>
            </a:r>
          </a:p>
        </p:txBody>
      </p:sp>
      <p:sp>
        <p:nvSpPr>
          <p:cNvPr id="34" name="Text Box 56">
            <a:extLst>
              <a:ext uri="{FF2B5EF4-FFF2-40B4-BE49-F238E27FC236}">
                <a16:creationId xmlns:a16="http://schemas.microsoft.com/office/drawing/2014/main" id="{D5FED1C2-B5E2-054A-3700-105BF67B0EFC}"/>
              </a:ext>
            </a:extLst>
          </p:cNvPr>
          <p:cNvSpPr txBox="1">
            <a:spLocks noChangeArrowheads="1"/>
          </p:cNvSpPr>
          <p:nvPr/>
        </p:nvSpPr>
        <p:spPr bwMode="auto">
          <a:xfrm>
            <a:off x="4071144" y="4593639"/>
            <a:ext cx="611187" cy="7207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lnSpc>
                <a:spcPct val="90000"/>
              </a:lnSpc>
              <a:spcAft>
                <a:spcPct val="0"/>
              </a:spcAft>
              <a:buFontTx/>
              <a:buNone/>
            </a:pPr>
            <a:r>
              <a:rPr lang="en-US" altLang="zh-CN" sz="1800" b="0"/>
              <a:t>    R3</a:t>
            </a:r>
          </a:p>
        </p:txBody>
      </p:sp>
      <p:sp>
        <p:nvSpPr>
          <p:cNvPr id="35" name="Line 57">
            <a:extLst>
              <a:ext uri="{FF2B5EF4-FFF2-40B4-BE49-F238E27FC236}">
                <a16:creationId xmlns:a16="http://schemas.microsoft.com/office/drawing/2014/main" id="{43070491-4203-3A1E-6308-D831440616B4}"/>
              </a:ext>
            </a:extLst>
          </p:cNvPr>
          <p:cNvSpPr>
            <a:spLocks noChangeShapeType="1"/>
          </p:cNvSpPr>
          <p:nvPr/>
        </p:nvSpPr>
        <p:spPr bwMode="auto">
          <a:xfrm>
            <a:off x="3063081" y="5133389"/>
            <a:ext cx="1009650"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6" name="Line 58">
            <a:extLst>
              <a:ext uri="{FF2B5EF4-FFF2-40B4-BE49-F238E27FC236}">
                <a16:creationId xmlns:a16="http://schemas.microsoft.com/office/drawing/2014/main" id="{CDFEB176-C796-77BC-DC78-920091B4FEFF}"/>
              </a:ext>
            </a:extLst>
          </p:cNvPr>
          <p:cNvSpPr>
            <a:spLocks noChangeShapeType="1"/>
          </p:cNvSpPr>
          <p:nvPr/>
        </p:nvSpPr>
        <p:spPr bwMode="auto">
          <a:xfrm>
            <a:off x="3675856" y="4773026"/>
            <a:ext cx="39687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7" name="Text Box 60">
            <a:extLst>
              <a:ext uri="{FF2B5EF4-FFF2-40B4-BE49-F238E27FC236}">
                <a16:creationId xmlns:a16="http://schemas.microsoft.com/office/drawing/2014/main" id="{2D01A542-A526-F51F-FA95-AFF51E9B8E42}"/>
              </a:ext>
            </a:extLst>
          </p:cNvPr>
          <p:cNvSpPr txBox="1">
            <a:spLocks noChangeArrowheads="1"/>
          </p:cNvSpPr>
          <p:nvPr/>
        </p:nvSpPr>
        <p:spPr bwMode="auto">
          <a:xfrm>
            <a:off x="4123531" y="4665076"/>
            <a:ext cx="165100"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Aft>
                <a:spcPct val="0"/>
              </a:spcAft>
              <a:buFontTx/>
              <a:buNone/>
            </a:pPr>
            <a:r>
              <a:rPr lang="en-US" altLang="zh-CN" sz="1800" b="0"/>
              <a:t>D</a:t>
            </a:r>
          </a:p>
        </p:txBody>
      </p:sp>
      <p:sp>
        <p:nvSpPr>
          <p:cNvPr id="38" name="Text Box 61">
            <a:extLst>
              <a:ext uri="{FF2B5EF4-FFF2-40B4-BE49-F238E27FC236}">
                <a16:creationId xmlns:a16="http://schemas.microsoft.com/office/drawing/2014/main" id="{FD27591D-BB9B-0332-686A-D922CFB2512C}"/>
              </a:ext>
            </a:extLst>
          </p:cNvPr>
          <p:cNvSpPr txBox="1">
            <a:spLocks noChangeArrowheads="1"/>
          </p:cNvSpPr>
          <p:nvPr/>
        </p:nvSpPr>
        <p:spPr bwMode="auto">
          <a:xfrm>
            <a:off x="4144169" y="5025439"/>
            <a:ext cx="139700"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Aft>
                <a:spcPct val="0"/>
              </a:spcAft>
              <a:buFontTx/>
              <a:buNone/>
            </a:pPr>
            <a:r>
              <a:rPr lang="en-US" altLang="zh-CN" sz="1800" b="0"/>
              <a:t>E</a:t>
            </a:r>
          </a:p>
        </p:txBody>
      </p:sp>
      <p:sp>
        <p:nvSpPr>
          <p:cNvPr id="39" name="Text Box 65">
            <a:extLst>
              <a:ext uri="{FF2B5EF4-FFF2-40B4-BE49-F238E27FC236}">
                <a16:creationId xmlns:a16="http://schemas.microsoft.com/office/drawing/2014/main" id="{05CFDD07-F8A3-EFE9-55AD-24D2E51420F8}"/>
              </a:ext>
            </a:extLst>
          </p:cNvPr>
          <p:cNvSpPr txBox="1">
            <a:spLocks noChangeArrowheads="1"/>
          </p:cNvSpPr>
          <p:nvPr/>
        </p:nvSpPr>
        <p:spPr bwMode="auto">
          <a:xfrm>
            <a:off x="7330281" y="4088814"/>
            <a:ext cx="641350" cy="10382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360000" t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Aft>
                <a:spcPct val="0"/>
              </a:spcAft>
              <a:buFontTx/>
              <a:buNone/>
            </a:pPr>
            <a:r>
              <a:rPr lang="en-US" altLang="zh-CN" sz="1800" b="0"/>
              <a:t>M</a:t>
            </a:r>
          </a:p>
          <a:p>
            <a:pPr algn="ctr" eaLnBrk="1" hangingPunct="1">
              <a:lnSpc>
                <a:spcPct val="90000"/>
              </a:lnSpc>
              <a:spcAft>
                <a:spcPct val="0"/>
              </a:spcAft>
              <a:buFontTx/>
              <a:buNone/>
            </a:pPr>
            <a:r>
              <a:rPr lang="en-US" altLang="zh-CN" sz="1800" b="0"/>
              <a:t>U</a:t>
            </a:r>
          </a:p>
          <a:p>
            <a:pPr algn="ctr" eaLnBrk="1" hangingPunct="1">
              <a:lnSpc>
                <a:spcPct val="90000"/>
              </a:lnSpc>
              <a:spcAft>
                <a:spcPct val="0"/>
              </a:spcAft>
              <a:buFontTx/>
              <a:buNone/>
            </a:pPr>
            <a:r>
              <a:rPr lang="en-US" altLang="zh-CN" sz="1800" b="0"/>
              <a:t>X</a:t>
            </a:r>
          </a:p>
        </p:txBody>
      </p:sp>
      <p:sp>
        <p:nvSpPr>
          <p:cNvPr id="40" name="Text Box 66">
            <a:extLst>
              <a:ext uri="{FF2B5EF4-FFF2-40B4-BE49-F238E27FC236}">
                <a16:creationId xmlns:a16="http://schemas.microsoft.com/office/drawing/2014/main" id="{991B2964-2FB5-270E-9253-7EEA5E79C293}"/>
              </a:ext>
            </a:extLst>
          </p:cNvPr>
          <p:cNvSpPr txBox="1">
            <a:spLocks noChangeArrowheads="1"/>
          </p:cNvSpPr>
          <p:nvPr/>
        </p:nvSpPr>
        <p:spPr bwMode="auto">
          <a:xfrm>
            <a:off x="7408069" y="4157076"/>
            <a:ext cx="114300"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Aft>
                <a:spcPct val="0"/>
              </a:spcAft>
              <a:buFontTx/>
              <a:buNone/>
            </a:pPr>
            <a:r>
              <a:rPr lang="en-US" altLang="zh-CN" sz="1800" b="0"/>
              <a:t>0</a:t>
            </a:r>
          </a:p>
          <a:p>
            <a:pPr eaLnBrk="1" hangingPunct="1">
              <a:lnSpc>
                <a:spcPct val="85000"/>
              </a:lnSpc>
              <a:spcAft>
                <a:spcPct val="0"/>
              </a:spcAft>
              <a:buFontTx/>
              <a:buNone/>
            </a:pPr>
            <a:r>
              <a:rPr lang="en-US" altLang="zh-CN" sz="1800" b="0"/>
              <a:t>1</a:t>
            </a:r>
          </a:p>
          <a:p>
            <a:pPr eaLnBrk="1" hangingPunct="1">
              <a:lnSpc>
                <a:spcPct val="85000"/>
              </a:lnSpc>
              <a:spcAft>
                <a:spcPct val="0"/>
              </a:spcAft>
              <a:buFontTx/>
              <a:buNone/>
            </a:pPr>
            <a:r>
              <a:rPr lang="en-US" altLang="zh-CN" sz="1800" b="0"/>
              <a:t>2</a:t>
            </a:r>
          </a:p>
          <a:p>
            <a:pPr eaLnBrk="1" hangingPunct="1">
              <a:lnSpc>
                <a:spcPct val="85000"/>
              </a:lnSpc>
              <a:spcAft>
                <a:spcPct val="0"/>
              </a:spcAft>
              <a:buFontTx/>
              <a:buNone/>
            </a:pPr>
            <a:r>
              <a:rPr lang="en-US" altLang="zh-CN" sz="1800" b="0"/>
              <a:t>3</a:t>
            </a:r>
          </a:p>
        </p:txBody>
      </p:sp>
      <p:sp>
        <p:nvSpPr>
          <p:cNvPr id="41" name="Line 67">
            <a:extLst>
              <a:ext uri="{FF2B5EF4-FFF2-40B4-BE49-F238E27FC236}">
                <a16:creationId xmlns:a16="http://schemas.microsoft.com/office/drawing/2014/main" id="{9EE2D3E8-1C32-8CFC-5C1B-07381AAF37FA}"/>
              </a:ext>
            </a:extLst>
          </p:cNvPr>
          <p:cNvSpPr>
            <a:spLocks noChangeShapeType="1"/>
          </p:cNvSpPr>
          <p:nvPr/>
        </p:nvSpPr>
        <p:spPr bwMode="auto">
          <a:xfrm>
            <a:off x="7654131" y="993189"/>
            <a:ext cx="0" cy="3095625"/>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2" name="Line 68">
            <a:extLst>
              <a:ext uri="{FF2B5EF4-FFF2-40B4-BE49-F238E27FC236}">
                <a16:creationId xmlns:a16="http://schemas.microsoft.com/office/drawing/2014/main" id="{81A3424B-9DB1-4F0A-E1A1-797DB4B9E68D}"/>
              </a:ext>
            </a:extLst>
          </p:cNvPr>
          <p:cNvSpPr>
            <a:spLocks noChangeShapeType="1"/>
          </p:cNvSpPr>
          <p:nvPr/>
        </p:nvSpPr>
        <p:spPr bwMode="auto">
          <a:xfrm>
            <a:off x="5672931" y="4304714"/>
            <a:ext cx="1657350"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3" name="Line 69">
            <a:extLst>
              <a:ext uri="{FF2B5EF4-FFF2-40B4-BE49-F238E27FC236}">
                <a16:creationId xmlns:a16="http://schemas.microsoft.com/office/drawing/2014/main" id="{05F43A08-39B0-173E-579E-37EA8E0E189D}"/>
              </a:ext>
            </a:extLst>
          </p:cNvPr>
          <p:cNvSpPr>
            <a:spLocks noChangeShapeType="1"/>
          </p:cNvSpPr>
          <p:nvPr/>
        </p:nvSpPr>
        <p:spPr bwMode="auto">
          <a:xfrm>
            <a:off x="5493544" y="4522201"/>
            <a:ext cx="1836737"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4" name="Line 70">
            <a:extLst>
              <a:ext uri="{FF2B5EF4-FFF2-40B4-BE49-F238E27FC236}">
                <a16:creationId xmlns:a16="http://schemas.microsoft.com/office/drawing/2014/main" id="{FA567AB0-9842-45C0-8B00-6790146FE2AA}"/>
              </a:ext>
            </a:extLst>
          </p:cNvPr>
          <p:cNvSpPr>
            <a:spLocks noChangeShapeType="1"/>
          </p:cNvSpPr>
          <p:nvPr/>
        </p:nvSpPr>
        <p:spPr bwMode="auto">
          <a:xfrm>
            <a:off x="5312569" y="4738101"/>
            <a:ext cx="2017712"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5" name="Line 72">
            <a:extLst>
              <a:ext uri="{FF2B5EF4-FFF2-40B4-BE49-F238E27FC236}">
                <a16:creationId xmlns:a16="http://schemas.microsoft.com/office/drawing/2014/main" id="{58CE2FE1-1EB0-F881-7DC6-BCF14A4680C6}"/>
              </a:ext>
            </a:extLst>
          </p:cNvPr>
          <p:cNvSpPr>
            <a:spLocks noChangeShapeType="1"/>
          </p:cNvSpPr>
          <p:nvPr/>
        </p:nvSpPr>
        <p:spPr bwMode="auto">
          <a:xfrm>
            <a:off x="7977981" y="4593639"/>
            <a:ext cx="287338" cy="0"/>
          </a:xfrm>
          <a:prstGeom prst="line">
            <a:avLst/>
          </a:prstGeom>
          <a:noFill/>
          <a:ln w="28575">
            <a:solidFill>
              <a:schemeClr val="tx1"/>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46" name="Line 73">
            <a:extLst>
              <a:ext uri="{FF2B5EF4-FFF2-40B4-BE49-F238E27FC236}">
                <a16:creationId xmlns:a16="http://schemas.microsoft.com/office/drawing/2014/main" id="{EAF8341B-F982-D12D-4C60-8DC004F46455}"/>
              </a:ext>
            </a:extLst>
          </p:cNvPr>
          <p:cNvSpPr>
            <a:spLocks noChangeShapeType="1"/>
          </p:cNvSpPr>
          <p:nvPr/>
        </p:nvSpPr>
        <p:spPr bwMode="auto">
          <a:xfrm flipH="1">
            <a:off x="8263731" y="4593639"/>
            <a:ext cx="3175" cy="144145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7" name="Line 75">
            <a:extLst>
              <a:ext uri="{FF2B5EF4-FFF2-40B4-BE49-F238E27FC236}">
                <a16:creationId xmlns:a16="http://schemas.microsoft.com/office/drawing/2014/main" id="{A6A730F3-7E72-C097-D1F7-E2F9D0BA8F26}"/>
              </a:ext>
            </a:extLst>
          </p:cNvPr>
          <p:cNvSpPr>
            <a:spLocks noChangeShapeType="1"/>
          </p:cNvSpPr>
          <p:nvPr/>
        </p:nvSpPr>
        <p:spPr bwMode="auto">
          <a:xfrm>
            <a:off x="5133181" y="2685464"/>
            <a:ext cx="0" cy="2268537"/>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48" name="Line 76">
            <a:extLst>
              <a:ext uri="{FF2B5EF4-FFF2-40B4-BE49-F238E27FC236}">
                <a16:creationId xmlns:a16="http://schemas.microsoft.com/office/drawing/2014/main" id="{2CB95AEC-73D1-2DC9-5E0A-F663A082A1BA}"/>
              </a:ext>
            </a:extLst>
          </p:cNvPr>
          <p:cNvSpPr>
            <a:spLocks noChangeShapeType="1"/>
          </p:cNvSpPr>
          <p:nvPr/>
        </p:nvSpPr>
        <p:spPr bwMode="auto">
          <a:xfrm>
            <a:off x="5312569" y="2469564"/>
            <a:ext cx="0" cy="22669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Line 77">
            <a:extLst>
              <a:ext uri="{FF2B5EF4-FFF2-40B4-BE49-F238E27FC236}">
                <a16:creationId xmlns:a16="http://schemas.microsoft.com/office/drawing/2014/main" id="{EECEE74B-09F5-D645-2555-EC07467B0B5A}"/>
              </a:ext>
            </a:extLst>
          </p:cNvPr>
          <p:cNvSpPr>
            <a:spLocks noChangeShapeType="1"/>
          </p:cNvSpPr>
          <p:nvPr/>
        </p:nvSpPr>
        <p:spPr bwMode="auto">
          <a:xfrm>
            <a:off x="5493544" y="2253664"/>
            <a:ext cx="0" cy="22669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Line 78">
            <a:extLst>
              <a:ext uri="{FF2B5EF4-FFF2-40B4-BE49-F238E27FC236}">
                <a16:creationId xmlns:a16="http://schemas.microsoft.com/office/drawing/2014/main" id="{7BC42FDE-E4E5-4DB0-72EA-204CEC48D755}"/>
              </a:ext>
            </a:extLst>
          </p:cNvPr>
          <p:cNvSpPr>
            <a:spLocks noChangeShapeType="1"/>
          </p:cNvSpPr>
          <p:nvPr/>
        </p:nvSpPr>
        <p:spPr bwMode="auto">
          <a:xfrm>
            <a:off x="5672931" y="2036176"/>
            <a:ext cx="0" cy="2268538"/>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85">
            <a:extLst>
              <a:ext uri="{FF2B5EF4-FFF2-40B4-BE49-F238E27FC236}">
                <a16:creationId xmlns:a16="http://schemas.microsoft.com/office/drawing/2014/main" id="{ECD55AA9-C42C-9466-6CAD-98EEE32CCDAC}"/>
              </a:ext>
            </a:extLst>
          </p:cNvPr>
          <p:cNvSpPr>
            <a:spLocks noChangeShapeType="1"/>
          </p:cNvSpPr>
          <p:nvPr/>
        </p:nvSpPr>
        <p:spPr bwMode="auto">
          <a:xfrm>
            <a:off x="2775744" y="2504489"/>
            <a:ext cx="647700" cy="0"/>
          </a:xfrm>
          <a:prstGeom prst="line">
            <a:avLst/>
          </a:prstGeom>
          <a:noFill/>
          <a:ln w="19050">
            <a:solidFill>
              <a:schemeClr val="tx1"/>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52" name="Text Box 89">
            <a:extLst>
              <a:ext uri="{FF2B5EF4-FFF2-40B4-BE49-F238E27FC236}">
                <a16:creationId xmlns:a16="http://schemas.microsoft.com/office/drawing/2014/main" id="{5C68372A-A6E7-764A-103A-1B0016496F6E}"/>
              </a:ext>
            </a:extLst>
          </p:cNvPr>
          <p:cNvSpPr txBox="1">
            <a:spLocks noChangeArrowheads="1"/>
          </p:cNvSpPr>
          <p:nvPr/>
        </p:nvSpPr>
        <p:spPr bwMode="auto">
          <a:xfrm>
            <a:off x="1804194" y="1677401"/>
            <a:ext cx="968375" cy="158273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spcAft>
                <a:spcPct val="0"/>
              </a:spcAft>
              <a:buFontTx/>
              <a:buNone/>
            </a:pPr>
            <a:r>
              <a:rPr lang="en-US" altLang="zh-CN" sz="1800" b="0"/>
              <a:t>Decoder</a:t>
            </a:r>
          </a:p>
        </p:txBody>
      </p:sp>
      <p:sp>
        <p:nvSpPr>
          <p:cNvPr id="53" name="Text Box 90">
            <a:extLst>
              <a:ext uri="{FF2B5EF4-FFF2-40B4-BE49-F238E27FC236}">
                <a16:creationId xmlns:a16="http://schemas.microsoft.com/office/drawing/2014/main" id="{07F800AE-03FA-DE73-8D2D-AED4EA05A481}"/>
              </a:ext>
            </a:extLst>
          </p:cNvPr>
          <p:cNvSpPr txBox="1">
            <a:spLocks noChangeArrowheads="1"/>
          </p:cNvSpPr>
          <p:nvPr/>
        </p:nvSpPr>
        <p:spPr bwMode="auto">
          <a:xfrm>
            <a:off x="2524919" y="2082214"/>
            <a:ext cx="114300"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0</a:t>
            </a:r>
          </a:p>
          <a:p>
            <a:pPr eaLnBrk="1" hangingPunct="1">
              <a:spcAft>
                <a:spcPct val="0"/>
              </a:spcAft>
              <a:buFontTx/>
              <a:buNone/>
            </a:pPr>
            <a:r>
              <a:rPr lang="en-US" altLang="zh-CN" sz="1800" b="0"/>
              <a:t>1</a:t>
            </a:r>
          </a:p>
          <a:p>
            <a:pPr eaLnBrk="1" hangingPunct="1">
              <a:spcAft>
                <a:spcPct val="0"/>
              </a:spcAft>
              <a:buFontTx/>
              <a:buNone/>
            </a:pPr>
            <a:r>
              <a:rPr lang="en-US" altLang="zh-CN" sz="1800" b="0"/>
              <a:t>2</a:t>
            </a:r>
          </a:p>
          <a:p>
            <a:pPr eaLnBrk="1" hangingPunct="1">
              <a:spcAft>
                <a:spcPct val="0"/>
              </a:spcAft>
              <a:buFontTx/>
              <a:buNone/>
            </a:pPr>
            <a:r>
              <a:rPr lang="en-US" altLang="zh-CN" sz="1800" b="0"/>
              <a:t>3</a:t>
            </a:r>
          </a:p>
        </p:txBody>
      </p:sp>
      <p:sp>
        <p:nvSpPr>
          <p:cNvPr id="54" name="Text Box 91">
            <a:extLst>
              <a:ext uri="{FF2B5EF4-FFF2-40B4-BE49-F238E27FC236}">
                <a16:creationId xmlns:a16="http://schemas.microsoft.com/office/drawing/2014/main" id="{AD46CB9C-8204-2B6D-D209-E7C93B05FECA}"/>
              </a:ext>
            </a:extLst>
          </p:cNvPr>
          <p:cNvSpPr txBox="1">
            <a:spLocks noChangeArrowheads="1"/>
          </p:cNvSpPr>
          <p:nvPr/>
        </p:nvSpPr>
        <p:spPr bwMode="auto">
          <a:xfrm>
            <a:off x="1878806" y="2229851"/>
            <a:ext cx="139700"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Aft>
                <a:spcPct val="0"/>
              </a:spcAft>
              <a:buFontTx/>
              <a:buNone/>
            </a:pPr>
            <a:r>
              <a:rPr lang="en-US" altLang="zh-CN" sz="1800" b="0"/>
              <a:t>E</a:t>
            </a:r>
          </a:p>
        </p:txBody>
      </p:sp>
      <p:sp>
        <p:nvSpPr>
          <p:cNvPr id="55" name="Line 92">
            <a:extLst>
              <a:ext uri="{FF2B5EF4-FFF2-40B4-BE49-F238E27FC236}">
                <a16:creationId xmlns:a16="http://schemas.microsoft.com/office/drawing/2014/main" id="{8834BD16-B834-CF39-7A77-DF4A832A700A}"/>
              </a:ext>
            </a:extLst>
          </p:cNvPr>
          <p:cNvSpPr>
            <a:spLocks noChangeShapeType="1"/>
          </p:cNvSpPr>
          <p:nvPr/>
        </p:nvSpPr>
        <p:spPr bwMode="auto">
          <a:xfrm>
            <a:off x="3063081" y="3044239"/>
            <a:ext cx="0" cy="20891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Line 93">
            <a:extLst>
              <a:ext uri="{FF2B5EF4-FFF2-40B4-BE49-F238E27FC236}">
                <a16:creationId xmlns:a16="http://schemas.microsoft.com/office/drawing/2014/main" id="{69A48F38-2342-203C-DA77-F7C1909A469E}"/>
              </a:ext>
            </a:extLst>
          </p:cNvPr>
          <p:cNvSpPr>
            <a:spLocks noChangeShapeType="1"/>
          </p:cNvSpPr>
          <p:nvPr/>
        </p:nvSpPr>
        <p:spPr bwMode="auto">
          <a:xfrm>
            <a:off x="3242469" y="2756901"/>
            <a:ext cx="0" cy="1403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Line 94">
            <a:extLst>
              <a:ext uri="{FF2B5EF4-FFF2-40B4-BE49-F238E27FC236}">
                <a16:creationId xmlns:a16="http://schemas.microsoft.com/office/drawing/2014/main" id="{3BD25737-9357-4118-7131-6114C4077519}"/>
              </a:ext>
            </a:extLst>
          </p:cNvPr>
          <p:cNvSpPr>
            <a:spLocks noChangeShapeType="1"/>
          </p:cNvSpPr>
          <p:nvPr/>
        </p:nvSpPr>
        <p:spPr bwMode="auto">
          <a:xfrm>
            <a:off x="3423444" y="2504489"/>
            <a:ext cx="0" cy="68421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Line 96">
            <a:extLst>
              <a:ext uri="{FF2B5EF4-FFF2-40B4-BE49-F238E27FC236}">
                <a16:creationId xmlns:a16="http://schemas.microsoft.com/office/drawing/2014/main" id="{51A4E7E4-16D1-6C07-A11B-89E73EF7BB2C}"/>
              </a:ext>
            </a:extLst>
          </p:cNvPr>
          <p:cNvSpPr>
            <a:spLocks noChangeShapeType="1"/>
          </p:cNvSpPr>
          <p:nvPr/>
        </p:nvSpPr>
        <p:spPr bwMode="auto">
          <a:xfrm>
            <a:off x="2775744" y="2756901"/>
            <a:ext cx="468312" cy="0"/>
          </a:xfrm>
          <a:prstGeom prst="line">
            <a:avLst/>
          </a:prstGeom>
          <a:noFill/>
          <a:ln w="19050">
            <a:solidFill>
              <a:schemeClr val="tx1"/>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59" name="Line 97">
            <a:extLst>
              <a:ext uri="{FF2B5EF4-FFF2-40B4-BE49-F238E27FC236}">
                <a16:creationId xmlns:a16="http://schemas.microsoft.com/office/drawing/2014/main" id="{0BDA2332-DB1F-E916-84FC-CA7A7E4637ED}"/>
              </a:ext>
            </a:extLst>
          </p:cNvPr>
          <p:cNvSpPr>
            <a:spLocks noChangeShapeType="1"/>
          </p:cNvSpPr>
          <p:nvPr/>
        </p:nvSpPr>
        <p:spPr bwMode="auto">
          <a:xfrm>
            <a:off x="2775744" y="3044239"/>
            <a:ext cx="287337" cy="0"/>
          </a:xfrm>
          <a:prstGeom prst="line">
            <a:avLst/>
          </a:prstGeom>
          <a:noFill/>
          <a:ln w="19050">
            <a:solidFill>
              <a:schemeClr val="tx1"/>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60" name="Text Box 98">
            <a:extLst>
              <a:ext uri="{FF2B5EF4-FFF2-40B4-BE49-F238E27FC236}">
                <a16:creationId xmlns:a16="http://schemas.microsoft.com/office/drawing/2014/main" id="{0D527F12-93C9-F009-CC2E-DE89DE877669}"/>
              </a:ext>
            </a:extLst>
          </p:cNvPr>
          <p:cNvSpPr txBox="1">
            <a:spLocks noChangeArrowheads="1"/>
          </p:cNvSpPr>
          <p:nvPr/>
        </p:nvSpPr>
        <p:spPr bwMode="auto">
          <a:xfrm>
            <a:off x="1804194" y="26426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A</a:t>
            </a:r>
          </a:p>
        </p:txBody>
      </p:sp>
      <p:sp>
        <p:nvSpPr>
          <p:cNvPr id="61" name="Line 99">
            <a:extLst>
              <a:ext uri="{FF2B5EF4-FFF2-40B4-BE49-F238E27FC236}">
                <a16:creationId xmlns:a16="http://schemas.microsoft.com/office/drawing/2014/main" id="{4C91A8D4-AA47-6B2F-D79E-8EC7AE9C93B3}"/>
              </a:ext>
            </a:extLst>
          </p:cNvPr>
          <p:cNvSpPr>
            <a:spLocks noChangeShapeType="1"/>
          </p:cNvSpPr>
          <p:nvPr/>
        </p:nvSpPr>
        <p:spPr bwMode="auto">
          <a:xfrm>
            <a:off x="1010444" y="2858501"/>
            <a:ext cx="793750"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2" name="Line 100">
            <a:extLst>
              <a:ext uri="{FF2B5EF4-FFF2-40B4-BE49-F238E27FC236}">
                <a16:creationId xmlns:a16="http://schemas.microsoft.com/office/drawing/2014/main" id="{A9B60919-77D7-2859-9F58-AEEF092719A5}"/>
              </a:ext>
            </a:extLst>
          </p:cNvPr>
          <p:cNvSpPr>
            <a:spLocks noChangeShapeType="1"/>
          </p:cNvSpPr>
          <p:nvPr/>
        </p:nvSpPr>
        <p:spPr bwMode="auto">
          <a:xfrm>
            <a:off x="1010444" y="2353676"/>
            <a:ext cx="793750"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3" name="Rectangle 102">
            <a:extLst>
              <a:ext uri="{FF2B5EF4-FFF2-40B4-BE49-F238E27FC236}">
                <a16:creationId xmlns:a16="http://schemas.microsoft.com/office/drawing/2014/main" id="{E7671520-6FE0-0613-C1B3-13CE6A4E2C25}"/>
              </a:ext>
            </a:extLst>
          </p:cNvPr>
          <p:cNvSpPr>
            <a:spLocks noChangeArrowheads="1"/>
          </p:cNvSpPr>
          <p:nvPr/>
        </p:nvSpPr>
        <p:spPr bwMode="auto">
          <a:xfrm>
            <a:off x="1478756" y="1496426"/>
            <a:ext cx="6948488" cy="3960813"/>
          </a:xfrm>
          <a:prstGeom prst="rect">
            <a:avLst/>
          </a:prstGeom>
          <a:noFill/>
          <a:ln w="19050">
            <a:solidFill>
              <a:srgbClr val="0000FF"/>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64" name="Text Box 104">
            <a:extLst>
              <a:ext uri="{FF2B5EF4-FFF2-40B4-BE49-F238E27FC236}">
                <a16:creationId xmlns:a16="http://schemas.microsoft.com/office/drawing/2014/main" id="{EB7987F5-6500-DB57-DF93-D4A0693CBCDC}"/>
              </a:ext>
            </a:extLst>
          </p:cNvPr>
          <p:cNvSpPr txBox="1">
            <a:spLocks noChangeArrowheads="1"/>
          </p:cNvSpPr>
          <p:nvPr/>
        </p:nvSpPr>
        <p:spPr bwMode="auto">
          <a:xfrm>
            <a:off x="6511131" y="5558839"/>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A</a:t>
            </a:r>
          </a:p>
        </p:txBody>
      </p:sp>
      <p:sp>
        <p:nvSpPr>
          <p:cNvPr id="65" name="Text Box 105">
            <a:extLst>
              <a:ext uri="{FF2B5EF4-FFF2-40B4-BE49-F238E27FC236}">
                <a16:creationId xmlns:a16="http://schemas.microsoft.com/office/drawing/2014/main" id="{8E9794B1-0FFB-57C9-BF9B-944BC64C80CD}"/>
              </a:ext>
            </a:extLst>
          </p:cNvPr>
          <p:cNvSpPr txBox="1">
            <a:spLocks noChangeArrowheads="1"/>
          </p:cNvSpPr>
          <p:nvPr/>
        </p:nvSpPr>
        <p:spPr bwMode="auto">
          <a:xfrm>
            <a:off x="7855744" y="5558839"/>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800" b="0"/>
              <a:t>B</a:t>
            </a:r>
          </a:p>
        </p:txBody>
      </p:sp>
      <p:sp>
        <p:nvSpPr>
          <p:cNvPr id="66" name="Text Box 106">
            <a:extLst>
              <a:ext uri="{FF2B5EF4-FFF2-40B4-BE49-F238E27FC236}">
                <a16:creationId xmlns:a16="http://schemas.microsoft.com/office/drawing/2014/main" id="{E7EC28C9-AE85-D7F9-6FE3-9DBB2F4520EA}"/>
              </a:ext>
            </a:extLst>
          </p:cNvPr>
          <p:cNvSpPr txBox="1">
            <a:spLocks noChangeArrowheads="1"/>
          </p:cNvSpPr>
          <p:nvPr/>
        </p:nvSpPr>
        <p:spPr bwMode="auto">
          <a:xfrm>
            <a:off x="3278981" y="993189"/>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D</a:t>
            </a:r>
          </a:p>
        </p:txBody>
      </p:sp>
      <p:sp>
        <p:nvSpPr>
          <p:cNvPr id="67" name="Text Box 107">
            <a:extLst>
              <a:ext uri="{FF2B5EF4-FFF2-40B4-BE49-F238E27FC236}">
                <a16:creationId xmlns:a16="http://schemas.microsoft.com/office/drawing/2014/main" id="{4E3F740E-D63B-0B7C-B91B-A07E03198BF7}"/>
              </a:ext>
            </a:extLst>
          </p:cNvPr>
          <p:cNvSpPr txBox="1">
            <a:spLocks noChangeArrowheads="1"/>
          </p:cNvSpPr>
          <p:nvPr/>
        </p:nvSpPr>
        <p:spPr bwMode="auto">
          <a:xfrm>
            <a:off x="939006" y="28585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DA</a:t>
            </a:r>
          </a:p>
        </p:txBody>
      </p:sp>
      <p:sp>
        <p:nvSpPr>
          <p:cNvPr id="68" name="Text Box 108">
            <a:extLst>
              <a:ext uri="{FF2B5EF4-FFF2-40B4-BE49-F238E27FC236}">
                <a16:creationId xmlns:a16="http://schemas.microsoft.com/office/drawing/2014/main" id="{7BD9C17D-F219-CC59-D7A8-4B5DABB9F513}"/>
              </a:ext>
            </a:extLst>
          </p:cNvPr>
          <p:cNvSpPr txBox="1">
            <a:spLocks noChangeArrowheads="1"/>
          </p:cNvSpPr>
          <p:nvPr/>
        </p:nvSpPr>
        <p:spPr bwMode="auto">
          <a:xfrm>
            <a:off x="5779294" y="993189"/>
            <a:ext cx="514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AA</a:t>
            </a:r>
          </a:p>
        </p:txBody>
      </p:sp>
      <p:sp>
        <p:nvSpPr>
          <p:cNvPr id="69" name="Text Box 109">
            <a:extLst>
              <a:ext uri="{FF2B5EF4-FFF2-40B4-BE49-F238E27FC236}">
                <a16:creationId xmlns:a16="http://schemas.microsoft.com/office/drawing/2014/main" id="{7ECF8ACC-8BD8-672B-47BD-9AE4DB6CCC76}"/>
              </a:ext>
            </a:extLst>
          </p:cNvPr>
          <p:cNvSpPr txBox="1">
            <a:spLocks noChangeArrowheads="1"/>
          </p:cNvSpPr>
          <p:nvPr/>
        </p:nvSpPr>
        <p:spPr bwMode="auto">
          <a:xfrm>
            <a:off x="7114381" y="993189"/>
            <a:ext cx="501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BA</a:t>
            </a:r>
          </a:p>
        </p:txBody>
      </p:sp>
      <p:sp>
        <p:nvSpPr>
          <p:cNvPr id="70" name="Text Box 110">
            <a:extLst>
              <a:ext uri="{FF2B5EF4-FFF2-40B4-BE49-F238E27FC236}">
                <a16:creationId xmlns:a16="http://schemas.microsoft.com/office/drawing/2014/main" id="{6DE54366-A9F4-4391-021D-B773B0BCDF11}"/>
              </a:ext>
            </a:extLst>
          </p:cNvPr>
          <p:cNvSpPr txBox="1">
            <a:spLocks noChangeArrowheads="1"/>
          </p:cNvSpPr>
          <p:nvPr/>
        </p:nvSpPr>
        <p:spPr bwMode="auto">
          <a:xfrm>
            <a:off x="939006" y="1993314"/>
            <a:ext cx="539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WE</a:t>
            </a:r>
          </a:p>
        </p:txBody>
      </p:sp>
      <p:sp>
        <p:nvSpPr>
          <p:cNvPr id="71" name="Line 126">
            <a:extLst>
              <a:ext uri="{FF2B5EF4-FFF2-40B4-BE49-F238E27FC236}">
                <a16:creationId xmlns:a16="http://schemas.microsoft.com/office/drawing/2014/main" id="{A290C19D-E885-C2AC-4FFF-081A1CA1CEC5}"/>
              </a:ext>
            </a:extLst>
          </p:cNvPr>
          <p:cNvSpPr>
            <a:spLocks noChangeShapeType="1"/>
          </p:cNvSpPr>
          <p:nvPr/>
        </p:nvSpPr>
        <p:spPr bwMode="auto">
          <a:xfrm flipH="1">
            <a:off x="1191419" y="2791826"/>
            <a:ext cx="107950" cy="1444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Rectangle 127">
            <a:extLst>
              <a:ext uri="{FF2B5EF4-FFF2-40B4-BE49-F238E27FC236}">
                <a16:creationId xmlns:a16="http://schemas.microsoft.com/office/drawing/2014/main" id="{EF391D8A-D853-226B-5585-EAF5D304471D}"/>
              </a:ext>
            </a:extLst>
          </p:cNvPr>
          <p:cNvSpPr>
            <a:spLocks noChangeArrowheads="1"/>
          </p:cNvSpPr>
          <p:nvPr/>
        </p:nvSpPr>
        <p:spPr bwMode="auto">
          <a:xfrm>
            <a:off x="1154906" y="2541001"/>
            <a:ext cx="112713" cy="22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2</a:t>
            </a:r>
          </a:p>
        </p:txBody>
      </p:sp>
      <p:sp>
        <p:nvSpPr>
          <p:cNvPr id="73" name="Line 128">
            <a:extLst>
              <a:ext uri="{FF2B5EF4-FFF2-40B4-BE49-F238E27FC236}">
                <a16:creationId xmlns:a16="http://schemas.microsoft.com/office/drawing/2014/main" id="{654FD45A-2AB6-C841-67B4-7BECC5632428}"/>
              </a:ext>
            </a:extLst>
          </p:cNvPr>
          <p:cNvSpPr>
            <a:spLocks noChangeShapeType="1"/>
          </p:cNvSpPr>
          <p:nvPr/>
        </p:nvSpPr>
        <p:spPr bwMode="auto">
          <a:xfrm flipH="1">
            <a:off x="3602831" y="1212264"/>
            <a:ext cx="144463" cy="857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 name="Rectangle 129">
            <a:extLst>
              <a:ext uri="{FF2B5EF4-FFF2-40B4-BE49-F238E27FC236}">
                <a16:creationId xmlns:a16="http://schemas.microsoft.com/office/drawing/2014/main" id="{ED3872B0-E689-5959-A1DB-7012C15806CA}"/>
              </a:ext>
            </a:extLst>
          </p:cNvPr>
          <p:cNvSpPr>
            <a:spLocks noChangeArrowheads="1"/>
          </p:cNvSpPr>
          <p:nvPr/>
        </p:nvSpPr>
        <p:spPr bwMode="auto">
          <a:xfrm>
            <a:off x="3833019" y="1136064"/>
            <a:ext cx="112712"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n</a:t>
            </a:r>
          </a:p>
        </p:txBody>
      </p:sp>
      <p:sp>
        <p:nvSpPr>
          <p:cNvPr id="75" name="Line 130">
            <a:extLst>
              <a:ext uri="{FF2B5EF4-FFF2-40B4-BE49-F238E27FC236}">
                <a16:creationId xmlns:a16="http://schemas.microsoft.com/office/drawing/2014/main" id="{9CEF61F2-80F5-576F-49B6-EA9E0F8B3212}"/>
              </a:ext>
            </a:extLst>
          </p:cNvPr>
          <p:cNvSpPr>
            <a:spLocks noChangeShapeType="1"/>
          </p:cNvSpPr>
          <p:nvPr/>
        </p:nvSpPr>
        <p:spPr bwMode="auto">
          <a:xfrm flipH="1">
            <a:off x="6247606" y="1212264"/>
            <a:ext cx="144463" cy="857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 name="Rectangle 131">
            <a:extLst>
              <a:ext uri="{FF2B5EF4-FFF2-40B4-BE49-F238E27FC236}">
                <a16:creationId xmlns:a16="http://schemas.microsoft.com/office/drawing/2014/main" id="{E6B819DD-F352-9CC8-4CBB-A803B3308721}"/>
              </a:ext>
            </a:extLst>
          </p:cNvPr>
          <p:cNvSpPr>
            <a:spLocks noChangeArrowheads="1"/>
          </p:cNvSpPr>
          <p:nvPr/>
        </p:nvSpPr>
        <p:spPr bwMode="auto">
          <a:xfrm>
            <a:off x="6477794" y="1136064"/>
            <a:ext cx="112712"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2</a:t>
            </a:r>
          </a:p>
        </p:txBody>
      </p:sp>
      <p:sp>
        <p:nvSpPr>
          <p:cNvPr id="77" name="Line 132">
            <a:extLst>
              <a:ext uri="{FF2B5EF4-FFF2-40B4-BE49-F238E27FC236}">
                <a16:creationId xmlns:a16="http://schemas.microsoft.com/office/drawing/2014/main" id="{15D72EE6-A9DA-1816-36E1-DB73F878FD4B}"/>
              </a:ext>
            </a:extLst>
          </p:cNvPr>
          <p:cNvSpPr>
            <a:spLocks noChangeShapeType="1"/>
          </p:cNvSpPr>
          <p:nvPr/>
        </p:nvSpPr>
        <p:spPr bwMode="auto">
          <a:xfrm flipH="1">
            <a:off x="7579519" y="1212264"/>
            <a:ext cx="144462" cy="857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 name="Rectangle 133">
            <a:extLst>
              <a:ext uri="{FF2B5EF4-FFF2-40B4-BE49-F238E27FC236}">
                <a16:creationId xmlns:a16="http://schemas.microsoft.com/office/drawing/2014/main" id="{251438C9-90B9-5803-86C6-3D3C25D65790}"/>
              </a:ext>
            </a:extLst>
          </p:cNvPr>
          <p:cNvSpPr>
            <a:spLocks noChangeArrowheads="1"/>
          </p:cNvSpPr>
          <p:nvPr/>
        </p:nvSpPr>
        <p:spPr bwMode="auto">
          <a:xfrm>
            <a:off x="7809706" y="1136064"/>
            <a:ext cx="112713"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2</a:t>
            </a:r>
          </a:p>
        </p:txBody>
      </p:sp>
      <p:sp>
        <p:nvSpPr>
          <p:cNvPr id="79" name="Line 134">
            <a:extLst>
              <a:ext uri="{FF2B5EF4-FFF2-40B4-BE49-F238E27FC236}">
                <a16:creationId xmlns:a16="http://schemas.microsoft.com/office/drawing/2014/main" id="{2638C02E-A728-4EB2-BB45-A2C03E8453DA}"/>
              </a:ext>
            </a:extLst>
          </p:cNvPr>
          <p:cNvSpPr>
            <a:spLocks noChangeShapeType="1"/>
          </p:cNvSpPr>
          <p:nvPr/>
        </p:nvSpPr>
        <p:spPr bwMode="auto">
          <a:xfrm flipH="1">
            <a:off x="6860381" y="5641389"/>
            <a:ext cx="144463" cy="857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Rectangle 135">
            <a:extLst>
              <a:ext uri="{FF2B5EF4-FFF2-40B4-BE49-F238E27FC236}">
                <a16:creationId xmlns:a16="http://schemas.microsoft.com/office/drawing/2014/main" id="{574A98E4-DCE4-F37D-6662-BCF380BF0512}"/>
              </a:ext>
            </a:extLst>
          </p:cNvPr>
          <p:cNvSpPr>
            <a:spLocks noChangeArrowheads="1"/>
          </p:cNvSpPr>
          <p:nvPr/>
        </p:nvSpPr>
        <p:spPr bwMode="auto">
          <a:xfrm>
            <a:off x="7090569" y="5565189"/>
            <a:ext cx="112712"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n</a:t>
            </a:r>
          </a:p>
        </p:txBody>
      </p:sp>
      <p:sp>
        <p:nvSpPr>
          <p:cNvPr id="81" name="Line 136">
            <a:extLst>
              <a:ext uri="{FF2B5EF4-FFF2-40B4-BE49-F238E27FC236}">
                <a16:creationId xmlns:a16="http://schemas.microsoft.com/office/drawing/2014/main" id="{A9F80535-31A7-B1DB-CC85-501847F98238}"/>
              </a:ext>
            </a:extLst>
          </p:cNvPr>
          <p:cNvSpPr>
            <a:spLocks noChangeShapeType="1"/>
          </p:cNvSpPr>
          <p:nvPr/>
        </p:nvSpPr>
        <p:spPr bwMode="auto">
          <a:xfrm flipH="1">
            <a:off x="8192294" y="5636626"/>
            <a:ext cx="144462" cy="857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 name="Rectangle 137">
            <a:extLst>
              <a:ext uri="{FF2B5EF4-FFF2-40B4-BE49-F238E27FC236}">
                <a16:creationId xmlns:a16="http://schemas.microsoft.com/office/drawing/2014/main" id="{8206BE69-7506-1ED7-B573-1E39D8E6C509}"/>
              </a:ext>
            </a:extLst>
          </p:cNvPr>
          <p:cNvSpPr>
            <a:spLocks noChangeArrowheads="1"/>
          </p:cNvSpPr>
          <p:nvPr/>
        </p:nvSpPr>
        <p:spPr bwMode="auto">
          <a:xfrm>
            <a:off x="8422481" y="5560426"/>
            <a:ext cx="112713" cy="22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n</a:t>
            </a:r>
          </a:p>
        </p:txBody>
      </p:sp>
      <p:sp>
        <p:nvSpPr>
          <p:cNvPr id="83" name="Line 140">
            <a:extLst>
              <a:ext uri="{FF2B5EF4-FFF2-40B4-BE49-F238E27FC236}">
                <a16:creationId xmlns:a16="http://schemas.microsoft.com/office/drawing/2014/main" id="{5EB36804-0B45-69B1-4A79-D1263E4A5335}"/>
              </a:ext>
            </a:extLst>
          </p:cNvPr>
          <p:cNvSpPr>
            <a:spLocks noChangeShapeType="1"/>
          </p:cNvSpPr>
          <p:nvPr/>
        </p:nvSpPr>
        <p:spPr bwMode="auto">
          <a:xfrm flipH="1">
            <a:off x="4826794" y="2936289"/>
            <a:ext cx="107950" cy="1444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 name="Rectangle 141">
            <a:extLst>
              <a:ext uri="{FF2B5EF4-FFF2-40B4-BE49-F238E27FC236}">
                <a16:creationId xmlns:a16="http://schemas.microsoft.com/office/drawing/2014/main" id="{1C4484C6-50EA-BEF9-43B8-CB9B64C09EC2}"/>
              </a:ext>
            </a:extLst>
          </p:cNvPr>
          <p:cNvSpPr>
            <a:spLocks noChangeArrowheads="1"/>
          </p:cNvSpPr>
          <p:nvPr/>
        </p:nvSpPr>
        <p:spPr bwMode="auto">
          <a:xfrm>
            <a:off x="4822031" y="2685464"/>
            <a:ext cx="112713"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n</a:t>
            </a:r>
          </a:p>
        </p:txBody>
      </p:sp>
      <p:sp>
        <p:nvSpPr>
          <p:cNvPr id="85" name="Line 142">
            <a:extLst>
              <a:ext uri="{FF2B5EF4-FFF2-40B4-BE49-F238E27FC236}">
                <a16:creationId xmlns:a16="http://schemas.microsoft.com/office/drawing/2014/main" id="{30421876-CD33-9F1A-2A8D-22B9EAD7B381}"/>
              </a:ext>
            </a:extLst>
          </p:cNvPr>
          <p:cNvSpPr>
            <a:spLocks noChangeShapeType="1"/>
          </p:cNvSpPr>
          <p:nvPr/>
        </p:nvSpPr>
        <p:spPr bwMode="auto">
          <a:xfrm flipH="1">
            <a:off x="4831556" y="3907839"/>
            <a:ext cx="107950" cy="1444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 name="Rectangle 143">
            <a:extLst>
              <a:ext uri="{FF2B5EF4-FFF2-40B4-BE49-F238E27FC236}">
                <a16:creationId xmlns:a16="http://schemas.microsoft.com/office/drawing/2014/main" id="{21F52D01-106D-C170-5FBD-A2C6D5232AEE}"/>
              </a:ext>
            </a:extLst>
          </p:cNvPr>
          <p:cNvSpPr>
            <a:spLocks noChangeArrowheads="1"/>
          </p:cNvSpPr>
          <p:nvPr/>
        </p:nvSpPr>
        <p:spPr bwMode="auto">
          <a:xfrm>
            <a:off x="4826794" y="3657014"/>
            <a:ext cx="112712"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n</a:t>
            </a:r>
          </a:p>
        </p:txBody>
      </p:sp>
      <p:sp>
        <p:nvSpPr>
          <p:cNvPr id="87" name="Line 144">
            <a:extLst>
              <a:ext uri="{FF2B5EF4-FFF2-40B4-BE49-F238E27FC236}">
                <a16:creationId xmlns:a16="http://schemas.microsoft.com/office/drawing/2014/main" id="{133CE95F-DD21-2389-E8DF-12F740447BD6}"/>
              </a:ext>
            </a:extLst>
          </p:cNvPr>
          <p:cNvSpPr>
            <a:spLocks noChangeShapeType="1"/>
          </p:cNvSpPr>
          <p:nvPr/>
        </p:nvSpPr>
        <p:spPr bwMode="auto">
          <a:xfrm flipH="1">
            <a:off x="4831556" y="4879389"/>
            <a:ext cx="107950" cy="1444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 name="Rectangle 145">
            <a:extLst>
              <a:ext uri="{FF2B5EF4-FFF2-40B4-BE49-F238E27FC236}">
                <a16:creationId xmlns:a16="http://schemas.microsoft.com/office/drawing/2014/main" id="{B525CAD0-A582-760F-C1D3-1ECBDA7478F2}"/>
              </a:ext>
            </a:extLst>
          </p:cNvPr>
          <p:cNvSpPr>
            <a:spLocks noChangeArrowheads="1"/>
          </p:cNvSpPr>
          <p:nvPr/>
        </p:nvSpPr>
        <p:spPr bwMode="auto">
          <a:xfrm>
            <a:off x="4826794" y="4628564"/>
            <a:ext cx="112712"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n</a:t>
            </a:r>
          </a:p>
        </p:txBody>
      </p:sp>
      <p:sp>
        <p:nvSpPr>
          <p:cNvPr id="89" name="Line 146">
            <a:extLst>
              <a:ext uri="{FF2B5EF4-FFF2-40B4-BE49-F238E27FC236}">
                <a16:creationId xmlns:a16="http://schemas.microsoft.com/office/drawing/2014/main" id="{A966043F-B121-BCA4-E12F-8B29C7B69F5F}"/>
              </a:ext>
            </a:extLst>
          </p:cNvPr>
          <p:cNvSpPr>
            <a:spLocks noChangeShapeType="1"/>
          </p:cNvSpPr>
          <p:nvPr/>
        </p:nvSpPr>
        <p:spPr bwMode="auto">
          <a:xfrm flipH="1">
            <a:off x="4826794" y="1963151"/>
            <a:ext cx="107950" cy="1444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 name="Rectangle 147">
            <a:extLst>
              <a:ext uri="{FF2B5EF4-FFF2-40B4-BE49-F238E27FC236}">
                <a16:creationId xmlns:a16="http://schemas.microsoft.com/office/drawing/2014/main" id="{1CA53A29-712E-4E2B-38D9-8F406A8B427A}"/>
              </a:ext>
            </a:extLst>
          </p:cNvPr>
          <p:cNvSpPr>
            <a:spLocks noChangeArrowheads="1"/>
          </p:cNvSpPr>
          <p:nvPr/>
        </p:nvSpPr>
        <p:spPr bwMode="auto">
          <a:xfrm>
            <a:off x="4822031" y="1712326"/>
            <a:ext cx="112713" cy="22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n</a:t>
            </a:r>
          </a:p>
        </p:txBody>
      </p:sp>
      <p:sp>
        <p:nvSpPr>
          <p:cNvPr id="91" name="Rectangle 150">
            <a:extLst>
              <a:ext uri="{FF2B5EF4-FFF2-40B4-BE49-F238E27FC236}">
                <a16:creationId xmlns:a16="http://schemas.microsoft.com/office/drawing/2014/main" id="{94C44C22-7D46-AC53-6077-A08B8C82E6DA}"/>
              </a:ext>
            </a:extLst>
          </p:cNvPr>
          <p:cNvSpPr>
            <a:spLocks noChangeArrowheads="1"/>
          </p:cNvSpPr>
          <p:nvPr/>
        </p:nvSpPr>
        <p:spPr bwMode="auto">
          <a:xfrm>
            <a:off x="3172619" y="5603289"/>
            <a:ext cx="2698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t>3</a:t>
            </a:r>
            <a:r>
              <a:rPr lang="zh-CN" altLang="en-US" sz="2400" b="0"/>
              <a:t>端口</a:t>
            </a:r>
            <a:r>
              <a:rPr lang="en-US" altLang="zh-CN" sz="2400" b="0"/>
              <a:t>4</a:t>
            </a:r>
            <a:r>
              <a:rPr lang="en-US" altLang="zh-CN" sz="1800" b="0">
                <a:latin typeface="Arial" panose="020B0604020202020204" pitchFamily="34" charset="0"/>
              </a:rPr>
              <a:t>×</a:t>
            </a:r>
            <a:r>
              <a:rPr lang="en-US" altLang="zh-CN" sz="2400" b="0"/>
              <a:t>n</a:t>
            </a:r>
            <a:r>
              <a:rPr lang="zh-CN" altLang="en-US" sz="2400" b="0"/>
              <a:t>寄存器组</a:t>
            </a:r>
          </a:p>
        </p:txBody>
      </p:sp>
    </p:spTree>
    <p:extLst>
      <p:ext uri="{BB962C8B-B14F-4D97-AF65-F5344CB8AC3E}">
        <p14:creationId xmlns:p14="http://schemas.microsoft.com/office/powerpoint/2010/main" val="18526359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0F6236-E5E2-4382-D646-BD86E202C75C}"/>
              </a:ext>
            </a:extLst>
          </p:cNvPr>
          <p:cNvSpPr>
            <a:spLocks noGrp="1"/>
          </p:cNvSpPr>
          <p:nvPr>
            <p:ph type="title"/>
          </p:nvPr>
        </p:nvSpPr>
        <p:spPr/>
        <p:txBody>
          <a:bodyPr>
            <a:normAutofit/>
          </a:bodyPr>
          <a:lstStyle/>
          <a:p>
            <a:pPr algn="ctr">
              <a:lnSpc>
                <a:spcPct val="85000"/>
              </a:lnSpc>
              <a:spcAft>
                <a:spcPct val="0"/>
              </a:spcAft>
              <a:buFontTx/>
              <a:buNone/>
            </a:pPr>
            <a:r>
              <a:rPr lang="zh-CN" altLang="en-US" sz="3200" dirty="0"/>
              <a:t>寄存器组的三态门实现</a:t>
            </a:r>
          </a:p>
        </p:txBody>
      </p:sp>
      <p:sp>
        <p:nvSpPr>
          <p:cNvPr id="4" name="页脚占位符 3">
            <a:extLst>
              <a:ext uri="{FF2B5EF4-FFF2-40B4-BE49-F238E27FC236}">
                <a16:creationId xmlns:a16="http://schemas.microsoft.com/office/drawing/2014/main" id="{4D15DC87-65B8-FBA6-9EAD-27E861A52995}"/>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F2BD20AB-942F-EB1D-DDA5-E4DD0198E601}"/>
              </a:ext>
            </a:extLst>
          </p:cNvPr>
          <p:cNvSpPr>
            <a:spLocks noGrp="1"/>
          </p:cNvSpPr>
          <p:nvPr>
            <p:ph type="sldNum" sz="quarter" idx="12"/>
          </p:nvPr>
        </p:nvSpPr>
        <p:spPr/>
        <p:txBody>
          <a:bodyPr/>
          <a:lstStyle/>
          <a:p>
            <a:fld id="{9E260BC5-5BF3-8746-862B-DC45E9CAA88B}" type="slidenum">
              <a:rPr lang="en-US" smtClean="0"/>
              <a:pPr/>
              <a:t>31</a:t>
            </a:fld>
            <a:r>
              <a:rPr lang="en-US" altLang="zh-CN" dirty="0"/>
              <a:t>/34</a:t>
            </a:r>
            <a:endParaRPr lang="en-US" dirty="0"/>
          </a:p>
        </p:txBody>
      </p:sp>
      <p:pic>
        <p:nvPicPr>
          <p:cNvPr id="6" name="Picture 5" descr="regfile3">
            <a:extLst>
              <a:ext uri="{FF2B5EF4-FFF2-40B4-BE49-F238E27FC236}">
                <a16:creationId xmlns:a16="http://schemas.microsoft.com/office/drawing/2014/main" id="{76ECDF80-7775-1F8D-F351-D683AEA42C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5123" y="598805"/>
            <a:ext cx="6543675" cy="593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7">
            <a:extLst>
              <a:ext uri="{FF2B5EF4-FFF2-40B4-BE49-F238E27FC236}">
                <a16:creationId xmlns:a16="http://schemas.microsoft.com/office/drawing/2014/main" id="{3DDF8607-26BB-D4B3-3DE1-CF681DD76B69}"/>
              </a:ext>
            </a:extLst>
          </p:cNvPr>
          <p:cNvSpPr>
            <a:spLocks noChangeArrowheads="1"/>
          </p:cNvSpPr>
          <p:nvPr/>
        </p:nvSpPr>
        <p:spPr bwMode="auto">
          <a:xfrm>
            <a:off x="129132" y="6048926"/>
            <a:ext cx="2805454" cy="47390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tIns="11880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000" b="0" dirty="0">
                <a:latin typeface="Microsoft YaHei" panose="020B0503020204020204" pitchFamily="34" charset="-122"/>
                <a:ea typeface="Microsoft YaHei" panose="020B0503020204020204" pitchFamily="34" charset="-122"/>
              </a:rPr>
              <a:t>3</a:t>
            </a:r>
            <a:r>
              <a:rPr lang="zh-CN" altLang="en-US" sz="2000" b="0" dirty="0">
                <a:latin typeface="Microsoft YaHei" panose="020B0503020204020204" pitchFamily="34" charset="-122"/>
                <a:ea typeface="Microsoft YaHei" panose="020B0503020204020204" pitchFamily="34" charset="-122"/>
              </a:rPr>
              <a:t>端口</a:t>
            </a:r>
            <a:r>
              <a:rPr lang="en-US" altLang="zh-CN" sz="2000" b="0" dirty="0">
                <a:latin typeface="Microsoft YaHei" panose="020B0503020204020204" pitchFamily="34" charset="-122"/>
                <a:ea typeface="Microsoft YaHei" panose="020B0503020204020204" pitchFamily="34" charset="-122"/>
              </a:rPr>
              <a:t>4×32</a:t>
            </a:r>
            <a:r>
              <a:rPr lang="zh-CN" altLang="en-US" sz="2000" b="0" dirty="0">
                <a:latin typeface="Microsoft YaHei" panose="020B0503020204020204" pitchFamily="34" charset="-122"/>
                <a:ea typeface="Microsoft YaHei" panose="020B0503020204020204" pitchFamily="34" charset="-122"/>
              </a:rPr>
              <a:t>寄存器组</a:t>
            </a:r>
          </a:p>
        </p:txBody>
      </p:sp>
      <p:sp>
        <p:nvSpPr>
          <p:cNvPr id="8" name="文本框 7">
            <a:extLst>
              <a:ext uri="{FF2B5EF4-FFF2-40B4-BE49-F238E27FC236}">
                <a16:creationId xmlns:a16="http://schemas.microsoft.com/office/drawing/2014/main" id="{2B0BB513-CF69-60D2-0F16-6B329C5EE365}"/>
              </a:ext>
            </a:extLst>
          </p:cNvPr>
          <p:cNvSpPr txBox="1"/>
          <p:nvPr/>
        </p:nvSpPr>
        <p:spPr>
          <a:xfrm>
            <a:off x="7765794" y="5426849"/>
            <a:ext cx="1970165" cy="1200329"/>
          </a:xfrm>
          <a:prstGeom prst="rect">
            <a:avLst/>
          </a:prstGeom>
          <a:noFill/>
        </p:spPr>
        <p:txBody>
          <a:bodyPr wrap="square" rtlCol="0">
            <a:spAutoFit/>
          </a:bodyPr>
          <a:lstStyle/>
          <a:p>
            <a:pPr algn="r"/>
            <a:r>
              <a:rPr kumimoji="1" lang="de-DE" altLang="zh-CN" dirty="0">
                <a:latin typeface="Microsoft YaHei" panose="020B0503020204020204" pitchFamily="34" charset="-122"/>
                <a:ea typeface="Microsoft YaHei" panose="020B0503020204020204" pitchFamily="34" charset="-122"/>
              </a:rPr>
              <a:t>DST: Destination</a:t>
            </a:r>
          </a:p>
          <a:p>
            <a:pPr algn="r"/>
            <a:r>
              <a:rPr kumimoji="1" lang="de-DE" altLang="zh-CN" dirty="0">
                <a:latin typeface="Microsoft YaHei" panose="020B0503020204020204" pitchFamily="34" charset="-122"/>
                <a:ea typeface="Microsoft YaHei" panose="020B0503020204020204" pitchFamily="34" charset="-122"/>
              </a:rPr>
              <a:t>SRC: Source</a:t>
            </a:r>
          </a:p>
          <a:p>
            <a:pPr algn="r"/>
            <a:r>
              <a:rPr kumimoji="1" lang="de-DE" altLang="zh-CN" dirty="0" err="1">
                <a:latin typeface="Microsoft YaHei" panose="020B0503020204020204" pitchFamily="34" charset="-122"/>
                <a:ea typeface="Microsoft YaHei" panose="020B0503020204020204" pitchFamily="34" charset="-122"/>
              </a:rPr>
              <a:t>Addr</a:t>
            </a:r>
            <a:r>
              <a:rPr kumimoji="1" lang="en-US" altLang="zh-CN" dirty="0">
                <a:latin typeface="Microsoft YaHei" panose="020B0503020204020204" pitchFamily="34" charset="-122"/>
                <a:ea typeface="Microsoft YaHei" panose="020B0503020204020204" pitchFamily="34" charset="-122"/>
              </a:rPr>
              <a:t>: Address</a:t>
            </a:r>
            <a:endParaRPr kumimoji="1"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3727330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B7C111-5179-2F76-4C9A-E1FBC9E0DF2D}"/>
              </a:ext>
            </a:extLst>
          </p:cNvPr>
          <p:cNvSpPr>
            <a:spLocks noGrp="1"/>
          </p:cNvSpPr>
          <p:nvPr>
            <p:ph type="title"/>
          </p:nvPr>
        </p:nvSpPr>
        <p:spPr/>
        <p:txBody>
          <a:bodyPr>
            <a:normAutofit fontScale="90000"/>
          </a:bodyPr>
          <a:lstStyle/>
          <a:p>
            <a:r>
              <a:rPr lang="zh-CN" altLang="en-US" dirty="0"/>
              <a:t>算术逻辑单元</a:t>
            </a:r>
            <a:r>
              <a:rPr lang="en-US" altLang="zh-CN" dirty="0"/>
              <a:t>(Arithmetic Logic Unit: ALU)</a:t>
            </a:r>
            <a:endParaRPr kumimoji="1" lang="zh-CN" altLang="en-US" dirty="0"/>
          </a:p>
        </p:txBody>
      </p:sp>
      <p:sp>
        <p:nvSpPr>
          <p:cNvPr id="3" name="内容占位符 2">
            <a:extLst>
              <a:ext uri="{FF2B5EF4-FFF2-40B4-BE49-F238E27FC236}">
                <a16:creationId xmlns:a16="http://schemas.microsoft.com/office/drawing/2014/main" id="{31955C19-6BC4-82FE-B0CE-AFBF2E1E6139}"/>
              </a:ext>
            </a:extLst>
          </p:cNvPr>
          <p:cNvSpPr>
            <a:spLocks noGrp="1"/>
          </p:cNvSpPr>
          <p:nvPr>
            <p:ph idx="1"/>
          </p:nvPr>
        </p:nvSpPr>
        <p:spPr/>
        <p:txBody>
          <a:bodyPr/>
          <a:lstStyle/>
          <a:p>
            <a:r>
              <a:rPr lang="zh-CN" altLang="en-US" dirty="0"/>
              <a:t>设计</a:t>
            </a:r>
            <a:r>
              <a:rPr lang="en-US" altLang="zh-CN" dirty="0"/>
              <a:t>8</a:t>
            </a:r>
            <a:r>
              <a:rPr lang="zh-CN" altLang="en-US" dirty="0"/>
              <a:t>位</a:t>
            </a:r>
            <a:r>
              <a:rPr lang="en-US" altLang="zh-CN" dirty="0"/>
              <a:t>ALU</a:t>
            </a:r>
          </a:p>
          <a:p>
            <a:endParaRPr kumimoji="1" lang="zh-CN" altLang="en-US" dirty="0"/>
          </a:p>
        </p:txBody>
      </p:sp>
      <p:sp>
        <p:nvSpPr>
          <p:cNvPr id="4" name="页脚占位符 3">
            <a:extLst>
              <a:ext uri="{FF2B5EF4-FFF2-40B4-BE49-F238E27FC236}">
                <a16:creationId xmlns:a16="http://schemas.microsoft.com/office/drawing/2014/main" id="{5FD82F95-CB37-171C-1A51-92D55EB7D39E}"/>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40EC88E1-6243-81A7-1881-6DE038285AAE}"/>
              </a:ext>
            </a:extLst>
          </p:cNvPr>
          <p:cNvSpPr>
            <a:spLocks noGrp="1"/>
          </p:cNvSpPr>
          <p:nvPr>
            <p:ph type="sldNum" sz="quarter" idx="12"/>
          </p:nvPr>
        </p:nvSpPr>
        <p:spPr/>
        <p:txBody>
          <a:bodyPr/>
          <a:lstStyle/>
          <a:p>
            <a:fld id="{9E260BC5-5BF3-8746-862B-DC45E9CAA88B}" type="slidenum">
              <a:rPr lang="en-US" smtClean="0"/>
              <a:pPr/>
              <a:t>32</a:t>
            </a:fld>
            <a:r>
              <a:rPr lang="en-US" altLang="zh-CN" dirty="0"/>
              <a:t>/34</a:t>
            </a:r>
            <a:endParaRPr lang="en-US" dirty="0"/>
          </a:p>
        </p:txBody>
      </p:sp>
      <p:sp>
        <p:nvSpPr>
          <p:cNvPr id="6" name="Rectangle 75">
            <a:extLst>
              <a:ext uri="{FF2B5EF4-FFF2-40B4-BE49-F238E27FC236}">
                <a16:creationId xmlns:a16="http://schemas.microsoft.com/office/drawing/2014/main" id="{2D6EB460-AB1C-E6AD-00B9-D642F27F3A76}"/>
              </a:ext>
            </a:extLst>
          </p:cNvPr>
          <p:cNvSpPr>
            <a:spLocks noChangeArrowheads="1"/>
          </p:cNvSpPr>
          <p:nvPr/>
        </p:nvSpPr>
        <p:spPr bwMode="auto">
          <a:xfrm>
            <a:off x="6030829" y="1063208"/>
            <a:ext cx="1747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FontTx/>
              <a:buNone/>
            </a:pPr>
            <a:r>
              <a:rPr lang="en-US" altLang="zh-CN" sz="2400">
                <a:cs typeface="Times New Roman" panose="02020603050405020304" pitchFamily="18" charset="0"/>
              </a:rPr>
              <a:t>ALU</a:t>
            </a:r>
            <a:r>
              <a:rPr lang="zh-CN" altLang="en-US" sz="2400">
                <a:cs typeface="Times New Roman" panose="02020603050405020304" pitchFamily="18" charset="0"/>
              </a:rPr>
              <a:t>功能表</a:t>
            </a:r>
            <a:endParaRPr lang="zh-CN" altLang="en-US" sz="3600">
              <a:latin typeface="Arial" panose="020B0604020202020204" pitchFamily="34" charset="0"/>
              <a:cs typeface="Times New Roman" panose="02020603050405020304" pitchFamily="18" charset="0"/>
            </a:endParaRPr>
          </a:p>
        </p:txBody>
      </p:sp>
      <p:graphicFrame>
        <p:nvGraphicFramePr>
          <p:cNvPr id="7" name="Group 383">
            <a:extLst>
              <a:ext uri="{FF2B5EF4-FFF2-40B4-BE49-F238E27FC236}">
                <a16:creationId xmlns:a16="http://schemas.microsoft.com/office/drawing/2014/main" id="{8D2018FD-6B90-767B-6EFC-5B435DF06328}"/>
              </a:ext>
            </a:extLst>
          </p:cNvPr>
          <p:cNvGraphicFramePr>
            <a:graphicFrameLocks noGrp="1"/>
          </p:cNvGraphicFramePr>
          <p:nvPr>
            <p:extLst>
              <p:ext uri="{D42A27DB-BD31-4B8C-83A1-F6EECF244321}">
                <p14:modId xmlns:p14="http://schemas.microsoft.com/office/powerpoint/2010/main" val="876022521"/>
              </p:ext>
            </p:extLst>
          </p:nvPr>
        </p:nvGraphicFramePr>
        <p:xfrm>
          <a:off x="4610017" y="1568033"/>
          <a:ext cx="4716462" cy="4337053"/>
        </p:xfrm>
        <a:graphic>
          <a:graphicData uri="http://schemas.openxmlformats.org/drawingml/2006/table">
            <a:tbl>
              <a:tblPr/>
              <a:tblGrid>
                <a:gridCol w="1479550">
                  <a:extLst>
                    <a:ext uri="{9D8B030D-6E8A-4147-A177-3AD203B41FA5}">
                      <a16:colId xmlns:a16="http://schemas.microsoft.com/office/drawing/2014/main" val="20000"/>
                    </a:ext>
                  </a:extLst>
                </a:gridCol>
                <a:gridCol w="1123950">
                  <a:extLst>
                    <a:ext uri="{9D8B030D-6E8A-4147-A177-3AD203B41FA5}">
                      <a16:colId xmlns:a16="http://schemas.microsoft.com/office/drawing/2014/main" val="20001"/>
                    </a:ext>
                  </a:extLst>
                </a:gridCol>
                <a:gridCol w="2112962">
                  <a:extLst>
                    <a:ext uri="{9D8B030D-6E8A-4147-A177-3AD203B41FA5}">
                      <a16:colId xmlns:a16="http://schemas.microsoft.com/office/drawing/2014/main" val="20002"/>
                    </a:ext>
                  </a:extLst>
                </a:gridCol>
              </a:tblGrid>
              <a:tr h="495300">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 </a:t>
                      </a: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 </a:t>
                      </a: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a:t>
                      </a: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a:noFill/>
                    </a:lnL>
                    <a:lnR w="254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H</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F</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（标志）</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w="25400" cap="flat" cmpd="sng" algn="ctr">
                      <a:solidFill>
                        <a:srgbClr val="000000"/>
                      </a:solidFill>
                      <a:prstDash val="solid"/>
                      <a:round/>
                      <a:headEnd type="none" w="med" len="med"/>
                      <a:tailEnd type="none" w="med" len="med"/>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7975">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0   0   0   0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a:noFill/>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w="254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8">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V</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：溢出标志</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C</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：进位</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加法</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借位</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减法</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标志</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N</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：负数标志</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Z</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：零标志</a:t>
                      </a:r>
                    </a:p>
                  </a:txBody>
                  <a:tcPr marL="90000" marR="90000" marT="0" marB="0" anchor="ctr" horzOverflow="overflow">
                    <a:lnL w="28575" cap="flat" cmpd="sng" algn="ctr">
                      <a:solidFill>
                        <a:srgbClr val="000000"/>
                      </a:solidFill>
                      <a:prstDash val="solid"/>
                      <a:round/>
                      <a:headEnd type="none" w="med" len="med"/>
                      <a:tailEnd type="none" w="med" len="med"/>
                    </a:lnL>
                    <a:lnR>
                      <a:noFill/>
                    </a:lnR>
                    <a:lnT w="28575"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9563">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0   0   0   1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a:noFill/>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w="254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2"/>
                  </a:ext>
                </a:extLst>
              </a:tr>
              <a:tr h="307975">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0   0   1   0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a:noFill/>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X+Y</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w="254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3"/>
                  </a:ext>
                </a:extLst>
              </a:tr>
              <a:tr h="309563">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0   0   1   1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a:noFill/>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X+Y+1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w="254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4"/>
                  </a:ext>
                </a:extLst>
              </a:tr>
              <a:tr h="401638">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0   1   0   0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a:noFill/>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X-Y-1</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5"/>
                  </a:ext>
                </a:extLst>
              </a:tr>
              <a:tr h="307975">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0   1   0   1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a:noFill/>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X-Y</a:t>
                      </a:r>
                    </a:p>
                  </a:txBody>
                  <a:tcPr marL="90000" marR="9000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6"/>
                  </a:ext>
                </a:extLst>
              </a:tr>
              <a:tr h="307975">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0   1   1   0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a:noFill/>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7"/>
                  </a:ext>
                </a:extLst>
              </a:tr>
              <a:tr h="309563">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0   1   1   1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a:noFill/>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8"/>
                  </a:ext>
                </a:extLst>
              </a:tr>
              <a:tr h="307975">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0   0   x</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a:noFill/>
                    </a:lnL>
                    <a:lnR w="254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X&amp;Y</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4">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Z</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：零标志</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N</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和</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：任意</a:t>
                      </a:r>
                    </a:p>
                  </a:txBody>
                  <a:tcPr marL="90000" marR="90000" marT="0" marB="0" anchor="ctr" horzOverflow="overflow">
                    <a:lnL w="25400" cap="flat" cmpd="sng" algn="ctr">
                      <a:solidFill>
                        <a:srgbClr val="000000"/>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09563">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0   1   x</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a:noFill/>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X|Y</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10"/>
                  </a:ext>
                </a:extLst>
              </a:tr>
              <a:tr h="307975">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1   0   x</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a:noFill/>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0000" marR="9000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11"/>
                  </a:ext>
                </a:extLst>
              </a:tr>
              <a:tr h="354013">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1   1   x</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a:noFill/>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12"/>
                  </a:ext>
                </a:extLst>
              </a:tr>
            </a:tbl>
          </a:graphicData>
        </a:graphic>
      </p:graphicFrame>
      <p:graphicFrame>
        <p:nvGraphicFramePr>
          <p:cNvPr id="8" name="Object 2">
            <a:extLst>
              <a:ext uri="{FF2B5EF4-FFF2-40B4-BE49-F238E27FC236}">
                <a16:creationId xmlns:a16="http://schemas.microsoft.com/office/drawing/2014/main" id="{E6D65AB2-5DC2-72BC-FD70-E5E2FFA7FE6A}"/>
              </a:ext>
            </a:extLst>
          </p:cNvPr>
          <p:cNvGraphicFramePr>
            <a:graphicFrameLocks noChangeAspect="1"/>
          </p:cNvGraphicFramePr>
          <p:nvPr>
            <p:extLst>
              <p:ext uri="{D42A27DB-BD31-4B8C-83A1-F6EECF244321}">
                <p14:modId xmlns:p14="http://schemas.microsoft.com/office/powerpoint/2010/main" val="2244739696"/>
              </p:ext>
            </p:extLst>
          </p:nvPr>
        </p:nvGraphicFramePr>
        <p:xfrm>
          <a:off x="6329279" y="5268495"/>
          <a:ext cx="620713" cy="287338"/>
        </p:xfrm>
        <a:graphic>
          <a:graphicData uri="http://schemas.openxmlformats.org/presentationml/2006/ole">
            <mc:AlternateContent xmlns:mc="http://schemas.openxmlformats.org/markup-compatibility/2006">
              <mc:Choice xmlns:v="urn:schemas-microsoft-com:vml" Requires="v">
                <p:oleObj name="公式" r:id="rId3" imgW="444114" imgH="177646" progId="Equation.3">
                  <p:embed/>
                </p:oleObj>
              </mc:Choice>
              <mc:Fallback>
                <p:oleObj name="公式" r:id="rId3" imgW="444114" imgH="177646" progId="Equation.3">
                  <p:embed/>
                  <p:pic>
                    <p:nvPicPr>
                      <p:cNvPr id="50231"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9279" y="5268495"/>
                        <a:ext cx="620713"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3">
            <a:extLst>
              <a:ext uri="{FF2B5EF4-FFF2-40B4-BE49-F238E27FC236}">
                <a16:creationId xmlns:a16="http://schemas.microsoft.com/office/drawing/2014/main" id="{516658F8-E5FE-2333-98C5-75D24A891348}"/>
              </a:ext>
            </a:extLst>
          </p:cNvPr>
          <p:cNvGraphicFramePr>
            <a:graphicFrameLocks noChangeAspect="1"/>
          </p:cNvGraphicFramePr>
          <p:nvPr>
            <p:extLst>
              <p:ext uri="{D42A27DB-BD31-4B8C-83A1-F6EECF244321}">
                <p14:modId xmlns:p14="http://schemas.microsoft.com/office/powerpoint/2010/main" val="2292596898"/>
              </p:ext>
            </p:extLst>
          </p:nvPr>
        </p:nvGraphicFramePr>
        <p:xfrm>
          <a:off x="6508667" y="5563770"/>
          <a:ext cx="261937" cy="323850"/>
        </p:xfrm>
        <a:graphic>
          <a:graphicData uri="http://schemas.openxmlformats.org/presentationml/2006/ole">
            <mc:AlternateContent xmlns:mc="http://schemas.openxmlformats.org/markup-compatibility/2006">
              <mc:Choice xmlns:v="urn:schemas-microsoft-com:vml" Requires="v">
                <p:oleObj name="公式" r:id="rId5" imgW="164957" imgH="203024" progId="Equation.3">
                  <p:embed/>
                </p:oleObj>
              </mc:Choice>
              <mc:Fallback>
                <p:oleObj name="公式" r:id="rId5" imgW="164957" imgH="203024" progId="Equation.3">
                  <p:embed/>
                  <p:pic>
                    <p:nvPicPr>
                      <p:cNvPr id="50232"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08667" y="5563770"/>
                        <a:ext cx="261937" cy="323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10" name="Group 384">
            <a:extLst>
              <a:ext uri="{FF2B5EF4-FFF2-40B4-BE49-F238E27FC236}">
                <a16:creationId xmlns:a16="http://schemas.microsoft.com/office/drawing/2014/main" id="{B7B349B8-6E47-62A4-D284-BE6CB716DE86}"/>
              </a:ext>
            </a:extLst>
          </p:cNvPr>
          <p:cNvGrpSpPr>
            <a:grpSpLocks/>
          </p:cNvGrpSpPr>
          <p:nvPr/>
        </p:nvGrpSpPr>
        <p:grpSpPr bwMode="auto">
          <a:xfrm>
            <a:off x="790659" y="2489517"/>
            <a:ext cx="2052637" cy="2695575"/>
            <a:chOff x="589" y="2189"/>
            <a:chExt cx="1293" cy="1698"/>
          </a:xfrm>
        </p:grpSpPr>
        <p:sp>
          <p:nvSpPr>
            <p:cNvPr id="11" name="Line 43">
              <a:extLst>
                <a:ext uri="{FF2B5EF4-FFF2-40B4-BE49-F238E27FC236}">
                  <a16:creationId xmlns:a16="http://schemas.microsoft.com/office/drawing/2014/main" id="{67C28635-B930-5DB8-CFA4-95FDE936E459}"/>
                </a:ext>
              </a:extLst>
            </p:cNvPr>
            <p:cNvSpPr>
              <a:spLocks noChangeShapeType="1"/>
            </p:cNvSpPr>
            <p:nvPr/>
          </p:nvSpPr>
          <p:spPr bwMode="auto">
            <a:xfrm>
              <a:off x="589" y="3079"/>
              <a:ext cx="29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2" name="Line 44">
              <a:extLst>
                <a:ext uri="{FF2B5EF4-FFF2-40B4-BE49-F238E27FC236}">
                  <a16:creationId xmlns:a16="http://schemas.microsoft.com/office/drawing/2014/main" id="{5972B4E4-DFA7-0F77-4B2E-0C0574D54AD5}"/>
                </a:ext>
              </a:extLst>
            </p:cNvPr>
            <p:cNvSpPr>
              <a:spLocks noChangeShapeType="1"/>
            </p:cNvSpPr>
            <p:nvPr/>
          </p:nvSpPr>
          <p:spPr bwMode="auto">
            <a:xfrm flipH="1">
              <a:off x="680" y="3033"/>
              <a:ext cx="68" cy="9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Text Box 45">
              <a:extLst>
                <a:ext uri="{FF2B5EF4-FFF2-40B4-BE49-F238E27FC236}">
                  <a16:creationId xmlns:a16="http://schemas.microsoft.com/office/drawing/2014/main" id="{CD9F88AB-1C88-C7CD-85B3-9FF7878889DA}"/>
                </a:ext>
              </a:extLst>
            </p:cNvPr>
            <p:cNvSpPr txBox="1">
              <a:spLocks noChangeArrowheads="1"/>
            </p:cNvSpPr>
            <p:nvPr/>
          </p:nvSpPr>
          <p:spPr bwMode="auto">
            <a:xfrm>
              <a:off x="884" y="2810"/>
              <a:ext cx="998" cy="49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400"/>
                <a:t>ALU</a:t>
              </a:r>
            </a:p>
          </p:txBody>
        </p:sp>
        <p:sp>
          <p:nvSpPr>
            <p:cNvPr id="14" name="Line 46">
              <a:extLst>
                <a:ext uri="{FF2B5EF4-FFF2-40B4-BE49-F238E27FC236}">
                  <a16:creationId xmlns:a16="http://schemas.microsoft.com/office/drawing/2014/main" id="{23AEDDCF-950F-9B85-E3A2-A3229891D1AD}"/>
                </a:ext>
              </a:extLst>
            </p:cNvPr>
            <p:cNvSpPr>
              <a:spLocks noChangeShapeType="1"/>
            </p:cNvSpPr>
            <p:nvPr/>
          </p:nvSpPr>
          <p:spPr bwMode="auto">
            <a:xfrm>
              <a:off x="1613" y="3309"/>
              <a:ext cx="0" cy="341"/>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 name="Line 48">
              <a:extLst>
                <a:ext uri="{FF2B5EF4-FFF2-40B4-BE49-F238E27FC236}">
                  <a16:creationId xmlns:a16="http://schemas.microsoft.com/office/drawing/2014/main" id="{7F8747E9-785B-8943-DE9B-8CDC267136B1}"/>
                </a:ext>
              </a:extLst>
            </p:cNvPr>
            <p:cNvSpPr>
              <a:spLocks noChangeShapeType="1"/>
            </p:cNvSpPr>
            <p:nvPr/>
          </p:nvSpPr>
          <p:spPr bwMode="auto">
            <a:xfrm flipH="1">
              <a:off x="1568" y="3419"/>
              <a:ext cx="91"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Rectangle 49">
              <a:extLst>
                <a:ext uri="{FF2B5EF4-FFF2-40B4-BE49-F238E27FC236}">
                  <a16:creationId xmlns:a16="http://schemas.microsoft.com/office/drawing/2014/main" id="{17EF5526-F496-8816-DDB0-63DEC17B6BDB}"/>
                </a:ext>
              </a:extLst>
            </p:cNvPr>
            <p:cNvSpPr>
              <a:spLocks noChangeArrowheads="1"/>
            </p:cNvSpPr>
            <p:nvPr/>
          </p:nvSpPr>
          <p:spPr bwMode="auto">
            <a:xfrm>
              <a:off x="1432" y="3335"/>
              <a:ext cx="9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400" b="0"/>
                <a:t>8</a:t>
              </a:r>
            </a:p>
          </p:txBody>
        </p:sp>
        <p:sp>
          <p:nvSpPr>
            <p:cNvPr id="17" name="Line 50">
              <a:extLst>
                <a:ext uri="{FF2B5EF4-FFF2-40B4-BE49-F238E27FC236}">
                  <a16:creationId xmlns:a16="http://schemas.microsoft.com/office/drawing/2014/main" id="{4262409E-4667-4D35-6793-EF8AE1246CBE}"/>
                </a:ext>
              </a:extLst>
            </p:cNvPr>
            <p:cNvSpPr>
              <a:spLocks noChangeShapeType="1"/>
            </p:cNvSpPr>
            <p:nvPr/>
          </p:nvSpPr>
          <p:spPr bwMode="auto">
            <a:xfrm>
              <a:off x="1156" y="3306"/>
              <a:ext cx="0" cy="341"/>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Line 51">
              <a:extLst>
                <a:ext uri="{FF2B5EF4-FFF2-40B4-BE49-F238E27FC236}">
                  <a16:creationId xmlns:a16="http://schemas.microsoft.com/office/drawing/2014/main" id="{8D5C8BBE-4BEC-2262-E244-6FDCE5B0C7C4}"/>
                </a:ext>
              </a:extLst>
            </p:cNvPr>
            <p:cNvSpPr>
              <a:spLocks noChangeShapeType="1"/>
            </p:cNvSpPr>
            <p:nvPr/>
          </p:nvSpPr>
          <p:spPr bwMode="auto">
            <a:xfrm flipH="1">
              <a:off x="1111" y="3416"/>
              <a:ext cx="91"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Text Box 54">
              <a:extLst>
                <a:ext uri="{FF2B5EF4-FFF2-40B4-BE49-F238E27FC236}">
                  <a16:creationId xmlns:a16="http://schemas.microsoft.com/office/drawing/2014/main" id="{C8E09576-3428-694A-ADCE-0C7FDD6FA7AB}"/>
                </a:ext>
              </a:extLst>
            </p:cNvPr>
            <p:cNvSpPr txBox="1">
              <a:spLocks noChangeArrowheads="1"/>
            </p:cNvSpPr>
            <p:nvPr/>
          </p:nvSpPr>
          <p:spPr bwMode="auto">
            <a:xfrm>
              <a:off x="589" y="311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000" b="0"/>
                <a:t>S</a:t>
              </a:r>
            </a:p>
          </p:txBody>
        </p:sp>
        <p:sp>
          <p:nvSpPr>
            <p:cNvPr id="20" name="Line 55">
              <a:extLst>
                <a:ext uri="{FF2B5EF4-FFF2-40B4-BE49-F238E27FC236}">
                  <a16:creationId xmlns:a16="http://schemas.microsoft.com/office/drawing/2014/main" id="{2E699A35-948C-EA45-7368-24A428A00672}"/>
                </a:ext>
              </a:extLst>
            </p:cNvPr>
            <p:cNvSpPr>
              <a:spLocks noChangeShapeType="1"/>
            </p:cNvSpPr>
            <p:nvPr/>
          </p:nvSpPr>
          <p:spPr bwMode="auto">
            <a:xfrm>
              <a:off x="1156" y="2470"/>
              <a:ext cx="0" cy="341"/>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56">
              <a:extLst>
                <a:ext uri="{FF2B5EF4-FFF2-40B4-BE49-F238E27FC236}">
                  <a16:creationId xmlns:a16="http://schemas.microsoft.com/office/drawing/2014/main" id="{5A9E7A98-B34D-3BC2-08E3-B63B338CEA4C}"/>
                </a:ext>
              </a:extLst>
            </p:cNvPr>
            <p:cNvSpPr>
              <a:spLocks noChangeShapeType="1"/>
            </p:cNvSpPr>
            <p:nvPr/>
          </p:nvSpPr>
          <p:spPr bwMode="auto">
            <a:xfrm flipH="1">
              <a:off x="1111" y="2580"/>
              <a:ext cx="91"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Rectangle 57">
              <a:extLst>
                <a:ext uri="{FF2B5EF4-FFF2-40B4-BE49-F238E27FC236}">
                  <a16:creationId xmlns:a16="http://schemas.microsoft.com/office/drawing/2014/main" id="{70DA079C-F073-4100-AC56-42E98105ACD9}"/>
                </a:ext>
              </a:extLst>
            </p:cNvPr>
            <p:cNvSpPr>
              <a:spLocks noChangeArrowheads="1"/>
            </p:cNvSpPr>
            <p:nvPr/>
          </p:nvSpPr>
          <p:spPr bwMode="auto">
            <a:xfrm>
              <a:off x="975" y="2496"/>
              <a:ext cx="9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400" b="0"/>
                <a:t>8</a:t>
              </a:r>
            </a:p>
          </p:txBody>
        </p:sp>
        <p:sp>
          <p:nvSpPr>
            <p:cNvPr id="23" name="Line 58">
              <a:extLst>
                <a:ext uri="{FF2B5EF4-FFF2-40B4-BE49-F238E27FC236}">
                  <a16:creationId xmlns:a16="http://schemas.microsoft.com/office/drawing/2014/main" id="{88A7CD57-EDFB-DD17-AD79-C9998B068748}"/>
                </a:ext>
              </a:extLst>
            </p:cNvPr>
            <p:cNvSpPr>
              <a:spLocks noChangeShapeType="1"/>
            </p:cNvSpPr>
            <p:nvPr/>
          </p:nvSpPr>
          <p:spPr bwMode="auto">
            <a:xfrm>
              <a:off x="1610" y="2470"/>
              <a:ext cx="0" cy="341"/>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Line 59">
              <a:extLst>
                <a:ext uri="{FF2B5EF4-FFF2-40B4-BE49-F238E27FC236}">
                  <a16:creationId xmlns:a16="http://schemas.microsoft.com/office/drawing/2014/main" id="{428B5F3F-657F-4D7F-34DE-62BEC3277129}"/>
                </a:ext>
              </a:extLst>
            </p:cNvPr>
            <p:cNvSpPr>
              <a:spLocks noChangeShapeType="1"/>
            </p:cNvSpPr>
            <p:nvPr/>
          </p:nvSpPr>
          <p:spPr bwMode="auto">
            <a:xfrm flipH="1">
              <a:off x="1565" y="2580"/>
              <a:ext cx="91"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Rectangle 60">
              <a:extLst>
                <a:ext uri="{FF2B5EF4-FFF2-40B4-BE49-F238E27FC236}">
                  <a16:creationId xmlns:a16="http://schemas.microsoft.com/office/drawing/2014/main" id="{C0BC1675-0F29-B56D-BC7E-800A6CD69D12}"/>
                </a:ext>
              </a:extLst>
            </p:cNvPr>
            <p:cNvSpPr>
              <a:spLocks noChangeArrowheads="1"/>
            </p:cNvSpPr>
            <p:nvPr/>
          </p:nvSpPr>
          <p:spPr bwMode="auto">
            <a:xfrm>
              <a:off x="1429" y="2496"/>
              <a:ext cx="9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400" b="0"/>
                <a:t>8</a:t>
              </a:r>
            </a:p>
          </p:txBody>
        </p:sp>
        <p:sp>
          <p:nvSpPr>
            <p:cNvPr id="26" name="Text Box 61">
              <a:extLst>
                <a:ext uri="{FF2B5EF4-FFF2-40B4-BE49-F238E27FC236}">
                  <a16:creationId xmlns:a16="http://schemas.microsoft.com/office/drawing/2014/main" id="{940BABB9-8209-30DD-4B39-4EB2DC872E13}"/>
                </a:ext>
              </a:extLst>
            </p:cNvPr>
            <p:cNvSpPr txBox="1">
              <a:spLocks noChangeArrowheads="1"/>
            </p:cNvSpPr>
            <p:nvPr/>
          </p:nvSpPr>
          <p:spPr bwMode="auto">
            <a:xfrm>
              <a:off x="1049" y="2189"/>
              <a:ext cx="24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200" b="0"/>
                <a:t>X</a:t>
              </a:r>
            </a:p>
          </p:txBody>
        </p:sp>
        <p:sp>
          <p:nvSpPr>
            <p:cNvPr id="27" name="Text Box 62">
              <a:extLst>
                <a:ext uri="{FF2B5EF4-FFF2-40B4-BE49-F238E27FC236}">
                  <a16:creationId xmlns:a16="http://schemas.microsoft.com/office/drawing/2014/main" id="{6AB7CF57-F59B-43B0-6D25-4512E4D2A624}"/>
                </a:ext>
              </a:extLst>
            </p:cNvPr>
            <p:cNvSpPr txBox="1">
              <a:spLocks noChangeArrowheads="1"/>
            </p:cNvSpPr>
            <p:nvPr/>
          </p:nvSpPr>
          <p:spPr bwMode="auto">
            <a:xfrm>
              <a:off x="1503" y="2189"/>
              <a:ext cx="24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200" b="0"/>
                <a:t>Y</a:t>
              </a:r>
            </a:p>
          </p:txBody>
        </p:sp>
        <p:sp>
          <p:nvSpPr>
            <p:cNvPr id="28" name="Text Box 63">
              <a:extLst>
                <a:ext uri="{FF2B5EF4-FFF2-40B4-BE49-F238E27FC236}">
                  <a16:creationId xmlns:a16="http://schemas.microsoft.com/office/drawing/2014/main" id="{12B2F218-BC24-27C3-9823-2DDED85F797B}"/>
                </a:ext>
              </a:extLst>
            </p:cNvPr>
            <p:cNvSpPr txBox="1">
              <a:spLocks noChangeArrowheads="1"/>
            </p:cNvSpPr>
            <p:nvPr/>
          </p:nvSpPr>
          <p:spPr bwMode="auto">
            <a:xfrm>
              <a:off x="1489" y="3618"/>
              <a:ext cx="24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200" b="0"/>
                <a:t>H</a:t>
              </a:r>
            </a:p>
          </p:txBody>
        </p:sp>
        <p:sp>
          <p:nvSpPr>
            <p:cNvPr id="29" name="Rectangle 69">
              <a:extLst>
                <a:ext uri="{FF2B5EF4-FFF2-40B4-BE49-F238E27FC236}">
                  <a16:creationId xmlns:a16="http://schemas.microsoft.com/office/drawing/2014/main" id="{DDF8380B-A54A-3AFC-395A-99650EB38A9B}"/>
                </a:ext>
              </a:extLst>
            </p:cNvPr>
            <p:cNvSpPr>
              <a:spLocks noChangeArrowheads="1"/>
            </p:cNvSpPr>
            <p:nvPr/>
          </p:nvSpPr>
          <p:spPr bwMode="auto">
            <a:xfrm>
              <a:off x="658" y="2840"/>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b="0"/>
                <a:t>4</a:t>
              </a:r>
            </a:p>
          </p:txBody>
        </p:sp>
        <p:sp>
          <p:nvSpPr>
            <p:cNvPr id="30" name="Text Box 70">
              <a:extLst>
                <a:ext uri="{FF2B5EF4-FFF2-40B4-BE49-F238E27FC236}">
                  <a16:creationId xmlns:a16="http://schemas.microsoft.com/office/drawing/2014/main" id="{8042EEC8-BBEB-5C6A-E0E8-4D59CC7CADBD}"/>
                </a:ext>
              </a:extLst>
            </p:cNvPr>
            <p:cNvSpPr txBox="1">
              <a:spLocks noChangeArrowheads="1"/>
            </p:cNvSpPr>
            <p:nvPr/>
          </p:nvSpPr>
          <p:spPr bwMode="auto">
            <a:xfrm>
              <a:off x="1046" y="3614"/>
              <a:ext cx="21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200" b="0"/>
                <a:t>F</a:t>
              </a:r>
            </a:p>
          </p:txBody>
        </p:sp>
        <p:sp>
          <p:nvSpPr>
            <p:cNvPr id="31" name="Rectangle 355">
              <a:extLst>
                <a:ext uri="{FF2B5EF4-FFF2-40B4-BE49-F238E27FC236}">
                  <a16:creationId xmlns:a16="http://schemas.microsoft.com/office/drawing/2014/main" id="{755F8955-EEC1-A2DE-878D-6F130200A17B}"/>
                </a:ext>
              </a:extLst>
            </p:cNvPr>
            <p:cNvSpPr>
              <a:spLocks noChangeArrowheads="1"/>
            </p:cNvSpPr>
            <p:nvPr/>
          </p:nvSpPr>
          <p:spPr bwMode="auto">
            <a:xfrm>
              <a:off x="975" y="3373"/>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b="0"/>
                <a:t>4</a:t>
              </a:r>
            </a:p>
          </p:txBody>
        </p:sp>
      </p:grpSp>
    </p:spTree>
    <p:extLst>
      <p:ext uri="{BB962C8B-B14F-4D97-AF65-F5344CB8AC3E}">
        <p14:creationId xmlns:p14="http://schemas.microsoft.com/office/powerpoint/2010/main" val="34721269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0B0DAE-135D-1EBC-5580-2F9BCCB6AAF8}"/>
              </a:ext>
            </a:extLst>
          </p:cNvPr>
          <p:cNvSpPr>
            <a:spLocks noGrp="1"/>
          </p:cNvSpPr>
          <p:nvPr>
            <p:ph type="title"/>
          </p:nvPr>
        </p:nvSpPr>
        <p:spPr/>
        <p:txBody>
          <a:bodyPr>
            <a:normAutofit fontScale="90000"/>
          </a:bodyPr>
          <a:lstStyle/>
          <a:p>
            <a:r>
              <a:rPr lang="zh-CN" altLang="en-US" dirty="0">
                <a:latin typeface="宋体" panose="02010600030101010101" pitchFamily="2" charset="-122"/>
              </a:rPr>
              <a:t>示例</a:t>
            </a:r>
            <a:r>
              <a:rPr lang="en-US" altLang="zh-CN" dirty="0">
                <a:latin typeface="宋体" panose="02010600030101010101" pitchFamily="2" charset="-122"/>
              </a:rPr>
              <a:t>: </a:t>
            </a:r>
            <a:r>
              <a:rPr lang="zh-CN" altLang="en-US" dirty="0"/>
              <a:t>数据通路</a:t>
            </a:r>
            <a:endParaRPr kumimoji="1" lang="zh-CN" altLang="en-US" dirty="0"/>
          </a:p>
        </p:txBody>
      </p:sp>
      <p:sp>
        <p:nvSpPr>
          <p:cNvPr id="3" name="内容占位符 2">
            <a:extLst>
              <a:ext uri="{FF2B5EF4-FFF2-40B4-BE49-F238E27FC236}">
                <a16:creationId xmlns:a16="http://schemas.microsoft.com/office/drawing/2014/main" id="{A9120F0B-3EEB-16E2-D30D-E904BAC3A85C}"/>
              </a:ext>
            </a:extLst>
          </p:cNvPr>
          <p:cNvSpPr>
            <a:spLocks noGrp="1"/>
          </p:cNvSpPr>
          <p:nvPr>
            <p:ph idx="1"/>
          </p:nvPr>
        </p:nvSpPr>
        <p:spPr/>
        <p:txBody>
          <a:bodyPr/>
          <a:lstStyle/>
          <a:p>
            <a:pPr>
              <a:spcAft>
                <a:spcPct val="0"/>
              </a:spcAft>
            </a:pPr>
            <a:r>
              <a:rPr lang="zh-CN" altLang="en-US" dirty="0"/>
              <a:t>寄存器组</a:t>
            </a:r>
          </a:p>
          <a:p>
            <a:pPr lvl="1">
              <a:spcAft>
                <a:spcPct val="0"/>
              </a:spcAft>
            </a:pPr>
            <a:r>
              <a:rPr lang="en-US" altLang="zh-CN" dirty="0"/>
              <a:t>8</a:t>
            </a:r>
            <a:r>
              <a:rPr lang="zh-CN" altLang="en-US" dirty="0"/>
              <a:t>个</a:t>
            </a:r>
            <a:r>
              <a:rPr lang="en-US" altLang="zh-CN" dirty="0"/>
              <a:t>8</a:t>
            </a:r>
            <a:r>
              <a:rPr lang="zh-CN" altLang="en-US" dirty="0"/>
              <a:t>位寄存器，记为</a:t>
            </a:r>
            <a:r>
              <a:rPr lang="en-US" altLang="zh-CN" dirty="0"/>
              <a:t>R0~R7</a:t>
            </a:r>
          </a:p>
          <a:p>
            <a:pPr>
              <a:spcAft>
                <a:spcPct val="0"/>
              </a:spcAft>
            </a:pPr>
            <a:r>
              <a:rPr lang="en-US" altLang="zh-CN" b="0" dirty="0"/>
              <a:t>ALU</a:t>
            </a:r>
            <a:r>
              <a:rPr lang="zh-CN" altLang="en-US" dirty="0"/>
              <a:t>为前例</a:t>
            </a:r>
          </a:p>
          <a:p>
            <a:pPr>
              <a:spcAft>
                <a:spcPct val="0"/>
              </a:spcAft>
            </a:pPr>
            <a:r>
              <a:rPr lang="en-US" altLang="zh-CN" b="0" dirty="0"/>
              <a:t>MEM</a:t>
            </a:r>
            <a:r>
              <a:rPr lang="zh-CN" altLang="en-US" dirty="0"/>
              <a:t>为存储器</a:t>
            </a:r>
            <a:endParaRPr lang="en-US" altLang="zh-CN" dirty="0"/>
          </a:p>
          <a:p>
            <a:pPr lvl="1">
              <a:spcAft>
                <a:spcPct val="0"/>
              </a:spcAft>
            </a:pPr>
            <a:r>
              <a:rPr lang="en-US" altLang="zh-CN" dirty="0"/>
              <a:t>DI/DO: </a:t>
            </a:r>
            <a:r>
              <a:rPr lang="zh-CN" altLang="en-US" dirty="0"/>
              <a:t>输入</a:t>
            </a:r>
            <a:r>
              <a:rPr lang="en-US" altLang="zh-CN" dirty="0"/>
              <a:t>/</a:t>
            </a:r>
            <a:r>
              <a:rPr lang="zh-CN" altLang="en-US" dirty="0"/>
              <a:t>输出数据</a:t>
            </a:r>
          </a:p>
          <a:p>
            <a:pPr lvl="1">
              <a:spcAft>
                <a:spcPct val="0"/>
              </a:spcAft>
            </a:pPr>
            <a:r>
              <a:rPr lang="en-US" altLang="zh-CN" dirty="0"/>
              <a:t>MA: </a:t>
            </a:r>
            <a:r>
              <a:rPr lang="zh-CN" altLang="en-US" dirty="0"/>
              <a:t>地址</a:t>
            </a:r>
          </a:p>
          <a:p>
            <a:pPr lvl="1">
              <a:spcAft>
                <a:spcPct val="0"/>
              </a:spcAft>
            </a:pPr>
            <a:r>
              <a:rPr lang="en-US" altLang="zh-CN" dirty="0"/>
              <a:t>MW: </a:t>
            </a:r>
            <a:r>
              <a:rPr lang="zh-CN" altLang="en-US" dirty="0"/>
              <a:t>写使能</a:t>
            </a:r>
          </a:p>
          <a:p>
            <a:endParaRPr kumimoji="1" lang="zh-CN" altLang="en-US" dirty="0"/>
          </a:p>
        </p:txBody>
      </p:sp>
      <p:sp>
        <p:nvSpPr>
          <p:cNvPr id="4" name="页脚占位符 3">
            <a:extLst>
              <a:ext uri="{FF2B5EF4-FFF2-40B4-BE49-F238E27FC236}">
                <a16:creationId xmlns:a16="http://schemas.microsoft.com/office/drawing/2014/main" id="{5C283535-C679-0A97-DF8C-185991895D72}"/>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C7F367A7-1433-F100-A924-CC1C26BF107C}"/>
              </a:ext>
            </a:extLst>
          </p:cNvPr>
          <p:cNvSpPr>
            <a:spLocks noGrp="1"/>
          </p:cNvSpPr>
          <p:nvPr>
            <p:ph type="sldNum" sz="quarter" idx="12"/>
          </p:nvPr>
        </p:nvSpPr>
        <p:spPr/>
        <p:txBody>
          <a:bodyPr/>
          <a:lstStyle/>
          <a:p>
            <a:fld id="{9E260BC5-5BF3-8746-862B-DC45E9CAA88B}" type="slidenum">
              <a:rPr lang="en-US" smtClean="0"/>
              <a:pPr/>
              <a:t>33</a:t>
            </a:fld>
            <a:r>
              <a:rPr lang="en-US" altLang="zh-CN" dirty="0"/>
              <a:t>/34</a:t>
            </a:r>
            <a:endParaRPr lang="en-US" dirty="0"/>
          </a:p>
        </p:txBody>
      </p:sp>
      <p:sp>
        <p:nvSpPr>
          <p:cNvPr id="6" name="Text Box 123">
            <a:extLst>
              <a:ext uri="{FF2B5EF4-FFF2-40B4-BE49-F238E27FC236}">
                <a16:creationId xmlns:a16="http://schemas.microsoft.com/office/drawing/2014/main" id="{0B089F6F-B126-144D-EA7D-A1B8335E8DD5}"/>
              </a:ext>
            </a:extLst>
          </p:cNvPr>
          <p:cNvSpPr txBox="1">
            <a:spLocks noChangeArrowheads="1"/>
          </p:cNvSpPr>
          <p:nvPr/>
        </p:nvSpPr>
        <p:spPr bwMode="auto">
          <a:xfrm>
            <a:off x="6289941" y="1124143"/>
            <a:ext cx="1855788" cy="133191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200"/>
              <a:t>         </a:t>
            </a:r>
            <a:r>
              <a:rPr lang="en-US" altLang="zh-CN" sz="2000"/>
              <a:t>Register</a:t>
            </a:r>
          </a:p>
          <a:p>
            <a:pPr eaLnBrk="1" hangingPunct="1">
              <a:spcAft>
                <a:spcPct val="0"/>
              </a:spcAft>
              <a:buFontTx/>
              <a:buNone/>
            </a:pPr>
            <a:r>
              <a:rPr lang="en-US" altLang="zh-CN" sz="2200"/>
              <a:t>         </a:t>
            </a:r>
            <a:r>
              <a:rPr lang="en-US" altLang="zh-CN" sz="2000"/>
              <a:t>File</a:t>
            </a:r>
          </a:p>
        </p:txBody>
      </p:sp>
      <p:sp>
        <p:nvSpPr>
          <p:cNvPr id="7" name="Text Box 124">
            <a:extLst>
              <a:ext uri="{FF2B5EF4-FFF2-40B4-BE49-F238E27FC236}">
                <a16:creationId xmlns:a16="http://schemas.microsoft.com/office/drawing/2014/main" id="{68B00FD6-C9F7-4E87-A243-150D19A10CCA}"/>
              </a:ext>
            </a:extLst>
          </p:cNvPr>
          <p:cNvSpPr txBox="1">
            <a:spLocks noChangeArrowheads="1"/>
          </p:cNvSpPr>
          <p:nvPr/>
        </p:nvSpPr>
        <p:spPr bwMode="auto">
          <a:xfrm>
            <a:off x="6482029" y="2095693"/>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A</a:t>
            </a:r>
          </a:p>
        </p:txBody>
      </p:sp>
      <p:sp>
        <p:nvSpPr>
          <p:cNvPr id="8" name="Text Box 125">
            <a:extLst>
              <a:ext uri="{FF2B5EF4-FFF2-40B4-BE49-F238E27FC236}">
                <a16:creationId xmlns:a16="http://schemas.microsoft.com/office/drawing/2014/main" id="{628AEAFF-E8DD-8901-0DF6-E4F63CE280AA}"/>
              </a:ext>
            </a:extLst>
          </p:cNvPr>
          <p:cNvSpPr txBox="1">
            <a:spLocks noChangeArrowheads="1"/>
          </p:cNvSpPr>
          <p:nvPr/>
        </p:nvSpPr>
        <p:spPr bwMode="auto">
          <a:xfrm>
            <a:off x="7593279" y="2095693"/>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800" b="0"/>
              <a:t>B</a:t>
            </a:r>
          </a:p>
        </p:txBody>
      </p:sp>
      <p:sp>
        <p:nvSpPr>
          <p:cNvPr id="9" name="Text Box 126">
            <a:extLst>
              <a:ext uri="{FF2B5EF4-FFF2-40B4-BE49-F238E27FC236}">
                <a16:creationId xmlns:a16="http://schemas.microsoft.com/office/drawing/2014/main" id="{E6E410EE-8A52-48DE-4478-44D46D417D3A}"/>
              </a:ext>
            </a:extLst>
          </p:cNvPr>
          <p:cNvSpPr txBox="1">
            <a:spLocks noChangeArrowheads="1"/>
          </p:cNvSpPr>
          <p:nvPr/>
        </p:nvSpPr>
        <p:spPr bwMode="auto">
          <a:xfrm>
            <a:off x="7056704" y="1128905"/>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D</a:t>
            </a:r>
          </a:p>
        </p:txBody>
      </p:sp>
      <p:sp>
        <p:nvSpPr>
          <p:cNvPr id="10" name="Text Box 127">
            <a:extLst>
              <a:ext uri="{FF2B5EF4-FFF2-40B4-BE49-F238E27FC236}">
                <a16:creationId xmlns:a16="http://schemas.microsoft.com/office/drawing/2014/main" id="{2A1AABB1-AB1D-9D55-8891-140EB769F284}"/>
              </a:ext>
            </a:extLst>
          </p:cNvPr>
          <p:cNvSpPr txBox="1">
            <a:spLocks noChangeArrowheads="1"/>
          </p:cNvSpPr>
          <p:nvPr/>
        </p:nvSpPr>
        <p:spPr bwMode="auto">
          <a:xfrm>
            <a:off x="6348679" y="1154305"/>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DA</a:t>
            </a:r>
          </a:p>
        </p:txBody>
      </p:sp>
      <p:sp>
        <p:nvSpPr>
          <p:cNvPr id="11" name="Text Box 128">
            <a:extLst>
              <a:ext uri="{FF2B5EF4-FFF2-40B4-BE49-F238E27FC236}">
                <a16:creationId xmlns:a16="http://schemas.microsoft.com/office/drawing/2014/main" id="{E8CF7D34-C7FE-73BA-78A2-86262B0B79A8}"/>
              </a:ext>
            </a:extLst>
          </p:cNvPr>
          <p:cNvSpPr txBox="1">
            <a:spLocks noChangeArrowheads="1"/>
          </p:cNvSpPr>
          <p:nvPr/>
        </p:nvSpPr>
        <p:spPr bwMode="auto">
          <a:xfrm>
            <a:off x="6316929" y="1802005"/>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AA</a:t>
            </a:r>
          </a:p>
        </p:txBody>
      </p:sp>
      <p:sp>
        <p:nvSpPr>
          <p:cNvPr id="12" name="Text Box 129">
            <a:extLst>
              <a:ext uri="{FF2B5EF4-FFF2-40B4-BE49-F238E27FC236}">
                <a16:creationId xmlns:a16="http://schemas.microsoft.com/office/drawing/2014/main" id="{FC62FB6A-EA09-423C-70D6-B130AE3402D5}"/>
              </a:ext>
            </a:extLst>
          </p:cNvPr>
          <p:cNvSpPr txBox="1">
            <a:spLocks noChangeArrowheads="1"/>
          </p:cNvSpPr>
          <p:nvPr/>
        </p:nvSpPr>
        <p:spPr bwMode="auto">
          <a:xfrm>
            <a:off x="7623441" y="1802005"/>
            <a:ext cx="501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BA</a:t>
            </a:r>
          </a:p>
        </p:txBody>
      </p:sp>
      <p:sp>
        <p:nvSpPr>
          <p:cNvPr id="13" name="Text Box 130">
            <a:extLst>
              <a:ext uri="{FF2B5EF4-FFF2-40B4-BE49-F238E27FC236}">
                <a16:creationId xmlns:a16="http://schemas.microsoft.com/office/drawing/2014/main" id="{A80B68B1-6952-01F9-AD0C-A5670CC7C303}"/>
              </a:ext>
            </a:extLst>
          </p:cNvPr>
          <p:cNvSpPr txBox="1">
            <a:spLocks noChangeArrowheads="1"/>
          </p:cNvSpPr>
          <p:nvPr/>
        </p:nvSpPr>
        <p:spPr bwMode="auto">
          <a:xfrm>
            <a:off x="6310579" y="1447993"/>
            <a:ext cx="539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WE</a:t>
            </a:r>
          </a:p>
        </p:txBody>
      </p:sp>
      <p:sp>
        <p:nvSpPr>
          <p:cNvPr id="14" name="Line 131">
            <a:extLst>
              <a:ext uri="{FF2B5EF4-FFF2-40B4-BE49-F238E27FC236}">
                <a16:creationId xmlns:a16="http://schemas.microsoft.com/office/drawing/2014/main" id="{48425126-E93A-9B35-63CF-07498760233C}"/>
              </a:ext>
            </a:extLst>
          </p:cNvPr>
          <p:cNvSpPr>
            <a:spLocks noChangeShapeType="1"/>
          </p:cNvSpPr>
          <p:nvPr/>
        </p:nvSpPr>
        <p:spPr bwMode="auto">
          <a:xfrm>
            <a:off x="7761554" y="2467168"/>
            <a:ext cx="0" cy="57626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 name="Line 132">
            <a:extLst>
              <a:ext uri="{FF2B5EF4-FFF2-40B4-BE49-F238E27FC236}">
                <a16:creationId xmlns:a16="http://schemas.microsoft.com/office/drawing/2014/main" id="{76E3E293-E340-356F-F0C5-0BD5216DC292}"/>
              </a:ext>
            </a:extLst>
          </p:cNvPr>
          <p:cNvSpPr>
            <a:spLocks noChangeShapeType="1"/>
          </p:cNvSpPr>
          <p:nvPr/>
        </p:nvSpPr>
        <p:spPr bwMode="auto">
          <a:xfrm flipH="1">
            <a:off x="7694879" y="2691005"/>
            <a:ext cx="144462" cy="857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Rectangle 133">
            <a:extLst>
              <a:ext uri="{FF2B5EF4-FFF2-40B4-BE49-F238E27FC236}">
                <a16:creationId xmlns:a16="http://schemas.microsoft.com/office/drawing/2014/main" id="{FE077A88-CAAB-5AAF-8F85-AD66D678F98E}"/>
              </a:ext>
            </a:extLst>
          </p:cNvPr>
          <p:cNvSpPr>
            <a:spLocks noChangeArrowheads="1"/>
          </p:cNvSpPr>
          <p:nvPr/>
        </p:nvSpPr>
        <p:spPr bwMode="auto">
          <a:xfrm>
            <a:off x="7906016" y="2643380"/>
            <a:ext cx="112713" cy="22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8</a:t>
            </a:r>
          </a:p>
        </p:txBody>
      </p:sp>
      <p:sp>
        <p:nvSpPr>
          <p:cNvPr id="17" name="Line 134">
            <a:extLst>
              <a:ext uri="{FF2B5EF4-FFF2-40B4-BE49-F238E27FC236}">
                <a16:creationId xmlns:a16="http://schemas.microsoft.com/office/drawing/2014/main" id="{3DB625A5-F0E1-4768-22A0-58DD7B5510FE}"/>
              </a:ext>
            </a:extLst>
          </p:cNvPr>
          <p:cNvSpPr>
            <a:spLocks noChangeShapeType="1"/>
          </p:cNvSpPr>
          <p:nvPr/>
        </p:nvSpPr>
        <p:spPr bwMode="auto">
          <a:xfrm>
            <a:off x="6650304" y="2467168"/>
            <a:ext cx="0" cy="190817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Line 135">
            <a:extLst>
              <a:ext uri="{FF2B5EF4-FFF2-40B4-BE49-F238E27FC236}">
                <a16:creationId xmlns:a16="http://schemas.microsoft.com/office/drawing/2014/main" id="{87CE4D0D-12BA-97AC-DD6C-83E3A0DF05CC}"/>
              </a:ext>
            </a:extLst>
          </p:cNvPr>
          <p:cNvSpPr>
            <a:spLocks noChangeShapeType="1"/>
          </p:cNvSpPr>
          <p:nvPr/>
        </p:nvSpPr>
        <p:spPr bwMode="auto">
          <a:xfrm flipH="1">
            <a:off x="6583629" y="3272030"/>
            <a:ext cx="144462" cy="857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Rectangle 136">
            <a:extLst>
              <a:ext uri="{FF2B5EF4-FFF2-40B4-BE49-F238E27FC236}">
                <a16:creationId xmlns:a16="http://schemas.microsoft.com/office/drawing/2014/main" id="{5B999E15-34E5-E887-1174-1745738F0209}"/>
              </a:ext>
            </a:extLst>
          </p:cNvPr>
          <p:cNvSpPr>
            <a:spLocks noChangeArrowheads="1"/>
          </p:cNvSpPr>
          <p:nvPr/>
        </p:nvSpPr>
        <p:spPr bwMode="auto">
          <a:xfrm>
            <a:off x="6794766" y="3224405"/>
            <a:ext cx="112713" cy="22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8</a:t>
            </a:r>
          </a:p>
        </p:txBody>
      </p:sp>
      <p:sp>
        <p:nvSpPr>
          <p:cNvPr id="20" name="Line 137">
            <a:extLst>
              <a:ext uri="{FF2B5EF4-FFF2-40B4-BE49-F238E27FC236}">
                <a16:creationId xmlns:a16="http://schemas.microsoft.com/office/drawing/2014/main" id="{9A9CBF98-CF93-C560-F257-454BB81CDE99}"/>
              </a:ext>
            </a:extLst>
          </p:cNvPr>
          <p:cNvSpPr>
            <a:spLocks noChangeShapeType="1"/>
          </p:cNvSpPr>
          <p:nvPr/>
        </p:nvSpPr>
        <p:spPr bwMode="auto">
          <a:xfrm>
            <a:off x="7226566" y="655830"/>
            <a:ext cx="0" cy="46831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138">
            <a:extLst>
              <a:ext uri="{FF2B5EF4-FFF2-40B4-BE49-F238E27FC236}">
                <a16:creationId xmlns:a16="http://schemas.microsoft.com/office/drawing/2014/main" id="{995CC28D-1CB7-CB6C-82F2-E1F694104823}"/>
              </a:ext>
            </a:extLst>
          </p:cNvPr>
          <p:cNvSpPr>
            <a:spLocks noChangeShapeType="1"/>
          </p:cNvSpPr>
          <p:nvPr/>
        </p:nvSpPr>
        <p:spPr bwMode="auto">
          <a:xfrm flipH="1">
            <a:off x="7155129" y="828868"/>
            <a:ext cx="144462" cy="857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Rectangle 139">
            <a:extLst>
              <a:ext uri="{FF2B5EF4-FFF2-40B4-BE49-F238E27FC236}">
                <a16:creationId xmlns:a16="http://schemas.microsoft.com/office/drawing/2014/main" id="{A9F95DBD-5781-E02D-4DB4-95B2F6FC1D43}"/>
              </a:ext>
            </a:extLst>
          </p:cNvPr>
          <p:cNvSpPr>
            <a:spLocks noChangeArrowheads="1"/>
          </p:cNvSpPr>
          <p:nvPr/>
        </p:nvSpPr>
        <p:spPr bwMode="auto">
          <a:xfrm>
            <a:off x="7385316" y="752668"/>
            <a:ext cx="112713"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8</a:t>
            </a:r>
          </a:p>
        </p:txBody>
      </p:sp>
      <p:sp>
        <p:nvSpPr>
          <p:cNvPr id="23" name="Line 140">
            <a:extLst>
              <a:ext uri="{FF2B5EF4-FFF2-40B4-BE49-F238E27FC236}">
                <a16:creationId xmlns:a16="http://schemas.microsoft.com/office/drawing/2014/main" id="{35B5E3ED-FECA-B073-1E2C-2E9EFB170D17}"/>
              </a:ext>
            </a:extLst>
          </p:cNvPr>
          <p:cNvSpPr>
            <a:spLocks noChangeShapeType="1"/>
          </p:cNvSpPr>
          <p:nvPr/>
        </p:nvSpPr>
        <p:spPr bwMode="auto">
          <a:xfrm>
            <a:off x="8145729" y="2024255"/>
            <a:ext cx="468312" cy="0"/>
          </a:xfrm>
          <a:prstGeom prst="line">
            <a:avLst/>
          </a:prstGeom>
          <a:noFill/>
          <a:ln w="2857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4" name="Line 141">
            <a:extLst>
              <a:ext uri="{FF2B5EF4-FFF2-40B4-BE49-F238E27FC236}">
                <a16:creationId xmlns:a16="http://schemas.microsoft.com/office/drawing/2014/main" id="{935BD7C9-1859-2FBC-D32A-495A673700AA}"/>
              </a:ext>
            </a:extLst>
          </p:cNvPr>
          <p:cNvSpPr>
            <a:spLocks noChangeShapeType="1"/>
          </p:cNvSpPr>
          <p:nvPr/>
        </p:nvSpPr>
        <p:spPr bwMode="auto">
          <a:xfrm flipH="1">
            <a:off x="8372741" y="1951230"/>
            <a:ext cx="107950" cy="1444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Rectangle 142">
            <a:extLst>
              <a:ext uri="{FF2B5EF4-FFF2-40B4-BE49-F238E27FC236}">
                <a16:creationId xmlns:a16="http://schemas.microsoft.com/office/drawing/2014/main" id="{8BB51340-AF37-210B-874D-5B0E34466885}"/>
              </a:ext>
            </a:extLst>
          </p:cNvPr>
          <p:cNvSpPr>
            <a:spLocks noChangeArrowheads="1"/>
          </p:cNvSpPr>
          <p:nvPr/>
        </p:nvSpPr>
        <p:spPr bwMode="auto">
          <a:xfrm>
            <a:off x="8336229" y="1700405"/>
            <a:ext cx="112712" cy="22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3</a:t>
            </a:r>
          </a:p>
        </p:txBody>
      </p:sp>
      <p:sp>
        <p:nvSpPr>
          <p:cNvPr id="26" name="Line 143">
            <a:extLst>
              <a:ext uri="{FF2B5EF4-FFF2-40B4-BE49-F238E27FC236}">
                <a16:creationId xmlns:a16="http://schemas.microsoft.com/office/drawing/2014/main" id="{62CD5CEB-6454-3615-7F63-C04F2973C8D4}"/>
              </a:ext>
            </a:extLst>
          </p:cNvPr>
          <p:cNvSpPr>
            <a:spLocks noChangeShapeType="1"/>
          </p:cNvSpPr>
          <p:nvPr/>
        </p:nvSpPr>
        <p:spPr bwMode="auto">
          <a:xfrm>
            <a:off x="5821629" y="4802380"/>
            <a:ext cx="468312"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 name="Line 144">
            <a:extLst>
              <a:ext uri="{FF2B5EF4-FFF2-40B4-BE49-F238E27FC236}">
                <a16:creationId xmlns:a16="http://schemas.microsoft.com/office/drawing/2014/main" id="{2D49545F-D422-1362-BCA0-FBC3720A8EA2}"/>
              </a:ext>
            </a:extLst>
          </p:cNvPr>
          <p:cNvSpPr>
            <a:spLocks noChangeShapeType="1"/>
          </p:cNvSpPr>
          <p:nvPr/>
        </p:nvSpPr>
        <p:spPr bwMode="auto">
          <a:xfrm flipH="1">
            <a:off x="5966091" y="4729355"/>
            <a:ext cx="107950" cy="1444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145">
            <a:extLst>
              <a:ext uri="{FF2B5EF4-FFF2-40B4-BE49-F238E27FC236}">
                <a16:creationId xmlns:a16="http://schemas.microsoft.com/office/drawing/2014/main" id="{6FF47002-D7E1-0F97-EBE3-7D319AEECB93}"/>
              </a:ext>
            </a:extLst>
          </p:cNvPr>
          <p:cNvSpPr>
            <a:spLocks noChangeShapeType="1"/>
          </p:cNvSpPr>
          <p:nvPr/>
        </p:nvSpPr>
        <p:spPr bwMode="auto">
          <a:xfrm>
            <a:off x="5821629" y="1340043"/>
            <a:ext cx="468312"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9" name="Line 146">
            <a:extLst>
              <a:ext uri="{FF2B5EF4-FFF2-40B4-BE49-F238E27FC236}">
                <a16:creationId xmlns:a16="http://schemas.microsoft.com/office/drawing/2014/main" id="{B4B47803-9A5D-75E6-88DE-FF89F53B1B84}"/>
              </a:ext>
            </a:extLst>
          </p:cNvPr>
          <p:cNvSpPr>
            <a:spLocks noChangeShapeType="1"/>
          </p:cNvSpPr>
          <p:nvPr/>
        </p:nvSpPr>
        <p:spPr bwMode="auto">
          <a:xfrm flipH="1">
            <a:off x="5950216" y="1267018"/>
            <a:ext cx="107950" cy="1444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Rectangle 147">
            <a:extLst>
              <a:ext uri="{FF2B5EF4-FFF2-40B4-BE49-F238E27FC236}">
                <a16:creationId xmlns:a16="http://schemas.microsoft.com/office/drawing/2014/main" id="{4724EE3D-F90A-FFEA-7E13-7905FF28BD06}"/>
              </a:ext>
            </a:extLst>
          </p:cNvPr>
          <p:cNvSpPr>
            <a:spLocks noChangeArrowheads="1"/>
          </p:cNvSpPr>
          <p:nvPr/>
        </p:nvSpPr>
        <p:spPr bwMode="auto">
          <a:xfrm>
            <a:off x="5913704" y="1016193"/>
            <a:ext cx="112712"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3</a:t>
            </a:r>
          </a:p>
        </p:txBody>
      </p:sp>
      <p:sp>
        <p:nvSpPr>
          <p:cNvPr id="31" name="Line 148">
            <a:extLst>
              <a:ext uri="{FF2B5EF4-FFF2-40B4-BE49-F238E27FC236}">
                <a16:creationId xmlns:a16="http://schemas.microsoft.com/office/drawing/2014/main" id="{A5827744-40A7-1122-F091-ABF0B857B21D}"/>
              </a:ext>
            </a:extLst>
          </p:cNvPr>
          <p:cNvSpPr>
            <a:spLocks noChangeShapeType="1"/>
          </p:cNvSpPr>
          <p:nvPr/>
        </p:nvSpPr>
        <p:spPr bwMode="auto">
          <a:xfrm>
            <a:off x="5821629" y="1633730"/>
            <a:ext cx="468312"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2" name="Text Box 149">
            <a:extLst>
              <a:ext uri="{FF2B5EF4-FFF2-40B4-BE49-F238E27FC236}">
                <a16:creationId xmlns:a16="http://schemas.microsoft.com/office/drawing/2014/main" id="{DFC19E05-E43C-507B-D54A-F74BF7A97EDC}"/>
              </a:ext>
            </a:extLst>
          </p:cNvPr>
          <p:cNvSpPr txBox="1">
            <a:spLocks noChangeArrowheads="1"/>
          </p:cNvSpPr>
          <p:nvPr/>
        </p:nvSpPr>
        <p:spPr bwMode="auto">
          <a:xfrm>
            <a:off x="6289941" y="4370580"/>
            <a:ext cx="1855788" cy="79216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108000" rIns="0" bIns="0"/>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40000"/>
              </a:spcBef>
              <a:spcAft>
                <a:spcPct val="0"/>
              </a:spcAft>
              <a:buFontTx/>
              <a:buNone/>
            </a:pPr>
            <a:r>
              <a:rPr lang="en-US" altLang="zh-CN" sz="2000"/>
              <a:t>        </a:t>
            </a:r>
          </a:p>
        </p:txBody>
      </p:sp>
      <p:sp>
        <p:nvSpPr>
          <p:cNvPr id="33" name="Text Box 150">
            <a:extLst>
              <a:ext uri="{FF2B5EF4-FFF2-40B4-BE49-F238E27FC236}">
                <a16:creationId xmlns:a16="http://schemas.microsoft.com/office/drawing/2014/main" id="{AF788730-203B-7D04-A437-70C1D8A0A165}"/>
              </a:ext>
            </a:extLst>
          </p:cNvPr>
          <p:cNvSpPr txBox="1">
            <a:spLocks noChangeArrowheads="1"/>
          </p:cNvSpPr>
          <p:nvPr/>
        </p:nvSpPr>
        <p:spPr bwMode="auto">
          <a:xfrm>
            <a:off x="7153541" y="3043430"/>
            <a:ext cx="828675" cy="5048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b"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Aft>
                <a:spcPct val="0"/>
              </a:spcAft>
              <a:buFontTx/>
              <a:buNone/>
            </a:pPr>
            <a:r>
              <a:rPr lang="en-US" altLang="zh-CN" sz="2000" b="0"/>
              <a:t>0    1</a:t>
            </a:r>
          </a:p>
          <a:p>
            <a:pPr algn="ctr" eaLnBrk="1" hangingPunct="1">
              <a:lnSpc>
                <a:spcPct val="80000"/>
              </a:lnSpc>
              <a:spcAft>
                <a:spcPct val="0"/>
              </a:spcAft>
              <a:buFontTx/>
              <a:buNone/>
            </a:pPr>
            <a:r>
              <a:rPr lang="en-US" altLang="zh-CN" sz="1800"/>
              <a:t>MUX</a:t>
            </a:r>
            <a:endParaRPr lang="en-US" altLang="zh-CN" sz="1600"/>
          </a:p>
        </p:txBody>
      </p:sp>
      <p:sp>
        <p:nvSpPr>
          <p:cNvPr id="34" name="Line 151">
            <a:extLst>
              <a:ext uri="{FF2B5EF4-FFF2-40B4-BE49-F238E27FC236}">
                <a16:creationId xmlns:a16="http://schemas.microsoft.com/office/drawing/2014/main" id="{4AFB6560-A493-3712-8F3B-356C2E434A2F}"/>
              </a:ext>
            </a:extLst>
          </p:cNvPr>
          <p:cNvSpPr>
            <a:spLocks noChangeShapeType="1"/>
          </p:cNvSpPr>
          <p:nvPr/>
        </p:nvSpPr>
        <p:spPr bwMode="auto">
          <a:xfrm>
            <a:off x="7582166" y="3546668"/>
            <a:ext cx="0" cy="82867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 name="Line 152">
            <a:extLst>
              <a:ext uri="{FF2B5EF4-FFF2-40B4-BE49-F238E27FC236}">
                <a16:creationId xmlns:a16="http://schemas.microsoft.com/office/drawing/2014/main" id="{63F683C5-682D-8002-3E7D-CC951FF7A67C}"/>
              </a:ext>
            </a:extLst>
          </p:cNvPr>
          <p:cNvSpPr>
            <a:spLocks noChangeShapeType="1"/>
          </p:cNvSpPr>
          <p:nvPr/>
        </p:nvSpPr>
        <p:spPr bwMode="auto">
          <a:xfrm flipH="1">
            <a:off x="7515491" y="3691130"/>
            <a:ext cx="144463" cy="857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Rectangle 153">
            <a:extLst>
              <a:ext uri="{FF2B5EF4-FFF2-40B4-BE49-F238E27FC236}">
                <a16:creationId xmlns:a16="http://schemas.microsoft.com/office/drawing/2014/main" id="{D6F1F6CC-5BD9-CC1A-6BE6-F62907E566B3}"/>
              </a:ext>
            </a:extLst>
          </p:cNvPr>
          <p:cNvSpPr>
            <a:spLocks noChangeArrowheads="1"/>
          </p:cNvSpPr>
          <p:nvPr/>
        </p:nvSpPr>
        <p:spPr bwMode="auto">
          <a:xfrm>
            <a:off x="7726629" y="3643505"/>
            <a:ext cx="112712" cy="22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8</a:t>
            </a:r>
          </a:p>
        </p:txBody>
      </p:sp>
      <p:sp>
        <p:nvSpPr>
          <p:cNvPr id="37" name="Line 154">
            <a:extLst>
              <a:ext uri="{FF2B5EF4-FFF2-40B4-BE49-F238E27FC236}">
                <a16:creationId xmlns:a16="http://schemas.microsoft.com/office/drawing/2014/main" id="{51B89FA4-95F5-2EFC-E9B4-91AF1723B661}"/>
              </a:ext>
            </a:extLst>
          </p:cNvPr>
          <p:cNvSpPr>
            <a:spLocks noChangeShapeType="1"/>
          </p:cNvSpPr>
          <p:nvPr/>
        </p:nvSpPr>
        <p:spPr bwMode="auto">
          <a:xfrm>
            <a:off x="7371029" y="2756093"/>
            <a:ext cx="0" cy="28733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 name="Line 155">
            <a:extLst>
              <a:ext uri="{FF2B5EF4-FFF2-40B4-BE49-F238E27FC236}">
                <a16:creationId xmlns:a16="http://schemas.microsoft.com/office/drawing/2014/main" id="{37E3EAF3-BD28-8D2B-FEB0-711DD117BB40}"/>
              </a:ext>
            </a:extLst>
          </p:cNvPr>
          <p:cNvSpPr>
            <a:spLocks noChangeShapeType="1"/>
          </p:cNvSpPr>
          <p:nvPr/>
        </p:nvSpPr>
        <p:spPr bwMode="auto">
          <a:xfrm>
            <a:off x="6650304" y="3908618"/>
            <a:ext cx="2376487"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156">
            <a:extLst>
              <a:ext uri="{FF2B5EF4-FFF2-40B4-BE49-F238E27FC236}">
                <a16:creationId xmlns:a16="http://schemas.microsoft.com/office/drawing/2014/main" id="{13D3D66C-237A-433D-33D9-6EA19E1ED81B}"/>
              </a:ext>
            </a:extLst>
          </p:cNvPr>
          <p:cNvSpPr>
            <a:spLocks noChangeShapeType="1"/>
          </p:cNvSpPr>
          <p:nvPr/>
        </p:nvSpPr>
        <p:spPr bwMode="auto">
          <a:xfrm>
            <a:off x="7586929" y="4088005"/>
            <a:ext cx="1079500"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157">
            <a:extLst>
              <a:ext uri="{FF2B5EF4-FFF2-40B4-BE49-F238E27FC236}">
                <a16:creationId xmlns:a16="http://schemas.microsoft.com/office/drawing/2014/main" id="{F60EAC89-31EE-FC07-ABDC-3D8031D1E82D}"/>
              </a:ext>
            </a:extLst>
          </p:cNvPr>
          <p:cNvSpPr>
            <a:spLocks noChangeShapeType="1"/>
          </p:cNvSpPr>
          <p:nvPr/>
        </p:nvSpPr>
        <p:spPr bwMode="auto">
          <a:xfrm>
            <a:off x="5821629" y="2756093"/>
            <a:ext cx="154781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Text Box 158">
            <a:extLst>
              <a:ext uri="{FF2B5EF4-FFF2-40B4-BE49-F238E27FC236}">
                <a16:creationId xmlns:a16="http://schemas.microsoft.com/office/drawing/2014/main" id="{17F10943-32DF-4BE8-1921-2E2FACCDB510}"/>
              </a:ext>
            </a:extLst>
          </p:cNvPr>
          <p:cNvSpPr txBox="1">
            <a:spLocks noChangeArrowheads="1"/>
          </p:cNvSpPr>
          <p:nvPr/>
        </p:nvSpPr>
        <p:spPr bwMode="auto">
          <a:xfrm>
            <a:off x="7010666" y="5707255"/>
            <a:ext cx="828675" cy="5048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b"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Aft>
                <a:spcPct val="0"/>
              </a:spcAft>
              <a:buFontTx/>
              <a:buNone/>
            </a:pPr>
            <a:r>
              <a:rPr lang="en-US" altLang="zh-CN" sz="2000" b="0"/>
              <a:t>0    1</a:t>
            </a:r>
          </a:p>
          <a:p>
            <a:pPr algn="ctr" eaLnBrk="1" hangingPunct="1">
              <a:lnSpc>
                <a:spcPct val="80000"/>
              </a:lnSpc>
              <a:spcAft>
                <a:spcPct val="0"/>
              </a:spcAft>
              <a:buFontTx/>
              <a:buNone/>
            </a:pPr>
            <a:r>
              <a:rPr lang="en-US" altLang="zh-CN" sz="1800"/>
              <a:t>MUX</a:t>
            </a:r>
            <a:endParaRPr lang="en-US" altLang="zh-CN" sz="1600"/>
          </a:p>
        </p:txBody>
      </p:sp>
      <p:sp>
        <p:nvSpPr>
          <p:cNvPr id="42" name="Line 159">
            <a:extLst>
              <a:ext uri="{FF2B5EF4-FFF2-40B4-BE49-F238E27FC236}">
                <a16:creationId xmlns:a16="http://schemas.microsoft.com/office/drawing/2014/main" id="{83F0FB18-077A-8AAD-149E-EC261DC4E1B0}"/>
              </a:ext>
            </a:extLst>
          </p:cNvPr>
          <p:cNvSpPr>
            <a:spLocks noChangeShapeType="1"/>
          </p:cNvSpPr>
          <p:nvPr/>
        </p:nvSpPr>
        <p:spPr bwMode="auto">
          <a:xfrm>
            <a:off x="7226566" y="5167505"/>
            <a:ext cx="0" cy="54133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 name="Line 160">
            <a:extLst>
              <a:ext uri="{FF2B5EF4-FFF2-40B4-BE49-F238E27FC236}">
                <a16:creationId xmlns:a16="http://schemas.microsoft.com/office/drawing/2014/main" id="{4D76DBD8-3A88-6C0B-20B6-034C0FC77095}"/>
              </a:ext>
            </a:extLst>
          </p:cNvPr>
          <p:cNvSpPr>
            <a:spLocks noChangeShapeType="1"/>
          </p:cNvSpPr>
          <p:nvPr/>
        </p:nvSpPr>
        <p:spPr bwMode="auto">
          <a:xfrm>
            <a:off x="5642241" y="6464493"/>
            <a:ext cx="18002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161">
            <a:extLst>
              <a:ext uri="{FF2B5EF4-FFF2-40B4-BE49-F238E27FC236}">
                <a16:creationId xmlns:a16="http://schemas.microsoft.com/office/drawing/2014/main" id="{0A8CC364-17A6-3D77-423D-F32DA8421642}"/>
              </a:ext>
            </a:extLst>
          </p:cNvPr>
          <p:cNvSpPr>
            <a:spLocks noChangeShapeType="1"/>
          </p:cNvSpPr>
          <p:nvPr/>
        </p:nvSpPr>
        <p:spPr bwMode="auto">
          <a:xfrm>
            <a:off x="5642241" y="662180"/>
            <a:ext cx="0" cy="58023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162">
            <a:extLst>
              <a:ext uri="{FF2B5EF4-FFF2-40B4-BE49-F238E27FC236}">
                <a16:creationId xmlns:a16="http://schemas.microsoft.com/office/drawing/2014/main" id="{EC52A3E6-D70D-040D-6BE8-28489A13D9FF}"/>
              </a:ext>
            </a:extLst>
          </p:cNvPr>
          <p:cNvSpPr>
            <a:spLocks noChangeShapeType="1"/>
          </p:cNvSpPr>
          <p:nvPr/>
        </p:nvSpPr>
        <p:spPr bwMode="auto">
          <a:xfrm>
            <a:off x="7442466" y="6212080"/>
            <a:ext cx="0" cy="2524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Line 163">
            <a:extLst>
              <a:ext uri="{FF2B5EF4-FFF2-40B4-BE49-F238E27FC236}">
                <a16:creationId xmlns:a16="http://schemas.microsoft.com/office/drawing/2014/main" id="{78F05AD5-0145-E103-0994-E66A0BD17902}"/>
              </a:ext>
            </a:extLst>
          </p:cNvPr>
          <p:cNvSpPr>
            <a:spLocks noChangeShapeType="1"/>
          </p:cNvSpPr>
          <p:nvPr/>
        </p:nvSpPr>
        <p:spPr bwMode="auto">
          <a:xfrm>
            <a:off x="5642241" y="662180"/>
            <a:ext cx="15843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Line 164">
            <a:extLst>
              <a:ext uri="{FF2B5EF4-FFF2-40B4-BE49-F238E27FC236}">
                <a16:creationId xmlns:a16="http://schemas.microsoft.com/office/drawing/2014/main" id="{81131F28-DC7D-7F05-79F7-3F8CD259107C}"/>
              </a:ext>
            </a:extLst>
          </p:cNvPr>
          <p:cNvSpPr>
            <a:spLocks noChangeShapeType="1"/>
          </p:cNvSpPr>
          <p:nvPr/>
        </p:nvSpPr>
        <p:spPr bwMode="auto">
          <a:xfrm flipH="1">
            <a:off x="6002604" y="2683068"/>
            <a:ext cx="107950" cy="1444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 name="Rectangle 165">
            <a:extLst>
              <a:ext uri="{FF2B5EF4-FFF2-40B4-BE49-F238E27FC236}">
                <a16:creationId xmlns:a16="http://schemas.microsoft.com/office/drawing/2014/main" id="{7BE7DF84-8CF0-F9C6-78F2-8C76DBEC67A7}"/>
              </a:ext>
            </a:extLst>
          </p:cNvPr>
          <p:cNvSpPr>
            <a:spLocks noChangeArrowheads="1"/>
          </p:cNvSpPr>
          <p:nvPr/>
        </p:nvSpPr>
        <p:spPr bwMode="auto">
          <a:xfrm>
            <a:off x="5966091" y="2457643"/>
            <a:ext cx="112713"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8</a:t>
            </a:r>
          </a:p>
        </p:txBody>
      </p:sp>
      <p:sp>
        <p:nvSpPr>
          <p:cNvPr id="49" name="Text Box 166">
            <a:extLst>
              <a:ext uri="{FF2B5EF4-FFF2-40B4-BE49-F238E27FC236}">
                <a16:creationId xmlns:a16="http://schemas.microsoft.com/office/drawing/2014/main" id="{4CBED743-480A-F008-5CED-A86D378CDAF9}"/>
              </a:ext>
            </a:extLst>
          </p:cNvPr>
          <p:cNvSpPr txBox="1">
            <a:spLocks noChangeArrowheads="1"/>
          </p:cNvSpPr>
          <p:nvPr/>
        </p:nvSpPr>
        <p:spPr bwMode="auto">
          <a:xfrm>
            <a:off x="8414016" y="4375343"/>
            <a:ext cx="1225550" cy="79216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MEM</a:t>
            </a:r>
          </a:p>
        </p:txBody>
      </p:sp>
      <p:sp>
        <p:nvSpPr>
          <p:cNvPr id="50" name="Line 167">
            <a:extLst>
              <a:ext uri="{FF2B5EF4-FFF2-40B4-BE49-F238E27FC236}">
                <a16:creationId xmlns:a16="http://schemas.microsoft.com/office/drawing/2014/main" id="{60C365E7-F5E7-92F5-15BE-C95E7D2A2178}"/>
              </a:ext>
            </a:extLst>
          </p:cNvPr>
          <p:cNvSpPr>
            <a:spLocks noChangeShapeType="1"/>
          </p:cNvSpPr>
          <p:nvPr/>
        </p:nvSpPr>
        <p:spPr bwMode="auto">
          <a:xfrm>
            <a:off x="8666429" y="4088005"/>
            <a:ext cx="0" cy="28733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 name="Line 168">
            <a:extLst>
              <a:ext uri="{FF2B5EF4-FFF2-40B4-BE49-F238E27FC236}">
                <a16:creationId xmlns:a16="http://schemas.microsoft.com/office/drawing/2014/main" id="{90292816-C097-D556-CF57-09CB141FEB1A}"/>
              </a:ext>
            </a:extLst>
          </p:cNvPr>
          <p:cNvSpPr>
            <a:spLocks noChangeShapeType="1"/>
          </p:cNvSpPr>
          <p:nvPr/>
        </p:nvSpPr>
        <p:spPr bwMode="auto">
          <a:xfrm>
            <a:off x="9026791" y="3908618"/>
            <a:ext cx="0" cy="46672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 name="Text Box 169">
            <a:extLst>
              <a:ext uri="{FF2B5EF4-FFF2-40B4-BE49-F238E27FC236}">
                <a16:creationId xmlns:a16="http://schemas.microsoft.com/office/drawing/2014/main" id="{E2C982D9-3565-2F2A-061C-2FD4AC5594A5}"/>
              </a:ext>
            </a:extLst>
          </p:cNvPr>
          <p:cNvSpPr txBox="1">
            <a:spLocks noChangeArrowheads="1"/>
          </p:cNvSpPr>
          <p:nvPr/>
        </p:nvSpPr>
        <p:spPr bwMode="auto">
          <a:xfrm>
            <a:off x="8448941" y="4348355"/>
            <a:ext cx="3984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600" b="0"/>
              <a:t>DI</a:t>
            </a:r>
          </a:p>
        </p:txBody>
      </p:sp>
      <p:sp>
        <p:nvSpPr>
          <p:cNvPr id="53" name="Text Box 170">
            <a:extLst>
              <a:ext uri="{FF2B5EF4-FFF2-40B4-BE49-F238E27FC236}">
                <a16:creationId xmlns:a16="http://schemas.microsoft.com/office/drawing/2014/main" id="{BF101169-B4F8-21C8-1B92-170E985385A5}"/>
              </a:ext>
            </a:extLst>
          </p:cNvPr>
          <p:cNvSpPr txBox="1">
            <a:spLocks noChangeArrowheads="1"/>
          </p:cNvSpPr>
          <p:nvPr/>
        </p:nvSpPr>
        <p:spPr bwMode="auto">
          <a:xfrm>
            <a:off x="8774379" y="4861118"/>
            <a:ext cx="4762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600" b="0"/>
              <a:t>DO</a:t>
            </a:r>
          </a:p>
        </p:txBody>
      </p:sp>
      <p:sp>
        <p:nvSpPr>
          <p:cNvPr id="54" name="Text Box 171">
            <a:extLst>
              <a:ext uri="{FF2B5EF4-FFF2-40B4-BE49-F238E27FC236}">
                <a16:creationId xmlns:a16="http://schemas.microsoft.com/office/drawing/2014/main" id="{879086D6-396B-CC37-4DBC-B47A66632504}"/>
              </a:ext>
            </a:extLst>
          </p:cNvPr>
          <p:cNvSpPr txBox="1">
            <a:spLocks noChangeArrowheads="1"/>
          </p:cNvSpPr>
          <p:nvPr/>
        </p:nvSpPr>
        <p:spPr bwMode="auto">
          <a:xfrm>
            <a:off x="9133154" y="4364230"/>
            <a:ext cx="5572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600" b="0"/>
              <a:t>MW</a:t>
            </a:r>
          </a:p>
        </p:txBody>
      </p:sp>
      <p:sp>
        <p:nvSpPr>
          <p:cNvPr id="55" name="Text Box 172">
            <a:extLst>
              <a:ext uri="{FF2B5EF4-FFF2-40B4-BE49-F238E27FC236}">
                <a16:creationId xmlns:a16="http://schemas.microsoft.com/office/drawing/2014/main" id="{743B40BC-BEE9-253D-CE90-F316812E66DE}"/>
              </a:ext>
            </a:extLst>
          </p:cNvPr>
          <p:cNvSpPr txBox="1">
            <a:spLocks noChangeArrowheads="1"/>
          </p:cNvSpPr>
          <p:nvPr/>
        </p:nvSpPr>
        <p:spPr bwMode="auto">
          <a:xfrm>
            <a:off x="8766441" y="4351530"/>
            <a:ext cx="5111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600" b="0"/>
              <a:t>MA</a:t>
            </a:r>
          </a:p>
        </p:txBody>
      </p:sp>
      <p:sp>
        <p:nvSpPr>
          <p:cNvPr id="56" name="Line 173">
            <a:extLst>
              <a:ext uri="{FF2B5EF4-FFF2-40B4-BE49-F238E27FC236}">
                <a16:creationId xmlns:a16="http://schemas.microsoft.com/office/drawing/2014/main" id="{D68AEBC0-407A-FD88-639D-6170FF38C917}"/>
              </a:ext>
            </a:extLst>
          </p:cNvPr>
          <p:cNvSpPr>
            <a:spLocks noChangeShapeType="1"/>
          </p:cNvSpPr>
          <p:nvPr/>
        </p:nvSpPr>
        <p:spPr bwMode="auto">
          <a:xfrm>
            <a:off x="9387154" y="3908618"/>
            <a:ext cx="0" cy="46672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 name="Line 174">
            <a:extLst>
              <a:ext uri="{FF2B5EF4-FFF2-40B4-BE49-F238E27FC236}">
                <a16:creationId xmlns:a16="http://schemas.microsoft.com/office/drawing/2014/main" id="{71A60987-522D-3704-E635-D3C07C483B05}"/>
              </a:ext>
            </a:extLst>
          </p:cNvPr>
          <p:cNvSpPr>
            <a:spLocks noChangeShapeType="1"/>
          </p:cNvSpPr>
          <p:nvPr/>
        </p:nvSpPr>
        <p:spPr bwMode="auto">
          <a:xfrm>
            <a:off x="9026791" y="5167505"/>
            <a:ext cx="0" cy="2524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Line 175">
            <a:extLst>
              <a:ext uri="{FF2B5EF4-FFF2-40B4-BE49-F238E27FC236}">
                <a16:creationId xmlns:a16="http://schemas.microsoft.com/office/drawing/2014/main" id="{F9997987-2F28-2D3B-E7C6-022C1FFFE28E}"/>
              </a:ext>
            </a:extLst>
          </p:cNvPr>
          <p:cNvSpPr>
            <a:spLocks noChangeShapeType="1"/>
          </p:cNvSpPr>
          <p:nvPr/>
        </p:nvSpPr>
        <p:spPr bwMode="auto">
          <a:xfrm>
            <a:off x="7623441" y="5419918"/>
            <a:ext cx="0" cy="28733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Line 176">
            <a:extLst>
              <a:ext uri="{FF2B5EF4-FFF2-40B4-BE49-F238E27FC236}">
                <a16:creationId xmlns:a16="http://schemas.microsoft.com/office/drawing/2014/main" id="{7E0F8F32-15F9-5C44-7502-FF6A8068C5D5}"/>
              </a:ext>
            </a:extLst>
          </p:cNvPr>
          <p:cNvSpPr>
            <a:spLocks noChangeShapeType="1"/>
          </p:cNvSpPr>
          <p:nvPr/>
        </p:nvSpPr>
        <p:spPr bwMode="auto">
          <a:xfrm>
            <a:off x="7623441" y="5419918"/>
            <a:ext cx="1403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Line 177">
            <a:extLst>
              <a:ext uri="{FF2B5EF4-FFF2-40B4-BE49-F238E27FC236}">
                <a16:creationId xmlns:a16="http://schemas.microsoft.com/office/drawing/2014/main" id="{5DD7CA36-F6E2-4263-D75A-F8DABEDEFCA4}"/>
              </a:ext>
            </a:extLst>
          </p:cNvPr>
          <p:cNvSpPr>
            <a:spLocks noChangeShapeType="1"/>
          </p:cNvSpPr>
          <p:nvPr/>
        </p:nvSpPr>
        <p:spPr bwMode="auto">
          <a:xfrm flipH="1">
            <a:off x="7155129" y="5342130"/>
            <a:ext cx="144462" cy="857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Rectangle 178">
            <a:extLst>
              <a:ext uri="{FF2B5EF4-FFF2-40B4-BE49-F238E27FC236}">
                <a16:creationId xmlns:a16="http://schemas.microsoft.com/office/drawing/2014/main" id="{CCC62807-FFF4-2D36-B38C-24A20A3C1C41}"/>
              </a:ext>
            </a:extLst>
          </p:cNvPr>
          <p:cNvSpPr>
            <a:spLocks noChangeArrowheads="1"/>
          </p:cNvSpPr>
          <p:nvPr/>
        </p:nvSpPr>
        <p:spPr bwMode="auto">
          <a:xfrm>
            <a:off x="6974154" y="5294505"/>
            <a:ext cx="112712" cy="22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8</a:t>
            </a:r>
          </a:p>
        </p:txBody>
      </p:sp>
      <p:sp>
        <p:nvSpPr>
          <p:cNvPr id="62" name="Line 179">
            <a:extLst>
              <a:ext uri="{FF2B5EF4-FFF2-40B4-BE49-F238E27FC236}">
                <a16:creationId xmlns:a16="http://schemas.microsoft.com/office/drawing/2014/main" id="{754D9897-774F-B05F-B09B-48903506651C}"/>
              </a:ext>
            </a:extLst>
          </p:cNvPr>
          <p:cNvSpPr>
            <a:spLocks noChangeShapeType="1"/>
          </p:cNvSpPr>
          <p:nvPr/>
        </p:nvSpPr>
        <p:spPr bwMode="auto">
          <a:xfrm flipH="1">
            <a:off x="8234629" y="5340543"/>
            <a:ext cx="107950" cy="1444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Rectangle 180">
            <a:extLst>
              <a:ext uri="{FF2B5EF4-FFF2-40B4-BE49-F238E27FC236}">
                <a16:creationId xmlns:a16="http://schemas.microsoft.com/office/drawing/2014/main" id="{F1BA2A85-4A8C-E8A2-D4FA-E35B1DCE8700}"/>
              </a:ext>
            </a:extLst>
          </p:cNvPr>
          <p:cNvSpPr>
            <a:spLocks noChangeArrowheads="1"/>
          </p:cNvSpPr>
          <p:nvPr/>
        </p:nvSpPr>
        <p:spPr bwMode="auto">
          <a:xfrm>
            <a:off x="8266379" y="5486593"/>
            <a:ext cx="112712"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8</a:t>
            </a:r>
          </a:p>
        </p:txBody>
      </p:sp>
      <p:sp>
        <p:nvSpPr>
          <p:cNvPr id="64" name="Line 181">
            <a:extLst>
              <a:ext uri="{FF2B5EF4-FFF2-40B4-BE49-F238E27FC236}">
                <a16:creationId xmlns:a16="http://schemas.microsoft.com/office/drawing/2014/main" id="{4B2762E2-0F54-503B-D3E0-5D90D72BD84D}"/>
              </a:ext>
            </a:extLst>
          </p:cNvPr>
          <p:cNvSpPr>
            <a:spLocks noChangeShapeType="1"/>
          </p:cNvSpPr>
          <p:nvPr/>
        </p:nvSpPr>
        <p:spPr bwMode="auto">
          <a:xfrm>
            <a:off x="6542354" y="5162743"/>
            <a:ext cx="0" cy="54133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 name="Line 182">
            <a:extLst>
              <a:ext uri="{FF2B5EF4-FFF2-40B4-BE49-F238E27FC236}">
                <a16:creationId xmlns:a16="http://schemas.microsoft.com/office/drawing/2014/main" id="{26D3CA8F-D0B9-1151-814C-C9E49ED91188}"/>
              </a:ext>
            </a:extLst>
          </p:cNvPr>
          <p:cNvSpPr>
            <a:spLocks noChangeShapeType="1"/>
          </p:cNvSpPr>
          <p:nvPr/>
        </p:nvSpPr>
        <p:spPr bwMode="auto">
          <a:xfrm flipH="1">
            <a:off x="6470916" y="5337368"/>
            <a:ext cx="144463" cy="857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Rectangle 183">
            <a:extLst>
              <a:ext uri="{FF2B5EF4-FFF2-40B4-BE49-F238E27FC236}">
                <a16:creationId xmlns:a16="http://schemas.microsoft.com/office/drawing/2014/main" id="{B300DD7A-E1C9-5908-FD26-8699CB94EB78}"/>
              </a:ext>
            </a:extLst>
          </p:cNvPr>
          <p:cNvSpPr>
            <a:spLocks noChangeArrowheads="1"/>
          </p:cNvSpPr>
          <p:nvPr/>
        </p:nvSpPr>
        <p:spPr bwMode="auto">
          <a:xfrm>
            <a:off x="6289941" y="5289743"/>
            <a:ext cx="112713"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4</a:t>
            </a:r>
          </a:p>
        </p:txBody>
      </p:sp>
      <p:sp>
        <p:nvSpPr>
          <p:cNvPr id="67" name="Text Box 184">
            <a:extLst>
              <a:ext uri="{FF2B5EF4-FFF2-40B4-BE49-F238E27FC236}">
                <a16:creationId xmlns:a16="http://schemas.microsoft.com/office/drawing/2014/main" id="{0FFE3243-0EA5-C1D2-5259-1DC999351E4B}"/>
              </a:ext>
            </a:extLst>
          </p:cNvPr>
          <p:cNvSpPr txBox="1">
            <a:spLocks noChangeArrowheads="1"/>
          </p:cNvSpPr>
          <p:nvPr/>
        </p:nvSpPr>
        <p:spPr bwMode="auto">
          <a:xfrm>
            <a:off x="5962916" y="5702493"/>
            <a:ext cx="9779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V,C,N,Z</a:t>
            </a:r>
          </a:p>
        </p:txBody>
      </p:sp>
      <p:sp>
        <p:nvSpPr>
          <p:cNvPr id="68" name="Text Box 185">
            <a:extLst>
              <a:ext uri="{FF2B5EF4-FFF2-40B4-BE49-F238E27FC236}">
                <a16:creationId xmlns:a16="http://schemas.microsoft.com/office/drawing/2014/main" id="{B2A7D1E8-64C1-94FC-1079-5B309AD9E579}"/>
              </a:ext>
            </a:extLst>
          </p:cNvPr>
          <p:cNvSpPr txBox="1">
            <a:spLocks noChangeArrowheads="1"/>
          </p:cNvSpPr>
          <p:nvPr/>
        </p:nvSpPr>
        <p:spPr bwMode="auto">
          <a:xfrm>
            <a:off x="5788291" y="483095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800" b="0"/>
              <a:t>S</a:t>
            </a:r>
          </a:p>
        </p:txBody>
      </p:sp>
      <p:sp>
        <p:nvSpPr>
          <p:cNvPr id="69" name="Line 186">
            <a:extLst>
              <a:ext uri="{FF2B5EF4-FFF2-40B4-BE49-F238E27FC236}">
                <a16:creationId xmlns:a16="http://schemas.microsoft.com/office/drawing/2014/main" id="{9BD64541-AF2A-36EA-E864-457B18301D2C}"/>
              </a:ext>
            </a:extLst>
          </p:cNvPr>
          <p:cNvSpPr>
            <a:spLocks noChangeShapeType="1"/>
          </p:cNvSpPr>
          <p:nvPr/>
        </p:nvSpPr>
        <p:spPr bwMode="auto">
          <a:xfrm>
            <a:off x="5821629" y="2029018"/>
            <a:ext cx="468312"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0" name="Line 187">
            <a:extLst>
              <a:ext uri="{FF2B5EF4-FFF2-40B4-BE49-F238E27FC236}">
                <a16:creationId xmlns:a16="http://schemas.microsoft.com/office/drawing/2014/main" id="{C5B1E79E-71B5-43B0-BD7C-E12AB02C5CDD}"/>
              </a:ext>
            </a:extLst>
          </p:cNvPr>
          <p:cNvSpPr>
            <a:spLocks noChangeShapeType="1"/>
          </p:cNvSpPr>
          <p:nvPr/>
        </p:nvSpPr>
        <p:spPr bwMode="auto">
          <a:xfrm flipH="1">
            <a:off x="5929579" y="1955993"/>
            <a:ext cx="107950" cy="1444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Rectangle 188">
            <a:extLst>
              <a:ext uri="{FF2B5EF4-FFF2-40B4-BE49-F238E27FC236}">
                <a16:creationId xmlns:a16="http://schemas.microsoft.com/office/drawing/2014/main" id="{027E3E75-28DE-C5F3-B938-0C5BBE909770}"/>
              </a:ext>
            </a:extLst>
          </p:cNvPr>
          <p:cNvSpPr>
            <a:spLocks noChangeArrowheads="1"/>
          </p:cNvSpPr>
          <p:nvPr/>
        </p:nvSpPr>
        <p:spPr bwMode="auto">
          <a:xfrm>
            <a:off x="5893066" y="1705168"/>
            <a:ext cx="112713"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3</a:t>
            </a:r>
          </a:p>
        </p:txBody>
      </p:sp>
      <p:sp>
        <p:nvSpPr>
          <p:cNvPr id="72" name="Rectangle 189">
            <a:extLst>
              <a:ext uri="{FF2B5EF4-FFF2-40B4-BE49-F238E27FC236}">
                <a16:creationId xmlns:a16="http://schemas.microsoft.com/office/drawing/2014/main" id="{041B88B3-957D-6846-38E0-E42593E32855}"/>
              </a:ext>
            </a:extLst>
          </p:cNvPr>
          <p:cNvSpPr>
            <a:spLocks noChangeArrowheads="1"/>
          </p:cNvSpPr>
          <p:nvPr/>
        </p:nvSpPr>
        <p:spPr bwMode="auto">
          <a:xfrm>
            <a:off x="5893066" y="4508693"/>
            <a:ext cx="112713"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4</a:t>
            </a:r>
          </a:p>
        </p:txBody>
      </p:sp>
      <p:sp>
        <p:nvSpPr>
          <p:cNvPr id="73" name="Text Box 192">
            <a:extLst>
              <a:ext uri="{FF2B5EF4-FFF2-40B4-BE49-F238E27FC236}">
                <a16:creationId xmlns:a16="http://schemas.microsoft.com/office/drawing/2014/main" id="{2EC69E91-2362-0357-0AD0-77D2C1BE91D7}"/>
              </a:ext>
            </a:extLst>
          </p:cNvPr>
          <p:cNvSpPr txBox="1">
            <a:spLocks noChangeArrowheads="1"/>
          </p:cNvSpPr>
          <p:nvPr/>
        </p:nvSpPr>
        <p:spPr bwMode="auto">
          <a:xfrm>
            <a:off x="5821629" y="2821180"/>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K</a:t>
            </a:r>
          </a:p>
        </p:txBody>
      </p:sp>
      <p:sp>
        <p:nvSpPr>
          <p:cNvPr id="74" name="Line 193">
            <a:extLst>
              <a:ext uri="{FF2B5EF4-FFF2-40B4-BE49-F238E27FC236}">
                <a16:creationId xmlns:a16="http://schemas.microsoft.com/office/drawing/2014/main" id="{4EEC0F31-F978-3744-550E-A2843A7B6DE0}"/>
              </a:ext>
            </a:extLst>
          </p:cNvPr>
          <p:cNvSpPr>
            <a:spLocks noChangeShapeType="1"/>
          </p:cNvSpPr>
          <p:nvPr/>
        </p:nvSpPr>
        <p:spPr bwMode="auto">
          <a:xfrm>
            <a:off x="7982216" y="3289493"/>
            <a:ext cx="358775" cy="0"/>
          </a:xfrm>
          <a:prstGeom prst="line">
            <a:avLst/>
          </a:prstGeom>
          <a:noFill/>
          <a:ln w="19050">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75" name="Text Box 194">
            <a:extLst>
              <a:ext uri="{FF2B5EF4-FFF2-40B4-BE49-F238E27FC236}">
                <a16:creationId xmlns:a16="http://schemas.microsoft.com/office/drawing/2014/main" id="{E93F3378-E4B6-F160-548D-1AA3098348DB}"/>
              </a:ext>
            </a:extLst>
          </p:cNvPr>
          <p:cNvSpPr txBox="1">
            <a:spLocks noChangeArrowheads="1"/>
          </p:cNvSpPr>
          <p:nvPr/>
        </p:nvSpPr>
        <p:spPr bwMode="auto">
          <a:xfrm>
            <a:off x="8340991" y="3103755"/>
            <a:ext cx="53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MB</a:t>
            </a:r>
          </a:p>
        </p:txBody>
      </p:sp>
      <p:sp>
        <p:nvSpPr>
          <p:cNvPr id="76" name="Line 195">
            <a:extLst>
              <a:ext uri="{FF2B5EF4-FFF2-40B4-BE49-F238E27FC236}">
                <a16:creationId xmlns:a16="http://schemas.microsoft.com/office/drawing/2014/main" id="{27FA42E7-F189-B3E1-34EF-4EAC17A58999}"/>
              </a:ext>
            </a:extLst>
          </p:cNvPr>
          <p:cNvSpPr>
            <a:spLocks noChangeShapeType="1"/>
          </p:cNvSpPr>
          <p:nvPr/>
        </p:nvSpPr>
        <p:spPr bwMode="auto">
          <a:xfrm>
            <a:off x="7839341" y="5959668"/>
            <a:ext cx="358775" cy="0"/>
          </a:xfrm>
          <a:prstGeom prst="line">
            <a:avLst/>
          </a:prstGeom>
          <a:noFill/>
          <a:ln w="19050">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77" name="Text Box 196">
            <a:extLst>
              <a:ext uri="{FF2B5EF4-FFF2-40B4-BE49-F238E27FC236}">
                <a16:creationId xmlns:a16="http://schemas.microsoft.com/office/drawing/2014/main" id="{C9015BC7-BFA6-5EE2-5545-CFC325CE0E0C}"/>
              </a:ext>
            </a:extLst>
          </p:cNvPr>
          <p:cNvSpPr txBox="1">
            <a:spLocks noChangeArrowheads="1"/>
          </p:cNvSpPr>
          <p:nvPr/>
        </p:nvSpPr>
        <p:spPr bwMode="auto">
          <a:xfrm>
            <a:off x="8198116" y="5773930"/>
            <a:ext cx="55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MD</a:t>
            </a:r>
          </a:p>
        </p:txBody>
      </p:sp>
      <p:sp>
        <p:nvSpPr>
          <p:cNvPr id="78" name="Text Box 199">
            <a:extLst>
              <a:ext uri="{FF2B5EF4-FFF2-40B4-BE49-F238E27FC236}">
                <a16:creationId xmlns:a16="http://schemas.microsoft.com/office/drawing/2014/main" id="{F9FA9AE1-F21E-E3A6-69FF-CFF82368D6FD}"/>
              </a:ext>
            </a:extLst>
          </p:cNvPr>
          <p:cNvSpPr txBox="1">
            <a:spLocks noChangeArrowheads="1"/>
          </p:cNvSpPr>
          <p:nvPr/>
        </p:nvSpPr>
        <p:spPr bwMode="auto">
          <a:xfrm>
            <a:off x="6469329" y="4334068"/>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X</a:t>
            </a:r>
          </a:p>
        </p:txBody>
      </p:sp>
      <p:sp>
        <p:nvSpPr>
          <p:cNvPr id="79" name="Text Box 200">
            <a:extLst>
              <a:ext uri="{FF2B5EF4-FFF2-40B4-BE49-F238E27FC236}">
                <a16:creationId xmlns:a16="http://schemas.microsoft.com/office/drawing/2014/main" id="{339A40CF-78A7-E48D-4050-32FD25284EB3}"/>
              </a:ext>
            </a:extLst>
          </p:cNvPr>
          <p:cNvSpPr txBox="1">
            <a:spLocks noChangeArrowheads="1"/>
          </p:cNvSpPr>
          <p:nvPr/>
        </p:nvSpPr>
        <p:spPr bwMode="auto">
          <a:xfrm>
            <a:off x="7399604" y="4334068"/>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800" b="0"/>
              <a:t>Y</a:t>
            </a:r>
          </a:p>
        </p:txBody>
      </p:sp>
      <p:sp>
        <p:nvSpPr>
          <p:cNvPr id="80" name="Text Box 201">
            <a:extLst>
              <a:ext uri="{FF2B5EF4-FFF2-40B4-BE49-F238E27FC236}">
                <a16:creationId xmlns:a16="http://schemas.microsoft.com/office/drawing/2014/main" id="{3DBA9A62-6717-7B1F-0CF1-AF1AA667E592}"/>
              </a:ext>
            </a:extLst>
          </p:cNvPr>
          <p:cNvSpPr txBox="1">
            <a:spLocks noChangeArrowheads="1"/>
          </p:cNvSpPr>
          <p:nvPr/>
        </p:nvSpPr>
        <p:spPr bwMode="auto">
          <a:xfrm>
            <a:off x="7063054" y="4819843"/>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800" b="0"/>
              <a:t>H</a:t>
            </a:r>
          </a:p>
        </p:txBody>
      </p:sp>
      <p:sp>
        <p:nvSpPr>
          <p:cNvPr id="81" name="Text Box 202">
            <a:extLst>
              <a:ext uri="{FF2B5EF4-FFF2-40B4-BE49-F238E27FC236}">
                <a16:creationId xmlns:a16="http://schemas.microsoft.com/office/drawing/2014/main" id="{BB0126DA-0EF5-9097-268A-E96B7DB8E0D8}"/>
              </a:ext>
            </a:extLst>
          </p:cNvPr>
          <p:cNvSpPr txBox="1">
            <a:spLocks noChangeArrowheads="1"/>
          </p:cNvSpPr>
          <p:nvPr/>
        </p:nvSpPr>
        <p:spPr bwMode="auto">
          <a:xfrm>
            <a:off x="6410591" y="481349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800" b="0"/>
              <a:t>F</a:t>
            </a:r>
          </a:p>
        </p:txBody>
      </p:sp>
      <p:sp>
        <p:nvSpPr>
          <p:cNvPr id="82" name="Rectangle 204">
            <a:extLst>
              <a:ext uri="{FF2B5EF4-FFF2-40B4-BE49-F238E27FC236}">
                <a16:creationId xmlns:a16="http://schemas.microsoft.com/office/drawing/2014/main" id="{E2B5CBD3-C43B-932D-57A4-A54F6A5F8541}"/>
              </a:ext>
            </a:extLst>
          </p:cNvPr>
          <p:cNvSpPr>
            <a:spLocks noChangeArrowheads="1"/>
          </p:cNvSpPr>
          <p:nvPr/>
        </p:nvSpPr>
        <p:spPr bwMode="auto">
          <a:xfrm>
            <a:off x="6791591" y="4513455"/>
            <a:ext cx="722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000"/>
              <a:t>ALU</a:t>
            </a:r>
            <a:endParaRPr lang="zh-CN" altLang="en-US" sz="2000"/>
          </a:p>
        </p:txBody>
      </p:sp>
      <p:sp>
        <p:nvSpPr>
          <p:cNvPr id="83" name="Text Box 197">
            <a:extLst>
              <a:ext uri="{FF2B5EF4-FFF2-40B4-BE49-F238E27FC236}">
                <a16:creationId xmlns:a16="http://schemas.microsoft.com/office/drawing/2014/main" id="{4F9F9D81-FFD3-9E48-AAC0-77E27AD71EC9}"/>
              </a:ext>
            </a:extLst>
          </p:cNvPr>
          <p:cNvSpPr txBox="1">
            <a:spLocks noChangeArrowheads="1"/>
          </p:cNvSpPr>
          <p:nvPr/>
        </p:nvSpPr>
        <p:spPr bwMode="auto">
          <a:xfrm>
            <a:off x="966990" y="5589780"/>
            <a:ext cx="1754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t>R0 </a:t>
            </a:r>
            <a:r>
              <a:rPr lang="en-US" altLang="zh-CN" sz="2000" b="0">
                <a:sym typeface="Wingdings" panose="05000000000000000000" pitchFamily="2" charset="2"/>
              </a:rPr>
              <a:t></a:t>
            </a:r>
            <a:r>
              <a:rPr lang="en-US" altLang="zh-CN" sz="2400" b="0"/>
              <a:t> </a:t>
            </a:r>
            <a:r>
              <a:rPr lang="en-US" altLang="zh-CN" sz="2400" b="0">
                <a:sym typeface="Wingdings" panose="05000000000000000000" pitchFamily="2" charset="2"/>
              </a:rPr>
              <a:t>R1-R2</a:t>
            </a:r>
            <a:endParaRPr lang="zh-CN" altLang="en-US" sz="2400" b="0"/>
          </a:p>
        </p:txBody>
      </p:sp>
      <p:sp>
        <p:nvSpPr>
          <p:cNvPr id="84" name="Text Box 198">
            <a:extLst>
              <a:ext uri="{FF2B5EF4-FFF2-40B4-BE49-F238E27FC236}">
                <a16:creationId xmlns:a16="http://schemas.microsoft.com/office/drawing/2014/main" id="{92236F8C-CFB9-CD9D-CB40-053800A51349}"/>
              </a:ext>
            </a:extLst>
          </p:cNvPr>
          <p:cNvSpPr txBox="1">
            <a:spLocks noChangeArrowheads="1"/>
          </p:cNvSpPr>
          <p:nvPr/>
        </p:nvSpPr>
        <p:spPr bwMode="auto">
          <a:xfrm>
            <a:off x="993978" y="4227705"/>
            <a:ext cx="2960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t>; AA=1, BA=2, MB=1</a:t>
            </a:r>
            <a:endParaRPr lang="zh-CN" altLang="en-US" sz="2400" b="0"/>
          </a:p>
        </p:txBody>
      </p:sp>
      <p:sp>
        <p:nvSpPr>
          <p:cNvPr id="85" name="Text Box 205">
            <a:extLst>
              <a:ext uri="{FF2B5EF4-FFF2-40B4-BE49-F238E27FC236}">
                <a16:creationId xmlns:a16="http://schemas.microsoft.com/office/drawing/2014/main" id="{FD8E133F-F293-8E46-67A6-E502D6E088BB}"/>
              </a:ext>
            </a:extLst>
          </p:cNvPr>
          <p:cNvSpPr txBox="1">
            <a:spLocks noChangeArrowheads="1"/>
          </p:cNvSpPr>
          <p:nvPr/>
        </p:nvSpPr>
        <p:spPr bwMode="auto">
          <a:xfrm>
            <a:off x="997153" y="4635692"/>
            <a:ext cx="1806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dirty="0"/>
              <a:t>; S=5, MD=0</a:t>
            </a:r>
            <a:endParaRPr lang="zh-CN" altLang="en-US" sz="2400" b="0" dirty="0"/>
          </a:p>
        </p:txBody>
      </p:sp>
      <p:sp>
        <p:nvSpPr>
          <p:cNvPr id="86" name="Text Box 206">
            <a:extLst>
              <a:ext uri="{FF2B5EF4-FFF2-40B4-BE49-F238E27FC236}">
                <a16:creationId xmlns:a16="http://schemas.microsoft.com/office/drawing/2014/main" id="{478B1FB8-B710-975E-D1AF-93070B78DFD6}"/>
              </a:ext>
            </a:extLst>
          </p:cNvPr>
          <p:cNvSpPr txBox="1">
            <a:spLocks noChangeArrowheads="1"/>
          </p:cNvSpPr>
          <p:nvPr/>
        </p:nvSpPr>
        <p:spPr bwMode="auto">
          <a:xfrm>
            <a:off x="966990" y="5030980"/>
            <a:ext cx="2058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t>; DA=0, WE=1</a:t>
            </a:r>
            <a:endParaRPr lang="zh-CN" altLang="en-US" sz="2400" b="0"/>
          </a:p>
        </p:txBody>
      </p:sp>
    </p:spTree>
    <p:extLst>
      <p:ext uri="{BB962C8B-B14F-4D97-AF65-F5344CB8AC3E}">
        <p14:creationId xmlns:p14="http://schemas.microsoft.com/office/powerpoint/2010/main" val="476955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P spid="84" grpId="0"/>
      <p:bldP spid="85" grpId="0"/>
      <p:bldP spid="8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A92BC4-F3C4-3AEF-EC86-F47B0BED0F93}"/>
              </a:ext>
            </a:extLst>
          </p:cNvPr>
          <p:cNvSpPr>
            <a:spLocks noGrp="1"/>
          </p:cNvSpPr>
          <p:nvPr>
            <p:ph type="title"/>
          </p:nvPr>
        </p:nvSpPr>
        <p:spPr/>
        <p:txBody>
          <a:bodyPr>
            <a:normAutofit fontScale="90000"/>
          </a:bodyPr>
          <a:lstStyle/>
          <a:p>
            <a:r>
              <a:rPr lang="zh-CN" altLang="en-US" dirty="0"/>
              <a:t>作业：思考（不用交）</a:t>
            </a:r>
            <a:endParaRPr kumimoji="1" lang="zh-CN" altLang="en-US" dirty="0"/>
          </a:p>
        </p:txBody>
      </p:sp>
      <p:sp>
        <p:nvSpPr>
          <p:cNvPr id="3" name="内容占位符 2">
            <a:extLst>
              <a:ext uri="{FF2B5EF4-FFF2-40B4-BE49-F238E27FC236}">
                <a16:creationId xmlns:a16="http://schemas.microsoft.com/office/drawing/2014/main" id="{7C2D1469-A401-31ED-3543-D565F3B08801}"/>
              </a:ext>
            </a:extLst>
          </p:cNvPr>
          <p:cNvSpPr>
            <a:spLocks noGrp="1"/>
          </p:cNvSpPr>
          <p:nvPr>
            <p:ph idx="1"/>
          </p:nvPr>
        </p:nvSpPr>
        <p:spPr/>
        <p:txBody>
          <a:bodyPr/>
          <a:lstStyle/>
          <a:p>
            <a:pPr>
              <a:defRPr/>
            </a:pPr>
            <a:r>
              <a:rPr lang="zh-CN" altLang="en-US" dirty="0"/>
              <a:t>为什么</a:t>
            </a:r>
            <a:r>
              <a:rPr lang="en-US" altLang="zh-CN" dirty="0"/>
              <a:t>4</a:t>
            </a:r>
            <a:r>
              <a:rPr lang="zh-CN" altLang="en-US" dirty="0"/>
              <a:t>位乘法器要用</a:t>
            </a:r>
            <a:r>
              <a:rPr lang="en-US" altLang="zh-CN" dirty="0"/>
              <a:t>4</a:t>
            </a:r>
            <a:r>
              <a:rPr lang="zh-CN" altLang="en-US" dirty="0"/>
              <a:t>位寄存器加移位操作而不是使用</a:t>
            </a:r>
            <a:r>
              <a:rPr lang="en-US" altLang="zh-CN" dirty="0"/>
              <a:t>2</a:t>
            </a:r>
            <a:r>
              <a:rPr lang="zh-CN" altLang="en-US" dirty="0"/>
              <a:t>个</a:t>
            </a:r>
            <a:r>
              <a:rPr lang="en-US" altLang="zh-CN" dirty="0"/>
              <a:t>8</a:t>
            </a:r>
            <a:r>
              <a:rPr lang="zh-CN" altLang="en-US" dirty="0"/>
              <a:t>位寄存器？有没有别的方法可以提高计算速度？</a:t>
            </a:r>
            <a:endParaRPr lang="en-US" altLang="zh-CN" dirty="0"/>
          </a:p>
          <a:p>
            <a:pPr>
              <a:defRPr/>
            </a:pPr>
            <a:endParaRPr lang="en-US" altLang="zh-CN" dirty="0"/>
          </a:p>
          <a:p>
            <a:pPr>
              <a:defRPr/>
            </a:pPr>
            <a:r>
              <a:rPr lang="zh-CN" altLang="en-US" dirty="0"/>
              <a:t>设计以下算法可能的硬件实现，并从计算速度、硬件复杂度和通用性等角度对比其优劣。</a:t>
            </a:r>
            <a:endParaRPr lang="en-US" altLang="zh-CN" dirty="0"/>
          </a:p>
          <a:p>
            <a:pPr lvl="1">
              <a:defRPr/>
            </a:pPr>
            <a:r>
              <a:rPr lang="en-US" altLang="zh-CN" dirty="0"/>
              <a:t>int x=31,y; 	y=x*8;</a:t>
            </a:r>
          </a:p>
          <a:p>
            <a:pPr lvl="1">
              <a:defRPr/>
            </a:pPr>
            <a:r>
              <a:rPr lang="en-US" altLang="zh-CN" dirty="0"/>
              <a:t>int x=31,y; 	y=x&lt;&lt;3;</a:t>
            </a:r>
          </a:p>
          <a:p>
            <a:pPr lvl="1">
              <a:defRPr/>
            </a:pPr>
            <a:r>
              <a:rPr lang="en-US" altLang="zh-CN" dirty="0"/>
              <a:t>int x=31,a=8; 	y=x*a;</a:t>
            </a:r>
          </a:p>
          <a:p>
            <a:pPr lvl="1">
              <a:defRPr/>
            </a:pPr>
            <a:r>
              <a:rPr lang="en-US" altLang="zh-CN" dirty="0"/>
              <a:t>int x=31,a=8; 	y=f(</a:t>
            </a:r>
            <a:r>
              <a:rPr lang="en-US" altLang="zh-CN" dirty="0" err="1"/>
              <a:t>x,a</a:t>
            </a:r>
            <a:r>
              <a:rPr lang="en-US" altLang="zh-CN" dirty="0"/>
              <a:t>);</a:t>
            </a:r>
          </a:p>
          <a:p>
            <a:pPr marL="457200" lvl="1" indent="0">
              <a:buFontTx/>
              <a:buNone/>
              <a:defRPr/>
            </a:pPr>
            <a:r>
              <a:rPr lang="en-US" altLang="zh-CN" dirty="0"/>
              <a:t>(</a:t>
            </a:r>
            <a:r>
              <a:rPr lang="zh-CN" altLang="en-US" dirty="0"/>
              <a:t>函数定义</a:t>
            </a:r>
            <a:r>
              <a:rPr lang="en-US" altLang="zh-CN" dirty="0"/>
              <a:t> int f(int a1,int a2){return a1*a2};)</a:t>
            </a:r>
          </a:p>
          <a:p>
            <a:endParaRPr kumimoji="1" lang="zh-CN" altLang="en-US" dirty="0">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AF1EBEAF-E105-3D6B-A44A-1A805B927131}"/>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B9440A33-A646-F11A-EF20-5480EA527777}"/>
              </a:ext>
            </a:extLst>
          </p:cNvPr>
          <p:cNvSpPr>
            <a:spLocks noGrp="1"/>
          </p:cNvSpPr>
          <p:nvPr>
            <p:ph type="sldNum" sz="quarter" idx="12"/>
          </p:nvPr>
        </p:nvSpPr>
        <p:spPr/>
        <p:txBody>
          <a:bodyPr/>
          <a:lstStyle/>
          <a:p>
            <a:fld id="{9E260BC5-5BF3-8746-862B-DC45E9CAA88B}" type="slidenum">
              <a:rPr lang="en-US" smtClean="0"/>
              <a:pPr/>
              <a:t>34</a:t>
            </a:fld>
            <a:r>
              <a:rPr lang="en-US" altLang="zh-CN" dirty="0"/>
              <a:t>/34</a:t>
            </a:r>
            <a:endParaRPr lang="en-US" dirty="0"/>
          </a:p>
        </p:txBody>
      </p:sp>
    </p:spTree>
    <p:extLst>
      <p:ext uri="{BB962C8B-B14F-4D97-AF65-F5344CB8AC3E}">
        <p14:creationId xmlns:p14="http://schemas.microsoft.com/office/powerpoint/2010/main" val="701391540"/>
      </p:ext>
    </p:extLst>
  </p:cSld>
  <p:clrMapOvr>
    <a:masterClrMapping/>
  </p:clrMapOvr>
</p:sld>
</file>

<file path=ppt/theme/theme1.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19200</TotalTime>
  <Words>4387</Words>
  <Application>Microsoft Office PowerPoint</Application>
  <PresentationFormat>A4 纸张(210x297 毫米)</PresentationFormat>
  <Paragraphs>1135</Paragraphs>
  <Slides>34</Slides>
  <Notes>10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34</vt:i4>
      </vt:variant>
    </vt:vector>
  </HeadingPairs>
  <TitlesOfParts>
    <vt:vector size="47" baseType="lpstr">
      <vt:lpstr>等线</vt:lpstr>
      <vt:lpstr>黑体</vt:lpstr>
      <vt:lpstr>SimSun</vt:lpstr>
      <vt:lpstr>SimSun</vt:lpstr>
      <vt:lpstr>微软雅黑</vt:lpstr>
      <vt:lpstr>微软雅黑</vt:lpstr>
      <vt:lpstr>Arial</vt:lpstr>
      <vt:lpstr>Arial Black</vt:lpstr>
      <vt:lpstr>Courier New</vt:lpstr>
      <vt:lpstr>Times New Roman</vt:lpstr>
      <vt:lpstr>Wingdings</vt:lpstr>
      <vt:lpstr>Office-Design</vt:lpstr>
      <vt:lpstr>公式</vt:lpstr>
      <vt:lpstr>  模拟与数字电路 Analog and Digital Circuits</vt:lpstr>
      <vt:lpstr>内容提纲</vt:lpstr>
      <vt:lpstr>Nexys-4 基本输入/输出</vt:lpstr>
      <vt:lpstr>Nexy-4电路板</vt:lpstr>
      <vt:lpstr>环境保护</vt:lpstr>
      <vt:lpstr>电子垃圾去哪儿了</vt:lpstr>
      <vt:lpstr>数码管动态显示</vt:lpstr>
      <vt:lpstr>按键/开关去抖动</vt:lpstr>
      <vt:lpstr>数字系统结构</vt:lpstr>
      <vt:lpstr>示例：时序二进制乘法器</vt:lpstr>
      <vt:lpstr>Z = X × Y：手工计算</vt:lpstr>
      <vt:lpstr>Z = X × Y：1次 赋初值+3次 相加</vt:lpstr>
      <vt:lpstr>Z = X × Y：4次（相加+移位）</vt:lpstr>
      <vt:lpstr>以计算机视角展开</vt:lpstr>
      <vt:lpstr>以计算机视角展开：过程总结</vt:lpstr>
      <vt:lpstr>乘法器结构</vt:lpstr>
      <vt:lpstr>乘法器结构(续)</vt:lpstr>
      <vt:lpstr>乘法器控制单元</vt:lpstr>
      <vt:lpstr>乘法器控制单元(续1)</vt:lpstr>
      <vt:lpstr>Verilog描述二进制乘法器</vt:lpstr>
      <vt:lpstr>Verilog描述二进制乘法器(续1)</vt:lpstr>
      <vt:lpstr>Verilog描述二进制乘法器(续2)</vt:lpstr>
      <vt:lpstr>Verilog描述二进制乘法器(续3)</vt:lpstr>
      <vt:lpstr>乘法器仿真波形</vt:lpstr>
      <vt:lpstr>硬件流水线算法实现总结</vt:lpstr>
      <vt:lpstr>硬件流水线算法实现总结</vt:lpstr>
      <vt:lpstr>寄存器传送</vt:lpstr>
      <vt:lpstr>总线</vt:lpstr>
      <vt:lpstr>寄存器组</vt:lpstr>
      <vt:lpstr>寄存器组的MUX实现</vt:lpstr>
      <vt:lpstr>寄存器组的三态门实现</vt:lpstr>
      <vt:lpstr>算术逻辑单元(Arithmetic Logic Unit: ALU)</vt:lpstr>
      <vt:lpstr>示例: 数据通路</vt:lpstr>
      <vt:lpstr>作业：思考（不用交）</vt:lpstr>
    </vt:vector>
  </TitlesOfParts>
  <Company>DFKI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从本科到硕士到博士</dc:title>
  <dc:creator>jingyuan cheng</dc:creator>
  <cp:lastModifiedBy>QF</cp:lastModifiedBy>
  <cp:revision>2533</cp:revision>
  <cp:lastPrinted>2020-05-26T13:24:01Z</cp:lastPrinted>
  <dcterms:created xsi:type="dcterms:W3CDTF">2020-04-07T12:23:01Z</dcterms:created>
  <dcterms:modified xsi:type="dcterms:W3CDTF">2025-11-05T15:17:13Z</dcterms:modified>
</cp:coreProperties>
</file>