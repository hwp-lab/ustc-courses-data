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1354" r:id="rId2"/>
    <p:sldId id="6935" r:id="rId3"/>
    <p:sldId id="7240" r:id="rId4"/>
    <p:sldId id="7241" r:id="rId5"/>
    <p:sldId id="7261" r:id="rId6"/>
    <p:sldId id="7264" r:id="rId7"/>
    <p:sldId id="7268" r:id="rId8"/>
    <p:sldId id="7266" r:id="rId9"/>
    <p:sldId id="7282" r:id="rId10"/>
    <p:sldId id="7265" r:id="rId11"/>
    <p:sldId id="7267" r:id="rId12"/>
    <p:sldId id="7269" r:id="rId13"/>
    <p:sldId id="7270" r:id="rId14"/>
    <p:sldId id="7271" r:id="rId15"/>
    <p:sldId id="7273" r:id="rId16"/>
    <p:sldId id="7274" r:id="rId17"/>
    <p:sldId id="7275" r:id="rId18"/>
    <p:sldId id="7276" r:id="rId19"/>
    <p:sldId id="7277" r:id="rId20"/>
    <p:sldId id="7280" r:id="rId21"/>
    <p:sldId id="7278" r:id="rId22"/>
    <p:sldId id="7279" r:id="rId23"/>
    <p:sldId id="7007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FF"/>
    <a:srgbClr val="00FFFF"/>
    <a:srgbClr val="00FF00"/>
    <a:srgbClr val="FFC8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33" autoAdjust="0"/>
    <p:restoredTop sz="80593" autoAdjust="0"/>
  </p:normalViewPr>
  <p:slideViewPr>
    <p:cSldViewPr snapToGrid="0">
      <p:cViewPr varScale="1">
        <p:scale>
          <a:sx n="78" d="100"/>
          <a:sy n="78" d="100"/>
        </p:scale>
        <p:origin x="942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230" y="3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3336B957-0C23-1CDE-A2B8-044701C667D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07E1FBC-070D-8861-8D9C-258144CACEA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72CA61-C7A7-44C1-8225-2F3B25FCEFE9}" type="datetimeFigureOut">
              <a:rPr lang="zh-CN" altLang="en-US" smtClean="0"/>
              <a:t>2025/12/28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E964B15-02A6-96D1-7025-FFA5019E5E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1ABE5DA-4AAF-6256-556A-73DB14F76B4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1A6520-B727-41E0-BB1B-FA4B49A625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10418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6499D7-817A-4BF8-98BA-7E2BFEC27B52}" type="datetimeFigureOut">
              <a:rPr lang="zh-CN" altLang="en-US" smtClean="0"/>
              <a:t>2025/12/28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F8E926-3218-4A05-BE3C-00B734B06F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4201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49EC6D-DB1F-44A4-BAF7-4CD4248B20AA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83064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4834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V_{im} </a:t>
            </a:r>
            <a:r>
              <a:rPr lang="zh-CN" altLang="en-US" dirty="0"/>
              <a:t>很小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34495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kumimoji="1"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电压比较器广泛用于各种报警电路，以及模拟与数字的接口电路</a:t>
            </a:r>
          </a:p>
          <a:p>
            <a:pPr eaLnBrk="1" hangingPunct="1"/>
            <a:r>
              <a:rPr kumimoji="1" lang="zh-CN" altLang="en-US" sz="1000" dirty="0">
                <a:solidFill>
                  <a:schemeClr val="tx2"/>
                </a:solidFill>
                <a:latin typeface="Times New Roman" panose="02020603050405020304" pitchFamily="18" charset="0"/>
              </a:rPr>
              <a:t>描述方法：电压传输</a:t>
            </a:r>
            <a:r>
              <a:rPr kumimoji="1" lang="zh-CN" altLang="en-US" sz="1000" i="0" dirty="0">
                <a:solidFill>
                  <a:schemeClr val="tx2"/>
                </a:solidFill>
                <a:latin typeface="Times New Roman" panose="02020603050405020304" pitchFamily="18" charset="0"/>
              </a:rPr>
              <a:t>特性 </a:t>
            </a:r>
            <a:r>
              <a:rPr kumimoji="1" lang="en-US" altLang="zh-CN" sz="1000" i="0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v_O</a:t>
            </a:r>
            <a:r>
              <a:rPr kumimoji="1" lang="en-US" altLang="zh-CN" sz="1000" i="0" dirty="0">
                <a:solidFill>
                  <a:schemeClr val="tx2"/>
                </a:solidFill>
                <a:latin typeface="Times New Roman" panose="02020603050405020304" pitchFamily="18" charset="0"/>
              </a:rPr>
              <a:t> =</a:t>
            </a:r>
            <a:r>
              <a:rPr kumimoji="1" lang="en-US" altLang="zh-CN" sz="1000" i="0" baseline="-25000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1000" i="0" dirty="0">
                <a:solidFill>
                  <a:schemeClr val="tx2"/>
                </a:solidFill>
                <a:latin typeface="Times New Roman" panose="02020603050405020304" pitchFamily="18" charset="0"/>
              </a:rPr>
              <a:t>f(</a:t>
            </a:r>
            <a:r>
              <a:rPr kumimoji="1" lang="en-US" altLang="zh-CN" sz="1000" i="0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v_I</a:t>
            </a:r>
            <a:r>
              <a:rPr kumimoji="1" lang="en-US" altLang="zh-CN" sz="1000" i="0" dirty="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  <a:endParaRPr kumimoji="1" lang="zh-CN" altLang="en-US" i="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51486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把比较器输出电压 </a:t>
            </a:r>
            <a:r>
              <a:rPr lang="en-US" altLang="zh-CN" dirty="0" err="1"/>
              <a:t>v_O</a:t>
            </a:r>
            <a:r>
              <a:rPr lang="en-US" altLang="zh-CN" dirty="0"/>
              <a:t> </a:t>
            </a:r>
            <a:r>
              <a:rPr lang="zh-CN" altLang="en-US" dirty="0"/>
              <a:t>从一个电平跳变到另一个电平时对应的</a:t>
            </a:r>
            <a:r>
              <a:rPr lang="zh-CN" altLang="en-US" b="1" dirty="0"/>
              <a:t>输入电压 </a:t>
            </a:r>
            <a:r>
              <a:rPr lang="en-US" altLang="zh-CN" b="1" dirty="0" err="1"/>
              <a:t>v_I</a:t>
            </a:r>
            <a:r>
              <a:rPr lang="en-US" altLang="zh-CN" b="1" dirty="0"/>
              <a:t> </a:t>
            </a:r>
            <a:r>
              <a:rPr lang="zh-CN" altLang="en-US" b="1" dirty="0"/>
              <a:t>的值</a:t>
            </a:r>
            <a:r>
              <a:rPr lang="zh-CN" altLang="en-US" dirty="0"/>
              <a:t>称为门限电压或阈值电压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41122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1931D-2392-09E3-6C76-1107E09D3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A697FCA-F358-0AC3-40FE-1CBAE8FBDB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488724F-FC7A-5E32-6FC3-6284506141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AD0438-5052-C80B-3E9F-A412D537F0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09468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73E68-E55E-BE25-A0AE-96AB9E783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606B3AB-C453-174F-E8BF-D1DE237D19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FB4FD81-CAFC-03F5-F17B-E06C6E62E5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chemeClr val="tx2"/>
                </a:solidFill>
              </a:rPr>
              <a:t>加入限幅二极管可以避免放大器内部管子进入深度饱和区，以此提高响应速度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6D6A61-C6D6-B56B-EB5A-747BFD0121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06211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v_I</a:t>
            </a:r>
            <a:r>
              <a:rPr lang="en-US" altLang="zh-CN" dirty="0"/>
              <a:t> </a:t>
            </a:r>
            <a:r>
              <a:rPr lang="zh-CN" altLang="en-US"/>
              <a:t>接同相端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9220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F5ED9-C021-E22A-6F36-0D0DBE0E8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2799CC3-369E-9009-E261-3A39127074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DCB5234-F291-173E-080F-D69DE16ED6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有噪声或干扰电压时，易导致输出不稳定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如果输出电压跳变后，门限值跟着跳离当前的 </a:t>
            </a:r>
            <a:r>
              <a:rPr lang="en-US" altLang="zh-CN" dirty="0" err="1"/>
              <a:t>v_I</a:t>
            </a:r>
            <a:r>
              <a:rPr lang="en-US" altLang="zh-CN" dirty="0"/>
              <a:t> </a:t>
            </a:r>
            <a:r>
              <a:rPr lang="zh-CN" altLang="en-US" dirty="0"/>
              <a:t>值，就可以解决该问题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05FC2F-EA15-557A-F5D5-EE8D2F8959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79370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C81F2-447B-63FE-96F2-03DB734C3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E7810A3-D2AC-7AB2-440C-B1BEFD1F8E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AE9E5F7-D201-F636-DB3E-7DED333D82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6D158E7-7154-6536-553E-0C43CD8FE7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66936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C1AEA-5FFB-9E21-4F34-7A1A43CBF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3738C21-5CA0-DFD5-2243-62B2EF9A30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3E9D15E-7CFD-F279-C3E0-417596FB32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527275-33E5-2A2B-E502-985D89DE22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85207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FADF9-9C89-DD6A-5D65-FB3BC5C79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4F3F8AA-F113-ACB5-C501-BDA760130B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404AED7-93C3-0799-9AF5-DDD5E43CA0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ADD7F4-F644-8EBA-3FBE-9BD1305FB8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69441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49803-4436-4D95-3419-66D6971E9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0A577FA-1492-2AF8-8DB4-EB5971F7DA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D5EE6-0FE0-AA3F-9945-07431FABCE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0F9CB5-1027-6AB5-36EA-D839BBC064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42707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45020-DCC7-96A2-2168-6AC3931CE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CAB4F4A-6F05-8E43-1F0C-1560670AC2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AEB298-A7FE-9266-BE26-3009668F9A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F8470D-ADC3-A6C5-B3A1-C1525383D0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69019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CF9CA-CAA1-917A-E2AA-8823BC028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85E8A8B-FADB-EBE6-B597-859E257D7B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9322F1F-A3B1-F36E-7610-C6940D0F0E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17408F-CE89-CFA0-D6C1-8AA34DE317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75875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注意 </a:t>
            </a:r>
            <a:r>
              <a:rPr lang="en-US" altLang="zh-CN" dirty="0"/>
              <a:t>C_1 </a:t>
            </a:r>
            <a:r>
              <a:rPr lang="zh-CN" altLang="en-US" dirty="0"/>
              <a:t>的输入端在同相上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95449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40116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忽略二极管 </a:t>
            </a:r>
            <a:r>
              <a:rPr lang="en-US" altLang="zh-CN" dirty="0"/>
              <a:t>D </a:t>
            </a:r>
            <a:r>
              <a:rPr lang="zh-CN" altLang="en-US" dirty="0"/>
              <a:t>的正向导通电阻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去掉 </a:t>
            </a:r>
            <a:r>
              <a:rPr lang="en-US" altLang="zh-CN" dirty="0"/>
              <a:t>R_5</a:t>
            </a:r>
            <a:r>
              <a:rPr lang="zh-CN" altLang="en-US" dirty="0"/>
              <a:t>、</a:t>
            </a:r>
            <a:r>
              <a:rPr lang="en-US" altLang="zh-CN" dirty="0"/>
              <a:t>D </a:t>
            </a:r>
            <a:r>
              <a:rPr lang="zh-CN" altLang="en-US" dirty="0"/>
              <a:t>支路，电路变成方波（</a:t>
            </a:r>
            <a:r>
              <a:rPr lang="en-US" altLang="zh-CN" dirty="0"/>
              <a:t>v_O1</a:t>
            </a:r>
            <a:r>
              <a:rPr lang="zh-CN" altLang="en-US" dirty="0"/>
              <a:t>）</a:t>
            </a:r>
            <a:r>
              <a:rPr kumimoji="1" lang="en-US" altLang="zh-CN" sz="12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/>
              <a:t>三</a:t>
            </a:r>
            <a:r>
              <a:rPr lang="zh-CN" altLang="en-US" dirty="0"/>
              <a:t>角波（</a:t>
            </a:r>
            <a:r>
              <a:rPr lang="en-US" altLang="zh-CN" dirty="0" err="1"/>
              <a:t>v_O</a:t>
            </a:r>
            <a:r>
              <a:rPr lang="zh-CN" altLang="en-US" dirty="0"/>
              <a:t>）产生电路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04981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7646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6" descr="bg3">
            <a:extLst>
              <a:ext uri="{FF2B5EF4-FFF2-40B4-BE49-F238E27FC236}">
                <a16:creationId xmlns:a16="http://schemas.microsoft.com/office/drawing/2014/main" id="{3C12D28E-7FDA-416A-89CF-B41CFE8C11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t="80031" b="16504"/>
          <a:stretch>
            <a:fillRect/>
          </a:stretch>
        </p:blipFill>
        <p:spPr bwMode="auto">
          <a:xfrm flipV="1">
            <a:off x="0" y="1711615"/>
            <a:ext cx="12192000" cy="4378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</p:pic>
      <p:pic>
        <p:nvPicPr>
          <p:cNvPr id="9" name="Picture 17" descr="bg3">
            <a:extLst>
              <a:ext uri="{FF2B5EF4-FFF2-40B4-BE49-F238E27FC236}">
                <a16:creationId xmlns:a16="http://schemas.microsoft.com/office/drawing/2014/main" id="{6256C6DD-5C6C-4934-AE0F-6E767F3C2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t="48767" b="15891"/>
          <a:stretch>
            <a:fillRect/>
          </a:stretch>
        </p:blipFill>
        <p:spPr bwMode="auto">
          <a:xfrm>
            <a:off x="0" y="1930558"/>
            <a:ext cx="12192000" cy="2777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10" descr="2">
            <a:extLst>
              <a:ext uri="{FF2B5EF4-FFF2-40B4-BE49-F238E27FC236}">
                <a16:creationId xmlns:a16="http://schemas.microsoft.com/office/drawing/2014/main" id="{12F893B6-5430-4116-B41C-027E149AB2E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clrChange>
              <a:clrFrom>
                <a:srgbClr val="E8E8EA"/>
              </a:clrFrom>
              <a:clrTo>
                <a:srgbClr val="E8E8EA">
                  <a:alpha val="0"/>
                </a:srgbClr>
              </a:clrTo>
            </a:clrChange>
          </a:blip>
          <a:srcRect l="3981" t="5824" r="52233" b="80846"/>
          <a:stretch/>
        </p:blipFill>
        <p:spPr bwMode="auto">
          <a:xfrm>
            <a:off x="0" y="278392"/>
            <a:ext cx="4244196" cy="914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5851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4" descr="bg2">
            <a:extLst>
              <a:ext uri="{FF2B5EF4-FFF2-40B4-BE49-F238E27FC236}">
                <a16:creationId xmlns:a16="http://schemas.microsoft.com/office/drawing/2014/main" id="{B5E88CDA-D72A-4EE5-A041-54DDE04C08EC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/>
          <a:srcRect r="31108" b="84377"/>
          <a:stretch/>
        </p:blipFill>
        <p:spPr bwMode="auto">
          <a:xfrm>
            <a:off x="0" y="1"/>
            <a:ext cx="12192000" cy="575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37589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3057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0.png"/><Relationship Id="rId13" Type="http://schemas.openxmlformats.org/officeDocument/2006/relationships/image" Target="../media/image87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5" Type="http://schemas.openxmlformats.org/officeDocument/2006/relationships/image" Target="../media/image89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image" Target="../media/image8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10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10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3.png"/><Relationship Id="rId3" Type="http://schemas.openxmlformats.org/officeDocument/2006/relationships/image" Target="../media/image19.png"/><Relationship Id="rId7" Type="http://schemas.openxmlformats.org/officeDocument/2006/relationships/image" Target="../media/image16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1.png"/><Relationship Id="rId5" Type="http://schemas.openxmlformats.org/officeDocument/2006/relationships/image" Target="../media/image14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310.png"/><Relationship Id="rId9" Type="http://schemas.openxmlformats.org/officeDocument/2006/relationships/image" Target="../media/image18.png"/><Relationship Id="rId1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18" Type="http://schemas.openxmlformats.org/officeDocument/2006/relationships/image" Target="../media/image4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10" Type="http://schemas.openxmlformats.org/officeDocument/2006/relationships/image" Target="../media/image34.png"/><Relationship Id="rId19" Type="http://schemas.openxmlformats.org/officeDocument/2006/relationships/image" Target="../media/image43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18" Type="http://schemas.openxmlformats.org/officeDocument/2006/relationships/image" Target="../media/image59.png"/><Relationship Id="rId21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17" Type="http://schemas.openxmlformats.org/officeDocument/2006/relationships/image" Target="../media/image58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57.png"/><Relationship Id="rId20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5" Type="http://schemas.openxmlformats.org/officeDocument/2006/relationships/image" Target="../media/image56.png"/><Relationship Id="rId10" Type="http://schemas.openxmlformats.org/officeDocument/2006/relationships/image" Target="../media/image51.png"/><Relationship Id="rId19" Type="http://schemas.openxmlformats.org/officeDocument/2006/relationships/image" Target="../media/image60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Relationship Id="rId14" Type="http://schemas.openxmlformats.org/officeDocument/2006/relationships/image" Target="../media/image5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72.png"/><Relationship Id="rId18" Type="http://schemas.openxmlformats.org/officeDocument/2006/relationships/image" Target="../media/image57.png"/><Relationship Id="rId3" Type="http://schemas.openxmlformats.org/officeDocument/2006/relationships/image" Target="../media/image622.png"/><Relationship Id="rId21" Type="http://schemas.openxmlformats.org/officeDocument/2006/relationships/image" Target="../media/image60.png"/><Relationship Id="rId7" Type="http://schemas.openxmlformats.org/officeDocument/2006/relationships/image" Target="../media/image66.png"/><Relationship Id="rId12" Type="http://schemas.openxmlformats.org/officeDocument/2006/relationships/image" Target="../media/image71.png"/><Relationship Id="rId17" Type="http://schemas.openxmlformats.org/officeDocument/2006/relationships/image" Target="../media/image56.png"/><Relationship Id="rId2" Type="http://schemas.openxmlformats.org/officeDocument/2006/relationships/image" Target="../media/image62.png"/><Relationship Id="rId16" Type="http://schemas.openxmlformats.org/officeDocument/2006/relationships/image" Target="../media/image55.png"/><Relationship Id="rId20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11" Type="http://schemas.openxmlformats.org/officeDocument/2006/relationships/image" Target="../media/image70.png"/><Relationship Id="rId5" Type="http://schemas.openxmlformats.org/officeDocument/2006/relationships/image" Target="../media/image64.png"/><Relationship Id="rId15" Type="http://schemas.openxmlformats.org/officeDocument/2006/relationships/image" Target="../media/image54.png"/><Relationship Id="rId23" Type="http://schemas.openxmlformats.org/officeDocument/2006/relationships/image" Target="../media/image44.png"/><Relationship Id="rId10" Type="http://schemas.openxmlformats.org/officeDocument/2006/relationships/image" Target="../media/image69.png"/><Relationship Id="rId19" Type="http://schemas.openxmlformats.org/officeDocument/2006/relationships/image" Target="../media/image58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Relationship Id="rId14" Type="http://schemas.openxmlformats.org/officeDocument/2006/relationships/image" Target="../media/image73.png"/><Relationship Id="rId22" Type="http://schemas.openxmlformats.org/officeDocument/2006/relationships/image" Target="../media/image6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1.png"/><Relationship Id="rId13" Type="http://schemas.openxmlformats.org/officeDocument/2006/relationships/image" Target="../media/image420.png"/><Relationship Id="rId18" Type="http://schemas.openxmlformats.org/officeDocument/2006/relationships/image" Target="../media/image470.png"/><Relationship Id="rId3" Type="http://schemas.openxmlformats.org/officeDocument/2006/relationships/image" Target="../media/image621.png"/><Relationship Id="rId21" Type="http://schemas.openxmlformats.org/officeDocument/2006/relationships/image" Target="../media/image500.png"/><Relationship Id="rId7" Type="http://schemas.openxmlformats.org/officeDocument/2006/relationships/image" Target="../media/image24.png"/><Relationship Id="rId12" Type="http://schemas.openxmlformats.org/officeDocument/2006/relationships/image" Target="../media/image410.png"/><Relationship Id="rId17" Type="http://schemas.openxmlformats.org/officeDocument/2006/relationships/image" Target="../media/image460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450.png"/><Relationship Id="rId20" Type="http://schemas.openxmlformats.org/officeDocument/2006/relationships/image" Target="../media/image4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401.png"/><Relationship Id="rId24" Type="http://schemas.openxmlformats.org/officeDocument/2006/relationships/image" Target="../media/image530.png"/><Relationship Id="rId5" Type="http://schemas.openxmlformats.org/officeDocument/2006/relationships/image" Target="../media/image22.png"/><Relationship Id="rId15" Type="http://schemas.openxmlformats.org/officeDocument/2006/relationships/image" Target="../media/image440.png"/><Relationship Id="rId23" Type="http://schemas.openxmlformats.org/officeDocument/2006/relationships/image" Target="../media/image520.png"/><Relationship Id="rId10" Type="http://schemas.openxmlformats.org/officeDocument/2006/relationships/image" Target="../media/image391.png"/><Relationship Id="rId19" Type="http://schemas.openxmlformats.org/officeDocument/2006/relationships/image" Target="../media/image480.png"/><Relationship Id="rId4" Type="http://schemas.openxmlformats.org/officeDocument/2006/relationships/image" Target="../media/image631.png"/><Relationship Id="rId9" Type="http://schemas.openxmlformats.org/officeDocument/2006/relationships/image" Target="../media/image380.png"/><Relationship Id="rId14" Type="http://schemas.openxmlformats.org/officeDocument/2006/relationships/image" Target="../media/image430.png"/><Relationship Id="rId22" Type="http://schemas.openxmlformats.org/officeDocument/2006/relationships/image" Target="../media/image51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74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631.png"/><Relationship Id="rId4" Type="http://schemas.openxmlformats.org/officeDocument/2006/relationships/image" Target="../media/image62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0.png"/><Relationship Id="rId13" Type="http://schemas.openxmlformats.org/officeDocument/2006/relationships/image" Target="../media/image600.png"/><Relationship Id="rId3" Type="http://schemas.openxmlformats.org/officeDocument/2006/relationships/image" Target="../media/image651.png"/><Relationship Id="rId7" Type="http://schemas.openxmlformats.org/officeDocument/2006/relationships/image" Target="../media/image560.png"/><Relationship Id="rId12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5.png"/><Relationship Id="rId5" Type="http://schemas.openxmlformats.org/officeDocument/2006/relationships/image" Target="../media/image28.png"/><Relationship Id="rId15" Type="http://schemas.openxmlformats.org/officeDocument/2006/relationships/image" Target="../media/image620.png"/><Relationship Id="rId10" Type="http://schemas.openxmlformats.org/officeDocument/2006/relationships/image" Target="../media/image590.png"/><Relationship Id="rId4" Type="http://schemas.openxmlformats.org/officeDocument/2006/relationships/image" Target="../media/image27.png"/><Relationship Id="rId9" Type="http://schemas.openxmlformats.org/officeDocument/2006/relationships/image" Target="../media/image580.png"/><Relationship Id="rId14" Type="http://schemas.openxmlformats.org/officeDocument/2006/relationships/image" Target="../media/image610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30.png"/><Relationship Id="rId18" Type="http://schemas.openxmlformats.org/officeDocument/2006/relationships/image" Target="../media/image78.png"/><Relationship Id="rId26" Type="http://schemas.openxmlformats.org/officeDocument/2006/relationships/image" Target="../media/image86.png"/><Relationship Id="rId39" Type="http://schemas.openxmlformats.org/officeDocument/2006/relationships/image" Target="../media/image700.png"/><Relationship Id="rId3" Type="http://schemas.openxmlformats.org/officeDocument/2006/relationships/image" Target="../media/image630.png"/><Relationship Id="rId21" Type="http://schemas.openxmlformats.org/officeDocument/2006/relationships/image" Target="../media/image81.png"/><Relationship Id="rId34" Type="http://schemas.openxmlformats.org/officeDocument/2006/relationships/image" Target="../media/image650.png"/><Relationship Id="rId42" Type="http://schemas.openxmlformats.org/officeDocument/2006/relationships/image" Target="../media/image94.png"/><Relationship Id="rId17" Type="http://schemas.openxmlformats.org/officeDocument/2006/relationships/image" Target="../media/image77.png"/><Relationship Id="rId25" Type="http://schemas.openxmlformats.org/officeDocument/2006/relationships/image" Target="../media/image85.png"/><Relationship Id="rId33" Type="http://schemas.openxmlformats.org/officeDocument/2006/relationships/image" Target="../media/image93.png"/><Relationship Id="rId38" Type="http://schemas.openxmlformats.org/officeDocument/2006/relationships/image" Target="../media/image690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76.png"/><Relationship Id="rId20" Type="http://schemas.openxmlformats.org/officeDocument/2006/relationships/image" Target="../media/image80.png"/><Relationship Id="rId29" Type="http://schemas.openxmlformats.org/officeDocument/2006/relationships/image" Target="../media/image890.png"/><Relationship Id="rId41" Type="http://schemas.openxmlformats.org/officeDocument/2006/relationships/image" Target="../media/image720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84.png"/><Relationship Id="rId32" Type="http://schemas.openxmlformats.org/officeDocument/2006/relationships/image" Target="../media/image92.png"/><Relationship Id="rId37" Type="http://schemas.openxmlformats.org/officeDocument/2006/relationships/image" Target="../media/image680.png"/><Relationship Id="rId40" Type="http://schemas.openxmlformats.org/officeDocument/2006/relationships/image" Target="../media/image710.png"/><Relationship Id="rId15" Type="http://schemas.openxmlformats.org/officeDocument/2006/relationships/image" Target="../media/image75.png"/><Relationship Id="rId23" Type="http://schemas.openxmlformats.org/officeDocument/2006/relationships/image" Target="../media/image83.png"/><Relationship Id="rId28" Type="http://schemas.openxmlformats.org/officeDocument/2006/relationships/image" Target="../media/image880.png"/><Relationship Id="rId36" Type="http://schemas.openxmlformats.org/officeDocument/2006/relationships/image" Target="../media/image670.png"/><Relationship Id="rId19" Type="http://schemas.openxmlformats.org/officeDocument/2006/relationships/image" Target="../media/image79.png"/><Relationship Id="rId31" Type="http://schemas.openxmlformats.org/officeDocument/2006/relationships/image" Target="../media/image91.png"/><Relationship Id="rId14" Type="http://schemas.openxmlformats.org/officeDocument/2006/relationships/image" Target="../media/image740.png"/><Relationship Id="rId22" Type="http://schemas.openxmlformats.org/officeDocument/2006/relationships/image" Target="../media/image82.png"/><Relationship Id="rId27" Type="http://schemas.openxmlformats.org/officeDocument/2006/relationships/image" Target="../media/image870.png"/><Relationship Id="rId30" Type="http://schemas.openxmlformats.org/officeDocument/2006/relationships/image" Target="../media/image900.png"/><Relationship Id="rId35" Type="http://schemas.openxmlformats.org/officeDocument/2006/relationships/image" Target="../media/image66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13" Type="http://schemas.openxmlformats.org/officeDocument/2006/relationships/image" Target="../media/image96.png"/><Relationship Id="rId3" Type="http://schemas.openxmlformats.org/officeDocument/2006/relationships/image" Target="../media/image95.png"/><Relationship Id="rId7" Type="http://schemas.openxmlformats.org/officeDocument/2006/relationships/image" Target="../media/image98.png"/><Relationship Id="rId12" Type="http://schemas.openxmlformats.org/officeDocument/2006/relationships/image" Target="../media/image10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0.png"/><Relationship Id="rId11" Type="http://schemas.openxmlformats.org/officeDocument/2006/relationships/image" Target="../media/image102.png"/><Relationship Id="rId5" Type="http://schemas.openxmlformats.org/officeDocument/2006/relationships/image" Target="../media/image960.png"/><Relationship Id="rId10" Type="http://schemas.openxmlformats.org/officeDocument/2006/relationships/image" Target="../media/image101.png"/><Relationship Id="rId4" Type="http://schemas.openxmlformats.org/officeDocument/2006/relationships/image" Target="../media/image950.png"/><Relationship Id="rId9" Type="http://schemas.openxmlformats.org/officeDocument/2006/relationships/image" Target="../media/image100.png"/><Relationship Id="rId14" Type="http://schemas.openxmlformats.org/officeDocument/2006/relationships/image" Target="../media/image96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image" Target="../media/image116.png"/><Relationship Id="rId3" Type="http://schemas.openxmlformats.org/officeDocument/2006/relationships/image" Target="../media/image106.png"/><Relationship Id="rId7" Type="http://schemas.openxmlformats.org/officeDocument/2006/relationships/image" Target="../media/image110.png"/><Relationship Id="rId12" Type="http://schemas.openxmlformats.org/officeDocument/2006/relationships/image" Target="../media/image115.png"/><Relationship Id="rId17" Type="http://schemas.openxmlformats.org/officeDocument/2006/relationships/image" Target="../media/image120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11" Type="http://schemas.openxmlformats.org/officeDocument/2006/relationships/image" Target="../media/image114.png"/><Relationship Id="rId5" Type="http://schemas.openxmlformats.org/officeDocument/2006/relationships/image" Target="../media/image108.png"/><Relationship Id="rId15" Type="http://schemas.openxmlformats.org/officeDocument/2006/relationships/image" Target="../media/image118.png"/><Relationship Id="rId10" Type="http://schemas.openxmlformats.org/officeDocument/2006/relationships/image" Target="../media/image113.png"/><Relationship Id="rId4" Type="http://schemas.openxmlformats.org/officeDocument/2006/relationships/image" Target="../media/image107.png"/><Relationship Id="rId9" Type="http://schemas.openxmlformats.org/officeDocument/2006/relationships/image" Target="../media/image112.png"/><Relationship Id="rId14" Type="http://schemas.openxmlformats.org/officeDocument/2006/relationships/image" Target="../media/image11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13" Type="http://schemas.openxmlformats.org/officeDocument/2006/relationships/image" Target="../media/image117.png"/><Relationship Id="rId18" Type="http://schemas.openxmlformats.org/officeDocument/2006/relationships/image" Target="../media/image122.png"/><Relationship Id="rId3" Type="http://schemas.openxmlformats.org/officeDocument/2006/relationships/image" Target="../media/image107.png"/><Relationship Id="rId7" Type="http://schemas.openxmlformats.org/officeDocument/2006/relationships/image" Target="../media/image111.png"/><Relationship Id="rId12" Type="http://schemas.openxmlformats.org/officeDocument/2006/relationships/image" Target="../media/image116.png"/><Relationship Id="rId17" Type="http://schemas.openxmlformats.org/officeDocument/2006/relationships/image" Target="../media/image951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11" Type="http://schemas.openxmlformats.org/officeDocument/2006/relationships/image" Target="../media/image115.png"/><Relationship Id="rId5" Type="http://schemas.openxmlformats.org/officeDocument/2006/relationships/image" Target="../media/image109.png"/><Relationship Id="rId15" Type="http://schemas.openxmlformats.org/officeDocument/2006/relationships/image" Target="../media/image119.png"/><Relationship Id="rId10" Type="http://schemas.openxmlformats.org/officeDocument/2006/relationships/image" Target="../media/image114.png"/><Relationship Id="rId19" Type="http://schemas.openxmlformats.org/officeDocument/2006/relationships/image" Target="../media/image123.png"/><Relationship Id="rId4" Type="http://schemas.openxmlformats.org/officeDocument/2006/relationships/image" Target="../media/image108.png"/><Relationship Id="rId9" Type="http://schemas.openxmlformats.org/officeDocument/2006/relationships/image" Target="../media/image113.png"/><Relationship Id="rId14" Type="http://schemas.openxmlformats.org/officeDocument/2006/relationships/image" Target="../media/image11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image" Target="../media/image116.png"/><Relationship Id="rId18" Type="http://schemas.openxmlformats.org/officeDocument/2006/relationships/image" Target="../media/image122.png"/><Relationship Id="rId3" Type="http://schemas.openxmlformats.org/officeDocument/2006/relationships/image" Target="../media/image97.png"/><Relationship Id="rId7" Type="http://schemas.openxmlformats.org/officeDocument/2006/relationships/image" Target="../media/image110.png"/><Relationship Id="rId12" Type="http://schemas.openxmlformats.org/officeDocument/2006/relationships/image" Target="../media/image115.png"/><Relationship Id="rId17" Type="http://schemas.openxmlformats.org/officeDocument/2006/relationships/image" Target="../media/image120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119.png"/><Relationship Id="rId20" Type="http://schemas.openxmlformats.org/officeDocument/2006/relationships/image" Target="../media/image1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11" Type="http://schemas.openxmlformats.org/officeDocument/2006/relationships/image" Target="../media/image114.png"/><Relationship Id="rId5" Type="http://schemas.openxmlformats.org/officeDocument/2006/relationships/image" Target="../media/image108.png"/><Relationship Id="rId15" Type="http://schemas.openxmlformats.org/officeDocument/2006/relationships/image" Target="../media/image118.png"/><Relationship Id="rId10" Type="http://schemas.openxmlformats.org/officeDocument/2006/relationships/image" Target="../media/image113.png"/><Relationship Id="rId19" Type="http://schemas.openxmlformats.org/officeDocument/2006/relationships/image" Target="../media/image123.png"/><Relationship Id="rId4" Type="http://schemas.openxmlformats.org/officeDocument/2006/relationships/image" Target="../media/image107.png"/><Relationship Id="rId9" Type="http://schemas.openxmlformats.org/officeDocument/2006/relationships/image" Target="../media/image112.png"/><Relationship Id="rId14" Type="http://schemas.openxmlformats.org/officeDocument/2006/relationships/image" Target="../media/image11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png"/><Relationship Id="rId13" Type="http://schemas.openxmlformats.org/officeDocument/2006/relationships/image" Target="../media/image136.png"/><Relationship Id="rId18" Type="http://schemas.openxmlformats.org/officeDocument/2006/relationships/image" Target="../media/image141.png"/><Relationship Id="rId3" Type="http://schemas.openxmlformats.org/officeDocument/2006/relationships/image" Target="../media/image126.png"/><Relationship Id="rId21" Type="http://schemas.openxmlformats.org/officeDocument/2006/relationships/image" Target="../media/image144.png"/><Relationship Id="rId7" Type="http://schemas.openxmlformats.org/officeDocument/2006/relationships/image" Target="../media/image130.png"/><Relationship Id="rId12" Type="http://schemas.openxmlformats.org/officeDocument/2006/relationships/image" Target="../media/image135.png"/><Relationship Id="rId17" Type="http://schemas.openxmlformats.org/officeDocument/2006/relationships/image" Target="../media/image140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139.png"/><Relationship Id="rId20" Type="http://schemas.openxmlformats.org/officeDocument/2006/relationships/image" Target="../media/image1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9.png"/><Relationship Id="rId11" Type="http://schemas.openxmlformats.org/officeDocument/2006/relationships/image" Target="../media/image134.png"/><Relationship Id="rId5" Type="http://schemas.openxmlformats.org/officeDocument/2006/relationships/image" Target="../media/image128.png"/><Relationship Id="rId15" Type="http://schemas.openxmlformats.org/officeDocument/2006/relationships/image" Target="../media/image138.png"/><Relationship Id="rId10" Type="http://schemas.openxmlformats.org/officeDocument/2006/relationships/image" Target="../media/image133.png"/><Relationship Id="rId19" Type="http://schemas.openxmlformats.org/officeDocument/2006/relationships/image" Target="../media/image142.png"/><Relationship Id="rId4" Type="http://schemas.openxmlformats.org/officeDocument/2006/relationships/image" Target="../media/image127.png"/><Relationship Id="rId9" Type="http://schemas.openxmlformats.org/officeDocument/2006/relationships/image" Target="../media/image132.png"/><Relationship Id="rId14" Type="http://schemas.openxmlformats.org/officeDocument/2006/relationships/image" Target="../media/image137.png"/><Relationship Id="rId22" Type="http://schemas.openxmlformats.org/officeDocument/2006/relationships/image" Target="../media/image14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6.png"/><Relationship Id="rId4" Type="http://schemas.openxmlformats.org/officeDocument/2006/relationships/image" Target="../media/image10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0.png"/><Relationship Id="rId4" Type="http://schemas.openxmlformats.org/officeDocument/2006/relationships/image" Target="../media/image10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89073248-787E-5D40-AE5E-610E41D0A30C}"/>
              </a:ext>
            </a:extLst>
          </p:cNvPr>
          <p:cNvSpPr txBox="1">
            <a:spLocks/>
          </p:cNvSpPr>
          <p:nvPr/>
        </p:nvSpPr>
        <p:spPr>
          <a:xfrm>
            <a:off x="0" y="2817091"/>
            <a:ext cx="12191999" cy="1226516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zh-CN" altLang="en-US" sz="5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charset="-122"/>
              </a:rPr>
              <a:t>集成运算放大器 </a:t>
            </a:r>
            <a:r>
              <a:rPr lang="en-US" altLang="zh-CN" sz="5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charset="-122"/>
              </a:rPr>
              <a:t>(3)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D42438B-9455-BCBC-7490-250107AE8BAC}"/>
              </a:ext>
            </a:extLst>
          </p:cNvPr>
          <p:cNvSpPr/>
          <p:nvPr/>
        </p:nvSpPr>
        <p:spPr>
          <a:xfrm>
            <a:off x="0" y="252787"/>
            <a:ext cx="4271375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C03BB9C-92C3-DE18-5792-0E22FDDAA0A4}"/>
              </a:ext>
            </a:extLst>
          </p:cNvPr>
          <p:cNvSpPr/>
          <p:nvPr/>
        </p:nvSpPr>
        <p:spPr>
          <a:xfrm>
            <a:off x="3756617" y="5040000"/>
            <a:ext cx="46787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模电 </a:t>
            </a:r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P421 – 433</a:t>
            </a:r>
          </a:p>
        </p:txBody>
      </p:sp>
      <p:pic>
        <p:nvPicPr>
          <p:cNvPr id="12" name="图片 11" descr="图片包含 图形用户界面&#10;&#10;描述已自动生成">
            <a:extLst>
              <a:ext uri="{FF2B5EF4-FFF2-40B4-BE49-F238E27FC236}">
                <a16:creationId xmlns:a16="http://schemas.microsoft.com/office/drawing/2014/main" id="{36B95622-439B-2F01-3763-4744D210F1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38" t="27915" r="8682" b="26692"/>
          <a:stretch/>
        </p:blipFill>
        <p:spPr>
          <a:xfrm>
            <a:off x="0" y="0"/>
            <a:ext cx="4405745" cy="99842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3570352-420A-0C13-044B-FD4A338CD6AA}"/>
              </a:ext>
            </a:extLst>
          </p:cNvPr>
          <p:cNvSpPr txBox="1"/>
          <p:nvPr/>
        </p:nvSpPr>
        <p:spPr>
          <a:xfrm>
            <a:off x="0" y="1931813"/>
            <a:ext cx="95319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模拟与数字电路 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(Analog and Digital Circuits)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7EF3C51-ACC3-CEB4-0CD3-FB5FA64AEC1C}"/>
              </a:ext>
            </a:extLst>
          </p:cNvPr>
          <p:cNvSpPr/>
          <p:nvPr/>
        </p:nvSpPr>
        <p:spPr>
          <a:xfrm>
            <a:off x="0" y="6352426"/>
            <a:ext cx="12192000" cy="505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计算机科学与技术学院本科课程</a:t>
            </a:r>
          </a:p>
        </p:txBody>
      </p:sp>
    </p:spTree>
    <p:extLst>
      <p:ext uri="{BB962C8B-B14F-4D97-AF65-F5344CB8AC3E}">
        <p14:creationId xmlns:p14="http://schemas.microsoft.com/office/powerpoint/2010/main" val="2533195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24A8A429-A57A-A971-5B68-36C274978AD5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内容提纲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F45B4BAD-F1AF-DA8F-D325-2AEA13223897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84CADB5B-DD68-FB6B-CE4A-4D568A53302E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7" name="箭头: 五边形 6">
                <a:extLst>
                  <a:ext uri="{FF2B5EF4-FFF2-40B4-BE49-F238E27FC236}">
                    <a16:creationId xmlns:a16="http://schemas.microsoft.com/office/drawing/2014/main" id="{D9CA2CB5-31A5-2271-2D0D-B793AF350D1F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" name="箭头: V 形 7">
                <a:extLst>
                  <a:ext uri="{FF2B5EF4-FFF2-40B4-BE49-F238E27FC236}">
                    <a16:creationId xmlns:a16="http://schemas.microsoft.com/office/drawing/2014/main" id="{015BBDD1-4572-5612-26B6-27B8BA888977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" name="灯片编号占位符 3">
              <a:extLst>
                <a:ext uri="{FF2B5EF4-FFF2-40B4-BE49-F238E27FC236}">
                  <a16:creationId xmlns:a16="http://schemas.microsoft.com/office/drawing/2014/main" id="{98A25324-8856-1585-AC55-264ACE01D509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150FB66A-3771-66BC-722B-E3FF571B488E}"/>
              </a:ext>
            </a:extLst>
          </p:cNvPr>
          <p:cNvSpPr txBox="1"/>
          <p:nvPr/>
        </p:nvSpPr>
        <p:spPr>
          <a:xfrm>
            <a:off x="1296000" y="1296000"/>
            <a:ext cx="8828388" cy="1519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集成运算放大器的性质回顾</a:t>
            </a:r>
            <a:endParaRPr lang="en-US" altLang="zh-CN" sz="3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71500" indent="-5715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集成运算放大器的非线性应用</a:t>
            </a:r>
            <a:endParaRPr lang="en-US" altLang="zh-CN" sz="3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7439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2827DFEC-FFBE-D870-0B85-9DCD365EABD9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361802BD-917F-B5C1-2458-85EE14200A92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2FE1A6DF-17B9-B5C9-EEDF-307C2F6C979C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6CD88C4B-DBFF-90A4-570D-59C358E483E8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F50A22FE-1277-2E1C-F262-5C923D2F4741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3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7" name="标题 1">
            <a:extLst>
              <a:ext uri="{FF2B5EF4-FFF2-40B4-BE49-F238E27FC236}">
                <a16:creationId xmlns:a16="http://schemas.microsoft.com/office/drawing/2014/main" id="{7BA45376-DDBE-0305-9875-D8A1E0ACF1B2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集成运算放大器的性质回顾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9AD5560-F0A9-4A5E-48D5-904B04F8B13A}"/>
                  </a:ext>
                </a:extLst>
              </p:cNvPr>
              <p:cNvSpPr txBox="1"/>
              <p:nvPr/>
            </p:nvSpPr>
            <p:spPr>
              <a:xfrm>
                <a:off x="360000" y="828000"/>
                <a:ext cx="9861685" cy="36926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集成运放的一些性质：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工作在线性区的条件：引入负反馈，减小输入电压 </a:t>
                </a:r>
                <a14:m>
                  <m:oMath xmlns:m="http://schemas.openxmlformats.org/officeDocument/2006/math"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“虚断”：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“虚短”：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运放以</a:t>
                </a:r>
                <a:r>
                  <a:rPr kumimoji="1" lang="zh-CN" altLang="en-US" sz="24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开环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或</a:t>
                </a:r>
                <a:r>
                  <a:rPr kumimoji="1" lang="zh-CN" altLang="en-US" sz="24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正反馈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方式工作，进入饱和区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“虚断”仍然适用（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“虚短”不再适用，即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altLang="zh-CN" sz="24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endParaRPr kumimoji="1" lang="en-US" altLang="zh-CN" sz="2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9AD5560-F0A9-4A5E-48D5-904B04F8B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8000"/>
                <a:ext cx="9861685" cy="3692678"/>
              </a:xfrm>
              <a:prstGeom prst="rect">
                <a:avLst/>
              </a:prstGeom>
              <a:blipFill>
                <a:blip r:embed="rId3"/>
                <a:stretch>
                  <a:fillRect l="-1236" t="-660" b="-28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组合 23">
            <a:extLst>
              <a:ext uri="{FF2B5EF4-FFF2-40B4-BE49-F238E27FC236}">
                <a16:creationId xmlns:a16="http://schemas.microsoft.com/office/drawing/2014/main" id="{C63F2821-51DD-77C4-061C-3D4DCABF01DD}"/>
              </a:ext>
            </a:extLst>
          </p:cNvPr>
          <p:cNvGrpSpPr/>
          <p:nvPr/>
        </p:nvGrpSpPr>
        <p:grpSpPr>
          <a:xfrm>
            <a:off x="1799999" y="4644000"/>
            <a:ext cx="4392001" cy="2196000"/>
            <a:chOff x="719999" y="4644000"/>
            <a:chExt cx="4392001" cy="2196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D35C8733-BF40-B767-EAAE-6DB6BE5A5F45}"/>
                    </a:ext>
                  </a:extLst>
                </p:cNvPr>
                <p:cNvSpPr txBox="1"/>
                <p:nvPr/>
              </p:nvSpPr>
              <p:spPr>
                <a:xfrm>
                  <a:off x="1403999" y="4644000"/>
                  <a:ext cx="720000" cy="72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N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D35C8733-BF40-B767-EAAE-6DB6BE5A5F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3999" y="4644000"/>
                  <a:ext cx="720000" cy="7200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8510317A-26D4-7142-23EC-E5118BE0DC64}"/>
                    </a:ext>
                  </a:extLst>
                </p:cNvPr>
                <p:cNvSpPr txBox="1"/>
                <p:nvPr/>
              </p:nvSpPr>
              <p:spPr>
                <a:xfrm>
                  <a:off x="719999" y="5040000"/>
                  <a:ext cx="720000" cy="72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N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8510317A-26D4-7142-23EC-E5118BE0DC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9999" y="5040000"/>
                  <a:ext cx="720000" cy="72000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56D99560-A25D-54C8-49DE-3F912EC42D6C}"/>
                    </a:ext>
                  </a:extLst>
                </p:cNvPr>
                <p:cNvSpPr txBox="1"/>
                <p:nvPr/>
              </p:nvSpPr>
              <p:spPr>
                <a:xfrm>
                  <a:off x="719999" y="5760000"/>
                  <a:ext cx="720000" cy="72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P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56D99560-A25D-54C8-49DE-3F912EC42D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9999" y="5760000"/>
                  <a:ext cx="720000" cy="72000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EDCAFC15-9ABF-FE58-280A-180830920775}"/>
                </a:ext>
              </a:extLst>
            </p:cNvPr>
            <p:cNvCxnSpPr>
              <a:cxnSpLocks/>
            </p:cNvCxnSpPr>
            <p:nvPr/>
          </p:nvCxnSpPr>
          <p:spPr>
            <a:xfrm>
              <a:off x="1296000" y="5400000"/>
              <a:ext cx="972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F7E22B40-8D17-D51D-C45D-3F3D35FF99E9}"/>
                </a:ext>
              </a:extLst>
            </p:cNvPr>
            <p:cNvCxnSpPr>
              <a:cxnSpLocks/>
            </p:cNvCxnSpPr>
            <p:nvPr/>
          </p:nvCxnSpPr>
          <p:spPr>
            <a:xfrm>
              <a:off x="1296000" y="6084000"/>
              <a:ext cx="972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2CDB5232-BCE8-25EF-04FD-A5A92B13993E}"/>
                    </a:ext>
                  </a:extLst>
                </p:cNvPr>
                <p:cNvSpPr txBox="1"/>
                <p:nvPr/>
              </p:nvSpPr>
              <p:spPr>
                <a:xfrm>
                  <a:off x="4392000" y="5364000"/>
                  <a:ext cx="720000" cy="72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2CDB5232-BCE8-25EF-04FD-A5A92B1399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92000" y="5364000"/>
                  <a:ext cx="720000" cy="72000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148AB933-E7CD-D227-6C07-E93195785544}"/>
                </a:ext>
              </a:extLst>
            </p:cNvPr>
            <p:cNvCxnSpPr>
              <a:cxnSpLocks/>
              <a:stCxn id="10" idx="0"/>
            </p:cNvCxnSpPr>
            <p:nvPr/>
          </p:nvCxnSpPr>
          <p:spPr>
            <a:xfrm>
              <a:off x="3798000" y="5724000"/>
              <a:ext cx="576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等腰三角形 9">
              <a:extLst>
                <a:ext uri="{FF2B5EF4-FFF2-40B4-BE49-F238E27FC236}">
                  <a16:creationId xmlns:a16="http://schemas.microsoft.com/office/drawing/2014/main" id="{5606C796-810C-8282-14A2-ECC154600EA5}"/>
                </a:ext>
              </a:extLst>
            </p:cNvPr>
            <p:cNvSpPr/>
            <p:nvPr/>
          </p:nvSpPr>
          <p:spPr>
            <a:xfrm rot="5400000">
              <a:off x="2196000" y="4950000"/>
              <a:ext cx="1656000" cy="1548000"/>
            </a:xfrm>
            <a:prstGeom prst="triangl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A50F1CED-57AC-E5AC-B84B-7A5A0B688C1B}"/>
                    </a:ext>
                  </a:extLst>
                </p:cNvPr>
                <p:cNvSpPr txBox="1"/>
                <p:nvPr/>
              </p:nvSpPr>
              <p:spPr>
                <a:xfrm>
                  <a:off x="2376000" y="5076000"/>
                  <a:ext cx="360000" cy="648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A50F1CED-57AC-E5AC-B84B-7A5A0B688C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76000" y="5076000"/>
                  <a:ext cx="360000" cy="64800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C2E9D80E-E66B-97FB-CD00-959EECF0A98E}"/>
                    </a:ext>
                  </a:extLst>
                </p:cNvPr>
                <p:cNvSpPr txBox="1"/>
                <p:nvPr/>
              </p:nvSpPr>
              <p:spPr>
                <a:xfrm>
                  <a:off x="2376000" y="5760000"/>
                  <a:ext cx="360000" cy="648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C2E9D80E-E66B-97FB-CD00-959EECF0A9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76000" y="5760000"/>
                  <a:ext cx="360000" cy="64800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6E1AB173-3FBF-1F3D-E95C-CA5BDA72A21E}"/>
                </a:ext>
              </a:extLst>
            </p:cNvPr>
            <p:cNvCxnSpPr/>
            <p:nvPr/>
          </p:nvCxnSpPr>
          <p:spPr>
            <a:xfrm>
              <a:off x="1404000" y="5256000"/>
              <a:ext cx="72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929057A1-A957-EFD7-3C5E-BAB282BDA405}"/>
                </a:ext>
              </a:extLst>
            </p:cNvPr>
            <p:cNvCxnSpPr/>
            <p:nvPr/>
          </p:nvCxnSpPr>
          <p:spPr>
            <a:xfrm>
              <a:off x="1404000" y="6228000"/>
              <a:ext cx="72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06B0B26C-BA7B-F26F-DC53-1EA9AF1A8E8C}"/>
                    </a:ext>
                  </a:extLst>
                </p:cNvPr>
                <p:cNvSpPr txBox="1"/>
                <p:nvPr/>
              </p:nvSpPr>
              <p:spPr>
                <a:xfrm>
                  <a:off x="1403999" y="6120000"/>
                  <a:ext cx="720000" cy="72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P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06B0B26C-BA7B-F26F-DC53-1EA9AF1A8E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3999" y="6120000"/>
                  <a:ext cx="720000" cy="72000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08FF9B80-D78C-D806-5129-EBD913A5448F}"/>
              </a:ext>
            </a:extLst>
          </p:cNvPr>
          <p:cNvGrpSpPr/>
          <p:nvPr/>
        </p:nvGrpSpPr>
        <p:grpSpPr>
          <a:xfrm>
            <a:off x="6840000" y="3528000"/>
            <a:ext cx="4752000" cy="3204000"/>
            <a:chOff x="6947833" y="3528000"/>
            <a:chExt cx="4752000" cy="3204000"/>
          </a:xfrm>
        </p:grpSpPr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6291966A-1164-79A1-47A1-5E65AE7CD85F}"/>
                </a:ext>
              </a:extLst>
            </p:cNvPr>
            <p:cNvSpPr txBox="1"/>
            <p:nvPr/>
          </p:nvSpPr>
          <p:spPr>
            <a:xfrm>
              <a:off x="7667833" y="6336000"/>
              <a:ext cx="1116824" cy="396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18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负饱和区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6CE18730-8198-E3E7-34DC-8B25F750EC58}"/>
                </a:ext>
              </a:extLst>
            </p:cNvPr>
            <p:cNvSpPr txBox="1"/>
            <p:nvPr/>
          </p:nvSpPr>
          <p:spPr>
            <a:xfrm>
              <a:off x="9395833" y="3816000"/>
              <a:ext cx="1116000" cy="396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18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正饱和区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3754A2CD-848A-0D0E-FBB0-EA6744921C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67833" y="4176000"/>
              <a:ext cx="0" cy="108000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6A28B5DC-A524-88F4-827D-B3B4275FD3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47833" y="5256000"/>
              <a:ext cx="0" cy="108000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EBCEBABF-2301-8B49-1079-808AA4EDB6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07833" y="4176000"/>
              <a:ext cx="358222" cy="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6D1DB49D-C792-D906-9F39-0D4787B37ADC}"/>
                </a:ext>
              </a:extLst>
            </p:cNvPr>
            <p:cNvCxnSpPr>
              <a:cxnSpLocks/>
            </p:cNvCxnSpPr>
            <p:nvPr/>
          </p:nvCxnSpPr>
          <p:spPr>
            <a:xfrm>
              <a:off x="7739833" y="5256000"/>
              <a:ext cx="32400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425F546D-0670-6717-0D9D-8B22E7455F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07833" y="3708000"/>
              <a:ext cx="0" cy="2880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497E349C-1E0A-344E-0951-5A92AC74F0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47833" y="4176000"/>
              <a:ext cx="720000" cy="2160000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7CC8FE54-DDEF-255F-63A0-994727D392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67833" y="4176000"/>
              <a:ext cx="936000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B8909648-8895-D1C8-6C0E-7BD7647E0A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11833" y="6336000"/>
              <a:ext cx="936000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C27A044A-C678-4C71-2D55-79ECE36BDE16}"/>
                    </a:ext>
                  </a:extLst>
                </p:cNvPr>
                <p:cNvSpPr txBox="1"/>
                <p:nvPr/>
              </p:nvSpPr>
              <p:spPr>
                <a:xfrm>
                  <a:off x="8315833" y="3528000"/>
                  <a:ext cx="828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2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O</m:t>
                            </m:r>
                          </m:sub>
                        </m:sSub>
                        <m:r>
                          <a:rPr kumimoji="1" lang="en-US" altLang="zh-CN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V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C87B01C9-A75A-C867-6165-42E12D6BAA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15833" y="3528000"/>
                  <a:ext cx="828000" cy="430887"/>
                </a:xfrm>
                <a:prstGeom prst="rect">
                  <a:avLst/>
                </a:prstGeom>
                <a:blipFill>
                  <a:blip r:embed="rId11"/>
                  <a:stretch>
                    <a:fillRect b="-1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FB6E6021-6DBF-EBD8-8276-2CDE12EB958B}"/>
                    </a:ext>
                  </a:extLst>
                </p:cNvPr>
                <p:cNvSpPr txBox="1"/>
                <p:nvPr/>
              </p:nvSpPr>
              <p:spPr>
                <a:xfrm>
                  <a:off x="9935833" y="5220000"/>
                  <a:ext cx="1764000" cy="39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sSub>
                          <m:sSubPr>
                            <m:ctrlPr>
                              <a:rPr kumimoji="1"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P</m:t>
                            </m:r>
                          </m:sub>
                        </m:sSub>
                        <m:r>
                          <a:rPr kumimoji="1"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sSub>
                          <m:sSubPr>
                            <m:ctrlPr>
                              <a:rPr kumimoji="1"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N</m:t>
                            </m:r>
                          </m:sub>
                        </m:sSub>
                        <m:r>
                          <a:rPr kumimoji="1"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)/</m:t>
                        </m:r>
                        <m:r>
                          <m:rPr>
                            <m:sty m:val="p"/>
                          </m:rPr>
                          <a:rPr kumimoji="1" lang="zh-CN" altLang="en-US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μ</m:t>
                        </m:r>
                        <m:r>
                          <m:rPr>
                            <m:sty m:val="p"/>
                          </m:rPr>
                          <a:rPr kumimoji="1"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V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2F38FEE2-1216-E580-70E1-BEF412A88A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35833" y="5220000"/>
                  <a:ext cx="1764000" cy="396000"/>
                </a:xfrm>
                <a:prstGeom prst="rect">
                  <a:avLst/>
                </a:prstGeom>
                <a:blipFill>
                  <a:blip r:embed="rId12"/>
                  <a:stretch>
                    <a:fillRect b="-1692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C20FFF96-8FBC-138C-366C-FBC79FA7D2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47833" y="6336000"/>
              <a:ext cx="358222" cy="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A86B9E43-4565-ED24-6604-9BC984583341}"/>
                    </a:ext>
                  </a:extLst>
                </p:cNvPr>
                <p:cNvSpPr txBox="1"/>
                <p:nvPr/>
              </p:nvSpPr>
              <p:spPr>
                <a:xfrm>
                  <a:off x="6947833" y="3960000"/>
                  <a:ext cx="2196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kumimoji="1" lang="en-US" altLang="zh-CN" sz="2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2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om</m:t>
                            </m:r>
                          </m:sub>
                        </m:sSub>
                        <m:r>
                          <a:rPr kumimoji="1"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𝑉</m:t>
                            </m:r>
                          </m:e>
                          <m:sub>
                            <m:r>
                              <a:rPr kumimoji="1" lang="en-US" altLang="zh-CN" sz="2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</m:sub>
                        </m:sSub>
                        <m:r>
                          <a:rPr kumimoji="1" lang="en-US" altLang="zh-CN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kumimoji="1" lang="el-GR" altLang="zh-CN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r>
                          <a:rPr kumimoji="1" lang="en-US" altLang="zh-CN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oMath>
                    </m:oMathPara>
                  </a14:m>
                  <a:endParaRPr lang="zh-CN" altLang="en-US" sz="2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EF58C7AC-E450-4AE1-E3F4-944BD4B52F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7833" y="3960000"/>
                  <a:ext cx="2196000" cy="43088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FD2AE2F5-1117-B439-2046-832EAD8E95B8}"/>
                    </a:ext>
                  </a:extLst>
                </p:cNvPr>
                <p:cNvSpPr txBox="1"/>
                <p:nvPr/>
              </p:nvSpPr>
              <p:spPr>
                <a:xfrm>
                  <a:off x="9071833" y="6120000"/>
                  <a:ext cx="226893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sSub>
                          <m:sSubPr>
                            <m:ctrlPr>
                              <a:rPr kumimoji="1" lang="en-US" altLang="zh-CN" sz="22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om</m:t>
                            </m:r>
                          </m:sub>
                        </m:sSub>
                        <m:r>
                          <a:rPr kumimoji="1"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𝑉</m:t>
                            </m:r>
                          </m:e>
                          <m:sub>
                            <m:r>
                              <a:rPr kumimoji="1" lang="en-US" altLang="zh-CN" sz="2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</m:t>
                            </m:r>
                          </m:sub>
                        </m:sSub>
                        <m:r>
                          <a:rPr kumimoji="1"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kumimoji="1" lang="el-GR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r>
                          <a:rPr kumimoji="1"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oMath>
                    </m:oMathPara>
                  </a14:m>
                  <a:endParaRPr lang="zh-CN" altLang="en-US" sz="2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8D6D2371-BEC5-BB49-19BB-6F21041E8F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71833" y="6120000"/>
                  <a:ext cx="2268930" cy="430887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ADAA6268-6631-4F32-F79C-9A148FFB9FF8}"/>
                </a:ext>
              </a:extLst>
            </p:cNvPr>
            <p:cNvSpPr txBox="1"/>
            <p:nvPr/>
          </p:nvSpPr>
          <p:spPr>
            <a:xfrm>
              <a:off x="9575833" y="4680000"/>
              <a:ext cx="898670" cy="396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18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线性区</a:t>
              </a:r>
              <a:endParaRPr kumimoji="1" lang="en-US" altLang="zh-CN" sz="1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60" name="直接箭头连接符 59">
              <a:extLst>
                <a:ext uri="{FF2B5EF4-FFF2-40B4-BE49-F238E27FC236}">
                  <a16:creationId xmlns:a16="http://schemas.microsoft.com/office/drawing/2014/main" id="{E2032AAC-75AB-521A-5321-A371130B27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15833" y="4896000"/>
              <a:ext cx="360000" cy="108000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CFEB124E-FD8A-9BC2-7488-5B8836361110}"/>
                    </a:ext>
                  </a:extLst>
                </p:cNvPr>
                <p:cNvSpPr txBox="1"/>
                <p:nvPr/>
              </p:nvSpPr>
              <p:spPr>
                <a:xfrm>
                  <a:off x="9053833" y="5220000"/>
                  <a:ext cx="828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2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2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2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2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m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457B23EF-7518-2152-D846-044BCFDF6C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53833" y="5220000"/>
                  <a:ext cx="828000" cy="430887"/>
                </a:xfrm>
                <a:prstGeom prst="rect">
                  <a:avLst/>
                </a:prstGeom>
                <a:blipFill>
                  <a:blip r:embed="rId15"/>
                  <a:stretch>
                    <a:fillRect b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A6625420-33A3-E8B5-022D-4385C7746ECC}"/>
                    </a:ext>
                  </a:extLst>
                </p:cNvPr>
                <p:cNvSpPr txBox="1"/>
                <p:nvPr/>
              </p:nvSpPr>
              <p:spPr>
                <a:xfrm>
                  <a:off x="8333833" y="4824000"/>
                  <a:ext cx="828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2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sSub>
                          <m:sSubPr>
                            <m:ctrlPr>
                              <a:rPr kumimoji="1" lang="en-US" altLang="zh-CN" sz="22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2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2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m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5FD31BD6-D2B7-F2B0-6A90-30F52EBD5F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33833" y="4824000"/>
                  <a:ext cx="828000" cy="430887"/>
                </a:xfrm>
                <a:prstGeom prst="rect">
                  <a:avLst/>
                </a:prstGeom>
                <a:blipFill>
                  <a:blip r:embed="rId16"/>
                  <a:stretch>
                    <a:fillRect b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789951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68A1F-6C5D-F409-53B8-CE4B8B545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34084CB0-3A67-3C9E-DADB-DE24BC4DB35F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F9A34831-428D-4298-2B0B-7833E04AF409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CF6A9679-1185-8347-130F-7E41A9EF9EE7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229C9BB0-65FA-752B-8020-CB050A935BB2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0E658983-4F41-1F43-EB53-B7CE509E5F0D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4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7" name="标题 1">
            <a:extLst>
              <a:ext uri="{FF2B5EF4-FFF2-40B4-BE49-F238E27FC236}">
                <a16:creationId xmlns:a16="http://schemas.microsoft.com/office/drawing/2014/main" id="{57FD5DCB-CD8B-61CC-EF09-9AC58F5B5D46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集成运算放大器的非线性应用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D8DF46E-5A71-F5B7-BDD0-26353369BAE6}"/>
              </a:ext>
            </a:extLst>
          </p:cNvPr>
          <p:cNvSpPr txBox="1"/>
          <p:nvPr/>
        </p:nvSpPr>
        <p:spPr>
          <a:xfrm>
            <a:off x="360000" y="828000"/>
            <a:ext cx="6870978" cy="2347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集成运放的非线性应用内容：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电压比较器</a:t>
            </a:r>
            <a:endParaRPr kumimoji="1"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方波产生电路</a:t>
            </a:r>
            <a:endParaRPr kumimoji="1"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锯齿波产生电路</a:t>
            </a:r>
            <a:endParaRPr kumimoji="1"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8396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92B13-8CF2-0671-B9AA-35965E361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879C16EA-D7A3-63F5-358F-A0A11B2F8463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F7EFC7D1-46EF-1221-B33A-1CC1EE390D18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6ECD5DB0-3838-71FB-0A75-8712735D10B2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EECEB44D-0CF8-FC63-BC43-2961CFA7601A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9EDE51AB-B977-1A7A-6969-C8B7AB65493C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5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C73CCAC-EBCF-82D7-D691-691CD0603429}"/>
                  </a:ext>
                </a:extLst>
              </p:cNvPr>
              <p:cNvSpPr txBox="1"/>
              <p:nvPr/>
            </p:nvSpPr>
            <p:spPr>
              <a:xfrm>
                <a:off x="359999" y="827999"/>
                <a:ext cx="8136000" cy="5256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电压比较器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功能：比较电压的大小</a:t>
                </a:r>
                <a:endParaRPr kumimoji="1" lang="en-US" altLang="zh-CN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输入模拟信号，输出二值信号（高电平或低电平）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广泛用于各种报警电路，以及模拟与数字的接口电路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电压传输特性的三个要素</a:t>
                </a:r>
                <a:endParaRPr kumimoji="1" lang="en-US" altLang="zh-CN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输出高电平（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OH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低电平（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L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阈值电压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门限电压（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）：输出跳变时的输入电压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输出电压的跳变方向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常用电压比较器</a:t>
                </a:r>
                <a:endParaRPr kumimoji="1" lang="en-US" altLang="zh-CN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单门限比较器、迟滞比较器等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C73CCAC-EBCF-82D7-D691-691CD06034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99" y="827999"/>
                <a:ext cx="8136000" cy="5256000"/>
              </a:xfrm>
              <a:prstGeom prst="rect">
                <a:avLst/>
              </a:prstGeom>
              <a:blipFill>
                <a:blip r:embed="rId3"/>
                <a:stretch>
                  <a:fillRect l="-1498" t="-464" r="-824" b="-17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E2BB523B-9844-05AF-BCE6-4288C611DA58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集成运算放大器的非线性应用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电压比较器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5993F412-8D9D-5380-D072-B2043B607C7E}"/>
              </a:ext>
            </a:extLst>
          </p:cNvPr>
          <p:cNvGrpSpPr/>
          <p:nvPr/>
        </p:nvGrpSpPr>
        <p:grpSpPr>
          <a:xfrm>
            <a:off x="8496000" y="3456000"/>
            <a:ext cx="3420000" cy="3276000"/>
            <a:chOff x="7560000" y="3168000"/>
            <a:chExt cx="3420000" cy="3276000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612DA6C4-C1A5-6E8B-0DE9-41060F00B0D6}"/>
                </a:ext>
              </a:extLst>
            </p:cNvPr>
            <p:cNvGrpSpPr/>
            <p:nvPr/>
          </p:nvGrpSpPr>
          <p:grpSpPr>
            <a:xfrm>
              <a:off x="7560000" y="3168000"/>
              <a:ext cx="3420000" cy="2808000"/>
              <a:chOff x="6480000" y="3312000"/>
              <a:chExt cx="3420000" cy="2808000"/>
            </a:xfrm>
          </p:grpSpPr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FB55B997-4EFA-EA48-DEA7-084C00D267F2}"/>
                  </a:ext>
                </a:extLst>
              </p:cNvPr>
              <p:cNvCxnSpPr/>
              <p:nvPr/>
            </p:nvCxnSpPr>
            <p:spPr>
              <a:xfrm>
                <a:off x="6840000" y="5040000"/>
                <a:ext cx="28800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C73481D2-4B3D-6E0F-9FCF-629ABEEC03E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00000" y="3600000"/>
                <a:ext cx="0" cy="2520000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87BF41E9-A160-2C01-290E-F0C92A0D1E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00000" y="4320000"/>
                <a:ext cx="10800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68B130CD-7B16-FD1A-0075-4ACAD80507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80000" y="4320000"/>
                <a:ext cx="0" cy="1440000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DAEF599F-CAF4-2A88-2D25-76D0F4DA9F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80000" y="5760000"/>
                <a:ext cx="10800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4C5B8EFE-218F-3A2B-E2E8-B180EF8FD0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00000" y="5760000"/>
                <a:ext cx="10800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  <a:prstDash val="dash"/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AC762F29-F6F4-F242-B606-AC6112E748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80000" y="4320000"/>
                <a:ext cx="10800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  <a:prstDash val="dash"/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文本框 40">
                    <a:extLst>
                      <a:ext uri="{FF2B5EF4-FFF2-40B4-BE49-F238E27FC236}">
                        <a16:creationId xmlns:a16="http://schemas.microsoft.com/office/drawing/2014/main" id="{4D94ECB5-52CE-6E4A-1F9B-C23A44A696F9}"/>
                      </a:ext>
                    </a:extLst>
                  </p:cNvPr>
                  <p:cNvSpPr txBox="1"/>
                  <p:nvPr/>
                </p:nvSpPr>
                <p:spPr>
                  <a:xfrm>
                    <a:off x="6480000" y="4068000"/>
                    <a:ext cx="720000" cy="50400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800" b="0" i="0" smtClean="0">
                                  <a:latin typeface="Cambria Math" panose="02040503050406030204" pitchFamily="18" charset="0"/>
                                </a:rPr>
                                <m:t>OH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41" name="文本框 40">
                    <a:extLst>
                      <a:ext uri="{FF2B5EF4-FFF2-40B4-BE49-F238E27FC236}">
                        <a16:creationId xmlns:a16="http://schemas.microsoft.com/office/drawing/2014/main" id="{4D94ECB5-52CE-6E4A-1F9B-C23A44A696F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80000" y="4068000"/>
                    <a:ext cx="720000" cy="50400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文本框 41">
                    <a:extLst>
                      <a:ext uri="{FF2B5EF4-FFF2-40B4-BE49-F238E27FC236}">
                        <a16:creationId xmlns:a16="http://schemas.microsoft.com/office/drawing/2014/main" id="{F21C15F1-52B3-FC4A-6321-C585FC5205D8}"/>
                      </a:ext>
                    </a:extLst>
                  </p:cNvPr>
                  <p:cNvSpPr txBox="1"/>
                  <p:nvPr/>
                </p:nvSpPr>
                <p:spPr>
                  <a:xfrm>
                    <a:off x="6480000" y="5508000"/>
                    <a:ext cx="720000" cy="50400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800" b="0" i="0" smtClean="0">
                                  <a:latin typeface="Cambria Math" panose="02040503050406030204" pitchFamily="18" charset="0"/>
                                </a:rPr>
                                <m:t>OL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42" name="文本框 41">
                    <a:extLst>
                      <a:ext uri="{FF2B5EF4-FFF2-40B4-BE49-F238E27FC236}">
                        <a16:creationId xmlns:a16="http://schemas.microsoft.com/office/drawing/2014/main" id="{F21C15F1-52B3-FC4A-6321-C585FC5205D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80000" y="5508000"/>
                    <a:ext cx="720000" cy="50400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文本框 42">
                    <a:extLst>
                      <a:ext uri="{FF2B5EF4-FFF2-40B4-BE49-F238E27FC236}">
                        <a16:creationId xmlns:a16="http://schemas.microsoft.com/office/drawing/2014/main" id="{6E648CE9-5F5B-F93F-0CAE-2460A1EADBCB}"/>
                      </a:ext>
                    </a:extLst>
                  </p:cNvPr>
                  <p:cNvSpPr txBox="1"/>
                  <p:nvPr/>
                </p:nvSpPr>
                <p:spPr>
                  <a:xfrm>
                    <a:off x="8280000" y="5040000"/>
                    <a:ext cx="468000" cy="43088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800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43" name="文本框 42">
                    <a:extLst>
                      <a:ext uri="{FF2B5EF4-FFF2-40B4-BE49-F238E27FC236}">
                        <a16:creationId xmlns:a16="http://schemas.microsoft.com/office/drawing/2014/main" id="{6E648CE9-5F5B-F93F-0CAE-2460A1EADBC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280000" y="5040000"/>
                    <a:ext cx="468000" cy="43088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" name="文本框 43">
                    <a:extLst>
                      <a:ext uri="{FF2B5EF4-FFF2-40B4-BE49-F238E27FC236}">
                        <a16:creationId xmlns:a16="http://schemas.microsoft.com/office/drawing/2014/main" id="{C98F19FE-7F74-DF4A-7C8F-1A1192D28C32}"/>
                      </a:ext>
                    </a:extLst>
                  </p:cNvPr>
                  <p:cNvSpPr txBox="1"/>
                  <p:nvPr/>
                </p:nvSpPr>
                <p:spPr>
                  <a:xfrm>
                    <a:off x="9468000" y="5040000"/>
                    <a:ext cx="432000" cy="43088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800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44" name="文本框 43">
                    <a:extLst>
                      <a:ext uri="{FF2B5EF4-FFF2-40B4-BE49-F238E27FC236}">
                        <a16:creationId xmlns:a16="http://schemas.microsoft.com/office/drawing/2014/main" id="{C98F19FE-7F74-DF4A-7C8F-1A1192D28C3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68000" y="5040000"/>
                    <a:ext cx="432000" cy="43088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文本框 44">
                    <a:extLst>
                      <a:ext uri="{FF2B5EF4-FFF2-40B4-BE49-F238E27FC236}">
                        <a16:creationId xmlns:a16="http://schemas.microsoft.com/office/drawing/2014/main" id="{90C983A8-3824-CF32-A361-B4AE379EF4CC}"/>
                      </a:ext>
                    </a:extLst>
                  </p:cNvPr>
                  <p:cNvSpPr txBox="1"/>
                  <p:nvPr/>
                </p:nvSpPr>
                <p:spPr>
                  <a:xfrm>
                    <a:off x="7200000" y="3312000"/>
                    <a:ext cx="504000" cy="43088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800" b="0" i="0" smtClean="0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45" name="文本框 44">
                    <a:extLst>
                      <a:ext uri="{FF2B5EF4-FFF2-40B4-BE49-F238E27FC236}">
                        <a16:creationId xmlns:a16="http://schemas.microsoft.com/office/drawing/2014/main" id="{90C983A8-3824-CF32-A361-B4AE379EF4C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00000" y="3312000"/>
                    <a:ext cx="504000" cy="43088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文本框 45">
                    <a:extLst>
                      <a:ext uri="{FF2B5EF4-FFF2-40B4-BE49-F238E27FC236}">
                        <a16:creationId xmlns:a16="http://schemas.microsoft.com/office/drawing/2014/main" id="{A881C9B2-DA91-EFFB-BD90-67B91235A1DC}"/>
                      </a:ext>
                    </a:extLst>
                  </p:cNvPr>
                  <p:cNvSpPr txBox="1"/>
                  <p:nvPr/>
                </p:nvSpPr>
                <p:spPr>
                  <a:xfrm>
                    <a:off x="6840000" y="5040000"/>
                    <a:ext cx="360000" cy="43088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46" name="文本框 45">
                    <a:extLst>
                      <a:ext uri="{FF2B5EF4-FFF2-40B4-BE49-F238E27FC236}">
                        <a16:creationId xmlns:a16="http://schemas.microsoft.com/office/drawing/2014/main" id="{A881C9B2-DA91-EFFB-BD90-67B91235A1D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40000" y="5040000"/>
                    <a:ext cx="360000" cy="43088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6C74F7CA-D18A-5C0A-63F4-8B3E5D5F01C9}"/>
                </a:ext>
              </a:extLst>
            </p:cNvPr>
            <p:cNvSpPr txBox="1"/>
            <p:nvPr/>
          </p:nvSpPr>
          <p:spPr>
            <a:xfrm>
              <a:off x="8172000" y="5940000"/>
              <a:ext cx="2376000" cy="504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电压传输特性</a:t>
              </a:r>
              <a:endParaRPr lang="zh-CN" alt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164835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BABDA-A884-CE55-7E39-6AF2789E8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F3827CE7-D743-E262-4EE0-B63A46E4C518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32E36712-8237-01A9-6643-F1A3D92E4B65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8BD4BA67-6E9E-4680-D8A6-8CE8C1C0E6D5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19F91528-FE5A-A956-6CF8-30BF08AF8058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E976A925-3A56-A165-0BBA-92150CB71778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6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62E93CD-CBC4-294E-FA0B-5F54080957D8}"/>
                  </a:ext>
                </a:extLst>
              </p:cNvPr>
              <p:cNvSpPr txBox="1"/>
              <p:nvPr/>
            </p:nvSpPr>
            <p:spPr>
              <a:xfrm>
                <a:off x="360000" y="828000"/>
                <a:ext cx="7938000" cy="54684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单门限比较器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门限电压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1371600" lvl="2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ð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具有一个门限电压，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REF</m:t>
                        </m:r>
                      </m:sub>
                    </m:sSub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1371600" lvl="2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ð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可通过改变参考电压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REF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来改变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1371600" lvl="2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ð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时，称为过零比较器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输出电压的跳变方向门限电压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1371600" lvl="2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ð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OH</m:t>
                        </m:r>
                      </m:sub>
                    </m:sSub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1371600" lvl="2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ð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L</m:t>
                        </m:r>
                      </m:sub>
                    </m:sSub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1371600" lvl="2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ð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可通过调换运放同相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反相端，来改变跳变方向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OH</m:t>
                        </m:r>
                      </m:sub>
                    </m:sSub>
                  </m:oMath>
                </a14:m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L</m:t>
                        </m:r>
                      </m:sub>
                    </m:sSub>
                  </m:oMath>
                </a14:m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与供电电源有关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62E93CD-CBC4-294E-FA0B-5F54080957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8000"/>
                <a:ext cx="7938000" cy="5468485"/>
              </a:xfrm>
              <a:prstGeom prst="rect">
                <a:avLst/>
              </a:prstGeom>
              <a:blipFill>
                <a:blip r:embed="rId3"/>
                <a:stretch>
                  <a:fillRect l="-1382" t="-446" b="-22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DF6B8F6E-8379-878D-73A9-1CB94141356C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集成运算放大器的非线性应用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电压比较器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4DA7ECA2-D68A-1DA3-67D7-BFE37E92694E}"/>
              </a:ext>
            </a:extLst>
          </p:cNvPr>
          <p:cNvGrpSpPr/>
          <p:nvPr/>
        </p:nvGrpSpPr>
        <p:grpSpPr>
          <a:xfrm>
            <a:off x="8496000" y="3456000"/>
            <a:ext cx="3420000" cy="3276000"/>
            <a:chOff x="7560000" y="3168000"/>
            <a:chExt cx="3420000" cy="3276000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4C9129EA-EE90-67D7-320C-E7FFC2D117DF}"/>
                </a:ext>
              </a:extLst>
            </p:cNvPr>
            <p:cNvGrpSpPr/>
            <p:nvPr/>
          </p:nvGrpSpPr>
          <p:grpSpPr>
            <a:xfrm>
              <a:off x="7560000" y="3168000"/>
              <a:ext cx="3420000" cy="2808000"/>
              <a:chOff x="6480000" y="3312000"/>
              <a:chExt cx="3420000" cy="2808000"/>
            </a:xfrm>
          </p:grpSpPr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31B23F49-478B-9221-6275-76A471D01200}"/>
                  </a:ext>
                </a:extLst>
              </p:cNvPr>
              <p:cNvCxnSpPr/>
              <p:nvPr/>
            </p:nvCxnSpPr>
            <p:spPr>
              <a:xfrm>
                <a:off x="6840000" y="5040000"/>
                <a:ext cx="28800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912BDB9A-AB80-14BA-54F6-E5440026FD3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00000" y="3600000"/>
                <a:ext cx="0" cy="2520000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33EE7F11-399B-31C8-2A61-465A78ADD3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00000" y="4320000"/>
                <a:ext cx="10800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68CF74B7-DB64-8166-7AEA-55809332CA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80000" y="4320000"/>
                <a:ext cx="0" cy="1440000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F9771F5E-326B-BC59-BAA8-DC05E12E80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80000" y="5760000"/>
                <a:ext cx="10800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4BD5D8A3-D902-A2AA-724E-719C4F6A84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00000" y="5760000"/>
                <a:ext cx="10800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  <a:prstDash val="dash"/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A8001C82-BD0A-C101-71C5-8C36717056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80000" y="4320000"/>
                <a:ext cx="10800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  <a:prstDash val="dash"/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文本框 37">
                    <a:extLst>
                      <a:ext uri="{FF2B5EF4-FFF2-40B4-BE49-F238E27FC236}">
                        <a16:creationId xmlns:a16="http://schemas.microsoft.com/office/drawing/2014/main" id="{8AC9F802-4B50-02B8-25D3-E5405DF3256C}"/>
                      </a:ext>
                    </a:extLst>
                  </p:cNvPr>
                  <p:cNvSpPr txBox="1"/>
                  <p:nvPr/>
                </p:nvSpPr>
                <p:spPr>
                  <a:xfrm>
                    <a:off x="6480000" y="4068000"/>
                    <a:ext cx="720000" cy="50400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800" b="0" i="0" smtClean="0">
                                  <a:latin typeface="Cambria Math" panose="02040503050406030204" pitchFamily="18" charset="0"/>
                                </a:rPr>
                                <m:t>OH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38" name="文本框 37">
                    <a:extLst>
                      <a:ext uri="{FF2B5EF4-FFF2-40B4-BE49-F238E27FC236}">
                        <a16:creationId xmlns:a16="http://schemas.microsoft.com/office/drawing/2014/main" id="{8AC9F802-4B50-02B8-25D3-E5405DF3256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80000" y="4068000"/>
                    <a:ext cx="720000" cy="50400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文本框 38">
                    <a:extLst>
                      <a:ext uri="{FF2B5EF4-FFF2-40B4-BE49-F238E27FC236}">
                        <a16:creationId xmlns:a16="http://schemas.microsoft.com/office/drawing/2014/main" id="{DF2CB34B-CC3B-3952-2FF5-56A14D935845}"/>
                      </a:ext>
                    </a:extLst>
                  </p:cNvPr>
                  <p:cNvSpPr txBox="1"/>
                  <p:nvPr/>
                </p:nvSpPr>
                <p:spPr>
                  <a:xfrm>
                    <a:off x="6480000" y="5508000"/>
                    <a:ext cx="720000" cy="50400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800" b="0" i="0" smtClean="0">
                                  <a:latin typeface="Cambria Math" panose="02040503050406030204" pitchFamily="18" charset="0"/>
                                </a:rPr>
                                <m:t>OL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39" name="文本框 38">
                    <a:extLst>
                      <a:ext uri="{FF2B5EF4-FFF2-40B4-BE49-F238E27FC236}">
                        <a16:creationId xmlns:a16="http://schemas.microsoft.com/office/drawing/2014/main" id="{DF2CB34B-CC3B-3952-2FF5-56A14D93584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80000" y="5508000"/>
                    <a:ext cx="720000" cy="50400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9CA5E47A-07DD-0FC6-7351-CED796B5D68C}"/>
                      </a:ext>
                    </a:extLst>
                  </p:cNvPr>
                  <p:cNvSpPr txBox="1"/>
                  <p:nvPr/>
                </p:nvSpPr>
                <p:spPr>
                  <a:xfrm>
                    <a:off x="8280000" y="5040000"/>
                    <a:ext cx="468000" cy="43088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800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9CA5E47A-07DD-0FC6-7351-CED796B5D68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280000" y="5040000"/>
                    <a:ext cx="468000" cy="43088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文本框 40">
                    <a:extLst>
                      <a:ext uri="{FF2B5EF4-FFF2-40B4-BE49-F238E27FC236}">
                        <a16:creationId xmlns:a16="http://schemas.microsoft.com/office/drawing/2014/main" id="{281BE724-5B22-033C-32F4-6D62F2FB77BA}"/>
                      </a:ext>
                    </a:extLst>
                  </p:cNvPr>
                  <p:cNvSpPr txBox="1"/>
                  <p:nvPr/>
                </p:nvSpPr>
                <p:spPr>
                  <a:xfrm>
                    <a:off x="9468000" y="5040000"/>
                    <a:ext cx="432000" cy="43088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800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41" name="文本框 40">
                    <a:extLst>
                      <a:ext uri="{FF2B5EF4-FFF2-40B4-BE49-F238E27FC236}">
                        <a16:creationId xmlns:a16="http://schemas.microsoft.com/office/drawing/2014/main" id="{281BE724-5B22-033C-32F4-6D62F2FB77B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68000" y="5040000"/>
                    <a:ext cx="432000" cy="43088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文本框 41">
                    <a:extLst>
                      <a:ext uri="{FF2B5EF4-FFF2-40B4-BE49-F238E27FC236}">
                        <a16:creationId xmlns:a16="http://schemas.microsoft.com/office/drawing/2014/main" id="{28178C2B-A8C1-CABB-2858-FD9CF0EA9C3B}"/>
                      </a:ext>
                    </a:extLst>
                  </p:cNvPr>
                  <p:cNvSpPr txBox="1"/>
                  <p:nvPr/>
                </p:nvSpPr>
                <p:spPr>
                  <a:xfrm>
                    <a:off x="7200000" y="3312000"/>
                    <a:ext cx="504000" cy="43088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800" b="0" i="0" smtClean="0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42" name="文本框 41">
                    <a:extLst>
                      <a:ext uri="{FF2B5EF4-FFF2-40B4-BE49-F238E27FC236}">
                        <a16:creationId xmlns:a16="http://schemas.microsoft.com/office/drawing/2014/main" id="{28178C2B-A8C1-CABB-2858-FD9CF0EA9C3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00000" y="3312000"/>
                    <a:ext cx="504000" cy="43088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文本框 42">
                    <a:extLst>
                      <a:ext uri="{FF2B5EF4-FFF2-40B4-BE49-F238E27FC236}">
                        <a16:creationId xmlns:a16="http://schemas.microsoft.com/office/drawing/2014/main" id="{EBFC15D0-DFB2-83EC-1516-6EF5D1A2A531}"/>
                      </a:ext>
                    </a:extLst>
                  </p:cNvPr>
                  <p:cNvSpPr txBox="1"/>
                  <p:nvPr/>
                </p:nvSpPr>
                <p:spPr>
                  <a:xfrm>
                    <a:off x="6840000" y="5040000"/>
                    <a:ext cx="360000" cy="43088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43" name="文本框 42">
                    <a:extLst>
                      <a:ext uri="{FF2B5EF4-FFF2-40B4-BE49-F238E27FC236}">
                        <a16:creationId xmlns:a16="http://schemas.microsoft.com/office/drawing/2014/main" id="{EBFC15D0-DFB2-83EC-1516-6EF5D1A2A53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40000" y="5040000"/>
                    <a:ext cx="360000" cy="43088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176871D1-3243-72E0-EE9D-CDCFB56B44E0}"/>
                </a:ext>
              </a:extLst>
            </p:cNvPr>
            <p:cNvSpPr txBox="1"/>
            <p:nvPr/>
          </p:nvSpPr>
          <p:spPr>
            <a:xfrm>
              <a:off x="8172000" y="5940000"/>
              <a:ext cx="2376000" cy="504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电压传输特性</a:t>
              </a:r>
              <a:endParaRPr lang="zh-CN" altLang="en-US" sz="2400" dirty="0"/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BE3AD7BB-6931-DEF8-0312-F5B3469AAD6E}"/>
              </a:ext>
            </a:extLst>
          </p:cNvPr>
          <p:cNvGrpSpPr/>
          <p:nvPr/>
        </p:nvGrpSpPr>
        <p:grpSpPr>
          <a:xfrm>
            <a:off x="8388000" y="576000"/>
            <a:ext cx="3312000" cy="2448000"/>
            <a:chOff x="8388000" y="576000"/>
            <a:chExt cx="3312000" cy="2448000"/>
          </a:xfrm>
        </p:grpSpPr>
        <p:sp>
          <p:nvSpPr>
            <p:cNvPr id="7" name="等腰三角形 6">
              <a:extLst>
                <a:ext uri="{FF2B5EF4-FFF2-40B4-BE49-F238E27FC236}">
                  <a16:creationId xmlns:a16="http://schemas.microsoft.com/office/drawing/2014/main" id="{DF8FFAFE-07D8-1B56-D721-1398720EBA78}"/>
                </a:ext>
              </a:extLst>
            </p:cNvPr>
            <p:cNvSpPr/>
            <p:nvPr/>
          </p:nvSpPr>
          <p:spPr>
            <a:xfrm rot="5400000">
              <a:off x="9648000" y="1062000"/>
              <a:ext cx="1440000" cy="1188000"/>
            </a:xfrm>
            <a:prstGeom prst="triangl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0FD879D8-9C1C-C676-32C7-56B39F1D5315}"/>
                    </a:ext>
                  </a:extLst>
                </p:cNvPr>
                <p:cNvSpPr txBox="1"/>
                <p:nvPr/>
              </p:nvSpPr>
              <p:spPr>
                <a:xfrm>
                  <a:off x="9720000" y="1710000"/>
                  <a:ext cx="468000" cy="54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0FD879D8-9C1C-C676-32C7-56B39F1D53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0000" y="1710000"/>
                  <a:ext cx="468000" cy="54000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7F73721D-5268-9D13-75C0-B6931360F48B}"/>
                    </a:ext>
                  </a:extLst>
                </p:cNvPr>
                <p:cNvSpPr txBox="1"/>
                <p:nvPr/>
              </p:nvSpPr>
              <p:spPr>
                <a:xfrm>
                  <a:off x="9720000" y="1026000"/>
                  <a:ext cx="468000" cy="54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7F73721D-5268-9D13-75C0-B6931360F4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0000" y="1026000"/>
                  <a:ext cx="468000" cy="54000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E8617C5-F0ED-38E5-E7C0-1A79A96740E6}"/>
                </a:ext>
              </a:extLst>
            </p:cNvPr>
            <p:cNvCxnSpPr>
              <a:cxnSpLocks/>
            </p:cNvCxnSpPr>
            <p:nvPr/>
          </p:nvCxnSpPr>
          <p:spPr>
            <a:xfrm>
              <a:off x="9072000" y="1314000"/>
              <a:ext cx="72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C9309BBB-7189-FF38-5B58-40D3B2BCA236}"/>
                </a:ext>
              </a:extLst>
            </p:cNvPr>
            <p:cNvCxnSpPr>
              <a:cxnSpLocks/>
            </p:cNvCxnSpPr>
            <p:nvPr/>
          </p:nvCxnSpPr>
          <p:spPr>
            <a:xfrm>
              <a:off x="9395255" y="1998000"/>
              <a:ext cx="396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C5E84B90-379E-7598-E331-35BDACF28E07}"/>
                </a:ext>
              </a:extLst>
            </p:cNvPr>
            <p:cNvCxnSpPr>
              <a:cxnSpLocks/>
            </p:cNvCxnSpPr>
            <p:nvPr/>
          </p:nvCxnSpPr>
          <p:spPr>
            <a:xfrm>
              <a:off x="9395255" y="1998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C95EBCC5-A65A-267C-1BFD-164CD53374C2}"/>
                </a:ext>
              </a:extLst>
            </p:cNvPr>
            <p:cNvCxnSpPr>
              <a:cxnSpLocks/>
            </p:cNvCxnSpPr>
            <p:nvPr/>
          </p:nvCxnSpPr>
          <p:spPr>
            <a:xfrm>
              <a:off x="10944000" y="1656000"/>
              <a:ext cx="50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12181F45-86DC-70E5-FC26-E74E99DD2848}"/>
                    </a:ext>
                  </a:extLst>
                </p:cNvPr>
                <p:cNvSpPr txBox="1"/>
                <p:nvPr/>
              </p:nvSpPr>
              <p:spPr>
                <a:xfrm>
                  <a:off x="8640000" y="1026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12181F45-86DC-70E5-FC26-E74E99DD28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0000" y="1026000"/>
                  <a:ext cx="432000" cy="43088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0985A62D-FB06-38AD-2F11-41C7B133C47F}"/>
                    </a:ext>
                  </a:extLst>
                </p:cNvPr>
                <p:cNvSpPr txBox="1"/>
                <p:nvPr/>
              </p:nvSpPr>
              <p:spPr>
                <a:xfrm>
                  <a:off x="11196000" y="1170000"/>
                  <a:ext cx="504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0985A62D-FB06-38AD-2F11-41C7B133C4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96000" y="1170000"/>
                  <a:ext cx="504000" cy="43088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F807AB7A-13CB-07EC-2CFA-5AF17D2077C4}"/>
                </a:ext>
              </a:extLst>
            </p:cNvPr>
            <p:cNvCxnSpPr>
              <a:cxnSpLocks/>
            </p:cNvCxnSpPr>
            <p:nvPr/>
          </p:nvCxnSpPr>
          <p:spPr>
            <a:xfrm>
              <a:off x="9144000" y="2484000"/>
              <a:ext cx="50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7A19EF3F-B127-17F5-273D-EADE71FCA4F0}"/>
                </a:ext>
              </a:extLst>
            </p:cNvPr>
            <p:cNvCxnSpPr>
              <a:cxnSpLocks/>
            </p:cNvCxnSpPr>
            <p:nvPr/>
          </p:nvCxnSpPr>
          <p:spPr>
            <a:xfrm>
              <a:off x="9252000" y="2592000"/>
              <a:ext cx="288000" cy="0"/>
            </a:xfrm>
            <a:prstGeom prst="line">
              <a:avLst/>
            </a:prstGeom>
            <a:ln w="508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A1440670-3406-A621-6888-3F0A8B85DCBD}"/>
                </a:ext>
              </a:extLst>
            </p:cNvPr>
            <p:cNvCxnSpPr>
              <a:cxnSpLocks/>
            </p:cNvCxnSpPr>
            <p:nvPr/>
          </p:nvCxnSpPr>
          <p:spPr>
            <a:xfrm>
              <a:off x="9395255" y="2592000"/>
              <a:ext cx="0" cy="432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FE0F932A-33F8-EABA-477E-D950137DFED7}"/>
                </a:ext>
              </a:extLst>
            </p:cNvPr>
            <p:cNvCxnSpPr>
              <a:cxnSpLocks/>
            </p:cNvCxnSpPr>
            <p:nvPr/>
          </p:nvCxnSpPr>
          <p:spPr>
            <a:xfrm>
              <a:off x="9180000" y="3024000"/>
              <a:ext cx="432000" cy="0"/>
            </a:xfrm>
            <a:prstGeom prst="line">
              <a:avLst/>
            </a:prstGeom>
            <a:ln w="1016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AC088D69-1861-7371-0399-137ECAAEFB6B}"/>
                    </a:ext>
                  </a:extLst>
                </p:cNvPr>
                <p:cNvSpPr txBox="1"/>
                <p:nvPr/>
              </p:nvSpPr>
              <p:spPr>
                <a:xfrm>
                  <a:off x="8388000" y="2340000"/>
                  <a:ext cx="792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AC088D69-1861-7371-0399-137ECAAEFB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8000" y="2340000"/>
                  <a:ext cx="792000" cy="430887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18C14B1E-9D2C-BED4-5AD7-9BD3EDC0E903}"/>
                </a:ext>
              </a:extLst>
            </p:cNvPr>
            <p:cNvCxnSpPr>
              <a:cxnSpLocks/>
            </p:cNvCxnSpPr>
            <p:nvPr/>
          </p:nvCxnSpPr>
          <p:spPr>
            <a:xfrm>
              <a:off x="10368000" y="2016000"/>
              <a:ext cx="0" cy="432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46CAEA86-B8C9-F656-E0E8-EE857054C78B}"/>
                </a:ext>
              </a:extLst>
            </p:cNvPr>
            <p:cNvCxnSpPr>
              <a:cxnSpLocks/>
            </p:cNvCxnSpPr>
            <p:nvPr/>
          </p:nvCxnSpPr>
          <p:spPr>
            <a:xfrm>
              <a:off x="10368000" y="864000"/>
              <a:ext cx="0" cy="432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19D0B0B2-F36D-316B-C226-187D5932C3F3}"/>
                    </a:ext>
                  </a:extLst>
                </p:cNvPr>
                <p:cNvSpPr txBox="1"/>
                <p:nvPr/>
              </p:nvSpPr>
              <p:spPr>
                <a:xfrm>
                  <a:off x="10368000" y="576000"/>
                  <a:ext cx="900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CC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19D0B0B2-F36D-316B-C226-187D5932C3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68000" y="576000"/>
                  <a:ext cx="900000" cy="430887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A76024D0-647D-9DBC-5B3B-12A8BCEE854D}"/>
                    </a:ext>
                  </a:extLst>
                </p:cNvPr>
                <p:cNvSpPr txBox="1"/>
                <p:nvPr/>
              </p:nvSpPr>
              <p:spPr>
                <a:xfrm>
                  <a:off x="10368000" y="2268000"/>
                  <a:ext cx="900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CC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A76024D0-647D-9DBC-5B3B-12A8BCEE85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68000" y="2268000"/>
                  <a:ext cx="900000" cy="430887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EF5E2ABC-52E4-2FE5-87F3-1CCDC9E6DDC7}"/>
                </a:ext>
              </a:extLst>
            </p:cNvPr>
            <p:cNvSpPr txBox="1"/>
            <p:nvPr/>
          </p:nvSpPr>
          <p:spPr>
            <a:xfrm>
              <a:off x="10152000" y="1440000"/>
              <a:ext cx="432000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endPara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72833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42902-65A7-01FD-2DBA-4892C0C27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03919249-A14B-597C-A8D4-BEB4E176C88A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FB91B4C6-A42F-F8DD-BDCC-0535CDCB6812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407C1F59-3F97-7DC5-2AFB-88F13EDFFEC5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AB802186-54C3-F8F0-A6A7-98807AD7B1AD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17A42ED9-6A64-B731-073D-6A52A12FA93A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7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4E45E34C-31C8-3D9A-3897-F28408BD912F}"/>
              </a:ext>
            </a:extLst>
          </p:cNvPr>
          <p:cNvSpPr txBox="1"/>
          <p:nvPr/>
        </p:nvSpPr>
        <p:spPr>
          <a:xfrm>
            <a:off x="360000" y="828000"/>
            <a:ext cx="3933704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单门限比较器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9DC6BF55-080E-1763-6ABB-E076414E4640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集成运算放大器的非线性应用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电压比较器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B5496F5E-24DC-48CF-26B7-7390F179F9F6}"/>
              </a:ext>
            </a:extLst>
          </p:cNvPr>
          <p:cNvGrpSpPr/>
          <p:nvPr/>
        </p:nvGrpSpPr>
        <p:grpSpPr>
          <a:xfrm>
            <a:off x="6588000" y="756000"/>
            <a:ext cx="5112000" cy="2482887"/>
            <a:chOff x="6588000" y="756000"/>
            <a:chExt cx="5112000" cy="2482887"/>
          </a:xfrm>
        </p:grpSpPr>
        <p:sp>
          <p:nvSpPr>
            <p:cNvPr id="7" name="等腰三角形 6">
              <a:extLst>
                <a:ext uri="{FF2B5EF4-FFF2-40B4-BE49-F238E27FC236}">
                  <a16:creationId xmlns:a16="http://schemas.microsoft.com/office/drawing/2014/main" id="{FDA53B3C-D08D-80B5-AC11-B6CDCA1289F5}"/>
                </a:ext>
              </a:extLst>
            </p:cNvPr>
            <p:cNvSpPr/>
            <p:nvPr/>
          </p:nvSpPr>
          <p:spPr>
            <a:xfrm rot="5400000">
              <a:off x="9648000" y="1062000"/>
              <a:ext cx="1440000" cy="1188000"/>
            </a:xfrm>
            <a:prstGeom prst="triangl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87ED71FB-4055-8600-1C00-24AD88224DBD}"/>
                    </a:ext>
                  </a:extLst>
                </p:cNvPr>
                <p:cNvSpPr txBox="1"/>
                <p:nvPr/>
              </p:nvSpPr>
              <p:spPr>
                <a:xfrm>
                  <a:off x="9720000" y="1710000"/>
                  <a:ext cx="468000" cy="54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87ED71FB-4055-8600-1C00-24AD88224D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0000" y="1710000"/>
                  <a:ext cx="468000" cy="5400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0C2164CB-C2B2-FC8C-E299-0685866BF06B}"/>
                    </a:ext>
                  </a:extLst>
                </p:cNvPr>
                <p:cNvSpPr txBox="1"/>
                <p:nvPr/>
              </p:nvSpPr>
              <p:spPr>
                <a:xfrm>
                  <a:off x="9720000" y="1026000"/>
                  <a:ext cx="468000" cy="54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0C2164CB-C2B2-FC8C-E299-0685866BF0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0000" y="1026000"/>
                  <a:ext cx="468000" cy="5400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BDDB543C-94B1-F361-BC33-4FB5C66E4A66}"/>
                </a:ext>
              </a:extLst>
            </p:cNvPr>
            <p:cNvCxnSpPr>
              <a:cxnSpLocks/>
            </p:cNvCxnSpPr>
            <p:nvPr/>
          </p:nvCxnSpPr>
          <p:spPr>
            <a:xfrm>
              <a:off x="7434000" y="1998000"/>
              <a:ext cx="234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95C34461-663B-7E0D-E0F7-443BAE4A4C19}"/>
                </a:ext>
              </a:extLst>
            </p:cNvPr>
            <p:cNvCxnSpPr>
              <a:cxnSpLocks/>
            </p:cNvCxnSpPr>
            <p:nvPr/>
          </p:nvCxnSpPr>
          <p:spPr>
            <a:xfrm>
              <a:off x="10944000" y="1656000"/>
              <a:ext cx="50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8818B336-39E0-135A-294C-BA5916E8EB4A}"/>
                    </a:ext>
                  </a:extLst>
                </p:cNvPr>
                <p:cNvSpPr txBox="1"/>
                <p:nvPr/>
              </p:nvSpPr>
              <p:spPr>
                <a:xfrm>
                  <a:off x="11196000" y="1170000"/>
                  <a:ext cx="504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8818B336-39E0-135A-294C-BA5916E8EB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96000" y="1170000"/>
                  <a:ext cx="504000" cy="43088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D8262BD1-D7EE-D30C-CF28-26CA75807ADC}"/>
                    </a:ext>
                  </a:extLst>
                </p:cNvPr>
                <p:cNvSpPr txBox="1"/>
                <p:nvPr/>
              </p:nvSpPr>
              <p:spPr>
                <a:xfrm>
                  <a:off x="6588000" y="1764000"/>
                  <a:ext cx="792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D8262BD1-D7EE-D30C-CF28-26CA75807A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8000" y="1764000"/>
                  <a:ext cx="792000" cy="43088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8A5BE13F-565F-F07C-7B4E-8C088D8D0359}"/>
                </a:ext>
              </a:extLst>
            </p:cNvPr>
            <p:cNvSpPr txBox="1"/>
            <p:nvPr/>
          </p:nvSpPr>
          <p:spPr>
            <a:xfrm>
              <a:off x="10152000" y="1440000"/>
              <a:ext cx="432000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endPara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272A53D4-C626-C76F-9BAE-1E7D26ACD07F}"/>
                </a:ext>
              </a:extLst>
            </p:cNvPr>
            <p:cNvCxnSpPr>
              <a:cxnSpLocks/>
            </p:cNvCxnSpPr>
            <p:nvPr/>
          </p:nvCxnSpPr>
          <p:spPr>
            <a:xfrm>
              <a:off x="7435224" y="1314000"/>
              <a:ext cx="234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49D4F500-8EDA-73A2-B6E1-42FAEB0C48F0}"/>
                </a:ext>
              </a:extLst>
            </p:cNvPr>
            <p:cNvCxnSpPr>
              <a:cxnSpLocks/>
            </p:cNvCxnSpPr>
            <p:nvPr/>
          </p:nvCxnSpPr>
          <p:spPr>
            <a:xfrm>
              <a:off x="7434000" y="1314000"/>
              <a:ext cx="0" cy="252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3F1D7FB1-345B-3FBA-CEA7-906C24BFE442}"/>
                </a:ext>
              </a:extLst>
            </p:cNvPr>
            <p:cNvSpPr/>
            <p:nvPr/>
          </p:nvSpPr>
          <p:spPr>
            <a:xfrm>
              <a:off x="7920000" y="1242000"/>
              <a:ext cx="504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D12518AB-CAED-1717-57F2-BFE6F458E12E}"/>
                    </a:ext>
                  </a:extLst>
                </p:cNvPr>
                <p:cNvSpPr txBox="1"/>
                <p:nvPr/>
              </p:nvSpPr>
              <p:spPr>
                <a:xfrm>
                  <a:off x="6840000" y="756000"/>
                  <a:ext cx="2160000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//</m:t>
                        </m:r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D12518AB-CAED-1717-57F2-BFE6F458E1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40000" y="756000"/>
                  <a:ext cx="2160000" cy="43088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30C6048E-98D8-F91C-7FF2-D4C0008F490F}"/>
                </a:ext>
              </a:extLst>
            </p:cNvPr>
            <p:cNvCxnSpPr>
              <a:cxnSpLocks/>
            </p:cNvCxnSpPr>
            <p:nvPr/>
          </p:nvCxnSpPr>
          <p:spPr>
            <a:xfrm>
              <a:off x="7200000" y="1548000"/>
              <a:ext cx="432000" cy="0"/>
            </a:xfrm>
            <a:prstGeom prst="line">
              <a:avLst/>
            </a:prstGeom>
            <a:ln w="1016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20D5C210-B178-758E-1975-D91565CF9B25}"/>
                </a:ext>
              </a:extLst>
            </p:cNvPr>
            <p:cNvSpPr/>
            <p:nvPr/>
          </p:nvSpPr>
          <p:spPr>
            <a:xfrm>
              <a:off x="7920000" y="1926000"/>
              <a:ext cx="504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770CED22-3873-4DA4-B80E-9D2744F76CC6}"/>
                </a:ext>
              </a:extLst>
            </p:cNvPr>
            <p:cNvCxnSpPr>
              <a:cxnSpLocks/>
            </p:cNvCxnSpPr>
            <p:nvPr/>
          </p:nvCxnSpPr>
          <p:spPr>
            <a:xfrm>
              <a:off x="9234000" y="1998000"/>
              <a:ext cx="0" cy="756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5F423054-E7E6-3005-D4CE-E288C136B980}"/>
                </a:ext>
              </a:extLst>
            </p:cNvPr>
            <p:cNvSpPr/>
            <p:nvPr/>
          </p:nvSpPr>
          <p:spPr>
            <a:xfrm>
              <a:off x="9180000" y="1944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F55009C4-D267-A1D1-AA3D-8A4282008BB0}"/>
                    </a:ext>
                  </a:extLst>
                </p:cNvPr>
                <p:cNvSpPr txBox="1"/>
                <p:nvPr/>
              </p:nvSpPr>
              <p:spPr>
                <a:xfrm>
                  <a:off x="6948000" y="2520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F55009C4-D267-A1D1-AA3D-8A4282008B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8000" y="2520000"/>
                  <a:ext cx="432000" cy="43088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18D11418-888D-F0CA-EE66-7662F8C4095D}"/>
                </a:ext>
              </a:extLst>
            </p:cNvPr>
            <p:cNvCxnSpPr>
              <a:cxnSpLocks/>
            </p:cNvCxnSpPr>
            <p:nvPr/>
          </p:nvCxnSpPr>
          <p:spPr>
            <a:xfrm>
              <a:off x="7434000" y="2754000"/>
              <a:ext cx="180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123C90DE-44CF-0D82-06C6-4295DD9680C7}"/>
                </a:ext>
              </a:extLst>
            </p:cNvPr>
            <p:cNvSpPr/>
            <p:nvPr/>
          </p:nvSpPr>
          <p:spPr>
            <a:xfrm>
              <a:off x="7920000" y="2682000"/>
              <a:ext cx="504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538CA55C-662E-3348-089D-13D94E8AF3B9}"/>
                    </a:ext>
                  </a:extLst>
                </p:cNvPr>
                <p:cNvSpPr txBox="1"/>
                <p:nvPr/>
              </p:nvSpPr>
              <p:spPr>
                <a:xfrm>
                  <a:off x="7920000" y="2052000"/>
                  <a:ext cx="504000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538CA55C-662E-3348-089D-13D94E8AF3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20000" y="2052000"/>
                  <a:ext cx="504000" cy="43088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05C7B4D9-48E7-0893-C8FE-6576A55E66EF}"/>
                    </a:ext>
                  </a:extLst>
                </p:cNvPr>
                <p:cNvSpPr txBox="1"/>
                <p:nvPr/>
              </p:nvSpPr>
              <p:spPr>
                <a:xfrm>
                  <a:off x="7920000" y="2808000"/>
                  <a:ext cx="504000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05C7B4D9-48E7-0893-C8FE-6576A55E66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20000" y="2808000"/>
                  <a:ext cx="504000" cy="43088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372CFF5A-BA8F-EF40-3D2A-55A711325154}"/>
                </a:ext>
              </a:extLst>
            </p:cNvPr>
            <p:cNvSpPr/>
            <p:nvPr/>
          </p:nvSpPr>
          <p:spPr>
            <a:xfrm>
              <a:off x="9180000" y="1260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E54ED05D-41B3-B713-3453-2C7E9A56DC10}"/>
                    </a:ext>
                  </a:extLst>
                </p:cNvPr>
                <p:cNvSpPr txBox="1"/>
                <p:nvPr/>
              </p:nvSpPr>
              <p:spPr>
                <a:xfrm>
                  <a:off x="9000000" y="1512000"/>
                  <a:ext cx="504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E54ED05D-41B3-B713-3453-2C7E9A56DC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00000" y="1512000"/>
                  <a:ext cx="504000" cy="43088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80CDCFB9-A873-CFED-0449-0133907B3BDF}"/>
                    </a:ext>
                  </a:extLst>
                </p:cNvPr>
                <p:cNvSpPr txBox="1"/>
                <p:nvPr/>
              </p:nvSpPr>
              <p:spPr>
                <a:xfrm>
                  <a:off x="9036000" y="828000"/>
                  <a:ext cx="50347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80CDCFB9-A873-CFED-0449-0133907B3B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6000" y="828000"/>
                  <a:ext cx="503471" cy="43088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5FE17FFD-9A26-7762-750A-F7807B9D2038}"/>
                  </a:ext>
                </a:extLst>
              </p:cNvPr>
              <p:cNvSpPr txBox="1"/>
              <p:nvPr/>
            </p:nvSpPr>
            <p:spPr>
              <a:xfrm>
                <a:off x="360000" y="1512000"/>
                <a:ext cx="6480000" cy="5256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根据叠加定理，可得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400" b="0" i="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400" b="0" i="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REF</m:t>
                          </m:r>
                        </m:sub>
                      </m:sSub>
                    </m:oMath>
                  </m:oMathPara>
                </a14:m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spcAft>
                    <a:spcPts val="600"/>
                  </a:spcAft>
                </a:pP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spcAft>
                    <a:spcPts val="600"/>
                  </a:spcAft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理想情况下，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跳变时对应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，即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REF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spcAft>
                    <a:spcPts val="600"/>
                  </a:spcAft>
                </a:pP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spcAft>
                    <a:spcPts val="600"/>
                  </a:spcAft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门限电压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跳变时的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）为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altLang="zh-CN" sz="240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REF</m:t>
                          </m:r>
                        </m:sub>
                      </m:sSub>
                    </m:oMath>
                  </m:oMathPara>
                </a14:m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spcAft>
                    <a:spcPts val="600"/>
                  </a:spcAft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即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时，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，可得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OL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时，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，可得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OH</m:t>
                        </m:r>
                      </m:sub>
                    </m:sSub>
                  </m:oMath>
                </a14:m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5FE17FFD-9A26-7762-750A-F7807B9D20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1512000"/>
                <a:ext cx="6480000" cy="5256000"/>
              </a:xfrm>
              <a:prstGeom prst="rect">
                <a:avLst/>
              </a:prstGeom>
              <a:blipFill>
                <a:blip r:embed="rId13"/>
                <a:stretch>
                  <a:fillRect t="-928" r="-8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2" name="组合 71">
            <a:extLst>
              <a:ext uri="{FF2B5EF4-FFF2-40B4-BE49-F238E27FC236}">
                <a16:creationId xmlns:a16="http://schemas.microsoft.com/office/drawing/2014/main" id="{C4600D87-61A8-E375-4C05-E1C865352E54}"/>
              </a:ext>
            </a:extLst>
          </p:cNvPr>
          <p:cNvGrpSpPr/>
          <p:nvPr/>
        </p:nvGrpSpPr>
        <p:grpSpPr>
          <a:xfrm>
            <a:off x="7416000" y="3456000"/>
            <a:ext cx="4500000" cy="3276000"/>
            <a:chOff x="7416000" y="3456000"/>
            <a:chExt cx="4500000" cy="3276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07785BDC-9034-209D-582E-8A28689B66A2}"/>
                    </a:ext>
                  </a:extLst>
                </p:cNvPr>
                <p:cNvSpPr txBox="1"/>
                <p:nvPr/>
              </p:nvSpPr>
              <p:spPr>
                <a:xfrm>
                  <a:off x="7416000" y="4176000"/>
                  <a:ext cx="1548000" cy="8771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sz="28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sz="28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</m:oMath>
                    </m:oMathPara>
                  </a14:m>
                  <a:endParaRPr lang="en-US" altLang="zh-CN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07785BDC-9034-209D-582E-8A28689B66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6000" y="4176000"/>
                  <a:ext cx="1548000" cy="87710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D69A00BA-E303-13BA-C9CF-74226E8247E5}"/>
                </a:ext>
              </a:extLst>
            </p:cNvPr>
            <p:cNvCxnSpPr>
              <a:cxnSpLocks/>
            </p:cNvCxnSpPr>
            <p:nvPr/>
          </p:nvCxnSpPr>
          <p:spPr>
            <a:xfrm>
              <a:off x="7776000" y="5184000"/>
              <a:ext cx="396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CB4B197B-5DD6-E76D-651D-FCFCD2042A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96000" y="3744000"/>
              <a:ext cx="0" cy="2520000"/>
            </a:xfrm>
            <a:prstGeom prst="line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9389C7AE-5908-AFC8-6DA7-C88BC5716AAD}"/>
                </a:ext>
              </a:extLst>
            </p:cNvPr>
            <p:cNvCxnSpPr>
              <a:cxnSpLocks/>
            </p:cNvCxnSpPr>
            <p:nvPr/>
          </p:nvCxnSpPr>
          <p:spPr>
            <a:xfrm>
              <a:off x="9216000" y="4464000"/>
              <a:ext cx="180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990DF4B1-DE70-321C-5452-BC5965066E80}"/>
                </a:ext>
              </a:extLst>
            </p:cNvPr>
            <p:cNvCxnSpPr>
              <a:cxnSpLocks/>
            </p:cNvCxnSpPr>
            <p:nvPr/>
          </p:nvCxnSpPr>
          <p:spPr>
            <a:xfrm>
              <a:off x="9216000" y="4464000"/>
              <a:ext cx="0" cy="1440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89313BCB-638C-DB69-F2BE-9D29A10CCC49}"/>
                </a:ext>
              </a:extLst>
            </p:cNvPr>
            <p:cNvCxnSpPr>
              <a:cxnSpLocks/>
            </p:cNvCxnSpPr>
            <p:nvPr/>
          </p:nvCxnSpPr>
          <p:spPr>
            <a:xfrm>
              <a:off x="8136000" y="5904000"/>
              <a:ext cx="108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903CDAF2-B537-2B51-0BF7-0C7252C0E99C}"/>
                </a:ext>
              </a:extLst>
            </p:cNvPr>
            <p:cNvCxnSpPr>
              <a:cxnSpLocks/>
            </p:cNvCxnSpPr>
            <p:nvPr/>
          </p:nvCxnSpPr>
          <p:spPr>
            <a:xfrm>
              <a:off x="9216000" y="5904000"/>
              <a:ext cx="1080000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22B3C6A5-58C3-FFE8-1A08-88960C85475A}"/>
                    </a:ext>
                  </a:extLst>
                </p:cNvPr>
                <p:cNvSpPr txBox="1"/>
                <p:nvPr/>
              </p:nvSpPr>
              <p:spPr>
                <a:xfrm>
                  <a:off x="10332000" y="4500000"/>
                  <a:ext cx="720000" cy="504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OH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22B3C6A5-58C3-FFE8-1A08-88960C8547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32000" y="4500000"/>
                  <a:ext cx="720000" cy="50400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0898EB67-8CC0-75CA-9828-0300A7761F90}"/>
                    </a:ext>
                  </a:extLst>
                </p:cNvPr>
                <p:cNvSpPr txBox="1"/>
                <p:nvPr/>
              </p:nvSpPr>
              <p:spPr>
                <a:xfrm>
                  <a:off x="10332000" y="5652000"/>
                  <a:ext cx="720000" cy="504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OL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0898EB67-8CC0-75CA-9828-0300A7761F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32000" y="5652000"/>
                  <a:ext cx="720000" cy="50400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64EA100D-ACD1-E110-0A28-A5DD746EE5AB}"/>
                    </a:ext>
                  </a:extLst>
                </p:cNvPr>
                <p:cNvSpPr txBox="1"/>
                <p:nvPr/>
              </p:nvSpPr>
              <p:spPr>
                <a:xfrm>
                  <a:off x="11484000" y="5184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64EA100D-ACD1-E110-0A28-A5DD746EE5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84000" y="5184000"/>
                  <a:ext cx="432000" cy="430887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07E489F1-D884-05DA-0FDB-FAA78FC5BC03}"/>
                    </a:ext>
                  </a:extLst>
                </p:cNvPr>
                <p:cNvSpPr txBox="1"/>
                <p:nvPr/>
              </p:nvSpPr>
              <p:spPr>
                <a:xfrm>
                  <a:off x="9756000" y="3456000"/>
                  <a:ext cx="504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07E489F1-D884-05DA-0FDB-FAA78FC5BC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56000" y="3456000"/>
                  <a:ext cx="504000" cy="430887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A9773441-B092-8C39-5C83-961C6B57CA0C}"/>
                    </a:ext>
                  </a:extLst>
                </p:cNvPr>
                <p:cNvSpPr txBox="1"/>
                <p:nvPr/>
              </p:nvSpPr>
              <p:spPr>
                <a:xfrm>
                  <a:off x="9936000" y="5184000"/>
                  <a:ext cx="360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A9773441-B092-8C39-5C83-961C6B57CA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36000" y="5184000"/>
                  <a:ext cx="360000" cy="430887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9D95193B-5354-AD96-8BB0-BEF98EAEA956}"/>
                </a:ext>
              </a:extLst>
            </p:cNvPr>
            <p:cNvSpPr txBox="1"/>
            <p:nvPr/>
          </p:nvSpPr>
          <p:spPr>
            <a:xfrm>
              <a:off x="9108000" y="6228000"/>
              <a:ext cx="2376000" cy="504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电压传输特性</a:t>
              </a:r>
              <a:endParaRPr lang="zh-CN" altLang="en-US" sz="2400" dirty="0"/>
            </a:p>
          </p:txBody>
        </p: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BF7B4B71-309C-70A4-1A04-0E6530F9AC22}"/>
                </a:ext>
              </a:extLst>
            </p:cNvPr>
            <p:cNvCxnSpPr>
              <a:cxnSpLocks/>
            </p:cNvCxnSpPr>
            <p:nvPr/>
          </p:nvCxnSpPr>
          <p:spPr>
            <a:xfrm>
              <a:off x="8820000" y="4896000"/>
              <a:ext cx="360000" cy="252000"/>
            </a:xfrm>
            <a:prstGeom prst="line">
              <a:avLst/>
            </a:prstGeom>
            <a:ln w="127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38360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6166E-6E17-4F32-AB70-0C127E27E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2233007B-78B8-04E7-E067-E1AB530B6D60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7B7826E4-9A16-CD59-5B57-C53F27680731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6765EFC4-7465-5724-C414-3FA079CC77ED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1CB56864-9939-1292-B11C-442E314E9557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B4FF395A-83FC-461B-8DC6-7107E04BD1B7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8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75D82C7F-7B54-7D45-704A-6706151AD18D}"/>
              </a:ext>
            </a:extLst>
          </p:cNvPr>
          <p:cNvSpPr txBox="1"/>
          <p:nvPr/>
        </p:nvSpPr>
        <p:spPr>
          <a:xfrm>
            <a:off x="360000" y="828000"/>
            <a:ext cx="5760000" cy="3320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单门限比较器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输入限幅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71600" lvl="2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ð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保护运放的输入级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71600" lvl="2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ð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提高运放的响应速度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输出限幅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71600" lvl="2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ð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适应负载对电压幅值的要求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EDE815BA-5884-9FFC-6368-244950A24EF3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集成运算放大器的非线性应用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电压比较器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F40AE1D4-2655-8D2A-80C5-4F9B6189757C}"/>
              </a:ext>
            </a:extLst>
          </p:cNvPr>
          <p:cNvGrpSpPr/>
          <p:nvPr/>
        </p:nvGrpSpPr>
        <p:grpSpPr>
          <a:xfrm>
            <a:off x="5760000" y="756000"/>
            <a:ext cx="5940000" cy="2340000"/>
            <a:chOff x="5760000" y="756000"/>
            <a:chExt cx="5940000" cy="2340000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831B246C-BD77-F3D1-2357-8D92CA25B1A9}"/>
                </a:ext>
              </a:extLst>
            </p:cNvPr>
            <p:cNvCxnSpPr>
              <a:cxnSpLocks/>
            </p:cNvCxnSpPr>
            <p:nvPr/>
          </p:nvCxnSpPr>
          <p:spPr>
            <a:xfrm>
              <a:off x="6192000" y="1314000"/>
              <a:ext cx="2268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572E96F8-7BEC-9812-421C-2475890CB40F}"/>
                </a:ext>
              </a:extLst>
            </p:cNvPr>
            <p:cNvCxnSpPr>
              <a:cxnSpLocks/>
            </p:cNvCxnSpPr>
            <p:nvPr/>
          </p:nvCxnSpPr>
          <p:spPr>
            <a:xfrm>
              <a:off x="6192000" y="1998000"/>
              <a:ext cx="2268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6F51FBC0-ED8C-3CEB-DBD5-D6F46AA396F9}"/>
                    </a:ext>
                  </a:extLst>
                </p:cNvPr>
                <p:cNvSpPr txBox="1"/>
                <p:nvPr/>
              </p:nvSpPr>
              <p:spPr>
                <a:xfrm>
                  <a:off x="5760000" y="1026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6F51FBC0-ED8C-3CEB-DBD5-D6F46AA396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0000" y="1026000"/>
                  <a:ext cx="432000" cy="43088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等腰三角形 6">
              <a:extLst>
                <a:ext uri="{FF2B5EF4-FFF2-40B4-BE49-F238E27FC236}">
                  <a16:creationId xmlns:a16="http://schemas.microsoft.com/office/drawing/2014/main" id="{C2824D31-A52D-3C72-C5B8-F4275AEE0BEB}"/>
                </a:ext>
              </a:extLst>
            </p:cNvPr>
            <p:cNvSpPr/>
            <p:nvPr/>
          </p:nvSpPr>
          <p:spPr>
            <a:xfrm rot="5400000">
              <a:off x="8316000" y="1062000"/>
              <a:ext cx="1440000" cy="1188000"/>
            </a:xfrm>
            <a:prstGeom prst="triangl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CFB621EF-0941-392E-4730-2702C67D3E93}"/>
                    </a:ext>
                  </a:extLst>
                </p:cNvPr>
                <p:cNvSpPr txBox="1"/>
                <p:nvPr/>
              </p:nvSpPr>
              <p:spPr>
                <a:xfrm>
                  <a:off x="8388000" y="1710000"/>
                  <a:ext cx="468000" cy="54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CFB621EF-0941-392E-4730-2702C67D3E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8000" y="1710000"/>
                  <a:ext cx="468000" cy="54000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2546DF5E-594C-A1A0-C3E7-3E95723F5DC0}"/>
                    </a:ext>
                  </a:extLst>
                </p:cNvPr>
                <p:cNvSpPr txBox="1"/>
                <p:nvPr/>
              </p:nvSpPr>
              <p:spPr>
                <a:xfrm>
                  <a:off x="8388000" y="1026000"/>
                  <a:ext cx="468000" cy="54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2546DF5E-594C-A1A0-C3E7-3E95723F5D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8000" y="1026000"/>
                  <a:ext cx="468000" cy="54000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B4AC4C17-D52B-FEC8-A18F-84BD55422520}"/>
                </a:ext>
              </a:extLst>
            </p:cNvPr>
            <p:cNvCxnSpPr>
              <a:cxnSpLocks/>
            </p:cNvCxnSpPr>
            <p:nvPr/>
          </p:nvCxnSpPr>
          <p:spPr>
            <a:xfrm>
              <a:off x="9612000" y="1656000"/>
              <a:ext cx="1656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031E8E1E-5F6E-C725-10BA-B924FF6BE7E9}"/>
                    </a:ext>
                  </a:extLst>
                </p:cNvPr>
                <p:cNvSpPr txBox="1"/>
                <p:nvPr/>
              </p:nvSpPr>
              <p:spPr>
                <a:xfrm>
                  <a:off x="9576000" y="1170000"/>
                  <a:ext cx="540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  <m:sup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031E8E1E-5F6E-C725-10BA-B924FF6BE7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76000" y="1170000"/>
                  <a:ext cx="540000" cy="43088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65030F00-6FF6-9067-342F-8FD2F16EC2B7}"/>
                </a:ext>
              </a:extLst>
            </p:cNvPr>
            <p:cNvSpPr txBox="1"/>
            <p:nvPr/>
          </p:nvSpPr>
          <p:spPr>
            <a:xfrm>
              <a:off x="8820000" y="1440000"/>
              <a:ext cx="432000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endPara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4F2B51C9-906F-DCFF-7EDA-377B9AF67840}"/>
                </a:ext>
              </a:extLst>
            </p:cNvPr>
            <p:cNvSpPr/>
            <p:nvPr/>
          </p:nvSpPr>
          <p:spPr>
            <a:xfrm>
              <a:off x="6516000" y="1926000"/>
              <a:ext cx="504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等腰三角形 20">
              <a:extLst>
                <a:ext uri="{FF2B5EF4-FFF2-40B4-BE49-F238E27FC236}">
                  <a16:creationId xmlns:a16="http://schemas.microsoft.com/office/drawing/2014/main" id="{4C36AF40-6777-9CF3-B593-5AC4576E6F3E}"/>
                </a:ext>
              </a:extLst>
            </p:cNvPr>
            <p:cNvSpPr/>
            <p:nvPr/>
          </p:nvSpPr>
          <p:spPr>
            <a:xfrm>
              <a:off x="7920000" y="1512000"/>
              <a:ext cx="360000" cy="288000"/>
            </a:xfrm>
            <a:prstGeom prst="triangl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44264482-E9D8-7976-8E51-E5856E88B77C}"/>
                </a:ext>
              </a:extLst>
            </p:cNvPr>
            <p:cNvCxnSpPr>
              <a:cxnSpLocks/>
            </p:cNvCxnSpPr>
            <p:nvPr/>
          </p:nvCxnSpPr>
          <p:spPr>
            <a:xfrm>
              <a:off x="8100000" y="1314000"/>
              <a:ext cx="0" cy="684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D958D326-855A-4298-9AB5-9D0AF9ABB3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20000" y="1512000"/>
              <a:ext cx="36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B5A2EAE5-7ED6-3335-CBCD-FB5AC9ABA6A1}"/>
                </a:ext>
              </a:extLst>
            </p:cNvPr>
            <p:cNvSpPr/>
            <p:nvPr/>
          </p:nvSpPr>
          <p:spPr>
            <a:xfrm>
              <a:off x="8046000" y="1260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8E1FCA90-3178-1FDD-86CE-4D690260DD02}"/>
                </a:ext>
              </a:extLst>
            </p:cNvPr>
            <p:cNvSpPr/>
            <p:nvPr/>
          </p:nvSpPr>
          <p:spPr>
            <a:xfrm>
              <a:off x="8046000" y="1944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等腰三角形 52">
              <a:extLst>
                <a:ext uri="{FF2B5EF4-FFF2-40B4-BE49-F238E27FC236}">
                  <a16:creationId xmlns:a16="http://schemas.microsoft.com/office/drawing/2014/main" id="{069F60EA-E5ED-42F2-5422-D09C73DEE189}"/>
                </a:ext>
              </a:extLst>
            </p:cNvPr>
            <p:cNvSpPr/>
            <p:nvPr/>
          </p:nvSpPr>
          <p:spPr>
            <a:xfrm rot="10800000">
              <a:off x="7308000" y="1512000"/>
              <a:ext cx="360000" cy="288000"/>
            </a:xfrm>
            <a:prstGeom prst="triangl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6A86B7AD-1FF7-DB72-566A-4A7A51C8A1D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07255" y="1800000"/>
              <a:ext cx="36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01E30C66-37B5-6B31-2A40-A0FD86A71F1E}"/>
                </a:ext>
              </a:extLst>
            </p:cNvPr>
            <p:cNvCxnSpPr>
              <a:cxnSpLocks/>
            </p:cNvCxnSpPr>
            <p:nvPr/>
          </p:nvCxnSpPr>
          <p:spPr>
            <a:xfrm>
              <a:off x="7488000" y="1314000"/>
              <a:ext cx="0" cy="684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39040FF3-4611-0208-D781-7475A44C477E}"/>
                </a:ext>
              </a:extLst>
            </p:cNvPr>
            <p:cNvSpPr/>
            <p:nvPr/>
          </p:nvSpPr>
          <p:spPr>
            <a:xfrm>
              <a:off x="7434000" y="1260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0F7FC5C6-EE9F-B3A9-E030-942BC05EF1A3}"/>
                </a:ext>
              </a:extLst>
            </p:cNvPr>
            <p:cNvSpPr/>
            <p:nvPr/>
          </p:nvSpPr>
          <p:spPr>
            <a:xfrm>
              <a:off x="7434000" y="1944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A43815C0-5633-8F5E-BAEC-D5F1551E3F4F}"/>
                </a:ext>
              </a:extLst>
            </p:cNvPr>
            <p:cNvSpPr/>
            <p:nvPr/>
          </p:nvSpPr>
          <p:spPr>
            <a:xfrm>
              <a:off x="6516000" y="1242000"/>
              <a:ext cx="504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6A115E95-E020-1E48-8D44-55762BF106B9}"/>
                    </a:ext>
                  </a:extLst>
                </p:cNvPr>
                <p:cNvSpPr txBox="1"/>
                <p:nvPr/>
              </p:nvSpPr>
              <p:spPr>
                <a:xfrm>
                  <a:off x="6516000" y="2052000"/>
                  <a:ext cx="504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6A115E95-E020-1E48-8D44-55762BF106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16000" y="2052000"/>
                  <a:ext cx="504000" cy="43088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EFE665BA-6B27-88FB-208B-C1741F659B01}"/>
                    </a:ext>
                  </a:extLst>
                </p:cNvPr>
                <p:cNvSpPr txBox="1"/>
                <p:nvPr/>
              </p:nvSpPr>
              <p:spPr>
                <a:xfrm>
                  <a:off x="6516000" y="756000"/>
                  <a:ext cx="504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EFE665BA-6B27-88FB-208B-C1741F659B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16000" y="756000"/>
                  <a:ext cx="504000" cy="43088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A7D40292-DB95-98DE-722B-2C39541FA11A}"/>
                </a:ext>
              </a:extLst>
            </p:cNvPr>
            <p:cNvSpPr/>
            <p:nvPr/>
          </p:nvSpPr>
          <p:spPr>
            <a:xfrm>
              <a:off x="10116000" y="1584000"/>
              <a:ext cx="504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0AF96C6F-A86F-3FB8-F7C5-1B58E2A13744}"/>
                    </a:ext>
                  </a:extLst>
                </p:cNvPr>
                <p:cNvSpPr txBox="1"/>
                <p:nvPr/>
              </p:nvSpPr>
              <p:spPr>
                <a:xfrm>
                  <a:off x="10116000" y="1710000"/>
                  <a:ext cx="504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0AF96C6F-A86F-3FB8-F7C5-1B58E2A137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16000" y="1710000"/>
                  <a:ext cx="504000" cy="43088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1F358D68-6489-073E-B700-381FED96E279}"/>
                </a:ext>
              </a:extLst>
            </p:cNvPr>
            <p:cNvCxnSpPr>
              <a:cxnSpLocks/>
            </p:cNvCxnSpPr>
            <p:nvPr/>
          </p:nvCxnSpPr>
          <p:spPr>
            <a:xfrm>
              <a:off x="10908000" y="1656000"/>
              <a:ext cx="0" cy="1440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DF4C018A-6273-D320-DE42-5304E1057A77}"/>
                </a:ext>
              </a:extLst>
            </p:cNvPr>
            <p:cNvSpPr/>
            <p:nvPr/>
          </p:nvSpPr>
          <p:spPr>
            <a:xfrm>
              <a:off x="10854000" y="1602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等腰三角形 21">
              <a:extLst>
                <a:ext uri="{FF2B5EF4-FFF2-40B4-BE49-F238E27FC236}">
                  <a16:creationId xmlns:a16="http://schemas.microsoft.com/office/drawing/2014/main" id="{FAC591E0-3BC0-883F-AC02-A102E38C8E36}"/>
                </a:ext>
              </a:extLst>
            </p:cNvPr>
            <p:cNvSpPr/>
            <p:nvPr/>
          </p:nvSpPr>
          <p:spPr>
            <a:xfrm>
              <a:off x="10728000" y="2448000"/>
              <a:ext cx="360000" cy="288000"/>
            </a:xfrm>
            <a:prstGeom prst="triangl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等腰三角形 44">
              <a:extLst>
                <a:ext uri="{FF2B5EF4-FFF2-40B4-BE49-F238E27FC236}">
                  <a16:creationId xmlns:a16="http://schemas.microsoft.com/office/drawing/2014/main" id="{6E3FF8D6-F367-9AED-CDF8-C08F2F186B18}"/>
                </a:ext>
              </a:extLst>
            </p:cNvPr>
            <p:cNvSpPr/>
            <p:nvPr/>
          </p:nvSpPr>
          <p:spPr>
            <a:xfrm rot="10800000">
              <a:off x="10728000" y="2160000"/>
              <a:ext cx="360000" cy="288000"/>
            </a:xfrm>
            <a:prstGeom prst="triangl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A3E3E2A0-E556-32E4-1FC5-DCA43F0143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92000" y="2448000"/>
              <a:ext cx="432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E0527454-BF4E-48F1-B42C-0788FB822AD7}"/>
                </a:ext>
              </a:extLst>
            </p:cNvPr>
            <p:cNvCxnSpPr>
              <a:cxnSpLocks/>
            </p:cNvCxnSpPr>
            <p:nvPr/>
          </p:nvCxnSpPr>
          <p:spPr>
            <a:xfrm>
              <a:off x="10692000" y="3060000"/>
              <a:ext cx="432000" cy="0"/>
            </a:xfrm>
            <a:prstGeom prst="line">
              <a:avLst/>
            </a:prstGeom>
            <a:ln w="1016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827FFAFA-B322-F371-07E6-FE7A5A609B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10000" y="2340000"/>
              <a:ext cx="0" cy="10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8EB5C703-A8C6-7198-9736-4968BA71FB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6000" y="2448000"/>
              <a:ext cx="0" cy="10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02BA405F-6B96-EE6E-A58B-83CB8CF1F613}"/>
                    </a:ext>
                  </a:extLst>
                </p:cNvPr>
                <p:cNvSpPr txBox="1"/>
                <p:nvPr/>
              </p:nvSpPr>
              <p:spPr>
                <a:xfrm>
                  <a:off x="11196000" y="1170000"/>
                  <a:ext cx="504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02BA405F-6B96-EE6E-A58B-83CB8CF1F6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96000" y="1170000"/>
                  <a:ext cx="504000" cy="43088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46ADCE85-BF2A-9451-657E-995A9EB269D5}"/>
                    </a:ext>
                  </a:extLst>
                </p:cNvPr>
                <p:cNvSpPr txBox="1"/>
                <p:nvPr/>
              </p:nvSpPr>
              <p:spPr>
                <a:xfrm>
                  <a:off x="11159999" y="2232000"/>
                  <a:ext cx="540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46ADCE85-BF2A-9451-657E-995A9EB269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59999" y="2232000"/>
                  <a:ext cx="540000" cy="43088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EA41ADA4-EB0B-D06D-38FB-35133ACBE4C9}"/>
                </a:ext>
              </a:extLst>
            </p:cNvPr>
            <p:cNvCxnSpPr>
              <a:cxnSpLocks/>
            </p:cNvCxnSpPr>
            <p:nvPr/>
          </p:nvCxnSpPr>
          <p:spPr>
            <a:xfrm>
              <a:off x="6192000" y="1998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6766174B-4D12-5E06-DB3F-2FEED1B0A096}"/>
                </a:ext>
              </a:extLst>
            </p:cNvPr>
            <p:cNvCxnSpPr>
              <a:cxnSpLocks/>
            </p:cNvCxnSpPr>
            <p:nvPr/>
          </p:nvCxnSpPr>
          <p:spPr>
            <a:xfrm>
              <a:off x="5976000" y="2556000"/>
              <a:ext cx="432000" cy="0"/>
            </a:xfrm>
            <a:prstGeom prst="line">
              <a:avLst/>
            </a:prstGeom>
            <a:ln w="1016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92C9ACA3-4C06-B7DC-6EB3-204EF141371E}"/>
              </a:ext>
            </a:extLst>
          </p:cNvPr>
          <p:cNvGrpSpPr/>
          <p:nvPr/>
        </p:nvGrpSpPr>
        <p:grpSpPr>
          <a:xfrm>
            <a:off x="6228000" y="3492000"/>
            <a:ext cx="2952000" cy="3060000"/>
            <a:chOff x="5868000" y="3420000"/>
            <a:chExt cx="2952000" cy="3060000"/>
          </a:xfrm>
        </p:grpSpPr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F6FE0888-B994-245B-EB4C-61BC5FFA89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00000" y="3708000"/>
              <a:ext cx="0" cy="277200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13AC2C7E-A342-953C-E7ED-A27077F156FA}"/>
                </a:ext>
              </a:extLst>
            </p:cNvPr>
            <p:cNvCxnSpPr>
              <a:cxnSpLocks/>
            </p:cNvCxnSpPr>
            <p:nvPr/>
          </p:nvCxnSpPr>
          <p:spPr>
            <a:xfrm>
              <a:off x="7200000" y="4176000"/>
              <a:ext cx="0" cy="1944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8DE19135-3CCC-47B6-BFFD-B2A72AF0F7BE}"/>
                </a:ext>
              </a:extLst>
            </p:cNvPr>
            <p:cNvCxnSpPr>
              <a:cxnSpLocks/>
            </p:cNvCxnSpPr>
            <p:nvPr/>
          </p:nvCxnSpPr>
          <p:spPr>
            <a:xfrm>
              <a:off x="5868000" y="5148000"/>
              <a:ext cx="2736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8659EEAF-D5E7-0A18-0E47-B02954C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6120000" y="4176000"/>
              <a:ext cx="108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B18C5EB2-1C72-C281-C1CB-13EAD1D89D53}"/>
                </a:ext>
              </a:extLst>
            </p:cNvPr>
            <p:cNvCxnSpPr>
              <a:cxnSpLocks/>
            </p:cNvCxnSpPr>
            <p:nvPr/>
          </p:nvCxnSpPr>
          <p:spPr>
            <a:xfrm>
              <a:off x="7200000" y="6120000"/>
              <a:ext cx="108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D31E6ADD-81CF-3E9D-E275-AD6D907EC416}"/>
                    </a:ext>
                  </a:extLst>
                </p:cNvPr>
                <p:cNvSpPr txBox="1"/>
                <p:nvPr/>
              </p:nvSpPr>
              <p:spPr>
                <a:xfrm>
                  <a:off x="7200000" y="3960000"/>
                  <a:ext cx="983474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OM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D31E6ADD-81CF-3E9D-E275-AD6D907EC4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0000" y="3960000"/>
                  <a:ext cx="983474" cy="43088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E50119EF-6D7F-0ED5-B806-9139C2FBBC0F}"/>
                    </a:ext>
                  </a:extLst>
                </p:cNvPr>
                <p:cNvSpPr txBox="1"/>
                <p:nvPr/>
              </p:nvSpPr>
              <p:spPr>
                <a:xfrm>
                  <a:off x="6588000" y="5544000"/>
                  <a:ext cx="613117" cy="396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E50119EF-6D7F-0ED5-B806-9139C2FBBC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8000" y="5544000"/>
                  <a:ext cx="613117" cy="396000"/>
                </a:xfrm>
                <a:prstGeom prst="rect">
                  <a:avLst/>
                </a:prstGeom>
                <a:blipFill>
                  <a:blip r:embed="rId14"/>
                  <a:stretch>
                    <a:fillRect l="-2000" r="-4000" b="-769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0076B4CC-41A9-BE22-42FB-7036868F785D}"/>
                    </a:ext>
                  </a:extLst>
                </p:cNvPr>
                <p:cNvSpPr txBox="1"/>
                <p:nvPr/>
              </p:nvSpPr>
              <p:spPr>
                <a:xfrm>
                  <a:off x="8388000" y="5148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0076B4CC-41A9-BE22-42FB-7036868F78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8000" y="5148000"/>
                  <a:ext cx="432000" cy="430887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B820876F-0B9E-94D4-9A71-F0ADC68D695B}"/>
                    </a:ext>
                  </a:extLst>
                </p:cNvPr>
                <p:cNvSpPr txBox="1"/>
                <p:nvPr/>
              </p:nvSpPr>
              <p:spPr>
                <a:xfrm>
                  <a:off x="6696000" y="3420000"/>
                  <a:ext cx="504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  <m:sup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B820876F-0B9E-94D4-9A71-F0ADC68D69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96000" y="3420000"/>
                  <a:ext cx="504000" cy="430887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AB22D41E-CA18-599A-BE00-CAE3F7A9ED5B}"/>
                    </a:ext>
                  </a:extLst>
                </p:cNvPr>
                <p:cNvSpPr txBox="1"/>
                <p:nvPr/>
              </p:nvSpPr>
              <p:spPr>
                <a:xfrm>
                  <a:off x="6840000" y="5148000"/>
                  <a:ext cx="360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AB22D41E-CA18-599A-BE00-CAE3F7A9ED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40000" y="5148000"/>
                  <a:ext cx="360000" cy="430887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5332698F-C628-C05D-1E3A-086ED6859D80}"/>
                    </a:ext>
                  </a:extLst>
                </p:cNvPr>
                <p:cNvSpPr txBox="1"/>
                <p:nvPr/>
              </p:nvSpPr>
              <p:spPr>
                <a:xfrm>
                  <a:off x="6192000" y="5904000"/>
                  <a:ext cx="983474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OM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5332698F-C628-C05D-1E3A-086ED6859D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92000" y="5904000"/>
                  <a:ext cx="983474" cy="430887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57BBD4A4-1F5B-6F95-05A0-06CBE47CBDFF}"/>
                </a:ext>
              </a:extLst>
            </p:cNvPr>
            <p:cNvCxnSpPr>
              <a:cxnSpLocks/>
            </p:cNvCxnSpPr>
            <p:nvPr/>
          </p:nvCxnSpPr>
          <p:spPr>
            <a:xfrm>
              <a:off x="7200000" y="5760000"/>
              <a:ext cx="1080000" cy="0"/>
            </a:xfrm>
            <a:prstGeom prst="line">
              <a:avLst/>
            </a:prstGeom>
            <a:ln w="38100">
              <a:solidFill>
                <a:srgbClr val="0000FF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7874E5AA-9FD8-CBF5-D2BB-7C9F5A23693A}"/>
                </a:ext>
              </a:extLst>
            </p:cNvPr>
            <p:cNvCxnSpPr>
              <a:cxnSpLocks/>
            </p:cNvCxnSpPr>
            <p:nvPr/>
          </p:nvCxnSpPr>
          <p:spPr>
            <a:xfrm>
              <a:off x="6120000" y="4536000"/>
              <a:ext cx="1080000" cy="0"/>
            </a:xfrm>
            <a:prstGeom prst="line">
              <a:avLst/>
            </a:prstGeom>
            <a:ln w="38100">
              <a:solidFill>
                <a:srgbClr val="0000FF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A74292FB-21DD-DAD5-36D4-FD0EDC5D4368}"/>
                    </a:ext>
                  </a:extLst>
                </p:cNvPr>
                <p:cNvSpPr txBox="1"/>
                <p:nvPr/>
              </p:nvSpPr>
              <p:spPr>
                <a:xfrm>
                  <a:off x="7198883" y="4320000"/>
                  <a:ext cx="613117" cy="396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A74292FB-21DD-DAD5-36D4-FD0EDC5D43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98883" y="4320000"/>
                  <a:ext cx="613117" cy="396000"/>
                </a:xfrm>
                <a:prstGeom prst="rect">
                  <a:avLst/>
                </a:prstGeom>
                <a:blipFill>
                  <a:blip r:embed="rId19"/>
                  <a:stretch>
                    <a:fillRect l="-9000" r="-4000" b="-769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9C2C59BC-E457-A60C-FCF5-B6BAABBEF3B5}"/>
                    </a:ext>
                  </a:extLst>
                </p:cNvPr>
                <p:cNvSpPr txBox="1"/>
                <p:nvPr/>
              </p:nvSpPr>
              <p:spPr>
                <a:xfrm>
                  <a:off x="7236000" y="3420000"/>
                  <a:ext cx="504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9C2C59BC-E457-A60C-FCF5-B6BAABBEF3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6000" y="3420000"/>
                  <a:ext cx="504000" cy="430887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9402A62F-B91C-11FD-11BD-48D791AD16A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00000" y="4536000"/>
              <a:ext cx="0" cy="1224000"/>
            </a:xfrm>
            <a:prstGeom prst="line">
              <a:avLst/>
            </a:prstGeom>
            <a:ln w="38100">
              <a:solidFill>
                <a:srgbClr val="0000FF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EAFCD244-8AD0-CB5D-D00F-EF060CCF85A1}"/>
                  </a:ext>
                </a:extLst>
              </p:cNvPr>
              <p:cNvSpPr txBox="1"/>
              <p:nvPr/>
            </p:nvSpPr>
            <p:spPr>
              <a:xfrm>
                <a:off x="9180000" y="3599998"/>
                <a:ext cx="2988000" cy="13542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：双向稳压二极管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两端的电压为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±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sub>
                    </m:sSub>
                  </m:oMath>
                </a14:m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sub>
                        </m:sSub>
                      </m:e>
                    </m:d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om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EAFCD244-8AD0-CB5D-D00F-EF060CCF85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0000" y="3599998"/>
                <a:ext cx="2988000" cy="1354217"/>
              </a:xfrm>
              <a:prstGeom prst="rect">
                <a:avLst/>
              </a:prstGeom>
              <a:blipFill>
                <a:blip r:embed="rId21"/>
                <a:stretch>
                  <a:fillRect l="-612" t="-3604" r="-2245" b="-4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7784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5DA945-CBDB-787D-3971-ACA0C2B2147F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集成运算放大器的非线性应用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电压比较器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13EF652-511E-E96C-6C1B-D3758F229367}"/>
                  </a:ext>
                </a:extLst>
              </p:cNvPr>
              <p:cNvSpPr txBox="1"/>
              <p:nvPr/>
            </p:nvSpPr>
            <p:spPr>
              <a:xfrm>
                <a:off x="360000" y="828000"/>
                <a:ext cx="5940000" cy="45021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单门限比较器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接入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击穿时，负反馈让运放工作在线性区，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1371600" lvl="2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ð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时，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=+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sub>
                    </m:sSub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1371600" lvl="2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ð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时，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sub>
                    </m:sSub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≈0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，流过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电流过小，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变成截止状态，运放为开环，即为过零比较器，门限电压为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实现输出限幅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13EF652-511E-E96C-6C1B-D3758F2293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8000"/>
                <a:ext cx="5940000" cy="4502130"/>
              </a:xfrm>
              <a:prstGeom prst="rect">
                <a:avLst/>
              </a:prstGeom>
              <a:blipFill>
                <a:blip r:embed="rId2"/>
                <a:stretch>
                  <a:fillRect l="-1848" t="-542" b="-23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" name="组合 60">
            <a:extLst>
              <a:ext uri="{FF2B5EF4-FFF2-40B4-BE49-F238E27FC236}">
                <a16:creationId xmlns:a16="http://schemas.microsoft.com/office/drawing/2014/main" id="{1F4C30F2-5C6F-2379-1777-16B3910431A2}"/>
              </a:ext>
            </a:extLst>
          </p:cNvPr>
          <p:cNvGrpSpPr/>
          <p:nvPr/>
        </p:nvGrpSpPr>
        <p:grpSpPr>
          <a:xfrm>
            <a:off x="6408000" y="828000"/>
            <a:ext cx="5292000" cy="2466000"/>
            <a:chOff x="6408000" y="1152000"/>
            <a:chExt cx="5292000" cy="2466000"/>
          </a:xfrm>
        </p:grpSpPr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F3F25F4D-53A5-CADC-D57C-0E8F6CEA94AC}"/>
                </a:ext>
              </a:extLst>
            </p:cNvPr>
            <p:cNvCxnSpPr>
              <a:cxnSpLocks/>
            </p:cNvCxnSpPr>
            <p:nvPr/>
          </p:nvCxnSpPr>
          <p:spPr>
            <a:xfrm>
              <a:off x="6840000" y="2358000"/>
              <a:ext cx="162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C847CBE6-1F4A-9260-921C-CB245680C9A7}"/>
                </a:ext>
              </a:extLst>
            </p:cNvPr>
            <p:cNvCxnSpPr>
              <a:cxnSpLocks/>
            </p:cNvCxnSpPr>
            <p:nvPr/>
          </p:nvCxnSpPr>
          <p:spPr>
            <a:xfrm>
              <a:off x="6840000" y="3042000"/>
              <a:ext cx="162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等腰三角形 7">
              <a:extLst>
                <a:ext uri="{FF2B5EF4-FFF2-40B4-BE49-F238E27FC236}">
                  <a16:creationId xmlns:a16="http://schemas.microsoft.com/office/drawing/2014/main" id="{E88937F4-88F3-A744-2D30-50D8560BA901}"/>
                </a:ext>
              </a:extLst>
            </p:cNvPr>
            <p:cNvSpPr/>
            <p:nvPr/>
          </p:nvSpPr>
          <p:spPr>
            <a:xfrm rot="5400000">
              <a:off x="8316000" y="2106000"/>
              <a:ext cx="1440000" cy="1188000"/>
            </a:xfrm>
            <a:prstGeom prst="triangl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8E54D9D5-099A-922C-BA84-6896B27C679F}"/>
                    </a:ext>
                  </a:extLst>
                </p:cNvPr>
                <p:cNvSpPr txBox="1"/>
                <p:nvPr/>
              </p:nvSpPr>
              <p:spPr>
                <a:xfrm>
                  <a:off x="8388000" y="2754000"/>
                  <a:ext cx="468000" cy="54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8E54D9D5-099A-922C-BA84-6896B27C67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8000" y="2754000"/>
                  <a:ext cx="468000" cy="5400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FB01E9D7-90A9-DADF-15AE-B926DD74D961}"/>
                    </a:ext>
                  </a:extLst>
                </p:cNvPr>
                <p:cNvSpPr txBox="1"/>
                <p:nvPr/>
              </p:nvSpPr>
              <p:spPr>
                <a:xfrm>
                  <a:off x="8388000" y="2070000"/>
                  <a:ext cx="468000" cy="54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FB01E9D7-90A9-DADF-15AE-B926DD74D9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8000" y="2070000"/>
                  <a:ext cx="468000" cy="5400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9F8DE99D-5A3E-42BF-3211-4DAF804888EE}"/>
                </a:ext>
              </a:extLst>
            </p:cNvPr>
            <p:cNvCxnSpPr>
              <a:cxnSpLocks/>
            </p:cNvCxnSpPr>
            <p:nvPr/>
          </p:nvCxnSpPr>
          <p:spPr>
            <a:xfrm>
              <a:off x="9612000" y="2700000"/>
              <a:ext cx="1656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C4389C13-D881-8DBE-996B-609FD299B14C}"/>
                </a:ext>
              </a:extLst>
            </p:cNvPr>
            <p:cNvCxnSpPr>
              <a:cxnSpLocks/>
            </p:cNvCxnSpPr>
            <p:nvPr/>
          </p:nvCxnSpPr>
          <p:spPr>
            <a:xfrm>
              <a:off x="8100000" y="1368000"/>
              <a:ext cx="0" cy="990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14C20D25-7BC1-9FF2-993A-9DF8E4099388}"/>
                </a:ext>
              </a:extLst>
            </p:cNvPr>
            <p:cNvSpPr/>
            <p:nvPr/>
          </p:nvSpPr>
          <p:spPr>
            <a:xfrm>
              <a:off x="8046000" y="2304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79EF7B81-5738-05E7-3CFA-8C2754900669}"/>
                </a:ext>
              </a:extLst>
            </p:cNvPr>
            <p:cNvSpPr/>
            <p:nvPr/>
          </p:nvSpPr>
          <p:spPr>
            <a:xfrm>
              <a:off x="10008000" y="2628000"/>
              <a:ext cx="504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6347444B-75FA-B07B-27F3-146559DB5444}"/>
                    </a:ext>
                  </a:extLst>
                </p:cNvPr>
                <p:cNvSpPr txBox="1"/>
                <p:nvPr/>
              </p:nvSpPr>
              <p:spPr>
                <a:xfrm>
                  <a:off x="10008000" y="2754000"/>
                  <a:ext cx="504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6347444B-75FA-B07B-27F3-146559DB54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08000" y="2754000"/>
                  <a:ext cx="504000" cy="43088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FA78C7E8-8E94-A8AA-F9D3-E06C7CAB3F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08000" y="1368000"/>
              <a:ext cx="0" cy="1341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7E867D45-60E0-24F7-327D-E6824EF7445C}"/>
                </a:ext>
              </a:extLst>
            </p:cNvPr>
            <p:cNvSpPr/>
            <p:nvPr/>
          </p:nvSpPr>
          <p:spPr>
            <a:xfrm>
              <a:off x="10854000" y="2646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D44D73BE-5063-8B19-443E-2F532258E2C8}"/>
                </a:ext>
              </a:extLst>
            </p:cNvPr>
            <p:cNvGrpSpPr/>
            <p:nvPr/>
          </p:nvGrpSpPr>
          <p:grpSpPr>
            <a:xfrm rot="5400000">
              <a:off x="9360000" y="1080000"/>
              <a:ext cx="432000" cy="576000"/>
              <a:chOff x="10692000" y="3204000"/>
              <a:chExt cx="432000" cy="576000"/>
            </a:xfrm>
          </p:grpSpPr>
          <p:sp>
            <p:nvSpPr>
              <p:cNvPr id="32" name="等腰三角形 31">
                <a:extLst>
                  <a:ext uri="{FF2B5EF4-FFF2-40B4-BE49-F238E27FC236}">
                    <a16:creationId xmlns:a16="http://schemas.microsoft.com/office/drawing/2014/main" id="{66EB3207-1D2C-2877-D593-586FD5C21B81}"/>
                  </a:ext>
                </a:extLst>
              </p:cNvPr>
              <p:cNvSpPr/>
              <p:nvPr/>
            </p:nvSpPr>
            <p:spPr>
              <a:xfrm>
                <a:off x="10728000" y="3492000"/>
                <a:ext cx="360000" cy="288000"/>
              </a:xfrm>
              <a:prstGeom prst="triangl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等腰三角形 32">
                <a:extLst>
                  <a:ext uri="{FF2B5EF4-FFF2-40B4-BE49-F238E27FC236}">
                    <a16:creationId xmlns:a16="http://schemas.microsoft.com/office/drawing/2014/main" id="{4F66081A-0B33-9203-A613-248F131E9ED6}"/>
                  </a:ext>
                </a:extLst>
              </p:cNvPr>
              <p:cNvSpPr/>
              <p:nvPr/>
            </p:nvSpPr>
            <p:spPr>
              <a:xfrm rot="10800000">
                <a:off x="10728000" y="3204000"/>
                <a:ext cx="360000" cy="288000"/>
              </a:xfrm>
              <a:prstGeom prst="triangl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7A9E9882-5F00-6E3F-CC6E-C054462729B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92000" y="3492000"/>
                <a:ext cx="4320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9C85B2B1-6C71-2371-C061-02595BB3BE4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710000" y="3384000"/>
                <a:ext cx="0" cy="108000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6AC81ED0-0F1C-9C3D-B3D8-2051BA99D1A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106000" y="3492000"/>
                <a:ext cx="0" cy="108000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1B071AF0-3DA8-1387-BBFB-CB78A7480CB4}"/>
                    </a:ext>
                  </a:extLst>
                </p:cNvPr>
                <p:cNvSpPr txBox="1"/>
                <p:nvPr/>
              </p:nvSpPr>
              <p:spPr>
                <a:xfrm>
                  <a:off x="11196000" y="2214000"/>
                  <a:ext cx="504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1B071AF0-3DA8-1387-BBFB-CB78A7480C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96000" y="2214000"/>
                  <a:ext cx="504000" cy="43088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D868B48E-25B6-60A4-769A-814E91EA3DC1}"/>
                    </a:ext>
                  </a:extLst>
                </p:cNvPr>
                <p:cNvSpPr txBox="1"/>
                <p:nvPr/>
              </p:nvSpPr>
              <p:spPr>
                <a:xfrm>
                  <a:off x="9360000" y="1620000"/>
                  <a:ext cx="540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D868B48E-25B6-60A4-769A-814E91EA3D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60000" y="1620000"/>
                  <a:ext cx="540000" cy="43088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A5C00B37-4564-BD5E-79A3-6020C2E07311}"/>
                    </a:ext>
                  </a:extLst>
                </p:cNvPr>
                <p:cNvSpPr txBox="1"/>
                <p:nvPr/>
              </p:nvSpPr>
              <p:spPr>
                <a:xfrm>
                  <a:off x="6408000" y="2070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A5C00B37-4564-BD5E-79A3-6020C2E073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08000" y="2070000"/>
                  <a:ext cx="432000" cy="43088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875FB4DF-3B56-BFE6-B3BB-A0005ABC0FD2}"/>
                </a:ext>
              </a:extLst>
            </p:cNvPr>
            <p:cNvSpPr/>
            <p:nvPr/>
          </p:nvSpPr>
          <p:spPr>
            <a:xfrm>
              <a:off x="7164000" y="2970000"/>
              <a:ext cx="504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405A6834-D3F1-617A-6968-DFD2303B1BED}"/>
                </a:ext>
              </a:extLst>
            </p:cNvPr>
            <p:cNvSpPr/>
            <p:nvPr/>
          </p:nvSpPr>
          <p:spPr>
            <a:xfrm>
              <a:off x="7164000" y="2286000"/>
              <a:ext cx="504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24431BC0-2E89-E5B9-405E-D55B58B28D3E}"/>
                    </a:ext>
                  </a:extLst>
                </p:cNvPr>
                <p:cNvSpPr txBox="1"/>
                <p:nvPr/>
              </p:nvSpPr>
              <p:spPr>
                <a:xfrm>
                  <a:off x="7164000" y="3096000"/>
                  <a:ext cx="504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24431BC0-2E89-E5B9-405E-D55B58B28D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64000" y="3096000"/>
                  <a:ext cx="504000" cy="43088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55C1C378-E2E8-EE49-9DA0-493959B1D352}"/>
                    </a:ext>
                  </a:extLst>
                </p:cNvPr>
                <p:cNvSpPr txBox="1"/>
                <p:nvPr/>
              </p:nvSpPr>
              <p:spPr>
                <a:xfrm>
                  <a:off x="7164000" y="1800000"/>
                  <a:ext cx="504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55C1C378-E2E8-EE49-9DA0-493959B1D3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64000" y="1800000"/>
                  <a:ext cx="504000" cy="43088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51F41F71-5F71-C5A3-6268-98B70275B122}"/>
                </a:ext>
              </a:extLst>
            </p:cNvPr>
            <p:cNvCxnSpPr>
              <a:cxnSpLocks/>
            </p:cNvCxnSpPr>
            <p:nvPr/>
          </p:nvCxnSpPr>
          <p:spPr>
            <a:xfrm>
              <a:off x="6840000" y="3042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AF675FD5-C4E4-5E0E-3EAC-7D73153553DF}"/>
                </a:ext>
              </a:extLst>
            </p:cNvPr>
            <p:cNvCxnSpPr>
              <a:cxnSpLocks/>
            </p:cNvCxnSpPr>
            <p:nvPr/>
          </p:nvCxnSpPr>
          <p:spPr>
            <a:xfrm>
              <a:off x="6624000" y="3600000"/>
              <a:ext cx="432000" cy="0"/>
            </a:xfrm>
            <a:prstGeom prst="line">
              <a:avLst/>
            </a:prstGeom>
            <a:ln w="1016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D98C8921-95D7-7041-AF0B-706873231D7A}"/>
                </a:ext>
              </a:extLst>
            </p:cNvPr>
            <p:cNvCxnSpPr>
              <a:cxnSpLocks/>
            </p:cNvCxnSpPr>
            <p:nvPr/>
          </p:nvCxnSpPr>
          <p:spPr>
            <a:xfrm>
              <a:off x="8100000" y="1368000"/>
              <a:ext cx="2808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C87331D-C9A4-739F-A4E0-1B99DC95971C}"/>
                  </a:ext>
                </a:extLst>
              </p:cNvPr>
              <p:cNvSpPr txBox="1"/>
              <p:nvPr/>
            </p:nvSpPr>
            <p:spPr>
              <a:xfrm>
                <a:off x="7920000" y="1980000"/>
                <a:ext cx="50347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</m:oMath>
                  </m:oMathPara>
                </a14:m>
                <a:endParaRPr lang="zh-CN" altLang="en-US" sz="28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C87331D-C9A4-739F-A4E0-1B99DC9597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0000" y="1980000"/>
                <a:ext cx="503471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EBDAB9CE-9F6B-43FF-ED58-EBCCE77327D9}"/>
                  </a:ext>
                </a:extLst>
              </p:cNvPr>
              <p:cNvSpPr txBox="1"/>
              <p:nvPr/>
            </p:nvSpPr>
            <p:spPr>
              <a:xfrm>
                <a:off x="7920000" y="2664000"/>
                <a:ext cx="4714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sub>
                      </m:sSub>
                    </m:oMath>
                  </m:oMathPara>
                </a14:m>
                <a:endParaRPr lang="zh-CN" altLang="en-US" sz="28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EBDAB9CE-9F6B-43FF-ED58-EBCCE77327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0000" y="2664000"/>
                <a:ext cx="471411" cy="4308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801A8B1B-1F99-BFF3-4146-FED9F1DF0896}"/>
              </a:ext>
            </a:extLst>
          </p:cNvPr>
          <p:cNvCxnSpPr/>
          <p:nvPr/>
        </p:nvCxnSpPr>
        <p:spPr>
          <a:xfrm>
            <a:off x="7164000" y="2196000"/>
            <a:ext cx="5040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C9C000F3-4C65-6098-DDB2-5F68BF1CD62F}"/>
                  </a:ext>
                </a:extLst>
              </p:cNvPr>
              <p:cNvSpPr txBox="1"/>
              <p:nvPr/>
            </p:nvSpPr>
            <p:spPr>
              <a:xfrm>
                <a:off x="7200000" y="2160000"/>
                <a:ext cx="35099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C9C000F3-4C65-6098-DDB2-5F68BF1CD6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0" y="2160000"/>
                <a:ext cx="350994" cy="369332"/>
              </a:xfrm>
              <a:prstGeom prst="rect">
                <a:avLst/>
              </a:prstGeom>
              <a:blipFill>
                <a:blip r:embed="rId13"/>
                <a:stretch>
                  <a:fillRect l="-17241" r="-5172"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E8568D08-BF34-F324-A4CE-26E5D07ED271}"/>
              </a:ext>
            </a:extLst>
          </p:cNvPr>
          <p:cNvCxnSpPr/>
          <p:nvPr/>
        </p:nvCxnSpPr>
        <p:spPr>
          <a:xfrm>
            <a:off x="8496000" y="1134000"/>
            <a:ext cx="5040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0DDC299C-6ABB-4DE5-4C34-BF182C5DEE77}"/>
                  </a:ext>
                </a:extLst>
              </p:cNvPr>
              <p:cNvSpPr txBox="1"/>
              <p:nvPr/>
            </p:nvSpPr>
            <p:spPr>
              <a:xfrm>
                <a:off x="8532000" y="1098000"/>
                <a:ext cx="33015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0DDC299C-6ABB-4DE5-4C34-BF182C5DEE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2000" y="1098000"/>
                <a:ext cx="330155" cy="369332"/>
              </a:xfrm>
              <a:prstGeom prst="rect">
                <a:avLst/>
              </a:prstGeom>
              <a:blipFill>
                <a:blip r:embed="rId14"/>
                <a:stretch>
                  <a:fillRect l="-20370" r="-7407"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7" name="组合 56">
            <a:extLst>
              <a:ext uri="{FF2B5EF4-FFF2-40B4-BE49-F238E27FC236}">
                <a16:creationId xmlns:a16="http://schemas.microsoft.com/office/drawing/2014/main" id="{578DB675-DD81-DD12-8144-4C11A4AFA514}"/>
              </a:ext>
            </a:extLst>
          </p:cNvPr>
          <p:cNvGrpSpPr/>
          <p:nvPr/>
        </p:nvGrpSpPr>
        <p:grpSpPr>
          <a:xfrm>
            <a:off x="6228000" y="3492000"/>
            <a:ext cx="2952000" cy="3060000"/>
            <a:chOff x="5868000" y="3420000"/>
            <a:chExt cx="2952000" cy="3060000"/>
          </a:xfrm>
        </p:grpSpPr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10A06E89-4DC3-2629-BC5A-BFB337EF45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00000" y="3708000"/>
              <a:ext cx="0" cy="277200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B2CB1F2D-68F0-7ECC-4747-B53EAE6FCA1A}"/>
                </a:ext>
              </a:extLst>
            </p:cNvPr>
            <p:cNvCxnSpPr>
              <a:cxnSpLocks/>
            </p:cNvCxnSpPr>
            <p:nvPr/>
          </p:nvCxnSpPr>
          <p:spPr>
            <a:xfrm>
              <a:off x="7200000" y="4176000"/>
              <a:ext cx="0" cy="1944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07A26E99-0322-91E5-CF6F-CC7112DF912E}"/>
                </a:ext>
              </a:extLst>
            </p:cNvPr>
            <p:cNvCxnSpPr>
              <a:cxnSpLocks/>
            </p:cNvCxnSpPr>
            <p:nvPr/>
          </p:nvCxnSpPr>
          <p:spPr>
            <a:xfrm>
              <a:off x="5868000" y="5148000"/>
              <a:ext cx="2736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96318032-2647-74F2-BE23-9854294F4F16}"/>
                </a:ext>
              </a:extLst>
            </p:cNvPr>
            <p:cNvCxnSpPr>
              <a:cxnSpLocks/>
            </p:cNvCxnSpPr>
            <p:nvPr/>
          </p:nvCxnSpPr>
          <p:spPr>
            <a:xfrm>
              <a:off x="6120000" y="4176000"/>
              <a:ext cx="108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B426F261-4657-12DA-2D24-171E8CCAF4FF}"/>
                </a:ext>
              </a:extLst>
            </p:cNvPr>
            <p:cNvCxnSpPr>
              <a:cxnSpLocks/>
            </p:cNvCxnSpPr>
            <p:nvPr/>
          </p:nvCxnSpPr>
          <p:spPr>
            <a:xfrm>
              <a:off x="7200000" y="6120000"/>
              <a:ext cx="108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BBF1FECC-0FA8-ED03-89B0-8CEE5220AA3E}"/>
                    </a:ext>
                  </a:extLst>
                </p:cNvPr>
                <p:cNvSpPr txBox="1"/>
                <p:nvPr/>
              </p:nvSpPr>
              <p:spPr>
                <a:xfrm>
                  <a:off x="7200000" y="3960000"/>
                  <a:ext cx="983474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OM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D31E6ADD-81CF-3E9D-E275-AD6D907EC4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0000" y="3960000"/>
                  <a:ext cx="983474" cy="430887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F35545C1-5589-E22B-4B90-AA17EDA85031}"/>
                    </a:ext>
                  </a:extLst>
                </p:cNvPr>
                <p:cNvSpPr txBox="1"/>
                <p:nvPr/>
              </p:nvSpPr>
              <p:spPr>
                <a:xfrm>
                  <a:off x="6588000" y="5544000"/>
                  <a:ext cx="613117" cy="396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E50119EF-6D7F-0ED5-B806-9139C2FBBC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8000" y="5544000"/>
                  <a:ext cx="613117" cy="396000"/>
                </a:xfrm>
                <a:prstGeom prst="rect">
                  <a:avLst/>
                </a:prstGeom>
                <a:blipFill>
                  <a:blip r:embed="rId16"/>
                  <a:stretch>
                    <a:fillRect l="-2000" r="-4000" b="-769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224EE415-53FE-3F60-BAFA-9F4218FB9659}"/>
                    </a:ext>
                  </a:extLst>
                </p:cNvPr>
                <p:cNvSpPr txBox="1"/>
                <p:nvPr/>
              </p:nvSpPr>
              <p:spPr>
                <a:xfrm>
                  <a:off x="8388000" y="5148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0076B4CC-41A9-BE22-42FB-7036868F78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8000" y="5148000"/>
                  <a:ext cx="432000" cy="430887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2E2A025E-79DD-6DA6-45CF-AFC24615DD96}"/>
                    </a:ext>
                  </a:extLst>
                </p:cNvPr>
                <p:cNvSpPr txBox="1"/>
                <p:nvPr/>
              </p:nvSpPr>
              <p:spPr>
                <a:xfrm>
                  <a:off x="6696000" y="3420000"/>
                  <a:ext cx="504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  <m:sup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B820876F-0B9E-94D4-9A71-F0ADC68D69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96000" y="3420000"/>
                  <a:ext cx="504000" cy="430887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61072825-3CFE-10F9-6581-D727ED75995C}"/>
                    </a:ext>
                  </a:extLst>
                </p:cNvPr>
                <p:cNvSpPr txBox="1"/>
                <p:nvPr/>
              </p:nvSpPr>
              <p:spPr>
                <a:xfrm>
                  <a:off x="6840000" y="5148000"/>
                  <a:ext cx="360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AB22D41E-CA18-599A-BE00-CAE3F7A9ED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40000" y="5148000"/>
                  <a:ext cx="360000" cy="430887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452AB69B-1AE1-A048-234E-EBECE9AFED2C}"/>
                    </a:ext>
                  </a:extLst>
                </p:cNvPr>
                <p:cNvSpPr txBox="1"/>
                <p:nvPr/>
              </p:nvSpPr>
              <p:spPr>
                <a:xfrm>
                  <a:off x="6192000" y="5904000"/>
                  <a:ext cx="983474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OM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5332698F-C628-C05D-1E3A-086ED6859D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92000" y="5904000"/>
                  <a:ext cx="983474" cy="430887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6D0DB170-7BA5-81FE-8D9B-6465E2D88609}"/>
                </a:ext>
              </a:extLst>
            </p:cNvPr>
            <p:cNvCxnSpPr>
              <a:cxnSpLocks/>
            </p:cNvCxnSpPr>
            <p:nvPr/>
          </p:nvCxnSpPr>
          <p:spPr>
            <a:xfrm>
              <a:off x="7200000" y="5760000"/>
              <a:ext cx="1080000" cy="0"/>
            </a:xfrm>
            <a:prstGeom prst="line">
              <a:avLst/>
            </a:prstGeom>
            <a:ln w="38100">
              <a:solidFill>
                <a:srgbClr val="0000FF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7746BBDA-8963-027B-8C56-FCC935AC1078}"/>
                </a:ext>
              </a:extLst>
            </p:cNvPr>
            <p:cNvCxnSpPr>
              <a:cxnSpLocks/>
            </p:cNvCxnSpPr>
            <p:nvPr/>
          </p:nvCxnSpPr>
          <p:spPr>
            <a:xfrm>
              <a:off x="6120000" y="4536000"/>
              <a:ext cx="1080000" cy="0"/>
            </a:xfrm>
            <a:prstGeom prst="line">
              <a:avLst/>
            </a:prstGeom>
            <a:ln w="38100">
              <a:solidFill>
                <a:srgbClr val="0000FF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4FD6DF69-47FE-9904-3DF0-58FE7B1E5BBA}"/>
                    </a:ext>
                  </a:extLst>
                </p:cNvPr>
                <p:cNvSpPr txBox="1"/>
                <p:nvPr/>
              </p:nvSpPr>
              <p:spPr>
                <a:xfrm>
                  <a:off x="7198883" y="4320000"/>
                  <a:ext cx="613117" cy="396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A74292FB-21DD-DAD5-36D4-FD0EDC5D43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98883" y="4320000"/>
                  <a:ext cx="613117" cy="396000"/>
                </a:xfrm>
                <a:prstGeom prst="rect">
                  <a:avLst/>
                </a:prstGeom>
                <a:blipFill>
                  <a:blip r:embed="rId21"/>
                  <a:stretch>
                    <a:fillRect l="-9000" r="-4000" b="-769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CBF0A0E7-5DDF-53FA-BD08-8D60C3548C61}"/>
                    </a:ext>
                  </a:extLst>
                </p:cNvPr>
                <p:cNvSpPr txBox="1"/>
                <p:nvPr/>
              </p:nvSpPr>
              <p:spPr>
                <a:xfrm>
                  <a:off x="7236000" y="3420000"/>
                  <a:ext cx="504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9C2C59BC-E457-A60C-FCF5-B6BAABBEF3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6000" y="3420000"/>
                  <a:ext cx="504000" cy="430887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F0F2B049-8CDC-8EB1-4706-E14DD60A93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00000" y="4536000"/>
              <a:ext cx="0" cy="1224000"/>
            </a:xfrm>
            <a:prstGeom prst="line">
              <a:avLst/>
            </a:prstGeom>
            <a:ln w="38100">
              <a:solidFill>
                <a:srgbClr val="0000FF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F61840FF-6198-166B-B2DF-7371BAE14C06}"/>
                  </a:ext>
                </a:extLst>
              </p:cNvPr>
              <p:cNvSpPr txBox="1"/>
              <p:nvPr/>
            </p:nvSpPr>
            <p:spPr>
              <a:xfrm>
                <a:off x="9180000" y="3599998"/>
                <a:ext cx="2988000" cy="13542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：双向稳压二极管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两端的电压为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±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sub>
                    </m:sSub>
                  </m:oMath>
                </a14:m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sub>
                        </m:sSub>
                      </m:e>
                    </m:d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om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F61840FF-6198-166B-B2DF-7371BAE14C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0000" y="3599998"/>
                <a:ext cx="2988000" cy="1354217"/>
              </a:xfrm>
              <a:prstGeom prst="rect">
                <a:avLst/>
              </a:prstGeom>
              <a:blipFill>
                <a:blip r:embed="rId23"/>
                <a:stretch>
                  <a:fillRect l="-612" t="-3604" r="-2245" b="-4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8618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1D90C-7390-4386-651E-DC56D30E5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E940D09C-69B1-3E91-43B4-78A69FB9E74B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A097C43D-6755-2EFF-EA55-81A9DBA29118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6D9C979D-9E59-80B7-1C79-EF9A12786537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DFAE1610-432B-5FDF-BBCE-65D72AAAE1F9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A19ACBFE-50CA-8869-C80F-3B7233F8A545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10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82F78CAE-423C-D223-EB3C-F699FF99ED82}"/>
              </a:ext>
            </a:extLst>
          </p:cNvPr>
          <p:cNvSpPr txBox="1"/>
          <p:nvPr/>
        </p:nvSpPr>
        <p:spPr>
          <a:xfrm>
            <a:off x="360000" y="828000"/>
            <a:ext cx="5760000" cy="1091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单门限比较器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将正弦信号转为矩形波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8F85AE22-9417-D427-5349-261C2623A0F4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集成运算放大器的非线性应用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电压比较器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10F3DEF9-0D95-B33B-4BDF-70D653FC45A9}"/>
              </a:ext>
            </a:extLst>
          </p:cNvPr>
          <p:cNvGrpSpPr/>
          <p:nvPr/>
        </p:nvGrpSpPr>
        <p:grpSpPr>
          <a:xfrm>
            <a:off x="8388000" y="936000"/>
            <a:ext cx="3312000" cy="2088000"/>
            <a:chOff x="8388000" y="936000"/>
            <a:chExt cx="3312000" cy="2088000"/>
          </a:xfrm>
        </p:grpSpPr>
        <p:sp>
          <p:nvSpPr>
            <p:cNvPr id="66" name="等腰三角形 65">
              <a:extLst>
                <a:ext uri="{FF2B5EF4-FFF2-40B4-BE49-F238E27FC236}">
                  <a16:creationId xmlns:a16="http://schemas.microsoft.com/office/drawing/2014/main" id="{1EDB7050-A3AD-4FFE-8E72-87C566EBFE25}"/>
                </a:ext>
              </a:extLst>
            </p:cNvPr>
            <p:cNvSpPr/>
            <p:nvPr/>
          </p:nvSpPr>
          <p:spPr>
            <a:xfrm rot="5400000">
              <a:off x="9648000" y="1062000"/>
              <a:ext cx="1440000" cy="1188000"/>
            </a:xfrm>
            <a:prstGeom prst="triangl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075B360F-23B5-D6BB-A2AC-E5A7629B335B}"/>
                    </a:ext>
                  </a:extLst>
                </p:cNvPr>
                <p:cNvSpPr txBox="1"/>
                <p:nvPr/>
              </p:nvSpPr>
              <p:spPr>
                <a:xfrm>
                  <a:off x="9720000" y="1710000"/>
                  <a:ext cx="46800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075B360F-23B5-D6BB-A2AC-E5A7629B33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0000" y="1710000"/>
                  <a:ext cx="468000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A297FA5E-B7A5-36EE-BCBF-02527A5A3AEB}"/>
                    </a:ext>
                  </a:extLst>
                </p:cNvPr>
                <p:cNvSpPr txBox="1"/>
                <p:nvPr/>
              </p:nvSpPr>
              <p:spPr>
                <a:xfrm>
                  <a:off x="9720000" y="1026000"/>
                  <a:ext cx="46800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A297FA5E-B7A5-36EE-BCBF-02527A5A3A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0000" y="1026000"/>
                  <a:ext cx="468000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91D76EF3-920B-6AE9-26C6-FF7D0D83C4CD}"/>
                </a:ext>
              </a:extLst>
            </p:cNvPr>
            <p:cNvCxnSpPr>
              <a:cxnSpLocks/>
            </p:cNvCxnSpPr>
            <p:nvPr/>
          </p:nvCxnSpPr>
          <p:spPr>
            <a:xfrm>
              <a:off x="9072000" y="1314000"/>
              <a:ext cx="72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88528A33-5A8B-4ABF-2777-32E8D095744A}"/>
                </a:ext>
              </a:extLst>
            </p:cNvPr>
            <p:cNvCxnSpPr>
              <a:cxnSpLocks/>
            </p:cNvCxnSpPr>
            <p:nvPr/>
          </p:nvCxnSpPr>
          <p:spPr>
            <a:xfrm>
              <a:off x="9395255" y="1998000"/>
              <a:ext cx="396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F81819FE-856F-6C72-2A4A-EB292A66FD6F}"/>
                </a:ext>
              </a:extLst>
            </p:cNvPr>
            <p:cNvCxnSpPr>
              <a:cxnSpLocks/>
            </p:cNvCxnSpPr>
            <p:nvPr/>
          </p:nvCxnSpPr>
          <p:spPr>
            <a:xfrm>
              <a:off x="9395255" y="1998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3D190EEE-0C64-BE74-D8E1-1AA7CF6AB671}"/>
                </a:ext>
              </a:extLst>
            </p:cNvPr>
            <p:cNvCxnSpPr>
              <a:cxnSpLocks/>
            </p:cNvCxnSpPr>
            <p:nvPr/>
          </p:nvCxnSpPr>
          <p:spPr>
            <a:xfrm>
              <a:off x="10944000" y="1656000"/>
              <a:ext cx="50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475E103A-13F2-7B32-18CA-52954590D0E2}"/>
                    </a:ext>
                  </a:extLst>
                </p:cNvPr>
                <p:cNvSpPr txBox="1"/>
                <p:nvPr/>
              </p:nvSpPr>
              <p:spPr>
                <a:xfrm>
                  <a:off x="8640000" y="1026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475E103A-13F2-7B32-18CA-52954590D0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0000" y="1026000"/>
                  <a:ext cx="432000" cy="43088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31804E70-C50B-B8CD-68EE-E67E26E2D9CD}"/>
                    </a:ext>
                  </a:extLst>
                </p:cNvPr>
                <p:cNvSpPr txBox="1"/>
                <p:nvPr/>
              </p:nvSpPr>
              <p:spPr>
                <a:xfrm>
                  <a:off x="11196000" y="1170000"/>
                  <a:ext cx="504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31804E70-C50B-B8CD-68EE-E67E26E2D9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96000" y="1170000"/>
                  <a:ext cx="504000" cy="43088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64F1E1E3-24D9-A73F-6817-E6FD81E6B3B3}"/>
                </a:ext>
              </a:extLst>
            </p:cNvPr>
            <p:cNvCxnSpPr>
              <a:cxnSpLocks/>
            </p:cNvCxnSpPr>
            <p:nvPr/>
          </p:nvCxnSpPr>
          <p:spPr>
            <a:xfrm>
              <a:off x="9144000" y="2484000"/>
              <a:ext cx="50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E9C9E3BE-AF45-7432-21CA-3146E861198D}"/>
                </a:ext>
              </a:extLst>
            </p:cNvPr>
            <p:cNvCxnSpPr>
              <a:cxnSpLocks/>
            </p:cNvCxnSpPr>
            <p:nvPr/>
          </p:nvCxnSpPr>
          <p:spPr>
            <a:xfrm>
              <a:off x="9252000" y="2592000"/>
              <a:ext cx="288000" cy="0"/>
            </a:xfrm>
            <a:prstGeom prst="line">
              <a:avLst/>
            </a:prstGeom>
            <a:ln w="508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DA44B51F-0405-E958-89C8-5ACC6C173FDA}"/>
                </a:ext>
              </a:extLst>
            </p:cNvPr>
            <p:cNvCxnSpPr>
              <a:cxnSpLocks/>
            </p:cNvCxnSpPr>
            <p:nvPr/>
          </p:nvCxnSpPr>
          <p:spPr>
            <a:xfrm>
              <a:off x="9395255" y="2592000"/>
              <a:ext cx="0" cy="432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EA97E5A5-B3ED-31F1-6C9D-640AE58DFE02}"/>
                </a:ext>
              </a:extLst>
            </p:cNvPr>
            <p:cNvCxnSpPr>
              <a:cxnSpLocks/>
            </p:cNvCxnSpPr>
            <p:nvPr/>
          </p:nvCxnSpPr>
          <p:spPr>
            <a:xfrm>
              <a:off x="9180000" y="3024000"/>
              <a:ext cx="432000" cy="0"/>
            </a:xfrm>
            <a:prstGeom prst="line">
              <a:avLst/>
            </a:prstGeom>
            <a:ln w="1016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7A7F1408-424D-A812-4151-DBCEFFC32415}"/>
                    </a:ext>
                  </a:extLst>
                </p:cNvPr>
                <p:cNvSpPr txBox="1"/>
                <p:nvPr/>
              </p:nvSpPr>
              <p:spPr>
                <a:xfrm>
                  <a:off x="8388000" y="2340000"/>
                  <a:ext cx="792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7A7F1408-424D-A812-4151-DBCEFFC324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8000" y="2340000"/>
                  <a:ext cx="792000" cy="43088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A9362965-0498-4A99-6621-C65B582ADEA6}"/>
                </a:ext>
              </a:extLst>
            </p:cNvPr>
            <p:cNvSpPr txBox="1"/>
            <p:nvPr/>
          </p:nvSpPr>
          <p:spPr>
            <a:xfrm>
              <a:off x="10152000" y="1440000"/>
              <a:ext cx="432000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endPara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2" name="组合 171">
            <a:extLst>
              <a:ext uri="{FF2B5EF4-FFF2-40B4-BE49-F238E27FC236}">
                <a16:creationId xmlns:a16="http://schemas.microsoft.com/office/drawing/2014/main" id="{372377CA-8066-72C4-4D14-0CDF3E4F9A82}"/>
              </a:ext>
            </a:extLst>
          </p:cNvPr>
          <p:cNvGrpSpPr/>
          <p:nvPr/>
        </p:nvGrpSpPr>
        <p:grpSpPr>
          <a:xfrm>
            <a:off x="720000" y="1800000"/>
            <a:ext cx="5399999" cy="4931999"/>
            <a:chOff x="720000" y="1800000"/>
            <a:chExt cx="5399999" cy="4931999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84D828B7-0875-3E6E-7085-382676F52B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40000" y="1943999"/>
              <a:ext cx="0" cy="144000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540A2D82-CBA4-3C77-4939-01FA2502FAB6}"/>
                    </a:ext>
                  </a:extLst>
                </p:cNvPr>
                <p:cNvSpPr txBox="1"/>
                <p:nvPr/>
              </p:nvSpPr>
              <p:spPr>
                <a:xfrm>
                  <a:off x="1044000" y="1800000"/>
                  <a:ext cx="360000" cy="360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540A2D82-CBA4-3C77-4939-01FA2502FA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4000" y="1800000"/>
                  <a:ext cx="360000" cy="360000"/>
                </a:xfrm>
                <a:prstGeom prst="rect">
                  <a:avLst/>
                </a:prstGeom>
                <a:blipFill>
                  <a:blip r:embed="rId8"/>
                  <a:stretch>
                    <a:fillRect l="-8475" r="-3390" b="-186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79BEED62-A990-07C9-C766-3A79CB60E37B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" y="2808000"/>
              <a:ext cx="4680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5917EA03-29FC-28F6-55C4-43AE0B7172B7}"/>
                </a:ext>
              </a:extLst>
            </p:cNvPr>
            <p:cNvSpPr/>
            <p:nvPr/>
          </p:nvSpPr>
          <p:spPr>
            <a:xfrm>
              <a:off x="1440000" y="2268000"/>
              <a:ext cx="900000" cy="540000"/>
            </a:xfrm>
            <a:custGeom>
              <a:avLst/>
              <a:gdLst>
                <a:gd name="connsiteX0" fmla="*/ 0 w 2110333"/>
                <a:gd name="connsiteY0" fmla="*/ 1298309 h 1298309"/>
                <a:gd name="connsiteX1" fmla="*/ 1056330 w 2110333"/>
                <a:gd name="connsiteY1" fmla="*/ 0 h 1298309"/>
                <a:gd name="connsiteX2" fmla="*/ 2110333 w 2110333"/>
                <a:gd name="connsiteY2" fmla="*/ 1295982 h 1298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10333" h="1298309">
                  <a:moveTo>
                    <a:pt x="0" y="1298309"/>
                  </a:moveTo>
                  <a:cubicBezTo>
                    <a:pt x="352304" y="649348"/>
                    <a:pt x="704608" y="388"/>
                    <a:pt x="1056330" y="0"/>
                  </a:cubicBezTo>
                  <a:cubicBezTo>
                    <a:pt x="1408052" y="-388"/>
                    <a:pt x="1759192" y="647797"/>
                    <a:pt x="2110333" y="1295982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EF01F62F-F47B-0B88-4FE9-BB1BC520952D}"/>
                </a:ext>
              </a:extLst>
            </p:cNvPr>
            <p:cNvSpPr/>
            <p:nvPr/>
          </p:nvSpPr>
          <p:spPr>
            <a:xfrm rot="10800000">
              <a:off x="2340000" y="2808000"/>
              <a:ext cx="900000" cy="540000"/>
            </a:xfrm>
            <a:custGeom>
              <a:avLst/>
              <a:gdLst>
                <a:gd name="connsiteX0" fmla="*/ 0 w 2110333"/>
                <a:gd name="connsiteY0" fmla="*/ 1298309 h 1298309"/>
                <a:gd name="connsiteX1" fmla="*/ 1056330 w 2110333"/>
                <a:gd name="connsiteY1" fmla="*/ 0 h 1298309"/>
                <a:gd name="connsiteX2" fmla="*/ 2110333 w 2110333"/>
                <a:gd name="connsiteY2" fmla="*/ 1295982 h 1298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10333" h="1298309">
                  <a:moveTo>
                    <a:pt x="0" y="1298309"/>
                  </a:moveTo>
                  <a:cubicBezTo>
                    <a:pt x="352304" y="649348"/>
                    <a:pt x="704608" y="388"/>
                    <a:pt x="1056330" y="0"/>
                  </a:cubicBezTo>
                  <a:cubicBezTo>
                    <a:pt x="1408052" y="-388"/>
                    <a:pt x="1759192" y="647797"/>
                    <a:pt x="2110333" y="1295982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9783DCF6-C2DF-76B0-8428-083F20402F4A}"/>
                </a:ext>
              </a:extLst>
            </p:cNvPr>
            <p:cNvSpPr/>
            <p:nvPr/>
          </p:nvSpPr>
          <p:spPr>
            <a:xfrm>
              <a:off x="3240000" y="2268000"/>
              <a:ext cx="900000" cy="540000"/>
            </a:xfrm>
            <a:custGeom>
              <a:avLst/>
              <a:gdLst>
                <a:gd name="connsiteX0" fmla="*/ 0 w 2110333"/>
                <a:gd name="connsiteY0" fmla="*/ 1298309 h 1298309"/>
                <a:gd name="connsiteX1" fmla="*/ 1056330 w 2110333"/>
                <a:gd name="connsiteY1" fmla="*/ 0 h 1298309"/>
                <a:gd name="connsiteX2" fmla="*/ 2110333 w 2110333"/>
                <a:gd name="connsiteY2" fmla="*/ 1295982 h 1298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10333" h="1298309">
                  <a:moveTo>
                    <a:pt x="0" y="1298309"/>
                  </a:moveTo>
                  <a:cubicBezTo>
                    <a:pt x="352304" y="649348"/>
                    <a:pt x="704608" y="388"/>
                    <a:pt x="1056330" y="0"/>
                  </a:cubicBezTo>
                  <a:cubicBezTo>
                    <a:pt x="1408052" y="-388"/>
                    <a:pt x="1759192" y="647797"/>
                    <a:pt x="2110333" y="1295982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0" name="任意多边形: 形状 19">
              <a:extLst>
                <a:ext uri="{FF2B5EF4-FFF2-40B4-BE49-F238E27FC236}">
                  <a16:creationId xmlns:a16="http://schemas.microsoft.com/office/drawing/2014/main" id="{168CF968-5133-1B45-3872-9CA0E9BD9914}"/>
                </a:ext>
              </a:extLst>
            </p:cNvPr>
            <p:cNvSpPr/>
            <p:nvPr/>
          </p:nvSpPr>
          <p:spPr>
            <a:xfrm rot="10800000">
              <a:off x="4140000" y="2808000"/>
              <a:ext cx="900000" cy="540000"/>
            </a:xfrm>
            <a:custGeom>
              <a:avLst/>
              <a:gdLst>
                <a:gd name="connsiteX0" fmla="*/ 0 w 2110333"/>
                <a:gd name="connsiteY0" fmla="*/ 1298309 h 1298309"/>
                <a:gd name="connsiteX1" fmla="*/ 1056330 w 2110333"/>
                <a:gd name="connsiteY1" fmla="*/ 0 h 1298309"/>
                <a:gd name="connsiteX2" fmla="*/ 2110333 w 2110333"/>
                <a:gd name="connsiteY2" fmla="*/ 1295982 h 1298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10333" h="1298309">
                  <a:moveTo>
                    <a:pt x="0" y="1298309"/>
                  </a:moveTo>
                  <a:cubicBezTo>
                    <a:pt x="352304" y="649348"/>
                    <a:pt x="704608" y="388"/>
                    <a:pt x="1056330" y="0"/>
                  </a:cubicBezTo>
                  <a:cubicBezTo>
                    <a:pt x="1408052" y="-388"/>
                    <a:pt x="1759192" y="647797"/>
                    <a:pt x="2110333" y="1295982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39645FEB-6673-D899-6A66-B11F943502B0}"/>
                    </a:ext>
                  </a:extLst>
                </p:cNvPr>
                <p:cNvSpPr txBox="1"/>
                <p:nvPr/>
              </p:nvSpPr>
              <p:spPr>
                <a:xfrm>
                  <a:off x="5759999" y="2628000"/>
                  <a:ext cx="360000" cy="360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39645FEB-6673-D899-6A66-B11F943502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59999" y="2628000"/>
                  <a:ext cx="360000" cy="360000"/>
                </a:xfrm>
                <a:prstGeom prst="rect">
                  <a:avLst/>
                </a:prstGeom>
                <a:blipFill>
                  <a:blip r:embed="rId9"/>
                  <a:stretch>
                    <a:fillRect b="-678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AD48DFF8-CBF3-4548-B9D9-1289FC00EB85}"/>
                    </a:ext>
                  </a:extLst>
                </p:cNvPr>
                <p:cNvSpPr txBox="1"/>
                <p:nvPr/>
              </p:nvSpPr>
              <p:spPr>
                <a:xfrm>
                  <a:off x="2124000" y="2808000"/>
                  <a:ext cx="288034" cy="360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f>
                        <m:fPr>
                          <m:ctrlPr>
                            <a:rPr lang="el-GR" altLang="zh-CN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l-GR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</m:num>
                        <m:den>
                          <m:r>
                            <a:rPr lang="zh-CN" altLang="el-GR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</m:oMath>
                  </a14:m>
                  <a:r>
                    <a:rPr lang="zh-CN" altLang="en-US" sz="1600" dirty="0"/>
                    <a:t> </a:t>
                  </a: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AD48DFF8-CBF3-4548-B9D9-1289FC00EB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24000" y="2808000"/>
                  <a:ext cx="288034" cy="36000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8A29D4F5-FEE5-4B0B-174D-B0531200EDB4}"/>
                    </a:ext>
                  </a:extLst>
                </p:cNvPr>
                <p:cNvSpPr txBox="1"/>
                <p:nvPr/>
              </p:nvSpPr>
              <p:spPr>
                <a:xfrm>
                  <a:off x="720000" y="2160000"/>
                  <a:ext cx="720000" cy="360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8A29D4F5-FEE5-4B0B-174D-B0531200ED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000" y="2160000"/>
                  <a:ext cx="720000" cy="360000"/>
                </a:xfrm>
                <a:prstGeom prst="rect">
                  <a:avLst/>
                </a:prstGeom>
                <a:blipFill>
                  <a:blip r:embed="rId11"/>
                  <a:stretch>
                    <a:fillRect l="-5932" b="-186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912C13D3-65D6-9E0E-C828-88D414A17989}"/>
                </a:ext>
              </a:extLst>
            </p:cNvPr>
            <p:cNvCxnSpPr>
              <a:cxnSpLocks/>
            </p:cNvCxnSpPr>
            <p:nvPr/>
          </p:nvCxnSpPr>
          <p:spPr>
            <a:xfrm>
              <a:off x="1440000" y="2376000"/>
              <a:ext cx="3600000" cy="0"/>
            </a:xfrm>
            <a:prstGeom prst="line">
              <a:avLst/>
            </a:prstGeom>
            <a:ln w="25400">
              <a:solidFill>
                <a:srgbClr val="0000FF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1113599B-FB95-A48C-C006-CFC06982EBD2}"/>
                    </a:ext>
                  </a:extLst>
                </p:cNvPr>
                <p:cNvSpPr txBox="1"/>
                <p:nvPr/>
              </p:nvSpPr>
              <p:spPr>
                <a:xfrm>
                  <a:off x="720000" y="2988000"/>
                  <a:ext cx="720000" cy="360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1113599B-FB95-A48C-C006-CFC06982EB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000" y="2988000"/>
                  <a:ext cx="720000" cy="360000"/>
                </a:xfrm>
                <a:prstGeom prst="rect">
                  <a:avLst/>
                </a:prstGeom>
                <a:blipFill>
                  <a:blip r:embed="rId12"/>
                  <a:stretch>
                    <a:fillRect l="-5932" b="-186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22C6A1E0-1E5F-03BD-17D3-9F8C48E81AEB}"/>
                </a:ext>
              </a:extLst>
            </p:cNvPr>
            <p:cNvCxnSpPr>
              <a:cxnSpLocks/>
            </p:cNvCxnSpPr>
            <p:nvPr/>
          </p:nvCxnSpPr>
          <p:spPr>
            <a:xfrm>
              <a:off x="1439998" y="3204000"/>
              <a:ext cx="3600000" cy="0"/>
            </a:xfrm>
            <a:prstGeom prst="line">
              <a:avLst/>
            </a:prstGeom>
            <a:ln w="25400">
              <a:solidFill>
                <a:srgbClr val="00B050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73369FDE-935E-65E7-983E-EBE510D7C2CC}"/>
                    </a:ext>
                  </a:extLst>
                </p:cNvPr>
                <p:cNvSpPr txBox="1"/>
                <p:nvPr/>
              </p:nvSpPr>
              <p:spPr>
                <a:xfrm>
                  <a:off x="3204000" y="2808000"/>
                  <a:ext cx="288034" cy="360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f>
                        <m:fPr>
                          <m:ctrlPr>
                            <a:rPr lang="el-GR" altLang="zh-CN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l-GR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</m:num>
                        <m:den>
                          <m:r>
                            <a:rPr lang="zh-CN" altLang="el-GR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</m:oMath>
                  </a14:m>
                  <a:r>
                    <a:rPr lang="zh-CN" altLang="en-US" sz="1600" dirty="0"/>
                    <a:t> </a:t>
                  </a:r>
                </a:p>
              </p:txBody>
            </p:sp>
          </mc:Choice>
          <mc:Fallback xmlns="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73369FDE-935E-65E7-983E-EBE510D7C2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4000" y="2808000"/>
                  <a:ext cx="288034" cy="360000"/>
                </a:xfrm>
                <a:prstGeom prst="rect">
                  <a:avLst/>
                </a:prstGeom>
                <a:blipFill>
                  <a:blip r:embed="rId13"/>
                  <a:stretch>
                    <a:fillRect b="-678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66241F0C-6B42-5517-4B02-B3AA1583359E}"/>
                    </a:ext>
                  </a:extLst>
                </p:cNvPr>
                <p:cNvSpPr txBox="1"/>
                <p:nvPr/>
              </p:nvSpPr>
              <p:spPr>
                <a:xfrm>
                  <a:off x="3888000" y="2808000"/>
                  <a:ext cx="288034" cy="360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f>
                        <m:fPr>
                          <m:ctrlPr>
                            <a:rPr lang="el-GR" altLang="zh-CN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m:rPr>
                              <m:sty m:val="p"/>
                            </m:rPr>
                            <a:rPr lang="el-GR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</m:num>
                        <m:den>
                          <m:r>
                            <a:rPr lang="zh-CN" altLang="el-GR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</m:oMath>
                  </a14:m>
                  <a:r>
                    <a:rPr lang="zh-CN" altLang="en-US" sz="1600" dirty="0"/>
                    <a:t> </a:t>
                  </a:r>
                </a:p>
              </p:txBody>
            </p:sp>
          </mc:Choice>
          <mc:Fallback xmlns="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66241F0C-6B42-5517-4B02-B3AA158335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8000" y="2808000"/>
                  <a:ext cx="288034" cy="360000"/>
                </a:xfrm>
                <a:prstGeom prst="rect">
                  <a:avLst/>
                </a:prstGeom>
                <a:blipFill>
                  <a:blip r:embed="rId14"/>
                  <a:stretch>
                    <a:fillRect b="-678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文本框 84">
                  <a:extLst>
                    <a:ext uri="{FF2B5EF4-FFF2-40B4-BE49-F238E27FC236}">
                      <a16:creationId xmlns:a16="http://schemas.microsoft.com/office/drawing/2014/main" id="{B3803571-83D1-B531-E0A0-081270EFF736}"/>
                    </a:ext>
                  </a:extLst>
                </p:cNvPr>
                <p:cNvSpPr txBox="1"/>
                <p:nvPr/>
              </p:nvSpPr>
              <p:spPr>
                <a:xfrm>
                  <a:off x="5004000" y="2808000"/>
                  <a:ext cx="288034" cy="360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f>
                        <m:fPr>
                          <m:ctrlPr>
                            <a:rPr lang="el-GR" altLang="zh-CN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m:rPr>
                              <m:sty m:val="p"/>
                            </m:rPr>
                            <a:rPr lang="el-GR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</m:num>
                        <m:den>
                          <m:r>
                            <a:rPr lang="zh-CN" altLang="el-GR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</m:oMath>
                  </a14:m>
                  <a:r>
                    <a:rPr lang="zh-CN" altLang="en-US" sz="1600" dirty="0"/>
                    <a:t> </a:t>
                  </a:r>
                </a:p>
              </p:txBody>
            </p:sp>
          </mc:Choice>
          <mc:Fallback xmlns="">
            <p:sp>
              <p:nvSpPr>
                <p:cNvPr id="85" name="文本框 84">
                  <a:extLst>
                    <a:ext uri="{FF2B5EF4-FFF2-40B4-BE49-F238E27FC236}">
                      <a16:creationId xmlns:a16="http://schemas.microsoft.com/office/drawing/2014/main" id="{B3803571-83D1-B531-E0A0-081270EFF7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04000" y="2808000"/>
                  <a:ext cx="288034" cy="360000"/>
                </a:xfrm>
                <a:prstGeom prst="rect">
                  <a:avLst/>
                </a:prstGeom>
                <a:blipFill>
                  <a:blip r:embed="rId15"/>
                  <a:stretch>
                    <a:fillRect b="-678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5D4077D9-8A95-291C-252C-21957A754FA4}"/>
                </a:ext>
              </a:extLst>
            </p:cNvPr>
            <p:cNvCxnSpPr>
              <a:cxnSpLocks/>
            </p:cNvCxnSpPr>
            <p:nvPr/>
          </p:nvCxnSpPr>
          <p:spPr>
            <a:xfrm>
              <a:off x="1710000" y="2376000"/>
              <a:ext cx="0" cy="1800000"/>
            </a:xfrm>
            <a:prstGeom prst="line">
              <a:avLst/>
            </a:prstGeom>
            <a:ln w="19050">
              <a:solidFill>
                <a:srgbClr val="0000FF"/>
              </a:solidFill>
              <a:prstDash val="sysDot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207DAD88-699D-8E39-D968-A74CC6C5D8E0}"/>
                </a:ext>
              </a:extLst>
            </p:cNvPr>
            <p:cNvCxnSpPr>
              <a:cxnSpLocks/>
            </p:cNvCxnSpPr>
            <p:nvPr/>
          </p:nvCxnSpPr>
          <p:spPr>
            <a:xfrm>
              <a:off x="2070000" y="2376000"/>
              <a:ext cx="0" cy="1800000"/>
            </a:xfrm>
            <a:prstGeom prst="line">
              <a:avLst/>
            </a:prstGeom>
            <a:ln w="19050">
              <a:solidFill>
                <a:srgbClr val="0000FF"/>
              </a:solidFill>
              <a:prstDash val="sysDot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F36587C3-0B39-3F9C-47AA-DF47809D5AC5}"/>
                </a:ext>
              </a:extLst>
            </p:cNvPr>
            <p:cNvCxnSpPr>
              <a:cxnSpLocks/>
            </p:cNvCxnSpPr>
            <p:nvPr/>
          </p:nvCxnSpPr>
          <p:spPr>
            <a:xfrm>
              <a:off x="3510000" y="2376000"/>
              <a:ext cx="0" cy="1800000"/>
            </a:xfrm>
            <a:prstGeom prst="line">
              <a:avLst/>
            </a:prstGeom>
            <a:ln w="19050">
              <a:solidFill>
                <a:srgbClr val="0000FF"/>
              </a:solidFill>
              <a:prstDash val="sysDot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5D5FC42B-DB62-CA15-0503-CB539D24C846}"/>
                </a:ext>
              </a:extLst>
            </p:cNvPr>
            <p:cNvCxnSpPr>
              <a:cxnSpLocks/>
            </p:cNvCxnSpPr>
            <p:nvPr/>
          </p:nvCxnSpPr>
          <p:spPr>
            <a:xfrm>
              <a:off x="3870000" y="2376000"/>
              <a:ext cx="0" cy="1800000"/>
            </a:xfrm>
            <a:prstGeom prst="line">
              <a:avLst/>
            </a:prstGeom>
            <a:ln w="19050">
              <a:solidFill>
                <a:srgbClr val="0000FF"/>
              </a:solidFill>
              <a:prstDash val="sysDot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3" name="组合 142">
              <a:extLst>
                <a:ext uri="{FF2B5EF4-FFF2-40B4-BE49-F238E27FC236}">
                  <a16:creationId xmlns:a16="http://schemas.microsoft.com/office/drawing/2014/main" id="{A440CA3A-D1D5-ED76-AD2D-2C8B968B5FB5}"/>
                </a:ext>
              </a:extLst>
            </p:cNvPr>
            <p:cNvGrpSpPr/>
            <p:nvPr/>
          </p:nvGrpSpPr>
          <p:grpSpPr>
            <a:xfrm>
              <a:off x="864000" y="3528000"/>
              <a:ext cx="5255999" cy="1583999"/>
              <a:chOff x="864000" y="3528000"/>
              <a:chExt cx="5255999" cy="1583999"/>
            </a:xfrm>
          </p:grpSpPr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2E285849-61D4-E00F-3C2B-144A3257CAE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40000" y="3671999"/>
                <a:ext cx="0" cy="1440000"/>
              </a:xfrm>
              <a:prstGeom prst="line">
                <a:avLst/>
              </a:prstGeom>
              <a:ln w="2540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文本框 55">
                    <a:extLst>
                      <a:ext uri="{FF2B5EF4-FFF2-40B4-BE49-F238E27FC236}">
                        <a16:creationId xmlns:a16="http://schemas.microsoft.com/office/drawing/2014/main" id="{A5A71DFD-B55E-7655-C0FF-FD28DF44CF36}"/>
                      </a:ext>
                    </a:extLst>
                  </p:cNvPr>
                  <p:cNvSpPr txBox="1"/>
                  <p:nvPr/>
                </p:nvSpPr>
                <p:spPr>
                  <a:xfrm>
                    <a:off x="972000" y="3528000"/>
                    <a:ext cx="468000" cy="36000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400" dirty="0"/>
                  </a:p>
                </p:txBody>
              </p:sp>
            </mc:Choice>
            <mc:Fallback xmlns="">
              <p:sp>
                <p:nvSpPr>
                  <p:cNvPr id="56" name="文本框 55">
                    <a:extLst>
                      <a:ext uri="{FF2B5EF4-FFF2-40B4-BE49-F238E27FC236}">
                        <a16:creationId xmlns:a16="http://schemas.microsoft.com/office/drawing/2014/main" id="{A5A71DFD-B55E-7655-C0FF-FD28DF44CF3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2000" y="3528000"/>
                    <a:ext cx="468000" cy="360000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2597" r="-1299" b="-18644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74907AB2-BC91-4405-A8F7-4212615461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0000" y="4536000"/>
                <a:ext cx="46800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文本框 56">
                    <a:extLst>
                      <a:ext uri="{FF2B5EF4-FFF2-40B4-BE49-F238E27FC236}">
                        <a16:creationId xmlns:a16="http://schemas.microsoft.com/office/drawing/2014/main" id="{1A35D82B-0B4C-1116-32B8-443C31E15CC4}"/>
                      </a:ext>
                    </a:extLst>
                  </p:cNvPr>
                  <p:cNvSpPr txBox="1"/>
                  <p:nvPr/>
                </p:nvSpPr>
                <p:spPr>
                  <a:xfrm>
                    <a:off x="5759999" y="4356000"/>
                    <a:ext cx="360000" cy="36000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zh-CN" altLang="en-US" sz="2400" dirty="0"/>
                  </a:p>
                </p:txBody>
              </p:sp>
            </mc:Choice>
            <mc:Fallback xmlns="">
              <p:sp>
                <p:nvSpPr>
                  <p:cNvPr id="57" name="文本框 56">
                    <a:extLst>
                      <a:ext uri="{FF2B5EF4-FFF2-40B4-BE49-F238E27FC236}">
                        <a16:creationId xmlns:a16="http://schemas.microsoft.com/office/drawing/2014/main" id="{1A35D82B-0B4C-1116-32B8-443C31E15CC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59999" y="4356000"/>
                    <a:ext cx="360000" cy="360000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b="-5085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文本框 61">
                    <a:extLst>
                      <a:ext uri="{FF2B5EF4-FFF2-40B4-BE49-F238E27FC236}">
                        <a16:creationId xmlns:a16="http://schemas.microsoft.com/office/drawing/2014/main" id="{A07D86D0-760B-B97B-28E8-7BC58930E041}"/>
                      </a:ext>
                    </a:extLst>
                  </p:cNvPr>
                  <p:cNvSpPr txBox="1"/>
                  <p:nvPr/>
                </p:nvSpPr>
                <p:spPr>
                  <a:xfrm>
                    <a:off x="864000" y="3996000"/>
                    <a:ext cx="576000" cy="43200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40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OH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400" dirty="0">
                      <a:solidFill>
                        <a:srgbClr val="0000FF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2" name="文本框 61">
                    <a:extLst>
                      <a:ext uri="{FF2B5EF4-FFF2-40B4-BE49-F238E27FC236}">
                        <a16:creationId xmlns:a16="http://schemas.microsoft.com/office/drawing/2014/main" id="{A07D86D0-760B-B97B-28E8-7BC58930E04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4000" y="3996000"/>
                    <a:ext cx="576000" cy="432000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l="-7447" r="-638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0832814C-2094-1E73-4C90-C24E6CBC95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10000" y="4176000"/>
                <a:ext cx="360000" cy="0"/>
              </a:xfrm>
              <a:prstGeom prst="line">
                <a:avLst/>
              </a:prstGeom>
              <a:ln w="25400">
                <a:solidFill>
                  <a:srgbClr val="0000FF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文本框 63">
                    <a:extLst>
                      <a:ext uri="{FF2B5EF4-FFF2-40B4-BE49-F238E27FC236}">
                        <a16:creationId xmlns:a16="http://schemas.microsoft.com/office/drawing/2014/main" id="{6A151CBC-DD29-A7F4-B185-3961FEAB22D5}"/>
                      </a:ext>
                    </a:extLst>
                  </p:cNvPr>
                  <p:cNvSpPr txBox="1"/>
                  <p:nvPr/>
                </p:nvSpPr>
                <p:spPr>
                  <a:xfrm>
                    <a:off x="864000" y="4608000"/>
                    <a:ext cx="576000" cy="43200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40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OL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400" dirty="0">
                      <a:solidFill>
                        <a:srgbClr val="0000FF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4" name="文本框 63">
                    <a:extLst>
                      <a:ext uri="{FF2B5EF4-FFF2-40B4-BE49-F238E27FC236}">
                        <a16:creationId xmlns:a16="http://schemas.microsoft.com/office/drawing/2014/main" id="{6A151CBC-DD29-A7F4-B185-3961FEAB22D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4000" y="4608000"/>
                    <a:ext cx="576000" cy="432000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l="-4255" r="-319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86" name="直接连接符 85">
                <a:extLst>
                  <a:ext uri="{FF2B5EF4-FFF2-40B4-BE49-F238E27FC236}">
                    <a16:creationId xmlns:a16="http://schemas.microsoft.com/office/drawing/2014/main" id="{B9643CB2-76B8-5A6C-5E34-CB7AD366A3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40000" y="4896000"/>
                <a:ext cx="270000" cy="0"/>
              </a:xfrm>
              <a:prstGeom prst="line">
                <a:avLst/>
              </a:prstGeom>
              <a:ln w="25400">
                <a:solidFill>
                  <a:srgbClr val="0000FF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接连接符 89">
                <a:extLst>
                  <a:ext uri="{FF2B5EF4-FFF2-40B4-BE49-F238E27FC236}">
                    <a16:creationId xmlns:a16="http://schemas.microsoft.com/office/drawing/2014/main" id="{FBFFDFB9-2EB1-A7BC-3950-9D88D3F12A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10000" y="4176000"/>
                <a:ext cx="0" cy="720000"/>
              </a:xfrm>
              <a:prstGeom prst="line">
                <a:avLst/>
              </a:prstGeom>
              <a:ln w="25400">
                <a:solidFill>
                  <a:srgbClr val="0000FF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接连接符 92">
                <a:extLst>
                  <a:ext uri="{FF2B5EF4-FFF2-40B4-BE49-F238E27FC236}">
                    <a16:creationId xmlns:a16="http://schemas.microsoft.com/office/drawing/2014/main" id="{B449BAA1-025D-AEF3-9CBD-F131C18CFB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70000" y="4176000"/>
                <a:ext cx="0" cy="720000"/>
              </a:xfrm>
              <a:prstGeom prst="line">
                <a:avLst/>
              </a:prstGeom>
              <a:ln w="25400">
                <a:solidFill>
                  <a:srgbClr val="0000FF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直接连接符 93">
                <a:extLst>
                  <a:ext uri="{FF2B5EF4-FFF2-40B4-BE49-F238E27FC236}">
                    <a16:creationId xmlns:a16="http://schemas.microsoft.com/office/drawing/2014/main" id="{17AD5D21-E37C-11B1-C576-53B64DFF2D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70000" y="4896000"/>
                <a:ext cx="1440000" cy="0"/>
              </a:xfrm>
              <a:prstGeom prst="line">
                <a:avLst/>
              </a:prstGeom>
              <a:ln w="25400">
                <a:solidFill>
                  <a:srgbClr val="0000FF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直接连接符 95">
                <a:extLst>
                  <a:ext uri="{FF2B5EF4-FFF2-40B4-BE49-F238E27FC236}">
                    <a16:creationId xmlns:a16="http://schemas.microsoft.com/office/drawing/2014/main" id="{85F0EE82-C36D-E7E6-45B4-4B21414B9A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0000" y="4176000"/>
                <a:ext cx="360000" cy="0"/>
              </a:xfrm>
              <a:prstGeom prst="line">
                <a:avLst/>
              </a:prstGeom>
              <a:ln w="25400">
                <a:solidFill>
                  <a:srgbClr val="0000FF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直接连接符 96">
                <a:extLst>
                  <a:ext uri="{FF2B5EF4-FFF2-40B4-BE49-F238E27FC236}">
                    <a16:creationId xmlns:a16="http://schemas.microsoft.com/office/drawing/2014/main" id="{1AC13445-0B54-093A-CCAE-9A3D9B1128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0000" y="4176000"/>
                <a:ext cx="0" cy="720000"/>
              </a:xfrm>
              <a:prstGeom prst="line">
                <a:avLst/>
              </a:prstGeom>
              <a:ln w="25400">
                <a:solidFill>
                  <a:srgbClr val="0000FF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直接连接符 97">
                <a:extLst>
                  <a:ext uri="{FF2B5EF4-FFF2-40B4-BE49-F238E27FC236}">
                    <a16:creationId xmlns:a16="http://schemas.microsoft.com/office/drawing/2014/main" id="{CA5F3517-B6ED-F106-E4E9-6C7AEA57C2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70000" y="4176000"/>
                <a:ext cx="0" cy="720000"/>
              </a:xfrm>
              <a:prstGeom prst="line">
                <a:avLst/>
              </a:prstGeom>
              <a:ln w="25400">
                <a:solidFill>
                  <a:srgbClr val="0000FF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直接连接符 98">
                <a:extLst>
                  <a:ext uri="{FF2B5EF4-FFF2-40B4-BE49-F238E27FC236}">
                    <a16:creationId xmlns:a16="http://schemas.microsoft.com/office/drawing/2014/main" id="{48369BFF-E2F0-CA26-5826-5CC7CB5645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70000" y="4896000"/>
                <a:ext cx="1170000" cy="0"/>
              </a:xfrm>
              <a:prstGeom prst="line">
                <a:avLst/>
              </a:prstGeom>
              <a:ln w="25400">
                <a:solidFill>
                  <a:srgbClr val="0000FF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直接连接符 137">
                <a:extLst>
                  <a:ext uri="{FF2B5EF4-FFF2-40B4-BE49-F238E27FC236}">
                    <a16:creationId xmlns:a16="http://schemas.microsoft.com/office/drawing/2014/main" id="{51AD6755-CEFF-8A0E-A26D-8CBF39ED89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39998" y="4176000"/>
                <a:ext cx="360000" cy="0"/>
              </a:xfrm>
              <a:prstGeom prst="line">
                <a:avLst/>
              </a:prstGeom>
              <a:ln w="19050">
                <a:solidFill>
                  <a:srgbClr val="0000FF"/>
                </a:solidFill>
                <a:prstDash val="sysDot"/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6411CF1C-A1CD-D7B0-2846-5401D3E304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40000" y="5291999"/>
              <a:ext cx="0" cy="144000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314B84C1-C906-4E8B-AB87-134ADAE590CD}"/>
                    </a:ext>
                  </a:extLst>
                </p:cNvPr>
                <p:cNvSpPr txBox="1"/>
                <p:nvPr/>
              </p:nvSpPr>
              <p:spPr>
                <a:xfrm>
                  <a:off x="972000" y="5148000"/>
                  <a:ext cx="468000" cy="360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314B84C1-C906-4E8B-AB87-134ADAE590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000" y="5148000"/>
                  <a:ext cx="468000" cy="360000"/>
                </a:xfrm>
                <a:prstGeom prst="rect">
                  <a:avLst/>
                </a:prstGeom>
                <a:blipFill>
                  <a:blip r:embed="rId20"/>
                  <a:stretch>
                    <a:fillRect l="-2597" r="-1299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7" name="直接连接符 146">
              <a:extLst>
                <a:ext uri="{FF2B5EF4-FFF2-40B4-BE49-F238E27FC236}">
                  <a16:creationId xmlns:a16="http://schemas.microsoft.com/office/drawing/2014/main" id="{116285BA-CDBA-C633-A50F-935E67AEC594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" y="6156000"/>
              <a:ext cx="4680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文本框 147">
                  <a:extLst>
                    <a:ext uri="{FF2B5EF4-FFF2-40B4-BE49-F238E27FC236}">
                      <a16:creationId xmlns:a16="http://schemas.microsoft.com/office/drawing/2014/main" id="{B074E3AB-92DD-D82C-D53B-19ADB661B6DF}"/>
                    </a:ext>
                  </a:extLst>
                </p:cNvPr>
                <p:cNvSpPr txBox="1"/>
                <p:nvPr/>
              </p:nvSpPr>
              <p:spPr>
                <a:xfrm>
                  <a:off x="5759999" y="5976000"/>
                  <a:ext cx="360000" cy="360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48" name="文本框 147">
                  <a:extLst>
                    <a:ext uri="{FF2B5EF4-FFF2-40B4-BE49-F238E27FC236}">
                      <a16:creationId xmlns:a16="http://schemas.microsoft.com/office/drawing/2014/main" id="{B074E3AB-92DD-D82C-D53B-19ADB661B6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59999" y="5976000"/>
                  <a:ext cx="360000" cy="360000"/>
                </a:xfrm>
                <a:prstGeom prst="rect">
                  <a:avLst/>
                </a:prstGeom>
                <a:blipFill>
                  <a:blip r:embed="rId21"/>
                  <a:stretch>
                    <a:fillRect b="-678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9" name="文本框 148">
                  <a:extLst>
                    <a:ext uri="{FF2B5EF4-FFF2-40B4-BE49-F238E27FC236}">
                      <a16:creationId xmlns:a16="http://schemas.microsoft.com/office/drawing/2014/main" id="{14D0C3F6-B2A5-8654-832E-2DFF6439CE45}"/>
                    </a:ext>
                  </a:extLst>
                </p:cNvPr>
                <p:cNvSpPr txBox="1"/>
                <p:nvPr/>
              </p:nvSpPr>
              <p:spPr>
                <a:xfrm>
                  <a:off x="864000" y="5616000"/>
                  <a:ext cx="576000" cy="432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OH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149" name="文本框 148">
                  <a:extLst>
                    <a:ext uri="{FF2B5EF4-FFF2-40B4-BE49-F238E27FC236}">
                      <a16:creationId xmlns:a16="http://schemas.microsoft.com/office/drawing/2014/main" id="{14D0C3F6-B2A5-8654-832E-2DFF6439CE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000" y="5616000"/>
                  <a:ext cx="576000" cy="432000"/>
                </a:xfrm>
                <a:prstGeom prst="rect">
                  <a:avLst/>
                </a:prstGeom>
                <a:blipFill>
                  <a:blip r:embed="rId22"/>
                  <a:stretch>
                    <a:fillRect l="-7447" r="-638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0" name="直接连接符 149">
              <a:extLst>
                <a:ext uri="{FF2B5EF4-FFF2-40B4-BE49-F238E27FC236}">
                  <a16:creationId xmlns:a16="http://schemas.microsoft.com/office/drawing/2014/main" id="{5A1F3C42-6147-3CEC-3B1C-C82CD73CFE97}"/>
                </a:ext>
              </a:extLst>
            </p:cNvPr>
            <p:cNvCxnSpPr>
              <a:cxnSpLocks/>
            </p:cNvCxnSpPr>
            <p:nvPr/>
          </p:nvCxnSpPr>
          <p:spPr>
            <a:xfrm>
              <a:off x="1440000" y="5796000"/>
              <a:ext cx="1134000" cy="0"/>
            </a:xfrm>
            <a:prstGeom prst="line">
              <a:avLst/>
            </a:prstGeom>
            <a:ln w="25400">
              <a:solidFill>
                <a:srgbClr val="00B050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文本框 150">
                  <a:extLst>
                    <a:ext uri="{FF2B5EF4-FFF2-40B4-BE49-F238E27FC236}">
                      <a16:creationId xmlns:a16="http://schemas.microsoft.com/office/drawing/2014/main" id="{42FD56C4-A014-B6CC-95F9-A8D07A19AA37}"/>
                    </a:ext>
                  </a:extLst>
                </p:cNvPr>
                <p:cNvSpPr txBox="1"/>
                <p:nvPr/>
              </p:nvSpPr>
              <p:spPr>
                <a:xfrm>
                  <a:off x="864000" y="6228000"/>
                  <a:ext cx="576000" cy="432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OL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151" name="文本框 150">
                  <a:extLst>
                    <a:ext uri="{FF2B5EF4-FFF2-40B4-BE49-F238E27FC236}">
                      <a16:creationId xmlns:a16="http://schemas.microsoft.com/office/drawing/2014/main" id="{42FD56C4-A014-B6CC-95F9-A8D07A19AA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000" y="6228000"/>
                  <a:ext cx="576000" cy="432000"/>
                </a:xfrm>
                <a:prstGeom prst="rect">
                  <a:avLst/>
                </a:prstGeom>
                <a:blipFill>
                  <a:blip r:embed="rId23"/>
                  <a:stretch>
                    <a:fillRect l="-4255" r="-31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2" name="直接连接符 151">
              <a:extLst>
                <a:ext uri="{FF2B5EF4-FFF2-40B4-BE49-F238E27FC236}">
                  <a16:creationId xmlns:a16="http://schemas.microsoft.com/office/drawing/2014/main" id="{34B129BD-6E6F-EF47-EC70-AE14BAC207F7}"/>
                </a:ext>
              </a:extLst>
            </p:cNvPr>
            <p:cNvCxnSpPr>
              <a:cxnSpLocks/>
            </p:cNvCxnSpPr>
            <p:nvPr/>
          </p:nvCxnSpPr>
          <p:spPr>
            <a:xfrm>
              <a:off x="1440000" y="6516000"/>
              <a:ext cx="1152000" cy="0"/>
            </a:xfrm>
            <a:prstGeom prst="line">
              <a:avLst/>
            </a:prstGeom>
            <a:ln w="19050">
              <a:solidFill>
                <a:srgbClr val="00B050"/>
              </a:solidFill>
              <a:prstDash val="sysDot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直接连接符 152">
              <a:extLst>
                <a:ext uri="{FF2B5EF4-FFF2-40B4-BE49-F238E27FC236}">
                  <a16:creationId xmlns:a16="http://schemas.microsoft.com/office/drawing/2014/main" id="{36ED8416-1EF4-A8DE-DC01-F13FB05A649A}"/>
                </a:ext>
              </a:extLst>
            </p:cNvPr>
            <p:cNvCxnSpPr>
              <a:cxnSpLocks/>
            </p:cNvCxnSpPr>
            <p:nvPr/>
          </p:nvCxnSpPr>
          <p:spPr>
            <a:xfrm>
              <a:off x="2574000" y="5796000"/>
              <a:ext cx="0" cy="720000"/>
            </a:xfrm>
            <a:prstGeom prst="line">
              <a:avLst/>
            </a:prstGeom>
            <a:ln w="25400">
              <a:solidFill>
                <a:srgbClr val="00B050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接连接符 154">
              <a:extLst>
                <a:ext uri="{FF2B5EF4-FFF2-40B4-BE49-F238E27FC236}">
                  <a16:creationId xmlns:a16="http://schemas.microsoft.com/office/drawing/2014/main" id="{FC0ACC2C-C364-111B-A33E-DC698642FB9B}"/>
                </a:ext>
              </a:extLst>
            </p:cNvPr>
            <p:cNvCxnSpPr>
              <a:cxnSpLocks/>
            </p:cNvCxnSpPr>
            <p:nvPr/>
          </p:nvCxnSpPr>
          <p:spPr>
            <a:xfrm>
              <a:off x="2574000" y="6516000"/>
              <a:ext cx="432000" cy="0"/>
            </a:xfrm>
            <a:prstGeom prst="line">
              <a:avLst/>
            </a:prstGeom>
            <a:ln w="25400">
              <a:solidFill>
                <a:srgbClr val="00B050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接连接符 155">
              <a:extLst>
                <a:ext uri="{FF2B5EF4-FFF2-40B4-BE49-F238E27FC236}">
                  <a16:creationId xmlns:a16="http://schemas.microsoft.com/office/drawing/2014/main" id="{B8112903-B21F-C600-E6E7-7CFD43205A53}"/>
                </a:ext>
              </a:extLst>
            </p:cNvPr>
            <p:cNvCxnSpPr>
              <a:cxnSpLocks/>
            </p:cNvCxnSpPr>
            <p:nvPr/>
          </p:nvCxnSpPr>
          <p:spPr>
            <a:xfrm>
              <a:off x="3006000" y="5796000"/>
              <a:ext cx="1368000" cy="0"/>
            </a:xfrm>
            <a:prstGeom prst="line">
              <a:avLst/>
            </a:prstGeom>
            <a:ln w="25400">
              <a:solidFill>
                <a:srgbClr val="00B050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接连接符 156">
              <a:extLst>
                <a:ext uri="{FF2B5EF4-FFF2-40B4-BE49-F238E27FC236}">
                  <a16:creationId xmlns:a16="http://schemas.microsoft.com/office/drawing/2014/main" id="{9D705181-BD4C-E5C2-ED4C-614797D5A2FB}"/>
                </a:ext>
              </a:extLst>
            </p:cNvPr>
            <p:cNvCxnSpPr>
              <a:cxnSpLocks/>
            </p:cNvCxnSpPr>
            <p:nvPr/>
          </p:nvCxnSpPr>
          <p:spPr>
            <a:xfrm>
              <a:off x="3006000" y="5796000"/>
              <a:ext cx="0" cy="720000"/>
            </a:xfrm>
            <a:prstGeom prst="line">
              <a:avLst/>
            </a:prstGeom>
            <a:ln w="25400">
              <a:solidFill>
                <a:srgbClr val="00B050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接连接符 157">
              <a:extLst>
                <a:ext uri="{FF2B5EF4-FFF2-40B4-BE49-F238E27FC236}">
                  <a16:creationId xmlns:a16="http://schemas.microsoft.com/office/drawing/2014/main" id="{DBFD7FBD-ABFE-4348-1D6C-4CAE02A64F6B}"/>
                </a:ext>
              </a:extLst>
            </p:cNvPr>
            <p:cNvCxnSpPr>
              <a:cxnSpLocks/>
            </p:cNvCxnSpPr>
            <p:nvPr/>
          </p:nvCxnSpPr>
          <p:spPr>
            <a:xfrm>
              <a:off x="4374000" y="5796000"/>
              <a:ext cx="0" cy="720000"/>
            </a:xfrm>
            <a:prstGeom prst="line">
              <a:avLst/>
            </a:prstGeom>
            <a:ln w="25400">
              <a:solidFill>
                <a:srgbClr val="00B050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接连接符 158">
              <a:extLst>
                <a:ext uri="{FF2B5EF4-FFF2-40B4-BE49-F238E27FC236}">
                  <a16:creationId xmlns:a16="http://schemas.microsoft.com/office/drawing/2014/main" id="{B319D9D4-5FD4-7FFE-5A5C-EF6B35FE435F}"/>
                </a:ext>
              </a:extLst>
            </p:cNvPr>
            <p:cNvCxnSpPr>
              <a:cxnSpLocks/>
            </p:cNvCxnSpPr>
            <p:nvPr/>
          </p:nvCxnSpPr>
          <p:spPr>
            <a:xfrm>
              <a:off x="4374000" y="6516000"/>
              <a:ext cx="432000" cy="0"/>
            </a:xfrm>
            <a:prstGeom prst="line">
              <a:avLst/>
            </a:prstGeom>
            <a:ln w="25400">
              <a:solidFill>
                <a:srgbClr val="00B050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接连接符 160">
              <a:extLst>
                <a:ext uri="{FF2B5EF4-FFF2-40B4-BE49-F238E27FC236}">
                  <a16:creationId xmlns:a16="http://schemas.microsoft.com/office/drawing/2014/main" id="{C07F77BC-F119-BE7F-5531-BAE7A29BFE9C}"/>
                </a:ext>
              </a:extLst>
            </p:cNvPr>
            <p:cNvCxnSpPr>
              <a:cxnSpLocks/>
            </p:cNvCxnSpPr>
            <p:nvPr/>
          </p:nvCxnSpPr>
          <p:spPr>
            <a:xfrm>
              <a:off x="2574000" y="3204000"/>
              <a:ext cx="0" cy="2592000"/>
            </a:xfrm>
            <a:prstGeom prst="line">
              <a:avLst/>
            </a:prstGeom>
            <a:ln w="19050">
              <a:solidFill>
                <a:srgbClr val="00B050"/>
              </a:solidFill>
              <a:prstDash val="sysDot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直接连接符 162">
              <a:extLst>
                <a:ext uri="{FF2B5EF4-FFF2-40B4-BE49-F238E27FC236}">
                  <a16:creationId xmlns:a16="http://schemas.microsoft.com/office/drawing/2014/main" id="{A6B79A77-56AB-1CC4-A29A-ACE219D82D38}"/>
                </a:ext>
              </a:extLst>
            </p:cNvPr>
            <p:cNvCxnSpPr>
              <a:cxnSpLocks/>
            </p:cNvCxnSpPr>
            <p:nvPr/>
          </p:nvCxnSpPr>
          <p:spPr>
            <a:xfrm>
              <a:off x="3006000" y="3204000"/>
              <a:ext cx="0" cy="2592000"/>
            </a:xfrm>
            <a:prstGeom prst="line">
              <a:avLst/>
            </a:prstGeom>
            <a:ln w="19050">
              <a:solidFill>
                <a:srgbClr val="00B050"/>
              </a:solidFill>
              <a:prstDash val="sysDot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直接连接符 165">
              <a:extLst>
                <a:ext uri="{FF2B5EF4-FFF2-40B4-BE49-F238E27FC236}">
                  <a16:creationId xmlns:a16="http://schemas.microsoft.com/office/drawing/2014/main" id="{FF806D23-E8B3-30A1-1BCB-45CEA06773B6}"/>
                </a:ext>
              </a:extLst>
            </p:cNvPr>
            <p:cNvCxnSpPr>
              <a:cxnSpLocks/>
            </p:cNvCxnSpPr>
            <p:nvPr/>
          </p:nvCxnSpPr>
          <p:spPr>
            <a:xfrm>
              <a:off x="4374000" y="3204000"/>
              <a:ext cx="0" cy="2592000"/>
            </a:xfrm>
            <a:prstGeom prst="line">
              <a:avLst/>
            </a:prstGeom>
            <a:ln w="19050">
              <a:solidFill>
                <a:srgbClr val="00B050"/>
              </a:solidFill>
              <a:prstDash val="sysDot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直接连接符 166">
              <a:extLst>
                <a:ext uri="{FF2B5EF4-FFF2-40B4-BE49-F238E27FC236}">
                  <a16:creationId xmlns:a16="http://schemas.microsoft.com/office/drawing/2014/main" id="{B8B11B7F-025F-A10E-D900-0093886FE3AF}"/>
                </a:ext>
              </a:extLst>
            </p:cNvPr>
            <p:cNvCxnSpPr>
              <a:cxnSpLocks/>
            </p:cNvCxnSpPr>
            <p:nvPr/>
          </p:nvCxnSpPr>
          <p:spPr>
            <a:xfrm>
              <a:off x="4806000" y="3204000"/>
              <a:ext cx="0" cy="2592000"/>
            </a:xfrm>
            <a:prstGeom prst="line">
              <a:avLst/>
            </a:prstGeom>
            <a:ln w="19050">
              <a:solidFill>
                <a:srgbClr val="00B050"/>
              </a:solidFill>
              <a:prstDash val="sysDot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直接连接符 168">
              <a:extLst>
                <a:ext uri="{FF2B5EF4-FFF2-40B4-BE49-F238E27FC236}">
                  <a16:creationId xmlns:a16="http://schemas.microsoft.com/office/drawing/2014/main" id="{728BD96D-A03F-8B78-F7CC-36428BB63B9A}"/>
                </a:ext>
              </a:extLst>
            </p:cNvPr>
            <p:cNvCxnSpPr>
              <a:cxnSpLocks/>
            </p:cNvCxnSpPr>
            <p:nvPr/>
          </p:nvCxnSpPr>
          <p:spPr>
            <a:xfrm>
              <a:off x="4806000" y="5796000"/>
              <a:ext cx="0" cy="720000"/>
            </a:xfrm>
            <a:prstGeom prst="line">
              <a:avLst/>
            </a:prstGeom>
            <a:ln w="25400">
              <a:solidFill>
                <a:srgbClr val="00B050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直接连接符 169">
              <a:extLst>
                <a:ext uri="{FF2B5EF4-FFF2-40B4-BE49-F238E27FC236}">
                  <a16:creationId xmlns:a16="http://schemas.microsoft.com/office/drawing/2014/main" id="{9C47C7FE-A53D-E329-F4F7-74E06E925718}"/>
                </a:ext>
              </a:extLst>
            </p:cNvPr>
            <p:cNvCxnSpPr>
              <a:cxnSpLocks/>
            </p:cNvCxnSpPr>
            <p:nvPr/>
          </p:nvCxnSpPr>
          <p:spPr>
            <a:xfrm>
              <a:off x="4806000" y="5796000"/>
              <a:ext cx="432000" cy="0"/>
            </a:xfrm>
            <a:prstGeom prst="line">
              <a:avLst/>
            </a:prstGeom>
            <a:ln w="25400">
              <a:solidFill>
                <a:srgbClr val="00B050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279423E-85B2-550D-D4AE-73DCCB6ACDA7}"/>
                  </a:ext>
                </a:extLst>
              </p:cNvPr>
              <p:cNvSpPr txBox="1"/>
              <p:nvPr/>
            </p:nvSpPr>
            <p:spPr>
              <a:xfrm>
                <a:off x="6840000" y="5040000"/>
                <a:ext cx="4680000" cy="497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改变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REF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可调节矩形波的占空比  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279423E-85B2-550D-D4AE-73DCCB6ACD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0000" y="5040000"/>
                <a:ext cx="4680000" cy="497957"/>
              </a:xfrm>
              <a:prstGeom prst="rect">
                <a:avLst/>
              </a:prstGeom>
              <a:blipFill>
                <a:blip r:embed="rId24"/>
                <a:stretch>
                  <a:fillRect l="-1953" t="-2469" r="-651" b="-28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5009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B4535-7949-0649-C0EF-FB8A5448C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1A9E5C41-6E12-97E1-9DAE-034328805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800000"/>
            <a:ext cx="4536908" cy="4932000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C52C8E16-D70F-2AA9-D29D-89DDF8F48F30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EF5899D2-1B71-D35B-65D0-C38BBB03F507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1871FF30-224A-64B5-0887-295A9B98AF09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77AD5B14-707D-B731-58BA-4E889C646BA0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33FA339C-3E6F-187B-F1B9-27ED552F1B69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11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D4AF75F2-2FA9-CC90-5BCA-9349FEBF98B7}"/>
              </a:ext>
            </a:extLst>
          </p:cNvPr>
          <p:cNvSpPr txBox="1"/>
          <p:nvPr/>
        </p:nvSpPr>
        <p:spPr>
          <a:xfrm>
            <a:off x="360000" y="828000"/>
            <a:ext cx="5760000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单门限比较器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DB9401A4-42C8-5DC7-A42E-0AC1D1984778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集成运算放大器的非线性应用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电压比较器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82EE221-BF71-45DB-C506-3FDD7DD1A6E5}"/>
              </a:ext>
            </a:extLst>
          </p:cNvPr>
          <p:cNvSpPr txBox="1"/>
          <p:nvPr/>
        </p:nvSpPr>
        <p:spPr>
          <a:xfrm>
            <a:off x="6840000" y="5040000"/>
            <a:ext cx="4680000" cy="49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抗干扰能力差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3CFF8CE3-BB6B-CCA8-379A-C2D3BC986310}"/>
              </a:ext>
            </a:extLst>
          </p:cNvPr>
          <p:cNvGrpSpPr/>
          <p:nvPr/>
        </p:nvGrpSpPr>
        <p:grpSpPr>
          <a:xfrm>
            <a:off x="8388000" y="936000"/>
            <a:ext cx="3312000" cy="2088000"/>
            <a:chOff x="8388000" y="936000"/>
            <a:chExt cx="3312000" cy="2088000"/>
          </a:xfrm>
        </p:grpSpPr>
        <p:sp>
          <p:nvSpPr>
            <p:cNvPr id="10" name="等腰三角形 9">
              <a:extLst>
                <a:ext uri="{FF2B5EF4-FFF2-40B4-BE49-F238E27FC236}">
                  <a16:creationId xmlns:a16="http://schemas.microsoft.com/office/drawing/2014/main" id="{97A50797-3363-8BE9-04BB-07033565FF95}"/>
                </a:ext>
              </a:extLst>
            </p:cNvPr>
            <p:cNvSpPr/>
            <p:nvPr/>
          </p:nvSpPr>
          <p:spPr>
            <a:xfrm rot="5400000">
              <a:off x="9648000" y="1062000"/>
              <a:ext cx="1440000" cy="1188000"/>
            </a:xfrm>
            <a:prstGeom prst="triangl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BEF340D7-934F-9936-6185-50AE225148CD}"/>
                    </a:ext>
                  </a:extLst>
                </p:cNvPr>
                <p:cNvSpPr txBox="1"/>
                <p:nvPr/>
              </p:nvSpPr>
              <p:spPr>
                <a:xfrm>
                  <a:off x="9720000" y="1710000"/>
                  <a:ext cx="46800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BEF340D7-934F-9936-6185-50AE225148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0000" y="1710000"/>
                  <a:ext cx="468000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1E3ACF85-8509-A3C9-24F3-3510942FC9E6}"/>
                    </a:ext>
                  </a:extLst>
                </p:cNvPr>
                <p:cNvSpPr txBox="1"/>
                <p:nvPr/>
              </p:nvSpPr>
              <p:spPr>
                <a:xfrm>
                  <a:off x="9720000" y="1026000"/>
                  <a:ext cx="46800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1E3ACF85-8509-A3C9-24F3-3510942FC9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0000" y="1026000"/>
                  <a:ext cx="468000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5AF525FD-D772-1BD2-5CE9-B45C819FA589}"/>
                </a:ext>
              </a:extLst>
            </p:cNvPr>
            <p:cNvCxnSpPr>
              <a:cxnSpLocks/>
            </p:cNvCxnSpPr>
            <p:nvPr/>
          </p:nvCxnSpPr>
          <p:spPr>
            <a:xfrm>
              <a:off x="9072000" y="1314000"/>
              <a:ext cx="72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51B96293-DAF3-EFB8-C232-5A71CE8142C3}"/>
                </a:ext>
              </a:extLst>
            </p:cNvPr>
            <p:cNvCxnSpPr>
              <a:cxnSpLocks/>
            </p:cNvCxnSpPr>
            <p:nvPr/>
          </p:nvCxnSpPr>
          <p:spPr>
            <a:xfrm>
              <a:off x="9395255" y="1998000"/>
              <a:ext cx="396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DA3BAA7C-BAB3-47DD-5F8C-D03D37156DF2}"/>
                </a:ext>
              </a:extLst>
            </p:cNvPr>
            <p:cNvCxnSpPr>
              <a:cxnSpLocks/>
            </p:cNvCxnSpPr>
            <p:nvPr/>
          </p:nvCxnSpPr>
          <p:spPr>
            <a:xfrm>
              <a:off x="9395255" y="1998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D844D592-1836-9771-75F5-6898612E2F67}"/>
                </a:ext>
              </a:extLst>
            </p:cNvPr>
            <p:cNvCxnSpPr>
              <a:cxnSpLocks/>
            </p:cNvCxnSpPr>
            <p:nvPr/>
          </p:nvCxnSpPr>
          <p:spPr>
            <a:xfrm>
              <a:off x="10944000" y="1656000"/>
              <a:ext cx="50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E037A36D-0CF4-DD19-C454-6223F0C68F3B}"/>
                    </a:ext>
                  </a:extLst>
                </p:cNvPr>
                <p:cNvSpPr txBox="1"/>
                <p:nvPr/>
              </p:nvSpPr>
              <p:spPr>
                <a:xfrm>
                  <a:off x="8640000" y="1026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475E103A-13F2-7B32-18CA-52954590D0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0000" y="1026000"/>
                  <a:ext cx="432000" cy="43088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9F4BE0C9-DBC7-9633-EE10-7F1C58BA6500}"/>
                    </a:ext>
                  </a:extLst>
                </p:cNvPr>
                <p:cNvSpPr txBox="1"/>
                <p:nvPr/>
              </p:nvSpPr>
              <p:spPr>
                <a:xfrm>
                  <a:off x="11196000" y="1170000"/>
                  <a:ext cx="504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31804E70-C50B-B8CD-68EE-E67E26E2D9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96000" y="1170000"/>
                  <a:ext cx="504000" cy="43088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E5CAB9A5-768F-9D0A-C8FB-ABEA7379D3F6}"/>
                </a:ext>
              </a:extLst>
            </p:cNvPr>
            <p:cNvCxnSpPr>
              <a:cxnSpLocks/>
            </p:cNvCxnSpPr>
            <p:nvPr/>
          </p:nvCxnSpPr>
          <p:spPr>
            <a:xfrm>
              <a:off x="9144000" y="2484000"/>
              <a:ext cx="50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296C3574-999C-6554-C272-7EC0C45C9698}"/>
                </a:ext>
              </a:extLst>
            </p:cNvPr>
            <p:cNvCxnSpPr>
              <a:cxnSpLocks/>
            </p:cNvCxnSpPr>
            <p:nvPr/>
          </p:nvCxnSpPr>
          <p:spPr>
            <a:xfrm>
              <a:off x="9252000" y="2592000"/>
              <a:ext cx="288000" cy="0"/>
            </a:xfrm>
            <a:prstGeom prst="line">
              <a:avLst/>
            </a:prstGeom>
            <a:ln w="508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1236C8DE-2ECB-E30C-B283-B2E726FAA2FF}"/>
                </a:ext>
              </a:extLst>
            </p:cNvPr>
            <p:cNvCxnSpPr>
              <a:cxnSpLocks/>
            </p:cNvCxnSpPr>
            <p:nvPr/>
          </p:nvCxnSpPr>
          <p:spPr>
            <a:xfrm>
              <a:off x="9395255" y="2592000"/>
              <a:ext cx="0" cy="432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5747B836-511B-0B9D-A9ED-8BD93DF2BC92}"/>
                </a:ext>
              </a:extLst>
            </p:cNvPr>
            <p:cNvCxnSpPr>
              <a:cxnSpLocks/>
            </p:cNvCxnSpPr>
            <p:nvPr/>
          </p:nvCxnSpPr>
          <p:spPr>
            <a:xfrm>
              <a:off x="9180000" y="3024000"/>
              <a:ext cx="432000" cy="0"/>
            </a:xfrm>
            <a:prstGeom prst="line">
              <a:avLst/>
            </a:prstGeom>
            <a:ln w="1016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B544E6CC-0498-FC8F-80D9-D8F0C6C922D5}"/>
                    </a:ext>
                  </a:extLst>
                </p:cNvPr>
                <p:cNvSpPr txBox="1"/>
                <p:nvPr/>
              </p:nvSpPr>
              <p:spPr>
                <a:xfrm>
                  <a:off x="8388000" y="2340000"/>
                  <a:ext cx="792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7A7F1408-424D-A812-4151-DBCEFFC324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8000" y="2340000"/>
                  <a:ext cx="792000" cy="43088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25E17C64-156C-0A9F-9DF4-B9FAF6D9234E}"/>
                </a:ext>
              </a:extLst>
            </p:cNvPr>
            <p:cNvSpPr txBox="1"/>
            <p:nvPr/>
          </p:nvSpPr>
          <p:spPr>
            <a:xfrm>
              <a:off x="10152000" y="1440000"/>
              <a:ext cx="432000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endPara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664242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B1A79-58F5-4363-BEBC-D4C42C474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CFC6AB6C-B6ED-7841-0C9D-C5A963E15338}"/>
              </a:ext>
            </a:extLst>
          </p:cNvPr>
          <p:cNvCxnSpPr>
            <a:cxnSpLocks/>
          </p:cNvCxnSpPr>
          <p:nvPr/>
        </p:nvCxnSpPr>
        <p:spPr>
          <a:xfrm>
            <a:off x="7668000" y="1998000"/>
            <a:ext cx="2124000" cy="0"/>
          </a:xfrm>
          <a:prstGeom prst="line">
            <a:avLst/>
          </a:prstGeom>
          <a:ln w="381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0F01F79A-D630-DBF9-BEC0-8A7D3454676E}"/>
              </a:ext>
            </a:extLst>
          </p:cNvPr>
          <p:cNvCxnSpPr>
            <a:cxnSpLocks/>
          </p:cNvCxnSpPr>
          <p:nvPr/>
        </p:nvCxnSpPr>
        <p:spPr>
          <a:xfrm>
            <a:off x="7668000" y="1314000"/>
            <a:ext cx="2160000" cy="0"/>
          </a:xfrm>
          <a:prstGeom prst="line">
            <a:avLst/>
          </a:prstGeom>
          <a:ln w="381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38B8CDF2-8D08-5276-8F22-F41E511DA006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2C588FA0-0214-2DF5-8BE6-8BF7165F8E7F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F650DB69-E738-B886-BF36-D0B5C675932E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EBC87F21-5546-B333-430F-8A53D24CD2EF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7980A03E-E848-2964-EF41-6F5589876ED3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12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18F9458-B284-5ABB-42AA-62F261BF3088}"/>
                  </a:ext>
                </a:extLst>
              </p:cNvPr>
              <p:cNvSpPr txBox="1"/>
              <p:nvPr/>
            </p:nvSpPr>
            <p:spPr>
              <a:xfrm>
                <a:off x="360000" y="828000"/>
                <a:ext cx="5760000" cy="4068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迟滞比较器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运放引入正反馈，其输出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总是处于两种极值（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OH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或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OL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）之一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的值决定门限电压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两个值，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有两个值，可定出两个门限电压：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1371600" lvl="2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ð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上门限电压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  <a:p>
                <a:pPr marL="1371600" lvl="2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ð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下门限电压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18F9458-B284-5ABB-42AA-62F261BF30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8000"/>
                <a:ext cx="5760000" cy="4068000"/>
              </a:xfrm>
              <a:prstGeom prst="rect">
                <a:avLst/>
              </a:prstGeom>
              <a:blipFill>
                <a:blip r:embed="rId3"/>
                <a:stretch>
                  <a:fillRect l="-1905" t="-600" r="-317" b="-23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B8BA8745-095E-ECF0-CC0E-490FBE405035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集成运算放大器的非线性应用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电压比较器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sp>
        <p:nvSpPr>
          <p:cNvPr id="10" name="等腰三角形 9">
            <a:extLst>
              <a:ext uri="{FF2B5EF4-FFF2-40B4-BE49-F238E27FC236}">
                <a16:creationId xmlns:a16="http://schemas.microsoft.com/office/drawing/2014/main" id="{8B81E637-9BB5-608E-9242-49BD292F3864}"/>
              </a:ext>
            </a:extLst>
          </p:cNvPr>
          <p:cNvSpPr/>
          <p:nvPr/>
        </p:nvSpPr>
        <p:spPr>
          <a:xfrm rot="5400000">
            <a:off x="9648000" y="1062000"/>
            <a:ext cx="1440000" cy="1188000"/>
          </a:xfrm>
          <a:prstGeom prst="triangl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C80716D-47C6-8633-5746-D07980814520}"/>
                  </a:ext>
                </a:extLst>
              </p:cNvPr>
              <p:cNvSpPr txBox="1"/>
              <p:nvPr/>
            </p:nvSpPr>
            <p:spPr>
              <a:xfrm>
                <a:off x="9720000" y="1710000"/>
                <a:ext cx="468000" cy="54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C80716D-47C6-8633-5746-D079808145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0000" y="1710000"/>
                <a:ext cx="468000" cy="540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2F0544F2-13F8-8352-821B-15B2CE1E1593}"/>
                  </a:ext>
                </a:extLst>
              </p:cNvPr>
              <p:cNvSpPr txBox="1"/>
              <p:nvPr/>
            </p:nvSpPr>
            <p:spPr>
              <a:xfrm>
                <a:off x="9720000" y="1026000"/>
                <a:ext cx="468000" cy="54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2F0544F2-13F8-8352-821B-15B2CE1E15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0000" y="1026000"/>
                <a:ext cx="468000" cy="540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29714784-3357-3149-E2CA-EFE194C5E35D}"/>
              </a:ext>
            </a:extLst>
          </p:cNvPr>
          <p:cNvCxnSpPr>
            <a:cxnSpLocks/>
          </p:cNvCxnSpPr>
          <p:nvPr/>
        </p:nvCxnSpPr>
        <p:spPr>
          <a:xfrm>
            <a:off x="10944000" y="1656000"/>
            <a:ext cx="504000" cy="0"/>
          </a:xfrm>
          <a:prstGeom prst="line">
            <a:avLst/>
          </a:prstGeom>
          <a:ln w="381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896029EA-B9F8-87BB-BDC9-1C8E0559C4D5}"/>
                  </a:ext>
                </a:extLst>
              </p:cNvPr>
              <p:cNvSpPr txBox="1"/>
              <p:nvPr/>
            </p:nvSpPr>
            <p:spPr>
              <a:xfrm>
                <a:off x="11196000" y="1170000"/>
                <a:ext cx="50400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896029EA-B9F8-87BB-BDC9-1C8E0559C4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96000" y="1170000"/>
                <a:ext cx="504000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0DCFD34C-3E2D-9206-AC90-BC63C4D11630}"/>
                  </a:ext>
                </a:extLst>
              </p:cNvPr>
              <p:cNvSpPr txBox="1"/>
              <p:nvPr/>
            </p:nvSpPr>
            <p:spPr>
              <a:xfrm>
                <a:off x="6804000" y="1764000"/>
                <a:ext cx="79200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REF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0DCFD34C-3E2D-9206-AC90-BC63C4D116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4000" y="1764000"/>
                <a:ext cx="792000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本框 18">
            <a:extLst>
              <a:ext uri="{FF2B5EF4-FFF2-40B4-BE49-F238E27FC236}">
                <a16:creationId xmlns:a16="http://schemas.microsoft.com/office/drawing/2014/main" id="{EDB628DF-2FA9-3B84-B6A5-C1A64D5C73D9}"/>
              </a:ext>
            </a:extLst>
          </p:cNvPr>
          <p:cNvSpPr txBox="1"/>
          <p:nvPr/>
        </p:nvSpPr>
        <p:spPr>
          <a:xfrm>
            <a:off x="10152000" y="1440000"/>
            <a:ext cx="432000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D3D1D57-1453-1C26-9409-0F42DE8B1C87}"/>
              </a:ext>
            </a:extLst>
          </p:cNvPr>
          <p:cNvSpPr/>
          <p:nvPr/>
        </p:nvSpPr>
        <p:spPr>
          <a:xfrm>
            <a:off x="8316000" y="1926000"/>
            <a:ext cx="504000" cy="144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8FA7F576-FF55-7E10-5E53-5E514E3C16D6}"/>
              </a:ext>
            </a:extLst>
          </p:cNvPr>
          <p:cNvCxnSpPr>
            <a:cxnSpLocks/>
          </p:cNvCxnSpPr>
          <p:nvPr/>
        </p:nvCxnSpPr>
        <p:spPr>
          <a:xfrm>
            <a:off x="9234000" y="1998000"/>
            <a:ext cx="0" cy="756000"/>
          </a:xfrm>
          <a:prstGeom prst="line">
            <a:avLst/>
          </a:prstGeom>
          <a:ln w="381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7D204F7B-F41B-ADAB-2D09-430AE1E14CEB}"/>
              </a:ext>
            </a:extLst>
          </p:cNvPr>
          <p:cNvSpPr/>
          <p:nvPr/>
        </p:nvSpPr>
        <p:spPr>
          <a:xfrm>
            <a:off x="9180000" y="1944000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EA661590-B26E-A60E-887C-90BA24287CEF}"/>
                  </a:ext>
                </a:extLst>
              </p:cNvPr>
              <p:cNvSpPr txBox="1"/>
              <p:nvPr/>
            </p:nvSpPr>
            <p:spPr>
              <a:xfrm>
                <a:off x="7164000" y="1080000"/>
                <a:ext cx="43200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EA661590-B26E-A60E-887C-90BA24287C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4000" y="1080000"/>
                <a:ext cx="432000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C95B3F2C-E3E9-E462-7F26-25D2BAF95D4C}"/>
              </a:ext>
            </a:extLst>
          </p:cNvPr>
          <p:cNvCxnSpPr>
            <a:cxnSpLocks/>
          </p:cNvCxnSpPr>
          <p:nvPr/>
        </p:nvCxnSpPr>
        <p:spPr>
          <a:xfrm>
            <a:off x="9234000" y="2754000"/>
            <a:ext cx="1926000" cy="0"/>
          </a:xfrm>
          <a:prstGeom prst="line">
            <a:avLst/>
          </a:prstGeom>
          <a:ln w="381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F4742B43-BA8A-AC64-0DAA-A2DF9C77312C}"/>
                  </a:ext>
                </a:extLst>
              </p:cNvPr>
              <p:cNvSpPr txBox="1"/>
              <p:nvPr/>
            </p:nvSpPr>
            <p:spPr>
              <a:xfrm>
                <a:off x="8316000" y="1476000"/>
                <a:ext cx="50400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F4742B43-BA8A-AC64-0DAA-A2DF9C7731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6000" y="1476000"/>
                <a:ext cx="504000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矩形 29">
            <a:extLst>
              <a:ext uri="{FF2B5EF4-FFF2-40B4-BE49-F238E27FC236}">
                <a16:creationId xmlns:a16="http://schemas.microsoft.com/office/drawing/2014/main" id="{CDBD35D2-9473-BE5D-2270-244E9E5BF05C}"/>
              </a:ext>
            </a:extLst>
          </p:cNvPr>
          <p:cNvSpPr/>
          <p:nvPr/>
        </p:nvSpPr>
        <p:spPr>
          <a:xfrm>
            <a:off x="9900000" y="2682000"/>
            <a:ext cx="504000" cy="144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B16047D2-BFA5-1B59-362F-749917107D71}"/>
                  </a:ext>
                </a:extLst>
              </p:cNvPr>
              <p:cNvSpPr txBox="1"/>
              <p:nvPr/>
            </p:nvSpPr>
            <p:spPr>
              <a:xfrm>
                <a:off x="9900000" y="2232000"/>
                <a:ext cx="50400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B16047D2-BFA5-1B59-362F-749917107D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0000" y="2232000"/>
                <a:ext cx="504000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椭圆 32">
            <a:extLst>
              <a:ext uri="{FF2B5EF4-FFF2-40B4-BE49-F238E27FC236}">
                <a16:creationId xmlns:a16="http://schemas.microsoft.com/office/drawing/2014/main" id="{AA48C38B-6564-D77E-BCA8-29D142227C2F}"/>
              </a:ext>
            </a:extLst>
          </p:cNvPr>
          <p:cNvSpPr/>
          <p:nvPr/>
        </p:nvSpPr>
        <p:spPr>
          <a:xfrm>
            <a:off x="9180000" y="1260000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67FC53B0-668B-4583-5EB8-5FC0B4687ADB}"/>
                  </a:ext>
                </a:extLst>
              </p:cNvPr>
              <p:cNvSpPr txBox="1"/>
              <p:nvPr/>
            </p:nvSpPr>
            <p:spPr>
              <a:xfrm>
                <a:off x="9000000" y="1512000"/>
                <a:ext cx="50400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sub>
                      </m:sSub>
                    </m:oMath>
                  </m:oMathPara>
                </a14:m>
                <a:endParaRPr lang="zh-CN" altLang="en-US" sz="28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67FC53B0-668B-4583-5EB8-5FC0B4687A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0000" y="1512000"/>
                <a:ext cx="504000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33E8A18A-214B-0FAC-0181-3BBC4C623C1D}"/>
                  </a:ext>
                </a:extLst>
              </p:cNvPr>
              <p:cNvSpPr txBox="1"/>
              <p:nvPr/>
            </p:nvSpPr>
            <p:spPr>
              <a:xfrm>
                <a:off x="9036000" y="828000"/>
                <a:ext cx="50347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</m:oMath>
                  </m:oMathPara>
                </a14:m>
                <a:endParaRPr lang="zh-CN" altLang="en-US" sz="28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33E8A18A-214B-0FAC-0181-3BBC4C623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6000" y="828000"/>
                <a:ext cx="503471" cy="4308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8795563D-F9B7-223B-05D2-5809E6C12D38}"/>
              </a:ext>
            </a:extLst>
          </p:cNvPr>
          <p:cNvCxnSpPr>
            <a:cxnSpLocks/>
          </p:cNvCxnSpPr>
          <p:nvPr/>
        </p:nvCxnSpPr>
        <p:spPr>
          <a:xfrm>
            <a:off x="11160000" y="1656000"/>
            <a:ext cx="0" cy="1098000"/>
          </a:xfrm>
          <a:prstGeom prst="line">
            <a:avLst/>
          </a:prstGeom>
          <a:ln w="381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椭圆 37">
            <a:extLst>
              <a:ext uri="{FF2B5EF4-FFF2-40B4-BE49-F238E27FC236}">
                <a16:creationId xmlns:a16="http://schemas.microsoft.com/office/drawing/2014/main" id="{5C12FEAA-5277-9306-54A0-D402BFF19E6E}"/>
              </a:ext>
            </a:extLst>
          </p:cNvPr>
          <p:cNvSpPr/>
          <p:nvPr/>
        </p:nvSpPr>
        <p:spPr>
          <a:xfrm>
            <a:off x="11106000" y="1602000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1A5B1299-DC37-CF5A-EDE7-4392ED979688}"/>
                  </a:ext>
                </a:extLst>
              </p:cNvPr>
              <p:cNvSpPr txBox="1"/>
              <p:nvPr/>
            </p:nvSpPr>
            <p:spPr>
              <a:xfrm>
                <a:off x="6840000" y="3347998"/>
                <a:ext cx="4320000" cy="9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4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REF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4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altLang="zh-CN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1A5B1299-DC37-CF5A-EDE7-4392ED9796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0000" y="3347998"/>
                <a:ext cx="4320000" cy="9000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D98E94AA-B945-1144-FE7B-23BAFA6B53EB}"/>
                  </a:ext>
                </a:extLst>
              </p:cNvPr>
              <p:cNvSpPr txBox="1"/>
              <p:nvPr/>
            </p:nvSpPr>
            <p:spPr>
              <a:xfrm>
                <a:off x="6840000" y="4427997"/>
                <a:ext cx="4680000" cy="9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4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REF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4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altLang="zh-CN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OH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D98E94AA-B945-1144-FE7B-23BAFA6B53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0000" y="4427997"/>
                <a:ext cx="4680000" cy="9000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019AEE73-1C3A-ED16-A94C-4BF93F0272F5}"/>
                  </a:ext>
                </a:extLst>
              </p:cNvPr>
              <p:cNvSpPr txBox="1"/>
              <p:nvPr/>
            </p:nvSpPr>
            <p:spPr>
              <a:xfrm>
                <a:off x="6840000" y="5507996"/>
                <a:ext cx="4680000" cy="9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altLang="zh-CN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4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REF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4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altLang="zh-CN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019AEE73-1C3A-ED16-A94C-4BF93F0272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0000" y="5507996"/>
                <a:ext cx="4680000" cy="9000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00148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D8CBF-2A93-4F16-8C97-59A0727BA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125F17AD-AE8D-9030-5DBF-464E2FDF4289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F6415CB1-1D0E-0294-9447-F63A99AA74AE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A996F38F-0A0F-06BC-2314-6EC322B01C03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71C34994-AA64-7BC6-68A6-A3E6477D2A45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FF3179DD-2F35-3E09-74F5-965FA9290C90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13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EF702808-FD5E-9030-FC00-4DA7E4957E13}"/>
                  </a:ext>
                </a:extLst>
              </p:cNvPr>
              <p:cNvSpPr txBox="1"/>
              <p:nvPr/>
            </p:nvSpPr>
            <p:spPr>
              <a:xfrm>
                <a:off x="359999" y="828000"/>
                <a:ext cx="7560000" cy="36926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迟滞比较器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OH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1371600" lvl="2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ð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en-US" altLang="zh-CN" sz="24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↑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，保持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OH</m:t>
                        </m:r>
                      </m:sub>
                    </m:sSub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1371600" lvl="2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ð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en-US" altLang="zh-CN" sz="24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↑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，可得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L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OL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1371600" lvl="2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ð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↓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，保持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L</m:t>
                        </m:r>
                      </m:sub>
                    </m:sSub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1371600" lvl="2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ð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↓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，可得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EF702808-FD5E-9030-FC00-4DA7E4957E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99" y="828000"/>
                <a:ext cx="7560000" cy="3692678"/>
              </a:xfrm>
              <a:prstGeom prst="rect">
                <a:avLst/>
              </a:prstGeom>
              <a:blipFill>
                <a:blip r:embed="rId3"/>
                <a:stretch>
                  <a:fillRect l="-1452" t="-660" b="-28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3E621FAC-C85A-6030-7E37-70891A34B1BC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集成运算放大器的非线性应用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电压比较器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7376AFB2-97B4-0E4F-6255-E2132287234D}"/>
              </a:ext>
            </a:extLst>
          </p:cNvPr>
          <p:cNvGrpSpPr/>
          <p:nvPr/>
        </p:nvGrpSpPr>
        <p:grpSpPr>
          <a:xfrm>
            <a:off x="8640000" y="828000"/>
            <a:ext cx="3151171" cy="2088000"/>
            <a:chOff x="1008000" y="3348000"/>
            <a:chExt cx="3151171" cy="2088000"/>
          </a:xfrm>
        </p:grpSpPr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70926801-95A7-CC7E-50AE-8A0F9F85CE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20000" y="3636000"/>
              <a:ext cx="0" cy="1800000"/>
            </a:xfrm>
            <a:prstGeom prst="line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7FD2C542-F934-9238-2647-A3C9807669DA}"/>
                </a:ext>
              </a:extLst>
            </p:cNvPr>
            <p:cNvCxnSpPr>
              <a:cxnSpLocks/>
            </p:cNvCxnSpPr>
            <p:nvPr/>
          </p:nvCxnSpPr>
          <p:spPr>
            <a:xfrm>
              <a:off x="1620000" y="4068000"/>
              <a:ext cx="144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288BBDA6-21F6-026D-54A6-6BF19D5D29D8}"/>
                </a:ext>
              </a:extLst>
            </p:cNvPr>
            <p:cNvCxnSpPr>
              <a:cxnSpLocks/>
            </p:cNvCxnSpPr>
            <p:nvPr/>
          </p:nvCxnSpPr>
          <p:spPr>
            <a:xfrm>
              <a:off x="3060000" y="4068000"/>
              <a:ext cx="0" cy="1080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24866DD3-C45D-42BE-8CBE-680DBF460F6D}"/>
                    </a:ext>
                  </a:extLst>
                </p:cNvPr>
                <p:cNvSpPr txBox="1"/>
                <p:nvPr/>
              </p:nvSpPr>
              <p:spPr>
                <a:xfrm>
                  <a:off x="1008000" y="3852000"/>
                  <a:ext cx="612000" cy="360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OH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24866DD3-C45D-42BE-8CBE-680DBF460F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8000" y="3852000"/>
                  <a:ext cx="612000" cy="360000"/>
                </a:xfrm>
                <a:prstGeom prst="rect">
                  <a:avLst/>
                </a:prstGeom>
                <a:blipFill>
                  <a:blip r:embed="rId13"/>
                  <a:stretch>
                    <a:fillRect l="-6931" r="-990" b="-186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6DA8DB6C-A835-2B84-AC16-84627AD5EEB5}"/>
                    </a:ext>
                  </a:extLst>
                </p:cNvPr>
                <p:cNvSpPr txBox="1"/>
                <p:nvPr/>
              </p:nvSpPr>
              <p:spPr>
                <a:xfrm>
                  <a:off x="1188000" y="3348000"/>
                  <a:ext cx="42492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6DA8DB6C-A835-2B84-AC16-84627AD5EE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88000" y="3348000"/>
                  <a:ext cx="424924" cy="369332"/>
                </a:xfrm>
                <a:prstGeom prst="rect">
                  <a:avLst/>
                </a:prstGeom>
                <a:blipFill>
                  <a:blip r:embed="rId14"/>
                  <a:stretch>
                    <a:fillRect l="-8571" r="-5714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5153BF1C-62CC-F98B-1647-DE0DDF620D0A}"/>
                </a:ext>
              </a:extLst>
            </p:cNvPr>
            <p:cNvCxnSpPr/>
            <p:nvPr/>
          </p:nvCxnSpPr>
          <p:spPr>
            <a:xfrm>
              <a:off x="1260000" y="4608000"/>
              <a:ext cx="252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8AA3480F-B0A5-41D9-1E69-CB84244D0F16}"/>
                </a:ext>
              </a:extLst>
            </p:cNvPr>
            <p:cNvCxnSpPr>
              <a:cxnSpLocks/>
            </p:cNvCxnSpPr>
            <p:nvPr/>
          </p:nvCxnSpPr>
          <p:spPr>
            <a:xfrm>
              <a:off x="3060000" y="5148000"/>
              <a:ext cx="68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211D878D-CDDB-7A34-9396-4BDBA0190E5A}"/>
                </a:ext>
              </a:extLst>
            </p:cNvPr>
            <p:cNvCxnSpPr>
              <a:cxnSpLocks/>
            </p:cNvCxnSpPr>
            <p:nvPr/>
          </p:nvCxnSpPr>
          <p:spPr>
            <a:xfrm>
              <a:off x="1620000" y="5148000"/>
              <a:ext cx="1872000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BC076B9E-49ED-B22D-0C25-E3A1268CDDEA}"/>
                    </a:ext>
                  </a:extLst>
                </p:cNvPr>
                <p:cNvSpPr txBox="1"/>
                <p:nvPr/>
              </p:nvSpPr>
              <p:spPr>
                <a:xfrm>
                  <a:off x="1008000" y="4968000"/>
                  <a:ext cx="612000" cy="360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OL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BC076B9E-49ED-B22D-0C25-E3A1268CDD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8000" y="4968000"/>
                  <a:ext cx="612000" cy="360000"/>
                </a:xfrm>
                <a:prstGeom prst="rect">
                  <a:avLst/>
                </a:prstGeom>
                <a:blipFill>
                  <a:blip r:embed="rId15"/>
                  <a:stretch>
                    <a:fillRect l="-3960" b="-186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BB5E9DAE-D776-E005-56FA-DF1ED4DDF2E0}"/>
                    </a:ext>
                  </a:extLst>
                </p:cNvPr>
                <p:cNvSpPr txBox="1"/>
                <p:nvPr/>
              </p:nvSpPr>
              <p:spPr>
                <a:xfrm>
                  <a:off x="3060000" y="4607999"/>
                  <a:ext cx="55861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BB5E9DAE-D776-E005-56FA-DF1ED4DDF2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0000" y="4607999"/>
                  <a:ext cx="558614" cy="369332"/>
                </a:xfrm>
                <a:prstGeom prst="rect">
                  <a:avLst/>
                </a:prstGeom>
                <a:blipFill>
                  <a:blip r:embed="rId16"/>
                  <a:stretch>
                    <a:fillRect l="-11957" r="-3261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1CABDF79-C7C5-2AFE-825E-EF2024CBD605}"/>
                    </a:ext>
                  </a:extLst>
                </p:cNvPr>
                <p:cNvSpPr txBox="1"/>
                <p:nvPr/>
              </p:nvSpPr>
              <p:spPr>
                <a:xfrm>
                  <a:off x="3816000" y="4428000"/>
                  <a:ext cx="343171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1CABDF79-C7C5-2AFE-825E-EF2024CBD6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16000" y="4428000"/>
                  <a:ext cx="343171" cy="369332"/>
                </a:xfrm>
                <a:prstGeom prst="rect">
                  <a:avLst/>
                </a:prstGeom>
                <a:blipFill>
                  <a:blip r:embed="rId17"/>
                  <a:stretch>
                    <a:fillRect l="-10714" r="-7143"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32873281-3368-1D5E-34B5-E04FD1C56A6B}"/>
                    </a:ext>
                  </a:extLst>
                </p:cNvPr>
                <p:cNvSpPr txBox="1"/>
                <p:nvPr/>
              </p:nvSpPr>
              <p:spPr>
                <a:xfrm>
                  <a:off x="1296000" y="4608000"/>
                  <a:ext cx="30085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32873281-3368-1D5E-34B5-E04FD1C56A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6000" y="4608000"/>
                  <a:ext cx="300852" cy="369332"/>
                </a:xfrm>
                <a:prstGeom prst="rect">
                  <a:avLst/>
                </a:prstGeom>
                <a:blipFill>
                  <a:blip r:embed="rId18"/>
                  <a:stretch>
                    <a:fillRect l="-22449" r="-18367"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EC70AC39-DF44-2286-42B9-EEDE32C288BB}"/>
                    </a:ext>
                  </a:extLst>
                </p:cNvPr>
                <p:cNvSpPr txBox="1"/>
                <p:nvPr/>
              </p:nvSpPr>
              <p:spPr>
                <a:xfrm>
                  <a:off x="2016000" y="4608000"/>
                  <a:ext cx="55861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EC70AC39-DF44-2286-42B9-EEDE32C288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16000" y="4608000"/>
                  <a:ext cx="558614" cy="369332"/>
                </a:xfrm>
                <a:prstGeom prst="rect">
                  <a:avLst/>
                </a:prstGeom>
                <a:blipFill>
                  <a:blip r:embed="rId19"/>
                  <a:stretch>
                    <a:fillRect l="-12088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8122DC33-A756-BFD7-A35E-C503D590FF8A}"/>
                </a:ext>
              </a:extLst>
            </p:cNvPr>
            <p:cNvCxnSpPr>
              <a:cxnSpLocks/>
            </p:cNvCxnSpPr>
            <p:nvPr/>
          </p:nvCxnSpPr>
          <p:spPr>
            <a:xfrm>
              <a:off x="2304000" y="4500000"/>
              <a:ext cx="0" cy="108000"/>
            </a:xfrm>
            <a:prstGeom prst="line">
              <a:avLst/>
            </a:prstGeom>
            <a:ln w="254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E23AF6CA-BC14-02B2-2914-AE164270885C}"/>
                </a:ext>
              </a:extLst>
            </p:cNvPr>
            <p:cNvCxnSpPr>
              <a:cxnSpLocks/>
            </p:cNvCxnSpPr>
            <p:nvPr/>
          </p:nvCxnSpPr>
          <p:spPr>
            <a:xfrm>
              <a:off x="2088000" y="4068000"/>
              <a:ext cx="36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E879E9C1-083E-818C-47E5-FF878A20697E}"/>
                </a:ext>
              </a:extLst>
            </p:cNvPr>
            <p:cNvCxnSpPr>
              <a:cxnSpLocks/>
            </p:cNvCxnSpPr>
            <p:nvPr/>
          </p:nvCxnSpPr>
          <p:spPr>
            <a:xfrm>
              <a:off x="3060000" y="4104000"/>
              <a:ext cx="0" cy="360000"/>
            </a:xfrm>
            <a:prstGeom prst="line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432E1953-4896-4DBB-EB8B-E0A9A8633D26}"/>
              </a:ext>
            </a:extLst>
          </p:cNvPr>
          <p:cNvGrpSpPr/>
          <p:nvPr/>
        </p:nvGrpSpPr>
        <p:grpSpPr>
          <a:xfrm>
            <a:off x="8640000" y="3060000"/>
            <a:ext cx="3151171" cy="2088000"/>
            <a:chOff x="4140000" y="4320000"/>
            <a:chExt cx="3151171" cy="2088000"/>
          </a:xfrm>
        </p:grpSpPr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564419BB-A8FA-4AC9-E901-9B65524BFE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52000" y="4608000"/>
              <a:ext cx="0" cy="1800000"/>
            </a:xfrm>
            <a:prstGeom prst="line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7EE6A405-4A23-9644-3EF1-36A09EABC410}"/>
                </a:ext>
              </a:extLst>
            </p:cNvPr>
            <p:cNvCxnSpPr>
              <a:cxnSpLocks/>
            </p:cNvCxnSpPr>
            <p:nvPr/>
          </p:nvCxnSpPr>
          <p:spPr>
            <a:xfrm>
              <a:off x="4752000" y="5040000"/>
              <a:ext cx="68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4B5C64EB-74C3-24B1-C7B8-DD22E4454145}"/>
                </a:ext>
              </a:extLst>
            </p:cNvPr>
            <p:cNvCxnSpPr>
              <a:cxnSpLocks/>
            </p:cNvCxnSpPr>
            <p:nvPr/>
          </p:nvCxnSpPr>
          <p:spPr>
            <a:xfrm>
              <a:off x="5436000" y="5040000"/>
              <a:ext cx="0" cy="1080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F9962E1C-8414-61F7-AE0C-8F018B6E2B04}"/>
                    </a:ext>
                  </a:extLst>
                </p:cNvPr>
                <p:cNvSpPr txBox="1"/>
                <p:nvPr/>
              </p:nvSpPr>
              <p:spPr>
                <a:xfrm>
                  <a:off x="4140000" y="4824000"/>
                  <a:ext cx="612000" cy="360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OH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F9962E1C-8414-61F7-AE0C-8F018B6E2B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0000" y="4824000"/>
                  <a:ext cx="612000" cy="360000"/>
                </a:xfrm>
                <a:prstGeom prst="rect">
                  <a:avLst/>
                </a:prstGeom>
                <a:blipFill>
                  <a:blip r:embed="rId20"/>
                  <a:stretch>
                    <a:fillRect l="-6931" r="-990" b="-186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AFE7FBA6-E264-B268-7163-7D1ABE7F7201}"/>
                    </a:ext>
                  </a:extLst>
                </p:cNvPr>
                <p:cNvSpPr txBox="1"/>
                <p:nvPr/>
              </p:nvSpPr>
              <p:spPr>
                <a:xfrm>
                  <a:off x="4320000" y="4320000"/>
                  <a:ext cx="42492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AFE7FBA6-E264-B268-7163-7D1ABE7F72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0000" y="4320000"/>
                  <a:ext cx="424924" cy="369332"/>
                </a:xfrm>
                <a:prstGeom prst="rect">
                  <a:avLst/>
                </a:prstGeom>
                <a:blipFill>
                  <a:blip r:embed="rId21"/>
                  <a:stretch>
                    <a:fillRect l="-8571" r="-5714"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95F24795-29A3-6113-50B6-013B7F29B7B6}"/>
                </a:ext>
              </a:extLst>
            </p:cNvPr>
            <p:cNvCxnSpPr/>
            <p:nvPr/>
          </p:nvCxnSpPr>
          <p:spPr>
            <a:xfrm>
              <a:off x="4392000" y="5580000"/>
              <a:ext cx="252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ED100C2A-9323-79DC-0FD8-9803740D6D7E}"/>
                </a:ext>
              </a:extLst>
            </p:cNvPr>
            <p:cNvCxnSpPr>
              <a:cxnSpLocks/>
            </p:cNvCxnSpPr>
            <p:nvPr/>
          </p:nvCxnSpPr>
          <p:spPr>
            <a:xfrm>
              <a:off x="5436000" y="6120000"/>
              <a:ext cx="1332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0E95192F-904E-6F16-AD8B-3F8CC6D146B5}"/>
                </a:ext>
              </a:extLst>
            </p:cNvPr>
            <p:cNvCxnSpPr>
              <a:cxnSpLocks/>
            </p:cNvCxnSpPr>
            <p:nvPr/>
          </p:nvCxnSpPr>
          <p:spPr>
            <a:xfrm>
              <a:off x="4751999" y="6120000"/>
              <a:ext cx="648000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B16B16FB-C09A-1785-318E-EB9161560F5C}"/>
                    </a:ext>
                  </a:extLst>
                </p:cNvPr>
                <p:cNvSpPr txBox="1"/>
                <p:nvPr/>
              </p:nvSpPr>
              <p:spPr>
                <a:xfrm>
                  <a:off x="4140000" y="5940000"/>
                  <a:ext cx="612000" cy="360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OL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B16B16FB-C09A-1785-318E-EB9161560F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0000" y="5940000"/>
                  <a:ext cx="612000" cy="360000"/>
                </a:xfrm>
                <a:prstGeom prst="rect">
                  <a:avLst/>
                </a:prstGeom>
                <a:blipFill>
                  <a:blip r:embed="rId22"/>
                  <a:stretch>
                    <a:fillRect l="-3960" b="-186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EF918310-90AF-B41B-FC9B-4227AAC91EBE}"/>
                    </a:ext>
                  </a:extLst>
                </p:cNvPr>
                <p:cNvSpPr txBox="1"/>
                <p:nvPr/>
              </p:nvSpPr>
              <p:spPr>
                <a:xfrm>
                  <a:off x="5940000" y="5579999"/>
                  <a:ext cx="55861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EF918310-90AF-B41B-FC9B-4227AAC91E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0000" y="5579999"/>
                  <a:ext cx="558614" cy="369332"/>
                </a:xfrm>
                <a:prstGeom prst="rect">
                  <a:avLst/>
                </a:prstGeom>
                <a:blipFill>
                  <a:blip r:embed="rId23"/>
                  <a:stretch>
                    <a:fillRect l="-12088" r="-4396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文本框 84">
                  <a:extLst>
                    <a:ext uri="{FF2B5EF4-FFF2-40B4-BE49-F238E27FC236}">
                      <a16:creationId xmlns:a16="http://schemas.microsoft.com/office/drawing/2014/main" id="{230DE809-8215-4821-A124-9628F2AE7AB9}"/>
                    </a:ext>
                  </a:extLst>
                </p:cNvPr>
                <p:cNvSpPr txBox="1"/>
                <p:nvPr/>
              </p:nvSpPr>
              <p:spPr>
                <a:xfrm>
                  <a:off x="6948000" y="5400000"/>
                  <a:ext cx="343171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85" name="文本框 84">
                  <a:extLst>
                    <a:ext uri="{FF2B5EF4-FFF2-40B4-BE49-F238E27FC236}">
                      <a16:creationId xmlns:a16="http://schemas.microsoft.com/office/drawing/2014/main" id="{230DE809-8215-4821-A124-9628F2AE7A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8000" y="5400000"/>
                  <a:ext cx="343171" cy="369332"/>
                </a:xfrm>
                <a:prstGeom prst="rect">
                  <a:avLst/>
                </a:prstGeom>
                <a:blipFill>
                  <a:blip r:embed="rId24"/>
                  <a:stretch>
                    <a:fillRect l="-10714" r="-7143"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DACDC0F4-5D46-00D9-3F64-9834072ABABD}"/>
                    </a:ext>
                  </a:extLst>
                </p:cNvPr>
                <p:cNvSpPr txBox="1"/>
                <p:nvPr/>
              </p:nvSpPr>
              <p:spPr>
                <a:xfrm>
                  <a:off x="4428000" y="5580000"/>
                  <a:ext cx="30085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DACDC0F4-5D46-00D9-3F64-9834072ABA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8000" y="5580000"/>
                  <a:ext cx="300852" cy="369332"/>
                </a:xfrm>
                <a:prstGeom prst="rect">
                  <a:avLst/>
                </a:prstGeom>
                <a:blipFill>
                  <a:blip r:embed="rId25"/>
                  <a:stretch>
                    <a:fillRect l="-22449" r="-18367"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C27217D3-B612-496C-577D-9CCE6F6ABEE0}"/>
                    </a:ext>
                  </a:extLst>
                </p:cNvPr>
                <p:cNvSpPr txBox="1"/>
                <p:nvPr/>
              </p:nvSpPr>
              <p:spPr>
                <a:xfrm>
                  <a:off x="4896000" y="5580000"/>
                  <a:ext cx="55861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C27217D3-B612-496C-577D-9CCE6F6ABE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96000" y="5580000"/>
                  <a:ext cx="558614" cy="369332"/>
                </a:xfrm>
                <a:prstGeom prst="rect">
                  <a:avLst/>
                </a:prstGeom>
                <a:blipFill>
                  <a:blip r:embed="rId26"/>
                  <a:stretch>
                    <a:fillRect l="-10870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CEBD88E1-3661-4668-453F-55B93AC3C45A}"/>
                </a:ext>
              </a:extLst>
            </p:cNvPr>
            <p:cNvCxnSpPr>
              <a:cxnSpLocks/>
            </p:cNvCxnSpPr>
            <p:nvPr/>
          </p:nvCxnSpPr>
          <p:spPr>
            <a:xfrm>
              <a:off x="6192000" y="5472000"/>
              <a:ext cx="0" cy="108000"/>
            </a:xfrm>
            <a:prstGeom prst="line">
              <a:avLst/>
            </a:prstGeom>
            <a:ln w="254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32FF5B22-DA0C-BC79-800C-81A134564287}"/>
                </a:ext>
              </a:extLst>
            </p:cNvPr>
            <p:cNvCxnSpPr>
              <a:cxnSpLocks/>
            </p:cNvCxnSpPr>
            <p:nvPr/>
          </p:nvCxnSpPr>
          <p:spPr>
            <a:xfrm>
              <a:off x="4824000" y="5040000"/>
              <a:ext cx="3600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B0B0E0A2-0F99-C4BA-BFA5-293FA12D8861}"/>
                </a:ext>
              </a:extLst>
            </p:cNvPr>
            <p:cNvCxnSpPr>
              <a:cxnSpLocks/>
            </p:cNvCxnSpPr>
            <p:nvPr/>
          </p:nvCxnSpPr>
          <p:spPr>
            <a:xfrm>
              <a:off x="5436000" y="5148000"/>
              <a:ext cx="0" cy="360000"/>
            </a:xfrm>
            <a:prstGeom prst="line">
              <a:avLst/>
            </a:prstGeom>
            <a:ln w="38100">
              <a:solidFill>
                <a:schemeClr val="tx1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C68AD55B-F3C7-B32C-F649-27EB0F6130B3}"/>
                </a:ext>
              </a:extLst>
            </p:cNvPr>
            <p:cNvCxnSpPr>
              <a:cxnSpLocks/>
            </p:cNvCxnSpPr>
            <p:nvPr/>
          </p:nvCxnSpPr>
          <p:spPr>
            <a:xfrm>
              <a:off x="5760000" y="6120000"/>
              <a:ext cx="3600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5" name="组合 134">
            <a:extLst>
              <a:ext uri="{FF2B5EF4-FFF2-40B4-BE49-F238E27FC236}">
                <a16:creationId xmlns:a16="http://schemas.microsoft.com/office/drawing/2014/main" id="{62A15D1B-DCA2-366E-F5C2-6D09DC7C1C29}"/>
              </a:ext>
            </a:extLst>
          </p:cNvPr>
          <p:cNvGrpSpPr/>
          <p:nvPr/>
        </p:nvGrpSpPr>
        <p:grpSpPr>
          <a:xfrm>
            <a:off x="5760000" y="4680000"/>
            <a:ext cx="3151171" cy="2088000"/>
            <a:chOff x="8280000" y="4320000"/>
            <a:chExt cx="3151171" cy="2088000"/>
          </a:xfrm>
        </p:grpSpPr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03717538-899F-D2C9-2645-4F3EC171EA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92000" y="4608000"/>
              <a:ext cx="0" cy="1800000"/>
            </a:xfrm>
            <a:prstGeom prst="line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D2C1A442-AC5E-FD53-D2B0-AA77467434CE}"/>
                </a:ext>
              </a:extLst>
            </p:cNvPr>
            <p:cNvCxnSpPr>
              <a:cxnSpLocks/>
            </p:cNvCxnSpPr>
            <p:nvPr/>
          </p:nvCxnSpPr>
          <p:spPr>
            <a:xfrm>
              <a:off x="8892000" y="5040000"/>
              <a:ext cx="144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A8F990B2-2B4E-84FD-1B47-536072CBC69F}"/>
                </a:ext>
              </a:extLst>
            </p:cNvPr>
            <p:cNvCxnSpPr>
              <a:cxnSpLocks/>
            </p:cNvCxnSpPr>
            <p:nvPr/>
          </p:nvCxnSpPr>
          <p:spPr>
            <a:xfrm>
              <a:off x="9576000" y="5040000"/>
              <a:ext cx="0" cy="1080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B3F1278B-3AA1-45F5-47C6-131642484F38}"/>
                    </a:ext>
                  </a:extLst>
                </p:cNvPr>
                <p:cNvSpPr txBox="1"/>
                <p:nvPr/>
              </p:nvSpPr>
              <p:spPr>
                <a:xfrm>
                  <a:off x="8280000" y="4824000"/>
                  <a:ext cx="612000" cy="360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OH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B3F1278B-3AA1-45F5-47C6-131642484F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80000" y="4824000"/>
                  <a:ext cx="612000" cy="360000"/>
                </a:xfrm>
                <a:prstGeom prst="rect">
                  <a:avLst/>
                </a:prstGeom>
                <a:blipFill>
                  <a:blip r:embed="rId27"/>
                  <a:stretch>
                    <a:fillRect l="-8000" r="-2000" b="-186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文本框 117">
                  <a:extLst>
                    <a:ext uri="{FF2B5EF4-FFF2-40B4-BE49-F238E27FC236}">
                      <a16:creationId xmlns:a16="http://schemas.microsoft.com/office/drawing/2014/main" id="{221C92C1-12BC-0518-3160-C73D98168878}"/>
                    </a:ext>
                  </a:extLst>
                </p:cNvPr>
                <p:cNvSpPr txBox="1"/>
                <p:nvPr/>
              </p:nvSpPr>
              <p:spPr>
                <a:xfrm>
                  <a:off x="8460000" y="4320000"/>
                  <a:ext cx="42492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18" name="文本框 117">
                  <a:extLst>
                    <a:ext uri="{FF2B5EF4-FFF2-40B4-BE49-F238E27FC236}">
                      <a16:creationId xmlns:a16="http://schemas.microsoft.com/office/drawing/2014/main" id="{221C92C1-12BC-0518-3160-C73D981688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60000" y="4320000"/>
                  <a:ext cx="424924" cy="369332"/>
                </a:xfrm>
                <a:prstGeom prst="rect">
                  <a:avLst/>
                </a:prstGeom>
                <a:blipFill>
                  <a:blip r:embed="rId28"/>
                  <a:stretch>
                    <a:fillRect l="-8571" r="-5714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CFD3EB62-0C3F-D877-0BA6-979F57E0E8BB}"/>
                </a:ext>
              </a:extLst>
            </p:cNvPr>
            <p:cNvCxnSpPr/>
            <p:nvPr/>
          </p:nvCxnSpPr>
          <p:spPr>
            <a:xfrm>
              <a:off x="8532000" y="5580000"/>
              <a:ext cx="252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55D4D200-097F-1960-DEFF-FE848B6C1FB9}"/>
                </a:ext>
              </a:extLst>
            </p:cNvPr>
            <p:cNvCxnSpPr>
              <a:cxnSpLocks/>
            </p:cNvCxnSpPr>
            <p:nvPr/>
          </p:nvCxnSpPr>
          <p:spPr>
            <a:xfrm>
              <a:off x="9576000" y="6120000"/>
              <a:ext cx="1332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88FC2330-F78F-5DBA-0CF2-5F4D3A73CACA}"/>
                </a:ext>
              </a:extLst>
            </p:cNvPr>
            <p:cNvCxnSpPr>
              <a:cxnSpLocks/>
            </p:cNvCxnSpPr>
            <p:nvPr/>
          </p:nvCxnSpPr>
          <p:spPr>
            <a:xfrm>
              <a:off x="8891999" y="6120000"/>
              <a:ext cx="648000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文本框 121">
                  <a:extLst>
                    <a:ext uri="{FF2B5EF4-FFF2-40B4-BE49-F238E27FC236}">
                      <a16:creationId xmlns:a16="http://schemas.microsoft.com/office/drawing/2014/main" id="{2DB013CF-64EC-E927-99CC-C486A8F63256}"/>
                    </a:ext>
                  </a:extLst>
                </p:cNvPr>
                <p:cNvSpPr txBox="1"/>
                <p:nvPr/>
              </p:nvSpPr>
              <p:spPr>
                <a:xfrm>
                  <a:off x="8280000" y="5940000"/>
                  <a:ext cx="612000" cy="360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OL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22" name="文本框 121">
                  <a:extLst>
                    <a:ext uri="{FF2B5EF4-FFF2-40B4-BE49-F238E27FC236}">
                      <a16:creationId xmlns:a16="http://schemas.microsoft.com/office/drawing/2014/main" id="{2DB013CF-64EC-E927-99CC-C486A8F632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80000" y="5940000"/>
                  <a:ext cx="612000" cy="360000"/>
                </a:xfrm>
                <a:prstGeom prst="rect">
                  <a:avLst/>
                </a:prstGeom>
                <a:blipFill>
                  <a:blip r:embed="rId29"/>
                  <a:stretch>
                    <a:fillRect l="-5000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文本框 122">
                  <a:extLst>
                    <a:ext uri="{FF2B5EF4-FFF2-40B4-BE49-F238E27FC236}">
                      <a16:creationId xmlns:a16="http://schemas.microsoft.com/office/drawing/2014/main" id="{626014EA-787C-B394-F615-6A07D54E3384}"/>
                    </a:ext>
                  </a:extLst>
                </p:cNvPr>
                <p:cNvSpPr txBox="1"/>
                <p:nvPr/>
              </p:nvSpPr>
              <p:spPr>
                <a:xfrm>
                  <a:off x="10332000" y="5579999"/>
                  <a:ext cx="55861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23" name="文本框 122">
                  <a:extLst>
                    <a:ext uri="{FF2B5EF4-FFF2-40B4-BE49-F238E27FC236}">
                      <a16:creationId xmlns:a16="http://schemas.microsoft.com/office/drawing/2014/main" id="{626014EA-787C-B394-F615-6A07D54E33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32000" y="5579999"/>
                  <a:ext cx="558614" cy="369332"/>
                </a:xfrm>
                <a:prstGeom prst="rect">
                  <a:avLst/>
                </a:prstGeom>
                <a:blipFill>
                  <a:blip r:embed="rId30"/>
                  <a:stretch>
                    <a:fillRect l="-10870" r="-3261"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文本框 123">
                  <a:extLst>
                    <a:ext uri="{FF2B5EF4-FFF2-40B4-BE49-F238E27FC236}">
                      <a16:creationId xmlns:a16="http://schemas.microsoft.com/office/drawing/2014/main" id="{D200C39F-6C02-A2E8-8833-888734F2304E}"/>
                    </a:ext>
                  </a:extLst>
                </p:cNvPr>
                <p:cNvSpPr txBox="1"/>
                <p:nvPr/>
              </p:nvSpPr>
              <p:spPr>
                <a:xfrm>
                  <a:off x="11088000" y="5400000"/>
                  <a:ext cx="343171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24" name="文本框 123">
                  <a:extLst>
                    <a:ext uri="{FF2B5EF4-FFF2-40B4-BE49-F238E27FC236}">
                      <a16:creationId xmlns:a16="http://schemas.microsoft.com/office/drawing/2014/main" id="{D200C39F-6C02-A2E8-8833-888734F230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88000" y="5400000"/>
                  <a:ext cx="343171" cy="369332"/>
                </a:xfrm>
                <a:prstGeom prst="rect">
                  <a:avLst/>
                </a:prstGeom>
                <a:blipFill>
                  <a:blip r:embed="rId31"/>
                  <a:stretch>
                    <a:fillRect l="-10714" r="-7143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文本框 124">
                  <a:extLst>
                    <a:ext uri="{FF2B5EF4-FFF2-40B4-BE49-F238E27FC236}">
                      <a16:creationId xmlns:a16="http://schemas.microsoft.com/office/drawing/2014/main" id="{899F2013-A94D-78AC-E74E-2647A2B9469B}"/>
                    </a:ext>
                  </a:extLst>
                </p:cNvPr>
                <p:cNvSpPr txBox="1"/>
                <p:nvPr/>
              </p:nvSpPr>
              <p:spPr>
                <a:xfrm>
                  <a:off x="8568000" y="5580000"/>
                  <a:ext cx="30085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25" name="文本框 124">
                  <a:extLst>
                    <a:ext uri="{FF2B5EF4-FFF2-40B4-BE49-F238E27FC236}">
                      <a16:creationId xmlns:a16="http://schemas.microsoft.com/office/drawing/2014/main" id="{899F2013-A94D-78AC-E74E-2647A2B946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68000" y="5580000"/>
                  <a:ext cx="300852" cy="369332"/>
                </a:xfrm>
                <a:prstGeom prst="rect">
                  <a:avLst/>
                </a:prstGeom>
                <a:blipFill>
                  <a:blip r:embed="rId32"/>
                  <a:stretch>
                    <a:fillRect l="-20408" r="-20408" b="-65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文本框 125">
                  <a:extLst>
                    <a:ext uri="{FF2B5EF4-FFF2-40B4-BE49-F238E27FC236}">
                      <a16:creationId xmlns:a16="http://schemas.microsoft.com/office/drawing/2014/main" id="{1EB21B6E-9E88-B2AE-903D-749D8CEC4C6B}"/>
                    </a:ext>
                  </a:extLst>
                </p:cNvPr>
                <p:cNvSpPr txBox="1"/>
                <p:nvPr/>
              </p:nvSpPr>
              <p:spPr>
                <a:xfrm>
                  <a:off x="9036000" y="5580000"/>
                  <a:ext cx="55861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26" name="文本框 125">
                  <a:extLst>
                    <a:ext uri="{FF2B5EF4-FFF2-40B4-BE49-F238E27FC236}">
                      <a16:creationId xmlns:a16="http://schemas.microsoft.com/office/drawing/2014/main" id="{1EB21B6E-9E88-B2AE-903D-749D8CEC4C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6000" y="5580000"/>
                  <a:ext cx="558614" cy="369332"/>
                </a:xfrm>
                <a:prstGeom prst="rect">
                  <a:avLst/>
                </a:prstGeom>
                <a:blipFill>
                  <a:blip r:embed="rId33"/>
                  <a:stretch>
                    <a:fillRect l="-11957"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6106A070-654A-BEAD-8696-5A29F7F36464}"/>
                </a:ext>
              </a:extLst>
            </p:cNvPr>
            <p:cNvCxnSpPr>
              <a:cxnSpLocks/>
            </p:cNvCxnSpPr>
            <p:nvPr/>
          </p:nvCxnSpPr>
          <p:spPr>
            <a:xfrm>
              <a:off x="9576000" y="5148000"/>
              <a:ext cx="0" cy="360000"/>
            </a:xfrm>
            <a:prstGeom prst="line">
              <a:avLst/>
            </a:prstGeom>
            <a:ln w="38100">
              <a:solidFill>
                <a:schemeClr val="tx1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C5C77220-38BF-8C2C-AE9D-7704D63CB141}"/>
                </a:ext>
              </a:extLst>
            </p:cNvPr>
            <p:cNvCxnSpPr>
              <a:cxnSpLocks/>
            </p:cNvCxnSpPr>
            <p:nvPr/>
          </p:nvCxnSpPr>
          <p:spPr>
            <a:xfrm>
              <a:off x="9828000" y="6120000"/>
              <a:ext cx="3600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706260AA-8D2A-0EFF-8F72-35D78DC9786A}"/>
                </a:ext>
              </a:extLst>
            </p:cNvPr>
            <p:cNvCxnSpPr>
              <a:cxnSpLocks/>
            </p:cNvCxnSpPr>
            <p:nvPr/>
          </p:nvCxnSpPr>
          <p:spPr>
            <a:xfrm>
              <a:off x="10332000" y="5040000"/>
              <a:ext cx="0" cy="1080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B8F0E1CD-26E5-8F54-4355-F4774FAD067C}"/>
                </a:ext>
              </a:extLst>
            </p:cNvPr>
            <p:cNvCxnSpPr>
              <a:cxnSpLocks/>
            </p:cNvCxnSpPr>
            <p:nvPr/>
          </p:nvCxnSpPr>
          <p:spPr>
            <a:xfrm>
              <a:off x="10332000" y="5148000"/>
              <a:ext cx="0" cy="36000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BB2A34F0-25CE-07A0-373E-B457FFF7AA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20000" y="5040000"/>
              <a:ext cx="3600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68F05CE7-8411-8284-5A3F-1EF44E554C0F}"/>
              </a:ext>
            </a:extLst>
          </p:cNvPr>
          <p:cNvGrpSpPr/>
          <p:nvPr/>
        </p:nvGrpSpPr>
        <p:grpSpPr>
          <a:xfrm>
            <a:off x="720000" y="4680000"/>
            <a:ext cx="4536000" cy="1998000"/>
            <a:chOff x="720000" y="4680000"/>
            <a:chExt cx="4536000" cy="1998000"/>
          </a:xfrm>
        </p:grpSpPr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BC859633-1997-0029-F19F-48735EF0F1C2}"/>
                </a:ext>
              </a:extLst>
            </p:cNvPr>
            <p:cNvCxnSpPr>
              <a:cxnSpLocks/>
            </p:cNvCxnSpPr>
            <p:nvPr/>
          </p:nvCxnSpPr>
          <p:spPr>
            <a:xfrm>
              <a:off x="1584000" y="5850000"/>
              <a:ext cx="180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D80C058-DB90-47BA-F9D6-E5BE9BD66268}"/>
                </a:ext>
              </a:extLst>
            </p:cNvPr>
            <p:cNvCxnSpPr>
              <a:cxnSpLocks/>
            </p:cNvCxnSpPr>
            <p:nvPr/>
          </p:nvCxnSpPr>
          <p:spPr>
            <a:xfrm>
              <a:off x="1584000" y="5166000"/>
              <a:ext cx="180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等腰三角形 9">
              <a:extLst>
                <a:ext uri="{FF2B5EF4-FFF2-40B4-BE49-F238E27FC236}">
                  <a16:creationId xmlns:a16="http://schemas.microsoft.com/office/drawing/2014/main" id="{5676E9B5-73D1-A713-0907-0792516A0D1C}"/>
                </a:ext>
              </a:extLst>
            </p:cNvPr>
            <p:cNvSpPr/>
            <p:nvPr/>
          </p:nvSpPr>
          <p:spPr>
            <a:xfrm rot="5400000">
              <a:off x="3204000" y="4914000"/>
              <a:ext cx="1440000" cy="1188000"/>
            </a:xfrm>
            <a:prstGeom prst="triangl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BCA82B7C-0834-DA72-4087-89DFF16DB68C}"/>
                    </a:ext>
                  </a:extLst>
                </p:cNvPr>
                <p:cNvSpPr txBox="1"/>
                <p:nvPr/>
              </p:nvSpPr>
              <p:spPr>
                <a:xfrm>
                  <a:off x="3276000" y="5562000"/>
                  <a:ext cx="468000" cy="54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BCA82B7C-0834-DA72-4087-89DFF16DB6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76000" y="5562000"/>
                  <a:ext cx="468000" cy="540000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3F4FB864-23B4-3092-2932-D6F8DF21B92C}"/>
                    </a:ext>
                  </a:extLst>
                </p:cNvPr>
                <p:cNvSpPr txBox="1"/>
                <p:nvPr/>
              </p:nvSpPr>
              <p:spPr>
                <a:xfrm>
                  <a:off x="3276000" y="4878000"/>
                  <a:ext cx="468000" cy="54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3F4FB864-23B4-3092-2932-D6F8DF21B9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76000" y="4878000"/>
                  <a:ext cx="468000" cy="540000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5DCCAFC5-343B-D06A-E1AF-C78F3F2CFA86}"/>
                </a:ext>
              </a:extLst>
            </p:cNvPr>
            <p:cNvCxnSpPr>
              <a:cxnSpLocks/>
            </p:cNvCxnSpPr>
            <p:nvPr/>
          </p:nvCxnSpPr>
          <p:spPr>
            <a:xfrm>
              <a:off x="4500000" y="5508000"/>
              <a:ext cx="50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6175D27F-1490-67BC-D9F3-6D14FCE062F7}"/>
                    </a:ext>
                  </a:extLst>
                </p:cNvPr>
                <p:cNvSpPr txBox="1"/>
                <p:nvPr/>
              </p:nvSpPr>
              <p:spPr>
                <a:xfrm>
                  <a:off x="4752000" y="5022000"/>
                  <a:ext cx="504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6175D27F-1490-67BC-D9F3-6D14FCE062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2000" y="5022000"/>
                  <a:ext cx="504000" cy="430887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A7A0A037-7E37-2403-283D-71771B7A54DA}"/>
                    </a:ext>
                  </a:extLst>
                </p:cNvPr>
                <p:cNvSpPr txBox="1"/>
                <p:nvPr/>
              </p:nvSpPr>
              <p:spPr>
                <a:xfrm>
                  <a:off x="720000" y="5616000"/>
                  <a:ext cx="792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A7A0A037-7E37-2403-283D-71771B7A54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000" y="5616000"/>
                  <a:ext cx="792000" cy="430887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08BD6C7-2398-88BD-D57F-1BD36ACFE301}"/>
                </a:ext>
              </a:extLst>
            </p:cNvPr>
            <p:cNvSpPr txBox="1"/>
            <p:nvPr/>
          </p:nvSpPr>
          <p:spPr>
            <a:xfrm>
              <a:off x="3708000" y="5292000"/>
              <a:ext cx="432000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endPara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A23558EE-B6C8-CBF1-716A-8BB189F5BC01}"/>
                </a:ext>
              </a:extLst>
            </p:cNvPr>
            <p:cNvSpPr/>
            <p:nvPr/>
          </p:nvSpPr>
          <p:spPr>
            <a:xfrm>
              <a:off x="1872000" y="5778000"/>
              <a:ext cx="504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4EE59DB5-76FC-1C80-433C-C64CA190D0BA}"/>
                </a:ext>
              </a:extLst>
            </p:cNvPr>
            <p:cNvCxnSpPr>
              <a:cxnSpLocks/>
            </p:cNvCxnSpPr>
            <p:nvPr/>
          </p:nvCxnSpPr>
          <p:spPr>
            <a:xfrm>
              <a:off x="2790000" y="5850000"/>
              <a:ext cx="0" cy="756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4121F81B-827A-070E-1DD2-6BB94CB7BFC4}"/>
                </a:ext>
              </a:extLst>
            </p:cNvPr>
            <p:cNvSpPr/>
            <p:nvPr/>
          </p:nvSpPr>
          <p:spPr>
            <a:xfrm>
              <a:off x="2736000" y="5796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B521933D-2455-C756-8F90-B753A10D6463}"/>
                    </a:ext>
                  </a:extLst>
                </p:cNvPr>
                <p:cNvSpPr txBox="1"/>
                <p:nvPr/>
              </p:nvSpPr>
              <p:spPr>
                <a:xfrm>
                  <a:off x="1080000" y="4932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B521933D-2455-C756-8F90-B753A10D64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0000" y="4932000"/>
                  <a:ext cx="432000" cy="430887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2ECA27D4-2305-C059-443F-32CC3FDF9FBD}"/>
                </a:ext>
              </a:extLst>
            </p:cNvPr>
            <p:cNvCxnSpPr>
              <a:cxnSpLocks/>
            </p:cNvCxnSpPr>
            <p:nvPr/>
          </p:nvCxnSpPr>
          <p:spPr>
            <a:xfrm>
              <a:off x="2790000" y="6606000"/>
              <a:ext cx="1926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499A7FA8-F7CC-435D-CFD8-F4438FC450BC}"/>
                    </a:ext>
                  </a:extLst>
                </p:cNvPr>
                <p:cNvSpPr txBox="1"/>
                <p:nvPr/>
              </p:nvSpPr>
              <p:spPr>
                <a:xfrm>
                  <a:off x="1872000" y="5328000"/>
                  <a:ext cx="504000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499A7FA8-F7CC-435D-CFD8-F4438FC450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2000" y="5328000"/>
                  <a:ext cx="504000" cy="430887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2E6C8591-6772-385B-3421-9B0B14368307}"/>
                </a:ext>
              </a:extLst>
            </p:cNvPr>
            <p:cNvSpPr/>
            <p:nvPr/>
          </p:nvSpPr>
          <p:spPr>
            <a:xfrm>
              <a:off x="3456000" y="6534000"/>
              <a:ext cx="504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C38F1575-A91C-FE36-B645-7F3A8C62C1D3}"/>
                    </a:ext>
                  </a:extLst>
                </p:cNvPr>
                <p:cNvSpPr txBox="1"/>
                <p:nvPr/>
              </p:nvSpPr>
              <p:spPr>
                <a:xfrm>
                  <a:off x="3456000" y="6084000"/>
                  <a:ext cx="504000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C38F1575-A91C-FE36-B645-7F3A8C62C1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6000" y="6084000"/>
                  <a:ext cx="504000" cy="430887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C0A6B831-8FB4-4EA6-471C-650C76EECD1B}"/>
                </a:ext>
              </a:extLst>
            </p:cNvPr>
            <p:cNvSpPr/>
            <p:nvPr/>
          </p:nvSpPr>
          <p:spPr>
            <a:xfrm>
              <a:off x="2736000" y="5112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DD166411-55B1-F7B6-85FE-BED2E3930916}"/>
                    </a:ext>
                  </a:extLst>
                </p:cNvPr>
                <p:cNvSpPr txBox="1"/>
                <p:nvPr/>
              </p:nvSpPr>
              <p:spPr>
                <a:xfrm>
                  <a:off x="2556000" y="5364000"/>
                  <a:ext cx="504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DD166411-55B1-F7B6-85FE-BED2E39309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56000" y="5364000"/>
                  <a:ext cx="504000" cy="430887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14C409A9-709B-9CFE-E949-85D00B58A3D0}"/>
                    </a:ext>
                  </a:extLst>
                </p:cNvPr>
                <p:cNvSpPr txBox="1"/>
                <p:nvPr/>
              </p:nvSpPr>
              <p:spPr>
                <a:xfrm>
                  <a:off x="2592000" y="4680000"/>
                  <a:ext cx="50347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14C409A9-709B-9CFE-E949-85D00B58A3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92000" y="4680000"/>
                  <a:ext cx="503471" cy="430887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6AB76F1D-1847-DB83-A87A-3ACA8D770584}"/>
                </a:ext>
              </a:extLst>
            </p:cNvPr>
            <p:cNvCxnSpPr>
              <a:cxnSpLocks/>
            </p:cNvCxnSpPr>
            <p:nvPr/>
          </p:nvCxnSpPr>
          <p:spPr>
            <a:xfrm>
              <a:off x="4716000" y="5508000"/>
              <a:ext cx="0" cy="109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D8D1B815-46F7-A39D-6E87-4B4DA07CF60F}"/>
                </a:ext>
              </a:extLst>
            </p:cNvPr>
            <p:cNvSpPr/>
            <p:nvPr/>
          </p:nvSpPr>
          <p:spPr>
            <a:xfrm>
              <a:off x="4662000" y="5454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090994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C0474-CA51-087F-EF09-4D67067B0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03F7D4C0-DFCB-314D-2518-A40D65BC54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6000" y="648000"/>
            <a:ext cx="5759242" cy="3420000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6BFE63FD-97A7-F347-8BC0-11F3C9CF60B6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5686D91A-A5BF-9EDC-E457-2010128F3F47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1955DB08-DC76-C944-ADEA-4597EF71B3B1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808E04FB-2FA2-6109-22D3-1E48F575846B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1CB3F9EE-B7CD-B1DB-010B-5E0F21D77AC9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14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64D1F9F9-D45A-5E24-0A13-BA063909FBD7}"/>
              </a:ext>
            </a:extLst>
          </p:cNvPr>
          <p:cNvSpPr txBox="1"/>
          <p:nvPr/>
        </p:nvSpPr>
        <p:spPr>
          <a:xfrm>
            <a:off x="359998" y="828000"/>
            <a:ext cx="36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迟滞比较器示例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9AD29551-8283-56B6-F07A-C0A7B116A41D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集成运算放大器的非线性应用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电压比较器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A4E219C5-2A23-9AEC-F187-2DBBDF87A2E5}"/>
              </a:ext>
            </a:extLst>
          </p:cNvPr>
          <p:cNvGrpSpPr/>
          <p:nvPr/>
        </p:nvGrpSpPr>
        <p:grpSpPr>
          <a:xfrm>
            <a:off x="8172000" y="4212000"/>
            <a:ext cx="3087591" cy="2376000"/>
            <a:chOff x="8352000" y="4068000"/>
            <a:chExt cx="3087591" cy="2376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文本框 122">
                  <a:extLst>
                    <a:ext uri="{FF2B5EF4-FFF2-40B4-BE49-F238E27FC236}">
                      <a16:creationId xmlns:a16="http://schemas.microsoft.com/office/drawing/2014/main" id="{8E2C79FD-6221-F798-4CE8-8B2A055FAF9C}"/>
                    </a:ext>
                  </a:extLst>
                </p:cNvPr>
                <p:cNvSpPr txBox="1"/>
                <p:nvPr/>
              </p:nvSpPr>
              <p:spPr>
                <a:xfrm>
                  <a:off x="9792000" y="5256000"/>
                  <a:ext cx="432000" cy="360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  <m: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23" name="文本框 122">
                  <a:extLst>
                    <a:ext uri="{FF2B5EF4-FFF2-40B4-BE49-F238E27FC236}">
                      <a16:creationId xmlns:a16="http://schemas.microsoft.com/office/drawing/2014/main" id="{8E2C79FD-6221-F798-4CE8-8B2A055FAF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92000" y="5256000"/>
                  <a:ext cx="432000" cy="360000"/>
                </a:xfrm>
                <a:prstGeom prst="rect">
                  <a:avLst/>
                </a:prstGeom>
                <a:blipFill>
                  <a:blip r:embed="rId4"/>
                  <a:stretch>
                    <a:fillRect l="-16901" r="-563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649F20C1-99C4-8355-F9C2-A89C2E48A3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40000" y="4284000"/>
              <a:ext cx="0" cy="2160000"/>
            </a:xfrm>
            <a:prstGeom prst="line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052803A8-9955-7C92-3333-AE93B8EFEC41}"/>
                </a:ext>
              </a:extLst>
            </p:cNvPr>
            <p:cNvCxnSpPr>
              <a:cxnSpLocks/>
            </p:cNvCxnSpPr>
            <p:nvPr/>
          </p:nvCxnSpPr>
          <p:spPr>
            <a:xfrm>
              <a:off x="8424000" y="4860000"/>
              <a:ext cx="180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文本框 117">
                  <a:extLst>
                    <a:ext uri="{FF2B5EF4-FFF2-40B4-BE49-F238E27FC236}">
                      <a16:creationId xmlns:a16="http://schemas.microsoft.com/office/drawing/2014/main" id="{501AE897-82DF-6516-3B9A-C2D1A9D63043}"/>
                    </a:ext>
                  </a:extLst>
                </p:cNvPr>
                <p:cNvSpPr txBox="1"/>
                <p:nvPr/>
              </p:nvSpPr>
              <p:spPr>
                <a:xfrm>
                  <a:off x="8928000" y="4068000"/>
                  <a:ext cx="634917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V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118" name="文本框 117">
                  <a:extLst>
                    <a:ext uri="{FF2B5EF4-FFF2-40B4-BE49-F238E27FC236}">
                      <a16:creationId xmlns:a16="http://schemas.microsoft.com/office/drawing/2014/main" id="{501AE897-82DF-6516-3B9A-C2D1A9D630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28000" y="4068000"/>
                  <a:ext cx="634917" cy="307777"/>
                </a:xfrm>
                <a:prstGeom prst="rect">
                  <a:avLst/>
                </a:prstGeom>
                <a:blipFill>
                  <a:blip r:embed="rId5"/>
                  <a:stretch>
                    <a:fillRect l="-3846" r="-9615" b="-34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C7831135-A2E0-B610-02FE-F5F6518160AF}"/>
                </a:ext>
              </a:extLst>
            </p:cNvPr>
            <p:cNvCxnSpPr>
              <a:cxnSpLocks/>
            </p:cNvCxnSpPr>
            <p:nvPr/>
          </p:nvCxnSpPr>
          <p:spPr>
            <a:xfrm>
              <a:off x="8856000" y="6300000"/>
              <a:ext cx="180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7E34C53D-0CED-FEB6-DF37-091200E33FE2}"/>
                </a:ext>
              </a:extLst>
            </p:cNvPr>
            <p:cNvCxnSpPr>
              <a:cxnSpLocks/>
            </p:cNvCxnSpPr>
            <p:nvPr/>
          </p:nvCxnSpPr>
          <p:spPr>
            <a:xfrm>
              <a:off x="10224000" y="4860000"/>
              <a:ext cx="0" cy="1440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9D74155F-4EC4-834B-843A-9E96FCD8B2E6}"/>
                </a:ext>
              </a:extLst>
            </p:cNvPr>
            <p:cNvCxnSpPr>
              <a:cxnSpLocks/>
            </p:cNvCxnSpPr>
            <p:nvPr/>
          </p:nvCxnSpPr>
          <p:spPr>
            <a:xfrm>
              <a:off x="8856000" y="4860000"/>
              <a:ext cx="0" cy="1440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F454CF50-AAB3-EA52-2D03-99FAE54A09E0}"/>
                </a:ext>
              </a:extLst>
            </p:cNvPr>
            <p:cNvCxnSpPr/>
            <p:nvPr/>
          </p:nvCxnSpPr>
          <p:spPr>
            <a:xfrm>
              <a:off x="8352000" y="5580000"/>
              <a:ext cx="252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文本框 123">
                  <a:extLst>
                    <a:ext uri="{FF2B5EF4-FFF2-40B4-BE49-F238E27FC236}">
                      <a16:creationId xmlns:a16="http://schemas.microsoft.com/office/drawing/2014/main" id="{9E2CA17A-013F-FF69-6347-1016A0923D0A}"/>
                    </a:ext>
                  </a:extLst>
                </p:cNvPr>
                <p:cNvSpPr txBox="1"/>
                <p:nvPr/>
              </p:nvSpPr>
              <p:spPr>
                <a:xfrm>
                  <a:off x="10872000" y="5400000"/>
                  <a:ext cx="567591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 panose="02040503050406030204" pitchFamily="18" charset="0"/>
                          </a:rPr>
                          <m:t>V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124" name="文本框 123">
                  <a:extLst>
                    <a:ext uri="{FF2B5EF4-FFF2-40B4-BE49-F238E27FC236}">
                      <a16:creationId xmlns:a16="http://schemas.microsoft.com/office/drawing/2014/main" id="{9E2CA17A-013F-FF69-6347-1016A0923D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72000" y="5400000"/>
                  <a:ext cx="567591" cy="307777"/>
                </a:xfrm>
                <a:prstGeom prst="rect">
                  <a:avLst/>
                </a:prstGeom>
                <a:blipFill>
                  <a:blip r:embed="rId6"/>
                  <a:stretch>
                    <a:fillRect l="-5376" r="-9677" b="-3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264875E5-913E-6103-D8A3-7B545EECD89D}"/>
                    </a:ext>
                  </a:extLst>
                </p:cNvPr>
                <p:cNvSpPr txBox="1"/>
                <p:nvPr/>
              </p:nvSpPr>
              <p:spPr>
                <a:xfrm>
                  <a:off x="8424000" y="5580000"/>
                  <a:ext cx="432000" cy="360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264875E5-913E-6103-D8A3-7B545EECD8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4000" y="5580000"/>
                  <a:ext cx="432000" cy="360000"/>
                </a:xfrm>
                <a:prstGeom prst="rect">
                  <a:avLst/>
                </a:prstGeom>
                <a:blipFill>
                  <a:blip r:embed="rId7"/>
                  <a:stretch>
                    <a:fillRect r="-84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A214CF27-586C-BD9D-3986-E51E1C4F4C7B}"/>
                    </a:ext>
                  </a:extLst>
                </p:cNvPr>
                <p:cNvSpPr txBox="1"/>
                <p:nvPr/>
              </p:nvSpPr>
              <p:spPr>
                <a:xfrm>
                  <a:off x="10008000" y="5580000"/>
                  <a:ext cx="252000" cy="360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A214CF27-586C-BD9D-3986-E51E1C4F4C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08000" y="5580000"/>
                  <a:ext cx="252000" cy="360000"/>
                </a:xfrm>
                <a:prstGeom prst="rect">
                  <a:avLst/>
                </a:prstGeom>
                <a:blipFill>
                  <a:blip r:embed="rId8"/>
                  <a:stretch>
                    <a:fillRect l="-14286" r="-1190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8BC8A26A-6F2B-3775-E6A2-C5CFA20EDC45}"/>
                    </a:ext>
                  </a:extLst>
                </p:cNvPr>
                <p:cNvSpPr txBox="1"/>
                <p:nvPr/>
              </p:nvSpPr>
              <p:spPr>
                <a:xfrm>
                  <a:off x="9324000" y="5580000"/>
                  <a:ext cx="252000" cy="360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8BC8A26A-6F2B-3775-E6A2-C5CFA20EDC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24000" y="5580000"/>
                  <a:ext cx="252000" cy="360000"/>
                </a:xfrm>
                <a:prstGeom prst="rect">
                  <a:avLst/>
                </a:prstGeom>
                <a:blipFill>
                  <a:blip r:embed="rId9"/>
                  <a:stretch>
                    <a:fillRect l="-12195" r="-1219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CDD81C5F-A473-381A-685A-55862E17B15C}"/>
                    </a:ext>
                  </a:extLst>
                </p:cNvPr>
                <p:cNvSpPr txBox="1"/>
                <p:nvPr/>
              </p:nvSpPr>
              <p:spPr>
                <a:xfrm>
                  <a:off x="9180000" y="4572000"/>
                  <a:ext cx="360000" cy="360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CDD81C5F-A473-381A-685A-55862E17B1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80000" y="4572000"/>
                  <a:ext cx="360000" cy="360000"/>
                </a:xfrm>
                <a:prstGeom prst="rect">
                  <a:avLst/>
                </a:prstGeom>
                <a:blipFill>
                  <a:blip r:embed="rId10"/>
                  <a:stretch>
                    <a:fillRect l="-13559" r="-1355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2753A20C-936E-8AEE-570E-F336C678D5CA}"/>
                    </a:ext>
                  </a:extLst>
                </p:cNvPr>
                <p:cNvSpPr txBox="1"/>
                <p:nvPr/>
              </p:nvSpPr>
              <p:spPr>
                <a:xfrm>
                  <a:off x="9000000" y="6012000"/>
                  <a:ext cx="576000" cy="360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−10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2753A20C-936E-8AEE-570E-F336C678D5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00000" y="6012000"/>
                  <a:ext cx="576000" cy="360000"/>
                </a:xfrm>
                <a:prstGeom prst="rect">
                  <a:avLst/>
                </a:prstGeom>
                <a:blipFill>
                  <a:blip r:embed="rId11"/>
                  <a:stretch>
                    <a:fillRect r="-638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6530FE14-E6ED-C0D5-AD41-4CFBB8816E59}"/>
                </a:ext>
              </a:extLst>
            </p:cNvPr>
            <p:cNvCxnSpPr/>
            <p:nvPr/>
          </p:nvCxnSpPr>
          <p:spPr>
            <a:xfrm>
              <a:off x="8460000" y="4752000"/>
              <a:ext cx="432000" cy="0"/>
            </a:xfrm>
            <a:prstGeom prst="straightConnector1">
              <a:avLst/>
            </a:prstGeom>
            <a:ln w="19050">
              <a:solidFill>
                <a:schemeClr val="accent5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箭头连接符 68">
              <a:extLst>
                <a:ext uri="{FF2B5EF4-FFF2-40B4-BE49-F238E27FC236}">
                  <a16:creationId xmlns:a16="http://schemas.microsoft.com/office/drawing/2014/main" id="{4157A249-A81E-175B-4E24-7866D8E5786C}"/>
                </a:ext>
              </a:extLst>
            </p:cNvPr>
            <p:cNvCxnSpPr>
              <a:cxnSpLocks/>
            </p:cNvCxnSpPr>
            <p:nvPr/>
          </p:nvCxnSpPr>
          <p:spPr>
            <a:xfrm>
              <a:off x="10332000" y="4752000"/>
              <a:ext cx="0" cy="432000"/>
            </a:xfrm>
            <a:prstGeom prst="straightConnector1">
              <a:avLst/>
            </a:prstGeom>
            <a:ln w="19050">
              <a:solidFill>
                <a:schemeClr val="accent5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箭头连接符 73">
              <a:extLst>
                <a:ext uri="{FF2B5EF4-FFF2-40B4-BE49-F238E27FC236}">
                  <a16:creationId xmlns:a16="http://schemas.microsoft.com/office/drawing/2014/main" id="{961EAECF-80B7-BB06-E682-5119CD710A81}"/>
                </a:ext>
              </a:extLst>
            </p:cNvPr>
            <p:cNvCxnSpPr>
              <a:cxnSpLocks/>
            </p:cNvCxnSpPr>
            <p:nvPr/>
          </p:nvCxnSpPr>
          <p:spPr>
            <a:xfrm>
              <a:off x="9972000" y="4752000"/>
              <a:ext cx="360000" cy="0"/>
            </a:xfrm>
            <a:prstGeom prst="straightConnector1">
              <a:avLst/>
            </a:prstGeom>
            <a:ln w="19050">
              <a:solidFill>
                <a:schemeClr val="accent5">
                  <a:lumMod val="75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文本框 91">
                  <a:extLst>
                    <a:ext uri="{FF2B5EF4-FFF2-40B4-BE49-F238E27FC236}">
                      <a16:creationId xmlns:a16="http://schemas.microsoft.com/office/drawing/2014/main" id="{3D208634-FE99-8853-3824-538ACB9567BC}"/>
                    </a:ext>
                  </a:extLst>
                </p:cNvPr>
                <p:cNvSpPr txBox="1"/>
                <p:nvPr/>
              </p:nvSpPr>
              <p:spPr>
                <a:xfrm>
                  <a:off x="8874000" y="5256000"/>
                  <a:ext cx="432000" cy="360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  <m: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92" name="文本框 91">
                  <a:extLst>
                    <a:ext uri="{FF2B5EF4-FFF2-40B4-BE49-F238E27FC236}">
                      <a16:creationId xmlns:a16="http://schemas.microsoft.com/office/drawing/2014/main" id="{3D208634-FE99-8853-3824-538ACB9567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74000" y="5256000"/>
                  <a:ext cx="432000" cy="360000"/>
                </a:xfrm>
                <a:prstGeom prst="rect">
                  <a:avLst/>
                </a:prstGeom>
                <a:blipFill>
                  <a:blip r:embed="rId12"/>
                  <a:stretch>
                    <a:fillRect l="-15493" r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4" name="直接箭头连接符 93">
              <a:extLst>
                <a:ext uri="{FF2B5EF4-FFF2-40B4-BE49-F238E27FC236}">
                  <a16:creationId xmlns:a16="http://schemas.microsoft.com/office/drawing/2014/main" id="{E3AA0716-379A-497F-3AE2-C40546411C44}"/>
                </a:ext>
              </a:extLst>
            </p:cNvPr>
            <p:cNvCxnSpPr>
              <a:cxnSpLocks/>
            </p:cNvCxnSpPr>
            <p:nvPr/>
          </p:nvCxnSpPr>
          <p:spPr>
            <a:xfrm>
              <a:off x="8388000" y="4968000"/>
              <a:ext cx="360000" cy="0"/>
            </a:xfrm>
            <a:prstGeom prst="straightConnector1">
              <a:avLst/>
            </a:prstGeom>
            <a:ln w="19050">
              <a:solidFill>
                <a:schemeClr val="accent5">
                  <a:lumMod val="75000"/>
                </a:schemeClr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箭头连接符 94">
              <a:extLst>
                <a:ext uri="{FF2B5EF4-FFF2-40B4-BE49-F238E27FC236}">
                  <a16:creationId xmlns:a16="http://schemas.microsoft.com/office/drawing/2014/main" id="{8C59A8EF-1E18-6DD0-231A-070C16445A25}"/>
                </a:ext>
              </a:extLst>
            </p:cNvPr>
            <p:cNvCxnSpPr>
              <a:cxnSpLocks/>
            </p:cNvCxnSpPr>
            <p:nvPr/>
          </p:nvCxnSpPr>
          <p:spPr>
            <a:xfrm>
              <a:off x="8748000" y="4968000"/>
              <a:ext cx="0" cy="360000"/>
            </a:xfrm>
            <a:prstGeom prst="straightConnector1">
              <a:avLst/>
            </a:prstGeom>
            <a:ln w="19050">
              <a:solidFill>
                <a:schemeClr val="accent5">
                  <a:lumMod val="75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箭头连接符 96">
              <a:extLst>
                <a:ext uri="{FF2B5EF4-FFF2-40B4-BE49-F238E27FC236}">
                  <a16:creationId xmlns:a16="http://schemas.microsoft.com/office/drawing/2014/main" id="{08E461D8-F0DE-64DC-4417-19C5D6FE30A5}"/>
                </a:ext>
              </a:extLst>
            </p:cNvPr>
            <p:cNvCxnSpPr>
              <a:cxnSpLocks/>
            </p:cNvCxnSpPr>
            <p:nvPr/>
          </p:nvCxnSpPr>
          <p:spPr>
            <a:xfrm>
              <a:off x="8748000" y="6408000"/>
              <a:ext cx="360000" cy="0"/>
            </a:xfrm>
            <a:prstGeom prst="straightConnector1">
              <a:avLst/>
            </a:prstGeom>
            <a:ln w="19050">
              <a:solidFill>
                <a:schemeClr val="accent5">
                  <a:lumMod val="75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箭头连接符 97">
              <a:extLst>
                <a:ext uri="{FF2B5EF4-FFF2-40B4-BE49-F238E27FC236}">
                  <a16:creationId xmlns:a16="http://schemas.microsoft.com/office/drawing/2014/main" id="{29A70DAD-E237-0763-8F3B-747747BEC1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48000" y="5976000"/>
              <a:ext cx="0" cy="432000"/>
            </a:xfrm>
            <a:prstGeom prst="straightConnector1">
              <a:avLst/>
            </a:prstGeom>
            <a:ln w="19050">
              <a:solidFill>
                <a:schemeClr val="accent5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箭头连接符 99">
              <a:extLst>
                <a:ext uri="{FF2B5EF4-FFF2-40B4-BE49-F238E27FC236}">
                  <a16:creationId xmlns:a16="http://schemas.microsoft.com/office/drawing/2014/main" id="{84425183-2B54-B6AE-2519-ACC47A4C6C5D}"/>
                </a:ext>
              </a:extLst>
            </p:cNvPr>
            <p:cNvCxnSpPr/>
            <p:nvPr/>
          </p:nvCxnSpPr>
          <p:spPr>
            <a:xfrm>
              <a:off x="10296000" y="6192000"/>
              <a:ext cx="432000" cy="0"/>
            </a:xfrm>
            <a:prstGeom prst="straightConnector1">
              <a:avLst/>
            </a:prstGeom>
            <a:ln w="19050">
              <a:solidFill>
                <a:schemeClr val="accent5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箭头连接符 100">
              <a:extLst>
                <a:ext uri="{FF2B5EF4-FFF2-40B4-BE49-F238E27FC236}">
                  <a16:creationId xmlns:a16="http://schemas.microsoft.com/office/drawing/2014/main" id="{DC93AC89-57AB-A393-558E-7BA886C753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60000" y="6408000"/>
              <a:ext cx="432000" cy="0"/>
            </a:xfrm>
            <a:prstGeom prst="straightConnector1">
              <a:avLst/>
            </a:prstGeom>
            <a:ln w="19050">
              <a:solidFill>
                <a:schemeClr val="accent5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5" name="图片 104">
            <a:extLst>
              <a:ext uri="{FF2B5EF4-FFF2-40B4-BE49-F238E27FC236}">
                <a16:creationId xmlns:a16="http://schemas.microsoft.com/office/drawing/2014/main" id="{308DF4F7-BE80-76E1-81B7-2B056EF9041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0000" y="1548000"/>
            <a:ext cx="3922558" cy="4932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2F23007F-864C-A938-4826-5F9003C27523}"/>
                  </a:ext>
                </a:extLst>
              </p:cNvPr>
              <p:cNvSpPr txBox="1"/>
              <p:nvPr/>
            </p:nvSpPr>
            <p:spPr>
              <a:xfrm>
                <a:off x="5040000" y="2880000"/>
                <a:ext cx="1980000" cy="1938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=±10 </m:t>
                      </m:r>
                      <m:r>
                        <m:rPr>
                          <m:sty m:val="p"/>
                        </m:rPr>
                        <a:rPr lang="en-US" altLang="zh-CN" sz="24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en-US" altLang="zh-CN" sz="2400" i="1" dirty="0">
                  <a:solidFill>
                    <a:srgbClr val="0000FF"/>
                  </a:solidFill>
                  <a:latin typeface="Cambria Math" panose="02040503050406030204" pitchFamily="18" charset="0"/>
                </a:endParaRPr>
              </a:p>
              <a:p>
                <a:endParaRPr lang="en-US" altLang="zh-CN" sz="2400" i="1" dirty="0">
                  <a:solidFill>
                    <a:srgbClr val="0000FF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=5 </m:t>
                      </m:r>
                      <m:r>
                        <m:rPr>
                          <m:sty m:val="p"/>
                        </m:rPr>
                        <a:rPr lang="en-US" altLang="zh-CN" sz="2400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en-US" altLang="zh-CN" sz="2400" dirty="0">
                  <a:solidFill>
                    <a:srgbClr val="0000FF"/>
                  </a:solidFill>
                </a:endParaRPr>
              </a:p>
              <a:p>
                <a:endParaRPr lang="en-US" altLang="zh-CN" sz="2400" dirty="0">
                  <a:solidFill>
                    <a:srgbClr val="0000FF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altLang="zh-CN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5 </m:t>
                      </m:r>
                      <m:r>
                        <m:rPr>
                          <m:sty m:val="p"/>
                        </m:rPr>
                        <a:rPr lang="en-US" altLang="zh-CN" sz="24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en-US" altLang="zh-CN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2F23007F-864C-A938-4826-5F9003C275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0000" y="2880000"/>
                <a:ext cx="1980000" cy="1938992"/>
              </a:xfrm>
              <a:prstGeom prst="rect">
                <a:avLst/>
              </a:prstGeom>
              <a:blipFill>
                <a:blip r:embed="rId14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66678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ECDB1-DD1A-13D7-9168-019F1A697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0373923A-F6B8-684C-293C-56D10EDBF4F1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F7781283-3465-9C94-6677-CD3BFB0CCA6F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4BA9F0DE-D2EA-2EBB-C7BA-AA3151E5FA2D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5661F511-5144-62B6-5F86-24394ECF02F6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FE9FEC43-6E0E-8AD8-4CF1-377A042038FA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15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9EA87857-4B42-FDD0-5BCA-93A7620D608F}"/>
                  </a:ext>
                </a:extLst>
              </p:cNvPr>
              <p:cNvSpPr txBox="1"/>
              <p:nvPr/>
            </p:nvSpPr>
            <p:spPr>
              <a:xfrm>
                <a:off x="359995" y="828000"/>
                <a:ext cx="5760000" cy="216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方波产生电路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上的电压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，电容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上的电压不能突变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反馈系数：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den>
                    </m:f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9EA87857-4B42-FDD0-5BCA-93A7620D60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95" y="828000"/>
                <a:ext cx="5760000" cy="2160000"/>
              </a:xfrm>
              <a:prstGeom prst="rect">
                <a:avLst/>
              </a:prstGeom>
              <a:blipFill>
                <a:blip r:embed="rId3"/>
                <a:stretch>
                  <a:fillRect l="-2116" t="-1130" r="-635" b="-395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212D60F2-8A61-AFED-E81F-804D9C639EDD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集成运算放大器的非线性应用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方波产生电路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pSp>
        <p:nvGrpSpPr>
          <p:cNvPr id="149" name="组合 148">
            <a:extLst>
              <a:ext uri="{FF2B5EF4-FFF2-40B4-BE49-F238E27FC236}">
                <a16:creationId xmlns:a16="http://schemas.microsoft.com/office/drawing/2014/main" id="{029CEB1C-43FE-E506-6D25-6538468DEF80}"/>
              </a:ext>
            </a:extLst>
          </p:cNvPr>
          <p:cNvGrpSpPr/>
          <p:nvPr/>
        </p:nvGrpSpPr>
        <p:grpSpPr>
          <a:xfrm>
            <a:off x="6660000" y="792000"/>
            <a:ext cx="5436000" cy="3294000"/>
            <a:chOff x="6264000" y="360000"/>
            <a:chExt cx="5436000" cy="3294000"/>
          </a:xfrm>
        </p:grpSpPr>
        <p:cxnSp>
          <p:nvCxnSpPr>
            <p:cNvPr id="150" name="直接连接符 149">
              <a:extLst>
                <a:ext uri="{FF2B5EF4-FFF2-40B4-BE49-F238E27FC236}">
                  <a16:creationId xmlns:a16="http://schemas.microsoft.com/office/drawing/2014/main" id="{C05F6CA0-DFC9-BF71-0E99-3DA0EAFEC69F}"/>
                </a:ext>
              </a:extLst>
            </p:cNvPr>
            <p:cNvCxnSpPr>
              <a:cxnSpLocks/>
            </p:cNvCxnSpPr>
            <p:nvPr/>
          </p:nvCxnSpPr>
          <p:spPr>
            <a:xfrm>
              <a:off x="7038000" y="1530000"/>
              <a:ext cx="144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直接连接符 150">
              <a:extLst>
                <a:ext uri="{FF2B5EF4-FFF2-40B4-BE49-F238E27FC236}">
                  <a16:creationId xmlns:a16="http://schemas.microsoft.com/office/drawing/2014/main" id="{EE63F548-320C-D411-0A54-B701789FCD3D}"/>
                </a:ext>
              </a:extLst>
            </p:cNvPr>
            <p:cNvCxnSpPr>
              <a:cxnSpLocks/>
            </p:cNvCxnSpPr>
            <p:nvPr/>
          </p:nvCxnSpPr>
          <p:spPr>
            <a:xfrm>
              <a:off x="8064000" y="2214000"/>
              <a:ext cx="396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等腰三角形 151">
              <a:extLst>
                <a:ext uri="{FF2B5EF4-FFF2-40B4-BE49-F238E27FC236}">
                  <a16:creationId xmlns:a16="http://schemas.microsoft.com/office/drawing/2014/main" id="{CB6E61B9-64DF-2E4F-09AB-B2ADC302F95C}"/>
                </a:ext>
              </a:extLst>
            </p:cNvPr>
            <p:cNvSpPr/>
            <p:nvPr/>
          </p:nvSpPr>
          <p:spPr>
            <a:xfrm rot="5400000">
              <a:off x="8316000" y="1278000"/>
              <a:ext cx="1440000" cy="1188000"/>
            </a:xfrm>
            <a:prstGeom prst="triangl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文本框 152">
                  <a:extLst>
                    <a:ext uri="{FF2B5EF4-FFF2-40B4-BE49-F238E27FC236}">
                      <a16:creationId xmlns:a16="http://schemas.microsoft.com/office/drawing/2014/main" id="{2C239627-3691-BBF2-A247-1F7C2561A0B3}"/>
                    </a:ext>
                  </a:extLst>
                </p:cNvPr>
                <p:cNvSpPr txBox="1"/>
                <p:nvPr/>
              </p:nvSpPr>
              <p:spPr>
                <a:xfrm>
                  <a:off x="8388000" y="1926000"/>
                  <a:ext cx="468000" cy="54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3" name="文本框 152">
                  <a:extLst>
                    <a:ext uri="{FF2B5EF4-FFF2-40B4-BE49-F238E27FC236}">
                      <a16:creationId xmlns:a16="http://schemas.microsoft.com/office/drawing/2014/main" id="{2C239627-3691-BBF2-A247-1F7C2561A0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8000" y="1926000"/>
                  <a:ext cx="468000" cy="5400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文本框 153">
                  <a:extLst>
                    <a:ext uri="{FF2B5EF4-FFF2-40B4-BE49-F238E27FC236}">
                      <a16:creationId xmlns:a16="http://schemas.microsoft.com/office/drawing/2014/main" id="{EDEEA1A6-9C8E-6D65-A6B1-67FD57C34B15}"/>
                    </a:ext>
                  </a:extLst>
                </p:cNvPr>
                <p:cNvSpPr txBox="1"/>
                <p:nvPr/>
              </p:nvSpPr>
              <p:spPr>
                <a:xfrm>
                  <a:off x="8388000" y="1242000"/>
                  <a:ext cx="468000" cy="54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4" name="文本框 153">
                  <a:extLst>
                    <a:ext uri="{FF2B5EF4-FFF2-40B4-BE49-F238E27FC236}">
                      <a16:creationId xmlns:a16="http://schemas.microsoft.com/office/drawing/2014/main" id="{EDEEA1A6-9C8E-6D65-A6B1-67FD57C34B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8000" y="1242000"/>
                  <a:ext cx="468000" cy="54000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5" name="直接连接符 154">
              <a:extLst>
                <a:ext uri="{FF2B5EF4-FFF2-40B4-BE49-F238E27FC236}">
                  <a16:creationId xmlns:a16="http://schemas.microsoft.com/office/drawing/2014/main" id="{672A18DA-CD80-F1B4-6203-1D24BE5A173A}"/>
                </a:ext>
              </a:extLst>
            </p:cNvPr>
            <p:cNvCxnSpPr>
              <a:cxnSpLocks/>
            </p:cNvCxnSpPr>
            <p:nvPr/>
          </p:nvCxnSpPr>
          <p:spPr>
            <a:xfrm>
              <a:off x="9612000" y="1872000"/>
              <a:ext cx="1656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文本框 155">
              <a:extLst>
                <a:ext uri="{FF2B5EF4-FFF2-40B4-BE49-F238E27FC236}">
                  <a16:creationId xmlns:a16="http://schemas.microsoft.com/office/drawing/2014/main" id="{A139527E-B97E-28B3-8935-6D2D841880F2}"/>
                </a:ext>
              </a:extLst>
            </p:cNvPr>
            <p:cNvSpPr txBox="1"/>
            <p:nvPr/>
          </p:nvSpPr>
          <p:spPr>
            <a:xfrm>
              <a:off x="8820000" y="1656000"/>
              <a:ext cx="432000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endPara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7" name="矩形 156">
              <a:extLst>
                <a:ext uri="{FF2B5EF4-FFF2-40B4-BE49-F238E27FC236}">
                  <a16:creationId xmlns:a16="http://schemas.microsoft.com/office/drawing/2014/main" id="{57029A95-A5E5-F5F7-F4FC-D570D8359A12}"/>
                </a:ext>
              </a:extLst>
            </p:cNvPr>
            <p:cNvSpPr/>
            <p:nvPr/>
          </p:nvSpPr>
          <p:spPr>
            <a:xfrm>
              <a:off x="9756000" y="1800000"/>
              <a:ext cx="504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E7BF7D9C-3D91-9775-2572-523E0DF51D89}"/>
                    </a:ext>
                  </a:extLst>
                </p:cNvPr>
                <p:cNvSpPr txBox="1"/>
                <p:nvPr/>
              </p:nvSpPr>
              <p:spPr>
                <a:xfrm>
                  <a:off x="9756000" y="1926000"/>
                  <a:ext cx="504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E7BF7D9C-3D91-9775-2572-523E0DF51D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56000" y="1926000"/>
                  <a:ext cx="504000" cy="43088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9" name="直接连接符 158">
              <a:extLst>
                <a:ext uri="{FF2B5EF4-FFF2-40B4-BE49-F238E27FC236}">
                  <a16:creationId xmlns:a16="http://schemas.microsoft.com/office/drawing/2014/main" id="{1BB19324-6C9C-917F-891B-7998CADCDFF4}"/>
                </a:ext>
              </a:extLst>
            </p:cNvPr>
            <p:cNvCxnSpPr>
              <a:cxnSpLocks/>
            </p:cNvCxnSpPr>
            <p:nvPr/>
          </p:nvCxnSpPr>
          <p:spPr>
            <a:xfrm>
              <a:off x="10908000" y="432000"/>
              <a:ext cx="0" cy="31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椭圆 159">
              <a:extLst>
                <a:ext uri="{FF2B5EF4-FFF2-40B4-BE49-F238E27FC236}">
                  <a16:creationId xmlns:a16="http://schemas.microsoft.com/office/drawing/2014/main" id="{3BD7735C-7308-206A-DC1A-07E115A9D44C}"/>
                </a:ext>
              </a:extLst>
            </p:cNvPr>
            <p:cNvSpPr/>
            <p:nvPr/>
          </p:nvSpPr>
          <p:spPr>
            <a:xfrm>
              <a:off x="10854000" y="1818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1" name="等腰三角形 160">
              <a:extLst>
                <a:ext uri="{FF2B5EF4-FFF2-40B4-BE49-F238E27FC236}">
                  <a16:creationId xmlns:a16="http://schemas.microsoft.com/office/drawing/2014/main" id="{BC6C469B-26E6-3D99-7F41-CE103CAE0C15}"/>
                </a:ext>
              </a:extLst>
            </p:cNvPr>
            <p:cNvSpPr/>
            <p:nvPr/>
          </p:nvSpPr>
          <p:spPr>
            <a:xfrm>
              <a:off x="10728000" y="2664000"/>
              <a:ext cx="360000" cy="288000"/>
            </a:xfrm>
            <a:prstGeom prst="triangl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2" name="等腰三角形 161">
              <a:extLst>
                <a:ext uri="{FF2B5EF4-FFF2-40B4-BE49-F238E27FC236}">
                  <a16:creationId xmlns:a16="http://schemas.microsoft.com/office/drawing/2014/main" id="{F3F86A5F-3AD1-EF1E-1885-F46FFC76C640}"/>
                </a:ext>
              </a:extLst>
            </p:cNvPr>
            <p:cNvSpPr/>
            <p:nvPr/>
          </p:nvSpPr>
          <p:spPr>
            <a:xfrm rot="10800000">
              <a:off x="10728000" y="2376000"/>
              <a:ext cx="360000" cy="288000"/>
            </a:xfrm>
            <a:prstGeom prst="triangl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63" name="直接连接符 162">
              <a:extLst>
                <a:ext uri="{FF2B5EF4-FFF2-40B4-BE49-F238E27FC236}">
                  <a16:creationId xmlns:a16="http://schemas.microsoft.com/office/drawing/2014/main" id="{C3154E22-FBD5-746B-A86B-02565478223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92000" y="2664000"/>
              <a:ext cx="432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直接连接符 163">
              <a:extLst>
                <a:ext uri="{FF2B5EF4-FFF2-40B4-BE49-F238E27FC236}">
                  <a16:creationId xmlns:a16="http://schemas.microsoft.com/office/drawing/2014/main" id="{ADFF2DA8-F2D6-E8F8-939B-4DCC98B06137}"/>
                </a:ext>
              </a:extLst>
            </p:cNvPr>
            <p:cNvCxnSpPr>
              <a:cxnSpLocks/>
            </p:cNvCxnSpPr>
            <p:nvPr/>
          </p:nvCxnSpPr>
          <p:spPr>
            <a:xfrm>
              <a:off x="10692000" y="3636000"/>
              <a:ext cx="432000" cy="0"/>
            </a:xfrm>
            <a:prstGeom prst="line">
              <a:avLst/>
            </a:prstGeom>
            <a:ln w="1016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直接连接符 164">
              <a:extLst>
                <a:ext uri="{FF2B5EF4-FFF2-40B4-BE49-F238E27FC236}">
                  <a16:creationId xmlns:a16="http://schemas.microsoft.com/office/drawing/2014/main" id="{9409E098-778F-FD40-699E-3E973B27F8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10000" y="2556000"/>
              <a:ext cx="0" cy="10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直接连接符 165">
              <a:extLst>
                <a:ext uri="{FF2B5EF4-FFF2-40B4-BE49-F238E27FC236}">
                  <a16:creationId xmlns:a16="http://schemas.microsoft.com/office/drawing/2014/main" id="{9138D606-7C0D-F0E0-EDB4-E131E0C406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6000" y="2664000"/>
              <a:ext cx="0" cy="10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7" name="文本框 166">
                  <a:extLst>
                    <a:ext uri="{FF2B5EF4-FFF2-40B4-BE49-F238E27FC236}">
                      <a16:creationId xmlns:a16="http://schemas.microsoft.com/office/drawing/2014/main" id="{76C8AAF4-4401-51D6-A5E4-0921D7EA54D4}"/>
                    </a:ext>
                  </a:extLst>
                </p:cNvPr>
                <p:cNvSpPr txBox="1"/>
                <p:nvPr/>
              </p:nvSpPr>
              <p:spPr>
                <a:xfrm>
                  <a:off x="11196000" y="1386000"/>
                  <a:ext cx="504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67" name="文本框 166">
                  <a:extLst>
                    <a:ext uri="{FF2B5EF4-FFF2-40B4-BE49-F238E27FC236}">
                      <a16:creationId xmlns:a16="http://schemas.microsoft.com/office/drawing/2014/main" id="{76C8AAF4-4401-51D6-A5E4-0921D7EA54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96000" y="1386000"/>
                  <a:ext cx="504000" cy="43088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3281F26A-B855-B546-C440-B5F3AB408343}"/>
                    </a:ext>
                  </a:extLst>
                </p:cNvPr>
                <p:cNvSpPr txBox="1"/>
                <p:nvPr/>
              </p:nvSpPr>
              <p:spPr>
                <a:xfrm>
                  <a:off x="11159999" y="2448000"/>
                  <a:ext cx="540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3281F26A-B855-B546-C440-B5F3AB4083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59999" y="2448000"/>
                  <a:ext cx="540000" cy="43088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9" name="直接连接符 168">
              <a:extLst>
                <a:ext uri="{FF2B5EF4-FFF2-40B4-BE49-F238E27FC236}">
                  <a16:creationId xmlns:a16="http://schemas.microsoft.com/office/drawing/2014/main" id="{3DF7E296-A6E8-CF19-6FA5-C1C79C09C24A}"/>
                </a:ext>
              </a:extLst>
            </p:cNvPr>
            <p:cNvCxnSpPr>
              <a:cxnSpLocks/>
            </p:cNvCxnSpPr>
            <p:nvPr/>
          </p:nvCxnSpPr>
          <p:spPr>
            <a:xfrm>
              <a:off x="7038000" y="432000"/>
              <a:ext cx="387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0" name="矩形 169">
              <a:extLst>
                <a:ext uri="{FF2B5EF4-FFF2-40B4-BE49-F238E27FC236}">
                  <a16:creationId xmlns:a16="http://schemas.microsoft.com/office/drawing/2014/main" id="{F2FA7B4F-8DC7-1423-CE47-03CCDB29F1A9}"/>
                </a:ext>
              </a:extLst>
            </p:cNvPr>
            <p:cNvSpPr/>
            <p:nvPr/>
          </p:nvSpPr>
          <p:spPr>
            <a:xfrm>
              <a:off x="8820000" y="360000"/>
              <a:ext cx="504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1" name="文本框 170">
                  <a:extLst>
                    <a:ext uri="{FF2B5EF4-FFF2-40B4-BE49-F238E27FC236}">
                      <a16:creationId xmlns:a16="http://schemas.microsoft.com/office/drawing/2014/main" id="{F6DAD54E-F9C5-26B2-8B31-82C486109720}"/>
                    </a:ext>
                  </a:extLst>
                </p:cNvPr>
                <p:cNvSpPr txBox="1"/>
                <p:nvPr/>
              </p:nvSpPr>
              <p:spPr>
                <a:xfrm>
                  <a:off x="8820000" y="486000"/>
                  <a:ext cx="504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f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71" name="文本框 170">
                  <a:extLst>
                    <a:ext uri="{FF2B5EF4-FFF2-40B4-BE49-F238E27FC236}">
                      <a16:creationId xmlns:a16="http://schemas.microsoft.com/office/drawing/2014/main" id="{F6DAD54E-F9C5-26B2-8B31-82C4861097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20000" y="486000"/>
                  <a:ext cx="504000" cy="43088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2" name="直接连接符 171">
              <a:extLst>
                <a:ext uri="{FF2B5EF4-FFF2-40B4-BE49-F238E27FC236}">
                  <a16:creationId xmlns:a16="http://schemas.microsoft.com/office/drawing/2014/main" id="{583EF416-1566-09E8-553B-E4AFEF072DB9}"/>
                </a:ext>
              </a:extLst>
            </p:cNvPr>
            <p:cNvCxnSpPr>
              <a:cxnSpLocks/>
            </p:cNvCxnSpPr>
            <p:nvPr/>
          </p:nvCxnSpPr>
          <p:spPr>
            <a:xfrm>
              <a:off x="10440000" y="1872000"/>
              <a:ext cx="0" cy="900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3" name="椭圆 172">
              <a:extLst>
                <a:ext uri="{FF2B5EF4-FFF2-40B4-BE49-F238E27FC236}">
                  <a16:creationId xmlns:a16="http://schemas.microsoft.com/office/drawing/2014/main" id="{57197845-9F8C-7720-6C60-9EB655F0A5A6}"/>
                </a:ext>
              </a:extLst>
            </p:cNvPr>
            <p:cNvSpPr/>
            <p:nvPr/>
          </p:nvSpPr>
          <p:spPr>
            <a:xfrm>
              <a:off x="10386000" y="1818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74" name="直接连接符 173">
              <a:extLst>
                <a:ext uri="{FF2B5EF4-FFF2-40B4-BE49-F238E27FC236}">
                  <a16:creationId xmlns:a16="http://schemas.microsoft.com/office/drawing/2014/main" id="{78961553-C483-8A25-65CD-6163CABACE26}"/>
                </a:ext>
              </a:extLst>
            </p:cNvPr>
            <p:cNvCxnSpPr>
              <a:cxnSpLocks/>
            </p:cNvCxnSpPr>
            <p:nvPr/>
          </p:nvCxnSpPr>
          <p:spPr>
            <a:xfrm>
              <a:off x="8064000" y="2772000"/>
              <a:ext cx="2376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直接连接符 174">
              <a:extLst>
                <a:ext uri="{FF2B5EF4-FFF2-40B4-BE49-F238E27FC236}">
                  <a16:creationId xmlns:a16="http://schemas.microsoft.com/office/drawing/2014/main" id="{DF65A46F-41FF-2702-3B99-31105255FF93}"/>
                </a:ext>
              </a:extLst>
            </p:cNvPr>
            <p:cNvCxnSpPr>
              <a:cxnSpLocks/>
            </p:cNvCxnSpPr>
            <p:nvPr/>
          </p:nvCxnSpPr>
          <p:spPr>
            <a:xfrm>
              <a:off x="8064000" y="2214000"/>
              <a:ext cx="0" cy="1440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6" name="矩形 175">
              <a:extLst>
                <a:ext uri="{FF2B5EF4-FFF2-40B4-BE49-F238E27FC236}">
                  <a16:creationId xmlns:a16="http://schemas.microsoft.com/office/drawing/2014/main" id="{1B98BD94-B8EC-60A5-2D7D-860A9CE8E398}"/>
                </a:ext>
              </a:extLst>
            </p:cNvPr>
            <p:cNvSpPr/>
            <p:nvPr/>
          </p:nvSpPr>
          <p:spPr>
            <a:xfrm>
              <a:off x="8820000" y="2700000"/>
              <a:ext cx="504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0B9ACA2E-9FD0-5853-11F2-4DFED0C2397F}"/>
                    </a:ext>
                  </a:extLst>
                </p:cNvPr>
                <p:cNvSpPr txBox="1"/>
                <p:nvPr/>
              </p:nvSpPr>
              <p:spPr>
                <a:xfrm>
                  <a:off x="8820000" y="2826000"/>
                  <a:ext cx="504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0B9ACA2E-9FD0-5853-11F2-4DFED0C239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20000" y="2826000"/>
                  <a:ext cx="504000" cy="43088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8" name="椭圆 177">
              <a:extLst>
                <a:ext uri="{FF2B5EF4-FFF2-40B4-BE49-F238E27FC236}">
                  <a16:creationId xmlns:a16="http://schemas.microsoft.com/office/drawing/2014/main" id="{15C70C0D-0DA6-9F6B-B73B-2A2416B68D0C}"/>
                </a:ext>
              </a:extLst>
            </p:cNvPr>
            <p:cNvSpPr/>
            <p:nvPr/>
          </p:nvSpPr>
          <p:spPr>
            <a:xfrm>
              <a:off x="8010000" y="2718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9" name="矩形 178">
              <a:extLst>
                <a:ext uri="{FF2B5EF4-FFF2-40B4-BE49-F238E27FC236}">
                  <a16:creationId xmlns:a16="http://schemas.microsoft.com/office/drawing/2014/main" id="{0D3642E6-E19D-AB32-103A-F43CBDFB4D7C}"/>
                </a:ext>
              </a:extLst>
            </p:cNvPr>
            <p:cNvSpPr/>
            <p:nvPr/>
          </p:nvSpPr>
          <p:spPr>
            <a:xfrm>
              <a:off x="7992000" y="2952000"/>
              <a:ext cx="144000" cy="50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80" name="直接连接符 179">
              <a:extLst>
                <a:ext uri="{FF2B5EF4-FFF2-40B4-BE49-F238E27FC236}">
                  <a16:creationId xmlns:a16="http://schemas.microsoft.com/office/drawing/2014/main" id="{A759D415-C9D3-A5B3-E776-F8B3ACA89D8D}"/>
                </a:ext>
              </a:extLst>
            </p:cNvPr>
            <p:cNvCxnSpPr>
              <a:cxnSpLocks/>
            </p:cNvCxnSpPr>
            <p:nvPr/>
          </p:nvCxnSpPr>
          <p:spPr>
            <a:xfrm>
              <a:off x="7848000" y="3636000"/>
              <a:ext cx="432000" cy="0"/>
            </a:xfrm>
            <a:prstGeom prst="line">
              <a:avLst/>
            </a:prstGeom>
            <a:ln w="1016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1" name="文本框 180">
                  <a:extLst>
                    <a:ext uri="{FF2B5EF4-FFF2-40B4-BE49-F238E27FC236}">
                      <a16:creationId xmlns:a16="http://schemas.microsoft.com/office/drawing/2014/main" id="{B21410A4-284A-96DB-2DE3-A02111D82227}"/>
                    </a:ext>
                  </a:extLst>
                </p:cNvPr>
                <p:cNvSpPr txBox="1"/>
                <p:nvPr/>
              </p:nvSpPr>
              <p:spPr>
                <a:xfrm>
                  <a:off x="6264000" y="1620000"/>
                  <a:ext cx="504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81" name="文本框 180">
                  <a:extLst>
                    <a:ext uri="{FF2B5EF4-FFF2-40B4-BE49-F238E27FC236}">
                      <a16:creationId xmlns:a16="http://schemas.microsoft.com/office/drawing/2014/main" id="{B21410A4-284A-96DB-2DE3-A02111D822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64000" y="1620000"/>
                  <a:ext cx="504000" cy="43088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2" name="椭圆 181">
              <a:extLst>
                <a:ext uri="{FF2B5EF4-FFF2-40B4-BE49-F238E27FC236}">
                  <a16:creationId xmlns:a16="http://schemas.microsoft.com/office/drawing/2014/main" id="{F7B5F9F3-8644-36EF-A7F3-65982BFF0FA6}"/>
                </a:ext>
              </a:extLst>
            </p:cNvPr>
            <p:cNvSpPr/>
            <p:nvPr/>
          </p:nvSpPr>
          <p:spPr>
            <a:xfrm>
              <a:off x="6984000" y="1476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83" name="直接连接符 182">
              <a:extLst>
                <a:ext uri="{FF2B5EF4-FFF2-40B4-BE49-F238E27FC236}">
                  <a16:creationId xmlns:a16="http://schemas.microsoft.com/office/drawing/2014/main" id="{E8B04BBB-9527-20F8-1BBE-923EE856D3C6}"/>
                </a:ext>
              </a:extLst>
            </p:cNvPr>
            <p:cNvCxnSpPr>
              <a:cxnSpLocks/>
            </p:cNvCxnSpPr>
            <p:nvPr/>
          </p:nvCxnSpPr>
          <p:spPr>
            <a:xfrm>
              <a:off x="7038000" y="432000"/>
              <a:ext cx="0" cy="13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直接连接符 183">
              <a:extLst>
                <a:ext uri="{FF2B5EF4-FFF2-40B4-BE49-F238E27FC236}">
                  <a16:creationId xmlns:a16="http://schemas.microsoft.com/office/drawing/2014/main" id="{46C7C747-78E9-34E2-C2B5-46A4E5A60AA1}"/>
                </a:ext>
              </a:extLst>
            </p:cNvPr>
            <p:cNvCxnSpPr>
              <a:cxnSpLocks/>
            </p:cNvCxnSpPr>
            <p:nvPr/>
          </p:nvCxnSpPr>
          <p:spPr>
            <a:xfrm>
              <a:off x="6732000" y="1800000"/>
              <a:ext cx="612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直接连接符 184">
              <a:extLst>
                <a:ext uri="{FF2B5EF4-FFF2-40B4-BE49-F238E27FC236}">
                  <a16:creationId xmlns:a16="http://schemas.microsoft.com/office/drawing/2014/main" id="{FE51B0FB-69E9-9E3C-C675-5C81F17B8ABE}"/>
                </a:ext>
              </a:extLst>
            </p:cNvPr>
            <p:cNvCxnSpPr>
              <a:cxnSpLocks/>
            </p:cNvCxnSpPr>
            <p:nvPr/>
          </p:nvCxnSpPr>
          <p:spPr>
            <a:xfrm>
              <a:off x="6732000" y="1944000"/>
              <a:ext cx="612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直接连接符 185">
              <a:extLst>
                <a:ext uri="{FF2B5EF4-FFF2-40B4-BE49-F238E27FC236}">
                  <a16:creationId xmlns:a16="http://schemas.microsoft.com/office/drawing/2014/main" id="{498AE3B9-AF97-CE5A-EDD8-17F115C4F1A3}"/>
                </a:ext>
              </a:extLst>
            </p:cNvPr>
            <p:cNvCxnSpPr>
              <a:cxnSpLocks/>
            </p:cNvCxnSpPr>
            <p:nvPr/>
          </p:nvCxnSpPr>
          <p:spPr>
            <a:xfrm>
              <a:off x="6804000" y="2340000"/>
              <a:ext cx="432000" cy="0"/>
            </a:xfrm>
            <a:prstGeom prst="line">
              <a:avLst/>
            </a:prstGeom>
            <a:ln w="1016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接连接符 186">
              <a:extLst>
                <a:ext uri="{FF2B5EF4-FFF2-40B4-BE49-F238E27FC236}">
                  <a16:creationId xmlns:a16="http://schemas.microsoft.com/office/drawing/2014/main" id="{357EC101-B9A9-9790-4A5A-A9E803066D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38000" y="1944000"/>
              <a:ext cx="0" cy="360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8" name="文本框 187">
                  <a:extLst>
                    <a:ext uri="{FF2B5EF4-FFF2-40B4-BE49-F238E27FC236}">
                      <a16:creationId xmlns:a16="http://schemas.microsoft.com/office/drawing/2014/main" id="{B479B4A7-AD4C-01E4-D750-099F7AC1F0C3}"/>
                    </a:ext>
                  </a:extLst>
                </p:cNvPr>
                <p:cNvSpPr txBox="1"/>
                <p:nvPr/>
              </p:nvSpPr>
              <p:spPr>
                <a:xfrm>
                  <a:off x="7488000" y="3024000"/>
                  <a:ext cx="504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88" name="文本框 187">
                  <a:extLst>
                    <a:ext uri="{FF2B5EF4-FFF2-40B4-BE49-F238E27FC236}">
                      <a16:creationId xmlns:a16="http://schemas.microsoft.com/office/drawing/2014/main" id="{B479B4A7-AD4C-01E4-D750-099F7AC1F0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88000" y="3024000"/>
                  <a:ext cx="504000" cy="43088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9" name="文本框 188">
                  <a:extLst>
                    <a:ext uri="{FF2B5EF4-FFF2-40B4-BE49-F238E27FC236}">
                      <a16:creationId xmlns:a16="http://schemas.microsoft.com/office/drawing/2014/main" id="{0B6EC4C1-532B-F2F8-BEC7-74EC7D90D32A}"/>
                    </a:ext>
                  </a:extLst>
                </p:cNvPr>
                <p:cNvSpPr txBox="1"/>
                <p:nvPr/>
              </p:nvSpPr>
              <p:spPr>
                <a:xfrm>
                  <a:off x="7740000" y="1080000"/>
                  <a:ext cx="50347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89" name="文本框 188">
                  <a:extLst>
                    <a:ext uri="{FF2B5EF4-FFF2-40B4-BE49-F238E27FC236}">
                      <a16:creationId xmlns:a16="http://schemas.microsoft.com/office/drawing/2014/main" id="{0B6EC4C1-532B-F2F8-BEC7-74EC7D90D3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40000" y="1080000"/>
                  <a:ext cx="503471" cy="43088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0" name="文本框 189">
                  <a:extLst>
                    <a:ext uri="{FF2B5EF4-FFF2-40B4-BE49-F238E27FC236}">
                      <a16:creationId xmlns:a16="http://schemas.microsoft.com/office/drawing/2014/main" id="{6D0FCD1A-3203-CF63-CC10-892288A62F20}"/>
                    </a:ext>
                  </a:extLst>
                </p:cNvPr>
                <p:cNvSpPr txBox="1"/>
                <p:nvPr/>
              </p:nvSpPr>
              <p:spPr>
                <a:xfrm>
                  <a:off x="7739999" y="1764000"/>
                  <a:ext cx="504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90" name="文本框 189">
                  <a:extLst>
                    <a:ext uri="{FF2B5EF4-FFF2-40B4-BE49-F238E27FC236}">
                      <a16:creationId xmlns:a16="http://schemas.microsoft.com/office/drawing/2014/main" id="{6D0FCD1A-3203-CF63-CC10-892288A62F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9999" y="1764000"/>
                  <a:ext cx="504000" cy="430887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1" name="文本框 190">
                  <a:extLst>
                    <a:ext uri="{FF2B5EF4-FFF2-40B4-BE49-F238E27FC236}">
                      <a16:creationId xmlns:a16="http://schemas.microsoft.com/office/drawing/2014/main" id="{5953D180-1D67-0281-4A61-8649233E8724}"/>
                    </a:ext>
                  </a:extLst>
                </p:cNvPr>
                <p:cNvSpPr txBox="1"/>
                <p:nvPr/>
              </p:nvSpPr>
              <p:spPr>
                <a:xfrm>
                  <a:off x="7344000" y="1656000"/>
                  <a:ext cx="360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91" name="文本框 190">
                  <a:extLst>
                    <a:ext uri="{FF2B5EF4-FFF2-40B4-BE49-F238E27FC236}">
                      <a16:creationId xmlns:a16="http://schemas.microsoft.com/office/drawing/2014/main" id="{5953D180-1D67-0281-4A61-8649233E87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4000" y="1656000"/>
                  <a:ext cx="360000" cy="430887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2" name="文本框 191">
                  <a:extLst>
                    <a:ext uri="{FF2B5EF4-FFF2-40B4-BE49-F238E27FC236}">
                      <a16:creationId xmlns:a16="http://schemas.microsoft.com/office/drawing/2014/main" id="{5714B0FC-A0FE-F746-9E0D-9EEB3CF3C6B3}"/>
                    </a:ext>
                  </a:extLst>
                </p:cNvPr>
                <p:cNvSpPr txBox="1"/>
                <p:nvPr/>
              </p:nvSpPr>
              <p:spPr>
                <a:xfrm>
                  <a:off x="6300000" y="1296000"/>
                  <a:ext cx="360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92" name="文本框 191">
                  <a:extLst>
                    <a:ext uri="{FF2B5EF4-FFF2-40B4-BE49-F238E27FC236}">
                      <a16:creationId xmlns:a16="http://schemas.microsoft.com/office/drawing/2014/main" id="{5714B0FC-A0FE-F746-9E0D-9EEB3CF3C6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0000" y="1296000"/>
                  <a:ext cx="360000" cy="430887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3" name="文本框 192">
                  <a:extLst>
                    <a:ext uri="{FF2B5EF4-FFF2-40B4-BE49-F238E27FC236}">
                      <a16:creationId xmlns:a16="http://schemas.microsoft.com/office/drawing/2014/main" id="{5A5C6028-20F4-76EC-A368-6D8EE610F879}"/>
                    </a:ext>
                  </a:extLst>
                </p:cNvPr>
                <p:cNvSpPr txBox="1"/>
                <p:nvPr/>
              </p:nvSpPr>
              <p:spPr>
                <a:xfrm>
                  <a:off x="6300000" y="1980000"/>
                  <a:ext cx="360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93" name="文本框 192">
                  <a:extLst>
                    <a:ext uri="{FF2B5EF4-FFF2-40B4-BE49-F238E27FC236}">
                      <a16:creationId xmlns:a16="http://schemas.microsoft.com/office/drawing/2014/main" id="{5A5C6028-20F4-76EC-A368-6D8EE610F8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0000" y="1980000"/>
                  <a:ext cx="360000" cy="430887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3775863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03987-EDBC-9827-1C37-8E1B4DAAE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82684033-C0AC-39D4-BBBC-672A82C56996}"/>
              </a:ext>
            </a:extLst>
          </p:cNvPr>
          <p:cNvGrpSpPr/>
          <p:nvPr/>
        </p:nvGrpSpPr>
        <p:grpSpPr>
          <a:xfrm>
            <a:off x="6660000" y="792000"/>
            <a:ext cx="5436000" cy="3294000"/>
            <a:chOff x="6264000" y="360000"/>
            <a:chExt cx="5436000" cy="3294000"/>
          </a:xfrm>
        </p:grpSpPr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144F6D99-A483-2692-7746-4F868493CAEB}"/>
                </a:ext>
              </a:extLst>
            </p:cNvPr>
            <p:cNvCxnSpPr>
              <a:cxnSpLocks/>
            </p:cNvCxnSpPr>
            <p:nvPr/>
          </p:nvCxnSpPr>
          <p:spPr>
            <a:xfrm>
              <a:off x="7038000" y="1530000"/>
              <a:ext cx="144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2DE1D03F-8135-04EF-AA44-5392B330CE23}"/>
                </a:ext>
              </a:extLst>
            </p:cNvPr>
            <p:cNvCxnSpPr>
              <a:cxnSpLocks/>
            </p:cNvCxnSpPr>
            <p:nvPr/>
          </p:nvCxnSpPr>
          <p:spPr>
            <a:xfrm>
              <a:off x="8064000" y="2214000"/>
              <a:ext cx="396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等腰三角形 104">
              <a:extLst>
                <a:ext uri="{FF2B5EF4-FFF2-40B4-BE49-F238E27FC236}">
                  <a16:creationId xmlns:a16="http://schemas.microsoft.com/office/drawing/2014/main" id="{C9C4CC88-FF87-90E3-6058-1EAD7605479C}"/>
                </a:ext>
              </a:extLst>
            </p:cNvPr>
            <p:cNvSpPr/>
            <p:nvPr/>
          </p:nvSpPr>
          <p:spPr>
            <a:xfrm rot="5400000">
              <a:off x="8316000" y="1278000"/>
              <a:ext cx="1440000" cy="1188000"/>
            </a:xfrm>
            <a:prstGeom prst="triangl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3A307374-2800-4695-7EAE-440AF34F7C8C}"/>
                    </a:ext>
                  </a:extLst>
                </p:cNvPr>
                <p:cNvSpPr txBox="1"/>
                <p:nvPr/>
              </p:nvSpPr>
              <p:spPr>
                <a:xfrm>
                  <a:off x="8388000" y="1926000"/>
                  <a:ext cx="468000" cy="54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3A307374-2800-4695-7EAE-440AF34F7C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8000" y="1926000"/>
                  <a:ext cx="468000" cy="5400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文本框 106">
                  <a:extLst>
                    <a:ext uri="{FF2B5EF4-FFF2-40B4-BE49-F238E27FC236}">
                      <a16:creationId xmlns:a16="http://schemas.microsoft.com/office/drawing/2014/main" id="{E2F915AA-DA67-163A-88DD-8D558236B0D6}"/>
                    </a:ext>
                  </a:extLst>
                </p:cNvPr>
                <p:cNvSpPr txBox="1"/>
                <p:nvPr/>
              </p:nvSpPr>
              <p:spPr>
                <a:xfrm>
                  <a:off x="8388000" y="1242000"/>
                  <a:ext cx="468000" cy="54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7" name="文本框 106">
                  <a:extLst>
                    <a:ext uri="{FF2B5EF4-FFF2-40B4-BE49-F238E27FC236}">
                      <a16:creationId xmlns:a16="http://schemas.microsoft.com/office/drawing/2014/main" id="{E2F915AA-DA67-163A-88DD-8D558236B0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8000" y="1242000"/>
                  <a:ext cx="468000" cy="5400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1DC5FCDE-5804-C2F4-A3CD-BDA7CC61BDDD}"/>
                </a:ext>
              </a:extLst>
            </p:cNvPr>
            <p:cNvCxnSpPr>
              <a:cxnSpLocks/>
            </p:cNvCxnSpPr>
            <p:nvPr/>
          </p:nvCxnSpPr>
          <p:spPr>
            <a:xfrm>
              <a:off x="9612000" y="1872000"/>
              <a:ext cx="1656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文本框 108">
              <a:extLst>
                <a:ext uri="{FF2B5EF4-FFF2-40B4-BE49-F238E27FC236}">
                  <a16:creationId xmlns:a16="http://schemas.microsoft.com/office/drawing/2014/main" id="{0C238BCC-0DEF-64A1-129C-D68F0AC22B5E}"/>
                </a:ext>
              </a:extLst>
            </p:cNvPr>
            <p:cNvSpPr txBox="1"/>
            <p:nvPr/>
          </p:nvSpPr>
          <p:spPr>
            <a:xfrm>
              <a:off x="8820000" y="1656000"/>
              <a:ext cx="432000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endPara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34B4C485-D351-497E-9C2D-1FD27201CEB2}"/>
                </a:ext>
              </a:extLst>
            </p:cNvPr>
            <p:cNvSpPr/>
            <p:nvPr/>
          </p:nvSpPr>
          <p:spPr>
            <a:xfrm>
              <a:off x="9756000" y="1800000"/>
              <a:ext cx="504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文本框 110">
                  <a:extLst>
                    <a:ext uri="{FF2B5EF4-FFF2-40B4-BE49-F238E27FC236}">
                      <a16:creationId xmlns:a16="http://schemas.microsoft.com/office/drawing/2014/main" id="{2609BF0E-D8C1-5B3B-160D-3D81A153A975}"/>
                    </a:ext>
                  </a:extLst>
                </p:cNvPr>
                <p:cNvSpPr txBox="1"/>
                <p:nvPr/>
              </p:nvSpPr>
              <p:spPr>
                <a:xfrm>
                  <a:off x="9756000" y="1926000"/>
                  <a:ext cx="504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11" name="文本框 110">
                  <a:extLst>
                    <a:ext uri="{FF2B5EF4-FFF2-40B4-BE49-F238E27FC236}">
                      <a16:creationId xmlns:a16="http://schemas.microsoft.com/office/drawing/2014/main" id="{2609BF0E-D8C1-5B3B-160D-3D81A153A9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56000" y="1926000"/>
                  <a:ext cx="504000" cy="43088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90529498-E95E-75BE-50D2-B3AFE4579FC6}"/>
                </a:ext>
              </a:extLst>
            </p:cNvPr>
            <p:cNvCxnSpPr>
              <a:cxnSpLocks/>
            </p:cNvCxnSpPr>
            <p:nvPr/>
          </p:nvCxnSpPr>
          <p:spPr>
            <a:xfrm>
              <a:off x="10908000" y="432000"/>
              <a:ext cx="0" cy="31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椭圆 112">
              <a:extLst>
                <a:ext uri="{FF2B5EF4-FFF2-40B4-BE49-F238E27FC236}">
                  <a16:creationId xmlns:a16="http://schemas.microsoft.com/office/drawing/2014/main" id="{002CBCA4-48BA-0D49-2CCC-235DCD01D595}"/>
                </a:ext>
              </a:extLst>
            </p:cNvPr>
            <p:cNvSpPr/>
            <p:nvPr/>
          </p:nvSpPr>
          <p:spPr>
            <a:xfrm>
              <a:off x="10854000" y="1818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等腰三角形 113">
              <a:extLst>
                <a:ext uri="{FF2B5EF4-FFF2-40B4-BE49-F238E27FC236}">
                  <a16:creationId xmlns:a16="http://schemas.microsoft.com/office/drawing/2014/main" id="{02B2095D-B124-E36C-1FC7-9ED4367371A6}"/>
                </a:ext>
              </a:extLst>
            </p:cNvPr>
            <p:cNvSpPr/>
            <p:nvPr/>
          </p:nvSpPr>
          <p:spPr>
            <a:xfrm>
              <a:off x="10728000" y="2664000"/>
              <a:ext cx="360000" cy="288000"/>
            </a:xfrm>
            <a:prstGeom prst="triangl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5" name="等腰三角形 114">
              <a:extLst>
                <a:ext uri="{FF2B5EF4-FFF2-40B4-BE49-F238E27FC236}">
                  <a16:creationId xmlns:a16="http://schemas.microsoft.com/office/drawing/2014/main" id="{0C05BF6A-25D8-FDE8-27AA-87E238839F1B}"/>
                </a:ext>
              </a:extLst>
            </p:cNvPr>
            <p:cNvSpPr/>
            <p:nvPr/>
          </p:nvSpPr>
          <p:spPr>
            <a:xfrm rot="10800000">
              <a:off x="10728000" y="2376000"/>
              <a:ext cx="360000" cy="288000"/>
            </a:xfrm>
            <a:prstGeom prst="triangl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2C297C4D-4307-F67D-59FF-533B7D812F9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92000" y="2664000"/>
              <a:ext cx="432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E89A22C7-7962-7C66-5451-D66AF2FF3C0D}"/>
                </a:ext>
              </a:extLst>
            </p:cNvPr>
            <p:cNvCxnSpPr>
              <a:cxnSpLocks/>
            </p:cNvCxnSpPr>
            <p:nvPr/>
          </p:nvCxnSpPr>
          <p:spPr>
            <a:xfrm>
              <a:off x="10692000" y="3636000"/>
              <a:ext cx="432000" cy="0"/>
            </a:xfrm>
            <a:prstGeom prst="line">
              <a:avLst/>
            </a:prstGeom>
            <a:ln w="1016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0A964F8A-A99E-C97E-D434-77A89814B0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10000" y="2556000"/>
              <a:ext cx="0" cy="10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CE0184D1-A4AB-E21A-3902-5585EFB340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6000" y="2664000"/>
              <a:ext cx="0" cy="10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文本框 119">
                  <a:extLst>
                    <a:ext uri="{FF2B5EF4-FFF2-40B4-BE49-F238E27FC236}">
                      <a16:creationId xmlns:a16="http://schemas.microsoft.com/office/drawing/2014/main" id="{8BC72898-2D87-29D3-4774-8FFC50777AF3}"/>
                    </a:ext>
                  </a:extLst>
                </p:cNvPr>
                <p:cNvSpPr txBox="1"/>
                <p:nvPr/>
              </p:nvSpPr>
              <p:spPr>
                <a:xfrm>
                  <a:off x="11196000" y="1386000"/>
                  <a:ext cx="504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20" name="文本框 119">
                  <a:extLst>
                    <a:ext uri="{FF2B5EF4-FFF2-40B4-BE49-F238E27FC236}">
                      <a16:creationId xmlns:a16="http://schemas.microsoft.com/office/drawing/2014/main" id="{8BC72898-2D87-29D3-4774-8FFC50777A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96000" y="1386000"/>
                  <a:ext cx="504000" cy="43088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文本框 120">
                  <a:extLst>
                    <a:ext uri="{FF2B5EF4-FFF2-40B4-BE49-F238E27FC236}">
                      <a16:creationId xmlns:a16="http://schemas.microsoft.com/office/drawing/2014/main" id="{28642755-1BF5-830D-E1A5-946C7A02B89A}"/>
                    </a:ext>
                  </a:extLst>
                </p:cNvPr>
                <p:cNvSpPr txBox="1"/>
                <p:nvPr/>
              </p:nvSpPr>
              <p:spPr>
                <a:xfrm>
                  <a:off x="11159999" y="2448000"/>
                  <a:ext cx="540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21" name="文本框 120">
                  <a:extLst>
                    <a:ext uri="{FF2B5EF4-FFF2-40B4-BE49-F238E27FC236}">
                      <a16:creationId xmlns:a16="http://schemas.microsoft.com/office/drawing/2014/main" id="{28642755-1BF5-830D-E1A5-946C7A02B8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59999" y="2448000"/>
                  <a:ext cx="540000" cy="43088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F1DDBAFA-8940-C419-A6AD-12F32D17A560}"/>
                </a:ext>
              </a:extLst>
            </p:cNvPr>
            <p:cNvCxnSpPr>
              <a:cxnSpLocks/>
            </p:cNvCxnSpPr>
            <p:nvPr/>
          </p:nvCxnSpPr>
          <p:spPr>
            <a:xfrm>
              <a:off x="7038000" y="432000"/>
              <a:ext cx="387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矩形 122">
              <a:extLst>
                <a:ext uri="{FF2B5EF4-FFF2-40B4-BE49-F238E27FC236}">
                  <a16:creationId xmlns:a16="http://schemas.microsoft.com/office/drawing/2014/main" id="{1252FF23-E9B7-751A-CA88-9B3BD693E2C4}"/>
                </a:ext>
              </a:extLst>
            </p:cNvPr>
            <p:cNvSpPr/>
            <p:nvPr/>
          </p:nvSpPr>
          <p:spPr>
            <a:xfrm>
              <a:off x="8820000" y="360000"/>
              <a:ext cx="504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文本框 123">
                  <a:extLst>
                    <a:ext uri="{FF2B5EF4-FFF2-40B4-BE49-F238E27FC236}">
                      <a16:creationId xmlns:a16="http://schemas.microsoft.com/office/drawing/2014/main" id="{3ECD7EF5-F8AB-28CC-9BA6-90377596C0BB}"/>
                    </a:ext>
                  </a:extLst>
                </p:cNvPr>
                <p:cNvSpPr txBox="1"/>
                <p:nvPr/>
              </p:nvSpPr>
              <p:spPr>
                <a:xfrm>
                  <a:off x="8820000" y="486000"/>
                  <a:ext cx="504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f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24" name="文本框 123">
                  <a:extLst>
                    <a:ext uri="{FF2B5EF4-FFF2-40B4-BE49-F238E27FC236}">
                      <a16:creationId xmlns:a16="http://schemas.microsoft.com/office/drawing/2014/main" id="{3ECD7EF5-F8AB-28CC-9BA6-90377596C0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20000" y="486000"/>
                  <a:ext cx="504000" cy="43088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B5580E1F-5BB8-ED87-ED56-CDBA6BA9E1D2}"/>
                </a:ext>
              </a:extLst>
            </p:cNvPr>
            <p:cNvCxnSpPr>
              <a:cxnSpLocks/>
            </p:cNvCxnSpPr>
            <p:nvPr/>
          </p:nvCxnSpPr>
          <p:spPr>
            <a:xfrm>
              <a:off x="10440000" y="1872000"/>
              <a:ext cx="0" cy="900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椭圆 125">
              <a:extLst>
                <a:ext uri="{FF2B5EF4-FFF2-40B4-BE49-F238E27FC236}">
                  <a16:creationId xmlns:a16="http://schemas.microsoft.com/office/drawing/2014/main" id="{1D6D43A4-B674-7BCE-A439-96F6CF52FB2F}"/>
                </a:ext>
              </a:extLst>
            </p:cNvPr>
            <p:cNvSpPr/>
            <p:nvPr/>
          </p:nvSpPr>
          <p:spPr>
            <a:xfrm>
              <a:off x="10386000" y="1818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7" name="直接连接符 126">
              <a:extLst>
                <a:ext uri="{FF2B5EF4-FFF2-40B4-BE49-F238E27FC236}">
                  <a16:creationId xmlns:a16="http://schemas.microsoft.com/office/drawing/2014/main" id="{EFFD3604-EAD2-E9F0-7518-A7C5523D344E}"/>
                </a:ext>
              </a:extLst>
            </p:cNvPr>
            <p:cNvCxnSpPr>
              <a:cxnSpLocks/>
            </p:cNvCxnSpPr>
            <p:nvPr/>
          </p:nvCxnSpPr>
          <p:spPr>
            <a:xfrm>
              <a:off x="8064000" y="2772000"/>
              <a:ext cx="2376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接连接符 127">
              <a:extLst>
                <a:ext uri="{FF2B5EF4-FFF2-40B4-BE49-F238E27FC236}">
                  <a16:creationId xmlns:a16="http://schemas.microsoft.com/office/drawing/2014/main" id="{A076340D-6772-701D-6B54-B4F1A131CC98}"/>
                </a:ext>
              </a:extLst>
            </p:cNvPr>
            <p:cNvCxnSpPr>
              <a:cxnSpLocks/>
            </p:cNvCxnSpPr>
            <p:nvPr/>
          </p:nvCxnSpPr>
          <p:spPr>
            <a:xfrm>
              <a:off x="8064000" y="2214000"/>
              <a:ext cx="0" cy="1440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矩形 128">
              <a:extLst>
                <a:ext uri="{FF2B5EF4-FFF2-40B4-BE49-F238E27FC236}">
                  <a16:creationId xmlns:a16="http://schemas.microsoft.com/office/drawing/2014/main" id="{777061D5-A84A-FF9C-CBCC-CAB6755DE216}"/>
                </a:ext>
              </a:extLst>
            </p:cNvPr>
            <p:cNvSpPr/>
            <p:nvPr/>
          </p:nvSpPr>
          <p:spPr>
            <a:xfrm>
              <a:off x="8820000" y="2700000"/>
              <a:ext cx="504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文本框 129">
                  <a:extLst>
                    <a:ext uri="{FF2B5EF4-FFF2-40B4-BE49-F238E27FC236}">
                      <a16:creationId xmlns:a16="http://schemas.microsoft.com/office/drawing/2014/main" id="{8F2A99D4-2224-3339-B685-6B09862849E4}"/>
                    </a:ext>
                  </a:extLst>
                </p:cNvPr>
                <p:cNvSpPr txBox="1"/>
                <p:nvPr/>
              </p:nvSpPr>
              <p:spPr>
                <a:xfrm>
                  <a:off x="8820000" y="2826000"/>
                  <a:ext cx="504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0" name="文本框 129">
                  <a:extLst>
                    <a:ext uri="{FF2B5EF4-FFF2-40B4-BE49-F238E27FC236}">
                      <a16:creationId xmlns:a16="http://schemas.microsoft.com/office/drawing/2014/main" id="{8F2A99D4-2224-3339-B685-6B09862849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20000" y="2826000"/>
                  <a:ext cx="504000" cy="43088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1" name="椭圆 130">
              <a:extLst>
                <a:ext uri="{FF2B5EF4-FFF2-40B4-BE49-F238E27FC236}">
                  <a16:creationId xmlns:a16="http://schemas.microsoft.com/office/drawing/2014/main" id="{CA8F396C-3D84-33F7-0B3B-3656E8EBFA03}"/>
                </a:ext>
              </a:extLst>
            </p:cNvPr>
            <p:cNvSpPr/>
            <p:nvPr/>
          </p:nvSpPr>
          <p:spPr>
            <a:xfrm>
              <a:off x="8010000" y="2718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2" name="矩形 131">
              <a:extLst>
                <a:ext uri="{FF2B5EF4-FFF2-40B4-BE49-F238E27FC236}">
                  <a16:creationId xmlns:a16="http://schemas.microsoft.com/office/drawing/2014/main" id="{AF54DFD2-399A-795A-D3F0-190CBFEF9C18}"/>
                </a:ext>
              </a:extLst>
            </p:cNvPr>
            <p:cNvSpPr/>
            <p:nvPr/>
          </p:nvSpPr>
          <p:spPr>
            <a:xfrm>
              <a:off x="7992000" y="2952000"/>
              <a:ext cx="144000" cy="50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67C2E418-F783-F7AC-FB36-613DAE5EA218}"/>
                </a:ext>
              </a:extLst>
            </p:cNvPr>
            <p:cNvCxnSpPr>
              <a:cxnSpLocks/>
            </p:cNvCxnSpPr>
            <p:nvPr/>
          </p:nvCxnSpPr>
          <p:spPr>
            <a:xfrm>
              <a:off x="7848000" y="3636000"/>
              <a:ext cx="432000" cy="0"/>
            </a:xfrm>
            <a:prstGeom prst="line">
              <a:avLst/>
            </a:prstGeom>
            <a:ln w="1016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文本框 133">
                  <a:extLst>
                    <a:ext uri="{FF2B5EF4-FFF2-40B4-BE49-F238E27FC236}">
                      <a16:creationId xmlns:a16="http://schemas.microsoft.com/office/drawing/2014/main" id="{40DE6913-CD84-5E74-35E6-658EECF20D95}"/>
                    </a:ext>
                  </a:extLst>
                </p:cNvPr>
                <p:cNvSpPr txBox="1"/>
                <p:nvPr/>
              </p:nvSpPr>
              <p:spPr>
                <a:xfrm>
                  <a:off x="6264000" y="1620000"/>
                  <a:ext cx="504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4" name="文本框 133">
                  <a:extLst>
                    <a:ext uri="{FF2B5EF4-FFF2-40B4-BE49-F238E27FC236}">
                      <a16:creationId xmlns:a16="http://schemas.microsoft.com/office/drawing/2014/main" id="{40DE6913-CD84-5E74-35E6-658EECF20D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64000" y="1620000"/>
                  <a:ext cx="504000" cy="43088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5" name="椭圆 134">
              <a:extLst>
                <a:ext uri="{FF2B5EF4-FFF2-40B4-BE49-F238E27FC236}">
                  <a16:creationId xmlns:a16="http://schemas.microsoft.com/office/drawing/2014/main" id="{67B4ECB1-3878-FBC9-11C1-8BAC8667426F}"/>
                </a:ext>
              </a:extLst>
            </p:cNvPr>
            <p:cNvSpPr/>
            <p:nvPr/>
          </p:nvSpPr>
          <p:spPr>
            <a:xfrm>
              <a:off x="6984000" y="1476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129A03C4-623D-8E1C-0B9B-C94E2F46B464}"/>
                </a:ext>
              </a:extLst>
            </p:cNvPr>
            <p:cNvCxnSpPr>
              <a:cxnSpLocks/>
            </p:cNvCxnSpPr>
            <p:nvPr/>
          </p:nvCxnSpPr>
          <p:spPr>
            <a:xfrm>
              <a:off x="7038000" y="432000"/>
              <a:ext cx="0" cy="13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接连接符 136">
              <a:extLst>
                <a:ext uri="{FF2B5EF4-FFF2-40B4-BE49-F238E27FC236}">
                  <a16:creationId xmlns:a16="http://schemas.microsoft.com/office/drawing/2014/main" id="{115B9457-0BD6-6A4F-A20D-7A0C7E9155B1}"/>
                </a:ext>
              </a:extLst>
            </p:cNvPr>
            <p:cNvCxnSpPr>
              <a:cxnSpLocks/>
            </p:cNvCxnSpPr>
            <p:nvPr/>
          </p:nvCxnSpPr>
          <p:spPr>
            <a:xfrm>
              <a:off x="6732000" y="1800000"/>
              <a:ext cx="612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接连接符 137">
              <a:extLst>
                <a:ext uri="{FF2B5EF4-FFF2-40B4-BE49-F238E27FC236}">
                  <a16:creationId xmlns:a16="http://schemas.microsoft.com/office/drawing/2014/main" id="{DF507473-C178-A2DC-9AE9-6EE950172E30}"/>
                </a:ext>
              </a:extLst>
            </p:cNvPr>
            <p:cNvCxnSpPr>
              <a:cxnSpLocks/>
            </p:cNvCxnSpPr>
            <p:nvPr/>
          </p:nvCxnSpPr>
          <p:spPr>
            <a:xfrm>
              <a:off x="6732000" y="1944000"/>
              <a:ext cx="612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连接符 138">
              <a:extLst>
                <a:ext uri="{FF2B5EF4-FFF2-40B4-BE49-F238E27FC236}">
                  <a16:creationId xmlns:a16="http://schemas.microsoft.com/office/drawing/2014/main" id="{A4CBC7AC-9E32-C16A-EC20-6AB158B1EBF6}"/>
                </a:ext>
              </a:extLst>
            </p:cNvPr>
            <p:cNvCxnSpPr>
              <a:cxnSpLocks/>
            </p:cNvCxnSpPr>
            <p:nvPr/>
          </p:nvCxnSpPr>
          <p:spPr>
            <a:xfrm>
              <a:off x="6804000" y="2340000"/>
              <a:ext cx="432000" cy="0"/>
            </a:xfrm>
            <a:prstGeom prst="line">
              <a:avLst/>
            </a:prstGeom>
            <a:ln w="1016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接连接符 139">
              <a:extLst>
                <a:ext uri="{FF2B5EF4-FFF2-40B4-BE49-F238E27FC236}">
                  <a16:creationId xmlns:a16="http://schemas.microsoft.com/office/drawing/2014/main" id="{8FF720B0-D586-8ED8-7304-09C3CB84DF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38000" y="1944000"/>
              <a:ext cx="0" cy="360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00A80309-E388-068C-0409-07C9B2D929C3}"/>
                    </a:ext>
                  </a:extLst>
                </p:cNvPr>
                <p:cNvSpPr txBox="1"/>
                <p:nvPr/>
              </p:nvSpPr>
              <p:spPr>
                <a:xfrm>
                  <a:off x="7488000" y="3024000"/>
                  <a:ext cx="504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00A80309-E388-068C-0409-07C9B2D929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88000" y="3024000"/>
                  <a:ext cx="504000" cy="43088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文本框 141">
                  <a:extLst>
                    <a:ext uri="{FF2B5EF4-FFF2-40B4-BE49-F238E27FC236}">
                      <a16:creationId xmlns:a16="http://schemas.microsoft.com/office/drawing/2014/main" id="{0B508B9D-AE4E-7A5E-14DB-9472F5E63A05}"/>
                    </a:ext>
                  </a:extLst>
                </p:cNvPr>
                <p:cNvSpPr txBox="1"/>
                <p:nvPr/>
              </p:nvSpPr>
              <p:spPr>
                <a:xfrm>
                  <a:off x="7740000" y="1080000"/>
                  <a:ext cx="50347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42" name="文本框 141">
                  <a:extLst>
                    <a:ext uri="{FF2B5EF4-FFF2-40B4-BE49-F238E27FC236}">
                      <a16:creationId xmlns:a16="http://schemas.microsoft.com/office/drawing/2014/main" id="{0B508B9D-AE4E-7A5E-14DB-9472F5E63A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40000" y="1080000"/>
                  <a:ext cx="503471" cy="43088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" name="文本框 142">
                  <a:extLst>
                    <a:ext uri="{FF2B5EF4-FFF2-40B4-BE49-F238E27FC236}">
                      <a16:creationId xmlns:a16="http://schemas.microsoft.com/office/drawing/2014/main" id="{24F6B1F3-A23D-C3BF-F4EE-D952F8356C65}"/>
                    </a:ext>
                  </a:extLst>
                </p:cNvPr>
                <p:cNvSpPr txBox="1"/>
                <p:nvPr/>
              </p:nvSpPr>
              <p:spPr>
                <a:xfrm>
                  <a:off x="7739999" y="1764000"/>
                  <a:ext cx="504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43" name="文本框 142">
                  <a:extLst>
                    <a:ext uri="{FF2B5EF4-FFF2-40B4-BE49-F238E27FC236}">
                      <a16:creationId xmlns:a16="http://schemas.microsoft.com/office/drawing/2014/main" id="{24F6B1F3-A23D-C3BF-F4EE-D952F8356C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9999" y="1764000"/>
                  <a:ext cx="504000" cy="43088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文本框 143">
                  <a:extLst>
                    <a:ext uri="{FF2B5EF4-FFF2-40B4-BE49-F238E27FC236}">
                      <a16:creationId xmlns:a16="http://schemas.microsoft.com/office/drawing/2014/main" id="{0D3808B4-B53D-B4FB-F103-68E92B4AB14B}"/>
                    </a:ext>
                  </a:extLst>
                </p:cNvPr>
                <p:cNvSpPr txBox="1"/>
                <p:nvPr/>
              </p:nvSpPr>
              <p:spPr>
                <a:xfrm>
                  <a:off x="7344000" y="1656000"/>
                  <a:ext cx="360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44" name="文本框 143">
                  <a:extLst>
                    <a:ext uri="{FF2B5EF4-FFF2-40B4-BE49-F238E27FC236}">
                      <a16:creationId xmlns:a16="http://schemas.microsoft.com/office/drawing/2014/main" id="{0D3808B4-B53D-B4FB-F103-68E92B4AB1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4000" y="1656000"/>
                  <a:ext cx="360000" cy="430887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文本框 144">
                  <a:extLst>
                    <a:ext uri="{FF2B5EF4-FFF2-40B4-BE49-F238E27FC236}">
                      <a16:creationId xmlns:a16="http://schemas.microsoft.com/office/drawing/2014/main" id="{138E3582-DC87-1055-6DB4-ED985FFB4015}"/>
                    </a:ext>
                  </a:extLst>
                </p:cNvPr>
                <p:cNvSpPr txBox="1"/>
                <p:nvPr/>
              </p:nvSpPr>
              <p:spPr>
                <a:xfrm>
                  <a:off x="6300000" y="1296000"/>
                  <a:ext cx="360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45" name="文本框 144">
                  <a:extLst>
                    <a:ext uri="{FF2B5EF4-FFF2-40B4-BE49-F238E27FC236}">
                      <a16:creationId xmlns:a16="http://schemas.microsoft.com/office/drawing/2014/main" id="{138E3582-DC87-1055-6DB4-ED985FFB40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0000" y="1296000"/>
                  <a:ext cx="360000" cy="430887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A7D639D9-CCDC-EE4C-49B4-7A1D4A3E6731}"/>
                    </a:ext>
                  </a:extLst>
                </p:cNvPr>
                <p:cNvSpPr txBox="1"/>
                <p:nvPr/>
              </p:nvSpPr>
              <p:spPr>
                <a:xfrm>
                  <a:off x="6300000" y="1980000"/>
                  <a:ext cx="360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A7D639D9-CCDC-EE4C-49B4-7A1D4A3E67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0000" y="1980000"/>
                  <a:ext cx="360000" cy="430887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915E8E3-9B12-AF37-8555-61007AB2E94B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BD41EF63-AA24-EB78-D8E3-A0EE879DAC66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87A2A8C5-6CD9-D98E-90C2-45F6633ED055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445F6D12-BB81-B166-D7BC-38EC0951963B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996FE8FD-6ED8-3FC4-B22E-4087785E0CAF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16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75CBE704-354B-4F3A-1576-FEB32572E585}"/>
              </a:ext>
            </a:extLst>
          </p:cNvPr>
          <p:cNvSpPr txBox="1"/>
          <p:nvPr/>
        </p:nvSpPr>
        <p:spPr>
          <a:xfrm>
            <a:off x="359995" y="828000"/>
            <a:ext cx="5760000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方波产生电路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3A6687BC-B5A5-BAB9-AE4B-9CB3CEC36C18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集成运算放大器的非线性应用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方波产生电路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239CA4EF-D0A8-D1D5-FF4A-4BA1075A302B}"/>
                  </a:ext>
                </a:extLst>
              </p:cNvPr>
              <p:cNvSpPr txBox="1"/>
              <p:nvPr/>
            </p:nvSpPr>
            <p:spPr>
              <a:xfrm>
                <a:off x="360000" y="1404000"/>
                <a:ext cx="5274000" cy="44282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设开始时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=+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sub>
                    </m:sSub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𝐹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通过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给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充电，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en-US" altLang="zh-CN" sz="24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↑</a:t>
                </a: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增加至略大于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𝐹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时，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𝐹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sub>
                    </m:sSub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通过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放电，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en-US" altLang="zh-CN" sz="24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↓</a:t>
                </a: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下降至略小于 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𝐹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时，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=+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𝐹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sub>
                    </m:sSub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重复以上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239CA4EF-D0A8-D1D5-FF4A-4BA1075A30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1404000"/>
                <a:ext cx="5274000" cy="4428264"/>
              </a:xfrm>
              <a:prstGeom prst="rect">
                <a:avLst/>
              </a:prstGeom>
              <a:blipFill>
                <a:blip r:embed="rId17"/>
                <a:stretch>
                  <a:fillRect l="-1503" t="-275" r="-1618" b="-22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组合 47">
            <a:extLst>
              <a:ext uri="{FF2B5EF4-FFF2-40B4-BE49-F238E27FC236}">
                <a16:creationId xmlns:a16="http://schemas.microsoft.com/office/drawing/2014/main" id="{BFDB7CD3-4B49-6046-B638-7A0D394FE22D}"/>
              </a:ext>
            </a:extLst>
          </p:cNvPr>
          <p:cNvGrpSpPr/>
          <p:nvPr/>
        </p:nvGrpSpPr>
        <p:grpSpPr>
          <a:xfrm>
            <a:off x="7270664" y="684000"/>
            <a:ext cx="4645336" cy="540000"/>
            <a:chOff x="7270664" y="792000"/>
            <a:chExt cx="4645336" cy="540000"/>
          </a:xfrm>
        </p:grpSpPr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A1C834C6-9BB1-3D0D-E51D-D5E27AA3F0A1}"/>
                </a:ext>
              </a:extLst>
            </p:cNvPr>
            <p:cNvCxnSpPr/>
            <p:nvPr/>
          </p:nvCxnSpPr>
          <p:spPr>
            <a:xfrm>
              <a:off x="7270664" y="792000"/>
              <a:ext cx="0" cy="540000"/>
            </a:xfrm>
            <a:prstGeom prst="line">
              <a:avLst/>
            </a:prstGeom>
            <a:ln w="38100">
              <a:solidFill>
                <a:srgbClr val="0000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D4C97122-608C-F134-4FB6-1FBE8DEE18BC}"/>
                </a:ext>
              </a:extLst>
            </p:cNvPr>
            <p:cNvCxnSpPr>
              <a:cxnSpLocks/>
            </p:cNvCxnSpPr>
            <p:nvPr/>
          </p:nvCxnSpPr>
          <p:spPr>
            <a:xfrm>
              <a:off x="7271999" y="792000"/>
              <a:ext cx="4176000" cy="0"/>
            </a:xfrm>
            <a:prstGeom prst="line">
              <a:avLst/>
            </a:prstGeom>
            <a:ln w="38100">
              <a:solidFill>
                <a:srgbClr val="0000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956ACE3B-F3DF-49DF-B38E-6B2C3CE0A43F}"/>
                </a:ext>
              </a:extLst>
            </p:cNvPr>
            <p:cNvCxnSpPr/>
            <p:nvPr/>
          </p:nvCxnSpPr>
          <p:spPr>
            <a:xfrm>
              <a:off x="11448000" y="792000"/>
              <a:ext cx="0" cy="540000"/>
            </a:xfrm>
            <a:prstGeom prst="line">
              <a:avLst/>
            </a:prstGeom>
            <a:ln w="38100">
              <a:solidFill>
                <a:srgbClr val="0000FF"/>
              </a:solidFill>
              <a:prstDash val="sysDot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1ECA362B-F8B6-C541-5DD5-F297A7414EF4}"/>
                    </a:ext>
                  </a:extLst>
                </p:cNvPr>
                <p:cNvSpPr txBox="1"/>
                <p:nvPr/>
              </p:nvSpPr>
              <p:spPr>
                <a:xfrm>
                  <a:off x="11484000" y="900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8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p>
                            <m:r>
                              <a:rPr lang="en-US" altLang="zh-CN" sz="28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oMath>
                    </m:oMathPara>
                  </a14:m>
                  <a:endParaRPr lang="zh-CN" altLang="en-US" sz="28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1ECA362B-F8B6-C541-5DD5-F297A7414E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84000" y="900000"/>
                  <a:ext cx="432000" cy="430887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4CC6C734-C562-41C3-415C-B97F775BA18A}"/>
              </a:ext>
            </a:extLst>
          </p:cNvPr>
          <p:cNvGrpSpPr/>
          <p:nvPr/>
        </p:nvGrpSpPr>
        <p:grpSpPr>
          <a:xfrm>
            <a:off x="7583012" y="1440000"/>
            <a:ext cx="3576988" cy="540000"/>
            <a:chOff x="7583012" y="1548000"/>
            <a:chExt cx="3576988" cy="540000"/>
          </a:xfrm>
        </p:grpSpPr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F4FAE2AA-9E16-2D28-74AF-C6272124B79C}"/>
                </a:ext>
              </a:extLst>
            </p:cNvPr>
            <p:cNvCxnSpPr/>
            <p:nvPr/>
          </p:nvCxnSpPr>
          <p:spPr>
            <a:xfrm>
              <a:off x="11142000" y="1548000"/>
              <a:ext cx="0" cy="540000"/>
            </a:xfrm>
            <a:prstGeom prst="line">
              <a:avLst/>
            </a:prstGeom>
            <a:ln w="38100">
              <a:solidFill>
                <a:srgbClr val="0000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A2AAC8DE-2762-D044-B81C-4A18DA698071}"/>
                </a:ext>
              </a:extLst>
            </p:cNvPr>
            <p:cNvCxnSpPr>
              <a:cxnSpLocks/>
            </p:cNvCxnSpPr>
            <p:nvPr/>
          </p:nvCxnSpPr>
          <p:spPr>
            <a:xfrm>
              <a:off x="7590118" y="1548000"/>
              <a:ext cx="3551882" cy="0"/>
            </a:xfrm>
            <a:prstGeom prst="line">
              <a:avLst/>
            </a:prstGeom>
            <a:ln w="38100">
              <a:solidFill>
                <a:srgbClr val="0000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04B95563-12BC-0EBA-8F66-795E263BB1E8}"/>
                </a:ext>
              </a:extLst>
            </p:cNvPr>
            <p:cNvCxnSpPr/>
            <p:nvPr/>
          </p:nvCxnSpPr>
          <p:spPr>
            <a:xfrm>
              <a:off x="7583012" y="1548000"/>
              <a:ext cx="0" cy="468000"/>
            </a:xfrm>
            <a:prstGeom prst="line">
              <a:avLst/>
            </a:prstGeom>
            <a:ln w="38100">
              <a:solidFill>
                <a:srgbClr val="0000FF"/>
              </a:solidFill>
              <a:prstDash val="sysDot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D8C1317C-DFE3-948D-6704-2C74415A69AE}"/>
                    </a:ext>
                  </a:extLst>
                </p:cNvPr>
                <p:cNvSpPr txBox="1"/>
                <p:nvPr/>
              </p:nvSpPr>
              <p:spPr>
                <a:xfrm>
                  <a:off x="10728000" y="1656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8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p>
                            <m:r>
                              <a:rPr lang="en-US" altLang="zh-CN" sz="28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oMath>
                    </m:oMathPara>
                  </a14:m>
                  <a:endParaRPr lang="zh-CN" altLang="en-US" sz="28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D8C1317C-DFE3-948D-6704-2C74415A69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28000" y="1656000"/>
                  <a:ext cx="432000" cy="430887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2788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D8E5B-950E-4F88-211C-58751ECF0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9EBB137-A267-2948-802A-6C6200967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908000"/>
            <a:ext cx="5688625" cy="4212000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D61BD01D-EDD9-50AA-B699-508ECB140B4B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3CF3D174-B461-8CA3-8385-2B40B4C658D0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FA686760-8DC6-6410-43E9-CCFD6E379D3E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66788C78-6E1E-E9D6-353D-E88642828666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5798663F-3822-1C89-E091-4CAFEAC1EFAA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17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FE124EAB-C2FA-5824-03B8-972FA53C5D3E}"/>
              </a:ext>
            </a:extLst>
          </p:cNvPr>
          <p:cNvSpPr txBox="1"/>
          <p:nvPr/>
        </p:nvSpPr>
        <p:spPr>
          <a:xfrm>
            <a:off x="359995" y="828000"/>
            <a:ext cx="2880000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方波产生电路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708F88FE-872D-EE91-B993-44F022B702A5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集成运算放大器的非线性应用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方波产生电路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AC8EA31D-BE85-023F-435F-B54243B652C5}"/>
              </a:ext>
            </a:extLst>
          </p:cNvPr>
          <p:cNvGrpSpPr/>
          <p:nvPr/>
        </p:nvGrpSpPr>
        <p:grpSpPr>
          <a:xfrm>
            <a:off x="6660000" y="792000"/>
            <a:ext cx="5436000" cy="3294000"/>
            <a:chOff x="6264000" y="360000"/>
            <a:chExt cx="5436000" cy="3294000"/>
          </a:xfrm>
        </p:grpSpPr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B75C2569-6CED-28A4-0C9D-F8F1407F4146}"/>
                </a:ext>
              </a:extLst>
            </p:cNvPr>
            <p:cNvCxnSpPr>
              <a:cxnSpLocks/>
            </p:cNvCxnSpPr>
            <p:nvPr/>
          </p:nvCxnSpPr>
          <p:spPr>
            <a:xfrm>
              <a:off x="7038000" y="1530000"/>
              <a:ext cx="144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EE9D13A9-D0E8-1926-AEDA-EA6CBC117983}"/>
                </a:ext>
              </a:extLst>
            </p:cNvPr>
            <p:cNvCxnSpPr>
              <a:cxnSpLocks/>
            </p:cNvCxnSpPr>
            <p:nvPr/>
          </p:nvCxnSpPr>
          <p:spPr>
            <a:xfrm>
              <a:off x="8064000" y="2214000"/>
              <a:ext cx="396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等腰三角形 12">
              <a:extLst>
                <a:ext uri="{FF2B5EF4-FFF2-40B4-BE49-F238E27FC236}">
                  <a16:creationId xmlns:a16="http://schemas.microsoft.com/office/drawing/2014/main" id="{F76CDA55-7B08-5204-81B5-B6BA5C4F74E9}"/>
                </a:ext>
              </a:extLst>
            </p:cNvPr>
            <p:cNvSpPr/>
            <p:nvPr/>
          </p:nvSpPr>
          <p:spPr>
            <a:xfrm rot="5400000">
              <a:off x="8316000" y="1278000"/>
              <a:ext cx="1440000" cy="1188000"/>
            </a:xfrm>
            <a:prstGeom prst="triangl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A90490CE-DC06-E2D7-8FE4-8FE49BD68066}"/>
                    </a:ext>
                  </a:extLst>
                </p:cNvPr>
                <p:cNvSpPr txBox="1"/>
                <p:nvPr/>
              </p:nvSpPr>
              <p:spPr>
                <a:xfrm>
                  <a:off x="8388000" y="1926000"/>
                  <a:ext cx="468000" cy="54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A90490CE-DC06-E2D7-8FE4-8FE49BD680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8000" y="1926000"/>
                  <a:ext cx="468000" cy="5400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D776993B-A204-C6E1-306E-12B8F13499F4}"/>
                    </a:ext>
                  </a:extLst>
                </p:cNvPr>
                <p:cNvSpPr txBox="1"/>
                <p:nvPr/>
              </p:nvSpPr>
              <p:spPr>
                <a:xfrm>
                  <a:off x="8388000" y="1242000"/>
                  <a:ext cx="468000" cy="54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D776993B-A204-C6E1-306E-12B8F13499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8000" y="1242000"/>
                  <a:ext cx="468000" cy="54000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F934E36B-02F1-B424-6FDF-AB9B577C050F}"/>
                </a:ext>
              </a:extLst>
            </p:cNvPr>
            <p:cNvCxnSpPr>
              <a:cxnSpLocks/>
            </p:cNvCxnSpPr>
            <p:nvPr/>
          </p:nvCxnSpPr>
          <p:spPr>
            <a:xfrm>
              <a:off x="9612000" y="1872000"/>
              <a:ext cx="1656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A34C5374-1921-7F9B-8A0A-3918CFEFD74C}"/>
                </a:ext>
              </a:extLst>
            </p:cNvPr>
            <p:cNvSpPr txBox="1"/>
            <p:nvPr/>
          </p:nvSpPr>
          <p:spPr>
            <a:xfrm>
              <a:off x="8820000" y="1656000"/>
              <a:ext cx="432000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endPara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2A3282EA-0B39-FE00-BFDA-4EDF3A252986}"/>
                </a:ext>
              </a:extLst>
            </p:cNvPr>
            <p:cNvSpPr/>
            <p:nvPr/>
          </p:nvSpPr>
          <p:spPr>
            <a:xfrm>
              <a:off x="9756000" y="1800000"/>
              <a:ext cx="504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0DDCD5FC-5FA7-A28B-6C00-07005D7C6162}"/>
                    </a:ext>
                  </a:extLst>
                </p:cNvPr>
                <p:cNvSpPr txBox="1"/>
                <p:nvPr/>
              </p:nvSpPr>
              <p:spPr>
                <a:xfrm>
                  <a:off x="9756000" y="1926000"/>
                  <a:ext cx="504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0DDCD5FC-5FA7-A28B-6C00-07005D7C61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56000" y="1926000"/>
                  <a:ext cx="504000" cy="43088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CC8FC49F-2E80-B263-16A5-88F529979D08}"/>
                </a:ext>
              </a:extLst>
            </p:cNvPr>
            <p:cNvCxnSpPr>
              <a:cxnSpLocks/>
            </p:cNvCxnSpPr>
            <p:nvPr/>
          </p:nvCxnSpPr>
          <p:spPr>
            <a:xfrm>
              <a:off x="10908000" y="432000"/>
              <a:ext cx="0" cy="31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54FB033A-29E9-8ED8-3E48-22CC7282F274}"/>
                </a:ext>
              </a:extLst>
            </p:cNvPr>
            <p:cNvSpPr/>
            <p:nvPr/>
          </p:nvSpPr>
          <p:spPr>
            <a:xfrm>
              <a:off x="10854000" y="1818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等腰三角形 37">
              <a:extLst>
                <a:ext uri="{FF2B5EF4-FFF2-40B4-BE49-F238E27FC236}">
                  <a16:creationId xmlns:a16="http://schemas.microsoft.com/office/drawing/2014/main" id="{0316E956-7904-F315-350B-7CA467B7F77B}"/>
                </a:ext>
              </a:extLst>
            </p:cNvPr>
            <p:cNvSpPr/>
            <p:nvPr/>
          </p:nvSpPr>
          <p:spPr>
            <a:xfrm>
              <a:off x="10728000" y="2664000"/>
              <a:ext cx="360000" cy="288000"/>
            </a:xfrm>
            <a:prstGeom prst="triangl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等腰三角形 38">
              <a:extLst>
                <a:ext uri="{FF2B5EF4-FFF2-40B4-BE49-F238E27FC236}">
                  <a16:creationId xmlns:a16="http://schemas.microsoft.com/office/drawing/2014/main" id="{4B5391D7-B40D-2B62-F2C0-402F5E3C527D}"/>
                </a:ext>
              </a:extLst>
            </p:cNvPr>
            <p:cNvSpPr/>
            <p:nvPr/>
          </p:nvSpPr>
          <p:spPr>
            <a:xfrm rot="10800000">
              <a:off x="10728000" y="2376000"/>
              <a:ext cx="360000" cy="288000"/>
            </a:xfrm>
            <a:prstGeom prst="triangl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AADEA45B-97EC-3A65-8B71-8240500FE4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92000" y="2664000"/>
              <a:ext cx="432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4A2CC080-0BE1-B060-4F0D-1F3E4C07FAF9}"/>
                </a:ext>
              </a:extLst>
            </p:cNvPr>
            <p:cNvCxnSpPr>
              <a:cxnSpLocks/>
            </p:cNvCxnSpPr>
            <p:nvPr/>
          </p:nvCxnSpPr>
          <p:spPr>
            <a:xfrm>
              <a:off x="10692000" y="3636000"/>
              <a:ext cx="432000" cy="0"/>
            </a:xfrm>
            <a:prstGeom prst="line">
              <a:avLst/>
            </a:prstGeom>
            <a:ln w="1016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AE56A448-99FC-7252-F553-AFC2CB0693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10000" y="2556000"/>
              <a:ext cx="0" cy="10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060E4A45-85B6-2CDC-4BD7-F17B8233BE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6000" y="2664000"/>
              <a:ext cx="0" cy="10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B4983C8B-AA2B-6FA8-59A8-C37D873859B3}"/>
                    </a:ext>
                  </a:extLst>
                </p:cNvPr>
                <p:cNvSpPr txBox="1"/>
                <p:nvPr/>
              </p:nvSpPr>
              <p:spPr>
                <a:xfrm>
                  <a:off x="11196000" y="1386000"/>
                  <a:ext cx="504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B4983C8B-AA2B-6FA8-59A8-C37D873859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96000" y="1386000"/>
                  <a:ext cx="504000" cy="43088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965A78BE-4D04-73DC-9715-06816E40DEBF}"/>
                    </a:ext>
                  </a:extLst>
                </p:cNvPr>
                <p:cNvSpPr txBox="1"/>
                <p:nvPr/>
              </p:nvSpPr>
              <p:spPr>
                <a:xfrm>
                  <a:off x="11159999" y="2448000"/>
                  <a:ext cx="540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965A78BE-4D04-73DC-9715-06816E40DE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59999" y="2448000"/>
                  <a:ext cx="540000" cy="43088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0E55CE78-D2AB-C088-8BC1-7424F7D86B29}"/>
                </a:ext>
              </a:extLst>
            </p:cNvPr>
            <p:cNvCxnSpPr>
              <a:cxnSpLocks/>
            </p:cNvCxnSpPr>
            <p:nvPr/>
          </p:nvCxnSpPr>
          <p:spPr>
            <a:xfrm>
              <a:off x="7038000" y="432000"/>
              <a:ext cx="387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9B0AC86A-ABD2-26BA-021E-E32364C266A8}"/>
                </a:ext>
              </a:extLst>
            </p:cNvPr>
            <p:cNvSpPr/>
            <p:nvPr/>
          </p:nvSpPr>
          <p:spPr>
            <a:xfrm>
              <a:off x="8820000" y="360000"/>
              <a:ext cx="504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288DA28A-6092-ECC5-FFF7-CA03F1013F1F}"/>
                    </a:ext>
                  </a:extLst>
                </p:cNvPr>
                <p:cNvSpPr txBox="1"/>
                <p:nvPr/>
              </p:nvSpPr>
              <p:spPr>
                <a:xfrm>
                  <a:off x="8820000" y="486000"/>
                  <a:ext cx="504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f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288DA28A-6092-ECC5-FFF7-CA03F1013F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20000" y="486000"/>
                  <a:ext cx="504000" cy="43088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13FAFFA4-6816-E4F3-DD7C-25033090EEC9}"/>
                </a:ext>
              </a:extLst>
            </p:cNvPr>
            <p:cNvCxnSpPr>
              <a:cxnSpLocks/>
            </p:cNvCxnSpPr>
            <p:nvPr/>
          </p:nvCxnSpPr>
          <p:spPr>
            <a:xfrm>
              <a:off x="10440000" y="1872000"/>
              <a:ext cx="0" cy="900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4A6F1441-241B-564D-0718-8FEAE120DAC7}"/>
                </a:ext>
              </a:extLst>
            </p:cNvPr>
            <p:cNvSpPr/>
            <p:nvPr/>
          </p:nvSpPr>
          <p:spPr>
            <a:xfrm>
              <a:off x="10386000" y="1818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179D56E4-9097-EB85-46C2-398F974F55C4}"/>
                </a:ext>
              </a:extLst>
            </p:cNvPr>
            <p:cNvCxnSpPr>
              <a:cxnSpLocks/>
            </p:cNvCxnSpPr>
            <p:nvPr/>
          </p:nvCxnSpPr>
          <p:spPr>
            <a:xfrm>
              <a:off x="8064000" y="2772000"/>
              <a:ext cx="2376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F30B4B89-45A8-E595-CCB5-3BC496A9917D}"/>
                </a:ext>
              </a:extLst>
            </p:cNvPr>
            <p:cNvCxnSpPr>
              <a:cxnSpLocks/>
            </p:cNvCxnSpPr>
            <p:nvPr/>
          </p:nvCxnSpPr>
          <p:spPr>
            <a:xfrm>
              <a:off x="8064000" y="2214000"/>
              <a:ext cx="0" cy="1440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B71540C4-FB6A-5058-F75E-3ED4821D2F75}"/>
                </a:ext>
              </a:extLst>
            </p:cNvPr>
            <p:cNvSpPr/>
            <p:nvPr/>
          </p:nvSpPr>
          <p:spPr>
            <a:xfrm>
              <a:off x="8820000" y="2700000"/>
              <a:ext cx="504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D276EF05-92BA-ADC2-A660-E636FD64C5ED}"/>
                    </a:ext>
                  </a:extLst>
                </p:cNvPr>
                <p:cNvSpPr txBox="1"/>
                <p:nvPr/>
              </p:nvSpPr>
              <p:spPr>
                <a:xfrm>
                  <a:off x="8820000" y="2826000"/>
                  <a:ext cx="504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D276EF05-92BA-ADC2-A660-E636FD64C5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20000" y="2826000"/>
                  <a:ext cx="504000" cy="43088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8DD6875C-E494-8294-E06D-5D3A68CCFEAB}"/>
                </a:ext>
              </a:extLst>
            </p:cNvPr>
            <p:cNvSpPr/>
            <p:nvPr/>
          </p:nvSpPr>
          <p:spPr>
            <a:xfrm>
              <a:off x="8010000" y="2718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C8510035-86B1-305C-2AA8-9D61319A77EF}"/>
                </a:ext>
              </a:extLst>
            </p:cNvPr>
            <p:cNvSpPr/>
            <p:nvPr/>
          </p:nvSpPr>
          <p:spPr>
            <a:xfrm>
              <a:off x="7992000" y="2952000"/>
              <a:ext cx="144000" cy="50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2DD174F7-8C28-A673-EEE6-18C040D02CF9}"/>
                </a:ext>
              </a:extLst>
            </p:cNvPr>
            <p:cNvCxnSpPr>
              <a:cxnSpLocks/>
            </p:cNvCxnSpPr>
            <p:nvPr/>
          </p:nvCxnSpPr>
          <p:spPr>
            <a:xfrm>
              <a:off x="7848000" y="3636000"/>
              <a:ext cx="432000" cy="0"/>
            </a:xfrm>
            <a:prstGeom prst="line">
              <a:avLst/>
            </a:prstGeom>
            <a:ln w="1016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9C9B025E-0BB1-64E3-3075-C0D625C1522D}"/>
                    </a:ext>
                  </a:extLst>
                </p:cNvPr>
                <p:cNvSpPr txBox="1"/>
                <p:nvPr/>
              </p:nvSpPr>
              <p:spPr>
                <a:xfrm>
                  <a:off x="6264000" y="1620000"/>
                  <a:ext cx="504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9C9B025E-0BB1-64E3-3075-C0D625C152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64000" y="1620000"/>
                  <a:ext cx="504000" cy="43088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88C97A4F-E7B8-4B91-B42A-3F9F18B64503}"/>
                </a:ext>
              </a:extLst>
            </p:cNvPr>
            <p:cNvSpPr/>
            <p:nvPr/>
          </p:nvSpPr>
          <p:spPr>
            <a:xfrm>
              <a:off x="6984000" y="1476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4A563B62-791E-2D42-F965-D637DA158369}"/>
                </a:ext>
              </a:extLst>
            </p:cNvPr>
            <p:cNvCxnSpPr>
              <a:cxnSpLocks/>
            </p:cNvCxnSpPr>
            <p:nvPr/>
          </p:nvCxnSpPr>
          <p:spPr>
            <a:xfrm>
              <a:off x="7038000" y="432000"/>
              <a:ext cx="0" cy="13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F65EE051-4429-E78A-0382-06CB40258B93}"/>
                </a:ext>
              </a:extLst>
            </p:cNvPr>
            <p:cNvCxnSpPr>
              <a:cxnSpLocks/>
            </p:cNvCxnSpPr>
            <p:nvPr/>
          </p:nvCxnSpPr>
          <p:spPr>
            <a:xfrm>
              <a:off x="6732000" y="1800000"/>
              <a:ext cx="612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7606E49F-2C53-6D6C-1D63-EA4CDB9C3873}"/>
                </a:ext>
              </a:extLst>
            </p:cNvPr>
            <p:cNvCxnSpPr>
              <a:cxnSpLocks/>
            </p:cNvCxnSpPr>
            <p:nvPr/>
          </p:nvCxnSpPr>
          <p:spPr>
            <a:xfrm>
              <a:off x="6732000" y="1944000"/>
              <a:ext cx="612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DB77FBD1-0F9B-5ACA-4B50-439B25BD5C4A}"/>
                </a:ext>
              </a:extLst>
            </p:cNvPr>
            <p:cNvCxnSpPr>
              <a:cxnSpLocks/>
            </p:cNvCxnSpPr>
            <p:nvPr/>
          </p:nvCxnSpPr>
          <p:spPr>
            <a:xfrm>
              <a:off x="6804000" y="2340000"/>
              <a:ext cx="432000" cy="0"/>
            </a:xfrm>
            <a:prstGeom prst="line">
              <a:avLst/>
            </a:prstGeom>
            <a:ln w="1016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0AA0F3C8-1BEF-779F-3FA7-AD9A92F879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38000" y="1944000"/>
              <a:ext cx="0" cy="360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05BE681D-A335-122E-FDA7-8F6DA153CF29}"/>
                    </a:ext>
                  </a:extLst>
                </p:cNvPr>
                <p:cNvSpPr txBox="1"/>
                <p:nvPr/>
              </p:nvSpPr>
              <p:spPr>
                <a:xfrm>
                  <a:off x="7488000" y="3024000"/>
                  <a:ext cx="504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05BE681D-A335-122E-FDA7-8F6DA153CF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88000" y="3024000"/>
                  <a:ext cx="504000" cy="43088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B0709756-314C-1E86-E6FA-3C3370D1699C}"/>
                    </a:ext>
                  </a:extLst>
                </p:cNvPr>
                <p:cNvSpPr txBox="1"/>
                <p:nvPr/>
              </p:nvSpPr>
              <p:spPr>
                <a:xfrm>
                  <a:off x="7740000" y="1080000"/>
                  <a:ext cx="50347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B0709756-314C-1E86-E6FA-3C3370D169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40000" y="1080000"/>
                  <a:ext cx="503471" cy="43088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CED480FF-2A3E-FC71-3331-E9C3917D59B0}"/>
                    </a:ext>
                  </a:extLst>
                </p:cNvPr>
                <p:cNvSpPr txBox="1"/>
                <p:nvPr/>
              </p:nvSpPr>
              <p:spPr>
                <a:xfrm>
                  <a:off x="7739999" y="1764000"/>
                  <a:ext cx="504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CED480FF-2A3E-FC71-3331-E9C3917D59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9999" y="1764000"/>
                  <a:ext cx="504000" cy="430887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文本框 79">
                  <a:extLst>
                    <a:ext uri="{FF2B5EF4-FFF2-40B4-BE49-F238E27FC236}">
                      <a16:creationId xmlns:a16="http://schemas.microsoft.com/office/drawing/2014/main" id="{061099DF-D137-DDD4-C075-08A12F28C972}"/>
                    </a:ext>
                  </a:extLst>
                </p:cNvPr>
                <p:cNvSpPr txBox="1"/>
                <p:nvPr/>
              </p:nvSpPr>
              <p:spPr>
                <a:xfrm>
                  <a:off x="7344000" y="1656000"/>
                  <a:ext cx="360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0" name="文本框 79">
                  <a:extLst>
                    <a:ext uri="{FF2B5EF4-FFF2-40B4-BE49-F238E27FC236}">
                      <a16:creationId xmlns:a16="http://schemas.microsoft.com/office/drawing/2014/main" id="{061099DF-D137-DDD4-C075-08A12F28C9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4000" y="1656000"/>
                  <a:ext cx="360000" cy="430887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文本框 84">
                  <a:extLst>
                    <a:ext uri="{FF2B5EF4-FFF2-40B4-BE49-F238E27FC236}">
                      <a16:creationId xmlns:a16="http://schemas.microsoft.com/office/drawing/2014/main" id="{678ABC28-1076-5D12-D3CB-F2026F1114F2}"/>
                    </a:ext>
                  </a:extLst>
                </p:cNvPr>
                <p:cNvSpPr txBox="1"/>
                <p:nvPr/>
              </p:nvSpPr>
              <p:spPr>
                <a:xfrm>
                  <a:off x="6300000" y="1296000"/>
                  <a:ext cx="360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5" name="文本框 84">
                  <a:extLst>
                    <a:ext uri="{FF2B5EF4-FFF2-40B4-BE49-F238E27FC236}">
                      <a16:creationId xmlns:a16="http://schemas.microsoft.com/office/drawing/2014/main" id="{678ABC28-1076-5D12-D3CB-F2026F1114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0000" y="1296000"/>
                  <a:ext cx="360000" cy="430887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3D95A08A-1C2B-8A74-5B92-8330DFC8B381}"/>
                    </a:ext>
                  </a:extLst>
                </p:cNvPr>
                <p:cNvSpPr txBox="1"/>
                <p:nvPr/>
              </p:nvSpPr>
              <p:spPr>
                <a:xfrm>
                  <a:off x="6300000" y="1980000"/>
                  <a:ext cx="360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3D95A08A-1C2B-8A74-5B92-8330DFC8B3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0000" y="1980000"/>
                  <a:ext cx="360000" cy="430887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DD2EE351-2DD6-56C5-F82F-7D48E98FA913}"/>
              </a:ext>
            </a:extLst>
          </p:cNvPr>
          <p:cNvGrpSpPr/>
          <p:nvPr/>
        </p:nvGrpSpPr>
        <p:grpSpPr>
          <a:xfrm>
            <a:off x="7270664" y="684000"/>
            <a:ext cx="4645336" cy="540000"/>
            <a:chOff x="7270664" y="792000"/>
            <a:chExt cx="4645336" cy="540000"/>
          </a:xfrm>
        </p:grpSpPr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E471C02B-05E3-A0EC-779D-4C2E36063709}"/>
                </a:ext>
              </a:extLst>
            </p:cNvPr>
            <p:cNvCxnSpPr/>
            <p:nvPr/>
          </p:nvCxnSpPr>
          <p:spPr>
            <a:xfrm>
              <a:off x="7270664" y="792000"/>
              <a:ext cx="0" cy="540000"/>
            </a:xfrm>
            <a:prstGeom prst="line">
              <a:avLst/>
            </a:prstGeom>
            <a:ln w="38100">
              <a:solidFill>
                <a:srgbClr val="0000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2F06F838-511E-1DF9-C1C3-B9CF2C45F11B}"/>
                </a:ext>
              </a:extLst>
            </p:cNvPr>
            <p:cNvCxnSpPr>
              <a:cxnSpLocks/>
            </p:cNvCxnSpPr>
            <p:nvPr/>
          </p:nvCxnSpPr>
          <p:spPr>
            <a:xfrm>
              <a:off x="7271999" y="792000"/>
              <a:ext cx="4176000" cy="0"/>
            </a:xfrm>
            <a:prstGeom prst="line">
              <a:avLst/>
            </a:prstGeom>
            <a:ln w="38100">
              <a:solidFill>
                <a:srgbClr val="0000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83703CFF-F0A1-AA78-B8D2-8A4A763C5E69}"/>
                </a:ext>
              </a:extLst>
            </p:cNvPr>
            <p:cNvCxnSpPr/>
            <p:nvPr/>
          </p:nvCxnSpPr>
          <p:spPr>
            <a:xfrm>
              <a:off x="11448000" y="792000"/>
              <a:ext cx="0" cy="540000"/>
            </a:xfrm>
            <a:prstGeom prst="line">
              <a:avLst/>
            </a:prstGeom>
            <a:ln w="38100">
              <a:solidFill>
                <a:srgbClr val="0000FF"/>
              </a:solidFill>
              <a:prstDash val="sysDot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9D7D37C5-57EA-8224-2232-EF9CC4D2620C}"/>
                    </a:ext>
                  </a:extLst>
                </p:cNvPr>
                <p:cNvSpPr txBox="1"/>
                <p:nvPr/>
              </p:nvSpPr>
              <p:spPr>
                <a:xfrm>
                  <a:off x="11484000" y="900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8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p>
                            <m:r>
                              <a:rPr lang="en-US" altLang="zh-CN" sz="28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oMath>
                    </m:oMathPara>
                  </a14:m>
                  <a:endParaRPr lang="zh-CN" altLang="en-US" sz="28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9D7D37C5-57EA-8224-2232-EF9CC4D262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84000" y="900000"/>
                  <a:ext cx="432000" cy="430887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7E48540B-3435-07B4-D119-A03C3658CA86}"/>
              </a:ext>
            </a:extLst>
          </p:cNvPr>
          <p:cNvGrpSpPr/>
          <p:nvPr/>
        </p:nvGrpSpPr>
        <p:grpSpPr>
          <a:xfrm>
            <a:off x="7583012" y="1440000"/>
            <a:ext cx="3576988" cy="540000"/>
            <a:chOff x="7583012" y="1548000"/>
            <a:chExt cx="3576988" cy="540000"/>
          </a:xfrm>
        </p:grpSpPr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E4D8047F-DE27-9B43-35A6-1EE1D0E3286E}"/>
                </a:ext>
              </a:extLst>
            </p:cNvPr>
            <p:cNvCxnSpPr/>
            <p:nvPr/>
          </p:nvCxnSpPr>
          <p:spPr>
            <a:xfrm>
              <a:off x="11142000" y="1548000"/>
              <a:ext cx="0" cy="540000"/>
            </a:xfrm>
            <a:prstGeom prst="line">
              <a:avLst/>
            </a:prstGeom>
            <a:ln w="38100">
              <a:solidFill>
                <a:srgbClr val="0000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0163A5A2-8204-644C-977D-87A50447CF72}"/>
                </a:ext>
              </a:extLst>
            </p:cNvPr>
            <p:cNvCxnSpPr>
              <a:cxnSpLocks/>
            </p:cNvCxnSpPr>
            <p:nvPr/>
          </p:nvCxnSpPr>
          <p:spPr>
            <a:xfrm>
              <a:off x="7590118" y="1548000"/>
              <a:ext cx="3551882" cy="0"/>
            </a:xfrm>
            <a:prstGeom prst="line">
              <a:avLst/>
            </a:prstGeom>
            <a:ln w="38100">
              <a:solidFill>
                <a:srgbClr val="0000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C1C02D4F-3926-3E8F-7056-AFDE41F85F9C}"/>
                </a:ext>
              </a:extLst>
            </p:cNvPr>
            <p:cNvCxnSpPr/>
            <p:nvPr/>
          </p:nvCxnSpPr>
          <p:spPr>
            <a:xfrm>
              <a:off x="7583012" y="1548000"/>
              <a:ext cx="0" cy="468000"/>
            </a:xfrm>
            <a:prstGeom prst="line">
              <a:avLst/>
            </a:prstGeom>
            <a:ln w="38100">
              <a:solidFill>
                <a:srgbClr val="0000FF"/>
              </a:solidFill>
              <a:prstDash val="sysDot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25E59E44-46D5-6914-D669-F560DB078F31}"/>
                    </a:ext>
                  </a:extLst>
                </p:cNvPr>
                <p:cNvSpPr txBox="1"/>
                <p:nvPr/>
              </p:nvSpPr>
              <p:spPr>
                <a:xfrm>
                  <a:off x="10728000" y="1656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8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p>
                            <m:r>
                              <a:rPr lang="en-US" altLang="zh-CN" sz="28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oMath>
                    </m:oMathPara>
                  </a14:m>
                  <a:endParaRPr lang="zh-CN" altLang="en-US" sz="28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25E59E44-46D5-6914-D669-F560DB078F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28000" y="1656000"/>
                  <a:ext cx="432000" cy="430887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8D467722-2E9A-DE9A-18B4-3F39C11B1B4E}"/>
                  </a:ext>
                </a:extLst>
              </p:cNvPr>
              <p:cNvSpPr txBox="1"/>
              <p:nvPr/>
            </p:nvSpPr>
            <p:spPr>
              <a:xfrm>
                <a:off x="6840000" y="5040000"/>
                <a:ext cx="3102285" cy="1018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方波频率为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endParaRPr lang="en-US" altLang="zh-CN" sz="24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可通过改变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来调节</a:t>
                </a: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8D467722-2E9A-DE9A-18B4-3F39C11B1B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0000" y="5040000"/>
                <a:ext cx="3102285" cy="1018099"/>
              </a:xfrm>
              <a:prstGeom prst="rect">
                <a:avLst/>
              </a:prstGeom>
              <a:blipFill>
                <a:blip r:embed="rId20"/>
                <a:stretch>
                  <a:fillRect l="-2947" t="-52695" r="-15717" b="-365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61222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52B432-5303-0BE0-FB7A-5D844B1A585A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集成运算放大器的非线性应用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锯齿波产生电路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1204BDF-2EC3-46BA-C377-78AA5A977B2D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11E5EE73-F78D-F291-F654-E8E4A1F4306E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" name="箭头: 五边形 5">
                <a:extLst>
                  <a:ext uri="{FF2B5EF4-FFF2-40B4-BE49-F238E27FC236}">
                    <a16:creationId xmlns:a16="http://schemas.microsoft.com/office/drawing/2014/main" id="{51BEC293-A84B-DD43-E152-1739D081AF92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箭头: V 形 6">
                <a:extLst>
                  <a:ext uri="{FF2B5EF4-FFF2-40B4-BE49-F238E27FC236}">
                    <a16:creationId xmlns:a16="http://schemas.microsoft.com/office/drawing/2014/main" id="{8B3D562A-256F-7790-A3AB-15525F54C4F6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灯片编号占位符 3">
              <a:extLst>
                <a:ext uri="{FF2B5EF4-FFF2-40B4-BE49-F238E27FC236}">
                  <a16:creationId xmlns:a16="http://schemas.microsoft.com/office/drawing/2014/main" id="{019DBC9C-DFB3-F29B-6974-D4D06F25B3C5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18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D8059445-62C5-5152-AAFB-AFE89F3DA2AE}"/>
              </a:ext>
            </a:extLst>
          </p:cNvPr>
          <p:cNvSpPr txBox="1"/>
          <p:nvPr/>
        </p:nvSpPr>
        <p:spPr>
          <a:xfrm>
            <a:off x="359995" y="828000"/>
            <a:ext cx="5834276" cy="2199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锯齿波产生电路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电路组成：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同相输入迟滞比较器 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2400" baseline="-25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充放电时间常数不等的积分器 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400" baseline="-25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E976E031-2713-5A67-2BF1-C5C41983B286}"/>
              </a:ext>
            </a:extLst>
          </p:cNvPr>
          <p:cNvGrpSpPr/>
          <p:nvPr/>
        </p:nvGrpSpPr>
        <p:grpSpPr>
          <a:xfrm>
            <a:off x="1548000" y="3312000"/>
            <a:ext cx="9288000" cy="3312000"/>
            <a:chOff x="1368000" y="3312000"/>
            <a:chExt cx="9288000" cy="3312000"/>
          </a:xfrm>
        </p:grpSpPr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45EEB307-9119-A8A3-D4C3-40FB0DBB281F}"/>
                </a:ext>
              </a:extLst>
            </p:cNvPr>
            <p:cNvCxnSpPr>
              <a:cxnSpLocks/>
            </p:cNvCxnSpPr>
            <p:nvPr/>
          </p:nvCxnSpPr>
          <p:spPr>
            <a:xfrm>
              <a:off x="1908000" y="4500000"/>
              <a:ext cx="1872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68D25250-3B9F-F59E-9ACC-CE5DB6A8F0E5}"/>
                </a:ext>
              </a:extLst>
            </p:cNvPr>
            <p:cNvCxnSpPr>
              <a:cxnSpLocks/>
            </p:cNvCxnSpPr>
            <p:nvPr/>
          </p:nvCxnSpPr>
          <p:spPr>
            <a:xfrm>
              <a:off x="3348000" y="5184000"/>
              <a:ext cx="396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等腰三角形 11">
              <a:extLst>
                <a:ext uri="{FF2B5EF4-FFF2-40B4-BE49-F238E27FC236}">
                  <a16:creationId xmlns:a16="http://schemas.microsoft.com/office/drawing/2014/main" id="{D4FC51F6-A4AC-B599-4116-762307F8BBBA}"/>
                </a:ext>
              </a:extLst>
            </p:cNvPr>
            <p:cNvSpPr/>
            <p:nvPr/>
          </p:nvSpPr>
          <p:spPr>
            <a:xfrm rot="5400000">
              <a:off x="3600000" y="4248000"/>
              <a:ext cx="1440000" cy="1188000"/>
            </a:xfrm>
            <a:prstGeom prst="triangl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B22014F8-6FB3-914D-67E1-4EC75EC1E661}"/>
                    </a:ext>
                  </a:extLst>
                </p:cNvPr>
                <p:cNvSpPr txBox="1"/>
                <p:nvPr/>
              </p:nvSpPr>
              <p:spPr>
                <a:xfrm>
                  <a:off x="3672000" y="4896000"/>
                  <a:ext cx="46800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B22014F8-6FB3-914D-67E1-4EC75EC1E6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72000" y="4896000"/>
                  <a:ext cx="468000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1E4A208E-98A0-D3D9-9A72-371F65B9A175}"/>
                    </a:ext>
                  </a:extLst>
                </p:cNvPr>
                <p:cNvSpPr txBox="1"/>
                <p:nvPr/>
              </p:nvSpPr>
              <p:spPr>
                <a:xfrm>
                  <a:off x="3672000" y="4212000"/>
                  <a:ext cx="468000" cy="54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1E4A208E-98A0-D3D9-9A72-371F65B9A1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72000" y="4212000"/>
                  <a:ext cx="468000" cy="5400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5617DBA4-C50F-453D-0256-7A42EE17ED11}"/>
                </a:ext>
              </a:extLst>
            </p:cNvPr>
            <p:cNvCxnSpPr>
              <a:cxnSpLocks/>
            </p:cNvCxnSpPr>
            <p:nvPr/>
          </p:nvCxnSpPr>
          <p:spPr>
            <a:xfrm>
              <a:off x="4895999" y="4842000"/>
              <a:ext cx="360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BFE5EA61-CCAE-B5B5-3A20-5AC1DE460AC2}"/>
                </a:ext>
              </a:extLst>
            </p:cNvPr>
            <p:cNvSpPr txBox="1"/>
            <p:nvPr/>
          </p:nvSpPr>
          <p:spPr>
            <a:xfrm>
              <a:off x="4068000" y="4608000"/>
              <a:ext cx="504000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r>
                <a:rPr lang="en-US" altLang="zh-CN" sz="28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D364A652-3A51-4868-8247-898A6BF06585}"/>
                </a:ext>
              </a:extLst>
            </p:cNvPr>
            <p:cNvSpPr/>
            <p:nvPr/>
          </p:nvSpPr>
          <p:spPr>
            <a:xfrm>
              <a:off x="5040000" y="4770000"/>
              <a:ext cx="504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595D633F-091F-68AD-0124-1DA64C7A7E3A}"/>
                    </a:ext>
                  </a:extLst>
                </p:cNvPr>
                <p:cNvSpPr txBox="1"/>
                <p:nvPr/>
              </p:nvSpPr>
              <p:spPr>
                <a:xfrm>
                  <a:off x="5040000" y="4896000"/>
                  <a:ext cx="504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595D633F-091F-68AD-0124-1DA64C7A7E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40000" y="4896000"/>
                  <a:ext cx="504000" cy="43088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FBD4F3E8-B29B-9CB7-1DC2-0B882DEDB358}"/>
                </a:ext>
              </a:extLst>
            </p:cNvPr>
            <p:cNvSpPr/>
            <p:nvPr/>
          </p:nvSpPr>
          <p:spPr>
            <a:xfrm>
              <a:off x="6426000" y="4788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D7DACB9D-D0C8-5F9D-12C3-BD3DFDB86EF0}"/>
                    </a:ext>
                  </a:extLst>
                </p:cNvPr>
                <p:cNvSpPr txBox="1"/>
                <p:nvPr/>
              </p:nvSpPr>
              <p:spPr>
                <a:xfrm>
                  <a:off x="10152000" y="4770000"/>
                  <a:ext cx="504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D7DACB9D-D0C8-5F9D-12C3-BD3DFDB86E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2000" y="4770000"/>
                  <a:ext cx="504000" cy="43088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012F23F7-0208-9CBE-C78B-FC74F50A4A0F}"/>
                </a:ext>
              </a:extLst>
            </p:cNvPr>
            <p:cNvCxnSpPr>
              <a:cxnSpLocks/>
            </p:cNvCxnSpPr>
            <p:nvPr/>
          </p:nvCxnSpPr>
          <p:spPr>
            <a:xfrm>
              <a:off x="1908000" y="3330000"/>
              <a:ext cx="8028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7C5FBC88-DB85-5922-E45E-01D5D240CDE9}"/>
                    </a:ext>
                  </a:extLst>
                </p:cNvPr>
                <p:cNvSpPr txBox="1"/>
                <p:nvPr/>
              </p:nvSpPr>
              <p:spPr>
                <a:xfrm>
                  <a:off x="4284000" y="3888000"/>
                  <a:ext cx="504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7C5FBC88-DB85-5922-E45E-01D5D240CD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84000" y="3888000"/>
                  <a:ext cx="504000" cy="43088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EF755551-19C0-8F64-CA58-EDDE2F2857B5}"/>
                </a:ext>
              </a:extLst>
            </p:cNvPr>
            <p:cNvCxnSpPr>
              <a:cxnSpLocks/>
            </p:cNvCxnSpPr>
            <p:nvPr/>
          </p:nvCxnSpPr>
          <p:spPr>
            <a:xfrm>
              <a:off x="5724000" y="3834000"/>
              <a:ext cx="0" cy="2736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3CF2385A-30FD-ABA7-E36F-AB486B703DDB}"/>
                </a:ext>
              </a:extLst>
            </p:cNvPr>
            <p:cNvSpPr/>
            <p:nvPr/>
          </p:nvSpPr>
          <p:spPr>
            <a:xfrm>
              <a:off x="5670000" y="4788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97CA2FDF-7053-4250-5D9A-61BFF055C51C}"/>
                </a:ext>
              </a:extLst>
            </p:cNvPr>
            <p:cNvCxnSpPr>
              <a:cxnSpLocks/>
            </p:cNvCxnSpPr>
            <p:nvPr/>
          </p:nvCxnSpPr>
          <p:spPr>
            <a:xfrm>
              <a:off x="3348000" y="5184000"/>
              <a:ext cx="0" cy="1440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8333D8D2-E665-6286-F158-28BB9F32C6F6}"/>
                </a:ext>
              </a:extLst>
            </p:cNvPr>
            <p:cNvSpPr/>
            <p:nvPr/>
          </p:nvSpPr>
          <p:spPr>
            <a:xfrm>
              <a:off x="2160000" y="4428556"/>
              <a:ext cx="504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FE375058-5401-6881-CADE-785AA2926F2A}"/>
                    </a:ext>
                  </a:extLst>
                </p:cNvPr>
                <p:cNvSpPr txBox="1"/>
                <p:nvPr/>
              </p:nvSpPr>
              <p:spPr>
                <a:xfrm>
                  <a:off x="2160000" y="4554000"/>
                  <a:ext cx="504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FE375058-5401-6881-CADE-785AA2926F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0000" y="4554000"/>
                  <a:ext cx="504000" cy="43088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BDA50EA5-F766-2089-7423-B282B8838847}"/>
                </a:ext>
              </a:extLst>
            </p:cNvPr>
            <p:cNvSpPr/>
            <p:nvPr/>
          </p:nvSpPr>
          <p:spPr>
            <a:xfrm>
              <a:off x="3276000" y="5598000"/>
              <a:ext cx="144000" cy="50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326DC456-FA1B-238B-7113-90BA675695EA}"/>
                </a:ext>
              </a:extLst>
            </p:cNvPr>
            <p:cNvCxnSpPr>
              <a:cxnSpLocks/>
            </p:cNvCxnSpPr>
            <p:nvPr/>
          </p:nvCxnSpPr>
          <p:spPr>
            <a:xfrm>
              <a:off x="3132000" y="6606000"/>
              <a:ext cx="432000" cy="0"/>
            </a:xfrm>
            <a:prstGeom prst="line">
              <a:avLst/>
            </a:prstGeom>
            <a:ln w="1016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118BCEF5-25A9-3FEA-1283-5B0F7F12B3B2}"/>
                </a:ext>
              </a:extLst>
            </p:cNvPr>
            <p:cNvSpPr/>
            <p:nvPr/>
          </p:nvSpPr>
          <p:spPr>
            <a:xfrm>
              <a:off x="2862000" y="4446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8EDBD6FB-26EA-7760-103B-93AA1DC7CD48}"/>
                </a:ext>
              </a:extLst>
            </p:cNvPr>
            <p:cNvCxnSpPr>
              <a:cxnSpLocks/>
            </p:cNvCxnSpPr>
            <p:nvPr/>
          </p:nvCxnSpPr>
          <p:spPr>
            <a:xfrm>
              <a:off x="2916000" y="3834000"/>
              <a:ext cx="0" cy="64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C3827414-E448-CC70-1088-3778F9A9E0DC}"/>
                </a:ext>
              </a:extLst>
            </p:cNvPr>
            <p:cNvCxnSpPr>
              <a:cxnSpLocks/>
            </p:cNvCxnSpPr>
            <p:nvPr/>
          </p:nvCxnSpPr>
          <p:spPr>
            <a:xfrm>
              <a:off x="8964000" y="3546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6FBA7A73-4186-DD77-7923-97CC0BB17DC8}"/>
                    </a:ext>
                  </a:extLst>
                </p:cNvPr>
                <p:cNvSpPr txBox="1"/>
                <p:nvPr/>
              </p:nvSpPr>
              <p:spPr>
                <a:xfrm>
                  <a:off x="2771999" y="5670000"/>
                  <a:ext cx="504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6FBA7A73-4186-DD77-7923-97CC0BB17D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71999" y="5670000"/>
                  <a:ext cx="504000" cy="43088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1F6E00C2-3E48-1F78-B84A-CF3536078374}"/>
                    </a:ext>
                  </a:extLst>
                </p:cNvPr>
                <p:cNvSpPr txBox="1"/>
                <p:nvPr/>
              </p:nvSpPr>
              <p:spPr>
                <a:xfrm>
                  <a:off x="3023998" y="4050000"/>
                  <a:ext cx="684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  <m: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1F6E00C2-3E48-1F78-B84A-CF35360783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23998" y="4050000"/>
                  <a:ext cx="684000" cy="43088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7EF5EE91-F50D-A4D8-AA0D-0D078F82EAF4}"/>
                    </a:ext>
                  </a:extLst>
                </p:cNvPr>
                <p:cNvSpPr txBox="1"/>
                <p:nvPr/>
              </p:nvSpPr>
              <p:spPr>
                <a:xfrm>
                  <a:off x="3023998" y="4734000"/>
                  <a:ext cx="684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7EF5EE91-F50D-A4D8-AA0D-0D078F82EA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23998" y="4734000"/>
                  <a:ext cx="684000" cy="43088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6D939828-E536-B0FA-4E3B-C345F88F8447}"/>
                    </a:ext>
                  </a:extLst>
                </p:cNvPr>
                <p:cNvSpPr txBox="1"/>
                <p:nvPr/>
              </p:nvSpPr>
              <p:spPr>
                <a:xfrm>
                  <a:off x="8874000" y="4086000"/>
                  <a:ext cx="360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6D939828-E536-B0FA-4E3B-C345F88F84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74000" y="4086000"/>
                  <a:ext cx="360000" cy="43088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2C5206F7-8BEA-BAE6-DDB5-5078E1B1E887}"/>
                </a:ext>
              </a:extLst>
            </p:cNvPr>
            <p:cNvCxnSpPr>
              <a:cxnSpLocks/>
            </p:cNvCxnSpPr>
            <p:nvPr/>
          </p:nvCxnSpPr>
          <p:spPr>
            <a:xfrm>
              <a:off x="2916000" y="3834000"/>
              <a:ext cx="2808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E486E9D0-CDE4-6935-292E-0730A47D5A8F}"/>
                </a:ext>
              </a:extLst>
            </p:cNvPr>
            <p:cNvSpPr/>
            <p:nvPr/>
          </p:nvSpPr>
          <p:spPr>
            <a:xfrm>
              <a:off x="4284000" y="3762000"/>
              <a:ext cx="504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CDC12120-78F3-7259-2DC4-F6BE61D35B3B}"/>
                </a:ext>
              </a:extLst>
            </p:cNvPr>
            <p:cNvCxnSpPr>
              <a:cxnSpLocks/>
            </p:cNvCxnSpPr>
            <p:nvPr/>
          </p:nvCxnSpPr>
          <p:spPr>
            <a:xfrm>
              <a:off x="5508000" y="6606000"/>
              <a:ext cx="432000" cy="0"/>
            </a:xfrm>
            <a:prstGeom prst="line">
              <a:avLst/>
            </a:prstGeom>
            <a:ln w="1016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等腰三角形 60">
              <a:extLst>
                <a:ext uri="{FF2B5EF4-FFF2-40B4-BE49-F238E27FC236}">
                  <a16:creationId xmlns:a16="http://schemas.microsoft.com/office/drawing/2014/main" id="{2AB28158-5DD2-6CE2-56C0-C12CE65ADEE9}"/>
                </a:ext>
              </a:extLst>
            </p:cNvPr>
            <p:cNvSpPr/>
            <p:nvPr/>
          </p:nvSpPr>
          <p:spPr>
            <a:xfrm>
              <a:off x="5544000" y="5886000"/>
              <a:ext cx="360000" cy="288000"/>
            </a:xfrm>
            <a:prstGeom prst="triangl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等腰三角形 61">
              <a:extLst>
                <a:ext uri="{FF2B5EF4-FFF2-40B4-BE49-F238E27FC236}">
                  <a16:creationId xmlns:a16="http://schemas.microsoft.com/office/drawing/2014/main" id="{E91E995E-75EC-013D-9DBD-5B67D02B12DB}"/>
                </a:ext>
              </a:extLst>
            </p:cNvPr>
            <p:cNvSpPr/>
            <p:nvPr/>
          </p:nvSpPr>
          <p:spPr>
            <a:xfrm rot="10800000">
              <a:off x="5544000" y="5598000"/>
              <a:ext cx="360000" cy="288000"/>
            </a:xfrm>
            <a:prstGeom prst="triangl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A4C53BA6-41FB-B411-4C90-67B0043FF1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08000" y="5886000"/>
              <a:ext cx="432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2BDDE336-4BFD-0006-8433-19E001F797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26000" y="5778000"/>
              <a:ext cx="0" cy="10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2CE8E725-EC1B-AB53-72F9-59B72E5A06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22000" y="5886000"/>
              <a:ext cx="0" cy="10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EA8E9140-0286-8733-3555-B650FDA89D05}"/>
                    </a:ext>
                  </a:extLst>
                </p:cNvPr>
                <p:cNvSpPr txBox="1"/>
                <p:nvPr/>
              </p:nvSpPr>
              <p:spPr>
                <a:xfrm>
                  <a:off x="6012000" y="5670000"/>
                  <a:ext cx="71417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EA8E9140-0286-8733-3555-B650FDA89D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2000" y="5670000"/>
                  <a:ext cx="714170" cy="43088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23276E4D-E206-3805-6474-6CD3460CD277}"/>
                </a:ext>
              </a:extLst>
            </p:cNvPr>
            <p:cNvCxnSpPr>
              <a:cxnSpLocks/>
            </p:cNvCxnSpPr>
            <p:nvPr/>
          </p:nvCxnSpPr>
          <p:spPr>
            <a:xfrm>
              <a:off x="1908000" y="3330000"/>
              <a:ext cx="0" cy="1170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4A31ECD6-5BEA-A265-6CCE-F5F2FDEC4D65}"/>
                </a:ext>
              </a:extLst>
            </p:cNvPr>
            <p:cNvCxnSpPr>
              <a:cxnSpLocks/>
            </p:cNvCxnSpPr>
            <p:nvPr/>
          </p:nvCxnSpPr>
          <p:spPr>
            <a:xfrm>
              <a:off x="6480000" y="3834000"/>
              <a:ext cx="0" cy="100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6DCBC9D4-4D4A-7193-4AEC-FCD364E07592}"/>
                </a:ext>
              </a:extLst>
            </p:cNvPr>
            <p:cNvCxnSpPr>
              <a:cxnSpLocks/>
            </p:cNvCxnSpPr>
            <p:nvPr/>
          </p:nvCxnSpPr>
          <p:spPr>
            <a:xfrm>
              <a:off x="6480000" y="3834000"/>
              <a:ext cx="2465363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2C2DCABC-1BA3-DFDA-CCE2-7F337182B078}"/>
                    </a:ext>
                  </a:extLst>
                </p:cNvPr>
                <p:cNvSpPr txBox="1"/>
                <p:nvPr/>
              </p:nvSpPr>
              <p:spPr>
                <a:xfrm>
                  <a:off x="6731999" y="3888000"/>
                  <a:ext cx="504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2C2DCABC-1BA3-DFDA-CCE2-7F337182B0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1999" y="3888000"/>
                  <a:ext cx="504000" cy="430887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18B1377E-E2DE-E875-8FE4-83C398014BC0}"/>
                </a:ext>
              </a:extLst>
            </p:cNvPr>
            <p:cNvSpPr/>
            <p:nvPr/>
          </p:nvSpPr>
          <p:spPr>
            <a:xfrm>
              <a:off x="6732000" y="3762000"/>
              <a:ext cx="504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83488282-57CC-05F5-3D97-D2CE032B95C7}"/>
                    </a:ext>
                  </a:extLst>
                </p:cNvPr>
                <p:cNvSpPr txBox="1"/>
                <p:nvPr/>
              </p:nvSpPr>
              <p:spPr>
                <a:xfrm>
                  <a:off x="4932000" y="5670000"/>
                  <a:ext cx="49718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83488282-57CC-05F5-3D97-D2CE032B95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2000" y="5670000"/>
                  <a:ext cx="497187" cy="430887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9" name="等腰三角形 78">
              <a:extLst>
                <a:ext uri="{FF2B5EF4-FFF2-40B4-BE49-F238E27FC236}">
                  <a16:creationId xmlns:a16="http://schemas.microsoft.com/office/drawing/2014/main" id="{6D203585-58F0-E697-4BBC-58AD1BA1E93C}"/>
                </a:ext>
              </a:extLst>
            </p:cNvPr>
            <p:cNvSpPr/>
            <p:nvPr/>
          </p:nvSpPr>
          <p:spPr>
            <a:xfrm rot="5400000">
              <a:off x="7452000" y="3690000"/>
              <a:ext cx="360000" cy="288000"/>
            </a:xfrm>
            <a:prstGeom prst="triangl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CF1F7A3D-D797-B08E-EF9E-D9D81F833596}"/>
                </a:ext>
              </a:extLst>
            </p:cNvPr>
            <p:cNvCxnSpPr>
              <a:cxnSpLocks/>
            </p:cNvCxnSpPr>
            <p:nvPr/>
          </p:nvCxnSpPr>
          <p:spPr>
            <a:xfrm>
              <a:off x="7776000" y="3618000"/>
              <a:ext cx="0" cy="432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1ACFE44F-1E38-99DE-3907-D8F2C43352D0}"/>
                </a:ext>
              </a:extLst>
            </p:cNvPr>
            <p:cNvCxnSpPr>
              <a:cxnSpLocks/>
            </p:cNvCxnSpPr>
            <p:nvPr/>
          </p:nvCxnSpPr>
          <p:spPr>
            <a:xfrm>
              <a:off x="8028000" y="3834000"/>
              <a:ext cx="0" cy="100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椭圆 84">
              <a:extLst>
                <a:ext uri="{FF2B5EF4-FFF2-40B4-BE49-F238E27FC236}">
                  <a16:creationId xmlns:a16="http://schemas.microsoft.com/office/drawing/2014/main" id="{D7C2C654-A64E-CEA9-AB55-1FEB8A39557D}"/>
                </a:ext>
              </a:extLst>
            </p:cNvPr>
            <p:cNvSpPr/>
            <p:nvPr/>
          </p:nvSpPr>
          <p:spPr>
            <a:xfrm>
              <a:off x="7974000" y="4788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椭圆 85">
              <a:extLst>
                <a:ext uri="{FF2B5EF4-FFF2-40B4-BE49-F238E27FC236}">
                  <a16:creationId xmlns:a16="http://schemas.microsoft.com/office/drawing/2014/main" id="{1582E1BF-2CE6-A972-CA1D-8006F823C778}"/>
                </a:ext>
              </a:extLst>
            </p:cNvPr>
            <p:cNvSpPr/>
            <p:nvPr/>
          </p:nvSpPr>
          <p:spPr>
            <a:xfrm>
              <a:off x="7974000" y="3780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1" name="组合 90">
              <a:extLst>
                <a:ext uri="{FF2B5EF4-FFF2-40B4-BE49-F238E27FC236}">
                  <a16:creationId xmlns:a16="http://schemas.microsoft.com/office/drawing/2014/main" id="{D204DC14-180B-2ACB-0316-BEB0B46B34A2}"/>
                </a:ext>
              </a:extLst>
            </p:cNvPr>
            <p:cNvGrpSpPr/>
            <p:nvPr/>
          </p:nvGrpSpPr>
          <p:grpSpPr>
            <a:xfrm>
              <a:off x="8424000" y="4464000"/>
              <a:ext cx="1242000" cy="1440000"/>
              <a:chOff x="7368000" y="3006000"/>
              <a:chExt cx="1242000" cy="1440000"/>
            </a:xfrm>
          </p:grpSpPr>
          <p:sp>
            <p:nvSpPr>
              <p:cNvPr id="87" name="等腰三角形 86">
                <a:extLst>
                  <a:ext uri="{FF2B5EF4-FFF2-40B4-BE49-F238E27FC236}">
                    <a16:creationId xmlns:a16="http://schemas.microsoft.com/office/drawing/2014/main" id="{2CC5C57E-04B6-D1BE-63B3-8E171287B6BB}"/>
                  </a:ext>
                </a:extLst>
              </p:cNvPr>
              <p:cNvSpPr/>
              <p:nvPr/>
            </p:nvSpPr>
            <p:spPr>
              <a:xfrm rot="5400000">
                <a:off x="7296000" y="3132000"/>
                <a:ext cx="1440000" cy="1188000"/>
              </a:xfrm>
              <a:prstGeom prst="triangl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8" name="文本框 87">
                    <a:extLst>
                      <a:ext uri="{FF2B5EF4-FFF2-40B4-BE49-F238E27FC236}">
                        <a16:creationId xmlns:a16="http://schemas.microsoft.com/office/drawing/2014/main" id="{4EDCFF1E-4C17-F317-ABA9-35E463BE8CE6}"/>
                      </a:ext>
                    </a:extLst>
                  </p:cNvPr>
                  <p:cNvSpPr txBox="1"/>
                  <p:nvPr/>
                </p:nvSpPr>
                <p:spPr>
                  <a:xfrm>
                    <a:off x="7368000" y="3780000"/>
                    <a:ext cx="468000" cy="54000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m:oMathPara>
                    </a14:m>
                    <a:endParaRPr lang="zh-CN" alt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8" name="文本框 87">
                    <a:extLst>
                      <a:ext uri="{FF2B5EF4-FFF2-40B4-BE49-F238E27FC236}">
                        <a16:creationId xmlns:a16="http://schemas.microsoft.com/office/drawing/2014/main" id="{4EDCFF1E-4C17-F317-ABA9-35E463BE8CE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68000" y="3780000"/>
                    <a:ext cx="468000" cy="540000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9" name="文本框 88">
                    <a:extLst>
                      <a:ext uri="{FF2B5EF4-FFF2-40B4-BE49-F238E27FC236}">
                        <a16:creationId xmlns:a16="http://schemas.microsoft.com/office/drawing/2014/main" id="{5F5F6F38-952B-9CD1-AAED-D0B5A1A870B5}"/>
                      </a:ext>
                    </a:extLst>
                  </p:cNvPr>
                  <p:cNvSpPr txBox="1"/>
                  <p:nvPr/>
                </p:nvSpPr>
                <p:spPr>
                  <a:xfrm>
                    <a:off x="7368000" y="3096000"/>
                    <a:ext cx="468000" cy="54000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zh-CN" alt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9" name="文本框 88">
                    <a:extLst>
                      <a:ext uri="{FF2B5EF4-FFF2-40B4-BE49-F238E27FC236}">
                        <a16:creationId xmlns:a16="http://schemas.microsoft.com/office/drawing/2014/main" id="{5F5F6F38-952B-9CD1-AAED-D0B5A1A870B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68000" y="3096000"/>
                    <a:ext cx="468000" cy="540000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40371855-E8EC-AC3D-0D9D-AD79E9ACEBC0}"/>
                  </a:ext>
                </a:extLst>
              </p:cNvPr>
              <p:cNvSpPr txBox="1"/>
              <p:nvPr/>
            </p:nvSpPr>
            <p:spPr>
              <a:xfrm>
                <a:off x="7764000" y="3474000"/>
                <a:ext cx="50400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r>
                  <a:rPr lang="en-US" altLang="zh-CN" sz="2800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endPara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A19DDFFB-EA2B-02B7-2C64-1C04A7E5E45D}"/>
                </a:ext>
              </a:extLst>
            </p:cNvPr>
            <p:cNvCxnSpPr>
              <a:cxnSpLocks/>
            </p:cNvCxnSpPr>
            <p:nvPr/>
          </p:nvCxnSpPr>
          <p:spPr>
            <a:xfrm>
              <a:off x="8064001" y="5508000"/>
              <a:ext cx="396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545FAF8E-2AE2-7705-5298-667936E70BBE}"/>
                </a:ext>
              </a:extLst>
            </p:cNvPr>
            <p:cNvCxnSpPr>
              <a:cxnSpLocks/>
            </p:cNvCxnSpPr>
            <p:nvPr/>
          </p:nvCxnSpPr>
          <p:spPr>
            <a:xfrm>
              <a:off x="8064001" y="5508000"/>
              <a:ext cx="0" cy="1080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EDD77ED3-4A70-F30F-2A0D-0618F49227E2}"/>
                </a:ext>
              </a:extLst>
            </p:cNvPr>
            <p:cNvCxnSpPr>
              <a:cxnSpLocks/>
            </p:cNvCxnSpPr>
            <p:nvPr/>
          </p:nvCxnSpPr>
          <p:spPr>
            <a:xfrm>
              <a:off x="7848001" y="6606000"/>
              <a:ext cx="432000" cy="0"/>
            </a:xfrm>
            <a:prstGeom prst="line">
              <a:avLst/>
            </a:prstGeom>
            <a:ln w="1016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0" name="组合 99">
              <a:extLst>
                <a:ext uri="{FF2B5EF4-FFF2-40B4-BE49-F238E27FC236}">
                  <a16:creationId xmlns:a16="http://schemas.microsoft.com/office/drawing/2014/main" id="{A8CCBE4C-58C9-4412-D145-96652FBA2E4C}"/>
                </a:ext>
              </a:extLst>
            </p:cNvPr>
            <p:cNvGrpSpPr/>
            <p:nvPr/>
          </p:nvGrpSpPr>
          <p:grpSpPr>
            <a:xfrm>
              <a:off x="7487999" y="5742000"/>
              <a:ext cx="648002" cy="504000"/>
              <a:chOff x="6443999" y="4464000"/>
              <a:chExt cx="648002" cy="504000"/>
            </a:xfrm>
          </p:grpSpPr>
          <p:sp>
            <p:nvSpPr>
              <p:cNvPr id="94" name="矩形 93">
                <a:extLst>
                  <a:ext uri="{FF2B5EF4-FFF2-40B4-BE49-F238E27FC236}">
                    <a16:creationId xmlns:a16="http://schemas.microsoft.com/office/drawing/2014/main" id="{3DD68056-782F-BED4-2AA9-FEA3CC6ED893}"/>
                  </a:ext>
                </a:extLst>
              </p:cNvPr>
              <p:cNvSpPr/>
              <p:nvPr/>
            </p:nvSpPr>
            <p:spPr>
              <a:xfrm>
                <a:off x="6948001" y="4464000"/>
                <a:ext cx="144000" cy="50400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6" name="文本框 95">
                    <a:extLst>
                      <a:ext uri="{FF2B5EF4-FFF2-40B4-BE49-F238E27FC236}">
                        <a16:creationId xmlns:a16="http://schemas.microsoft.com/office/drawing/2014/main" id="{3894E9E9-2AEF-BA51-A156-EB24C36C9A36}"/>
                      </a:ext>
                    </a:extLst>
                  </p:cNvPr>
                  <p:cNvSpPr txBox="1"/>
                  <p:nvPr/>
                </p:nvSpPr>
                <p:spPr>
                  <a:xfrm>
                    <a:off x="6443999" y="4536000"/>
                    <a:ext cx="504000" cy="43088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800" b="0" i="0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96" name="文本框 95">
                    <a:extLst>
                      <a:ext uri="{FF2B5EF4-FFF2-40B4-BE49-F238E27FC236}">
                        <a16:creationId xmlns:a16="http://schemas.microsoft.com/office/drawing/2014/main" id="{3894E9E9-2AEF-BA51-A156-EB24C36C9A3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43999" y="4536000"/>
                    <a:ext cx="504000" cy="430887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9DC95F57-3DAA-B993-4272-B59B88B7EDC2}"/>
                    </a:ext>
                  </a:extLst>
                </p:cNvPr>
                <p:cNvSpPr txBox="1"/>
                <p:nvPr/>
              </p:nvSpPr>
              <p:spPr>
                <a:xfrm>
                  <a:off x="7020000" y="4896000"/>
                  <a:ext cx="504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9DC95F57-3DAA-B993-4272-B59B88B7ED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20000" y="4896000"/>
                  <a:ext cx="504000" cy="430887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9" name="矩形 98">
              <a:extLst>
                <a:ext uri="{FF2B5EF4-FFF2-40B4-BE49-F238E27FC236}">
                  <a16:creationId xmlns:a16="http://schemas.microsoft.com/office/drawing/2014/main" id="{5A109B03-4A89-86B4-870F-67764361AF82}"/>
                </a:ext>
              </a:extLst>
            </p:cNvPr>
            <p:cNvSpPr/>
            <p:nvPr/>
          </p:nvSpPr>
          <p:spPr>
            <a:xfrm>
              <a:off x="7020000" y="4770000"/>
              <a:ext cx="504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75A87289-641C-2F42-7C67-62E183FB89BA}"/>
                </a:ext>
              </a:extLst>
            </p:cNvPr>
            <p:cNvCxnSpPr>
              <a:cxnSpLocks/>
            </p:cNvCxnSpPr>
            <p:nvPr/>
          </p:nvCxnSpPr>
          <p:spPr>
            <a:xfrm>
              <a:off x="9648000" y="5184000"/>
              <a:ext cx="576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CD85700F-9932-08E1-6FFD-3B80026371BC}"/>
                </a:ext>
              </a:extLst>
            </p:cNvPr>
            <p:cNvCxnSpPr>
              <a:cxnSpLocks/>
            </p:cNvCxnSpPr>
            <p:nvPr/>
          </p:nvCxnSpPr>
          <p:spPr>
            <a:xfrm>
              <a:off x="9144000" y="3546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EDAFA384-E057-13E3-C041-31E727A8E85C}"/>
                </a:ext>
              </a:extLst>
            </p:cNvPr>
            <p:cNvCxnSpPr>
              <a:cxnSpLocks/>
            </p:cNvCxnSpPr>
            <p:nvPr/>
          </p:nvCxnSpPr>
          <p:spPr>
            <a:xfrm>
              <a:off x="9144000" y="3834000"/>
              <a:ext cx="792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00520ACF-C7AD-A6C1-477F-EFF154D10E0F}"/>
                </a:ext>
              </a:extLst>
            </p:cNvPr>
            <p:cNvCxnSpPr>
              <a:cxnSpLocks/>
            </p:cNvCxnSpPr>
            <p:nvPr/>
          </p:nvCxnSpPr>
          <p:spPr>
            <a:xfrm>
              <a:off x="9936000" y="3312000"/>
              <a:ext cx="0" cy="1872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椭圆 112">
              <a:extLst>
                <a:ext uri="{FF2B5EF4-FFF2-40B4-BE49-F238E27FC236}">
                  <a16:creationId xmlns:a16="http://schemas.microsoft.com/office/drawing/2014/main" id="{A5D35FC9-6A4C-7BC5-4322-F9120945C3B5}"/>
                </a:ext>
              </a:extLst>
            </p:cNvPr>
            <p:cNvSpPr/>
            <p:nvPr/>
          </p:nvSpPr>
          <p:spPr>
            <a:xfrm>
              <a:off x="9882000" y="3780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椭圆 113">
              <a:extLst>
                <a:ext uri="{FF2B5EF4-FFF2-40B4-BE49-F238E27FC236}">
                  <a16:creationId xmlns:a16="http://schemas.microsoft.com/office/drawing/2014/main" id="{F49A598E-4C2F-4CBA-EA2A-112F24A34C40}"/>
                </a:ext>
              </a:extLst>
            </p:cNvPr>
            <p:cNvSpPr/>
            <p:nvPr/>
          </p:nvSpPr>
          <p:spPr>
            <a:xfrm>
              <a:off x="9882000" y="5130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C4B3552F-9CA4-35B4-95E5-241256BBA38F}"/>
                    </a:ext>
                  </a:extLst>
                </p:cNvPr>
                <p:cNvSpPr txBox="1"/>
                <p:nvPr/>
              </p:nvSpPr>
              <p:spPr>
                <a:xfrm>
                  <a:off x="7452000" y="4086000"/>
                  <a:ext cx="360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C4B3552F-9CA4-35B4-95E5-241256BBA3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52000" y="4086000"/>
                  <a:ext cx="360000" cy="430887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文本框 117">
                  <a:extLst>
                    <a:ext uri="{FF2B5EF4-FFF2-40B4-BE49-F238E27FC236}">
                      <a16:creationId xmlns:a16="http://schemas.microsoft.com/office/drawing/2014/main" id="{AF549F5E-7D81-DF3E-70CF-B046266D2E12}"/>
                    </a:ext>
                  </a:extLst>
                </p:cNvPr>
                <p:cNvSpPr txBox="1"/>
                <p:nvPr/>
              </p:nvSpPr>
              <p:spPr>
                <a:xfrm>
                  <a:off x="5796000" y="4356000"/>
                  <a:ext cx="64774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O</m:t>
                            </m:r>
                            <m: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8" name="文本框 117">
                  <a:extLst>
                    <a:ext uri="{FF2B5EF4-FFF2-40B4-BE49-F238E27FC236}">
                      <a16:creationId xmlns:a16="http://schemas.microsoft.com/office/drawing/2014/main" id="{AF549F5E-7D81-DF3E-70CF-B046266D2E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96000" y="4356000"/>
                  <a:ext cx="647741" cy="430887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文本框 119">
                  <a:extLst>
                    <a:ext uri="{FF2B5EF4-FFF2-40B4-BE49-F238E27FC236}">
                      <a16:creationId xmlns:a16="http://schemas.microsoft.com/office/drawing/2014/main" id="{791209D3-B03B-4DCA-824C-B7EC8933155D}"/>
                    </a:ext>
                  </a:extLst>
                </p:cNvPr>
                <p:cNvSpPr txBox="1"/>
                <p:nvPr/>
              </p:nvSpPr>
              <p:spPr>
                <a:xfrm>
                  <a:off x="1368000" y="4356000"/>
                  <a:ext cx="576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20" name="文本框 119">
                  <a:extLst>
                    <a:ext uri="{FF2B5EF4-FFF2-40B4-BE49-F238E27FC236}">
                      <a16:creationId xmlns:a16="http://schemas.microsoft.com/office/drawing/2014/main" id="{791209D3-B03B-4DCA-824C-B7EC893315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8000" y="4356000"/>
                  <a:ext cx="576000" cy="430887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8723959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37018-02DC-5CAD-4798-4555E6AFD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BB3F66-8088-D8FD-E019-ED657D3DB2B0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集成运算放大器的非线性应用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锯齿波产生电路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BDE5E6D-0D87-49F4-129D-5F68BE27E3F7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969D7427-443B-4248-92F3-352BC055C5F6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" name="箭头: 五边形 5">
                <a:extLst>
                  <a:ext uri="{FF2B5EF4-FFF2-40B4-BE49-F238E27FC236}">
                    <a16:creationId xmlns:a16="http://schemas.microsoft.com/office/drawing/2014/main" id="{345D57B5-41DD-279C-EC5E-8C83D37B570D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箭头: V 形 6">
                <a:extLst>
                  <a:ext uri="{FF2B5EF4-FFF2-40B4-BE49-F238E27FC236}">
                    <a16:creationId xmlns:a16="http://schemas.microsoft.com/office/drawing/2014/main" id="{48FC3379-9545-AA3B-3A20-E6960D91F522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灯片编号占位符 3">
              <a:extLst>
                <a:ext uri="{FF2B5EF4-FFF2-40B4-BE49-F238E27FC236}">
                  <a16:creationId xmlns:a16="http://schemas.microsoft.com/office/drawing/2014/main" id="{7AC3ABDA-3103-04DC-3142-FCD1140A318E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19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B085A63-DF4B-4B02-C070-C173A41A65C2}"/>
                  </a:ext>
                </a:extLst>
              </p:cNvPr>
              <p:cNvSpPr txBox="1"/>
              <p:nvPr/>
            </p:nvSpPr>
            <p:spPr>
              <a:xfrm>
                <a:off x="359994" y="828000"/>
                <a:ext cx="9765518" cy="37129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锯齿波产生电路的工作原理：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</a:t>
                </a:r>
                <a:r>
                  <a:rPr lang="en-US" altLang="zh-CN" sz="2400" baseline="-25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部分（比较器，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利用叠加定理，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O</m:t>
                            </m:r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电路翻转时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，可得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上下门限电压为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40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400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T</m:t>
                                      </m:r>
                                      <m: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</m:sub>
                                  </m:sSub>
                                  <m: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=+</m:t>
                                  </m:r>
                                  <m:sSub>
                                    <m:sSubPr>
                                      <m:ctrlP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400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sub>
                                  </m:sSub>
                                  <m: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f>
                                    <m:fPr>
                                      <m:type m:val="lin"/>
                                      <m:ctrlP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altLang="zh-CN" sz="2400" i="1">
                                              <a:solidFill>
                                                <a:schemeClr val="accent5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solidFill>
                                                <a:schemeClr val="accent5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solidFill>
                                                <a:schemeClr val="accent5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sz="2400" i="1">
                                              <a:solidFill>
                                                <a:schemeClr val="accent5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solidFill>
                                                <a:schemeClr val="accent5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solidFill>
                                                <a:schemeClr val="accent5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m:rPr>
                                      <m:nor/>
                                    </m:rPr>
                                    <a:rPr kumimoji="1" lang="zh-CN" altLang="en-US" sz="2400" dirty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微软雅黑" panose="020B0503020204020204" pitchFamily="34" charset="-122"/>
                                      <a:ea typeface="微软雅黑" panose="020B0503020204020204" pitchFamily="34" charset="-122"/>
                                    </a:rPr>
                                    <m:t>，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400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O</m:t>
                                      </m:r>
                                      <m: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=−</m:t>
                                  </m:r>
                                  <m:sSub>
                                    <m:sSubPr>
                                      <m:ctrlP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400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40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400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T</m:t>
                                      </m:r>
                                      <m: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</m:sub>
                                  </m:sSub>
                                  <m: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=−</m:t>
                                  </m:r>
                                  <m:sSub>
                                    <m:sSubPr>
                                      <m:ctrlP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400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sub>
                                  </m:sSub>
                                  <m: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f>
                                    <m:fPr>
                                      <m:type m:val="lin"/>
                                      <m:ctrlP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altLang="zh-CN" sz="2400" i="1">
                                              <a:solidFill>
                                                <a:schemeClr val="accent5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solidFill>
                                                <a:schemeClr val="accent5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solidFill>
                                                <a:schemeClr val="accent5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sz="2400" i="1">
                                              <a:solidFill>
                                                <a:schemeClr val="accent5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solidFill>
                                                <a:schemeClr val="accent5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solidFill>
                                                <a:schemeClr val="accent5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m:rPr>
                                      <m:nor/>
                                    </m:rPr>
                                    <a:rPr kumimoji="1" lang="zh-CN" altLang="en-US" sz="2400" dirty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微软雅黑" panose="020B0503020204020204" pitchFamily="34" charset="-122"/>
                                      <a:ea typeface="微软雅黑" panose="020B0503020204020204" pitchFamily="34" charset="-122"/>
                                    </a:rPr>
                                    <m:t>，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400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O</m:t>
                                      </m:r>
                                      <m: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=+</m:t>
                                  </m:r>
                                  <m:sSub>
                                    <m:sSubPr>
                                      <m:ctrlP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400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eqArr>
                      </m:e>
                    </m:d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B085A63-DF4B-4B02-C070-C173A41A65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94" y="828000"/>
                <a:ext cx="9765518" cy="3712940"/>
              </a:xfrm>
              <a:prstGeom prst="rect">
                <a:avLst/>
              </a:prstGeom>
              <a:blipFill>
                <a:blip r:embed="rId2"/>
                <a:stretch>
                  <a:fillRect l="-1248" t="-6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4" name="图片 33">
            <a:extLst>
              <a:ext uri="{FF2B5EF4-FFF2-40B4-BE49-F238E27FC236}">
                <a16:creationId xmlns:a16="http://schemas.microsoft.com/office/drawing/2014/main" id="{977A472B-D9A8-C327-5DF8-63EB972092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6000" y="4608000"/>
            <a:ext cx="5796788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4697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>
            <a:extLst>
              <a:ext uri="{FF2B5EF4-FFF2-40B4-BE49-F238E27FC236}">
                <a16:creationId xmlns:a16="http://schemas.microsoft.com/office/drawing/2014/main" id="{3EBE56A3-0DC6-0650-4075-40870D27ABB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3168000"/>
            <a:ext cx="3600000" cy="3600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2894A7BE-FEF9-AFE0-2D71-02A5E891A9D4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集成运算放大器的非线性应用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锯齿波产生电路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03F7A5CE-88EF-6FA0-03A0-186EBD878A5A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D2DDFD3B-BAEF-C6CC-5E32-6AF39A52FAC8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" name="箭头: 五边形 5">
                <a:extLst>
                  <a:ext uri="{FF2B5EF4-FFF2-40B4-BE49-F238E27FC236}">
                    <a16:creationId xmlns:a16="http://schemas.microsoft.com/office/drawing/2014/main" id="{50631EA8-282E-F342-4492-BA34550D497D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箭头: V 形 6">
                <a:extLst>
                  <a:ext uri="{FF2B5EF4-FFF2-40B4-BE49-F238E27FC236}">
                    <a16:creationId xmlns:a16="http://schemas.microsoft.com/office/drawing/2014/main" id="{985B0680-EBD4-E502-CF87-89F37FFE3F25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灯片编号占位符 3">
              <a:extLst>
                <a:ext uri="{FF2B5EF4-FFF2-40B4-BE49-F238E27FC236}">
                  <a16:creationId xmlns:a16="http://schemas.microsoft.com/office/drawing/2014/main" id="{E4C45C86-2791-46CE-C545-DE300B11A33B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20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1D41AF0-E100-CABE-648E-FD60903248FF}"/>
                  </a:ext>
                </a:extLst>
              </p:cNvPr>
              <p:cNvSpPr txBox="1"/>
              <p:nvPr/>
            </p:nvSpPr>
            <p:spPr>
              <a:xfrm>
                <a:off x="359994" y="828000"/>
                <a:ext cx="6732000" cy="2376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锯齿波产生电路的工作原理：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r>
                  <a:rPr lang="en-US" altLang="zh-CN" sz="2400" baseline="-25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部分（积分器，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1(</m:t>
                    </m:r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且运放在线性区时，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𝑅𝐶</m:t>
                        </m:r>
                      </m:den>
                    </m:f>
                    <m:nary>
                      <m:nary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num>
                      <m:den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𝑅𝐶</m:t>
                        </m:r>
                      </m:den>
                    </m:f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1D41AF0-E100-CABE-648E-FD60903248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94" y="828000"/>
                <a:ext cx="6732000" cy="2376000"/>
              </a:xfrm>
              <a:prstGeom prst="rect">
                <a:avLst/>
              </a:prstGeom>
              <a:blipFill>
                <a:blip r:embed="rId3"/>
                <a:stretch>
                  <a:fillRect l="-1812" t="-10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>
            <a:extLst>
              <a:ext uri="{FF2B5EF4-FFF2-40B4-BE49-F238E27FC236}">
                <a16:creationId xmlns:a16="http://schemas.microsoft.com/office/drawing/2014/main" id="{67AC0CF1-5E20-EBD4-DDF5-E0FBBF6AFE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6000" y="4608000"/>
            <a:ext cx="5796788" cy="2160000"/>
          </a:xfrm>
          <a:prstGeom prst="rect">
            <a:avLst/>
          </a:prstGeom>
        </p:spPr>
      </p:pic>
      <p:pic>
        <p:nvPicPr>
          <p:cNvPr id="51" name="图片 50" descr="手机屏幕的截图&#10;&#10;AI 生成的内容可能不正确。">
            <a:extLst>
              <a:ext uri="{FF2B5EF4-FFF2-40B4-BE49-F238E27FC236}">
                <a16:creationId xmlns:a16="http://schemas.microsoft.com/office/drawing/2014/main" id="{A66160CD-4C04-1E33-79E2-4B56BF41FF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0000" y="1080000"/>
            <a:ext cx="4319786" cy="23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2611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38568-3A34-D1D8-A8A7-9811A12E0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>
            <a:extLst>
              <a:ext uri="{FF2B5EF4-FFF2-40B4-BE49-F238E27FC236}">
                <a16:creationId xmlns:a16="http://schemas.microsoft.com/office/drawing/2014/main" id="{5A9DD6D1-36D6-AA9B-D150-FA4DFF224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6000" y="4608000"/>
            <a:ext cx="5796788" cy="2160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C1E72257-BDCF-2A63-246E-4C3D863780DF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集成运算放大器的非线性应用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锯齿波产生电路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06F21E9-00C6-DEB7-C4FB-77454171CFAF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F4D155CA-F667-B67F-1113-3CA4F8F1300A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" name="箭头: 五边形 5">
                <a:extLst>
                  <a:ext uri="{FF2B5EF4-FFF2-40B4-BE49-F238E27FC236}">
                    <a16:creationId xmlns:a16="http://schemas.microsoft.com/office/drawing/2014/main" id="{CBFF6F87-985E-D712-73A2-AEE26BC81607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箭头: V 形 6">
                <a:extLst>
                  <a:ext uri="{FF2B5EF4-FFF2-40B4-BE49-F238E27FC236}">
                    <a16:creationId xmlns:a16="http://schemas.microsoft.com/office/drawing/2014/main" id="{81E8A283-6E5A-C6A8-D84A-A303C107CCBA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灯片编号占位符 3">
              <a:extLst>
                <a:ext uri="{FF2B5EF4-FFF2-40B4-BE49-F238E27FC236}">
                  <a16:creationId xmlns:a16="http://schemas.microsoft.com/office/drawing/2014/main" id="{98B2F48E-14E1-C1AD-74BD-8AF9363BABC6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21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A4683C7-2091-B86D-C8F9-FC33CEE43EDF}"/>
                  </a:ext>
                </a:extLst>
              </p:cNvPr>
              <p:cNvSpPr txBox="1"/>
              <p:nvPr/>
            </p:nvSpPr>
            <p:spPr>
              <a:xfrm>
                <a:off x="359996" y="828000"/>
                <a:ext cx="10738640" cy="45021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锯齿波产生电路的工作原理：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给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充电，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en-US" altLang="zh-CN" sz="24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↑</a:t>
                </a: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增至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使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从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跳至 </a:t>
                </a:r>
                <a14:m>
                  <m:oMath xmlns:m="http://schemas.openxmlformats.org/officeDocument/2006/math">
                    <m:r>
                      <a:rPr kumimoji="1" lang="en-US" altLang="zh-CN" sz="2400" i="1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，且门限电压变为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两支路给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反向充电，时间常数小于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单支路的时间常数，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迅速 </a:t>
                </a:r>
                <a:r>
                  <a:rPr kumimoji="1" lang="zh-CN" altLang="en-US" sz="24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↓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至负值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降至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使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从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跳至 </a:t>
                </a:r>
                <a14:m>
                  <m:oMath xmlns:m="http://schemas.openxmlformats.org/officeDocument/2006/math">
                    <m:r>
                      <a:rPr kumimoji="1" lang="en-US" altLang="zh-CN" sz="2400" b="0" i="1" dirty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，且门限电压变为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重复以上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A4683C7-2091-B86D-C8F9-FC33CEE43E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96" y="828000"/>
                <a:ext cx="10738640" cy="4502130"/>
              </a:xfrm>
              <a:prstGeom prst="rect">
                <a:avLst/>
              </a:prstGeom>
              <a:blipFill>
                <a:blip r:embed="rId4"/>
                <a:stretch>
                  <a:fillRect l="-1135" t="-542" r="-3746" b="-23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92062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CF6B8-FFCF-F257-224A-5E944A058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6AE3D060-A62D-091D-2910-8F79BA421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993" y="1368000"/>
            <a:ext cx="3742512" cy="5436000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FA7FFB37-7B11-195C-8654-50CCCBA011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6000" y="4608000"/>
            <a:ext cx="5796788" cy="2160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055A3FC1-B749-8AFF-CFE4-0A0362AD9CF3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集成运算放大器的非线性应用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锯齿波产生电路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0F93C3F7-CC99-1B5C-FEEF-CF9028103EB8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66A7C76E-FA1A-C207-F592-1110B9AD880B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" name="箭头: 五边形 5">
                <a:extLst>
                  <a:ext uri="{FF2B5EF4-FFF2-40B4-BE49-F238E27FC236}">
                    <a16:creationId xmlns:a16="http://schemas.microsoft.com/office/drawing/2014/main" id="{B7293EEC-F4CD-AD74-7497-82C3C8049943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箭头: V 形 6">
                <a:extLst>
                  <a:ext uri="{FF2B5EF4-FFF2-40B4-BE49-F238E27FC236}">
                    <a16:creationId xmlns:a16="http://schemas.microsoft.com/office/drawing/2014/main" id="{D0C8620A-B7FF-BBCF-1178-C34215663560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灯片编号占位符 3">
              <a:extLst>
                <a:ext uri="{FF2B5EF4-FFF2-40B4-BE49-F238E27FC236}">
                  <a16:creationId xmlns:a16="http://schemas.microsoft.com/office/drawing/2014/main" id="{C4BEEAAA-B693-AAF2-6D28-7F6D1B0DE616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22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215DB429-C803-1758-7B57-C5FEC3017878}"/>
              </a:ext>
            </a:extLst>
          </p:cNvPr>
          <p:cNvSpPr txBox="1"/>
          <p:nvPr/>
        </p:nvSpPr>
        <p:spPr>
          <a:xfrm>
            <a:off x="359996" y="828000"/>
            <a:ext cx="10738640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锯齿波产生电路的工作原理：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76E6E93-4D6D-F139-9203-57B8B1A62E6B}"/>
                  </a:ext>
                </a:extLst>
              </p:cNvPr>
              <p:cNvSpPr txBox="1"/>
              <p:nvPr/>
            </p:nvSpPr>
            <p:spPr>
              <a:xfrm>
                <a:off x="5039998" y="1296000"/>
                <a:ext cx="6480000" cy="30995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正向充电：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反向充电：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//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振荡周期：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(2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去掉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支路：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kumimoji="1" lang="en-US" altLang="zh-CN" sz="2400" i="1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76E6E93-4D6D-F139-9203-57B8B1A62E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9998" y="1296000"/>
                <a:ext cx="6480000" cy="3099566"/>
              </a:xfrm>
              <a:prstGeom prst="rect">
                <a:avLst/>
              </a:prstGeom>
              <a:blipFill>
                <a:blip r:embed="rId5"/>
                <a:stretch>
                  <a:fillRect l="-13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55853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FEB142-39A8-3D14-10FB-AE69E3443E4A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作业</a:t>
            </a:r>
            <a:endParaRPr lang="zh-CN" altLang="en-US" sz="3000" dirty="0">
              <a:solidFill>
                <a:srgbClr val="FFFF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9FFF2CB-1E85-E447-B4FB-B29B0C45C4DC}"/>
              </a:ext>
            </a:extLst>
          </p:cNvPr>
          <p:cNvSpPr txBox="1"/>
          <p:nvPr/>
        </p:nvSpPr>
        <p:spPr>
          <a:xfrm>
            <a:off x="360001" y="828000"/>
            <a:ext cx="4849673" cy="4755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zh-CN" altLang="en-US" sz="2800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电子技术基础（模拟部分）</a:t>
            </a:r>
            <a:endParaRPr lang="en-US" altLang="zh-CN" sz="2800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 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 </a:t>
            </a: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 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日的作业</a:t>
            </a:r>
            <a:endParaRPr lang="en-US" altLang="zh-CN" sz="2800" kern="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P440 - 443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800" kern="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10.8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.1</a:t>
            </a:r>
            <a:endParaRPr lang="en-US" altLang="zh-CN" sz="2800" kern="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10.8.3</a:t>
            </a: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10.8.4</a:t>
            </a: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10.8.6</a:t>
            </a: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10.8.9</a:t>
            </a:r>
          </a:p>
        </p:txBody>
      </p:sp>
    </p:spTree>
    <p:extLst>
      <p:ext uri="{BB962C8B-B14F-4D97-AF65-F5344CB8AC3E}">
        <p14:creationId xmlns:p14="http://schemas.microsoft.com/office/powerpoint/2010/main" val="1841518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45570</TotalTime>
  <Words>1793</Words>
  <Application>Microsoft Office PowerPoint</Application>
  <PresentationFormat>宽屏</PresentationFormat>
  <Paragraphs>455</Paragraphs>
  <Slides>23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1" baseType="lpstr">
      <vt:lpstr>等线</vt:lpstr>
      <vt:lpstr>微软雅黑</vt:lpstr>
      <vt:lpstr>Arial</vt:lpstr>
      <vt:lpstr>Cambria Math</vt:lpstr>
      <vt:lpstr>Candara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 Liao</dc:creator>
  <cp:lastModifiedBy>QF</cp:lastModifiedBy>
  <cp:revision>1950</cp:revision>
  <dcterms:created xsi:type="dcterms:W3CDTF">2024-12-23T04:28:42Z</dcterms:created>
  <dcterms:modified xsi:type="dcterms:W3CDTF">2025-12-28T09:55:39Z</dcterms:modified>
</cp:coreProperties>
</file>