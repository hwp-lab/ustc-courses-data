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1354" r:id="rId2"/>
    <p:sldId id="6935" r:id="rId3"/>
    <p:sldId id="7174" r:id="rId4"/>
    <p:sldId id="7197" r:id="rId5"/>
    <p:sldId id="7189" r:id="rId6"/>
    <p:sldId id="7191" r:id="rId7"/>
    <p:sldId id="7190" r:id="rId8"/>
    <p:sldId id="7192" r:id="rId9"/>
    <p:sldId id="7196" r:id="rId10"/>
    <p:sldId id="7194" r:id="rId11"/>
    <p:sldId id="7198" r:id="rId12"/>
    <p:sldId id="7195" r:id="rId13"/>
    <p:sldId id="7200" r:id="rId14"/>
    <p:sldId id="7193" r:id="rId15"/>
    <p:sldId id="7201" r:id="rId16"/>
    <p:sldId id="7202" r:id="rId17"/>
    <p:sldId id="7204" r:id="rId18"/>
    <p:sldId id="7216" r:id="rId19"/>
    <p:sldId id="7221" r:id="rId20"/>
    <p:sldId id="7223" r:id="rId21"/>
    <p:sldId id="7226" r:id="rId22"/>
    <p:sldId id="7241" r:id="rId23"/>
    <p:sldId id="7227" r:id="rId24"/>
    <p:sldId id="7239" r:id="rId25"/>
    <p:sldId id="7236" r:id="rId26"/>
    <p:sldId id="7237" r:id="rId27"/>
    <p:sldId id="7238" r:id="rId28"/>
    <p:sldId id="7225" r:id="rId29"/>
    <p:sldId id="7209" r:id="rId30"/>
    <p:sldId id="7228" r:id="rId31"/>
    <p:sldId id="7229" r:id="rId32"/>
    <p:sldId id="7224" r:id="rId33"/>
    <p:sldId id="7240" r:id="rId34"/>
    <p:sldId id="7231" r:id="rId35"/>
    <p:sldId id="7234" r:id="rId36"/>
    <p:sldId id="7235" r:id="rId37"/>
    <p:sldId id="7233" r:id="rId38"/>
    <p:sldId id="7007"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FF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95" autoAdjust="0"/>
    <p:restoredTop sz="58645" autoAdjust="0"/>
  </p:normalViewPr>
  <p:slideViewPr>
    <p:cSldViewPr snapToGrid="0">
      <p:cViewPr varScale="1">
        <p:scale>
          <a:sx n="56" d="100"/>
          <a:sy n="56" d="100"/>
        </p:scale>
        <p:origin x="921" y="42"/>
      </p:cViewPr>
      <p:guideLst/>
    </p:cSldViewPr>
  </p:slideViewPr>
  <p:notesTextViewPr>
    <p:cViewPr>
      <p:scale>
        <a:sx n="1" d="1"/>
        <a:sy n="1" d="1"/>
      </p:scale>
      <p:origin x="0" y="0"/>
    </p:cViewPr>
  </p:notesTextViewPr>
  <p:notesViewPr>
    <p:cSldViewPr snapToGrid="0">
      <p:cViewPr varScale="1">
        <p:scale>
          <a:sx n="60" d="100"/>
          <a:sy n="60" d="100"/>
        </p:scale>
        <p:origin x="1230" y="3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2025/12/31</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2025/12/31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r>
              <a:rPr lang="zh-CN" altLang="en-US" dirty="0">
                <a:solidFill>
                  <a:srgbClr val="FF0066"/>
                </a:solidFill>
                <a:latin typeface="宋体" panose="02010600030101010101" pitchFamily="2" charset="-122"/>
              </a:rPr>
              <a:t>同步计数器</a:t>
            </a:r>
            <a:r>
              <a:rPr lang="zh-CN" altLang="en-US" dirty="0">
                <a:latin typeface="宋体" panose="02010600030101010101" pitchFamily="2" charset="-122"/>
              </a:rPr>
              <a:t>：有一个公共时钟脉冲，各个触发器的状态转换是在该公共输入计数脉冲作用下同时发生的，即各个触发器状态的翻转与输入脉冲同步</a:t>
            </a:r>
            <a:endParaRPr lang="zh-CN" altLang="en-US" dirty="0"/>
          </a:p>
          <a:p>
            <a:pPr eaLnBrk="1" hangingPunct="1"/>
            <a:r>
              <a:rPr lang="zh-CN" altLang="en-US" dirty="0">
                <a:solidFill>
                  <a:srgbClr val="FF0066"/>
                </a:solidFill>
                <a:latin typeface="宋体" panose="02010600030101010101" pitchFamily="2" charset="-122"/>
              </a:rPr>
              <a:t>异步计数器</a:t>
            </a:r>
            <a:r>
              <a:rPr lang="zh-CN" altLang="en-US" dirty="0">
                <a:latin typeface="宋体" panose="02010600030101010101" pitchFamily="2" charset="-122"/>
              </a:rPr>
              <a:t>：没有公共时钟脉冲，输入计数脉冲只作用于某些触发器的 </a:t>
            </a:r>
            <a:r>
              <a:rPr lang="en-US" altLang="zh-CN" i="0" dirty="0">
                <a:solidFill>
                  <a:srgbClr val="0000FF"/>
                </a:solidFill>
                <a:latin typeface="宋体" panose="02010600030101010101" pitchFamily="2" charset="-122"/>
              </a:rPr>
              <a:t>CP </a:t>
            </a:r>
            <a:r>
              <a:rPr lang="zh-CN" altLang="en-US" dirty="0">
                <a:latin typeface="宋体" panose="02010600030101010101" pitchFamily="2" charset="-122"/>
              </a:rPr>
              <a:t>端，而其它触发器的翻转是靠低位的进位信号</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因此，组成计数器的各个触发器的状态变化不是同时发生的</a:t>
            </a:r>
          </a:p>
          <a:p>
            <a:pPr eaLnBrk="1" hangingPunct="1"/>
            <a:endParaRPr lang="zh-CN" altLang="en-US" dirty="0">
              <a:latin typeface="宋体" panose="02010600030101010101" pitchFamily="2" charset="-122"/>
            </a:endParaRPr>
          </a:p>
          <a:p>
            <a:pPr algn="just" eaLnBrk="1" hangingPunct="1"/>
            <a:r>
              <a:rPr lang="zh-CN" altLang="en-US" dirty="0">
                <a:solidFill>
                  <a:srgbClr val="FF0066"/>
                </a:solidFill>
                <a:latin typeface="宋体" panose="02010600030101010101" pitchFamily="2" charset="-122"/>
              </a:rPr>
              <a:t>二进制计数器</a:t>
            </a:r>
            <a:r>
              <a:rPr lang="zh-CN" altLang="en-US" dirty="0">
                <a:latin typeface="宋体" panose="02010600030101010101" pitchFamily="2" charset="-122"/>
              </a:rPr>
              <a:t>：按二进制数运算规律进行计数</a:t>
            </a:r>
            <a:endParaRPr lang="zh-CN" altLang="en-US" dirty="0"/>
          </a:p>
          <a:p>
            <a:pPr algn="just" eaLnBrk="1" hangingPunct="1"/>
            <a:r>
              <a:rPr lang="zh-CN" altLang="en-US" dirty="0">
                <a:solidFill>
                  <a:srgbClr val="FF0066"/>
                </a:solidFill>
                <a:latin typeface="宋体" panose="02010600030101010101" pitchFamily="2" charset="-122"/>
              </a:rPr>
              <a:t>十进制计数器</a:t>
            </a:r>
            <a:r>
              <a:rPr lang="zh-CN" altLang="en-US" dirty="0">
                <a:latin typeface="宋体" panose="02010600030101010101" pitchFamily="2" charset="-122"/>
              </a:rPr>
              <a:t>：按十进制数运算规律进行计数</a:t>
            </a:r>
            <a:endParaRPr lang="zh-CN" altLang="en-US" dirty="0"/>
          </a:p>
          <a:p>
            <a:pPr eaLnBrk="1" hangingPunct="1"/>
            <a:r>
              <a:rPr lang="zh-CN" altLang="en-US" dirty="0">
                <a:solidFill>
                  <a:srgbClr val="FF0066"/>
                </a:solidFill>
                <a:latin typeface="宋体" panose="02010600030101010101" pitchFamily="2" charset="-122"/>
              </a:rPr>
              <a:t>任意进制计数器</a:t>
            </a:r>
            <a:r>
              <a:rPr lang="zh-CN" altLang="en-US" dirty="0">
                <a:latin typeface="宋体" panose="02010600030101010101" pitchFamily="2" charset="-122"/>
              </a:rPr>
              <a:t>：二进制计数器和十进制计数器之外的其它进制计数器，如三进制计数器、六进制计数器等</a:t>
            </a:r>
          </a:p>
          <a:p>
            <a:pPr eaLnBrk="1" hangingPunct="1"/>
            <a:endParaRPr lang="zh-CN" altLang="en-US" dirty="0">
              <a:latin typeface="宋体" panose="02010600030101010101" pitchFamily="2" charset="-122"/>
            </a:endParaRPr>
          </a:p>
          <a:p>
            <a:pPr algn="just" eaLnBrk="1" hangingPunct="1"/>
            <a:r>
              <a:rPr lang="zh-CN" altLang="en-US" dirty="0">
                <a:solidFill>
                  <a:srgbClr val="FF0066"/>
                </a:solidFill>
                <a:latin typeface="宋体" panose="02010600030101010101" pitchFamily="2" charset="-122"/>
              </a:rPr>
              <a:t>递增计数器</a:t>
            </a:r>
            <a:r>
              <a:rPr lang="zh-CN" altLang="en-US" dirty="0">
                <a:latin typeface="宋体" panose="02010600030101010101" pitchFamily="2" charset="-122"/>
              </a:rPr>
              <a:t>：随着计数脉冲的输入，计数器的数是递增的，则为递增计数器</a:t>
            </a:r>
            <a:endParaRPr lang="zh-CN" altLang="en-US" dirty="0"/>
          </a:p>
          <a:p>
            <a:pPr algn="just" eaLnBrk="1" hangingPunct="1"/>
            <a:r>
              <a:rPr lang="zh-CN" altLang="en-US" dirty="0">
                <a:solidFill>
                  <a:srgbClr val="FF0066"/>
                </a:solidFill>
                <a:latin typeface="宋体" panose="02010600030101010101" pitchFamily="2" charset="-122"/>
              </a:rPr>
              <a:t>递减计数器</a:t>
            </a:r>
            <a:r>
              <a:rPr lang="zh-CN" altLang="en-US" dirty="0">
                <a:latin typeface="宋体" panose="02010600030101010101" pitchFamily="2" charset="-122"/>
              </a:rPr>
              <a:t>：随着计数脉冲的输入，计数器的数是递减的，则为递减计数器</a:t>
            </a:r>
            <a:endParaRPr lang="zh-CN" altLang="en-US" dirty="0"/>
          </a:p>
          <a:p>
            <a:pPr eaLnBrk="1" hangingPunct="1"/>
            <a:r>
              <a:rPr lang="zh-CN" altLang="en-US" dirty="0">
                <a:solidFill>
                  <a:srgbClr val="FF0066"/>
                </a:solidFill>
                <a:latin typeface="宋体" panose="02010600030101010101" pitchFamily="2" charset="-122"/>
              </a:rPr>
              <a:t>可逆计数器</a:t>
            </a:r>
            <a:r>
              <a:rPr lang="zh-CN" altLang="en-US" dirty="0">
                <a:latin typeface="宋体" panose="02010600030101010101" pitchFamily="2" charset="-122"/>
              </a:rPr>
              <a:t>：随着计数脉冲的输入，计数器的数是可增可减的则为可逆计数器</a:t>
            </a:r>
            <a:endParaRPr lang="zh-CN" altLang="en-US" dirty="0"/>
          </a:p>
          <a:p>
            <a:pPr eaLnBrk="1" hangingPunct="1"/>
            <a:endParaRPr lang="zh-CN" altLang="en-US"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a:t>
            </a:fld>
            <a:endParaRPr lang="zh-CN" altLang="en-US"/>
          </a:p>
        </p:txBody>
      </p:sp>
    </p:spTree>
    <p:extLst>
      <p:ext uri="{BB962C8B-B14F-4D97-AF65-F5344CB8AC3E}">
        <p14:creationId xmlns:p14="http://schemas.microsoft.com/office/powerpoint/2010/main" val="280155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21258-17BA-229C-DBAD-D39AF7FAC0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258D61-B263-C556-F860-C304FDFED0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32280C-1685-F416-D33F-35870785D6B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F58B7C-23A6-97FD-392B-CF4E488D1BFC}"/>
              </a:ext>
            </a:extLst>
          </p:cNvPr>
          <p:cNvSpPr>
            <a:spLocks noGrp="1"/>
          </p:cNvSpPr>
          <p:nvPr>
            <p:ph type="sldNum" sz="quarter" idx="5"/>
          </p:nvPr>
        </p:nvSpPr>
        <p:spPr/>
        <p:txBody>
          <a:bodyPr/>
          <a:lstStyle/>
          <a:p>
            <a:fld id="{6AF8E926-3218-4A05-BE3C-00B734B06F20}" type="slidenum">
              <a:rPr lang="zh-CN" altLang="en-US" smtClean="0"/>
              <a:t>4</a:t>
            </a:fld>
            <a:endParaRPr lang="zh-CN" altLang="en-US"/>
          </a:p>
        </p:txBody>
      </p:sp>
    </p:spTree>
    <p:extLst>
      <p:ext uri="{BB962C8B-B14F-4D97-AF65-F5344CB8AC3E}">
        <p14:creationId xmlns:p14="http://schemas.microsoft.com/office/powerpoint/2010/main" val="3075538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DB545-FE08-B327-5DEF-7D04CCFC13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F2D0C8-8FC4-3683-7C14-8D1C8EC5B1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A54267-2256-F7D7-3219-9DBFB30EDAE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FC74F34-6E7E-06DF-118F-43BE3B00F8DF}"/>
              </a:ext>
            </a:extLst>
          </p:cNvPr>
          <p:cNvSpPr>
            <a:spLocks noGrp="1"/>
          </p:cNvSpPr>
          <p:nvPr>
            <p:ph type="sldNum" sz="quarter" idx="5"/>
          </p:nvPr>
        </p:nvSpPr>
        <p:spPr/>
        <p:txBody>
          <a:bodyPr/>
          <a:lstStyle/>
          <a:p>
            <a:fld id="{6AF8E926-3218-4A05-BE3C-00B734B06F20}" type="slidenum">
              <a:rPr lang="zh-CN" altLang="en-US" smtClean="0"/>
              <a:t>5</a:t>
            </a:fld>
            <a:endParaRPr lang="zh-CN" altLang="en-US"/>
          </a:p>
        </p:txBody>
      </p:sp>
    </p:spTree>
    <p:extLst>
      <p:ext uri="{BB962C8B-B14F-4D97-AF65-F5344CB8AC3E}">
        <p14:creationId xmlns:p14="http://schemas.microsoft.com/office/powerpoint/2010/main" val="3656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CBA1-0112-C510-116E-427ABC89CB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32722B-AE72-0E08-B65D-F27AEB658B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E4A854-0A6E-3DA8-074E-500864929CD6}"/>
              </a:ext>
            </a:extLst>
          </p:cNvPr>
          <p:cNvSpPr>
            <a:spLocks noGrp="1"/>
          </p:cNvSpPr>
          <p:nvPr>
            <p:ph type="body" idx="1"/>
          </p:nvPr>
        </p:nvSpPr>
        <p:spPr/>
        <p:txBody>
          <a:bodyPr/>
          <a:lstStyle/>
          <a:p>
            <a:pPr eaLnBrk="1" hangingPunct="1"/>
            <a:r>
              <a:rPr kumimoji="1" lang="zh-CN" altLang="en-US" dirty="0"/>
              <a:t>计数器不仅可以计数，还可以作为分频器</a:t>
            </a:r>
            <a:endParaRPr kumimoji="1" lang="en-US" altLang="zh-CN" dirty="0"/>
          </a:p>
          <a:p>
            <a:pPr eaLnBrk="1" hangingPunct="1"/>
            <a:r>
              <a:rPr kumimoji="1" lang="zh-CN" altLang="en-US" dirty="0"/>
              <a:t>若 </a:t>
            </a:r>
            <a:r>
              <a:rPr kumimoji="1" lang="en-US" altLang="zh-CN" dirty="0"/>
              <a:t>CP </a:t>
            </a:r>
            <a:r>
              <a:rPr kumimoji="1" lang="zh-CN" altLang="en-US" dirty="0"/>
              <a:t>的频率为 </a:t>
            </a:r>
            <a:r>
              <a:rPr kumimoji="1" lang="en-US" altLang="zh-CN" dirty="0"/>
              <a:t>f</a:t>
            </a:r>
            <a:r>
              <a:rPr kumimoji="1" lang="zh-CN" altLang="en-US" dirty="0"/>
              <a:t>，</a:t>
            </a:r>
            <a:r>
              <a:rPr kumimoji="1" lang="zh-CN" altLang="en-US" dirty="0">
                <a:solidFill>
                  <a:schemeClr val="folHlink"/>
                </a:solidFill>
              </a:rPr>
              <a:t>则，</a:t>
            </a:r>
            <a:r>
              <a:rPr kumimoji="1" lang="en-US" altLang="zh-CN" dirty="0">
                <a:solidFill>
                  <a:schemeClr val="folHlink"/>
                </a:solidFill>
              </a:rPr>
              <a:t>Q</a:t>
            </a:r>
            <a:r>
              <a:rPr lang="en-US" altLang="zh-CN" sz="1200" kern="1200" dirty="0">
                <a:solidFill>
                  <a:schemeClr val="tx1"/>
                </a:solidFill>
                <a:effectLst/>
                <a:latin typeface="Arial" pitchFamily="34" charset="0"/>
                <a:ea typeface="宋体" pitchFamily="2" charset="-122"/>
                <a:cs typeface="宋体" charset="0"/>
              </a:rPr>
              <a:t>_</a:t>
            </a:r>
            <a:r>
              <a:rPr kumimoji="1" lang="en-US" altLang="zh-CN" dirty="0">
                <a:solidFill>
                  <a:schemeClr val="folHlink"/>
                </a:solidFill>
              </a:rPr>
              <a:t>0 </a:t>
            </a:r>
            <a:r>
              <a:rPr kumimoji="1" lang="zh-CN" altLang="en-US" dirty="0">
                <a:solidFill>
                  <a:schemeClr val="folHlink"/>
                </a:solidFill>
              </a:rPr>
              <a:t>端输出脉冲的频率为 </a:t>
            </a:r>
            <a:r>
              <a:rPr kumimoji="1" lang="en-US" altLang="zh-CN" dirty="0">
                <a:solidFill>
                  <a:schemeClr val="folHlink"/>
                </a:solidFill>
              </a:rPr>
              <a:t>0.5f</a:t>
            </a:r>
            <a:r>
              <a:rPr kumimoji="1" lang="zh-CN" altLang="en-US">
                <a:solidFill>
                  <a:schemeClr val="folHlink"/>
                </a:solidFill>
              </a:rPr>
              <a:t>，</a:t>
            </a:r>
            <a:r>
              <a:rPr kumimoji="1" lang="en-US" altLang="zh-CN">
                <a:solidFill>
                  <a:schemeClr val="folHlink"/>
                </a:solidFill>
              </a:rPr>
              <a:t>Q</a:t>
            </a:r>
            <a:r>
              <a:rPr lang="en-US" altLang="zh-CN" sz="1200" kern="1200" dirty="0">
                <a:solidFill>
                  <a:schemeClr val="tx1"/>
                </a:solidFill>
                <a:effectLst/>
                <a:latin typeface="Arial" pitchFamily="34" charset="0"/>
                <a:ea typeface="宋体" pitchFamily="2" charset="-122"/>
                <a:cs typeface="宋体" charset="0"/>
              </a:rPr>
              <a:t>_</a:t>
            </a:r>
            <a:r>
              <a:rPr kumimoji="1" lang="en-US" altLang="zh-CN" dirty="0">
                <a:solidFill>
                  <a:schemeClr val="folHlink"/>
                </a:solidFill>
              </a:rPr>
              <a:t>0 </a:t>
            </a:r>
            <a:r>
              <a:rPr kumimoji="1" lang="zh-CN" altLang="en-US" dirty="0">
                <a:solidFill>
                  <a:schemeClr val="folHlink"/>
                </a:solidFill>
              </a:rPr>
              <a:t>端为二分频端</a:t>
            </a:r>
            <a:endParaRPr kumimoji="1" lang="en-US" altLang="zh-CN" dirty="0"/>
          </a:p>
          <a:p>
            <a:pPr eaLnBrk="1" hangingPunct="1"/>
            <a:r>
              <a:rPr kumimoji="1" lang="en-US" altLang="zh-CN" dirty="0"/>
              <a:t>Q</a:t>
            </a:r>
            <a:r>
              <a:rPr lang="en-US" altLang="zh-CN" sz="1200" kern="1200" dirty="0">
                <a:solidFill>
                  <a:schemeClr val="tx1"/>
                </a:solidFill>
                <a:effectLst/>
                <a:latin typeface="Arial" pitchFamily="34" charset="0"/>
                <a:ea typeface="宋体" pitchFamily="2" charset="-122"/>
                <a:cs typeface="宋体" charset="0"/>
              </a:rPr>
              <a:t>_</a:t>
            </a:r>
            <a:r>
              <a:rPr kumimoji="1" lang="en-US" altLang="zh-CN" dirty="0"/>
              <a:t>1</a:t>
            </a:r>
            <a:r>
              <a:rPr kumimoji="1" lang="zh-CN" altLang="en-US" dirty="0"/>
              <a:t>、</a:t>
            </a:r>
            <a:r>
              <a:rPr kumimoji="1" lang="en-US" altLang="zh-CN" dirty="0"/>
              <a:t>Q</a:t>
            </a:r>
            <a:r>
              <a:rPr lang="en-US" altLang="zh-CN" sz="1200" kern="1200" dirty="0">
                <a:solidFill>
                  <a:schemeClr val="tx1"/>
                </a:solidFill>
                <a:effectLst/>
                <a:latin typeface="Arial" pitchFamily="34" charset="0"/>
                <a:ea typeface="宋体" pitchFamily="2" charset="-122"/>
                <a:cs typeface="宋体" charset="0"/>
              </a:rPr>
              <a:t>_</a:t>
            </a:r>
            <a:r>
              <a:rPr kumimoji="1" lang="en-US" altLang="zh-CN" dirty="0"/>
              <a:t>2</a:t>
            </a:r>
            <a:r>
              <a:rPr kumimoji="1" lang="zh-CN" altLang="en-US" dirty="0"/>
              <a:t>、</a:t>
            </a:r>
            <a:r>
              <a:rPr kumimoji="1" lang="en-US" altLang="zh-CN" dirty="0"/>
              <a:t>Q</a:t>
            </a:r>
            <a:r>
              <a:rPr lang="en-US" altLang="zh-CN" sz="1200" kern="1200" dirty="0">
                <a:solidFill>
                  <a:schemeClr val="tx1"/>
                </a:solidFill>
                <a:effectLst/>
                <a:latin typeface="Arial" pitchFamily="34" charset="0"/>
                <a:ea typeface="宋体" pitchFamily="2" charset="-122"/>
                <a:cs typeface="宋体" charset="0"/>
              </a:rPr>
              <a:t>_</a:t>
            </a:r>
            <a:r>
              <a:rPr kumimoji="1" lang="en-US" altLang="zh-CN" dirty="0"/>
              <a:t>3 </a:t>
            </a:r>
            <a:r>
              <a:rPr kumimoji="1" lang="zh-CN" altLang="en-US" dirty="0"/>
              <a:t>端分别为四分频、八分频和十六分频端</a:t>
            </a:r>
          </a:p>
          <a:p>
            <a:endParaRPr lang="zh-CN" altLang="en-US" dirty="0"/>
          </a:p>
        </p:txBody>
      </p:sp>
      <p:sp>
        <p:nvSpPr>
          <p:cNvPr id="4" name="灯片编号占位符 3">
            <a:extLst>
              <a:ext uri="{FF2B5EF4-FFF2-40B4-BE49-F238E27FC236}">
                <a16:creationId xmlns:a16="http://schemas.microsoft.com/office/drawing/2014/main" id="{BA62F09A-76D4-4022-867F-7F0A93201C5E}"/>
              </a:ext>
            </a:extLst>
          </p:cNvPr>
          <p:cNvSpPr>
            <a:spLocks noGrp="1"/>
          </p:cNvSpPr>
          <p:nvPr>
            <p:ph type="sldNum" sz="quarter" idx="5"/>
          </p:nvPr>
        </p:nvSpPr>
        <p:spPr/>
        <p:txBody>
          <a:bodyPr/>
          <a:lstStyle/>
          <a:p>
            <a:fld id="{6AF8E926-3218-4A05-BE3C-00B734B06F20}" type="slidenum">
              <a:rPr lang="zh-CN" altLang="en-US" smtClean="0"/>
              <a:t>6</a:t>
            </a:fld>
            <a:endParaRPr lang="zh-CN" altLang="en-US"/>
          </a:p>
        </p:txBody>
      </p:sp>
    </p:spTree>
    <p:extLst>
      <p:ext uri="{BB962C8B-B14F-4D97-AF65-F5344CB8AC3E}">
        <p14:creationId xmlns:p14="http://schemas.microsoft.com/office/powerpoint/2010/main" val="1543687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11CF4-F4F9-1C15-D42B-FB023B71DB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CE45CD-1ED7-4631-A8A1-20F4C44031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A066A2-56D0-678B-72FE-2FCA9DB7145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32C0C5-6EDB-12C0-59D5-85E04CD66BC4}"/>
              </a:ext>
            </a:extLst>
          </p:cNvPr>
          <p:cNvSpPr>
            <a:spLocks noGrp="1"/>
          </p:cNvSpPr>
          <p:nvPr>
            <p:ph type="sldNum" sz="quarter" idx="5"/>
          </p:nvPr>
        </p:nvSpPr>
        <p:spPr/>
        <p:txBody>
          <a:bodyPr/>
          <a:lstStyle/>
          <a:p>
            <a:fld id="{6AF8E926-3218-4A05-BE3C-00B734B06F20}" type="slidenum">
              <a:rPr lang="zh-CN" altLang="en-US" smtClean="0"/>
              <a:t>7</a:t>
            </a:fld>
            <a:endParaRPr lang="zh-CN" altLang="en-US"/>
          </a:p>
        </p:txBody>
      </p:sp>
    </p:spTree>
    <p:extLst>
      <p:ext uri="{BB962C8B-B14F-4D97-AF65-F5344CB8AC3E}">
        <p14:creationId xmlns:p14="http://schemas.microsoft.com/office/powerpoint/2010/main" val="1390995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F81E8-A862-087C-30AE-598FCF9526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F33B75-72FB-7DB5-0ED2-6575450F3A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B148FF-8611-A590-FDB9-83CAADEFA9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1F26AFD-9E8F-1EA6-7CD2-E14DA376019B}"/>
              </a:ext>
            </a:extLst>
          </p:cNvPr>
          <p:cNvSpPr>
            <a:spLocks noGrp="1"/>
          </p:cNvSpPr>
          <p:nvPr>
            <p:ph type="sldNum" sz="quarter" idx="5"/>
          </p:nvPr>
        </p:nvSpPr>
        <p:spPr/>
        <p:txBody>
          <a:bodyPr/>
          <a:lstStyle/>
          <a:p>
            <a:fld id="{6AF8E926-3218-4A05-BE3C-00B734B06F20}" type="slidenum">
              <a:rPr lang="zh-CN" altLang="en-US" smtClean="0"/>
              <a:t>8</a:t>
            </a:fld>
            <a:endParaRPr lang="zh-CN" altLang="en-US"/>
          </a:p>
        </p:txBody>
      </p:sp>
    </p:spTree>
    <p:extLst>
      <p:ext uri="{BB962C8B-B14F-4D97-AF65-F5344CB8AC3E}">
        <p14:creationId xmlns:p14="http://schemas.microsoft.com/office/powerpoint/2010/main" val="1550411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4766-E9E8-DDAF-0236-4D9C75E25B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6A4E0B-A925-2C54-759D-6174CB857E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AC9E28-49D9-C6F8-FBC5-01F5518F6FF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9C170E-C2FC-4710-215A-B047E0CAE7DC}"/>
              </a:ext>
            </a:extLst>
          </p:cNvPr>
          <p:cNvSpPr>
            <a:spLocks noGrp="1"/>
          </p:cNvSpPr>
          <p:nvPr>
            <p:ph type="sldNum" sz="quarter" idx="5"/>
          </p:nvPr>
        </p:nvSpPr>
        <p:spPr/>
        <p:txBody>
          <a:bodyPr/>
          <a:lstStyle/>
          <a:p>
            <a:fld id="{6AF8E926-3218-4A05-BE3C-00B734B06F20}" type="slidenum">
              <a:rPr lang="zh-CN" altLang="en-US" smtClean="0"/>
              <a:t>9</a:t>
            </a:fld>
            <a:endParaRPr lang="zh-CN" altLang="en-US"/>
          </a:p>
        </p:txBody>
      </p:sp>
    </p:spTree>
    <p:extLst>
      <p:ext uri="{BB962C8B-B14F-4D97-AF65-F5344CB8AC3E}">
        <p14:creationId xmlns:p14="http://schemas.microsoft.com/office/powerpoint/2010/main" val="3998088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E191A-5845-7E8C-7538-16DF98AC7F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071070-6C45-F87B-6F4A-717CA92054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8DAB99-F4EF-F382-8E0C-2DA1B87AC0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8CCD17-2A01-0BD7-5238-C57E4EAAED07}"/>
              </a:ext>
            </a:extLst>
          </p:cNvPr>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2035175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 </a:t>
            </a:r>
            <a:r>
              <a:rPr lang="zh-CN" altLang="en-US" dirty="0"/>
              <a:t>最高优先级，</a:t>
            </a:r>
            <a:r>
              <a:rPr lang="en-US" altLang="zh-CN" dirty="0"/>
              <a:t>/CR=0</a:t>
            </a:r>
            <a:r>
              <a:rPr lang="zh-CN" altLang="en-US" dirty="0"/>
              <a:t>，异步清零，输出 </a:t>
            </a:r>
            <a:r>
              <a:rPr lang="en-US" altLang="zh-CN" dirty="0"/>
              <a:t>Q </a:t>
            </a:r>
            <a:r>
              <a:rPr lang="zh-CN" altLang="en-US" dirty="0"/>
              <a:t>为 </a:t>
            </a:r>
            <a:r>
              <a:rPr lang="en-US" altLang="zh-CN" dirty="0"/>
              <a:t>0000</a:t>
            </a:r>
            <a:r>
              <a:rPr lang="zh-CN" altLang="en-US" dirty="0"/>
              <a:t>，</a:t>
            </a:r>
            <a:r>
              <a:rPr lang="en-US" altLang="zh-CN" dirty="0"/>
              <a:t>TC </a:t>
            </a:r>
            <a:r>
              <a:rPr lang="zh-CN" altLang="en-US" dirty="0"/>
              <a:t>为 </a:t>
            </a:r>
            <a:r>
              <a:rPr lang="en-US" altLang="zh-CN" dirty="0"/>
              <a:t>0</a:t>
            </a:r>
          </a:p>
          <a:p>
            <a:r>
              <a:rPr lang="en-US" altLang="zh-CN" dirty="0"/>
              <a:t>PE </a:t>
            </a:r>
            <a:r>
              <a:rPr lang="zh-CN" altLang="en-US" dirty="0"/>
              <a:t>次高优先级，</a:t>
            </a:r>
            <a:r>
              <a:rPr lang="en-US" altLang="zh-CN" dirty="0"/>
              <a:t>/PE=0</a:t>
            </a:r>
            <a:r>
              <a:rPr lang="zh-CN" altLang="en-US" dirty="0"/>
              <a:t>，置数，</a:t>
            </a:r>
            <a:r>
              <a:rPr lang="en-US" altLang="zh-CN" dirty="0"/>
              <a:t>Q=D</a:t>
            </a:r>
          </a:p>
          <a:p>
            <a:r>
              <a:rPr lang="en-US" altLang="zh-CN" dirty="0"/>
              <a:t>CET </a:t>
            </a:r>
            <a:r>
              <a:rPr lang="zh-CN" altLang="en-US" dirty="0"/>
              <a:t>直接进位允许信号，</a:t>
            </a:r>
            <a:r>
              <a:rPr lang="en-US" altLang="zh-CN" dirty="0"/>
              <a:t>CEP </a:t>
            </a:r>
            <a:r>
              <a:rPr lang="zh-CN" altLang="en-US"/>
              <a:t>片内进位允许信号</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13</a:t>
            </a:fld>
            <a:endParaRPr lang="zh-CN" altLang="en-US"/>
          </a:p>
        </p:txBody>
      </p:sp>
    </p:spTree>
    <p:extLst>
      <p:ext uri="{BB962C8B-B14F-4D97-AF65-F5344CB8AC3E}">
        <p14:creationId xmlns:p14="http://schemas.microsoft.com/office/powerpoint/2010/main" val="2850620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进位 </a:t>
            </a:r>
            <a:r>
              <a:rPr lang="en-US" altLang="zh-CN" dirty="0"/>
              <a:t>TC </a:t>
            </a:r>
            <a:r>
              <a:rPr lang="zh-CN" altLang="en-US" dirty="0"/>
              <a:t>是现态的状态值决定</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15</a:t>
            </a:fld>
            <a:endParaRPr lang="zh-CN" altLang="en-US"/>
          </a:p>
        </p:txBody>
      </p:sp>
    </p:spTree>
    <p:extLst>
      <p:ext uri="{BB962C8B-B14F-4D97-AF65-F5344CB8AC3E}">
        <p14:creationId xmlns:p14="http://schemas.microsoft.com/office/powerpoint/2010/main" val="788225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出现的状态中，</a:t>
            </a:r>
            <a:r>
              <a:rPr lang="en-US" altLang="zh-CN" dirty="0"/>
              <a:t>Q_3 </a:t>
            </a:r>
            <a:r>
              <a:rPr lang="zh-CN" altLang="en-US" dirty="0"/>
              <a:t>一直为 </a:t>
            </a:r>
            <a:r>
              <a:rPr lang="en-US" altLang="zh-CN" dirty="0"/>
              <a:t>0</a:t>
            </a:r>
          </a:p>
          <a:p>
            <a:endParaRPr lang="en-US" altLang="zh-CN" dirty="0"/>
          </a:p>
          <a:p>
            <a:r>
              <a:rPr lang="zh-CN" altLang="en-US" dirty="0"/>
              <a:t>在波形图中省略了 </a:t>
            </a:r>
            <a:r>
              <a:rPr lang="en-US" altLang="zh-CN" dirty="0"/>
              <a:t>Q_3 </a:t>
            </a:r>
            <a:r>
              <a:rPr lang="zh-CN" altLang="en-US" dirty="0"/>
              <a:t>的波形</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18</a:t>
            </a:fld>
            <a:endParaRPr lang="zh-CN" altLang="en-US"/>
          </a:p>
        </p:txBody>
      </p:sp>
    </p:spTree>
    <p:extLst>
      <p:ext uri="{BB962C8B-B14F-4D97-AF65-F5344CB8AC3E}">
        <p14:creationId xmlns:p14="http://schemas.microsoft.com/office/powerpoint/2010/main" val="2404491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出现的状态中，</a:t>
            </a:r>
            <a:r>
              <a:rPr lang="en-US" altLang="zh-CN" dirty="0"/>
              <a:t>Q_3 </a:t>
            </a:r>
            <a:r>
              <a:rPr lang="zh-CN" altLang="en-US" dirty="0"/>
              <a:t>一直为 </a:t>
            </a:r>
            <a:r>
              <a:rPr lang="en-US" altLang="zh-CN" dirty="0"/>
              <a:t>0</a:t>
            </a:r>
          </a:p>
          <a:p>
            <a:endParaRPr lang="en-US" altLang="zh-CN" dirty="0"/>
          </a:p>
          <a:p>
            <a:r>
              <a:rPr lang="zh-CN" altLang="en-US" dirty="0"/>
              <a:t>在波形图中省略了 </a:t>
            </a:r>
            <a:r>
              <a:rPr lang="en-US" altLang="zh-CN" dirty="0"/>
              <a:t>Q_3 </a:t>
            </a:r>
            <a:r>
              <a:rPr lang="zh-CN" altLang="en-US" dirty="0"/>
              <a:t>的波形</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19</a:t>
            </a:fld>
            <a:endParaRPr lang="zh-CN" altLang="en-US"/>
          </a:p>
        </p:txBody>
      </p:sp>
    </p:spTree>
    <p:extLst>
      <p:ext uri="{BB962C8B-B14F-4D97-AF65-F5344CB8AC3E}">
        <p14:creationId xmlns:p14="http://schemas.microsoft.com/office/powerpoint/2010/main" val="2664646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每个芯片的 </a:t>
            </a:r>
            <a:r>
              <a:rPr lang="en-US" altLang="zh-CN" dirty="0"/>
              <a:t>16 </a:t>
            </a:r>
            <a:r>
              <a:rPr lang="zh-CN" altLang="en-US" dirty="0"/>
              <a:t>个状态都用上</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20</a:t>
            </a:fld>
            <a:endParaRPr lang="zh-CN" altLang="en-US"/>
          </a:p>
        </p:txBody>
      </p:sp>
    </p:spTree>
    <p:extLst>
      <p:ext uri="{BB962C8B-B14F-4D97-AF65-F5344CB8AC3E}">
        <p14:creationId xmlns:p14="http://schemas.microsoft.com/office/powerpoint/2010/main" val="4252488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每个芯片用 </a:t>
            </a:r>
            <a:r>
              <a:rPr lang="en-US" altLang="zh-CN" dirty="0"/>
              <a:t>6 </a:t>
            </a:r>
            <a:r>
              <a:rPr lang="zh-CN" altLang="en-US" dirty="0"/>
              <a:t>个有效状态：</a:t>
            </a:r>
            <a:r>
              <a:rPr lang="en-US" altLang="zh-CN" dirty="0"/>
              <a:t>0000 ~ 0101</a:t>
            </a:r>
            <a:r>
              <a:rPr lang="zh-CN" altLang="en-US" dirty="0"/>
              <a:t>，</a:t>
            </a:r>
            <a:r>
              <a:rPr lang="en-US" altLang="zh-CN" dirty="0"/>
              <a:t>6x6=36</a:t>
            </a:r>
          </a:p>
          <a:p>
            <a:endParaRPr lang="en-US" altLang="zh-CN" dirty="0"/>
          </a:p>
          <a:p>
            <a:r>
              <a:rPr lang="zh-CN" altLang="en-US" dirty="0"/>
              <a:t>芯片 </a:t>
            </a:r>
            <a:r>
              <a:rPr lang="en-US" altLang="zh-CN" dirty="0"/>
              <a:t>(0) </a:t>
            </a:r>
            <a:r>
              <a:rPr lang="zh-CN" altLang="en-US" dirty="0"/>
              <a:t>每计数 </a:t>
            </a:r>
            <a:r>
              <a:rPr lang="en-US" altLang="zh-CN" dirty="0"/>
              <a:t>6 </a:t>
            </a:r>
            <a:r>
              <a:rPr lang="zh-CN" altLang="en-US" dirty="0"/>
              <a:t>个状态（</a:t>
            </a:r>
            <a:r>
              <a:rPr lang="en-US" altLang="zh-CN" dirty="0"/>
              <a:t>0000~0101</a:t>
            </a:r>
            <a:r>
              <a:rPr lang="zh-CN" altLang="en-US" dirty="0"/>
              <a:t>），芯片 </a:t>
            </a:r>
            <a:r>
              <a:rPr lang="en-US" altLang="zh-CN" dirty="0"/>
              <a:t>(1) </a:t>
            </a:r>
            <a:r>
              <a:rPr lang="zh-CN" altLang="en-US" dirty="0"/>
              <a:t>就计 </a:t>
            </a:r>
            <a:r>
              <a:rPr lang="en-US" altLang="zh-CN" dirty="0"/>
              <a:t>1 </a:t>
            </a:r>
            <a:r>
              <a:rPr lang="zh-CN" altLang="en-US" dirty="0"/>
              <a:t>个数</a:t>
            </a:r>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期望的情况是两个芯片都为 </a:t>
            </a:r>
            <a:r>
              <a:rPr lang="en-US" altLang="zh-CN" dirty="0"/>
              <a:t>0101 </a:t>
            </a:r>
            <a:r>
              <a:rPr lang="zh-CN" altLang="en-US" dirty="0"/>
              <a:t>时，进位信号 </a:t>
            </a:r>
            <a:r>
              <a:rPr lang="en-US" altLang="zh-CN" dirty="0"/>
              <a:t>C_1 </a:t>
            </a:r>
            <a:r>
              <a:rPr lang="zh-CN" altLang="en-US" dirty="0"/>
              <a:t>才为 </a:t>
            </a:r>
            <a:r>
              <a:rPr lang="en-US" altLang="zh-CN" dirty="0"/>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21</a:t>
            </a:fld>
            <a:endParaRPr lang="zh-CN" altLang="en-US"/>
          </a:p>
        </p:txBody>
      </p:sp>
    </p:spTree>
    <p:extLst>
      <p:ext uri="{BB962C8B-B14F-4D97-AF65-F5344CB8AC3E}">
        <p14:creationId xmlns:p14="http://schemas.microsoft.com/office/powerpoint/2010/main" val="1196206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当芯片 </a:t>
            </a:r>
            <a:r>
              <a:rPr lang="en-US" altLang="zh-CN" dirty="0"/>
              <a:t>(0) </a:t>
            </a:r>
            <a:r>
              <a:rPr lang="zh-CN" altLang="en-US" dirty="0"/>
              <a:t>和芯片 </a:t>
            </a:r>
            <a:r>
              <a:rPr lang="en-US" altLang="zh-CN" dirty="0"/>
              <a:t>(1) </a:t>
            </a:r>
            <a:r>
              <a:rPr lang="zh-CN" altLang="en-US" dirty="0"/>
              <a:t>都为 </a:t>
            </a:r>
            <a:r>
              <a:rPr lang="en-US" altLang="zh-CN" dirty="0"/>
              <a:t>0101 </a:t>
            </a:r>
            <a:r>
              <a:rPr lang="zh-CN" altLang="en-US" dirty="0"/>
              <a:t>时，芯片 </a:t>
            </a:r>
            <a:r>
              <a:rPr lang="en-US" altLang="zh-CN" dirty="0"/>
              <a:t>(1) </a:t>
            </a:r>
            <a:r>
              <a:rPr lang="zh-CN" altLang="en-US" dirty="0"/>
              <a:t>的进位信号 </a:t>
            </a:r>
            <a:r>
              <a:rPr lang="en-US" altLang="zh-CN" dirty="0"/>
              <a:t>C</a:t>
            </a:r>
            <a:r>
              <a:rPr lang="en-US" altLang="zh-CN"/>
              <a:t>_1 </a:t>
            </a:r>
            <a:r>
              <a:rPr lang="zh-CN" altLang="en-US"/>
              <a:t>才</a:t>
            </a:r>
            <a:r>
              <a:rPr lang="zh-CN" altLang="en-US" dirty="0"/>
              <a:t>为 </a:t>
            </a:r>
            <a:r>
              <a:rPr lang="en-US" altLang="zh-CN" dirty="0"/>
              <a:t>1</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22</a:t>
            </a:fld>
            <a:endParaRPr lang="zh-CN" altLang="en-US"/>
          </a:p>
        </p:txBody>
      </p:sp>
    </p:spTree>
    <p:extLst>
      <p:ext uri="{BB962C8B-B14F-4D97-AF65-F5344CB8AC3E}">
        <p14:creationId xmlns:p14="http://schemas.microsoft.com/office/powerpoint/2010/main" val="1196206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2060"/>
                </a:solidFill>
                <a:latin typeface="微软雅黑" panose="020B0503020204020204" pitchFamily="34" charset="-122"/>
                <a:ea typeface="微软雅黑" panose="020B0503020204020204" pitchFamily="34" charset="-122"/>
              </a:rPr>
              <a:t>该电路中每个芯片也使用 </a:t>
            </a:r>
            <a:r>
              <a:rPr lang="en-US" altLang="zh-CN" sz="1200" dirty="0">
                <a:solidFill>
                  <a:srgbClr val="002060"/>
                </a:solidFill>
                <a:latin typeface="微软雅黑" panose="020B0503020204020204" pitchFamily="34" charset="-122"/>
                <a:ea typeface="微软雅黑" panose="020B0503020204020204" pitchFamily="34" charset="-122"/>
              </a:rPr>
              <a:t>6 </a:t>
            </a:r>
            <a:r>
              <a:rPr lang="zh-CN" altLang="en-US" sz="1200" dirty="0">
                <a:solidFill>
                  <a:srgbClr val="002060"/>
                </a:solidFill>
                <a:latin typeface="微软雅黑" panose="020B0503020204020204" pitchFamily="34" charset="-122"/>
                <a:ea typeface="微软雅黑" panose="020B0503020204020204" pitchFamily="34" charset="-122"/>
              </a:rPr>
              <a:t>个状态：</a:t>
            </a:r>
            <a:r>
              <a:rPr lang="en-US" altLang="zh-CN" sz="1200" dirty="0">
                <a:solidFill>
                  <a:srgbClr val="002060"/>
                </a:solidFill>
                <a:latin typeface="微软雅黑" panose="020B0503020204020204" pitchFamily="34" charset="-122"/>
                <a:ea typeface="微软雅黑" panose="020B0503020204020204" pitchFamily="34" charset="-122"/>
              </a:rPr>
              <a:t>0000 ~ 0101 </a:t>
            </a:r>
          </a:p>
          <a:p>
            <a:endParaRPr lang="en-US" altLang="zh-CN" dirty="0"/>
          </a:p>
          <a:p>
            <a:r>
              <a:rPr lang="zh-CN" altLang="en-US" dirty="0"/>
              <a:t>期望的情况是芯片 </a:t>
            </a:r>
            <a:r>
              <a:rPr lang="en-US" altLang="zh-CN" dirty="0"/>
              <a:t>(1) </a:t>
            </a:r>
            <a:r>
              <a:rPr lang="zh-CN" altLang="en-US" dirty="0"/>
              <a:t>的 </a:t>
            </a:r>
            <a:r>
              <a:rPr lang="en-US" altLang="zh-CN" dirty="0"/>
              <a:t>0101 </a:t>
            </a:r>
            <a:r>
              <a:rPr lang="zh-CN" altLang="en-US" dirty="0"/>
              <a:t>状态能保持 </a:t>
            </a:r>
            <a:r>
              <a:rPr lang="en-US" altLang="zh-CN" dirty="0"/>
              <a:t>6 </a:t>
            </a:r>
            <a:r>
              <a:rPr lang="zh-CN" altLang="en-US" dirty="0"/>
              <a:t>个时钟周期，即在芯片 </a:t>
            </a:r>
            <a:r>
              <a:rPr lang="en-US" altLang="zh-CN" dirty="0"/>
              <a:t>(0) </a:t>
            </a:r>
            <a:r>
              <a:rPr lang="zh-CN" altLang="en-US" dirty="0"/>
              <a:t>从 </a:t>
            </a:r>
            <a:r>
              <a:rPr lang="en-US" altLang="zh-CN" dirty="0"/>
              <a:t>0000 </a:t>
            </a:r>
            <a:r>
              <a:rPr lang="zh-CN" altLang="en-US" dirty="0"/>
              <a:t>到 </a:t>
            </a:r>
            <a:r>
              <a:rPr lang="en-US" altLang="zh-CN" dirty="0"/>
              <a:t>0101</a:t>
            </a:r>
            <a:r>
              <a:rPr lang="zh-CN" altLang="en-US" dirty="0"/>
              <a:t>，并保持最后一个状态 </a:t>
            </a:r>
            <a:r>
              <a:rPr lang="en-US" altLang="zh-CN" dirty="0"/>
              <a:t>0101 </a:t>
            </a:r>
            <a:r>
              <a:rPr lang="zh-CN" altLang="en-US" dirty="0"/>
              <a:t>一个周期后，芯片 </a:t>
            </a:r>
            <a:r>
              <a:rPr lang="en-US" altLang="zh-CN" dirty="0"/>
              <a:t>(1) </a:t>
            </a:r>
            <a:r>
              <a:rPr lang="zh-CN" altLang="en-US" dirty="0"/>
              <a:t>再被置零</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23</a:t>
            </a:fld>
            <a:endParaRPr lang="zh-CN" altLang="en-US"/>
          </a:p>
        </p:txBody>
      </p:sp>
    </p:spTree>
    <p:extLst>
      <p:ext uri="{BB962C8B-B14F-4D97-AF65-F5344CB8AC3E}">
        <p14:creationId xmlns:p14="http://schemas.microsoft.com/office/powerpoint/2010/main" val="1817453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24</a:t>
            </a:fld>
            <a:endParaRPr lang="zh-CN" altLang="en-US"/>
          </a:p>
        </p:txBody>
      </p:sp>
    </p:spTree>
    <p:extLst>
      <p:ext uri="{BB962C8B-B14F-4D97-AF65-F5344CB8AC3E}">
        <p14:creationId xmlns:p14="http://schemas.microsoft.com/office/powerpoint/2010/main" val="3318615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467BF-CB0D-A556-C49B-4D47704CFA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207D0D-1930-5686-E1C8-29EA9C26D6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A1E6F2-3FC3-DA52-5F09-7E3967B05F3B}"/>
              </a:ext>
            </a:extLst>
          </p:cNvPr>
          <p:cNvSpPr>
            <a:spLocks noGrp="1"/>
          </p:cNvSpPr>
          <p:nvPr>
            <p:ph type="body" idx="1"/>
          </p:nvPr>
        </p:nvSpPr>
        <p:spPr/>
        <p:txBody>
          <a:bodyPr/>
          <a:lstStyle/>
          <a:p>
            <a:r>
              <a:rPr lang="zh-CN" altLang="en-US" dirty="0"/>
              <a:t>使用的 </a:t>
            </a:r>
            <a:r>
              <a:rPr lang="en-US" altLang="zh-CN" dirty="0"/>
              <a:t>24 </a:t>
            </a:r>
            <a:r>
              <a:rPr lang="zh-CN" altLang="en-US" dirty="0"/>
              <a:t>个状态为：</a:t>
            </a:r>
            <a:r>
              <a:rPr lang="en-US" altLang="zh-CN" dirty="0"/>
              <a:t>0000 0000 ~ 0001 0111</a:t>
            </a:r>
          </a:p>
          <a:p>
            <a:r>
              <a:rPr lang="zh-CN" altLang="en-US" dirty="0"/>
              <a:t>异步清零，当状态为 </a:t>
            </a:r>
            <a:r>
              <a:rPr lang="en-US" altLang="zh-CN" dirty="0"/>
              <a:t>0001 0111 </a:t>
            </a:r>
            <a:r>
              <a:rPr lang="zh-CN" altLang="en-US" dirty="0"/>
              <a:t>时，再来一个时钟有效沿，状态短暂变成 </a:t>
            </a:r>
            <a:r>
              <a:rPr lang="en-US" altLang="zh-CN" dirty="0"/>
              <a:t>0001 1000 </a:t>
            </a:r>
            <a:r>
              <a:rPr lang="zh-CN" altLang="en-US" dirty="0"/>
              <a:t>并将两个芯片都清零</a:t>
            </a:r>
          </a:p>
        </p:txBody>
      </p:sp>
      <p:sp>
        <p:nvSpPr>
          <p:cNvPr id="4" name="灯片编号占位符 3">
            <a:extLst>
              <a:ext uri="{FF2B5EF4-FFF2-40B4-BE49-F238E27FC236}">
                <a16:creationId xmlns:a16="http://schemas.microsoft.com/office/drawing/2014/main" id="{FA78F5DE-CB4E-D9A2-E813-7587A1F006AF}"/>
              </a:ext>
            </a:extLst>
          </p:cNvPr>
          <p:cNvSpPr>
            <a:spLocks noGrp="1"/>
          </p:cNvSpPr>
          <p:nvPr>
            <p:ph type="sldNum" sz="quarter" idx="5"/>
          </p:nvPr>
        </p:nvSpPr>
        <p:spPr/>
        <p:txBody>
          <a:bodyPr/>
          <a:lstStyle/>
          <a:p>
            <a:fld id="{6AF8E926-3218-4A05-BE3C-00B734B06F20}" type="slidenum">
              <a:rPr lang="zh-CN" altLang="en-US" smtClean="0"/>
              <a:t>25</a:t>
            </a:fld>
            <a:endParaRPr lang="zh-CN" altLang="en-US"/>
          </a:p>
        </p:txBody>
      </p:sp>
    </p:spTree>
    <p:extLst>
      <p:ext uri="{BB962C8B-B14F-4D97-AF65-F5344CB8AC3E}">
        <p14:creationId xmlns:p14="http://schemas.microsoft.com/office/powerpoint/2010/main" val="3799505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FE76-0EA7-B24B-2126-8A127B8301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E67D5C-D059-99D3-8758-4EBA41B90C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B607F7-D840-1072-04EF-4CD1DA1B78B9}"/>
              </a:ext>
            </a:extLst>
          </p:cNvPr>
          <p:cNvSpPr>
            <a:spLocks noGrp="1"/>
          </p:cNvSpPr>
          <p:nvPr>
            <p:ph type="body" idx="1"/>
          </p:nvPr>
        </p:nvSpPr>
        <p:spPr/>
        <p:txBody>
          <a:bodyPr/>
          <a:lstStyle/>
          <a:p>
            <a:r>
              <a:rPr lang="zh-CN" altLang="en-US" dirty="0"/>
              <a:t>该电路使用的 </a:t>
            </a:r>
            <a:r>
              <a:rPr lang="en-US" altLang="zh-CN" dirty="0"/>
              <a:t>24 </a:t>
            </a:r>
            <a:r>
              <a:rPr lang="zh-CN" altLang="en-US" dirty="0"/>
              <a:t>个状态为：</a:t>
            </a:r>
            <a:r>
              <a:rPr lang="en-US" altLang="zh-CN" dirty="0"/>
              <a:t>0000 0000 ~ 0001 0111</a:t>
            </a:r>
          </a:p>
          <a:p>
            <a:endParaRPr lang="en-US" altLang="zh-CN" dirty="0"/>
          </a:p>
          <a:p>
            <a:r>
              <a:rPr lang="zh-CN" altLang="en-US" dirty="0"/>
              <a:t>与非门扇入数多，会引起一些问题，如功耗过大、噪声增加、响应变慢等</a:t>
            </a:r>
            <a:endParaRPr lang="en-US" altLang="zh-CN" dirty="0"/>
          </a:p>
          <a:p>
            <a:r>
              <a:rPr lang="zh-CN" altLang="en-US" dirty="0"/>
              <a:t>如果换成多个与门再最后加一个反相器，逻辑门的个数会增加</a:t>
            </a:r>
            <a:endParaRPr lang="en-US" altLang="zh-CN" dirty="0"/>
          </a:p>
        </p:txBody>
      </p:sp>
      <p:sp>
        <p:nvSpPr>
          <p:cNvPr id="4" name="灯片编号占位符 3">
            <a:extLst>
              <a:ext uri="{FF2B5EF4-FFF2-40B4-BE49-F238E27FC236}">
                <a16:creationId xmlns:a16="http://schemas.microsoft.com/office/drawing/2014/main" id="{D08A117B-4BA6-9DAD-95C1-8E80ABD45F6A}"/>
              </a:ext>
            </a:extLst>
          </p:cNvPr>
          <p:cNvSpPr>
            <a:spLocks noGrp="1"/>
          </p:cNvSpPr>
          <p:nvPr>
            <p:ph type="sldNum" sz="quarter" idx="5"/>
          </p:nvPr>
        </p:nvSpPr>
        <p:spPr/>
        <p:txBody>
          <a:bodyPr/>
          <a:lstStyle/>
          <a:p>
            <a:fld id="{6AF8E926-3218-4A05-BE3C-00B734B06F20}" type="slidenum">
              <a:rPr lang="zh-CN" altLang="en-US" smtClean="0"/>
              <a:t>26</a:t>
            </a:fld>
            <a:endParaRPr lang="zh-CN" altLang="en-US"/>
          </a:p>
        </p:txBody>
      </p:sp>
    </p:spTree>
    <p:extLst>
      <p:ext uri="{BB962C8B-B14F-4D97-AF65-F5344CB8AC3E}">
        <p14:creationId xmlns:p14="http://schemas.microsoft.com/office/powerpoint/2010/main" val="3169090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59C3-02AD-C733-1F2A-508833DF94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BD3B0B-9A70-24EB-1361-DCC7039DAA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63B362-E83B-57B9-5870-C2D18C9AA6C2}"/>
              </a:ext>
            </a:extLst>
          </p:cNvPr>
          <p:cNvSpPr>
            <a:spLocks noGrp="1"/>
          </p:cNvSpPr>
          <p:nvPr>
            <p:ph type="body" idx="1"/>
          </p:nvPr>
        </p:nvSpPr>
        <p:spPr/>
        <p:txBody>
          <a:bodyPr/>
          <a:lstStyle/>
          <a:p>
            <a:r>
              <a:rPr lang="zh-CN" altLang="en-US" dirty="0"/>
              <a:t>该电路使用的 </a:t>
            </a:r>
            <a:r>
              <a:rPr lang="en-US" altLang="zh-CN" dirty="0"/>
              <a:t>24 </a:t>
            </a:r>
            <a:r>
              <a:rPr lang="zh-CN" altLang="en-US" dirty="0"/>
              <a:t>个状态为：</a:t>
            </a:r>
            <a:r>
              <a:rPr lang="en-US" altLang="zh-CN" dirty="0"/>
              <a:t>1110 1000 ~ 1111 1111</a:t>
            </a:r>
            <a:r>
              <a:rPr lang="zh-CN" altLang="en-US" dirty="0"/>
              <a:t>（</a:t>
            </a:r>
            <a:r>
              <a:rPr lang="en-US" altLang="zh-CN" dirty="0"/>
              <a:t>232 ~ 255</a:t>
            </a:r>
            <a:r>
              <a:rPr lang="zh-CN" altLang="en-US" dirty="0"/>
              <a:t>）</a:t>
            </a:r>
            <a:endParaRPr lang="en-US" altLang="zh-CN" dirty="0"/>
          </a:p>
          <a:p>
            <a:r>
              <a:rPr lang="zh-CN" altLang="en-US" dirty="0"/>
              <a:t>通过芯片 </a:t>
            </a:r>
            <a:r>
              <a:rPr lang="en-US" altLang="zh-CN" dirty="0"/>
              <a:t>(1) </a:t>
            </a:r>
            <a:r>
              <a:rPr lang="zh-CN" altLang="en-US" dirty="0"/>
              <a:t>的进位信号 </a:t>
            </a:r>
            <a:r>
              <a:rPr lang="en-US" altLang="zh-CN" dirty="0"/>
              <a:t>TC </a:t>
            </a:r>
            <a:r>
              <a:rPr lang="zh-CN" altLang="en-US" dirty="0"/>
              <a:t>反向之后来置数</a:t>
            </a:r>
            <a:endParaRPr lang="en-US" altLang="zh-CN" dirty="0"/>
          </a:p>
          <a:p>
            <a:endParaRPr lang="en-US" altLang="zh-CN" dirty="0"/>
          </a:p>
          <a:p>
            <a:r>
              <a:rPr lang="zh-CN" altLang="en-US" dirty="0"/>
              <a:t>这样的状态选择可以简化外接电路</a:t>
            </a:r>
            <a:endParaRPr lang="en-US" altLang="zh-CN" dirty="0"/>
          </a:p>
        </p:txBody>
      </p:sp>
      <p:sp>
        <p:nvSpPr>
          <p:cNvPr id="4" name="灯片编号占位符 3">
            <a:extLst>
              <a:ext uri="{FF2B5EF4-FFF2-40B4-BE49-F238E27FC236}">
                <a16:creationId xmlns:a16="http://schemas.microsoft.com/office/drawing/2014/main" id="{9FAC92AB-0A37-A281-A531-5C5F6F21C6A9}"/>
              </a:ext>
            </a:extLst>
          </p:cNvPr>
          <p:cNvSpPr>
            <a:spLocks noGrp="1"/>
          </p:cNvSpPr>
          <p:nvPr>
            <p:ph type="sldNum" sz="quarter" idx="5"/>
          </p:nvPr>
        </p:nvSpPr>
        <p:spPr/>
        <p:txBody>
          <a:bodyPr/>
          <a:lstStyle/>
          <a:p>
            <a:fld id="{6AF8E926-3218-4A05-BE3C-00B734B06F20}" type="slidenum">
              <a:rPr lang="zh-CN" altLang="en-US" smtClean="0"/>
              <a:t>27</a:t>
            </a:fld>
            <a:endParaRPr lang="zh-CN" altLang="en-US"/>
          </a:p>
        </p:txBody>
      </p:sp>
    </p:spTree>
    <p:extLst>
      <p:ext uri="{BB962C8B-B14F-4D97-AF65-F5344CB8AC3E}">
        <p14:creationId xmlns:p14="http://schemas.microsoft.com/office/powerpoint/2010/main" val="2104278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sz="1000" dirty="0"/>
              <a:t>将移位寄存器的串行输出和串行输入直接相连</a:t>
            </a:r>
          </a:p>
          <a:p>
            <a:pPr eaLnBrk="1" hangingPunct="1"/>
            <a:r>
              <a:rPr lang="zh-CN" altLang="en-US" dirty="0"/>
              <a:t>从状态转换图知，此电路不能自启动</a:t>
            </a:r>
          </a:p>
          <a:p>
            <a:pPr eaLnBrk="1" hangingPunct="1"/>
            <a:r>
              <a:rPr lang="zh-CN" altLang="en-US" dirty="0"/>
              <a:t>对于包含 </a:t>
            </a:r>
            <a:r>
              <a:rPr lang="en-US" altLang="zh-CN" dirty="0"/>
              <a:t>n </a:t>
            </a:r>
            <a:r>
              <a:rPr lang="zh-CN" altLang="en-US" dirty="0"/>
              <a:t>个触发器的环形计数器，共有 </a:t>
            </a:r>
            <a:r>
              <a:rPr lang="en-US" altLang="zh-CN" dirty="0"/>
              <a:t>2^n </a:t>
            </a:r>
            <a:r>
              <a:rPr lang="zh-CN" altLang="en-US" dirty="0"/>
              <a:t>个状态，但是只有 </a:t>
            </a:r>
            <a:r>
              <a:rPr lang="en-US" altLang="zh-CN" dirty="0"/>
              <a:t>n </a:t>
            </a:r>
            <a:r>
              <a:rPr lang="zh-CN" altLang="en-US" dirty="0"/>
              <a:t>个有效的计数状态，状态利用率低</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30</a:t>
            </a:fld>
            <a:endParaRPr lang="zh-CN" altLang="en-US"/>
          </a:p>
        </p:txBody>
      </p:sp>
    </p:spTree>
    <p:extLst>
      <p:ext uri="{BB962C8B-B14F-4D97-AF65-F5344CB8AC3E}">
        <p14:creationId xmlns:p14="http://schemas.microsoft.com/office/powerpoint/2010/main" val="1180878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0BAF2-F0CC-1C82-DF45-A0D5D205C6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EE87DD-B8D0-2513-CF8D-7127DA20BC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2C3A07-A67A-4239-C43E-EEF3AFE17222}"/>
              </a:ext>
            </a:extLst>
          </p:cNvPr>
          <p:cNvSpPr>
            <a:spLocks noGrp="1"/>
          </p:cNvSpPr>
          <p:nvPr>
            <p:ph type="body" idx="1"/>
          </p:nvPr>
        </p:nvSpPr>
        <p:spPr/>
        <p:txBody>
          <a:bodyPr/>
          <a:lstStyle/>
          <a:p>
            <a:pPr eaLnBrk="1" hangingPunct="1"/>
            <a:endParaRPr lang="zh-CN" altLang="en-US" dirty="0"/>
          </a:p>
        </p:txBody>
      </p:sp>
      <p:sp>
        <p:nvSpPr>
          <p:cNvPr id="4" name="灯片编号占位符 3">
            <a:extLst>
              <a:ext uri="{FF2B5EF4-FFF2-40B4-BE49-F238E27FC236}">
                <a16:creationId xmlns:a16="http://schemas.microsoft.com/office/drawing/2014/main" id="{BEED2ABF-515B-3389-A642-48FB38E053D9}"/>
              </a:ext>
            </a:extLst>
          </p:cNvPr>
          <p:cNvSpPr>
            <a:spLocks noGrp="1"/>
          </p:cNvSpPr>
          <p:nvPr>
            <p:ph type="sldNum" sz="quarter" idx="5"/>
          </p:nvPr>
        </p:nvSpPr>
        <p:spPr/>
        <p:txBody>
          <a:bodyPr/>
          <a:lstStyle/>
          <a:p>
            <a:fld id="{6AF8E926-3218-4A05-BE3C-00B734B06F20}" type="slidenum">
              <a:rPr lang="zh-CN" altLang="en-US" smtClean="0"/>
              <a:t>31</a:t>
            </a:fld>
            <a:endParaRPr lang="zh-CN" altLang="en-US"/>
          </a:p>
        </p:txBody>
      </p:sp>
    </p:spTree>
    <p:extLst>
      <p:ext uri="{BB962C8B-B14F-4D97-AF65-F5344CB8AC3E}">
        <p14:creationId xmlns:p14="http://schemas.microsoft.com/office/powerpoint/2010/main" val="2693286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有效状态数比环形计数器增加了一倍，但是还是不能自校正（自启动）</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32</a:t>
            </a:fld>
            <a:endParaRPr lang="zh-CN" altLang="en-US"/>
          </a:p>
        </p:txBody>
      </p:sp>
    </p:spTree>
    <p:extLst>
      <p:ext uri="{BB962C8B-B14F-4D97-AF65-F5344CB8AC3E}">
        <p14:creationId xmlns:p14="http://schemas.microsoft.com/office/powerpoint/2010/main" val="30938745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EE08-0B82-6118-3C64-20AA3157F2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605C45-DCFC-50E0-D219-114AA96DCB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02EC07-7A5C-CAAD-89D4-E40A3A441B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把有效状态</a:t>
            </a:r>
            <a:r>
              <a:rPr lang="zh-CN" altLang="en-US" sz="1200" kern="1200" dirty="0">
                <a:solidFill>
                  <a:schemeClr val="tx1"/>
                </a:solidFill>
                <a:effectLst/>
                <a:latin typeface="Arial" pitchFamily="34" charset="0"/>
                <a:ea typeface="宋体" pitchFamily="2" charset="-122"/>
                <a:cs typeface="宋体" charset="0"/>
              </a:rPr>
              <a:t>标为</a:t>
            </a:r>
            <a:r>
              <a:rPr lang="zh-CN" altLang="zh-CN" sz="1200" kern="1200" dirty="0">
                <a:solidFill>
                  <a:schemeClr val="tx1"/>
                </a:solidFill>
                <a:effectLst/>
                <a:latin typeface="Arial" pitchFamily="34" charset="0"/>
                <a:ea typeface="宋体" pitchFamily="2" charset="-122"/>
                <a:cs typeface="宋体" charset="0"/>
              </a:rPr>
              <a:t>蓝色</a:t>
            </a:r>
            <a:r>
              <a:rPr lang="en-US" altLang="zh-CN" sz="1200" kern="1200" dirty="0">
                <a:solidFill>
                  <a:schemeClr val="tx1"/>
                </a:solidFill>
                <a:effectLst/>
                <a:latin typeface="Arial" pitchFamily="34" charset="0"/>
                <a:ea typeface="宋体" pitchFamily="2" charset="-122"/>
                <a:cs typeface="宋体"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pitchFamily="34" charset="0"/>
              <a:ea typeface="宋体"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pitchFamily="34" charset="0"/>
                <a:ea typeface="宋体" pitchFamily="2" charset="-122"/>
              </a:rPr>
              <a:t>D_0 </a:t>
            </a:r>
            <a:r>
              <a:rPr lang="zh-CN" altLang="en-US" sz="1200" kern="1200" dirty="0">
                <a:solidFill>
                  <a:schemeClr val="tx1"/>
                </a:solidFill>
                <a:effectLst/>
                <a:latin typeface="Arial" pitchFamily="34" charset="0"/>
                <a:ea typeface="宋体" pitchFamily="2" charset="-122"/>
              </a:rPr>
              <a:t>是 </a:t>
            </a:r>
            <a:r>
              <a:rPr lang="en-US" altLang="zh-CN" sz="1200" kern="1200" dirty="0">
                <a:solidFill>
                  <a:schemeClr val="tx1"/>
                </a:solidFill>
                <a:effectLst/>
                <a:latin typeface="Arial" pitchFamily="34" charset="0"/>
                <a:ea typeface="宋体" pitchFamily="2" charset="-122"/>
              </a:rPr>
              <a:t>Q_3^(n+1) </a:t>
            </a:r>
            <a:r>
              <a:rPr lang="zh-CN" altLang="en-US" sz="1200" kern="1200" dirty="0">
                <a:solidFill>
                  <a:schemeClr val="tx1"/>
                </a:solidFill>
                <a:effectLst/>
                <a:latin typeface="Arial" pitchFamily="34" charset="0"/>
                <a:ea typeface="宋体" pitchFamily="2" charset="-122"/>
              </a:rPr>
              <a:t>的取反，所以 </a:t>
            </a:r>
            <a:r>
              <a:rPr lang="en-US" altLang="zh-CN" sz="1200" kern="1200" dirty="0">
                <a:solidFill>
                  <a:schemeClr val="tx1"/>
                </a:solidFill>
                <a:effectLst/>
                <a:latin typeface="Arial" pitchFamily="34" charset="0"/>
                <a:ea typeface="宋体" pitchFamily="2" charset="-122"/>
              </a:rPr>
              <a:t>D_0 </a:t>
            </a:r>
            <a:r>
              <a:rPr lang="zh-CN" altLang="en-US" sz="1200" kern="1200" dirty="0">
                <a:solidFill>
                  <a:schemeClr val="tx1"/>
                </a:solidFill>
                <a:effectLst/>
                <a:latin typeface="Arial" pitchFamily="34" charset="0"/>
                <a:ea typeface="宋体" pitchFamily="2" charset="-122"/>
              </a:rPr>
              <a:t>的卡诺图里的 </a:t>
            </a:r>
            <a:r>
              <a:rPr lang="en-US" altLang="zh-CN" sz="1200" kern="1200" dirty="0">
                <a:solidFill>
                  <a:schemeClr val="tx1"/>
                </a:solidFill>
                <a:effectLst/>
                <a:latin typeface="Arial" pitchFamily="34" charset="0"/>
                <a:ea typeface="宋体" pitchFamily="2" charset="-122"/>
              </a:rPr>
              <a:t>1 </a:t>
            </a:r>
            <a:r>
              <a:rPr lang="zh-CN" altLang="en-US" sz="1200" kern="1200" dirty="0">
                <a:solidFill>
                  <a:schemeClr val="tx1"/>
                </a:solidFill>
                <a:effectLst/>
                <a:latin typeface="Arial" pitchFamily="34" charset="0"/>
                <a:ea typeface="宋体" pitchFamily="2" charset="-122"/>
              </a:rPr>
              <a:t>是 </a:t>
            </a:r>
            <a:r>
              <a:rPr lang="en-US" altLang="zh-CN" sz="1200" kern="1200" dirty="0">
                <a:solidFill>
                  <a:schemeClr val="tx1"/>
                </a:solidFill>
                <a:effectLst/>
                <a:latin typeface="Arial" pitchFamily="34" charset="0"/>
                <a:ea typeface="宋体" pitchFamily="2" charset="-122"/>
              </a:rPr>
              <a:t>Q_3^(n+1) </a:t>
            </a:r>
            <a:r>
              <a:rPr lang="zh-CN" altLang="en-US" sz="1200" kern="1200" dirty="0">
                <a:solidFill>
                  <a:schemeClr val="tx1"/>
                </a:solidFill>
                <a:effectLst/>
                <a:latin typeface="Arial" pitchFamily="34" charset="0"/>
                <a:ea typeface="宋体" pitchFamily="2" charset="-122"/>
              </a:rPr>
              <a:t>那一列里面的 </a:t>
            </a:r>
            <a:r>
              <a:rPr lang="en-US" altLang="zh-CN" sz="1200" kern="1200" dirty="0">
                <a:solidFill>
                  <a:schemeClr val="tx1"/>
                </a:solidFill>
                <a:effectLst/>
                <a:latin typeface="Arial" pitchFamily="34" charset="0"/>
                <a:ea typeface="宋体" pitchFamily="2" charset="-122"/>
              </a:rPr>
              <a:t>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pitchFamily="34" charset="0"/>
              <a:ea typeface="宋体" pitchFamily="2" charset="-122"/>
            </a:endParaRPr>
          </a:p>
        </p:txBody>
      </p:sp>
      <p:sp>
        <p:nvSpPr>
          <p:cNvPr id="4" name="灯片编号占位符 3">
            <a:extLst>
              <a:ext uri="{FF2B5EF4-FFF2-40B4-BE49-F238E27FC236}">
                <a16:creationId xmlns:a16="http://schemas.microsoft.com/office/drawing/2014/main" id="{4FD55552-8460-E45C-E964-3EE4FEF98D86}"/>
              </a:ext>
            </a:extLst>
          </p:cNvPr>
          <p:cNvSpPr>
            <a:spLocks noGrp="1"/>
          </p:cNvSpPr>
          <p:nvPr>
            <p:ph type="sldNum" sz="quarter" idx="5"/>
          </p:nvPr>
        </p:nvSpPr>
        <p:spPr/>
        <p:txBody>
          <a:bodyPr/>
          <a:lstStyle/>
          <a:p>
            <a:fld id="{6AF8E926-3218-4A05-BE3C-00B734B06F20}" type="slidenum">
              <a:rPr lang="zh-CN" altLang="en-US" smtClean="0"/>
              <a:t>33</a:t>
            </a:fld>
            <a:endParaRPr lang="zh-CN" altLang="en-US"/>
          </a:p>
        </p:txBody>
      </p:sp>
    </p:spTree>
    <p:extLst>
      <p:ext uri="{BB962C8B-B14F-4D97-AF65-F5344CB8AC3E}">
        <p14:creationId xmlns:p14="http://schemas.microsoft.com/office/powerpoint/2010/main" val="265886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CEBF-BF60-EFBF-62A0-598A70C49A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A2EF20-DAA9-D49A-560F-8B91A599A4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BF9F15-0826-3025-F9C9-6E363094310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把有效状态</a:t>
            </a:r>
            <a:r>
              <a:rPr lang="zh-CN" altLang="en-US" sz="1200" kern="1200" dirty="0">
                <a:solidFill>
                  <a:schemeClr val="tx1"/>
                </a:solidFill>
                <a:effectLst/>
                <a:latin typeface="Arial" pitchFamily="34" charset="0"/>
                <a:ea typeface="宋体" pitchFamily="2" charset="-122"/>
                <a:cs typeface="宋体" charset="0"/>
              </a:rPr>
              <a:t>标为</a:t>
            </a:r>
            <a:r>
              <a:rPr lang="zh-CN" altLang="zh-CN" sz="1200" kern="1200" dirty="0">
                <a:solidFill>
                  <a:schemeClr val="tx1"/>
                </a:solidFill>
                <a:effectLst/>
                <a:latin typeface="Arial" pitchFamily="34" charset="0"/>
                <a:ea typeface="宋体" pitchFamily="2" charset="-122"/>
                <a:cs typeface="宋体" charset="0"/>
              </a:rPr>
              <a:t>蓝色</a:t>
            </a:r>
            <a:endParaRPr lang="en-US" altLang="zh-CN" sz="1200" kern="1200" dirty="0">
              <a:solidFill>
                <a:schemeClr val="tx1"/>
              </a:solidFill>
              <a:effectLst/>
              <a:latin typeface="Arial" pitchFamily="34" charset="0"/>
              <a:ea typeface="宋体" pitchFamily="2" charset="-122"/>
              <a:cs typeface="宋体"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pitchFamily="34" charset="0"/>
              <a:ea typeface="宋体"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pitchFamily="34" charset="0"/>
                <a:ea typeface="宋体" pitchFamily="2" charset="-122"/>
              </a:rPr>
              <a:t>D_0 </a:t>
            </a:r>
            <a:r>
              <a:rPr lang="zh-CN" altLang="en-US" sz="1200" kern="1200" dirty="0">
                <a:solidFill>
                  <a:schemeClr val="tx1"/>
                </a:solidFill>
                <a:effectLst/>
                <a:latin typeface="Arial" pitchFamily="34" charset="0"/>
                <a:ea typeface="宋体" pitchFamily="2" charset="-122"/>
              </a:rPr>
              <a:t>是 </a:t>
            </a:r>
            <a:r>
              <a:rPr lang="en-US" altLang="zh-CN" sz="1200" kern="1200" dirty="0">
                <a:solidFill>
                  <a:schemeClr val="tx1"/>
                </a:solidFill>
                <a:effectLst/>
                <a:latin typeface="Arial" pitchFamily="34" charset="0"/>
                <a:ea typeface="宋体" pitchFamily="2" charset="-122"/>
              </a:rPr>
              <a:t>Q_3^(n+1) </a:t>
            </a:r>
            <a:r>
              <a:rPr lang="zh-CN" altLang="en-US" sz="1200" kern="1200" dirty="0">
                <a:solidFill>
                  <a:schemeClr val="tx1"/>
                </a:solidFill>
                <a:effectLst/>
                <a:latin typeface="Arial" pitchFamily="34" charset="0"/>
                <a:ea typeface="宋体" pitchFamily="2" charset="-122"/>
              </a:rPr>
              <a:t>的取反，所以 </a:t>
            </a:r>
            <a:r>
              <a:rPr lang="en-US" altLang="zh-CN" sz="1200" kern="1200" dirty="0">
                <a:solidFill>
                  <a:schemeClr val="tx1"/>
                </a:solidFill>
                <a:effectLst/>
                <a:latin typeface="Arial" pitchFamily="34" charset="0"/>
                <a:ea typeface="宋体" pitchFamily="2" charset="-122"/>
              </a:rPr>
              <a:t>D_0 </a:t>
            </a:r>
            <a:r>
              <a:rPr lang="zh-CN" altLang="en-US" sz="1200" kern="1200" dirty="0">
                <a:solidFill>
                  <a:schemeClr val="tx1"/>
                </a:solidFill>
                <a:effectLst/>
                <a:latin typeface="Arial" pitchFamily="34" charset="0"/>
                <a:ea typeface="宋体" pitchFamily="2" charset="-122"/>
              </a:rPr>
              <a:t>的卡诺图里的 </a:t>
            </a:r>
            <a:r>
              <a:rPr lang="en-US" altLang="zh-CN" sz="1200" kern="1200" dirty="0">
                <a:solidFill>
                  <a:schemeClr val="tx1"/>
                </a:solidFill>
                <a:effectLst/>
                <a:latin typeface="Arial" pitchFamily="34" charset="0"/>
                <a:ea typeface="宋体" pitchFamily="2" charset="-122"/>
              </a:rPr>
              <a:t>1 </a:t>
            </a:r>
            <a:r>
              <a:rPr lang="zh-CN" altLang="en-US" sz="1200" kern="1200" dirty="0">
                <a:solidFill>
                  <a:schemeClr val="tx1"/>
                </a:solidFill>
                <a:effectLst/>
                <a:latin typeface="Arial" pitchFamily="34" charset="0"/>
                <a:ea typeface="宋体" pitchFamily="2" charset="-122"/>
              </a:rPr>
              <a:t>是 </a:t>
            </a:r>
            <a:r>
              <a:rPr lang="en-US" altLang="zh-CN" sz="1200" kern="1200" dirty="0">
                <a:solidFill>
                  <a:schemeClr val="tx1"/>
                </a:solidFill>
                <a:effectLst/>
                <a:latin typeface="Arial" pitchFamily="34" charset="0"/>
                <a:ea typeface="宋体" pitchFamily="2" charset="-122"/>
              </a:rPr>
              <a:t>Q_3^(n+1) </a:t>
            </a:r>
            <a:r>
              <a:rPr lang="zh-CN" altLang="en-US" sz="1200" kern="1200" dirty="0">
                <a:solidFill>
                  <a:schemeClr val="tx1"/>
                </a:solidFill>
                <a:effectLst/>
                <a:latin typeface="Arial" pitchFamily="34" charset="0"/>
                <a:ea typeface="宋体" pitchFamily="2" charset="-122"/>
              </a:rPr>
              <a:t>那一列里面的 </a:t>
            </a:r>
            <a:r>
              <a:rPr lang="en-US" altLang="zh-CN" sz="1200" kern="1200" dirty="0">
                <a:solidFill>
                  <a:schemeClr val="tx1"/>
                </a:solidFill>
                <a:effectLst/>
                <a:latin typeface="Arial" pitchFamily="34" charset="0"/>
                <a:ea typeface="宋体" pitchFamily="2" charset="-122"/>
              </a:rPr>
              <a:t>0</a:t>
            </a:r>
            <a:endParaRPr lang="en-US" altLang="zh-CN" dirty="0"/>
          </a:p>
        </p:txBody>
      </p:sp>
      <p:sp>
        <p:nvSpPr>
          <p:cNvPr id="4" name="灯片编号占位符 3">
            <a:extLst>
              <a:ext uri="{FF2B5EF4-FFF2-40B4-BE49-F238E27FC236}">
                <a16:creationId xmlns:a16="http://schemas.microsoft.com/office/drawing/2014/main" id="{7F59C68A-9CC4-0566-B501-853CC72BC7A9}"/>
              </a:ext>
            </a:extLst>
          </p:cNvPr>
          <p:cNvSpPr>
            <a:spLocks noGrp="1"/>
          </p:cNvSpPr>
          <p:nvPr>
            <p:ph type="sldNum" sz="quarter" idx="5"/>
          </p:nvPr>
        </p:nvSpPr>
        <p:spPr/>
        <p:txBody>
          <a:bodyPr/>
          <a:lstStyle/>
          <a:p>
            <a:fld id="{6AF8E926-3218-4A05-BE3C-00B734B06F20}" type="slidenum">
              <a:rPr lang="zh-CN" altLang="en-US" smtClean="0"/>
              <a:t>34</a:t>
            </a:fld>
            <a:endParaRPr lang="zh-CN" altLang="en-US"/>
          </a:p>
        </p:txBody>
      </p:sp>
    </p:spTree>
    <p:extLst>
      <p:ext uri="{BB962C8B-B14F-4D97-AF65-F5344CB8AC3E}">
        <p14:creationId xmlns:p14="http://schemas.microsoft.com/office/powerpoint/2010/main" val="2171667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69D5-D1C2-1480-CA89-B8E1F3232C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72F23E-6EB6-6478-EE99-5E7E62F17B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0C691E-43B1-8703-8994-9E34410144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a:extLst>
              <a:ext uri="{FF2B5EF4-FFF2-40B4-BE49-F238E27FC236}">
                <a16:creationId xmlns:a16="http://schemas.microsoft.com/office/drawing/2014/main" id="{C68CDE87-F4CB-3556-BA14-086E07F4564A}"/>
              </a:ext>
            </a:extLst>
          </p:cNvPr>
          <p:cNvSpPr>
            <a:spLocks noGrp="1"/>
          </p:cNvSpPr>
          <p:nvPr>
            <p:ph type="sldNum" sz="quarter" idx="5"/>
          </p:nvPr>
        </p:nvSpPr>
        <p:spPr/>
        <p:txBody>
          <a:bodyPr/>
          <a:lstStyle/>
          <a:p>
            <a:fld id="{6AF8E926-3218-4A05-BE3C-00B734B06F20}" type="slidenum">
              <a:rPr lang="zh-CN" altLang="en-US" smtClean="0"/>
              <a:t>35</a:t>
            </a:fld>
            <a:endParaRPr lang="zh-CN" altLang="en-US"/>
          </a:p>
        </p:txBody>
      </p:sp>
    </p:spTree>
    <p:extLst>
      <p:ext uri="{BB962C8B-B14F-4D97-AF65-F5344CB8AC3E}">
        <p14:creationId xmlns:p14="http://schemas.microsoft.com/office/powerpoint/2010/main" val="9844271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A5EC-F3AC-F185-D178-433727587E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9E06FE-8350-5D6C-52E2-9E905E6C33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E4644C-16E5-484E-EA1C-F7C78BB8F2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a:extLst>
              <a:ext uri="{FF2B5EF4-FFF2-40B4-BE49-F238E27FC236}">
                <a16:creationId xmlns:a16="http://schemas.microsoft.com/office/drawing/2014/main" id="{434BA5AC-780E-88AE-A719-41FCF5AE79F1}"/>
              </a:ext>
            </a:extLst>
          </p:cNvPr>
          <p:cNvSpPr>
            <a:spLocks noGrp="1"/>
          </p:cNvSpPr>
          <p:nvPr>
            <p:ph type="sldNum" sz="quarter" idx="5"/>
          </p:nvPr>
        </p:nvSpPr>
        <p:spPr/>
        <p:txBody>
          <a:bodyPr/>
          <a:lstStyle/>
          <a:p>
            <a:fld id="{6AF8E926-3218-4A05-BE3C-00B734B06F20}" type="slidenum">
              <a:rPr lang="zh-CN" altLang="en-US" smtClean="0"/>
              <a:t>36</a:t>
            </a:fld>
            <a:endParaRPr lang="zh-CN" altLang="en-US"/>
          </a:p>
        </p:txBody>
      </p:sp>
    </p:spTree>
    <p:extLst>
      <p:ext uri="{BB962C8B-B14F-4D97-AF65-F5344CB8AC3E}">
        <p14:creationId xmlns:p14="http://schemas.microsoft.com/office/powerpoint/2010/main" val="17930415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37</a:t>
            </a:fld>
            <a:endParaRPr lang="zh-CN" altLang="en-US"/>
          </a:p>
        </p:txBody>
      </p:sp>
    </p:spTree>
    <p:extLst>
      <p:ext uri="{BB962C8B-B14F-4D97-AF65-F5344CB8AC3E}">
        <p14:creationId xmlns:p14="http://schemas.microsoft.com/office/powerpoint/2010/main" val="3462845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38</a:t>
            </a:fld>
            <a:endParaRPr lang="zh-CN" altLang="en-US"/>
          </a:p>
        </p:txBody>
      </p:sp>
    </p:spTree>
    <p:extLst>
      <p:ext uri="{BB962C8B-B14F-4D97-AF65-F5344CB8AC3E}">
        <p14:creationId xmlns:p14="http://schemas.microsoft.com/office/powerpoint/2010/main" val="3777646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7.png"/><Relationship Id="rId21" Type="http://schemas.openxmlformats.org/officeDocument/2006/relationships/image" Target="../media/image24.png"/><Relationship Id="rId7" Type="http://schemas.openxmlformats.org/officeDocument/2006/relationships/image" Target="../media/image10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5.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26.png"/><Relationship Id="rId21" Type="http://schemas.openxmlformats.org/officeDocument/2006/relationships/image" Target="../media/image24.png"/><Relationship Id="rId7" Type="http://schemas.openxmlformats.org/officeDocument/2006/relationships/image" Target="../media/image3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6.xml"/><Relationship Id="rId29" Type="http://schemas.openxmlformats.org/officeDocument/2006/relationships/image" Target="../media/image31.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9.png"/><Relationship Id="rId32" Type="http://schemas.openxmlformats.org/officeDocument/2006/relationships/image" Target="../media/image1010.png"/><Relationship Id="rId11" Type="http://schemas.openxmlformats.org/officeDocument/2006/relationships/image" Target="../media/image14.png"/><Relationship Id="rId5" Type="http://schemas.openxmlformats.org/officeDocument/2006/relationships/image" Target="../media/image28.png"/><Relationship Id="rId28" Type="http://schemas.openxmlformats.org/officeDocument/2006/relationships/image" Target="../media/image8.png"/><Relationship Id="rId15" Type="http://schemas.openxmlformats.org/officeDocument/2006/relationships/image" Target="../media/image18.png"/><Relationship Id="rId31" Type="http://schemas.openxmlformats.org/officeDocument/2006/relationships/image" Target="../media/image10.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27.png"/><Relationship Id="rId30" Type="http://schemas.openxmlformats.org/officeDocument/2006/relationships/image" Target="../media/image9.png"/><Relationship Id="rId9" Type="http://schemas.openxmlformats.org/officeDocument/2006/relationships/image" Target="../media/image12.png"/><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1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26" Type="http://schemas.openxmlformats.org/officeDocument/2006/relationships/image" Target="../media/image400.png"/><Relationship Id="rId39" Type="http://schemas.openxmlformats.org/officeDocument/2006/relationships/image" Target="../media/image54.png"/><Relationship Id="rId3" Type="http://schemas.openxmlformats.org/officeDocument/2006/relationships/image" Target="../media/image42.png"/><Relationship Id="rId42" Type="http://schemas.openxmlformats.org/officeDocument/2006/relationships/image" Target="../media/image57.png"/><Relationship Id="rId34" Type="http://schemas.openxmlformats.org/officeDocument/2006/relationships/image" Target="../media/image49.png"/><Relationship Id="rId7" Type="http://schemas.openxmlformats.org/officeDocument/2006/relationships/image" Target="../media/image46.png"/><Relationship Id="rId25" Type="http://schemas.openxmlformats.org/officeDocument/2006/relationships/image" Target="../media/image63.png"/><Relationship Id="rId33" Type="http://schemas.openxmlformats.org/officeDocument/2006/relationships/image" Target="../media/image48.png"/><Relationship Id="rId38" Type="http://schemas.openxmlformats.org/officeDocument/2006/relationships/image" Target="../media/image53.png"/><Relationship Id="rId2" Type="http://schemas.openxmlformats.org/officeDocument/2006/relationships/notesSlide" Target="../notesSlides/notesSlide9.xml"/><Relationship Id="rId29" Type="http://schemas.openxmlformats.org/officeDocument/2006/relationships/image" Target="../media/image440.png"/><Relationship Id="rId41"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45.png"/><Relationship Id="rId32" Type="http://schemas.openxmlformats.org/officeDocument/2006/relationships/image" Target="../media/image47.png"/><Relationship Id="rId37" Type="http://schemas.openxmlformats.org/officeDocument/2006/relationships/image" Target="../media/image52.png"/><Relationship Id="rId40" Type="http://schemas.openxmlformats.org/officeDocument/2006/relationships/image" Target="../media/image55.png"/><Relationship Id="rId5" Type="http://schemas.openxmlformats.org/officeDocument/2006/relationships/image" Target="../media/image44.png"/><Relationship Id="rId28" Type="http://schemas.openxmlformats.org/officeDocument/2006/relationships/image" Target="../media/image430.png"/><Relationship Id="rId36" Type="http://schemas.openxmlformats.org/officeDocument/2006/relationships/image" Target="../media/image51.png"/><Relationship Id="rId31" Type="http://schemas.openxmlformats.org/officeDocument/2006/relationships/image" Target="../media/image460.png"/><Relationship Id="rId4" Type="http://schemas.openxmlformats.org/officeDocument/2006/relationships/image" Target="../media/image43.png"/><Relationship Id="rId27" Type="http://schemas.openxmlformats.org/officeDocument/2006/relationships/image" Target="../media/image420.png"/><Relationship Id="rId30" Type="http://schemas.openxmlformats.org/officeDocument/2006/relationships/image" Target="../media/image450.png"/><Relationship Id="rId35"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1.xml.rels><?xml version="1.0" encoding="UTF-8" standalone="yes"?>
<Relationships xmlns="http://schemas.openxmlformats.org/package/2006/relationships"><Relationship Id="rId26" Type="http://schemas.openxmlformats.org/officeDocument/2006/relationships/image" Target="../media/image581.png"/><Relationship Id="rId39" Type="http://schemas.openxmlformats.org/officeDocument/2006/relationships/image" Target="../media/image51.png"/><Relationship Id="rId3" Type="http://schemas.openxmlformats.org/officeDocument/2006/relationships/image" Target="../media/image59.png"/><Relationship Id="rId34" Type="http://schemas.openxmlformats.org/officeDocument/2006/relationships/image" Target="../media/image460.png"/><Relationship Id="rId42" Type="http://schemas.openxmlformats.org/officeDocument/2006/relationships/image" Target="../media/image68.png"/><Relationship Id="rId7" Type="http://schemas.openxmlformats.org/officeDocument/2006/relationships/image" Target="../media/image64.png"/><Relationship Id="rId33" Type="http://schemas.openxmlformats.org/officeDocument/2006/relationships/image" Target="../media/image450.png"/><Relationship Id="rId38" Type="http://schemas.openxmlformats.org/officeDocument/2006/relationships/image" Target="../media/image50.png"/><Relationship Id="rId2" Type="http://schemas.openxmlformats.org/officeDocument/2006/relationships/notesSlide" Target="../notesSlides/notesSlide10.xml"/><Relationship Id="rId29" Type="http://schemas.openxmlformats.org/officeDocument/2006/relationships/image" Target="../media/image67.png"/><Relationship Id="rId41"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2.png"/><Relationship Id="rId32" Type="http://schemas.openxmlformats.org/officeDocument/2006/relationships/image" Target="../media/image440.png"/><Relationship Id="rId37" Type="http://schemas.openxmlformats.org/officeDocument/2006/relationships/image" Target="../media/image49.png"/><Relationship Id="rId5" Type="http://schemas.openxmlformats.org/officeDocument/2006/relationships/image" Target="../media/image61.png"/><Relationship Id="rId28" Type="http://schemas.openxmlformats.org/officeDocument/2006/relationships/image" Target="../media/image641.png"/><Relationship Id="rId36" Type="http://schemas.openxmlformats.org/officeDocument/2006/relationships/image" Target="../media/image48.png"/><Relationship Id="rId31" Type="http://schemas.openxmlformats.org/officeDocument/2006/relationships/image" Target="../media/image430.png"/><Relationship Id="rId44" Type="http://schemas.openxmlformats.org/officeDocument/2006/relationships/image" Target="../media/image70.png"/><Relationship Id="rId4" Type="http://schemas.openxmlformats.org/officeDocument/2006/relationships/image" Target="../media/image60.png"/><Relationship Id="rId27" Type="http://schemas.openxmlformats.org/officeDocument/2006/relationships/image" Target="../media/image580.png"/><Relationship Id="rId30" Type="http://schemas.openxmlformats.org/officeDocument/2006/relationships/image" Target="../media/image420.png"/><Relationship Id="rId35" Type="http://schemas.openxmlformats.org/officeDocument/2006/relationships/image" Target="../media/image47.png"/><Relationship Id="rId43" Type="http://schemas.openxmlformats.org/officeDocument/2006/relationships/image" Target="../media/image69.png"/></Relationships>
</file>

<file path=ppt/slides/_rels/slide12.xml.rels><?xml version="1.0" encoding="UTF-8" standalone="yes"?>
<Relationships xmlns="http://schemas.openxmlformats.org/package/2006/relationships"><Relationship Id="rId18" Type="http://schemas.openxmlformats.org/officeDocument/2006/relationships/image" Target="../media/image710.png"/><Relationship Id="rId26" Type="http://schemas.openxmlformats.org/officeDocument/2006/relationships/image" Target="../media/image79.png"/><Relationship Id="rId21" Type="http://schemas.openxmlformats.org/officeDocument/2006/relationships/image" Target="../media/image74.png"/><Relationship Id="rId17" Type="http://schemas.openxmlformats.org/officeDocument/2006/relationships/image" Target="../media/image104.png"/><Relationship Id="rId25" Type="http://schemas.openxmlformats.org/officeDocument/2006/relationships/image" Target="../media/image78.png"/><Relationship Id="rId2" Type="http://schemas.openxmlformats.org/officeDocument/2006/relationships/image" Target="../media/image71.png"/><Relationship Id="rId20" Type="http://schemas.openxmlformats.org/officeDocument/2006/relationships/image" Target="../media/image73.png"/><Relationship Id="rId29" Type="http://schemas.openxmlformats.org/officeDocument/2006/relationships/image" Target="../media/image82.png"/><Relationship Id="rId1" Type="http://schemas.openxmlformats.org/officeDocument/2006/relationships/slideLayout" Target="../slideLayouts/slideLayout2.xml"/><Relationship Id="rId24" Type="http://schemas.openxmlformats.org/officeDocument/2006/relationships/image" Target="../media/image77.png"/><Relationship Id="rId23" Type="http://schemas.openxmlformats.org/officeDocument/2006/relationships/image" Target="../media/image76.png"/><Relationship Id="rId28" Type="http://schemas.openxmlformats.org/officeDocument/2006/relationships/image" Target="../media/image81.png"/><Relationship Id="rId19" Type="http://schemas.openxmlformats.org/officeDocument/2006/relationships/image" Target="../media/image72.png"/><Relationship Id="rId31" Type="http://schemas.openxmlformats.org/officeDocument/2006/relationships/image" Target="../media/image89.png"/><Relationship Id="rId22" Type="http://schemas.openxmlformats.org/officeDocument/2006/relationships/image" Target="../media/image75.png"/><Relationship Id="rId27" Type="http://schemas.openxmlformats.org/officeDocument/2006/relationships/image" Target="../media/image80.png"/><Relationship Id="rId30" Type="http://schemas.openxmlformats.org/officeDocument/2006/relationships/image" Target="../media/image83.png"/></Relationships>
</file>

<file path=ppt/slides/_rels/slide13.xml.rels><?xml version="1.0" encoding="UTF-8" standalone="yes"?>
<Relationships xmlns="http://schemas.openxmlformats.org/package/2006/relationships"><Relationship Id="rId42" Type="http://schemas.openxmlformats.org/officeDocument/2006/relationships/image" Target="../media/image500.png"/><Relationship Id="rId47" Type="http://schemas.openxmlformats.org/officeDocument/2006/relationships/image" Target="../media/image711.png"/><Relationship Id="rId50" Type="http://schemas.openxmlformats.org/officeDocument/2006/relationships/image" Target="../media/image105.png"/><Relationship Id="rId55" Type="http://schemas.openxmlformats.org/officeDocument/2006/relationships/image" Target="../media/image110.png"/><Relationship Id="rId63" Type="http://schemas.openxmlformats.org/officeDocument/2006/relationships/image" Target="../media/image118.png"/><Relationship Id="rId68" Type="http://schemas.openxmlformats.org/officeDocument/2006/relationships/image" Target="../media/image123.png"/><Relationship Id="rId76" Type="http://schemas.openxmlformats.org/officeDocument/2006/relationships/image" Target="../media/image131.png"/><Relationship Id="rId71" Type="http://schemas.openxmlformats.org/officeDocument/2006/relationships/image" Target="../media/image126.png"/><Relationship Id="rId2" Type="http://schemas.openxmlformats.org/officeDocument/2006/relationships/notesSlide" Target="../notesSlides/notesSlide11.xml"/><Relationship Id="rId54" Type="http://schemas.openxmlformats.org/officeDocument/2006/relationships/image" Target="../media/image109.png"/><Relationship Id="rId62" Type="http://schemas.openxmlformats.org/officeDocument/2006/relationships/image" Target="../media/image117.png"/><Relationship Id="rId70" Type="http://schemas.openxmlformats.org/officeDocument/2006/relationships/image" Target="../media/image125.png"/><Relationship Id="rId75" Type="http://schemas.openxmlformats.org/officeDocument/2006/relationships/image" Target="../media/image130.png"/><Relationship Id="rId1" Type="http://schemas.openxmlformats.org/officeDocument/2006/relationships/slideLayout" Target="../slideLayouts/slideLayout2.xml"/><Relationship Id="rId45" Type="http://schemas.openxmlformats.org/officeDocument/2006/relationships/image" Target="../media/image680.png"/><Relationship Id="rId53" Type="http://schemas.openxmlformats.org/officeDocument/2006/relationships/image" Target="../media/image108.png"/><Relationship Id="rId58" Type="http://schemas.openxmlformats.org/officeDocument/2006/relationships/image" Target="../media/image113.png"/><Relationship Id="rId66" Type="http://schemas.openxmlformats.org/officeDocument/2006/relationships/image" Target="../media/image121.png"/><Relationship Id="rId74" Type="http://schemas.openxmlformats.org/officeDocument/2006/relationships/image" Target="../media/image129.png"/><Relationship Id="rId79" Type="http://schemas.openxmlformats.org/officeDocument/2006/relationships/image" Target="../media/image134.png"/><Relationship Id="rId49" Type="http://schemas.openxmlformats.org/officeDocument/2006/relationships/image" Target="../media/image740.png"/><Relationship Id="rId57" Type="http://schemas.openxmlformats.org/officeDocument/2006/relationships/image" Target="../media/image112.png"/><Relationship Id="rId61" Type="http://schemas.openxmlformats.org/officeDocument/2006/relationships/image" Target="../media/image116.png"/><Relationship Id="rId44" Type="http://schemas.openxmlformats.org/officeDocument/2006/relationships/image" Target="../media/image670.png"/><Relationship Id="rId52" Type="http://schemas.openxmlformats.org/officeDocument/2006/relationships/image" Target="../media/image107.png"/><Relationship Id="rId60" Type="http://schemas.openxmlformats.org/officeDocument/2006/relationships/image" Target="../media/image115.png"/><Relationship Id="rId65" Type="http://schemas.openxmlformats.org/officeDocument/2006/relationships/image" Target="../media/image120.png"/><Relationship Id="rId73" Type="http://schemas.openxmlformats.org/officeDocument/2006/relationships/image" Target="../media/image128.png"/><Relationship Id="rId78" Type="http://schemas.openxmlformats.org/officeDocument/2006/relationships/image" Target="../media/image133.png"/><Relationship Id="rId43" Type="http://schemas.openxmlformats.org/officeDocument/2006/relationships/image" Target="../media/image640.png"/><Relationship Id="rId48" Type="http://schemas.openxmlformats.org/officeDocument/2006/relationships/image" Target="../media/image730.png"/><Relationship Id="rId56" Type="http://schemas.openxmlformats.org/officeDocument/2006/relationships/image" Target="../media/image111.png"/><Relationship Id="rId64" Type="http://schemas.openxmlformats.org/officeDocument/2006/relationships/image" Target="../media/image119.png"/><Relationship Id="rId69" Type="http://schemas.openxmlformats.org/officeDocument/2006/relationships/image" Target="../media/image124.png"/><Relationship Id="rId77" Type="http://schemas.openxmlformats.org/officeDocument/2006/relationships/image" Target="../media/image132.png"/><Relationship Id="rId51" Type="http://schemas.openxmlformats.org/officeDocument/2006/relationships/image" Target="../media/image106.png"/><Relationship Id="rId72" Type="http://schemas.openxmlformats.org/officeDocument/2006/relationships/image" Target="../media/image127.png"/><Relationship Id="rId3" Type="http://schemas.openxmlformats.org/officeDocument/2006/relationships/image" Target="../media/image84.png"/><Relationship Id="rId46" Type="http://schemas.openxmlformats.org/officeDocument/2006/relationships/image" Target="../media/image700.png"/><Relationship Id="rId59" Type="http://schemas.openxmlformats.org/officeDocument/2006/relationships/image" Target="../media/image114.png"/><Relationship Id="rId67" Type="http://schemas.openxmlformats.org/officeDocument/2006/relationships/image" Target="../media/image122.png"/></Relationships>
</file>

<file path=ppt/slides/_rels/slide1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146.png"/></Relationships>
</file>

<file path=ppt/slides/_rels/slide1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6.xml.rels><?xml version="1.0" encoding="UTF-8" standalone="yes"?>
<Relationships xmlns="http://schemas.openxmlformats.org/package/2006/relationships"><Relationship Id="rId18" Type="http://schemas.openxmlformats.org/officeDocument/2006/relationships/image" Target="../media/image95.png"/><Relationship Id="rId26" Type="http://schemas.openxmlformats.org/officeDocument/2006/relationships/image" Target="../media/image103.png"/><Relationship Id="rId21" Type="http://schemas.openxmlformats.org/officeDocument/2006/relationships/image" Target="../media/image98.png"/><Relationship Id="rId17" Type="http://schemas.openxmlformats.org/officeDocument/2006/relationships/image" Target="../media/image104.png"/><Relationship Id="rId25" Type="http://schemas.openxmlformats.org/officeDocument/2006/relationships/image" Target="../media/image102.png"/><Relationship Id="rId20" Type="http://schemas.openxmlformats.org/officeDocument/2006/relationships/image" Target="../media/image97.png"/><Relationship Id="rId29" Type="http://schemas.openxmlformats.org/officeDocument/2006/relationships/image" Target="../media/image137.png"/><Relationship Id="rId1" Type="http://schemas.openxmlformats.org/officeDocument/2006/relationships/slideLayout" Target="../slideLayouts/slideLayout2.xml"/><Relationship Id="rId24" Type="http://schemas.openxmlformats.org/officeDocument/2006/relationships/image" Target="../media/image101.png"/><Relationship Id="rId32" Type="http://schemas.openxmlformats.org/officeDocument/2006/relationships/image" Target="../media/image85.png"/><Relationship Id="rId23" Type="http://schemas.openxmlformats.org/officeDocument/2006/relationships/image" Target="../media/image100.png"/><Relationship Id="rId28" Type="http://schemas.openxmlformats.org/officeDocument/2006/relationships/image" Target="../media/image136.png"/><Relationship Id="rId19" Type="http://schemas.openxmlformats.org/officeDocument/2006/relationships/image" Target="../media/image96.png"/><Relationship Id="rId31" Type="http://schemas.openxmlformats.org/officeDocument/2006/relationships/image" Target="../media/image139.png"/><Relationship Id="rId22" Type="http://schemas.openxmlformats.org/officeDocument/2006/relationships/image" Target="../media/image99.png"/><Relationship Id="rId27" Type="http://schemas.openxmlformats.org/officeDocument/2006/relationships/image" Target="../media/image135.png"/><Relationship Id="rId30" Type="http://schemas.openxmlformats.org/officeDocument/2006/relationships/image" Target="../media/image138.png"/></Relationships>
</file>

<file path=ppt/slides/_rels/slide17.xml.rels><?xml version="1.0" encoding="UTF-8" standalone="yes"?>
<Relationships xmlns="http://schemas.openxmlformats.org/package/2006/relationships"><Relationship Id="rId2" Type="http://schemas.openxmlformats.org/officeDocument/2006/relationships/image" Target="../media/image138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10" Type="http://schemas.openxmlformats.org/officeDocument/2006/relationships/image" Target="../media/image86.png"/><Relationship Id="rId4" Type="http://schemas.openxmlformats.org/officeDocument/2006/relationships/image" Target="../media/image164.png"/><Relationship Id="rId9" Type="http://schemas.openxmlformats.org/officeDocument/2006/relationships/image" Target="../media/image169.png"/></Relationships>
</file>

<file path=ppt/slides/_rels/slide19.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71.png"/><Relationship Id="rId7" Type="http://schemas.openxmlformats.org/officeDocument/2006/relationships/image" Target="../media/image16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10" Type="http://schemas.openxmlformats.org/officeDocument/2006/relationships/image" Target="../media/image87.png"/><Relationship Id="rId4" Type="http://schemas.openxmlformats.org/officeDocument/2006/relationships/image" Target="../media/image164.png"/><Relationship Id="rId9" Type="http://schemas.openxmlformats.org/officeDocument/2006/relationships/image" Target="../media/image169.png"/></Relationships>
</file>

<file path=ppt/slides/_rels/slide20.xml.rels><?xml version="1.0" encoding="UTF-8" standalone="yes"?>
<Relationships xmlns="http://schemas.openxmlformats.org/package/2006/relationships"><Relationship Id="rId13" Type="http://schemas.openxmlformats.org/officeDocument/2006/relationships/image" Target="../media/image151.png"/><Relationship Id="rId18" Type="http://schemas.openxmlformats.org/officeDocument/2006/relationships/image" Target="../media/image156.png"/><Relationship Id="rId26" Type="http://schemas.openxmlformats.org/officeDocument/2006/relationships/image" Target="../media/image174.png"/><Relationship Id="rId3" Type="http://schemas.openxmlformats.org/officeDocument/2006/relationships/image" Target="../media/image173.png"/><Relationship Id="rId21" Type="http://schemas.openxmlformats.org/officeDocument/2006/relationships/image" Target="../media/image159.png"/><Relationship Id="rId34" Type="http://schemas.openxmlformats.org/officeDocument/2006/relationships/image" Target="../media/image182.png"/><Relationship Id="rId7" Type="http://schemas.openxmlformats.org/officeDocument/2006/relationships/image" Target="../media/image143.png"/><Relationship Id="rId12" Type="http://schemas.openxmlformats.org/officeDocument/2006/relationships/image" Target="../media/image150.png"/><Relationship Id="rId17" Type="http://schemas.openxmlformats.org/officeDocument/2006/relationships/image" Target="../media/image155.png"/><Relationship Id="rId25" Type="http://schemas.openxmlformats.org/officeDocument/2006/relationships/image" Target="../media/image172.png"/><Relationship Id="rId33" Type="http://schemas.openxmlformats.org/officeDocument/2006/relationships/image" Target="../media/image181.png"/><Relationship Id="rId2" Type="http://schemas.openxmlformats.org/officeDocument/2006/relationships/notesSlide" Target="../notesSlides/notesSlide15.xml"/><Relationship Id="rId16" Type="http://schemas.openxmlformats.org/officeDocument/2006/relationships/image" Target="../media/image154.png"/><Relationship Id="rId20" Type="http://schemas.openxmlformats.org/officeDocument/2006/relationships/image" Target="../media/image158.png"/><Relationship Id="rId29" Type="http://schemas.openxmlformats.org/officeDocument/2006/relationships/image" Target="../media/image177.png"/><Relationship Id="rId1" Type="http://schemas.openxmlformats.org/officeDocument/2006/relationships/slideLayout" Target="../slideLayouts/slideLayout2.xml"/><Relationship Id="rId6" Type="http://schemas.openxmlformats.org/officeDocument/2006/relationships/image" Target="../media/image1420.png"/><Relationship Id="rId11" Type="http://schemas.openxmlformats.org/officeDocument/2006/relationships/image" Target="../media/image149.png"/><Relationship Id="rId24" Type="http://schemas.openxmlformats.org/officeDocument/2006/relationships/image" Target="../media/image170.png"/><Relationship Id="rId32" Type="http://schemas.openxmlformats.org/officeDocument/2006/relationships/image" Target="../media/image180.png"/><Relationship Id="rId5" Type="http://schemas.openxmlformats.org/officeDocument/2006/relationships/image" Target="../media/image88.png"/><Relationship Id="rId15" Type="http://schemas.openxmlformats.org/officeDocument/2006/relationships/image" Target="../media/image153.png"/><Relationship Id="rId23" Type="http://schemas.openxmlformats.org/officeDocument/2006/relationships/image" Target="../media/image161.png"/><Relationship Id="rId28" Type="http://schemas.openxmlformats.org/officeDocument/2006/relationships/image" Target="../media/image176.png"/><Relationship Id="rId10" Type="http://schemas.openxmlformats.org/officeDocument/2006/relationships/image" Target="../media/image148.png"/><Relationship Id="rId19" Type="http://schemas.openxmlformats.org/officeDocument/2006/relationships/image" Target="../media/image880.png"/><Relationship Id="rId31" Type="http://schemas.openxmlformats.org/officeDocument/2006/relationships/image" Target="../media/image179.png"/><Relationship Id="rId4" Type="http://schemas.openxmlformats.org/officeDocument/2006/relationships/image" Target="../media/image870.png"/><Relationship Id="rId9" Type="http://schemas.openxmlformats.org/officeDocument/2006/relationships/image" Target="../media/image145.png"/><Relationship Id="rId14" Type="http://schemas.openxmlformats.org/officeDocument/2006/relationships/image" Target="../media/image152.png"/><Relationship Id="rId22" Type="http://schemas.openxmlformats.org/officeDocument/2006/relationships/image" Target="../media/image160.png"/><Relationship Id="rId27" Type="http://schemas.openxmlformats.org/officeDocument/2006/relationships/image" Target="../media/image175.png"/><Relationship Id="rId30" Type="http://schemas.openxmlformats.org/officeDocument/2006/relationships/image" Target="../media/image178.png"/><Relationship Id="rId8" Type="http://schemas.openxmlformats.org/officeDocument/2006/relationships/image" Target="../media/image144.png"/></Relationships>
</file>

<file path=ppt/slides/_rels/slide21.xml.rels><?xml version="1.0" encoding="UTF-8" standalone="yes"?>
<Relationships xmlns="http://schemas.openxmlformats.org/package/2006/relationships"><Relationship Id="rId13" Type="http://schemas.openxmlformats.org/officeDocument/2006/relationships/image" Target="../media/image189.png"/><Relationship Id="rId18" Type="http://schemas.openxmlformats.org/officeDocument/2006/relationships/image" Target="../media/image194.png"/><Relationship Id="rId26" Type="http://schemas.openxmlformats.org/officeDocument/2006/relationships/image" Target="../media/image202.png"/><Relationship Id="rId3" Type="http://schemas.openxmlformats.org/officeDocument/2006/relationships/image" Target="../media/image173.png"/><Relationship Id="rId21" Type="http://schemas.openxmlformats.org/officeDocument/2006/relationships/image" Target="../media/image197.png"/><Relationship Id="rId34" Type="http://schemas.openxmlformats.org/officeDocument/2006/relationships/image" Target="../media/image92.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5" Type="http://schemas.openxmlformats.org/officeDocument/2006/relationships/image" Target="../media/image201.png"/><Relationship Id="rId33" Type="http://schemas.openxmlformats.org/officeDocument/2006/relationships/image" Target="../media/image209.png"/><Relationship Id="rId2" Type="http://schemas.openxmlformats.org/officeDocument/2006/relationships/notesSlide" Target="../notesSlides/notesSlide16.xml"/><Relationship Id="rId16" Type="http://schemas.openxmlformats.org/officeDocument/2006/relationships/image" Target="../media/image192.png"/><Relationship Id="rId20" Type="http://schemas.openxmlformats.org/officeDocument/2006/relationships/image" Target="../media/image196.png"/><Relationship Id="rId29"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162.png"/><Relationship Id="rId11" Type="http://schemas.openxmlformats.org/officeDocument/2006/relationships/image" Target="../media/image187.png"/><Relationship Id="rId24" Type="http://schemas.openxmlformats.org/officeDocument/2006/relationships/image" Target="../media/image200.png"/><Relationship Id="rId32" Type="http://schemas.openxmlformats.org/officeDocument/2006/relationships/image" Target="../media/image208.png"/><Relationship Id="rId5" Type="http://schemas.openxmlformats.org/officeDocument/2006/relationships/image" Target="../media/image147.png"/><Relationship Id="rId15" Type="http://schemas.openxmlformats.org/officeDocument/2006/relationships/image" Target="../media/image191.png"/><Relationship Id="rId23" Type="http://schemas.openxmlformats.org/officeDocument/2006/relationships/image" Target="../media/image199.png"/><Relationship Id="rId28" Type="http://schemas.openxmlformats.org/officeDocument/2006/relationships/image" Target="../media/image204.png"/><Relationship Id="rId36" Type="http://schemas.openxmlformats.org/officeDocument/2006/relationships/image" Target="../media/image212.png"/><Relationship Id="rId10" Type="http://schemas.openxmlformats.org/officeDocument/2006/relationships/image" Target="../media/image186.png"/><Relationship Id="rId19" Type="http://schemas.openxmlformats.org/officeDocument/2006/relationships/image" Target="../media/image195.png"/><Relationship Id="rId31" Type="http://schemas.openxmlformats.org/officeDocument/2006/relationships/image" Target="../media/image207.png"/><Relationship Id="rId4" Type="http://schemas.openxmlformats.org/officeDocument/2006/relationships/image" Target="../media/image88.png"/><Relationship Id="rId9" Type="http://schemas.openxmlformats.org/officeDocument/2006/relationships/image" Target="../media/image185.png"/><Relationship Id="rId14" Type="http://schemas.openxmlformats.org/officeDocument/2006/relationships/image" Target="../media/image190.png"/><Relationship Id="rId22" Type="http://schemas.openxmlformats.org/officeDocument/2006/relationships/image" Target="../media/image198.png"/><Relationship Id="rId27" Type="http://schemas.openxmlformats.org/officeDocument/2006/relationships/image" Target="../media/image203.png"/><Relationship Id="rId30" Type="http://schemas.openxmlformats.org/officeDocument/2006/relationships/image" Target="../media/image206.png"/><Relationship Id="rId35" Type="http://schemas.openxmlformats.org/officeDocument/2006/relationships/image" Target="../media/image211.png"/><Relationship Id="rId8" Type="http://schemas.openxmlformats.org/officeDocument/2006/relationships/image" Target="../media/image184.png"/></Relationships>
</file>

<file path=ppt/slides/_rels/slide22.xml.rels><?xml version="1.0" encoding="UTF-8" standalone="yes"?>
<Relationships xmlns="http://schemas.openxmlformats.org/package/2006/relationships"><Relationship Id="rId13" Type="http://schemas.openxmlformats.org/officeDocument/2006/relationships/image" Target="../media/image221.png"/><Relationship Id="rId18" Type="http://schemas.openxmlformats.org/officeDocument/2006/relationships/image" Target="../media/image226.png"/><Relationship Id="rId26" Type="http://schemas.openxmlformats.org/officeDocument/2006/relationships/image" Target="../media/image234.png"/><Relationship Id="rId3" Type="http://schemas.openxmlformats.org/officeDocument/2006/relationships/image" Target="../media/image1730.png"/><Relationship Id="rId21" Type="http://schemas.openxmlformats.org/officeDocument/2006/relationships/image" Target="../media/image229.png"/><Relationship Id="rId34" Type="http://schemas.openxmlformats.org/officeDocument/2006/relationships/image" Target="../media/image147.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5" Type="http://schemas.openxmlformats.org/officeDocument/2006/relationships/image" Target="../media/image233.png"/><Relationship Id="rId33" Type="http://schemas.openxmlformats.org/officeDocument/2006/relationships/image" Target="../media/image241.png"/><Relationship Id="rId2" Type="http://schemas.openxmlformats.org/officeDocument/2006/relationships/notesSlide" Target="../notesSlides/notesSlide17.xml"/><Relationship Id="rId16" Type="http://schemas.openxmlformats.org/officeDocument/2006/relationships/image" Target="../media/image224.png"/><Relationship Id="rId20" Type="http://schemas.openxmlformats.org/officeDocument/2006/relationships/image" Target="../media/image228.png"/><Relationship Id="rId29"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214.png"/><Relationship Id="rId11" Type="http://schemas.openxmlformats.org/officeDocument/2006/relationships/image" Target="../media/image219.png"/><Relationship Id="rId24" Type="http://schemas.openxmlformats.org/officeDocument/2006/relationships/image" Target="../media/image232.png"/><Relationship Id="rId32" Type="http://schemas.openxmlformats.org/officeDocument/2006/relationships/image" Target="../media/image240.png"/><Relationship Id="rId5" Type="http://schemas.openxmlformats.org/officeDocument/2006/relationships/image" Target="../media/image213.png"/><Relationship Id="rId15" Type="http://schemas.openxmlformats.org/officeDocument/2006/relationships/image" Target="../media/image223.png"/><Relationship Id="rId23" Type="http://schemas.openxmlformats.org/officeDocument/2006/relationships/image" Target="../media/image231.png"/><Relationship Id="rId28" Type="http://schemas.openxmlformats.org/officeDocument/2006/relationships/image" Target="../media/image236.png"/><Relationship Id="rId10" Type="http://schemas.openxmlformats.org/officeDocument/2006/relationships/image" Target="../media/image218.png"/><Relationship Id="rId19" Type="http://schemas.openxmlformats.org/officeDocument/2006/relationships/image" Target="../media/image227.png"/><Relationship Id="rId31" Type="http://schemas.openxmlformats.org/officeDocument/2006/relationships/image" Target="../media/image239.png"/><Relationship Id="rId4" Type="http://schemas.openxmlformats.org/officeDocument/2006/relationships/image" Target="../media/image88.png"/><Relationship Id="rId9" Type="http://schemas.openxmlformats.org/officeDocument/2006/relationships/image" Target="../media/image217.png"/><Relationship Id="rId14" Type="http://schemas.openxmlformats.org/officeDocument/2006/relationships/image" Target="../media/image222.png"/><Relationship Id="rId22" Type="http://schemas.openxmlformats.org/officeDocument/2006/relationships/image" Target="../media/image230.png"/><Relationship Id="rId27" Type="http://schemas.openxmlformats.org/officeDocument/2006/relationships/image" Target="../media/image235.png"/><Relationship Id="rId30" Type="http://schemas.openxmlformats.org/officeDocument/2006/relationships/image" Target="../media/image238.png"/><Relationship Id="rId35" Type="http://schemas.openxmlformats.org/officeDocument/2006/relationships/image" Target="../media/image211.png"/><Relationship Id="rId8" Type="http://schemas.openxmlformats.org/officeDocument/2006/relationships/image" Target="../media/image216.png"/></Relationships>
</file>

<file path=ppt/slides/_rels/slide23.xml.rels><?xml version="1.0" encoding="UTF-8" standalone="yes"?>
<Relationships xmlns="http://schemas.openxmlformats.org/package/2006/relationships"><Relationship Id="rId39" Type="http://schemas.openxmlformats.org/officeDocument/2006/relationships/image" Target="../media/image216.png"/><Relationship Id="rId3" Type="http://schemas.openxmlformats.org/officeDocument/2006/relationships/image" Target="../media/image88.png"/><Relationship Id="rId42" Type="http://schemas.openxmlformats.org/officeDocument/2006/relationships/image" Target="../media/image219.png"/><Relationship Id="rId47" Type="http://schemas.openxmlformats.org/officeDocument/2006/relationships/image" Target="../media/image224.png"/><Relationship Id="rId50" Type="http://schemas.openxmlformats.org/officeDocument/2006/relationships/image" Target="../media/image227.png"/><Relationship Id="rId55" Type="http://schemas.openxmlformats.org/officeDocument/2006/relationships/image" Target="../media/image232.png"/><Relationship Id="rId63" Type="http://schemas.openxmlformats.org/officeDocument/2006/relationships/image" Target="../media/image240.png"/><Relationship Id="rId38" Type="http://schemas.openxmlformats.org/officeDocument/2006/relationships/image" Target="../media/image215.png"/><Relationship Id="rId46" Type="http://schemas.openxmlformats.org/officeDocument/2006/relationships/image" Target="../media/image223.png"/><Relationship Id="rId59" Type="http://schemas.openxmlformats.org/officeDocument/2006/relationships/image" Target="../media/image236.png"/><Relationship Id="rId2" Type="http://schemas.openxmlformats.org/officeDocument/2006/relationships/notesSlide" Target="../notesSlides/notesSlide18.xml"/><Relationship Id="rId41" Type="http://schemas.openxmlformats.org/officeDocument/2006/relationships/image" Target="../media/image218.png"/><Relationship Id="rId54" Type="http://schemas.openxmlformats.org/officeDocument/2006/relationships/image" Target="../media/image231.png"/><Relationship Id="rId62" Type="http://schemas.openxmlformats.org/officeDocument/2006/relationships/image" Target="../media/image239.png"/><Relationship Id="rId1" Type="http://schemas.openxmlformats.org/officeDocument/2006/relationships/slideLayout" Target="../slideLayouts/slideLayout2.xml"/><Relationship Id="rId37" Type="http://schemas.openxmlformats.org/officeDocument/2006/relationships/image" Target="../media/image214.png"/><Relationship Id="rId40" Type="http://schemas.openxmlformats.org/officeDocument/2006/relationships/image" Target="../media/image217.png"/><Relationship Id="rId45" Type="http://schemas.openxmlformats.org/officeDocument/2006/relationships/image" Target="../media/image222.png"/><Relationship Id="rId53" Type="http://schemas.openxmlformats.org/officeDocument/2006/relationships/image" Target="../media/image230.png"/><Relationship Id="rId58" Type="http://schemas.openxmlformats.org/officeDocument/2006/relationships/image" Target="../media/image235.png"/><Relationship Id="rId66" Type="http://schemas.openxmlformats.org/officeDocument/2006/relationships/image" Target="../media/image243.png"/><Relationship Id="rId36" Type="http://schemas.openxmlformats.org/officeDocument/2006/relationships/image" Target="../media/image213.png"/><Relationship Id="rId49" Type="http://schemas.openxmlformats.org/officeDocument/2006/relationships/image" Target="../media/image226.png"/><Relationship Id="rId57" Type="http://schemas.openxmlformats.org/officeDocument/2006/relationships/image" Target="../media/image234.png"/><Relationship Id="rId61" Type="http://schemas.openxmlformats.org/officeDocument/2006/relationships/image" Target="../media/image238.png"/><Relationship Id="rId44" Type="http://schemas.openxmlformats.org/officeDocument/2006/relationships/image" Target="../media/image221.png"/><Relationship Id="rId52" Type="http://schemas.openxmlformats.org/officeDocument/2006/relationships/image" Target="../media/image229.png"/><Relationship Id="rId60" Type="http://schemas.openxmlformats.org/officeDocument/2006/relationships/image" Target="../media/image237.png"/><Relationship Id="rId65" Type="http://schemas.openxmlformats.org/officeDocument/2006/relationships/image" Target="../media/image242.png"/><Relationship Id="rId35" Type="http://schemas.openxmlformats.org/officeDocument/2006/relationships/image" Target="../media/image173.png"/><Relationship Id="rId43" Type="http://schemas.openxmlformats.org/officeDocument/2006/relationships/image" Target="../media/image220.png"/><Relationship Id="rId48" Type="http://schemas.openxmlformats.org/officeDocument/2006/relationships/image" Target="../media/image225.png"/><Relationship Id="rId56" Type="http://schemas.openxmlformats.org/officeDocument/2006/relationships/image" Target="../media/image233.png"/><Relationship Id="rId64" Type="http://schemas.openxmlformats.org/officeDocument/2006/relationships/image" Target="../media/image241.png"/><Relationship Id="rId51" Type="http://schemas.openxmlformats.org/officeDocument/2006/relationships/image" Target="../media/image228.png"/></Relationships>
</file>

<file path=ppt/slides/_rels/slide24.xml.rels><?xml version="1.0" encoding="UTF-8" standalone="yes"?>
<Relationships xmlns="http://schemas.openxmlformats.org/package/2006/relationships"><Relationship Id="rId39" Type="http://schemas.openxmlformats.org/officeDocument/2006/relationships/image" Target="../media/image216.png"/><Relationship Id="rId3" Type="http://schemas.openxmlformats.org/officeDocument/2006/relationships/image" Target="../media/image88.png"/><Relationship Id="rId42" Type="http://schemas.openxmlformats.org/officeDocument/2006/relationships/image" Target="../media/image219.png"/><Relationship Id="rId47" Type="http://schemas.openxmlformats.org/officeDocument/2006/relationships/image" Target="../media/image224.png"/><Relationship Id="rId50" Type="http://schemas.openxmlformats.org/officeDocument/2006/relationships/image" Target="../media/image227.png"/><Relationship Id="rId55" Type="http://schemas.openxmlformats.org/officeDocument/2006/relationships/image" Target="../media/image232.png"/><Relationship Id="rId63" Type="http://schemas.openxmlformats.org/officeDocument/2006/relationships/image" Target="../media/image240.png"/><Relationship Id="rId38" Type="http://schemas.openxmlformats.org/officeDocument/2006/relationships/image" Target="../media/image215.png"/><Relationship Id="rId46" Type="http://schemas.openxmlformats.org/officeDocument/2006/relationships/image" Target="../media/image223.png"/><Relationship Id="rId59" Type="http://schemas.openxmlformats.org/officeDocument/2006/relationships/image" Target="../media/image236.png"/><Relationship Id="rId2" Type="http://schemas.openxmlformats.org/officeDocument/2006/relationships/notesSlide" Target="../notesSlides/notesSlide19.xml"/><Relationship Id="rId41" Type="http://schemas.openxmlformats.org/officeDocument/2006/relationships/image" Target="../media/image218.png"/><Relationship Id="rId54" Type="http://schemas.openxmlformats.org/officeDocument/2006/relationships/image" Target="../media/image231.png"/><Relationship Id="rId62" Type="http://schemas.openxmlformats.org/officeDocument/2006/relationships/image" Target="../media/image239.png"/><Relationship Id="rId1" Type="http://schemas.openxmlformats.org/officeDocument/2006/relationships/slideLayout" Target="../slideLayouts/slideLayout2.xml"/><Relationship Id="rId37" Type="http://schemas.openxmlformats.org/officeDocument/2006/relationships/image" Target="../media/image214.png"/><Relationship Id="rId40" Type="http://schemas.openxmlformats.org/officeDocument/2006/relationships/image" Target="../media/image217.png"/><Relationship Id="rId45" Type="http://schemas.openxmlformats.org/officeDocument/2006/relationships/image" Target="../media/image222.png"/><Relationship Id="rId53" Type="http://schemas.openxmlformats.org/officeDocument/2006/relationships/image" Target="../media/image230.png"/><Relationship Id="rId58" Type="http://schemas.openxmlformats.org/officeDocument/2006/relationships/image" Target="../media/image235.png"/><Relationship Id="rId66" Type="http://schemas.openxmlformats.org/officeDocument/2006/relationships/image" Target="../media/image242.png"/><Relationship Id="rId36" Type="http://schemas.openxmlformats.org/officeDocument/2006/relationships/image" Target="../media/image213.png"/><Relationship Id="rId49" Type="http://schemas.openxmlformats.org/officeDocument/2006/relationships/image" Target="../media/image226.png"/><Relationship Id="rId57" Type="http://schemas.openxmlformats.org/officeDocument/2006/relationships/image" Target="../media/image234.png"/><Relationship Id="rId61" Type="http://schemas.openxmlformats.org/officeDocument/2006/relationships/image" Target="../media/image238.png"/><Relationship Id="rId44" Type="http://schemas.openxmlformats.org/officeDocument/2006/relationships/image" Target="../media/image221.png"/><Relationship Id="rId52" Type="http://schemas.openxmlformats.org/officeDocument/2006/relationships/image" Target="../media/image229.png"/><Relationship Id="rId60" Type="http://schemas.openxmlformats.org/officeDocument/2006/relationships/image" Target="../media/image237.png"/><Relationship Id="rId65" Type="http://schemas.openxmlformats.org/officeDocument/2006/relationships/image" Target="../media/image241.png"/><Relationship Id="rId35" Type="http://schemas.openxmlformats.org/officeDocument/2006/relationships/image" Target="../media/image173.png"/><Relationship Id="rId43" Type="http://schemas.openxmlformats.org/officeDocument/2006/relationships/image" Target="../media/image220.png"/><Relationship Id="rId48" Type="http://schemas.openxmlformats.org/officeDocument/2006/relationships/image" Target="../media/image225.png"/><Relationship Id="rId56" Type="http://schemas.openxmlformats.org/officeDocument/2006/relationships/image" Target="../media/image233.png"/><Relationship Id="rId64" Type="http://schemas.openxmlformats.org/officeDocument/2006/relationships/image" Target="../media/image244.png"/><Relationship Id="rId51" Type="http://schemas.openxmlformats.org/officeDocument/2006/relationships/image" Target="../media/image228.png"/></Relationships>
</file>

<file path=ppt/slides/_rels/slide25.xml.rels><?xml version="1.0" encoding="UTF-8" standalone="yes"?>
<Relationships xmlns="http://schemas.openxmlformats.org/package/2006/relationships"><Relationship Id="rId13" Type="http://schemas.openxmlformats.org/officeDocument/2006/relationships/image" Target="../media/image1911.png"/><Relationship Id="rId18" Type="http://schemas.openxmlformats.org/officeDocument/2006/relationships/image" Target="../media/image1961.png"/><Relationship Id="rId26" Type="http://schemas.openxmlformats.org/officeDocument/2006/relationships/image" Target="../media/image2041.png"/><Relationship Id="rId3" Type="http://schemas.openxmlformats.org/officeDocument/2006/relationships/image" Target="../media/image173.png"/><Relationship Id="rId21" Type="http://schemas.openxmlformats.org/officeDocument/2006/relationships/image" Target="../media/image1991.png"/><Relationship Id="rId7" Type="http://schemas.openxmlformats.org/officeDocument/2006/relationships/image" Target="../media/image1851.png"/><Relationship Id="rId12" Type="http://schemas.openxmlformats.org/officeDocument/2006/relationships/image" Target="../media/image1901.png"/><Relationship Id="rId17" Type="http://schemas.openxmlformats.org/officeDocument/2006/relationships/image" Target="../media/image1951.png"/><Relationship Id="rId25" Type="http://schemas.openxmlformats.org/officeDocument/2006/relationships/image" Target="../media/image2031.png"/><Relationship Id="rId33" Type="http://schemas.openxmlformats.org/officeDocument/2006/relationships/image" Target="../media/image2111.png"/><Relationship Id="rId2" Type="http://schemas.openxmlformats.org/officeDocument/2006/relationships/notesSlide" Target="../notesSlides/notesSlide20.xml"/><Relationship Id="rId16" Type="http://schemas.openxmlformats.org/officeDocument/2006/relationships/image" Target="../media/image1941.png"/><Relationship Id="rId20" Type="http://schemas.openxmlformats.org/officeDocument/2006/relationships/image" Target="../media/image1981.png"/><Relationship Id="rId29" Type="http://schemas.openxmlformats.org/officeDocument/2006/relationships/image" Target="../media/image2071.png"/><Relationship Id="rId1" Type="http://schemas.openxmlformats.org/officeDocument/2006/relationships/slideLayout" Target="../slideLayouts/slideLayout2.xml"/><Relationship Id="rId6" Type="http://schemas.openxmlformats.org/officeDocument/2006/relationships/image" Target="../media/image1841.png"/><Relationship Id="rId11" Type="http://schemas.openxmlformats.org/officeDocument/2006/relationships/image" Target="../media/image1891.png"/><Relationship Id="rId24" Type="http://schemas.openxmlformats.org/officeDocument/2006/relationships/image" Target="../media/image2021.png"/><Relationship Id="rId32" Type="http://schemas.openxmlformats.org/officeDocument/2006/relationships/image" Target="../media/image2101.png"/><Relationship Id="rId5" Type="http://schemas.openxmlformats.org/officeDocument/2006/relationships/image" Target="../media/image2120.png"/><Relationship Id="rId15" Type="http://schemas.openxmlformats.org/officeDocument/2006/relationships/image" Target="../media/image1931.png"/><Relationship Id="rId23" Type="http://schemas.openxmlformats.org/officeDocument/2006/relationships/image" Target="../media/image2011.png"/><Relationship Id="rId28" Type="http://schemas.openxmlformats.org/officeDocument/2006/relationships/image" Target="../media/image2061.png"/><Relationship Id="rId10" Type="http://schemas.openxmlformats.org/officeDocument/2006/relationships/image" Target="../media/image1881.png"/><Relationship Id="rId19" Type="http://schemas.openxmlformats.org/officeDocument/2006/relationships/image" Target="../media/image1971.png"/><Relationship Id="rId31" Type="http://schemas.openxmlformats.org/officeDocument/2006/relationships/image" Target="../media/image2091.png"/><Relationship Id="rId4" Type="http://schemas.openxmlformats.org/officeDocument/2006/relationships/image" Target="../media/image88.png"/><Relationship Id="rId9" Type="http://schemas.openxmlformats.org/officeDocument/2006/relationships/image" Target="../media/image1871.png"/><Relationship Id="rId14" Type="http://schemas.openxmlformats.org/officeDocument/2006/relationships/image" Target="../media/image1921.png"/><Relationship Id="rId22" Type="http://schemas.openxmlformats.org/officeDocument/2006/relationships/image" Target="../media/image2001.png"/><Relationship Id="rId27" Type="http://schemas.openxmlformats.org/officeDocument/2006/relationships/image" Target="../media/image2051.png"/><Relationship Id="rId30" Type="http://schemas.openxmlformats.org/officeDocument/2006/relationships/image" Target="../media/image2081.png"/><Relationship Id="rId8" Type="http://schemas.openxmlformats.org/officeDocument/2006/relationships/image" Target="../media/image1861.png"/></Relationships>
</file>

<file path=ppt/slides/_rels/slide26.xml.rels><?xml version="1.0" encoding="UTF-8" standalone="yes"?>
<Relationships xmlns="http://schemas.openxmlformats.org/package/2006/relationships"><Relationship Id="rId13" Type="http://schemas.openxmlformats.org/officeDocument/2006/relationships/image" Target="../media/image1921.png"/><Relationship Id="rId18" Type="http://schemas.openxmlformats.org/officeDocument/2006/relationships/image" Target="../media/image1971.png"/><Relationship Id="rId26" Type="http://schemas.openxmlformats.org/officeDocument/2006/relationships/image" Target="../media/image2051.png"/><Relationship Id="rId3" Type="http://schemas.openxmlformats.org/officeDocument/2006/relationships/image" Target="../media/image173.png"/><Relationship Id="rId21" Type="http://schemas.openxmlformats.org/officeDocument/2006/relationships/image" Target="../media/image2001.png"/><Relationship Id="rId7" Type="http://schemas.openxmlformats.org/officeDocument/2006/relationships/image" Target="../media/image1861.png"/><Relationship Id="rId12" Type="http://schemas.openxmlformats.org/officeDocument/2006/relationships/image" Target="../media/image1911.png"/><Relationship Id="rId17" Type="http://schemas.openxmlformats.org/officeDocument/2006/relationships/image" Target="../media/image1961.png"/><Relationship Id="rId25" Type="http://schemas.openxmlformats.org/officeDocument/2006/relationships/image" Target="../media/image2041.png"/><Relationship Id="rId33" Type="http://schemas.openxmlformats.org/officeDocument/2006/relationships/image" Target="../media/image2120.png"/><Relationship Id="rId2" Type="http://schemas.openxmlformats.org/officeDocument/2006/relationships/notesSlide" Target="../notesSlides/notesSlide21.xml"/><Relationship Id="rId16" Type="http://schemas.openxmlformats.org/officeDocument/2006/relationships/image" Target="../media/image1951.png"/><Relationship Id="rId20" Type="http://schemas.openxmlformats.org/officeDocument/2006/relationships/image" Target="../media/image1991.png"/><Relationship Id="rId29" Type="http://schemas.openxmlformats.org/officeDocument/2006/relationships/image" Target="../media/image2081.png"/><Relationship Id="rId1" Type="http://schemas.openxmlformats.org/officeDocument/2006/relationships/slideLayout" Target="../slideLayouts/slideLayout2.xml"/><Relationship Id="rId6" Type="http://schemas.openxmlformats.org/officeDocument/2006/relationships/image" Target="../media/image1851.png"/><Relationship Id="rId11" Type="http://schemas.openxmlformats.org/officeDocument/2006/relationships/image" Target="../media/image1901.png"/><Relationship Id="rId24" Type="http://schemas.openxmlformats.org/officeDocument/2006/relationships/image" Target="../media/image2031.png"/><Relationship Id="rId32" Type="http://schemas.openxmlformats.org/officeDocument/2006/relationships/image" Target="../media/image2111.png"/><Relationship Id="rId5" Type="http://schemas.openxmlformats.org/officeDocument/2006/relationships/image" Target="../media/image1841.png"/><Relationship Id="rId15" Type="http://schemas.openxmlformats.org/officeDocument/2006/relationships/image" Target="../media/image1941.png"/><Relationship Id="rId23" Type="http://schemas.openxmlformats.org/officeDocument/2006/relationships/image" Target="../media/image2021.png"/><Relationship Id="rId28" Type="http://schemas.openxmlformats.org/officeDocument/2006/relationships/image" Target="../media/image2071.png"/><Relationship Id="rId10" Type="http://schemas.openxmlformats.org/officeDocument/2006/relationships/image" Target="../media/image1891.png"/><Relationship Id="rId19" Type="http://schemas.openxmlformats.org/officeDocument/2006/relationships/image" Target="../media/image1981.png"/><Relationship Id="rId31" Type="http://schemas.openxmlformats.org/officeDocument/2006/relationships/image" Target="../media/image2101.png"/><Relationship Id="rId4" Type="http://schemas.openxmlformats.org/officeDocument/2006/relationships/image" Target="../media/image88.png"/><Relationship Id="rId9" Type="http://schemas.openxmlformats.org/officeDocument/2006/relationships/image" Target="../media/image1881.png"/><Relationship Id="rId14" Type="http://schemas.openxmlformats.org/officeDocument/2006/relationships/image" Target="../media/image1931.png"/><Relationship Id="rId22" Type="http://schemas.openxmlformats.org/officeDocument/2006/relationships/image" Target="../media/image2011.png"/><Relationship Id="rId27" Type="http://schemas.openxmlformats.org/officeDocument/2006/relationships/image" Target="../media/image2061.png"/><Relationship Id="rId30" Type="http://schemas.openxmlformats.org/officeDocument/2006/relationships/image" Target="../media/image2091.png"/><Relationship Id="rId8" Type="http://schemas.openxmlformats.org/officeDocument/2006/relationships/image" Target="../media/image1871.png"/></Relationships>
</file>

<file path=ppt/slides/_rels/slide27.xml.rels><?xml version="1.0" encoding="UTF-8" standalone="yes"?>
<Relationships xmlns="http://schemas.openxmlformats.org/package/2006/relationships"><Relationship Id="rId13" Type="http://schemas.openxmlformats.org/officeDocument/2006/relationships/image" Target="../media/image1921.png"/><Relationship Id="rId18" Type="http://schemas.openxmlformats.org/officeDocument/2006/relationships/image" Target="../media/image1971.png"/><Relationship Id="rId26" Type="http://schemas.openxmlformats.org/officeDocument/2006/relationships/image" Target="../media/image2051.png"/><Relationship Id="rId3" Type="http://schemas.openxmlformats.org/officeDocument/2006/relationships/image" Target="../media/image173.png"/><Relationship Id="rId21" Type="http://schemas.openxmlformats.org/officeDocument/2006/relationships/image" Target="../media/image2001.png"/><Relationship Id="rId7" Type="http://schemas.openxmlformats.org/officeDocument/2006/relationships/image" Target="../media/image1861.png"/><Relationship Id="rId12" Type="http://schemas.openxmlformats.org/officeDocument/2006/relationships/image" Target="../media/image1911.png"/><Relationship Id="rId17" Type="http://schemas.openxmlformats.org/officeDocument/2006/relationships/image" Target="../media/image1961.png"/><Relationship Id="rId25" Type="http://schemas.openxmlformats.org/officeDocument/2006/relationships/image" Target="../media/image2041.png"/><Relationship Id="rId33" Type="http://schemas.openxmlformats.org/officeDocument/2006/relationships/image" Target="../media/image2120.png"/><Relationship Id="rId2" Type="http://schemas.openxmlformats.org/officeDocument/2006/relationships/notesSlide" Target="../notesSlides/notesSlide22.xml"/><Relationship Id="rId16" Type="http://schemas.openxmlformats.org/officeDocument/2006/relationships/image" Target="../media/image1951.png"/><Relationship Id="rId20" Type="http://schemas.openxmlformats.org/officeDocument/2006/relationships/image" Target="../media/image1991.png"/><Relationship Id="rId29" Type="http://schemas.openxmlformats.org/officeDocument/2006/relationships/image" Target="../media/image2081.png"/><Relationship Id="rId1" Type="http://schemas.openxmlformats.org/officeDocument/2006/relationships/slideLayout" Target="../slideLayouts/slideLayout2.xml"/><Relationship Id="rId6" Type="http://schemas.openxmlformats.org/officeDocument/2006/relationships/image" Target="../media/image1851.png"/><Relationship Id="rId11" Type="http://schemas.openxmlformats.org/officeDocument/2006/relationships/image" Target="../media/image1901.png"/><Relationship Id="rId24" Type="http://schemas.openxmlformats.org/officeDocument/2006/relationships/image" Target="../media/image2031.png"/><Relationship Id="rId32" Type="http://schemas.openxmlformats.org/officeDocument/2006/relationships/image" Target="../media/image2111.png"/><Relationship Id="rId5" Type="http://schemas.openxmlformats.org/officeDocument/2006/relationships/image" Target="../media/image1841.png"/><Relationship Id="rId15" Type="http://schemas.openxmlformats.org/officeDocument/2006/relationships/image" Target="../media/image1941.png"/><Relationship Id="rId23" Type="http://schemas.openxmlformats.org/officeDocument/2006/relationships/image" Target="../media/image2021.png"/><Relationship Id="rId28" Type="http://schemas.openxmlformats.org/officeDocument/2006/relationships/image" Target="../media/image2071.png"/><Relationship Id="rId10" Type="http://schemas.openxmlformats.org/officeDocument/2006/relationships/image" Target="../media/image1891.png"/><Relationship Id="rId19" Type="http://schemas.openxmlformats.org/officeDocument/2006/relationships/image" Target="../media/image1981.png"/><Relationship Id="rId31" Type="http://schemas.openxmlformats.org/officeDocument/2006/relationships/image" Target="../media/image2101.png"/><Relationship Id="rId4" Type="http://schemas.openxmlformats.org/officeDocument/2006/relationships/image" Target="../media/image88.png"/><Relationship Id="rId9" Type="http://schemas.openxmlformats.org/officeDocument/2006/relationships/image" Target="../media/image1881.png"/><Relationship Id="rId14" Type="http://schemas.openxmlformats.org/officeDocument/2006/relationships/image" Target="../media/image1931.png"/><Relationship Id="rId22" Type="http://schemas.openxmlformats.org/officeDocument/2006/relationships/image" Target="../media/image2011.png"/><Relationship Id="rId27" Type="http://schemas.openxmlformats.org/officeDocument/2006/relationships/image" Target="../media/image2061.png"/><Relationship Id="rId30" Type="http://schemas.openxmlformats.org/officeDocument/2006/relationships/image" Target="../media/image2091.png"/><Relationship Id="rId8" Type="http://schemas.openxmlformats.org/officeDocument/2006/relationships/image" Target="../media/image1871.png"/></Relationships>
</file>

<file path=ppt/slides/_rels/slide28.xml.rels><?xml version="1.0" encoding="UTF-8" standalone="yes"?>
<Relationships xmlns="http://schemas.openxmlformats.org/package/2006/relationships"><Relationship Id="rId13" Type="http://schemas.openxmlformats.org/officeDocument/2006/relationships/image" Target="../media/image2241.png"/><Relationship Id="rId18" Type="http://schemas.openxmlformats.org/officeDocument/2006/relationships/image" Target="../media/image2291.png"/><Relationship Id="rId26" Type="http://schemas.openxmlformats.org/officeDocument/2006/relationships/image" Target="../media/image2371.png"/><Relationship Id="rId3" Type="http://schemas.openxmlformats.org/officeDocument/2006/relationships/image" Target="../media/image1620.png"/><Relationship Id="rId21" Type="http://schemas.openxmlformats.org/officeDocument/2006/relationships/image" Target="../media/image2321.png"/><Relationship Id="rId7" Type="http://schemas.openxmlformats.org/officeDocument/2006/relationships/image" Target="../media/image2181.png"/><Relationship Id="rId12" Type="http://schemas.openxmlformats.org/officeDocument/2006/relationships/image" Target="../media/image2231.png"/><Relationship Id="rId17" Type="http://schemas.openxmlformats.org/officeDocument/2006/relationships/image" Target="../media/image2281.png"/><Relationship Id="rId25" Type="http://schemas.openxmlformats.org/officeDocument/2006/relationships/image" Target="../media/image2361.png"/><Relationship Id="rId33" Type="http://schemas.openxmlformats.org/officeDocument/2006/relationships/image" Target="../media/image2441.png"/><Relationship Id="rId2" Type="http://schemas.openxmlformats.org/officeDocument/2006/relationships/image" Target="../media/image266.png"/><Relationship Id="rId16" Type="http://schemas.openxmlformats.org/officeDocument/2006/relationships/image" Target="../media/image2271.png"/><Relationship Id="rId20" Type="http://schemas.openxmlformats.org/officeDocument/2006/relationships/image" Target="../media/image2311.png"/><Relationship Id="rId29" Type="http://schemas.openxmlformats.org/officeDocument/2006/relationships/image" Target="../media/image2401.png"/><Relationship Id="rId1" Type="http://schemas.openxmlformats.org/officeDocument/2006/relationships/slideLayout" Target="../slideLayouts/slideLayout2.xml"/><Relationship Id="rId6" Type="http://schemas.openxmlformats.org/officeDocument/2006/relationships/image" Target="../media/image2171.png"/><Relationship Id="rId11" Type="http://schemas.openxmlformats.org/officeDocument/2006/relationships/image" Target="../media/image2221.png"/><Relationship Id="rId24" Type="http://schemas.openxmlformats.org/officeDocument/2006/relationships/image" Target="../media/image2351.png"/><Relationship Id="rId32" Type="http://schemas.openxmlformats.org/officeDocument/2006/relationships/image" Target="../media/image2431.png"/><Relationship Id="rId5" Type="http://schemas.openxmlformats.org/officeDocument/2006/relationships/image" Target="../media/image2161.png"/><Relationship Id="rId15" Type="http://schemas.openxmlformats.org/officeDocument/2006/relationships/image" Target="../media/image2261.png"/><Relationship Id="rId23" Type="http://schemas.openxmlformats.org/officeDocument/2006/relationships/image" Target="../media/image2341.png"/><Relationship Id="rId28" Type="http://schemas.openxmlformats.org/officeDocument/2006/relationships/image" Target="../media/image2391.png"/><Relationship Id="rId10" Type="http://schemas.openxmlformats.org/officeDocument/2006/relationships/image" Target="../media/image2211.png"/><Relationship Id="rId19" Type="http://schemas.openxmlformats.org/officeDocument/2006/relationships/image" Target="../media/image2301.png"/><Relationship Id="rId31" Type="http://schemas.openxmlformats.org/officeDocument/2006/relationships/image" Target="../media/image2421.png"/><Relationship Id="rId4" Type="http://schemas.openxmlformats.org/officeDocument/2006/relationships/image" Target="../media/image88.png"/><Relationship Id="rId9" Type="http://schemas.openxmlformats.org/officeDocument/2006/relationships/image" Target="../media/image2201.png"/><Relationship Id="rId14" Type="http://schemas.openxmlformats.org/officeDocument/2006/relationships/image" Target="../media/image2251.png"/><Relationship Id="rId22" Type="http://schemas.openxmlformats.org/officeDocument/2006/relationships/image" Target="../media/image2331.png"/><Relationship Id="rId27" Type="http://schemas.openxmlformats.org/officeDocument/2006/relationships/image" Target="../media/image2381.png"/><Relationship Id="rId30" Type="http://schemas.openxmlformats.org/officeDocument/2006/relationships/image" Target="../media/image2411.png"/><Relationship Id="rId8" Type="http://schemas.openxmlformats.org/officeDocument/2006/relationships/image" Target="../media/image2191.png"/></Relationships>
</file>

<file path=ppt/slides/_rels/slide29.xml.rels><?xml version="1.0" encoding="UTF-8" standalone="yes"?>
<Relationships xmlns="http://schemas.openxmlformats.org/package/2006/relationships"><Relationship Id="rId8" Type="http://schemas.openxmlformats.org/officeDocument/2006/relationships/image" Target="../media/image294.png"/><Relationship Id="rId13" Type="http://schemas.openxmlformats.org/officeDocument/2006/relationships/image" Target="../media/image299.png"/><Relationship Id="rId3" Type="http://schemas.openxmlformats.org/officeDocument/2006/relationships/image" Target="../media/image2160.png"/><Relationship Id="rId7" Type="http://schemas.openxmlformats.org/officeDocument/2006/relationships/image" Target="../media/image292.png"/><Relationship Id="rId12" Type="http://schemas.openxmlformats.org/officeDocument/2006/relationships/image" Target="../media/image298.png"/><Relationship Id="rId2" Type="http://schemas.openxmlformats.org/officeDocument/2006/relationships/image" Target="../media/image288.png"/><Relationship Id="rId1" Type="http://schemas.openxmlformats.org/officeDocument/2006/relationships/slideLayout" Target="../slideLayouts/slideLayout2.xml"/><Relationship Id="rId6" Type="http://schemas.openxmlformats.org/officeDocument/2006/relationships/image" Target="../media/image291.png"/><Relationship Id="rId11" Type="http://schemas.openxmlformats.org/officeDocument/2006/relationships/image" Target="../media/image297.png"/><Relationship Id="rId5" Type="http://schemas.openxmlformats.org/officeDocument/2006/relationships/image" Target="../media/image290.png"/><Relationship Id="rId10" Type="http://schemas.openxmlformats.org/officeDocument/2006/relationships/image" Target="../media/image296.png"/><Relationship Id="rId4" Type="http://schemas.openxmlformats.org/officeDocument/2006/relationships/image" Target="../media/image289.png"/><Relationship Id="rId9" Type="http://schemas.openxmlformats.org/officeDocument/2006/relationships/image" Target="../media/image295.png"/><Relationship Id="rId14" Type="http://schemas.openxmlformats.org/officeDocument/2006/relationships/image" Target="../media/image300.png"/></Relationships>
</file>

<file path=ppt/slides/_rels/slide30.xml.rels><?xml version="1.0" encoding="UTF-8" standalone="yes"?>
<Relationships xmlns="http://schemas.openxmlformats.org/package/2006/relationships"><Relationship Id="rId8" Type="http://schemas.openxmlformats.org/officeDocument/2006/relationships/image" Target="../media/image306.png"/><Relationship Id="rId13" Type="http://schemas.openxmlformats.org/officeDocument/2006/relationships/image" Target="../media/image310.png"/><Relationship Id="rId18" Type="http://schemas.openxmlformats.org/officeDocument/2006/relationships/image" Target="../media/image315.png"/><Relationship Id="rId3" Type="http://schemas.openxmlformats.org/officeDocument/2006/relationships/image" Target="../media/image301.png"/><Relationship Id="rId7" Type="http://schemas.openxmlformats.org/officeDocument/2006/relationships/image" Target="../media/image305.png"/><Relationship Id="rId12" Type="http://schemas.openxmlformats.org/officeDocument/2006/relationships/image" Target="../media/image299.png"/><Relationship Id="rId17" Type="http://schemas.openxmlformats.org/officeDocument/2006/relationships/image" Target="../media/image314.png"/><Relationship Id="rId2" Type="http://schemas.openxmlformats.org/officeDocument/2006/relationships/notesSlide" Target="../notesSlides/notesSlide23.xml"/><Relationship Id="rId16" Type="http://schemas.openxmlformats.org/officeDocument/2006/relationships/image" Target="../media/image313.png"/><Relationship Id="rId1" Type="http://schemas.openxmlformats.org/officeDocument/2006/relationships/slideLayout" Target="../slideLayouts/slideLayout2.xml"/><Relationship Id="rId6" Type="http://schemas.openxmlformats.org/officeDocument/2006/relationships/image" Target="../media/image304.png"/><Relationship Id="rId11" Type="http://schemas.openxmlformats.org/officeDocument/2006/relationships/image" Target="../media/image309.png"/><Relationship Id="rId5" Type="http://schemas.openxmlformats.org/officeDocument/2006/relationships/image" Target="../media/image303.png"/><Relationship Id="rId15" Type="http://schemas.openxmlformats.org/officeDocument/2006/relationships/image" Target="../media/image312.png"/><Relationship Id="rId10" Type="http://schemas.openxmlformats.org/officeDocument/2006/relationships/image" Target="../media/image308.png"/><Relationship Id="rId4" Type="http://schemas.openxmlformats.org/officeDocument/2006/relationships/image" Target="../media/image302.png"/><Relationship Id="rId9" Type="http://schemas.openxmlformats.org/officeDocument/2006/relationships/image" Target="../media/image307.png"/><Relationship Id="rId14" Type="http://schemas.openxmlformats.org/officeDocument/2006/relationships/image" Target="../media/image311.png"/></Relationships>
</file>

<file path=ppt/slides/_rels/slide31.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316.png"/><Relationship Id="rId7" Type="http://schemas.openxmlformats.org/officeDocument/2006/relationships/image" Target="../media/image15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 Id="rId9" Type="http://schemas.openxmlformats.org/officeDocument/2006/relationships/image" Target="../media/image245.png"/></Relationships>
</file>

<file path=ppt/slides/_rels/slide32.xml.rels><?xml version="1.0" encoding="UTF-8" standalone="yes"?>
<Relationships xmlns="http://schemas.openxmlformats.org/package/2006/relationships"><Relationship Id="rId18" Type="http://schemas.openxmlformats.org/officeDocument/2006/relationships/image" Target="../media/image246.png"/><Relationship Id="rId26" Type="http://schemas.openxmlformats.org/officeDocument/2006/relationships/image" Target="../media/image254.png"/><Relationship Id="rId21" Type="http://schemas.openxmlformats.org/officeDocument/2006/relationships/image" Target="../media/image249.png"/><Relationship Id="rId34" Type="http://schemas.openxmlformats.org/officeDocument/2006/relationships/image" Target="../media/image262.png"/><Relationship Id="rId17" Type="http://schemas.openxmlformats.org/officeDocument/2006/relationships/image" Target="../media/image323.png"/><Relationship Id="rId25" Type="http://schemas.openxmlformats.org/officeDocument/2006/relationships/image" Target="../media/image253.png"/><Relationship Id="rId33" Type="http://schemas.openxmlformats.org/officeDocument/2006/relationships/image" Target="../media/image261.png"/><Relationship Id="rId2" Type="http://schemas.openxmlformats.org/officeDocument/2006/relationships/notesSlide" Target="../notesSlides/notesSlide25.xml"/><Relationship Id="rId20" Type="http://schemas.openxmlformats.org/officeDocument/2006/relationships/image" Target="../media/image248.png"/><Relationship Id="rId29" Type="http://schemas.openxmlformats.org/officeDocument/2006/relationships/image" Target="../media/image257.png"/><Relationship Id="rId1" Type="http://schemas.openxmlformats.org/officeDocument/2006/relationships/slideLayout" Target="../slideLayouts/slideLayout2.xml"/><Relationship Id="rId24" Type="http://schemas.openxmlformats.org/officeDocument/2006/relationships/image" Target="../media/image252.png"/><Relationship Id="rId32" Type="http://schemas.openxmlformats.org/officeDocument/2006/relationships/image" Target="../media/image260.png"/><Relationship Id="rId23" Type="http://schemas.openxmlformats.org/officeDocument/2006/relationships/image" Target="../media/image251.png"/><Relationship Id="rId28" Type="http://schemas.openxmlformats.org/officeDocument/2006/relationships/image" Target="../media/image256.png"/><Relationship Id="rId19" Type="http://schemas.openxmlformats.org/officeDocument/2006/relationships/image" Target="../media/image247.png"/><Relationship Id="rId31" Type="http://schemas.openxmlformats.org/officeDocument/2006/relationships/image" Target="../media/image259.png"/><Relationship Id="rId22" Type="http://schemas.openxmlformats.org/officeDocument/2006/relationships/image" Target="../media/image250.png"/><Relationship Id="rId27" Type="http://schemas.openxmlformats.org/officeDocument/2006/relationships/image" Target="../media/image255.png"/><Relationship Id="rId30" Type="http://schemas.openxmlformats.org/officeDocument/2006/relationships/image" Target="../media/image258.png"/><Relationship Id="rId35" Type="http://schemas.openxmlformats.org/officeDocument/2006/relationships/image" Target="../media/image263.png"/></Relationships>
</file>

<file path=ppt/slides/_rels/slide33.xml.rels><?xml version="1.0" encoding="UTF-8" standalone="yes"?>
<Relationships xmlns="http://schemas.openxmlformats.org/package/2006/relationships"><Relationship Id="rId8" Type="http://schemas.openxmlformats.org/officeDocument/2006/relationships/image" Target="../media/image2500.png"/><Relationship Id="rId13" Type="http://schemas.openxmlformats.org/officeDocument/2006/relationships/image" Target="../media/image2550.png"/><Relationship Id="rId18" Type="http://schemas.openxmlformats.org/officeDocument/2006/relationships/image" Target="../media/image2600.png"/><Relationship Id="rId3" Type="http://schemas.openxmlformats.org/officeDocument/2006/relationships/image" Target="../media/image2451.png"/><Relationship Id="rId7" Type="http://schemas.openxmlformats.org/officeDocument/2006/relationships/image" Target="../media/image2490.png"/><Relationship Id="rId12" Type="http://schemas.openxmlformats.org/officeDocument/2006/relationships/image" Target="../media/image2540.png"/><Relationship Id="rId17" Type="http://schemas.openxmlformats.org/officeDocument/2006/relationships/image" Target="../media/image2590.png"/><Relationship Id="rId2" Type="http://schemas.openxmlformats.org/officeDocument/2006/relationships/notesSlide" Target="../notesSlides/notesSlide26.xml"/><Relationship Id="rId16" Type="http://schemas.openxmlformats.org/officeDocument/2006/relationships/image" Target="../media/image2580.png"/><Relationship Id="rId1" Type="http://schemas.openxmlformats.org/officeDocument/2006/relationships/slideLayout" Target="../slideLayouts/slideLayout2.xml"/><Relationship Id="rId6" Type="http://schemas.openxmlformats.org/officeDocument/2006/relationships/image" Target="../media/image2480.png"/><Relationship Id="rId11" Type="http://schemas.openxmlformats.org/officeDocument/2006/relationships/image" Target="../media/image2530.png"/><Relationship Id="rId5" Type="http://schemas.openxmlformats.org/officeDocument/2006/relationships/image" Target="../media/image2470.png"/><Relationship Id="rId15" Type="http://schemas.openxmlformats.org/officeDocument/2006/relationships/image" Target="../media/image2570.png"/><Relationship Id="rId10" Type="http://schemas.openxmlformats.org/officeDocument/2006/relationships/image" Target="../media/image2520.png"/><Relationship Id="rId19" Type="http://schemas.openxmlformats.org/officeDocument/2006/relationships/image" Target="../media/image264.png"/><Relationship Id="rId4" Type="http://schemas.openxmlformats.org/officeDocument/2006/relationships/image" Target="../media/image2460.png"/><Relationship Id="rId9" Type="http://schemas.openxmlformats.org/officeDocument/2006/relationships/image" Target="../media/image2510.png"/><Relationship Id="rId14" Type="http://schemas.openxmlformats.org/officeDocument/2006/relationships/image" Target="../media/image2560.png"/></Relationships>
</file>

<file path=ppt/slides/_rels/slide34.xml.rels><?xml version="1.0" encoding="UTF-8" standalone="yes"?>
<Relationships xmlns="http://schemas.openxmlformats.org/package/2006/relationships"><Relationship Id="rId8" Type="http://schemas.openxmlformats.org/officeDocument/2006/relationships/image" Target="../media/image2500.png"/><Relationship Id="rId13" Type="http://schemas.openxmlformats.org/officeDocument/2006/relationships/image" Target="../media/image2550.png"/><Relationship Id="rId18" Type="http://schemas.openxmlformats.org/officeDocument/2006/relationships/image" Target="../media/image2600.png"/><Relationship Id="rId3" Type="http://schemas.openxmlformats.org/officeDocument/2006/relationships/image" Target="../media/image2451.png"/><Relationship Id="rId7" Type="http://schemas.openxmlformats.org/officeDocument/2006/relationships/image" Target="../media/image2490.png"/><Relationship Id="rId12" Type="http://schemas.openxmlformats.org/officeDocument/2006/relationships/image" Target="../media/image2540.png"/><Relationship Id="rId17" Type="http://schemas.openxmlformats.org/officeDocument/2006/relationships/image" Target="../media/image2590.png"/><Relationship Id="rId2" Type="http://schemas.openxmlformats.org/officeDocument/2006/relationships/notesSlide" Target="../notesSlides/notesSlide27.xml"/><Relationship Id="rId16" Type="http://schemas.openxmlformats.org/officeDocument/2006/relationships/image" Target="../media/image2580.png"/><Relationship Id="rId1" Type="http://schemas.openxmlformats.org/officeDocument/2006/relationships/slideLayout" Target="../slideLayouts/slideLayout2.xml"/><Relationship Id="rId6" Type="http://schemas.openxmlformats.org/officeDocument/2006/relationships/image" Target="../media/image2480.png"/><Relationship Id="rId11" Type="http://schemas.openxmlformats.org/officeDocument/2006/relationships/image" Target="../media/image2530.png"/><Relationship Id="rId5" Type="http://schemas.openxmlformats.org/officeDocument/2006/relationships/image" Target="../media/image2470.png"/><Relationship Id="rId15" Type="http://schemas.openxmlformats.org/officeDocument/2006/relationships/image" Target="../media/image2570.png"/><Relationship Id="rId10" Type="http://schemas.openxmlformats.org/officeDocument/2006/relationships/image" Target="../media/image2520.png"/><Relationship Id="rId19" Type="http://schemas.openxmlformats.org/officeDocument/2006/relationships/image" Target="../media/image2621.png"/><Relationship Id="rId4" Type="http://schemas.openxmlformats.org/officeDocument/2006/relationships/image" Target="../media/image2460.png"/><Relationship Id="rId9" Type="http://schemas.openxmlformats.org/officeDocument/2006/relationships/image" Target="../media/image2510.png"/><Relationship Id="rId14" Type="http://schemas.openxmlformats.org/officeDocument/2006/relationships/image" Target="../media/image2560.png"/></Relationships>
</file>

<file path=ppt/slides/_rels/slide35.xml.rels><?xml version="1.0" encoding="UTF-8" standalone="yes"?>
<Relationships xmlns="http://schemas.openxmlformats.org/package/2006/relationships"><Relationship Id="rId3" Type="http://schemas.openxmlformats.org/officeDocument/2006/relationships/image" Target="../media/image26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500.png"/><Relationship Id="rId13" Type="http://schemas.openxmlformats.org/officeDocument/2006/relationships/image" Target="../media/image2550.png"/><Relationship Id="rId18" Type="http://schemas.openxmlformats.org/officeDocument/2006/relationships/image" Target="../media/image2600.png"/><Relationship Id="rId3" Type="http://schemas.openxmlformats.org/officeDocument/2006/relationships/image" Target="../media/image2451.png"/><Relationship Id="rId7" Type="http://schemas.openxmlformats.org/officeDocument/2006/relationships/image" Target="../media/image2490.png"/><Relationship Id="rId12" Type="http://schemas.openxmlformats.org/officeDocument/2006/relationships/image" Target="../media/image2540.png"/><Relationship Id="rId17" Type="http://schemas.openxmlformats.org/officeDocument/2006/relationships/image" Target="../media/image2610.png"/><Relationship Id="rId2" Type="http://schemas.openxmlformats.org/officeDocument/2006/relationships/notesSlide" Target="../notesSlides/notesSlide29.xml"/><Relationship Id="rId16" Type="http://schemas.openxmlformats.org/officeDocument/2006/relationships/image" Target="../media/image2580.png"/><Relationship Id="rId1" Type="http://schemas.openxmlformats.org/officeDocument/2006/relationships/slideLayout" Target="../slideLayouts/slideLayout2.xml"/><Relationship Id="rId6" Type="http://schemas.openxmlformats.org/officeDocument/2006/relationships/image" Target="../media/image2480.png"/><Relationship Id="rId11" Type="http://schemas.openxmlformats.org/officeDocument/2006/relationships/image" Target="../media/image2530.png"/><Relationship Id="rId5" Type="http://schemas.openxmlformats.org/officeDocument/2006/relationships/image" Target="../media/image2470.png"/><Relationship Id="rId15" Type="http://schemas.openxmlformats.org/officeDocument/2006/relationships/image" Target="../media/image2570.png"/><Relationship Id="rId10" Type="http://schemas.openxmlformats.org/officeDocument/2006/relationships/image" Target="../media/image2520.png"/><Relationship Id="rId19" Type="http://schemas.openxmlformats.org/officeDocument/2006/relationships/image" Target="../media/image2631.png"/><Relationship Id="rId4" Type="http://schemas.openxmlformats.org/officeDocument/2006/relationships/image" Target="../media/image2460.png"/><Relationship Id="rId9" Type="http://schemas.openxmlformats.org/officeDocument/2006/relationships/image" Target="../media/image2510.png"/><Relationship Id="rId14" Type="http://schemas.openxmlformats.org/officeDocument/2006/relationships/image" Target="../media/image2560.png"/></Relationships>
</file>

<file path=ppt/slides/_rels/slide37.xml.rels><?xml version="1.0" encoding="UTF-8" standalone="yes"?>
<Relationships xmlns="http://schemas.openxmlformats.org/package/2006/relationships"><Relationship Id="rId18" Type="http://schemas.openxmlformats.org/officeDocument/2006/relationships/image" Target="../media/image2310.png"/><Relationship Id="rId26" Type="http://schemas.openxmlformats.org/officeDocument/2006/relationships/image" Target="../media/image367.png"/><Relationship Id="rId39" Type="http://schemas.openxmlformats.org/officeDocument/2006/relationships/image" Target="../media/image276.png"/><Relationship Id="rId21" Type="http://schemas.openxmlformats.org/officeDocument/2006/relationships/image" Target="../media/image362.png"/><Relationship Id="rId34" Type="http://schemas.openxmlformats.org/officeDocument/2006/relationships/image" Target="../media/image272.png"/><Relationship Id="rId42" Type="http://schemas.openxmlformats.org/officeDocument/2006/relationships/image" Target="../media/image279.png"/><Relationship Id="rId47" Type="http://schemas.openxmlformats.org/officeDocument/2006/relationships/image" Target="../media/image284.png"/><Relationship Id="rId25" Type="http://schemas.openxmlformats.org/officeDocument/2006/relationships/image" Target="../media/image366.png"/><Relationship Id="rId33" Type="http://schemas.openxmlformats.org/officeDocument/2006/relationships/image" Target="../media/image271.png"/><Relationship Id="rId38" Type="http://schemas.openxmlformats.org/officeDocument/2006/relationships/image" Target="../media/image255.png"/><Relationship Id="rId46" Type="http://schemas.openxmlformats.org/officeDocument/2006/relationships/image" Target="../media/image283.png"/><Relationship Id="rId2" Type="http://schemas.openxmlformats.org/officeDocument/2006/relationships/notesSlide" Target="../notesSlides/notesSlide30.xml"/><Relationship Id="rId20" Type="http://schemas.openxmlformats.org/officeDocument/2006/relationships/image" Target="../media/image361.png"/><Relationship Id="rId29" Type="http://schemas.openxmlformats.org/officeDocument/2006/relationships/image" Target="../media/image370.png"/><Relationship Id="rId16" Type="http://schemas.openxmlformats.org/officeDocument/2006/relationships/image" Target="../media/image357.png"/><Relationship Id="rId41" Type="http://schemas.openxmlformats.org/officeDocument/2006/relationships/image" Target="../media/image278.png"/><Relationship Id="rId1" Type="http://schemas.openxmlformats.org/officeDocument/2006/relationships/slideLayout" Target="../slideLayouts/slideLayout2.xml"/><Relationship Id="rId24" Type="http://schemas.openxmlformats.org/officeDocument/2006/relationships/image" Target="../media/image365.png"/><Relationship Id="rId32" Type="http://schemas.openxmlformats.org/officeDocument/2006/relationships/image" Target="../media/image270.png"/><Relationship Id="rId37" Type="http://schemas.openxmlformats.org/officeDocument/2006/relationships/image" Target="../media/image275.png"/><Relationship Id="rId40" Type="http://schemas.openxmlformats.org/officeDocument/2006/relationships/image" Target="../media/image277.png"/><Relationship Id="rId45" Type="http://schemas.openxmlformats.org/officeDocument/2006/relationships/image" Target="../media/image282.png"/><Relationship Id="rId23" Type="http://schemas.openxmlformats.org/officeDocument/2006/relationships/image" Target="../media/image2650.png"/><Relationship Id="rId28" Type="http://schemas.openxmlformats.org/officeDocument/2006/relationships/image" Target="../media/image267.png"/><Relationship Id="rId36" Type="http://schemas.openxmlformats.org/officeDocument/2006/relationships/image" Target="../media/image274.png"/><Relationship Id="rId49" Type="http://schemas.openxmlformats.org/officeDocument/2006/relationships/image" Target="../media/image286.png"/><Relationship Id="rId19" Type="http://schemas.openxmlformats.org/officeDocument/2006/relationships/image" Target="../media/image360.png"/><Relationship Id="rId31" Type="http://schemas.openxmlformats.org/officeDocument/2006/relationships/image" Target="../media/image269.png"/><Relationship Id="rId44" Type="http://schemas.openxmlformats.org/officeDocument/2006/relationships/image" Target="../media/image281.png"/><Relationship Id="rId4" Type="http://schemas.openxmlformats.org/officeDocument/2006/relationships/image" Target="../media/image265.png"/><Relationship Id="rId22" Type="http://schemas.openxmlformats.org/officeDocument/2006/relationships/image" Target="../media/image363.png"/><Relationship Id="rId27" Type="http://schemas.openxmlformats.org/officeDocument/2006/relationships/image" Target="../media/image368.png"/><Relationship Id="rId14" Type="http://schemas.openxmlformats.org/officeDocument/2006/relationships/image" Target="../media/image355.png"/><Relationship Id="rId30" Type="http://schemas.openxmlformats.org/officeDocument/2006/relationships/image" Target="../media/image268.png"/><Relationship Id="rId35" Type="http://schemas.openxmlformats.org/officeDocument/2006/relationships/image" Target="../media/image273.png"/><Relationship Id="rId43" Type="http://schemas.openxmlformats.org/officeDocument/2006/relationships/image" Target="../media/image280.png"/><Relationship Id="rId48" Type="http://schemas.openxmlformats.org/officeDocument/2006/relationships/image" Target="../media/image285.png"/><Relationship Id="rId3" Type="http://schemas.openxmlformats.org/officeDocument/2006/relationships/image" Target="../media/image9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时序逻辑电路 </a:t>
            </a:r>
            <a:r>
              <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(5)</a:t>
            </a: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03BB9C-92C3-DE18-5792-0E22FDDAA0A4}"/>
              </a:ext>
            </a:extLst>
          </p:cNvPr>
          <p:cNvSpPr/>
          <p:nvPr/>
        </p:nvSpPr>
        <p:spPr>
          <a:xfrm>
            <a:off x="4115280" y="5040000"/>
            <a:ext cx="3961438" cy="523220"/>
          </a:xfrm>
          <a:prstGeom prst="rect">
            <a:avLst/>
          </a:prstGeom>
        </p:spPr>
        <p:txBody>
          <a:bodyPr wrap="square">
            <a:spAutoFit/>
          </a:bodyPr>
          <a:lstStyle/>
          <a:p>
            <a:pPr algn="ctr">
              <a:spcAft>
                <a:spcPts val="1200"/>
              </a:spcAft>
            </a:pPr>
            <a:r>
              <a:rPr lang="zh-CN" altLang="en-US" sz="2800" dirty="0">
                <a:solidFill>
                  <a:prstClr val="black"/>
                </a:solidFill>
                <a:latin typeface="微软雅黑" panose="020B0503020204020204" pitchFamily="34" charset="-122"/>
                <a:ea typeface="微软雅黑" panose="020B0503020204020204" pitchFamily="34" charset="-122"/>
              </a:rPr>
              <a:t>数电 </a:t>
            </a:r>
            <a:r>
              <a:rPr lang="en-US" altLang="zh-CN" sz="2800" dirty="0">
                <a:solidFill>
                  <a:prstClr val="black"/>
                </a:solidFill>
                <a:latin typeface="微软雅黑" panose="020B0503020204020204" pitchFamily="34" charset="-122"/>
                <a:ea typeface="微软雅黑" panose="020B0503020204020204" pitchFamily="34" charset="-122"/>
              </a:rPr>
              <a:t>P295 – 308</a:t>
            </a:r>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内容提纲</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2E2068D0-1AFD-2905-98F0-0E48223C4EEA}"/>
              </a:ext>
            </a:extLst>
          </p:cNvPr>
          <p:cNvSpPr txBox="1"/>
          <p:nvPr/>
        </p:nvSpPr>
        <p:spPr>
          <a:xfrm>
            <a:off x="1296000" y="1296000"/>
            <a:ext cx="7260819" cy="2833789"/>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计数器</a:t>
            </a:r>
            <a:endParaRPr lang="en-US" altLang="zh-CN" sz="3600" dirty="0">
              <a:solidFill>
                <a:srgbClr val="002060"/>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二进制计数器</a:t>
            </a:r>
            <a:endParaRPr lang="en-US" altLang="zh-CN" sz="3000" dirty="0">
              <a:solidFill>
                <a:schemeClr val="accent5">
                  <a:lumMod val="75000"/>
                </a:schemeClr>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其它模数的计数器</a:t>
            </a:r>
            <a:endParaRPr lang="en-US" altLang="zh-CN" sz="3000" dirty="0">
              <a:solidFill>
                <a:schemeClr val="accent5">
                  <a:lumMod val="75000"/>
                </a:schemeClr>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000" dirty="0">
                <a:solidFill>
                  <a:schemeClr val="accent5">
                    <a:lumMod val="75000"/>
                  </a:schemeClr>
                </a:solidFill>
                <a:latin typeface="微软雅黑" panose="020B0503020204020204" pitchFamily="34" charset="-122"/>
                <a:ea typeface="微软雅黑" panose="020B0503020204020204" pitchFamily="34" charset="-122"/>
              </a:rPr>
              <a:t>移位寄存器型计数器</a:t>
            </a:r>
            <a:endParaRPr lang="en-US" altLang="zh-CN" sz="30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743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09E84CE-2EF2-E42A-A40E-3DB8B14E0BC2}"/>
                  </a:ext>
                </a:extLst>
              </p:cNvPr>
              <p:cNvSpPr txBox="1"/>
              <p:nvPr/>
            </p:nvSpPr>
            <p:spPr>
              <a:xfrm>
                <a:off x="360000" y="828000"/>
                <a:ext cx="11207743" cy="4212820"/>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计数器</a:t>
                </a:r>
                <a:r>
                  <a:rPr kumimoji="1" lang="zh-CN" altLang="en-US" sz="2800" dirty="0">
                    <a:solidFill>
                      <a:srgbClr val="002060"/>
                    </a:solidFill>
                    <a:latin typeface="微软雅黑" panose="020B0503020204020204" pitchFamily="34" charset="-122"/>
                    <a:ea typeface="微软雅黑" panose="020B0503020204020204" pitchFamily="34" charset="-122"/>
                  </a:rPr>
                  <a:t>：累计时钟脉冲个数，也可用于分频、定时、产生节拍脉冲等</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计数器分类</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按时钟分类：异步计数器、同步计数器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按功能分类：递增计数器、递减计数器、可逆计数器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按编码分类：二进制码计数器、</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BCD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码计数器、循环码计数器等</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rgbClr val="002060"/>
                    </a:solidFill>
                    <a:latin typeface="微软雅黑" panose="020B0503020204020204" pitchFamily="34" charset="-122"/>
                    <a:ea typeface="微软雅黑" panose="020B0503020204020204" pitchFamily="34" charset="-122"/>
                  </a:rPr>
                  <a:t>计数器的模（</a:t>
                </a:r>
                <a:r>
                  <a:rPr kumimoji="1" lang="en-US" altLang="zh-CN" sz="2400" dirty="0">
                    <a:solidFill>
                      <a:srgbClr val="002060"/>
                    </a:solidFill>
                    <a:latin typeface="微软雅黑" panose="020B0503020204020204" pitchFamily="34" charset="-122"/>
                    <a:ea typeface="微软雅黑" panose="020B0503020204020204" pitchFamily="34" charset="-122"/>
                  </a:rPr>
                  <a:t>Modulus</a:t>
                </a:r>
                <a:r>
                  <a:rPr kumimoji="1" lang="zh-CN" altLang="en-US" sz="2400" dirty="0">
                    <a:solidFill>
                      <a:srgbClr val="002060"/>
                    </a:solidFill>
                    <a:latin typeface="微软雅黑" panose="020B0503020204020204" pitchFamily="34" charset="-122"/>
                    <a:ea typeface="微软雅黑" panose="020B0503020204020204" pitchFamily="34" charset="-122"/>
                  </a:rPr>
                  <a:t>）</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计数器循环遍历的有效状态数，记为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𝑀</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对于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𝑀</m:t>
                    </m:r>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𝑛</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的计数器，称为模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𝑛</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计数器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109E84CE-2EF2-E42A-A40E-3DB8B14E0BC2}"/>
                  </a:ext>
                </a:extLst>
              </p:cNvPr>
              <p:cNvSpPr txBox="1">
                <a:spLocks noRot="1" noChangeAspect="1" noMove="1" noResize="1" noEditPoints="1" noAdjustHandles="1" noChangeArrowheads="1" noChangeShapeType="1" noTextEdit="1"/>
              </p:cNvSpPr>
              <p:nvPr/>
            </p:nvSpPr>
            <p:spPr>
              <a:xfrm>
                <a:off x="360000" y="828000"/>
                <a:ext cx="11207743" cy="4212820"/>
              </a:xfrm>
              <a:prstGeom prst="rect">
                <a:avLst/>
              </a:prstGeom>
              <a:blipFill>
                <a:blip r:embed="rId3"/>
                <a:stretch>
                  <a:fillRect l="-1088" t="-579" b="-2460"/>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36DD4D54-301A-1D9C-205E-7C1A5A06E2F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AB34872-72FF-82FC-368C-7797662E36A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2D5F5EA4-C572-D8E3-5ADE-85B3AEDEB3C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1410301-984B-86B2-BFB6-B338A57DF1C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841CF6D-CC3E-8640-EC9D-39653CA2047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sp>
        <p:nvSpPr>
          <p:cNvPr id="9" name="标题 1">
            <a:extLst>
              <a:ext uri="{FF2B5EF4-FFF2-40B4-BE49-F238E27FC236}">
                <a16:creationId xmlns:a16="http://schemas.microsoft.com/office/drawing/2014/main" id="{DB6CC0D7-64C8-2D9F-7392-15125C90C6A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a:t>
            </a:r>
          </a:p>
        </p:txBody>
      </p:sp>
    </p:spTree>
    <p:extLst>
      <p:ext uri="{BB962C8B-B14F-4D97-AF65-F5344CB8AC3E}">
        <p14:creationId xmlns:p14="http://schemas.microsoft.com/office/powerpoint/2010/main" val="2888472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D4E4-5DD4-0EB7-2327-0C00C476EC98}"/>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8FDAF310-89A2-03FD-6565-793CBD6F8D35}"/>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7D191F5F-3456-2E55-A579-E987E855A98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18AAD22F-DCF4-9298-0312-751E127F37C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79059AF8-5760-40CC-B54F-5B693F7637A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00982974-427D-7E23-ED6D-F46D1E10FEB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BF8E66F-F793-E378-1CDE-4207B2915D18}"/>
                  </a:ext>
                </a:extLst>
              </p:cNvPr>
              <p:cNvSpPr txBox="1"/>
              <p:nvPr/>
            </p:nvSpPr>
            <p:spPr>
              <a:xfrm>
                <a:off x="360000" y="828000"/>
                <a:ext cx="10605236" cy="3518912"/>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二进制计数器：按自然二进制数递增或递减编码的计数器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𝑁</m:t>
                    </m:r>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位二进制计数器的模为 </a:t>
                </a:r>
                <a14:m>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a:rPr lang="en-US" altLang="zh-CN" sz="2800" b="0" i="1" smtClean="0">
                            <a:solidFill>
                              <a:srgbClr val="002060"/>
                            </a:solidFill>
                            <a:latin typeface="Cambria Math" panose="02040503050406030204" pitchFamily="18" charset="0"/>
                            <a:ea typeface="微软雅黑" panose="020B0503020204020204" pitchFamily="34" charset="-122"/>
                          </a:rPr>
                          <m:t>2</m:t>
                        </m:r>
                      </m:e>
                      <m:sup>
                        <m:r>
                          <a:rPr lang="en-US" altLang="zh-CN" sz="2800" b="0" i="1" smtClean="0">
                            <a:solidFill>
                              <a:srgbClr val="002060"/>
                            </a:solidFill>
                            <a:latin typeface="Cambria Math" panose="02040503050406030204" pitchFamily="18" charset="0"/>
                            <a:ea typeface="微软雅黑" panose="020B0503020204020204" pitchFamily="34" charset="-122"/>
                          </a:rPr>
                          <m:t>𝑁</m:t>
                        </m:r>
                      </m:sup>
                    </m:sSup>
                  </m:oMath>
                </a14:m>
                <a:r>
                  <a:rPr lang="zh-CN" altLang="en-US" sz="2800" dirty="0">
                    <a:solidFill>
                      <a:srgbClr val="002060"/>
                    </a:solidFill>
                    <a:latin typeface="微软雅黑" panose="020B0503020204020204" pitchFamily="34" charset="-122"/>
                    <a:ea typeface="微软雅黑" panose="020B0503020204020204" pitchFamily="34" charset="-122"/>
                  </a:rPr>
                  <a:t>，由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𝑁</m:t>
                    </m:r>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个触发器构成</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异步二进制计数器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触发器的时钟不同步</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同步二进制计数器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所有触发器的时钟都连在一起</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2BF8E66F-F793-E378-1CDE-4207B2915D18}"/>
                  </a:ext>
                </a:extLst>
              </p:cNvPr>
              <p:cNvSpPr txBox="1">
                <a:spLocks noRot="1" noChangeAspect="1" noMove="1" noResize="1" noEditPoints="1" noAdjustHandles="1" noChangeArrowheads="1" noChangeShapeType="1" noTextEdit="1"/>
              </p:cNvSpPr>
              <p:nvPr/>
            </p:nvSpPr>
            <p:spPr>
              <a:xfrm>
                <a:off x="360000" y="828000"/>
                <a:ext cx="10605236" cy="3518912"/>
              </a:xfrm>
              <a:prstGeom prst="rect">
                <a:avLst/>
              </a:prstGeom>
              <a:blipFill>
                <a:blip r:embed="rId3"/>
                <a:stretch>
                  <a:fillRect l="-1149" t="-693"/>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97B677A5-1E88-B1E1-1A9D-4D2DFE22C56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spTree>
    <p:extLst>
      <p:ext uri="{BB962C8B-B14F-4D97-AF65-F5344CB8AC3E}">
        <p14:creationId xmlns:p14="http://schemas.microsoft.com/office/powerpoint/2010/main" val="2372518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D74B2-D506-6BA1-3A7A-DAD6533C1031}"/>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9A2A4FD7-B562-9BAE-B300-C64724214F4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5604841E-86D3-9894-156F-36FEA375FE8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7EA6D4CE-8347-50E2-B8BA-1E03F24BF58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DFF0DF3B-493B-850F-4D70-272C22AE894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62C7A728-2DFE-A040-BD6B-3C3DB070C50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17D2968-2282-5990-B86D-2DA046281820}"/>
                  </a:ext>
                </a:extLst>
              </p:cNvPr>
              <p:cNvSpPr txBox="1"/>
              <p:nvPr/>
            </p:nvSpPr>
            <p:spPr>
              <a:xfrm>
                <a:off x="360000" y="828000"/>
                <a:ext cx="6470978" cy="265239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异步二进制递增计数器（以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在每个时钟有效沿都翻转一次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由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向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变化时翻转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由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向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变化时翻转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全为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时，进位为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p:txBody>
          </p:sp>
        </mc:Choice>
        <mc:Fallback xmlns="">
          <p:sp>
            <p:nvSpPr>
              <p:cNvPr id="9" name="文本框 8">
                <a:extLst>
                  <a:ext uri="{FF2B5EF4-FFF2-40B4-BE49-F238E27FC236}">
                    <a16:creationId xmlns:a16="http://schemas.microsoft.com/office/drawing/2014/main" id="{417D2968-2282-5990-B86D-2DA046281820}"/>
                  </a:ext>
                </a:extLst>
              </p:cNvPr>
              <p:cNvSpPr txBox="1">
                <a:spLocks noRot="1" noChangeAspect="1" noMove="1" noResize="1" noEditPoints="1" noAdjustHandles="1" noChangeArrowheads="1" noChangeShapeType="1" noTextEdit="1"/>
              </p:cNvSpPr>
              <p:nvPr/>
            </p:nvSpPr>
            <p:spPr>
              <a:xfrm>
                <a:off x="360000" y="828000"/>
                <a:ext cx="6470978" cy="2652393"/>
              </a:xfrm>
              <a:prstGeom prst="rect">
                <a:avLst/>
              </a:prstGeom>
              <a:blipFill>
                <a:blip r:embed="rId3"/>
                <a:stretch>
                  <a:fillRect l="-1695" t="-920" r="-6215" b="-4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DE6FC9E2-9E6E-A38C-50B7-9522C639D1E6}"/>
                  </a:ext>
                </a:extLst>
              </p:cNvPr>
              <p:cNvGraphicFramePr>
                <a:graphicFrameLocks noGrp="1"/>
              </p:cNvGraphicFramePr>
              <p:nvPr>
                <p:extLst>
                  <p:ext uri="{D42A27DB-BD31-4B8C-83A1-F6EECF244321}">
                    <p14:modId xmlns:p14="http://schemas.microsoft.com/office/powerpoint/2010/main" val="3533256939"/>
                  </p:ext>
                </p:extLst>
              </p:nvPr>
            </p:nvGraphicFramePr>
            <p:xfrm>
              <a:off x="6840000" y="1690887"/>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708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70840">
                    <a:tc vMerge="1">
                      <a:txBody>
                        <a:bodyPr/>
                        <a:lstStyle/>
                        <a:p>
                          <a:endParaRPr lang="zh-CN" altLang="en-US" dirty="0"/>
                        </a:p>
                      </a:txBody>
                      <a:tcPr/>
                    </a:tc>
                    <a:tc>
                      <a:txBody>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1</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p>
                      </a:txBody>
                      <a:tcPr anchor="ctr"/>
                    </a:tc>
                    <a:tc vMerge="1">
                      <a:txBody>
                        <a:bodyPr/>
                        <a:lstStyle/>
                        <a:p>
                          <a:endParaRPr lang="zh-CN" altLang="en-US" dirty="0"/>
                        </a:p>
                      </a:txBody>
                      <a:tcPr/>
                    </a:tc>
                    <a:extLst>
                      <a:ext uri="{0D108BD9-81ED-4DB2-BD59-A6C34878D82A}">
                        <a16:rowId xmlns:a16="http://schemas.microsoft.com/office/drawing/2014/main" val="1969340654"/>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Choice>
        <mc:Fallback xmlns="">
          <p:graphicFrame>
            <p:nvGraphicFramePr>
              <p:cNvPr id="3" name="表格 2">
                <a:extLst>
                  <a:ext uri="{FF2B5EF4-FFF2-40B4-BE49-F238E27FC236}">
                    <a16:creationId xmlns:a16="http://schemas.microsoft.com/office/drawing/2014/main" id="{DE6FC9E2-9E6E-A38C-50B7-9522C639D1E6}"/>
                  </a:ext>
                </a:extLst>
              </p:cNvPr>
              <p:cNvGraphicFramePr>
                <a:graphicFrameLocks noGrp="1"/>
              </p:cNvGraphicFramePr>
              <p:nvPr>
                <p:extLst>
                  <p:ext uri="{D42A27DB-BD31-4B8C-83A1-F6EECF244321}">
                    <p14:modId xmlns:p14="http://schemas.microsoft.com/office/powerpoint/2010/main" val="3533256939"/>
                  </p:ext>
                </p:extLst>
              </p:nvPr>
            </p:nvGraphicFramePr>
            <p:xfrm>
              <a:off x="6840000" y="1690887"/>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962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96240">
                    <a:tc vMerge="1">
                      <a:txBody>
                        <a:bodyPr/>
                        <a:lstStyle/>
                        <a:p>
                          <a:endParaRPr lang="zh-CN" altLang="en-US" dirty="0"/>
                        </a:p>
                      </a:txBody>
                      <a:tcPr/>
                    </a:tc>
                    <a:tc>
                      <a:txBody>
                        <a:bodyPr/>
                        <a:lstStyle/>
                        <a:p>
                          <a:endParaRPr lang="zh-CN"/>
                        </a:p>
                      </a:txBody>
                      <a:tcPr anchor="ctr">
                        <a:blipFill>
                          <a:blip r:embed="rId4"/>
                          <a:stretch>
                            <a:fillRect l="-33399" t="-107692" r="-33597" b="-927692"/>
                          </a:stretch>
                        </a:blipFill>
                      </a:tcPr>
                    </a:tc>
                    <a:tc vMerge="1">
                      <a:txBody>
                        <a:bodyPr/>
                        <a:lstStyle/>
                        <a:p>
                          <a:endParaRPr lang="zh-CN" altLang="en-US" dirty="0"/>
                        </a:p>
                      </a:txBody>
                      <a:tcPr/>
                    </a:tc>
                    <a:extLst>
                      <a:ext uri="{0D108BD9-81ED-4DB2-BD59-A6C34878D82A}">
                        <a16:rowId xmlns:a16="http://schemas.microsoft.com/office/drawing/2014/main" val="1969340654"/>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Fallback>
      </mc:AlternateContent>
      <p:sp>
        <p:nvSpPr>
          <p:cNvPr id="12" name="文本框 11">
            <a:extLst>
              <a:ext uri="{FF2B5EF4-FFF2-40B4-BE49-F238E27FC236}">
                <a16:creationId xmlns:a16="http://schemas.microsoft.com/office/drawing/2014/main" id="{54446555-A3BE-E927-DDD7-B04AAF65583C}"/>
              </a:ext>
            </a:extLst>
          </p:cNvPr>
          <p:cNvSpPr txBox="1"/>
          <p:nvPr/>
        </p:nvSpPr>
        <p:spPr>
          <a:xfrm>
            <a:off x="6840000" y="1260000"/>
            <a:ext cx="5128361"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3 </a:t>
            </a:r>
            <a:r>
              <a:rPr lang="zh-CN" altLang="en-US" sz="2200" dirty="0">
                <a:latin typeface="微软雅黑" panose="020B0503020204020204" pitchFamily="34" charset="-122"/>
                <a:ea typeface="微软雅黑" panose="020B0503020204020204" pitchFamily="34" charset="-122"/>
              </a:rPr>
              <a:t>位二进制递增计数器状态表</a:t>
            </a:r>
          </a:p>
        </p:txBody>
      </p:sp>
      <p:grpSp>
        <p:nvGrpSpPr>
          <p:cNvPr id="10" name="组合 9">
            <a:extLst>
              <a:ext uri="{FF2B5EF4-FFF2-40B4-BE49-F238E27FC236}">
                <a16:creationId xmlns:a16="http://schemas.microsoft.com/office/drawing/2014/main" id="{861BCDBF-80AB-7557-1A6A-DB1B369EAEF6}"/>
              </a:ext>
            </a:extLst>
          </p:cNvPr>
          <p:cNvGrpSpPr/>
          <p:nvPr/>
        </p:nvGrpSpPr>
        <p:grpSpPr>
          <a:xfrm>
            <a:off x="360000" y="4320000"/>
            <a:ext cx="6379355" cy="1872928"/>
            <a:chOff x="176304" y="4776730"/>
            <a:chExt cx="6379355" cy="1872928"/>
          </a:xfrm>
        </p:grpSpPr>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FF428B1-EC2B-756C-9A52-8B86ADA7F720}"/>
                    </a:ext>
                  </a:extLst>
                </p:cNvPr>
                <p:cNvSpPr/>
                <p:nvPr/>
              </p:nvSpPr>
              <p:spPr>
                <a:xfrm>
                  <a:off x="925787"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11" name="矩形 10">
                  <a:extLst>
                    <a:ext uri="{FF2B5EF4-FFF2-40B4-BE49-F238E27FC236}">
                      <a16:creationId xmlns:a16="http://schemas.microsoft.com/office/drawing/2014/main" id="{4FF428B1-EC2B-756C-9A52-8B86ADA7F720}"/>
                    </a:ext>
                  </a:extLst>
                </p:cNvPr>
                <p:cNvSpPr>
                  <a:spLocks noRot="1" noChangeAspect="1" noMove="1" noResize="1" noEditPoints="1" noAdjustHandles="1" noChangeArrowheads="1" noChangeShapeType="1" noTextEdit="1"/>
                </p:cNvSpPr>
                <p:nvPr/>
              </p:nvSpPr>
              <p:spPr>
                <a:xfrm>
                  <a:off x="925787" y="4967237"/>
                  <a:ext cx="874471" cy="947723"/>
                </a:xfrm>
                <a:prstGeom prst="rect">
                  <a:avLst/>
                </a:prstGeom>
                <a:blipFill>
                  <a:blip r:embed="rId5"/>
                  <a:stretch>
                    <a:fillRect/>
                  </a:stretch>
                </a:blipFill>
                <a:ln w="25400">
                  <a:solidFill>
                    <a:schemeClr val="tx1"/>
                  </a:solidFill>
                </a:ln>
              </p:spPr>
              <p:txBody>
                <a:bodyPr/>
                <a:lstStyle/>
                <a:p>
                  <a:r>
                    <a:rPr lang="zh-CN" altLang="en-US">
                      <a:noFill/>
                    </a:rPr>
                    <a:t> </a:t>
                  </a:r>
                </a:p>
              </p:txBody>
            </p:sp>
          </mc:Fallback>
        </mc:AlternateContent>
        <p:sp>
          <p:nvSpPr>
            <p:cNvPr id="13" name="Line 27">
              <a:extLst>
                <a:ext uri="{FF2B5EF4-FFF2-40B4-BE49-F238E27FC236}">
                  <a16:creationId xmlns:a16="http://schemas.microsoft.com/office/drawing/2014/main" id="{BAED867D-4CBE-D604-A8FF-3AAF02C892E0}"/>
                </a:ext>
              </a:extLst>
            </p:cNvPr>
            <p:cNvSpPr>
              <a:spLocks noChangeShapeType="1"/>
            </p:cNvSpPr>
            <p:nvPr/>
          </p:nvSpPr>
          <p:spPr bwMode="auto">
            <a:xfrm>
              <a:off x="596419" y="5744772"/>
              <a:ext cx="329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E57C900-C933-9175-3394-3883B5F80A2D}"/>
                    </a:ext>
                  </a:extLst>
                </p:cNvPr>
                <p:cNvSpPr txBox="1"/>
                <p:nvPr/>
              </p:nvSpPr>
              <p:spPr>
                <a:xfrm>
                  <a:off x="944322"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14" name="文本框 13">
                  <a:extLst>
                    <a:ext uri="{FF2B5EF4-FFF2-40B4-BE49-F238E27FC236}">
                      <a16:creationId xmlns:a16="http://schemas.microsoft.com/office/drawing/2014/main" id="{2E57C900-C933-9175-3394-3883B5F80A2D}"/>
                    </a:ext>
                  </a:extLst>
                </p:cNvPr>
                <p:cNvSpPr txBox="1">
                  <a:spLocks noRot="1" noChangeAspect="1" noMove="1" noResize="1" noEditPoints="1" noAdjustHandles="1" noChangeArrowheads="1" noChangeShapeType="1" noTextEdit="1"/>
                </p:cNvSpPr>
                <p:nvPr/>
              </p:nvSpPr>
              <p:spPr>
                <a:xfrm>
                  <a:off x="944322" y="4928085"/>
                  <a:ext cx="448351" cy="400110"/>
                </a:xfrm>
                <a:prstGeom prst="rect">
                  <a:avLst/>
                </a:prstGeom>
                <a:blipFill>
                  <a:blip r:embed="rId6"/>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EB44734-A3CA-9344-FD9C-81192480780D}"/>
                    </a:ext>
                  </a:extLst>
                </p:cNvPr>
                <p:cNvSpPr txBox="1"/>
                <p:nvPr/>
              </p:nvSpPr>
              <p:spPr>
                <a:xfrm>
                  <a:off x="994657"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16" name="文本框 15">
                  <a:extLst>
                    <a:ext uri="{FF2B5EF4-FFF2-40B4-BE49-F238E27FC236}">
                      <a16:creationId xmlns:a16="http://schemas.microsoft.com/office/drawing/2014/main" id="{08B45F71-A49C-2225-C124-C276A281A0F4}"/>
                    </a:ext>
                  </a:extLst>
                </p:cNvPr>
                <p:cNvSpPr txBox="1">
                  <a:spLocks noRot="1" noChangeAspect="1" noMove="1" noResize="1" noEditPoints="1" noAdjustHandles="1" noChangeArrowheads="1" noChangeShapeType="1" noTextEdit="1"/>
                </p:cNvSpPr>
                <p:nvPr/>
              </p:nvSpPr>
              <p:spPr>
                <a:xfrm>
                  <a:off x="994657" y="5544717"/>
                  <a:ext cx="448351" cy="400110"/>
                </a:xfrm>
                <a:prstGeom prst="rect">
                  <a:avLst/>
                </a:prstGeom>
                <a:blipFill>
                  <a:blip r:embed="rId7"/>
                  <a:stretch>
                    <a:fillRect l="-9589"/>
                  </a:stretch>
                </a:blipFill>
              </p:spPr>
              <p:txBody>
                <a:bodyPr/>
                <a:lstStyle/>
                <a:p>
                  <a:r>
                    <a:rPr lang="zh-CN" altLang="en-US">
                      <a:noFill/>
                    </a:rPr>
                    <a:t> </a:t>
                  </a:r>
                </a:p>
              </p:txBody>
            </p:sp>
          </mc:Fallback>
        </mc:AlternateContent>
        <p:sp>
          <p:nvSpPr>
            <p:cNvPr id="16" name="等腰三角形 15">
              <a:extLst>
                <a:ext uri="{FF2B5EF4-FFF2-40B4-BE49-F238E27FC236}">
                  <a16:creationId xmlns:a16="http://schemas.microsoft.com/office/drawing/2014/main" id="{5A40DBA1-CB9F-9B3C-D459-BB9C9FF57266}"/>
                </a:ext>
              </a:extLst>
            </p:cNvPr>
            <p:cNvSpPr/>
            <p:nvPr/>
          </p:nvSpPr>
          <p:spPr>
            <a:xfrm rot="5400000">
              <a:off x="887829"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7" name="Line 27">
              <a:extLst>
                <a:ext uri="{FF2B5EF4-FFF2-40B4-BE49-F238E27FC236}">
                  <a16:creationId xmlns:a16="http://schemas.microsoft.com/office/drawing/2014/main" id="{2A62CEF8-A3AD-56BF-F9E5-2D66E70187EA}"/>
                </a:ext>
              </a:extLst>
            </p:cNvPr>
            <p:cNvSpPr>
              <a:spLocks noChangeShapeType="1"/>
            </p:cNvSpPr>
            <p:nvPr/>
          </p:nvSpPr>
          <p:spPr bwMode="auto">
            <a:xfrm>
              <a:off x="724011"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 name="Line 27">
              <a:extLst>
                <a:ext uri="{FF2B5EF4-FFF2-40B4-BE49-F238E27FC236}">
                  <a16:creationId xmlns:a16="http://schemas.microsoft.com/office/drawing/2014/main" id="{51A9A6DE-F6F1-0EAB-0FE0-524109E29683}"/>
                </a:ext>
              </a:extLst>
            </p:cNvPr>
            <p:cNvSpPr>
              <a:spLocks noChangeShapeType="1"/>
            </p:cNvSpPr>
            <p:nvPr/>
          </p:nvSpPr>
          <p:spPr bwMode="auto">
            <a:xfrm>
              <a:off x="1800258"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 name="椭圆 18">
              <a:extLst>
                <a:ext uri="{FF2B5EF4-FFF2-40B4-BE49-F238E27FC236}">
                  <a16:creationId xmlns:a16="http://schemas.microsoft.com/office/drawing/2014/main" id="{F59AB4B2-A104-5572-01E5-5F986B785450}"/>
                </a:ext>
              </a:extLst>
            </p:cNvPr>
            <p:cNvSpPr/>
            <p:nvPr/>
          </p:nvSpPr>
          <p:spPr>
            <a:xfrm flipV="1">
              <a:off x="798453"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0" name="Line 27">
              <a:extLst>
                <a:ext uri="{FF2B5EF4-FFF2-40B4-BE49-F238E27FC236}">
                  <a16:creationId xmlns:a16="http://schemas.microsoft.com/office/drawing/2014/main" id="{9F8F14B7-64ED-A323-4474-8D248919FCB3}"/>
                </a:ext>
              </a:extLst>
            </p:cNvPr>
            <p:cNvSpPr>
              <a:spLocks noChangeShapeType="1"/>
            </p:cNvSpPr>
            <p:nvPr/>
          </p:nvSpPr>
          <p:spPr bwMode="auto">
            <a:xfrm>
              <a:off x="2003839" y="5744772"/>
              <a:ext cx="4744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 name="椭圆 20">
              <a:extLst>
                <a:ext uri="{FF2B5EF4-FFF2-40B4-BE49-F238E27FC236}">
                  <a16:creationId xmlns:a16="http://schemas.microsoft.com/office/drawing/2014/main" id="{C0696D4B-19C6-EF9F-B3C1-2343886E938D}"/>
                </a:ext>
              </a:extLst>
            </p:cNvPr>
            <p:cNvSpPr/>
            <p:nvPr/>
          </p:nvSpPr>
          <p:spPr>
            <a:xfrm flipV="1">
              <a:off x="2360516" y="5684127"/>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1DB2D4A9-EF14-BB8B-C199-7D550262FF4B}"/>
                    </a:ext>
                  </a:extLst>
                </p:cNvPr>
                <p:cNvSpPr/>
                <p:nvPr/>
              </p:nvSpPr>
              <p:spPr>
                <a:xfrm>
                  <a:off x="2478744"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22" name="矩形 21">
                  <a:extLst>
                    <a:ext uri="{FF2B5EF4-FFF2-40B4-BE49-F238E27FC236}">
                      <a16:creationId xmlns:a16="http://schemas.microsoft.com/office/drawing/2014/main" id="{1DB2D4A9-EF14-BB8B-C199-7D550262FF4B}"/>
                    </a:ext>
                  </a:extLst>
                </p:cNvPr>
                <p:cNvSpPr>
                  <a:spLocks noRot="1" noChangeAspect="1" noMove="1" noResize="1" noEditPoints="1" noAdjustHandles="1" noChangeArrowheads="1" noChangeShapeType="1" noTextEdit="1"/>
                </p:cNvSpPr>
                <p:nvPr/>
              </p:nvSpPr>
              <p:spPr>
                <a:xfrm>
                  <a:off x="2478744" y="4967237"/>
                  <a:ext cx="874471" cy="947723"/>
                </a:xfrm>
                <a:prstGeom prst="rect">
                  <a:avLst/>
                </a:prstGeom>
                <a:blipFill>
                  <a:blip r:embed="rId8"/>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46E5616-A72C-02C1-58F5-2A085B019526}"/>
                    </a:ext>
                  </a:extLst>
                </p:cNvPr>
                <p:cNvSpPr txBox="1"/>
                <p:nvPr/>
              </p:nvSpPr>
              <p:spPr>
                <a:xfrm>
                  <a:off x="2497279"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23" name="文本框 22">
                  <a:extLst>
                    <a:ext uri="{FF2B5EF4-FFF2-40B4-BE49-F238E27FC236}">
                      <a16:creationId xmlns:a16="http://schemas.microsoft.com/office/drawing/2014/main" id="{446E5616-A72C-02C1-58F5-2A085B019526}"/>
                    </a:ext>
                  </a:extLst>
                </p:cNvPr>
                <p:cNvSpPr txBox="1">
                  <a:spLocks noRot="1" noChangeAspect="1" noMove="1" noResize="1" noEditPoints="1" noAdjustHandles="1" noChangeArrowheads="1" noChangeShapeType="1" noTextEdit="1"/>
                </p:cNvSpPr>
                <p:nvPr/>
              </p:nvSpPr>
              <p:spPr>
                <a:xfrm>
                  <a:off x="2497279" y="4928085"/>
                  <a:ext cx="448351" cy="400110"/>
                </a:xfrm>
                <a:prstGeom prst="rect">
                  <a:avLst/>
                </a:prstGeom>
                <a:blipFill>
                  <a:blip r:embed="rId9"/>
                  <a:stretch>
                    <a:fillRect l="-109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B5FB65D-480D-E545-CCC7-8685C8DE7117}"/>
                    </a:ext>
                  </a:extLst>
                </p:cNvPr>
                <p:cNvSpPr txBox="1"/>
                <p:nvPr/>
              </p:nvSpPr>
              <p:spPr>
                <a:xfrm>
                  <a:off x="2547614"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68" name="文本框 67">
                  <a:extLst>
                    <a:ext uri="{FF2B5EF4-FFF2-40B4-BE49-F238E27FC236}">
                      <a16:creationId xmlns:a16="http://schemas.microsoft.com/office/drawing/2014/main" id="{4113EC3F-AFDC-0F61-25E3-E14E07F0520D}"/>
                    </a:ext>
                  </a:extLst>
                </p:cNvPr>
                <p:cNvSpPr txBox="1">
                  <a:spLocks noRot="1" noChangeAspect="1" noMove="1" noResize="1" noEditPoints="1" noAdjustHandles="1" noChangeArrowheads="1" noChangeShapeType="1" noTextEdit="1"/>
                </p:cNvSpPr>
                <p:nvPr/>
              </p:nvSpPr>
              <p:spPr>
                <a:xfrm>
                  <a:off x="2547614" y="5544717"/>
                  <a:ext cx="448351" cy="400110"/>
                </a:xfrm>
                <a:prstGeom prst="rect">
                  <a:avLst/>
                </a:prstGeom>
                <a:blipFill>
                  <a:blip r:embed="rId10"/>
                  <a:stretch>
                    <a:fillRect l="-9589"/>
                  </a:stretch>
                </a:blipFill>
              </p:spPr>
              <p:txBody>
                <a:bodyPr/>
                <a:lstStyle/>
                <a:p>
                  <a:r>
                    <a:rPr lang="zh-CN" altLang="en-US">
                      <a:noFill/>
                    </a:rPr>
                    <a:t> </a:t>
                  </a:r>
                </a:p>
              </p:txBody>
            </p:sp>
          </mc:Fallback>
        </mc:AlternateContent>
        <p:sp>
          <p:nvSpPr>
            <p:cNvPr id="25" name="等腰三角形 24">
              <a:extLst>
                <a:ext uri="{FF2B5EF4-FFF2-40B4-BE49-F238E27FC236}">
                  <a16:creationId xmlns:a16="http://schemas.microsoft.com/office/drawing/2014/main" id="{7F519CB8-D465-0E16-341B-9DB1D83FEC1A}"/>
                </a:ext>
              </a:extLst>
            </p:cNvPr>
            <p:cNvSpPr/>
            <p:nvPr/>
          </p:nvSpPr>
          <p:spPr>
            <a:xfrm rot="5400000">
              <a:off x="2440786"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26" name="Line 27">
              <a:extLst>
                <a:ext uri="{FF2B5EF4-FFF2-40B4-BE49-F238E27FC236}">
                  <a16:creationId xmlns:a16="http://schemas.microsoft.com/office/drawing/2014/main" id="{7371DCA3-51A6-5BB2-82DA-0AA0203A6C62}"/>
                </a:ext>
              </a:extLst>
            </p:cNvPr>
            <p:cNvSpPr>
              <a:spLocks noChangeShapeType="1"/>
            </p:cNvSpPr>
            <p:nvPr/>
          </p:nvSpPr>
          <p:spPr bwMode="auto">
            <a:xfrm>
              <a:off x="2276968"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 name="Line 27">
              <a:extLst>
                <a:ext uri="{FF2B5EF4-FFF2-40B4-BE49-F238E27FC236}">
                  <a16:creationId xmlns:a16="http://schemas.microsoft.com/office/drawing/2014/main" id="{78D836ED-0C30-FBDE-8A5C-9155F3E84B16}"/>
                </a:ext>
              </a:extLst>
            </p:cNvPr>
            <p:cNvSpPr>
              <a:spLocks noChangeShapeType="1"/>
            </p:cNvSpPr>
            <p:nvPr/>
          </p:nvSpPr>
          <p:spPr bwMode="auto">
            <a:xfrm>
              <a:off x="3353215"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 name="椭圆 27">
              <a:extLst>
                <a:ext uri="{FF2B5EF4-FFF2-40B4-BE49-F238E27FC236}">
                  <a16:creationId xmlns:a16="http://schemas.microsoft.com/office/drawing/2014/main" id="{DE3457C4-16F8-2E9F-850A-0ED8BE8AE64E}"/>
                </a:ext>
              </a:extLst>
            </p:cNvPr>
            <p:cNvSpPr/>
            <p:nvPr/>
          </p:nvSpPr>
          <p:spPr>
            <a:xfrm flipV="1">
              <a:off x="2351410"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EE908729-95CF-F9A1-9970-05BF30FFAEB9}"/>
                    </a:ext>
                  </a:extLst>
                </p:cNvPr>
                <p:cNvSpPr/>
                <p:nvPr/>
              </p:nvSpPr>
              <p:spPr>
                <a:xfrm>
                  <a:off x="4031278"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29" name="矩形 28">
                  <a:extLst>
                    <a:ext uri="{FF2B5EF4-FFF2-40B4-BE49-F238E27FC236}">
                      <a16:creationId xmlns:a16="http://schemas.microsoft.com/office/drawing/2014/main" id="{EE908729-95CF-F9A1-9970-05BF30FFAEB9}"/>
                    </a:ext>
                  </a:extLst>
                </p:cNvPr>
                <p:cNvSpPr>
                  <a:spLocks noRot="1" noChangeAspect="1" noMove="1" noResize="1" noEditPoints="1" noAdjustHandles="1" noChangeArrowheads="1" noChangeShapeType="1" noTextEdit="1"/>
                </p:cNvSpPr>
                <p:nvPr/>
              </p:nvSpPr>
              <p:spPr>
                <a:xfrm>
                  <a:off x="4031278" y="4967237"/>
                  <a:ext cx="874471" cy="947723"/>
                </a:xfrm>
                <a:prstGeom prst="rect">
                  <a:avLst/>
                </a:prstGeom>
                <a:blipFill>
                  <a:blip r:embed="rId11"/>
                  <a:stretch>
                    <a:fillRect/>
                  </a:stretch>
                </a:blipFill>
                <a:ln w="25400">
                  <a:solidFill>
                    <a:schemeClr val="tx1"/>
                  </a:solidFill>
                </a:ln>
              </p:spPr>
              <p:txBody>
                <a:bodyPr/>
                <a:lstStyle/>
                <a:p>
                  <a:r>
                    <a:rPr lang="zh-CN" altLang="en-US">
                      <a:noFill/>
                    </a:rPr>
                    <a:t> </a:t>
                  </a:r>
                </a:p>
              </p:txBody>
            </p:sp>
          </mc:Fallback>
        </mc:AlternateContent>
        <p:sp>
          <p:nvSpPr>
            <p:cNvPr id="30" name="Line 27">
              <a:extLst>
                <a:ext uri="{FF2B5EF4-FFF2-40B4-BE49-F238E27FC236}">
                  <a16:creationId xmlns:a16="http://schemas.microsoft.com/office/drawing/2014/main" id="{A95BBB85-8E8F-F0AC-1F82-3E8E00EC671F}"/>
                </a:ext>
              </a:extLst>
            </p:cNvPr>
            <p:cNvSpPr>
              <a:spLocks noChangeShapeType="1"/>
            </p:cNvSpPr>
            <p:nvPr/>
          </p:nvSpPr>
          <p:spPr bwMode="auto">
            <a:xfrm>
              <a:off x="3556796" y="5744772"/>
              <a:ext cx="4744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50CF4A4C-39F2-F914-EDCA-01F8A76EE65C}"/>
                    </a:ext>
                  </a:extLst>
                </p:cNvPr>
                <p:cNvSpPr txBox="1"/>
                <p:nvPr/>
              </p:nvSpPr>
              <p:spPr>
                <a:xfrm>
                  <a:off x="4049813"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31" name="文本框 30">
                  <a:extLst>
                    <a:ext uri="{FF2B5EF4-FFF2-40B4-BE49-F238E27FC236}">
                      <a16:creationId xmlns:a16="http://schemas.microsoft.com/office/drawing/2014/main" id="{50CF4A4C-39F2-F914-EDCA-01F8A76EE65C}"/>
                    </a:ext>
                  </a:extLst>
                </p:cNvPr>
                <p:cNvSpPr txBox="1">
                  <a:spLocks noRot="1" noChangeAspect="1" noMove="1" noResize="1" noEditPoints="1" noAdjustHandles="1" noChangeArrowheads="1" noChangeShapeType="1" noTextEdit="1"/>
                </p:cNvSpPr>
                <p:nvPr/>
              </p:nvSpPr>
              <p:spPr>
                <a:xfrm>
                  <a:off x="4049813" y="4928085"/>
                  <a:ext cx="448351" cy="400110"/>
                </a:xfrm>
                <a:prstGeom prst="rect">
                  <a:avLst/>
                </a:prstGeom>
                <a:blipFill>
                  <a:blip r:embed="rId12"/>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2E5D1469-8E3C-3552-B04F-25D214638254}"/>
                    </a:ext>
                  </a:extLst>
                </p:cNvPr>
                <p:cNvSpPr txBox="1"/>
                <p:nvPr/>
              </p:nvSpPr>
              <p:spPr>
                <a:xfrm>
                  <a:off x="4100148"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76" name="文本框 75">
                  <a:extLst>
                    <a:ext uri="{FF2B5EF4-FFF2-40B4-BE49-F238E27FC236}">
                      <a16:creationId xmlns:a16="http://schemas.microsoft.com/office/drawing/2014/main" id="{2D759954-E9A1-13BB-D8E2-4F950B08373F}"/>
                    </a:ext>
                  </a:extLst>
                </p:cNvPr>
                <p:cNvSpPr txBox="1">
                  <a:spLocks noRot="1" noChangeAspect="1" noMove="1" noResize="1" noEditPoints="1" noAdjustHandles="1" noChangeArrowheads="1" noChangeShapeType="1" noTextEdit="1"/>
                </p:cNvSpPr>
                <p:nvPr/>
              </p:nvSpPr>
              <p:spPr>
                <a:xfrm>
                  <a:off x="4100148" y="5544717"/>
                  <a:ext cx="448351" cy="400110"/>
                </a:xfrm>
                <a:prstGeom prst="rect">
                  <a:avLst/>
                </a:prstGeom>
                <a:blipFill>
                  <a:blip r:embed="rId13"/>
                  <a:stretch>
                    <a:fillRect l="-8108"/>
                  </a:stretch>
                </a:blipFill>
              </p:spPr>
              <p:txBody>
                <a:bodyPr/>
                <a:lstStyle/>
                <a:p>
                  <a:r>
                    <a:rPr lang="zh-CN" altLang="en-US">
                      <a:noFill/>
                    </a:rPr>
                    <a:t> </a:t>
                  </a:r>
                </a:p>
              </p:txBody>
            </p:sp>
          </mc:Fallback>
        </mc:AlternateContent>
        <p:sp>
          <p:nvSpPr>
            <p:cNvPr id="33" name="等腰三角形 32">
              <a:extLst>
                <a:ext uri="{FF2B5EF4-FFF2-40B4-BE49-F238E27FC236}">
                  <a16:creationId xmlns:a16="http://schemas.microsoft.com/office/drawing/2014/main" id="{B3ED613B-6BE9-3FED-3824-FFCA7F8C528B}"/>
                </a:ext>
              </a:extLst>
            </p:cNvPr>
            <p:cNvSpPr/>
            <p:nvPr/>
          </p:nvSpPr>
          <p:spPr>
            <a:xfrm rot="5400000">
              <a:off x="3993320"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4" name="Line 27">
              <a:extLst>
                <a:ext uri="{FF2B5EF4-FFF2-40B4-BE49-F238E27FC236}">
                  <a16:creationId xmlns:a16="http://schemas.microsoft.com/office/drawing/2014/main" id="{A3CDAD4E-0C30-A499-944E-31702DBD7475}"/>
                </a:ext>
              </a:extLst>
            </p:cNvPr>
            <p:cNvSpPr>
              <a:spLocks noChangeShapeType="1"/>
            </p:cNvSpPr>
            <p:nvPr/>
          </p:nvSpPr>
          <p:spPr bwMode="auto">
            <a:xfrm>
              <a:off x="4905749"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 name="椭圆 34">
              <a:extLst>
                <a:ext uri="{FF2B5EF4-FFF2-40B4-BE49-F238E27FC236}">
                  <a16:creationId xmlns:a16="http://schemas.microsoft.com/office/drawing/2014/main" id="{6FFCE95A-DBF0-FB39-FBAD-845B4A084C14}"/>
                </a:ext>
              </a:extLst>
            </p:cNvPr>
            <p:cNvSpPr/>
            <p:nvPr/>
          </p:nvSpPr>
          <p:spPr>
            <a:xfrm flipV="1">
              <a:off x="3903944"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6" name="Line 27">
              <a:extLst>
                <a:ext uri="{FF2B5EF4-FFF2-40B4-BE49-F238E27FC236}">
                  <a16:creationId xmlns:a16="http://schemas.microsoft.com/office/drawing/2014/main" id="{323ACE28-EF5C-93F7-2705-715B1F01AECC}"/>
                </a:ext>
              </a:extLst>
            </p:cNvPr>
            <p:cNvSpPr>
              <a:spLocks noChangeShapeType="1"/>
            </p:cNvSpPr>
            <p:nvPr/>
          </p:nvSpPr>
          <p:spPr bwMode="auto">
            <a:xfrm>
              <a:off x="3827784"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文本框 36">
              <a:extLst>
                <a:ext uri="{FF2B5EF4-FFF2-40B4-BE49-F238E27FC236}">
                  <a16:creationId xmlns:a16="http://schemas.microsoft.com/office/drawing/2014/main" id="{D65FD77B-AEE6-0AC8-099B-07DBD3E87921}"/>
                </a:ext>
              </a:extLst>
            </p:cNvPr>
            <p:cNvSpPr txBox="1"/>
            <p:nvPr/>
          </p:nvSpPr>
          <p:spPr>
            <a:xfrm>
              <a:off x="544918" y="4781208"/>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89C78257-77DD-EEF0-3F59-721971CE702F}"/>
                </a:ext>
              </a:extLst>
            </p:cNvPr>
            <p:cNvSpPr txBox="1"/>
            <p:nvPr/>
          </p:nvSpPr>
          <p:spPr>
            <a:xfrm>
              <a:off x="2098087" y="4784845"/>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7A10CEC6-8874-494A-51E5-CE8045123ED2}"/>
                </a:ext>
              </a:extLst>
            </p:cNvPr>
            <p:cNvSpPr txBox="1"/>
            <p:nvPr/>
          </p:nvSpPr>
          <p:spPr>
            <a:xfrm>
              <a:off x="3643957" y="4776730"/>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3D0A2A85-E6BC-FBDD-7D5E-085D5001B372}"/>
                    </a:ext>
                  </a:extLst>
                </p:cNvPr>
                <p:cNvSpPr txBox="1"/>
                <p:nvPr/>
              </p:nvSpPr>
              <p:spPr>
                <a:xfrm>
                  <a:off x="176304" y="5544717"/>
                  <a:ext cx="506442"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85" name="文本框 84">
                  <a:extLst>
                    <a:ext uri="{FF2B5EF4-FFF2-40B4-BE49-F238E27FC236}">
                      <a16:creationId xmlns:a16="http://schemas.microsoft.com/office/drawing/2014/main" id="{F2B9F25C-23ED-B914-3335-DE2EDCFEFCE6}"/>
                    </a:ext>
                  </a:extLst>
                </p:cNvPr>
                <p:cNvSpPr txBox="1">
                  <a:spLocks noRot="1" noChangeAspect="1" noMove="1" noResize="1" noEditPoints="1" noAdjustHandles="1" noChangeArrowheads="1" noChangeShapeType="1" noTextEdit="1"/>
                </p:cNvSpPr>
                <p:nvPr/>
              </p:nvSpPr>
              <p:spPr>
                <a:xfrm>
                  <a:off x="176304" y="5544717"/>
                  <a:ext cx="506442" cy="400110"/>
                </a:xfrm>
                <a:prstGeom prst="rect">
                  <a:avLst/>
                </a:prstGeom>
                <a:blipFill>
                  <a:blip r:embed="rId14"/>
                  <a:stretch>
                    <a:fillRect l="-36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DD584D79-6964-FE62-9760-85CC87084118}"/>
                    </a:ext>
                  </a:extLst>
                </p:cNvPr>
                <p:cNvSpPr txBox="1"/>
                <p:nvPr/>
              </p:nvSpPr>
              <p:spPr>
                <a:xfrm>
                  <a:off x="1496309" y="4926778"/>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6" name="文本框 85">
                  <a:extLst>
                    <a:ext uri="{FF2B5EF4-FFF2-40B4-BE49-F238E27FC236}">
                      <a16:creationId xmlns:a16="http://schemas.microsoft.com/office/drawing/2014/main" id="{44313039-B058-95C2-E285-F894A0C2E539}"/>
                    </a:ext>
                  </a:extLst>
                </p:cNvPr>
                <p:cNvSpPr txBox="1">
                  <a:spLocks noRot="1" noChangeAspect="1" noMove="1" noResize="1" noEditPoints="1" noAdjustHandles="1" noChangeArrowheads="1" noChangeShapeType="1" noTextEdit="1"/>
                </p:cNvSpPr>
                <p:nvPr/>
              </p:nvSpPr>
              <p:spPr>
                <a:xfrm>
                  <a:off x="1496309" y="4926778"/>
                  <a:ext cx="279337" cy="400110"/>
                </a:xfrm>
                <a:prstGeom prst="rect">
                  <a:avLst/>
                </a:prstGeom>
                <a:blipFill>
                  <a:blip r:embed="rId15"/>
                  <a:stretch>
                    <a:fillRect l="-6522" r="-32609"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5B232A8A-2D9E-A47F-7B8C-60FD99B324C6}"/>
                    </a:ext>
                  </a:extLst>
                </p:cNvPr>
                <p:cNvSpPr txBox="1"/>
                <p:nvPr/>
              </p:nvSpPr>
              <p:spPr>
                <a:xfrm>
                  <a:off x="3046569" y="4922690"/>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7" name="文本框 86">
                  <a:extLst>
                    <a:ext uri="{FF2B5EF4-FFF2-40B4-BE49-F238E27FC236}">
                      <a16:creationId xmlns:a16="http://schemas.microsoft.com/office/drawing/2014/main" id="{B441F7BB-A929-547D-CC96-01857A2AA351}"/>
                    </a:ext>
                  </a:extLst>
                </p:cNvPr>
                <p:cNvSpPr txBox="1">
                  <a:spLocks noRot="1" noChangeAspect="1" noMove="1" noResize="1" noEditPoints="1" noAdjustHandles="1" noChangeArrowheads="1" noChangeShapeType="1" noTextEdit="1"/>
                </p:cNvSpPr>
                <p:nvPr/>
              </p:nvSpPr>
              <p:spPr>
                <a:xfrm>
                  <a:off x="3046569" y="4922690"/>
                  <a:ext cx="279337" cy="400110"/>
                </a:xfrm>
                <a:prstGeom prst="rect">
                  <a:avLst/>
                </a:prstGeom>
                <a:blipFill>
                  <a:blip r:embed="rId16"/>
                  <a:stretch>
                    <a:fillRect l="-6522" r="-32609"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4F600C4B-F39E-DAE5-72ED-AFFF5926CD09}"/>
                    </a:ext>
                  </a:extLst>
                </p:cNvPr>
                <p:cNvSpPr txBox="1"/>
                <p:nvPr/>
              </p:nvSpPr>
              <p:spPr>
                <a:xfrm>
                  <a:off x="4595263" y="4922690"/>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8" name="文本框 87">
                  <a:extLst>
                    <a:ext uri="{FF2B5EF4-FFF2-40B4-BE49-F238E27FC236}">
                      <a16:creationId xmlns:a16="http://schemas.microsoft.com/office/drawing/2014/main" id="{D858C234-70EA-97F8-7343-AAF671471B96}"/>
                    </a:ext>
                  </a:extLst>
                </p:cNvPr>
                <p:cNvSpPr txBox="1">
                  <a:spLocks noRot="1" noChangeAspect="1" noMove="1" noResize="1" noEditPoints="1" noAdjustHandles="1" noChangeArrowheads="1" noChangeShapeType="1" noTextEdit="1"/>
                </p:cNvSpPr>
                <p:nvPr/>
              </p:nvSpPr>
              <p:spPr>
                <a:xfrm>
                  <a:off x="4595263" y="4922690"/>
                  <a:ext cx="279337" cy="400110"/>
                </a:xfrm>
                <a:prstGeom prst="rect">
                  <a:avLst/>
                </a:prstGeom>
                <a:blipFill>
                  <a:blip r:embed="rId17"/>
                  <a:stretch>
                    <a:fillRect l="-8889" r="-33333" b="-12308"/>
                  </a:stretch>
                </a:blipFill>
              </p:spPr>
              <p:txBody>
                <a:bodyPr/>
                <a:lstStyle/>
                <a:p>
                  <a:r>
                    <a:rPr lang="zh-CN" altLang="en-US">
                      <a:noFill/>
                    </a:rPr>
                    <a:t> </a:t>
                  </a:r>
                </a:p>
              </p:txBody>
            </p:sp>
          </mc:Fallback>
        </mc:AlternateContent>
        <p:sp>
          <p:nvSpPr>
            <p:cNvPr id="44" name="Line 27">
              <a:extLst>
                <a:ext uri="{FF2B5EF4-FFF2-40B4-BE49-F238E27FC236}">
                  <a16:creationId xmlns:a16="http://schemas.microsoft.com/office/drawing/2014/main" id="{05CC0B79-7D6F-7002-477F-2475ED112701}"/>
                </a:ext>
              </a:extLst>
            </p:cNvPr>
            <p:cNvSpPr>
              <a:spLocks noChangeShapeType="1"/>
            </p:cNvSpPr>
            <p:nvPr/>
          </p:nvSpPr>
          <p:spPr bwMode="auto">
            <a:xfrm rot="5400000">
              <a:off x="1390066"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5" name="Line 27">
              <a:extLst>
                <a:ext uri="{FF2B5EF4-FFF2-40B4-BE49-F238E27FC236}">
                  <a16:creationId xmlns:a16="http://schemas.microsoft.com/office/drawing/2014/main" id="{B1385B4B-AA56-6C2B-9213-60F8274E7C4C}"/>
                </a:ext>
              </a:extLst>
            </p:cNvPr>
            <p:cNvSpPr>
              <a:spLocks noChangeShapeType="1"/>
            </p:cNvSpPr>
            <p:nvPr/>
          </p:nvSpPr>
          <p:spPr bwMode="auto">
            <a:xfrm rot="5400000">
              <a:off x="2943023"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Line 27">
              <a:extLst>
                <a:ext uri="{FF2B5EF4-FFF2-40B4-BE49-F238E27FC236}">
                  <a16:creationId xmlns:a16="http://schemas.microsoft.com/office/drawing/2014/main" id="{837E5FB7-9EC0-A29C-A37A-D99377D37ADD}"/>
                </a:ext>
              </a:extLst>
            </p:cNvPr>
            <p:cNvSpPr>
              <a:spLocks noChangeShapeType="1"/>
            </p:cNvSpPr>
            <p:nvPr/>
          </p:nvSpPr>
          <p:spPr bwMode="auto">
            <a:xfrm rot="5400000">
              <a:off x="4490349"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80959E35-59C6-18C8-3399-90E783B1708E}"/>
                    </a:ext>
                  </a:extLst>
                </p:cNvPr>
                <p:cNvSpPr txBox="1"/>
                <p:nvPr/>
              </p:nvSpPr>
              <p:spPr>
                <a:xfrm>
                  <a:off x="1775298" y="6280326"/>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sz="1800" b="0" i="1" smtClean="0">
                                <a:solidFill>
                                  <a:schemeClr val="tx1"/>
                                </a:solidFill>
                                <a:latin typeface="Cambria Math" panose="02040503050406030204" pitchFamily="18" charset="0"/>
                              </a:rPr>
                              <m:t>0</m:t>
                            </m:r>
                          </m:sub>
                        </m:sSub>
                      </m:oMath>
                    </m:oMathPara>
                  </a14:m>
                  <a:endParaRPr lang="zh-CN" altLang="en-US" dirty="0"/>
                </a:p>
              </p:txBody>
            </p:sp>
          </mc:Choice>
          <mc:Fallback xmlns="">
            <p:sp>
              <p:nvSpPr>
                <p:cNvPr id="91" name="文本框 90">
                  <a:extLst>
                    <a:ext uri="{FF2B5EF4-FFF2-40B4-BE49-F238E27FC236}">
                      <a16:creationId xmlns:a16="http://schemas.microsoft.com/office/drawing/2014/main" id="{0D0B8B94-A179-F8EA-CA12-42CB0E9204A5}"/>
                    </a:ext>
                  </a:extLst>
                </p:cNvPr>
                <p:cNvSpPr txBox="1">
                  <a:spLocks noRot="1" noChangeAspect="1" noMove="1" noResize="1" noEditPoints="1" noAdjustHandles="1" noChangeArrowheads="1" noChangeShapeType="1" noTextEdit="1"/>
                </p:cNvSpPr>
                <p:nvPr/>
              </p:nvSpPr>
              <p:spPr>
                <a:xfrm>
                  <a:off x="1775298" y="6280326"/>
                  <a:ext cx="462110" cy="369332"/>
                </a:xfrm>
                <a:prstGeom prst="rect">
                  <a:avLst/>
                </a:prstGeom>
                <a:blipFill>
                  <a:blip r:embed="rId18"/>
                  <a:stretch>
                    <a:fillRect l="-1316" b="-9836"/>
                  </a:stretch>
                </a:blipFill>
              </p:spPr>
              <p:txBody>
                <a:bodyPr/>
                <a:lstStyle/>
                <a:p>
                  <a:r>
                    <a:rPr lang="zh-CN" altLang="en-US">
                      <a:noFill/>
                    </a:rPr>
                    <a:t> </a:t>
                  </a:r>
                </a:p>
              </p:txBody>
            </p:sp>
          </mc:Fallback>
        </mc:AlternateContent>
        <p:sp>
          <p:nvSpPr>
            <p:cNvPr id="48" name="椭圆 47">
              <a:extLst>
                <a:ext uri="{FF2B5EF4-FFF2-40B4-BE49-F238E27FC236}">
                  <a16:creationId xmlns:a16="http://schemas.microsoft.com/office/drawing/2014/main" id="{DE024064-7DD2-6C0E-BD77-E0A7ED9482A3}"/>
                </a:ext>
              </a:extLst>
            </p:cNvPr>
            <p:cNvSpPr/>
            <p:nvPr/>
          </p:nvSpPr>
          <p:spPr>
            <a:xfrm flipV="1">
              <a:off x="1948398" y="5691130"/>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 name="椭圆 48">
              <a:extLst>
                <a:ext uri="{FF2B5EF4-FFF2-40B4-BE49-F238E27FC236}">
                  <a16:creationId xmlns:a16="http://schemas.microsoft.com/office/drawing/2014/main" id="{245203F1-90F8-6986-23AC-801F1A82BDB4}"/>
                </a:ext>
              </a:extLst>
            </p:cNvPr>
            <p:cNvSpPr/>
            <p:nvPr/>
          </p:nvSpPr>
          <p:spPr>
            <a:xfrm flipV="1">
              <a:off x="3502370" y="5691130"/>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1665F01-C0AE-A0B2-B70D-A2E864FE482A}"/>
                    </a:ext>
                  </a:extLst>
                </p:cNvPr>
                <p:cNvSpPr txBox="1"/>
                <p:nvPr/>
              </p:nvSpPr>
              <p:spPr>
                <a:xfrm>
                  <a:off x="3328157" y="627533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sz="1800" b="0" i="1" smtClean="0">
                                <a:solidFill>
                                  <a:schemeClr val="tx1"/>
                                </a:solidFill>
                                <a:latin typeface="Cambria Math" panose="02040503050406030204" pitchFamily="18" charset="0"/>
                              </a:rPr>
                              <m:t>1</m:t>
                            </m:r>
                          </m:sub>
                        </m:sSub>
                      </m:oMath>
                    </m:oMathPara>
                  </a14:m>
                  <a:endParaRPr lang="zh-CN" altLang="en-US" dirty="0"/>
                </a:p>
              </p:txBody>
            </p:sp>
          </mc:Choice>
          <mc:Fallback xmlns="">
            <p:sp>
              <p:nvSpPr>
                <p:cNvPr id="94" name="文本框 93">
                  <a:extLst>
                    <a:ext uri="{FF2B5EF4-FFF2-40B4-BE49-F238E27FC236}">
                      <a16:creationId xmlns:a16="http://schemas.microsoft.com/office/drawing/2014/main" id="{F9929A16-1659-9486-38EA-2D5D7C60F5AC}"/>
                    </a:ext>
                  </a:extLst>
                </p:cNvPr>
                <p:cNvSpPr txBox="1">
                  <a:spLocks noRot="1" noChangeAspect="1" noMove="1" noResize="1" noEditPoints="1" noAdjustHandles="1" noChangeArrowheads="1" noChangeShapeType="1" noTextEdit="1"/>
                </p:cNvSpPr>
                <p:nvPr/>
              </p:nvSpPr>
              <p:spPr>
                <a:xfrm>
                  <a:off x="3328157" y="6275332"/>
                  <a:ext cx="462110" cy="369332"/>
                </a:xfrm>
                <a:prstGeom prst="rect">
                  <a:avLst/>
                </a:prstGeom>
                <a:blipFill>
                  <a:blip r:embed="rId19"/>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3BCE714-F72A-8D5A-BA04-4BFFDB5A1813}"/>
                    </a:ext>
                  </a:extLst>
                </p:cNvPr>
                <p:cNvSpPr txBox="1"/>
                <p:nvPr/>
              </p:nvSpPr>
              <p:spPr>
                <a:xfrm>
                  <a:off x="4873532" y="627533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p>
              </p:txBody>
            </p:sp>
          </mc:Choice>
          <mc:Fallback xmlns="">
            <p:sp>
              <p:nvSpPr>
                <p:cNvPr id="95" name="文本框 94">
                  <a:extLst>
                    <a:ext uri="{FF2B5EF4-FFF2-40B4-BE49-F238E27FC236}">
                      <a16:creationId xmlns:a16="http://schemas.microsoft.com/office/drawing/2014/main" id="{4A4C8E67-60D0-024D-A53D-ABFBC1E4C969}"/>
                    </a:ext>
                  </a:extLst>
                </p:cNvPr>
                <p:cNvSpPr txBox="1">
                  <a:spLocks noRot="1" noChangeAspect="1" noMove="1" noResize="1" noEditPoints="1" noAdjustHandles="1" noChangeArrowheads="1" noChangeShapeType="1" noTextEdit="1"/>
                </p:cNvSpPr>
                <p:nvPr/>
              </p:nvSpPr>
              <p:spPr>
                <a:xfrm>
                  <a:off x="4873532" y="6275332"/>
                  <a:ext cx="462110" cy="369332"/>
                </a:xfrm>
                <a:prstGeom prst="rect">
                  <a:avLst/>
                </a:prstGeom>
                <a:blipFill>
                  <a:blip r:embed="rId20"/>
                  <a:stretch>
                    <a:fillRect l="-1316" b="-10000"/>
                  </a:stretch>
                </a:blipFill>
              </p:spPr>
              <p:txBody>
                <a:bodyPr/>
                <a:lstStyle/>
                <a:p>
                  <a:r>
                    <a:rPr lang="zh-CN" altLang="en-US">
                      <a:noFill/>
                    </a:rPr>
                    <a:t> </a:t>
                  </a:r>
                </a:p>
              </p:txBody>
            </p:sp>
          </mc:Fallback>
        </mc:AlternateContent>
        <p:sp>
          <p:nvSpPr>
            <p:cNvPr id="53" name="Line 27">
              <a:extLst>
                <a:ext uri="{FF2B5EF4-FFF2-40B4-BE49-F238E27FC236}">
                  <a16:creationId xmlns:a16="http://schemas.microsoft.com/office/drawing/2014/main" id="{23FC7DDC-26EF-E1BE-12FA-BE5F8BBEA7B0}"/>
                </a:ext>
              </a:extLst>
            </p:cNvPr>
            <p:cNvSpPr>
              <a:spLocks noChangeShapeType="1"/>
            </p:cNvSpPr>
            <p:nvPr/>
          </p:nvSpPr>
          <p:spPr bwMode="auto">
            <a:xfrm>
              <a:off x="5104123" y="5996504"/>
              <a:ext cx="431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Line 27">
              <a:extLst>
                <a:ext uri="{FF2B5EF4-FFF2-40B4-BE49-F238E27FC236}">
                  <a16:creationId xmlns:a16="http://schemas.microsoft.com/office/drawing/2014/main" id="{9D643115-B5C0-A01E-7B82-4409CAB1E77E}"/>
                </a:ext>
              </a:extLst>
            </p:cNvPr>
            <p:cNvSpPr>
              <a:spLocks noChangeShapeType="1"/>
            </p:cNvSpPr>
            <p:nvPr/>
          </p:nvSpPr>
          <p:spPr bwMode="auto">
            <a:xfrm>
              <a:off x="2003420" y="6230014"/>
              <a:ext cx="35326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Line 27">
              <a:extLst>
                <a:ext uri="{FF2B5EF4-FFF2-40B4-BE49-F238E27FC236}">
                  <a16:creationId xmlns:a16="http://schemas.microsoft.com/office/drawing/2014/main" id="{4B99B513-A700-9442-E62E-1EED51C2EB51}"/>
                </a:ext>
              </a:extLst>
            </p:cNvPr>
            <p:cNvSpPr>
              <a:spLocks noChangeShapeType="1"/>
            </p:cNvSpPr>
            <p:nvPr/>
          </p:nvSpPr>
          <p:spPr bwMode="auto">
            <a:xfrm>
              <a:off x="3556201" y="6111228"/>
              <a:ext cx="2658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9F9EB440-FA58-5421-0AD7-92F529B7FC53}"/>
                    </a:ext>
                  </a:extLst>
                </p:cNvPr>
                <p:cNvSpPr txBox="1"/>
                <p:nvPr/>
              </p:nvSpPr>
              <p:spPr>
                <a:xfrm>
                  <a:off x="6093549" y="592656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chemeClr val="tx1"/>
                            </a:solidFill>
                            <a:latin typeface="Cambria Math" panose="02040503050406030204" pitchFamily="18" charset="0"/>
                          </a:rPr>
                          <m:t>C</m:t>
                        </m:r>
                      </m:oMath>
                    </m:oMathPara>
                  </a14:m>
                  <a:endParaRPr lang="zh-CN" altLang="en-US" dirty="0"/>
                </a:p>
              </p:txBody>
            </p:sp>
          </mc:Choice>
          <mc:Fallback xmlns="">
            <p:sp>
              <p:nvSpPr>
                <p:cNvPr id="25" name="文本框 24">
                  <a:extLst>
                    <a:ext uri="{FF2B5EF4-FFF2-40B4-BE49-F238E27FC236}">
                      <a16:creationId xmlns:a16="http://schemas.microsoft.com/office/drawing/2014/main" id="{0B134EA3-D596-BB6F-F09F-5CC5462B2754}"/>
                    </a:ext>
                  </a:extLst>
                </p:cNvPr>
                <p:cNvSpPr txBox="1">
                  <a:spLocks noRot="1" noChangeAspect="1" noMove="1" noResize="1" noEditPoints="1" noAdjustHandles="1" noChangeArrowheads="1" noChangeShapeType="1" noTextEdit="1"/>
                </p:cNvSpPr>
                <p:nvPr/>
              </p:nvSpPr>
              <p:spPr>
                <a:xfrm>
                  <a:off x="6093549" y="5926562"/>
                  <a:ext cx="462110" cy="369332"/>
                </a:xfrm>
                <a:prstGeom prst="rect">
                  <a:avLst/>
                </a:prstGeom>
                <a:blipFill>
                  <a:blip r:embed="rId21"/>
                  <a:stretch>
                    <a:fillRect/>
                  </a:stretch>
                </a:blipFill>
              </p:spPr>
              <p:txBody>
                <a:bodyPr/>
                <a:lstStyle/>
                <a:p>
                  <a:r>
                    <a:rPr lang="zh-CN" altLang="en-US">
                      <a:noFill/>
                    </a:rPr>
                    <a:t> </a:t>
                  </a:r>
                </a:p>
              </p:txBody>
            </p:sp>
          </mc:Fallback>
        </mc:AlternateContent>
        <p:sp>
          <p:nvSpPr>
            <p:cNvPr id="58" name="椭圆 57">
              <a:extLst>
                <a:ext uri="{FF2B5EF4-FFF2-40B4-BE49-F238E27FC236}">
                  <a16:creationId xmlns:a16="http://schemas.microsoft.com/office/drawing/2014/main" id="{CFFEA645-4D02-BCB7-7403-5D19FDE46CC5}"/>
                </a:ext>
              </a:extLst>
            </p:cNvPr>
            <p:cNvSpPr/>
            <p:nvPr/>
          </p:nvSpPr>
          <p:spPr>
            <a:xfrm flipV="1">
              <a:off x="1949161" y="6176067"/>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9" name="椭圆 58">
              <a:extLst>
                <a:ext uri="{FF2B5EF4-FFF2-40B4-BE49-F238E27FC236}">
                  <a16:creationId xmlns:a16="http://schemas.microsoft.com/office/drawing/2014/main" id="{D46A2158-67BA-90DD-AD45-E0CF1F1EA37E}"/>
                </a:ext>
              </a:extLst>
            </p:cNvPr>
            <p:cNvSpPr/>
            <p:nvPr/>
          </p:nvSpPr>
          <p:spPr>
            <a:xfrm flipV="1">
              <a:off x="3502370" y="6056763"/>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0" name="椭圆 59">
              <a:extLst>
                <a:ext uri="{FF2B5EF4-FFF2-40B4-BE49-F238E27FC236}">
                  <a16:creationId xmlns:a16="http://schemas.microsoft.com/office/drawing/2014/main" id="{160F0883-AD9C-8CC0-B502-AE18721C1677}"/>
                </a:ext>
              </a:extLst>
            </p:cNvPr>
            <p:cNvSpPr/>
            <p:nvPr/>
          </p:nvSpPr>
          <p:spPr>
            <a:xfrm flipV="1">
              <a:off x="5050291" y="5942938"/>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2" name="流程图: 延期 51">
              <a:extLst>
                <a:ext uri="{FF2B5EF4-FFF2-40B4-BE49-F238E27FC236}">
                  <a16:creationId xmlns:a16="http://schemas.microsoft.com/office/drawing/2014/main" id="{F0A1AEF8-30D7-49BD-AAF7-6477B1A9BDD6}"/>
                </a:ext>
              </a:extLst>
            </p:cNvPr>
            <p:cNvSpPr/>
            <p:nvPr/>
          </p:nvSpPr>
          <p:spPr>
            <a:xfrm>
              <a:off x="5536083" y="5874271"/>
              <a:ext cx="461477" cy="473914"/>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
        <p:nvSpPr>
          <p:cNvPr id="62" name="标题 1">
            <a:extLst>
              <a:ext uri="{FF2B5EF4-FFF2-40B4-BE49-F238E27FC236}">
                <a16:creationId xmlns:a16="http://schemas.microsoft.com/office/drawing/2014/main" id="{356C4017-84A2-EFB6-3131-973B4E12707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1F5F720-EAB1-61DC-2CAC-08E849FCDED0}"/>
                  </a:ext>
                </a:extLst>
              </p:cNvPr>
              <p:cNvSpPr txBox="1"/>
              <p:nvPr/>
            </p:nvSpPr>
            <p:spPr>
              <a:xfrm>
                <a:off x="720000" y="6192000"/>
                <a:ext cx="3762530" cy="503792"/>
              </a:xfrm>
              <a:prstGeom prst="rect">
                <a:avLst/>
              </a:prstGeom>
              <a:noFill/>
            </p:spPr>
            <p:txBody>
              <a:bodyPr wrap="square">
                <a:spAutoFit/>
              </a:bodyPr>
              <a:lstStyle/>
              <a:p>
                <a14:m>
                  <m:oMath xmlns:m="http://schemas.openxmlformats.org/officeDocument/2006/math">
                    <m:sSubSup>
                      <m:sSubSupPr>
                        <m:ctrlPr>
                          <a:rPr lang="en-US" altLang="zh-CN" sz="2400" i="1" smtClean="0">
                            <a:solidFill>
                              <a:srgbClr val="0000FF"/>
                            </a:solidFill>
                            <a:latin typeface="Cambria Math" panose="02040503050406030204" pitchFamily="18" charset="0"/>
                          </a:rPr>
                        </m:ctrlPr>
                      </m:sSubSupPr>
                      <m:e>
                        <m:r>
                          <m:rPr>
                            <m:sty m:val="p"/>
                          </m:rPr>
                          <a:rPr lang="en-US" altLang="zh-CN" sz="2400">
                            <a:solidFill>
                              <a:srgbClr val="0000FF"/>
                            </a:solidFill>
                            <a:latin typeface="Cambria Math" panose="02040503050406030204" pitchFamily="18" charset="0"/>
                          </a:rPr>
                          <m:t>Q</m:t>
                        </m:r>
                      </m:e>
                      <m:sub>
                        <m:r>
                          <a:rPr lang="en-US" altLang="zh-CN" sz="2400" b="0" i="1" smtClean="0">
                            <a:solidFill>
                              <a:srgbClr val="0000FF"/>
                            </a:solidFill>
                            <a:latin typeface="Cambria Math" panose="02040503050406030204" pitchFamily="18" charset="0"/>
                          </a:rPr>
                          <m:t>𝑖</m:t>
                        </m:r>
                      </m:sub>
                      <m:sup>
                        <m:r>
                          <a:rPr lang="en-US" altLang="zh-CN" sz="2400" b="0" i="1" smtClean="0">
                            <a:solidFill>
                              <a:srgbClr val="0000FF"/>
                            </a:solidFill>
                            <a:latin typeface="Cambria Math" panose="02040503050406030204" pitchFamily="18" charset="0"/>
                          </a:rPr>
                          <m:t>𝑛</m:t>
                        </m:r>
                        <m:r>
                          <a:rPr lang="en-US" altLang="zh-CN" sz="2400" b="0" i="1" smtClean="0">
                            <a:solidFill>
                              <a:srgbClr val="0000FF"/>
                            </a:solidFill>
                            <a:latin typeface="Cambria Math" panose="02040503050406030204" pitchFamily="18" charset="0"/>
                          </a:rPr>
                          <m:t>+1</m:t>
                        </m:r>
                      </m:sup>
                    </m:sSubSup>
                    <m:r>
                      <a:rPr lang="en-US" altLang="zh-CN" sz="2400" b="0" i="1" smtClean="0">
                        <a:solidFill>
                          <a:srgbClr val="0000FF"/>
                        </a:solidFill>
                        <a:latin typeface="Cambria Math" panose="02040503050406030204" pitchFamily="18" charset="0"/>
                      </a:rPr>
                      <m:t>=</m:t>
                    </m:r>
                    <m:acc>
                      <m:accPr>
                        <m:chr m:val="̅"/>
                        <m:ctrlPr>
                          <a:rPr lang="en-US" altLang="zh-CN" sz="2400" b="0" i="1" smtClean="0">
                            <a:solidFill>
                              <a:srgbClr val="0000FF"/>
                            </a:solidFill>
                            <a:latin typeface="Cambria Math" panose="02040503050406030204" pitchFamily="18" charset="0"/>
                          </a:rPr>
                        </m:ctrlPr>
                      </m:accPr>
                      <m:e>
                        <m:sSubSup>
                          <m:sSubSupPr>
                            <m:ctrlPr>
                              <a:rPr lang="en-US" altLang="zh-CN" sz="2400" i="1">
                                <a:solidFill>
                                  <a:srgbClr val="0000FF"/>
                                </a:solidFill>
                                <a:latin typeface="Cambria Math" panose="02040503050406030204" pitchFamily="18" charset="0"/>
                              </a:rPr>
                            </m:ctrlPr>
                          </m:sSubSupPr>
                          <m:e>
                            <m:r>
                              <m:rPr>
                                <m:sty m:val="p"/>
                              </m:rPr>
                              <a:rPr lang="en-US" altLang="zh-CN" sz="2400">
                                <a:solidFill>
                                  <a:srgbClr val="0000FF"/>
                                </a:solidFill>
                                <a:latin typeface="Cambria Math" panose="02040503050406030204" pitchFamily="18" charset="0"/>
                              </a:rPr>
                              <m:t>Q</m:t>
                            </m:r>
                          </m:e>
                          <m:sub>
                            <m:r>
                              <a:rPr lang="en-US" altLang="zh-CN" sz="2400" i="1">
                                <a:solidFill>
                                  <a:srgbClr val="0000FF"/>
                                </a:solidFill>
                                <a:latin typeface="Cambria Math" panose="02040503050406030204" pitchFamily="18" charset="0"/>
                              </a:rPr>
                              <m:t>𝑖</m:t>
                            </m:r>
                          </m:sub>
                          <m:sup>
                            <m:r>
                              <a:rPr lang="en-US" altLang="zh-CN" sz="2400" i="1">
                                <a:solidFill>
                                  <a:srgbClr val="0000FF"/>
                                </a:solidFill>
                                <a:latin typeface="Cambria Math" panose="02040503050406030204" pitchFamily="18" charset="0"/>
                              </a:rPr>
                              <m:t>𝑛</m:t>
                            </m:r>
                          </m:sup>
                        </m:sSubSup>
                      </m:e>
                    </m:acc>
                  </m:oMath>
                </a14:m>
                <a:r>
                  <a:rPr lang="zh-CN" altLang="en-US" sz="24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400" b="0" i="0" smtClean="0">
                        <a:solidFill>
                          <a:srgbClr val="0000FF"/>
                        </a:solidFill>
                        <a:latin typeface="Cambria Math" panose="02040503050406030204" pitchFamily="18" charset="0"/>
                      </a:rPr>
                      <m:t>C</m:t>
                    </m:r>
                    <m:r>
                      <a:rPr lang="en-US" altLang="zh-CN" sz="2400" i="1">
                        <a:solidFill>
                          <a:srgbClr val="0000FF"/>
                        </a:solidFill>
                        <a:latin typeface="Cambria Math" panose="02040503050406030204" pitchFamily="18" charset="0"/>
                      </a:rPr>
                      <m:t>=</m:t>
                    </m:r>
                    <m:sSub>
                      <m:sSubPr>
                        <m:ctrlPr>
                          <a:rPr lang="en-US" altLang="zh-CN" sz="2400" i="1" smtClean="0">
                            <a:solidFill>
                              <a:srgbClr val="0000FF"/>
                            </a:solidFill>
                            <a:latin typeface="Cambria Math" panose="02040503050406030204" pitchFamily="18" charset="0"/>
                          </a:rPr>
                        </m:ctrlPr>
                      </m:sSubPr>
                      <m:e>
                        <m:r>
                          <m:rPr>
                            <m:sty m:val="p"/>
                          </m:rPr>
                          <a:rPr lang="en-US" altLang="zh-CN" sz="2400" b="0" i="0" smtClean="0">
                            <a:solidFill>
                              <a:srgbClr val="0000FF"/>
                            </a:solidFill>
                            <a:latin typeface="Cambria Math" panose="02040503050406030204" pitchFamily="18" charset="0"/>
                          </a:rPr>
                          <m:t>Q</m:t>
                        </m:r>
                      </m:e>
                      <m:sub>
                        <m:r>
                          <a:rPr lang="en-US" altLang="zh-CN" sz="2400" i="1">
                            <a:solidFill>
                              <a:srgbClr val="0000FF"/>
                            </a:solidFill>
                            <a:latin typeface="Cambria Math" panose="02040503050406030204" pitchFamily="18" charset="0"/>
                          </a:rPr>
                          <m:t>2</m:t>
                        </m:r>
                      </m:sub>
                    </m:sSub>
                    <m:sSub>
                      <m:sSubPr>
                        <m:ctrlPr>
                          <a:rPr lang="en-US" altLang="zh-CN" sz="2400" i="1">
                            <a:solidFill>
                              <a:srgbClr val="0000FF"/>
                            </a:solidFill>
                            <a:latin typeface="Cambria Math" panose="02040503050406030204" pitchFamily="18" charset="0"/>
                          </a:rPr>
                        </m:ctrlPr>
                      </m:sSubPr>
                      <m:e>
                        <m:r>
                          <m:rPr>
                            <m:sty m:val="p"/>
                          </m:rPr>
                          <a:rPr lang="en-US" altLang="zh-CN" sz="2400">
                            <a:solidFill>
                              <a:srgbClr val="0000FF"/>
                            </a:solidFill>
                            <a:latin typeface="Cambria Math" panose="02040503050406030204" pitchFamily="18" charset="0"/>
                          </a:rPr>
                          <m:t>Q</m:t>
                        </m:r>
                      </m:e>
                      <m:sub>
                        <m:r>
                          <a:rPr lang="en-US" altLang="zh-CN" sz="2400" i="1" smtClean="0">
                            <a:solidFill>
                              <a:srgbClr val="0000FF"/>
                            </a:solidFill>
                            <a:latin typeface="Cambria Math" panose="02040503050406030204" pitchFamily="18" charset="0"/>
                          </a:rPr>
                          <m:t>1</m:t>
                        </m:r>
                      </m:sub>
                    </m:sSub>
                    <m:sSub>
                      <m:sSubPr>
                        <m:ctrlPr>
                          <a:rPr lang="en-US" altLang="zh-CN" sz="2400" i="1">
                            <a:solidFill>
                              <a:srgbClr val="0000FF"/>
                            </a:solidFill>
                            <a:latin typeface="Cambria Math" panose="02040503050406030204" pitchFamily="18" charset="0"/>
                          </a:rPr>
                        </m:ctrlPr>
                      </m:sSubPr>
                      <m:e>
                        <m:r>
                          <m:rPr>
                            <m:sty m:val="p"/>
                          </m:rPr>
                          <a:rPr lang="en-US" altLang="zh-CN" sz="2400">
                            <a:solidFill>
                              <a:srgbClr val="0000FF"/>
                            </a:solidFill>
                            <a:latin typeface="Cambria Math" panose="02040503050406030204" pitchFamily="18" charset="0"/>
                          </a:rPr>
                          <m:t>Q</m:t>
                        </m:r>
                      </m:e>
                      <m:sub>
                        <m:r>
                          <a:rPr lang="en-US" altLang="zh-CN" sz="2400" i="1" smtClean="0">
                            <a:solidFill>
                              <a:srgbClr val="0000FF"/>
                            </a:solidFill>
                            <a:latin typeface="Cambria Math" panose="02040503050406030204" pitchFamily="18" charset="0"/>
                          </a:rPr>
                          <m:t>0</m:t>
                        </m:r>
                      </m:sub>
                    </m:sSub>
                  </m:oMath>
                </a14:m>
                <a:endParaRPr lang="zh-CN" altLang="en-US" sz="24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C1F5F720-EAB1-61DC-2CAC-08E849FCDED0}"/>
                  </a:ext>
                </a:extLst>
              </p:cNvPr>
              <p:cNvSpPr txBox="1">
                <a:spLocks noRot="1" noChangeAspect="1" noMove="1" noResize="1" noEditPoints="1" noAdjustHandles="1" noChangeArrowheads="1" noChangeShapeType="1" noTextEdit="1"/>
              </p:cNvSpPr>
              <p:nvPr/>
            </p:nvSpPr>
            <p:spPr>
              <a:xfrm>
                <a:off x="720000" y="6192000"/>
                <a:ext cx="3762530" cy="503792"/>
              </a:xfrm>
              <a:prstGeom prst="rect">
                <a:avLst/>
              </a:prstGeom>
              <a:blipFill>
                <a:blip r:embed="rId22"/>
                <a:stretch>
                  <a:fillRect t="-3659" b="-256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4801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C5A9B-3144-8973-1784-576A50631B81}"/>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7D37961A-C42E-7960-C1E5-B33B2975A53D}"/>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F4640C31-7437-2EB4-F7FF-14F5085C037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E5D2B9F7-2FC7-00F3-6D32-9C64CAAF612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574D67A-6743-F551-AE0B-176F6D174B3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B6611FF-590C-0829-C639-8189CA071FB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1C656272-3405-1AE9-1B32-77AF577AF0BF}"/>
              </a:ext>
            </a:extLst>
          </p:cNvPr>
          <p:cNvSpPr txBox="1"/>
          <p:nvPr/>
        </p:nvSpPr>
        <p:spPr>
          <a:xfrm>
            <a:off x="360000" y="828000"/>
            <a:ext cx="6661286"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异步二进制递增计数器（以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7" name="组合 206">
            <a:extLst>
              <a:ext uri="{FF2B5EF4-FFF2-40B4-BE49-F238E27FC236}">
                <a16:creationId xmlns:a16="http://schemas.microsoft.com/office/drawing/2014/main" id="{E27FECF2-63E2-D3CC-92BF-62FFBB6EE1D4}"/>
              </a:ext>
            </a:extLst>
          </p:cNvPr>
          <p:cNvGrpSpPr/>
          <p:nvPr/>
        </p:nvGrpSpPr>
        <p:grpSpPr>
          <a:xfrm>
            <a:off x="360000" y="1620000"/>
            <a:ext cx="6018637" cy="2542007"/>
            <a:chOff x="343785" y="1588238"/>
            <a:chExt cx="6018637" cy="2542007"/>
          </a:xfrm>
        </p:grpSpPr>
        <p:sp>
          <p:nvSpPr>
            <p:cNvPr id="157" name="Line 27">
              <a:extLst>
                <a:ext uri="{FF2B5EF4-FFF2-40B4-BE49-F238E27FC236}">
                  <a16:creationId xmlns:a16="http://schemas.microsoft.com/office/drawing/2014/main" id="{3DDF63A7-7F68-0876-AF82-CF297704B1A3}"/>
                </a:ext>
              </a:extLst>
            </p:cNvPr>
            <p:cNvSpPr>
              <a:spLocks noChangeShapeType="1"/>
            </p:cNvSpPr>
            <p:nvPr/>
          </p:nvSpPr>
          <p:spPr bwMode="auto">
            <a:xfrm rot="16200000">
              <a:off x="314884" y="2937839"/>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Line 27">
              <a:extLst>
                <a:ext uri="{FF2B5EF4-FFF2-40B4-BE49-F238E27FC236}">
                  <a16:creationId xmlns:a16="http://schemas.microsoft.com/office/drawing/2014/main" id="{EBCC8919-F0F2-4B8E-3940-58B051D9DB92}"/>
                </a:ext>
              </a:extLst>
            </p:cNvPr>
            <p:cNvSpPr>
              <a:spLocks noChangeShapeType="1"/>
            </p:cNvSpPr>
            <p:nvPr/>
          </p:nvSpPr>
          <p:spPr bwMode="auto">
            <a:xfrm rot="16200000">
              <a:off x="962135" y="2937839"/>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1" name="Line 27">
              <a:extLst>
                <a:ext uri="{FF2B5EF4-FFF2-40B4-BE49-F238E27FC236}">
                  <a16:creationId xmlns:a16="http://schemas.microsoft.com/office/drawing/2014/main" id="{3D42D9FB-28F3-36F4-233B-28C8AF65F301}"/>
                </a:ext>
              </a:extLst>
            </p:cNvPr>
            <p:cNvSpPr>
              <a:spLocks noChangeShapeType="1"/>
            </p:cNvSpPr>
            <p:nvPr/>
          </p:nvSpPr>
          <p:spPr bwMode="auto">
            <a:xfrm rot="16200000">
              <a:off x="1609241" y="2934716"/>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3" name="Line 27">
              <a:extLst>
                <a:ext uri="{FF2B5EF4-FFF2-40B4-BE49-F238E27FC236}">
                  <a16:creationId xmlns:a16="http://schemas.microsoft.com/office/drawing/2014/main" id="{FBBD96E2-627D-6142-AFFA-317C8BC4DC56}"/>
                </a:ext>
              </a:extLst>
            </p:cNvPr>
            <p:cNvSpPr>
              <a:spLocks noChangeShapeType="1"/>
            </p:cNvSpPr>
            <p:nvPr/>
          </p:nvSpPr>
          <p:spPr bwMode="auto">
            <a:xfrm rot="16200000">
              <a:off x="2256492" y="2934716"/>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5" name="Line 27">
              <a:extLst>
                <a:ext uri="{FF2B5EF4-FFF2-40B4-BE49-F238E27FC236}">
                  <a16:creationId xmlns:a16="http://schemas.microsoft.com/office/drawing/2014/main" id="{34F6140D-0D90-1A47-7118-95CEEE8F321B}"/>
                </a:ext>
              </a:extLst>
            </p:cNvPr>
            <p:cNvSpPr>
              <a:spLocks noChangeShapeType="1"/>
            </p:cNvSpPr>
            <p:nvPr/>
          </p:nvSpPr>
          <p:spPr bwMode="auto">
            <a:xfrm rot="16200000">
              <a:off x="2903958" y="2934718"/>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7" name="Line 27">
              <a:extLst>
                <a:ext uri="{FF2B5EF4-FFF2-40B4-BE49-F238E27FC236}">
                  <a16:creationId xmlns:a16="http://schemas.microsoft.com/office/drawing/2014/main" id="{5FAA64C6-67DC-BA31-E315-B2E5BBDF1EE1}"/>
                </a:ext>
              </a:extLst>
            </p:cNvPr>
            <p:cNvSpPr>
              <a:spLocks noChangeShapeType="1"/>
            </p:cNvSpPr>
            <p:nvPr/>
          </p:nvSpPr>
          <p:spPr bwMode="auto">
            <a:xfrm rot="16200000">
              <a:off x="3551209" y="2934718"/>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9" name="Line 27">
              <a:extLst>
                <a:ext uri="{FF2B5EF4-FFF2-40B4-BE49-F238E27FC236}">
                  <a16:creationId xmlns:a16="http://schemas.microsoft.com/office/drawing/2014/main" id="{FAB5098E-A7AE-D9D2-DDA1-CD31AE6F1A9E}"/>
                </a:ext>
              </a:extLst>
            </p:cNvPr>
            <p:cNvSpPr>
              <a:spLocks noChangeShapeType="1"/>
            </p:cNvSpPr>
            <p:nvPr/>
          </p:nvSpPr>
          <p:spPr bwMode="auto">
            <a:xfrm rot="16200000">
              <a:off x="4198315" y="2931595"/>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1" name="Line 27">
              <a:extLst>
                <a:ext uri="{FF2B5EF4-FFF2-40B4-BE49-F238E27FC236}">
                  <a16:creationId xmlns:a16="http://schemas.microsoft.com/office/drawing/2014/main" id="{76A21222-E226-F945-F703-480E9A1C3895}"/>
                </a:ext>
              </a:extLst>
            </p:cNvPr>
            <p:cNvSpPr>
              <a:spLocks noChangeShapeType="1"/>
            </p:cNvSpPr>
            <p:nvPr/>
          </p:nvSpPr>
          <p:spPr bwMode="auto">
            <a:xfrm rot="16200000">
              <a:off x="4845566" y="2931595"/>
              <a:ext cx="2384813"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Line 27">
              <a:extLst>
                <a:ext uri="{FF2B5EF4-FFF2-40B4-BE49-F238E27FC236}">
                  <a16:creationId xmlns:a16="http://schemas.microsoft.com/office/drawing/2014/main" id="{2F63354D-FA59-BE6F-51EF-79118743FD0B}"/>
                </a:ext>
              </a:extLst>
            </p:cNvPr>
            <p:cNvSpPr>
              <a:spLocks noChangeShapeType="1"/>
            </p:cNvSpPr>
            <p:nvPr/>
          </p:nvSpPr>
          <p:spPr bwMode="auto">
            <a:xfrm>
              <a:off x="860183"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 name="Line 27">
              <a:extLst>
                <a:ext uri="{FF2B5EF4-FFF2-40B4-BE49-F238E27FC236}">
                  <a16:creationId xmlns:a16="http://schemas.microsoft.com/office/drawing/2014/main" id="{2D03751F-9DE3-E37C-F7F2-B1D9EC7D1DDE}"/>
                </a:ext>
              </a:extLst>
            </p:cNvPr>
            <p:cNvSpPr>
              <a:spLocks noChangeShapeType="1"/>
            </p:cNvSpPr>
            <p:nvPr/>
          </p:nvSpPr>
          <p:spPr bwMode="auto">
            <a:xfrm rot="16200000">
              <a:off x="1042309"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Line 27">
              <a:extLst>
                <a:ext uri="{FF2B5EF4-FFF2-40B4-BE49-F238E27FC236}">
                  <a16:creationId xmlns:a16="http://schemas.microsoft.com/office/drawing/2014/main" id="{42DD9895-FAD8-9EFB-FF70-E3ED540F6488}"/>
                </a:ext>
              </a:extLst>
            </p:cNvPr>
            <p:cNvSpPr>
              <a:spLocks noChangeShapeType="1"/>
            </p:cNvSpPr>
            <p:nvPr/>
          </p:nvSpPr>
          <p:spPr bwMode="auto">
            <a:xfrm rot="16200000">
              <a:off x="1365971"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Line 27">
              <a:extLst>
                <a:ext uri="{FF2B5EF4-FFF2-40B4-BE49-F238E27FC236}">
                  <a16:creationId xmlns:a16="http://schemas.microsoft.com/office/drawing/2014/main" id="{F2855B59-A16D-24F4-A66F-23FAD69D8159}"/>
                </a:ext>
              </a:extLst>
            </p:cNvPr>
            <p:cNvSpPr>
              <a:spLocks noChangeShapeType="1"/>
            </p:cNvSpPr>
            <p:nvPr/>
          </p:nvSpPr>
          <p:spPr bwMode="auto">
            <a:xfrm>
              <a:off x="1183843"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9" name="Line 27">
              <a:extLst>
                <a:ext uri="{FF2B5EF4-FFF2-40B4-BE49-F238E27FC236}">
                  <a16:creationId xmlns:a16="http://schemas.microsoft.com/office/drawing/2014/main" id="{917C2FD8-27E5-BFE3-9A4C-DD38EA5070AA}"/>
                </a:ext>
              </a:extLst>
            </p:cNvPr>
            <p:cNvSpPr>
              <a:spLocks noChangeShapeType="1"/>
            </p:cNvSpPr>
            <p:nvPr/>
          </p:nvSpPr>
          <p:spPr bwMode="auto">
            <a:xfrm>
              <a:off x="1507505"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0" name="Line 27">
              <a:extLst>
                <a:ext uri="{FF2B5EF4-FFF2-40B4-BE49-F238E27FC236}">
                  <a16:creationId xmlns:a16="http://schemas.microsoft.com/office/drawing/2014/main" id="{C04EFF03-66A9-EA55-E168-17D16105D5CC}"/>
                </a:ext>
              </a:extLst>
            </p:cNvPr>
            <p:cNvSpPr>
              <a:spLocks noChangeShapeType="1"/>
            </p:cNvSpPr>
            <p:nvPr/>
          </p:nvSpPr>
          <p:spPr bwMode="auto">
            <a:xfrm rot="16200000">
              <a:off x="1689632"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1" name="Line 27">
              <a:extLst>
                <a:ext uri="{FF2B5EF4-FFF2-40B4-BE49-F238E27FC236}">
                  <a16:creationId xmlns:a16="http://schemas.microsoft.com/office/drawing/2014/main" id="{802C01BD-9425-A320-AA2D-01801D8AFD07}"/>
                </a:ext>
              </a:extLst>
            </p:cNvPr>
            <p:cNvSpPr>
              <a:spLocks noChangeShapeType="1"/>
            </p:cNvSpPr>
            <p:nvPr/>
          </p:nvSpPr>
          <p:spPr bwMode="auto">
            <a:xfrm rot="16200000">
              <a:off x="2013292"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2" name="Line 27">
              <a:extLst>
                <a:ext uri="{FF2B5EF4-FFF2-40B4-BE49-F238E27FC236}">
                  <a16:creationId xmlns:a16="http://schemas.microsoft.com/office/drawing/2014/main" id="{99124A9E-CF8B-D042-C30F-B992E4CE6D1E}"/>
                </a:ext>
              </a:extLst>
            </p:cNvPr>
            <p:cNvSpPr>
              <a:spLocks noChangeShapeType="1"/>
            </p:cNvSpPr>
            <p:nvPr/>
          </p:nvSpPr>
          <p:spPr bwMode="auto">
            <a:xfrm>
              <a:off x="1831166"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3" name="Line 27">
              <a:extLst>
                <a:ext uri="{FF2B5EF4-FFF2-40B4-BE49-F238E27FC236}">
                  <a16:creationId xmlns:a16="http://schemas.microsoft.com/office/drawing/2014/main" id="{477964A9-934B-7275-5C7F-254695DDA1AD}"/>
                </a:ext>
              </a:extLst>
            </p:cNvPr>
            <p:cNvSpPr>
              <a:spLocks noChangeShapeType="1"/>
            </p:cNvSpPr>
            <p:nvPr/>
          </p:nvSpPr>
          <p:spPr bwMode="auto">
            <a:xfrm>
              <a:off x="2154827"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4" name="Line 27">
              <a:extLst>
                <a:ext uri="{FF2B5EF4-FFF2-40B4-BE49-F238E27FC236}">
                  <a16:creationId xmlns:a16="http://schemas.microsoft.com/office/drawing/2014/main" id="{4B1D189C-F51C-CCDE-DC96-3EE3977B8DEC}"/>
                </a:ext>
              </a:extLst>
            </p:cNvPr>
            <p:cNvSpPr>
              <a:spLocks noChangeShapeType="1"/>
            </p:cNvSpPr>
            <p:nvPr/>
          </p:nvSpPr>
          <p:spPr bwMode="auto">
            <a:xfrm rot="16200000">
              <a:off x="2336954"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Line 27">
              <a:extLst>
                <a:ext uri="{FF2B5EF4-FFF2-40B4-BE49-F238E27FC236}">
                  <a16:creationId xmlns:a16="http://schemas.microsoft.com/office/drawing/2014/main" id="{6365622B-C52D-8A1F-8507-83A60DDA464A}"/>
                </a:ext>
              </a:extLst>
            </p:cNvPr>
            <p:cNvSpPr>
              <a:spLocks noChangeShapeType="1"/>
            </p:cNvSpPr>
            <p:nvPr/>
          </p:nvSpPr>
          <p:spPr bwMode="auto">
            <a:xfrm rot="16200000">
              <a:off x="2660615"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35A58482-CE71-9D0B-2C7F-2DD93F38BABE}"/>
                </a:ext>
              </a:extLst>
            </p:cNvPr>
            <p:cNvSpPr>
              <a:spLocks noChangeShapeType="1"/>
            </p:cNvSpPr>
            <p:nvPr/>
          </p:nvSpPr>
          <p:spPr bwMode="auto">
            <a:xfrm>
              <a:off x="2478489"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Line 27">
              <a:extLst>
                <a:ext uri="{FF2B5EF4-FFF2-40B4-BE49-F238E27FC236}">
                  <a16:creationId xmlns:a16="http://schemas.microsoft.com/office/drawing/2014/main" id="{4E26AC8F-A360-3B81-90B0-E33940FB33B6}"/>
                </a:ext>
              </a:extLst>
            </p:cNvPr>
            <p:cNvSpPr>
              <a:spLocks noChangeShapeType="1"/>
            </p:cNvSpPr>
            <p:nvPr/>
          </p:nvSpPr>
          <p:spPr bwMode="auto">
            <a:xfrm>
              <a:off x="2802149"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 name="Line 27">
              <a:extLst>
                <a:ext uri="{FF2B5EF4-FFF2-40B4-BE49-F238E27FC236}">
                  <a16:creationId xmlns:a16="http://schemas.microsoft.com/office/drawing/2014/main" id="{CC34C77E-E761-DEC0-F2CB-9E1BD2EE7323}"/>
                </a:ext>
              </a:extLst>
            </p:cNvPr>
            <p:cNvSpPr>
              <a:spLocks noChangeShapeType="1"/>
            </p:cNvSpPr>
            <p:nvPr/>
          </p:nvSpPr>
          <p:spPr bwMode="auto">
            <a:xfrm rot="16200000">
              <a:off x="2984277"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 name="Line 27">
              <a:extLst>
                <a:ext uri="{FF2B5EF4-FFF2-40B4-BE49-F238E27FC236}">
                  <a16:creationId xmlns:a16="http://schemas.microsoft.com/office/drawing/2014/main" id="{94A4EB0B-BA9B-B9C1-8F67-AC689F8731B2}"/>
                </a:ext>
              </a:extLst>
            </p:cNvPr>
            <p:cNvSpPr>
              <a:spLocks noChangeShapeType="1"/>
            </p:cNvSpPr>
            <p:nvPr/>
          </p:nvSpPr>
          <p:spPr bwMode="auto">
            <a:xfrm rot="16200000">
              <a:off x="3307938"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1" name="Line 27">
              <a:extLst>
                <a:ext uri="{FF2B5EF4-FFF2-40B4-BE49-F238E27FC236}">
                  <a16:creationId xmlns:a16="http://schemas.microsoft.com/office/drawing/2014/main" id="{C0397038-42DF-C20E-6BBF-77C9306D9643}"/>
                </a:ext>
              </a:extLst>
            </p:cNvPr>
            <p:cNvSpPr>
              <a:spLocks noChangeShapeType="1"/>
            </p:cNvSpPr>
            <p:nvPr/>
          </p:nvSpPr>
          <p:spPr bwMode="auto">
            <a:xfrm>
              <a:off x="3125811"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2" name="Line 27">
              <a:extLst>
                <a:ext uri="{FF2B5EF4-FFF2-40B4-BE49-F238E27FC236}">
                  <a16:creationId xmlns:a16="http://schemas.microsoft.com/office/drawing/2014/main" id="{9E28363F-9AA6-BDFD-BD04-4AC5B59DCAB2}"/>
                </a:ext>
              </a:extLst>
            </p:cNvPr>
            <p:cNvSpPr>
              <a:spLocks noChangeShapeType="1"/>
            </p:cNvSpPr>
            <p:nvPr/>
          </p:nvSpPr>
          <p:spPr bwMode="auto">
            <a:xfrm>
              <a:off x="3449471"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3" name="Line 27">
              <a:extLst>
                <a:ext uri="{FF2B5EF4-FFF2-40B4-BE49-F238E27FC236}">
                  <a16:creationId xmlns:a16="http://schemas.microsoft.com/office/drawing/2014/main" id="{316D12E7-199D-0F9F-04A0-F7ECC2C17D8F}"/>
                </a:ext>
              </a:extLst>
            </p:cNvPr>
            <p:cNvSpPr>
              <a:spLocks noChangeShapeType="1"/>
            </p:cNvSpPr>
            <p:nvPr/>
          </p:nvSpPr>
          <p:spPr bwMode="auto">
            <a:xfrm rot="16200000">
              <a:off x="3631597"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Line 27">
              <a:extLst>
                <a:ext uri="{FF2B5EF4-FFF2-40B4-BE49-F238E27FC236}">
                  <a16:creationId xmlns:a16="http://schemas.microsoft.com/office/drawing/2014/main" id="{5F37B115-82D4-EDE3-0C4C-0283AEE21EB2}"/>
                </a:ext>
              </a:extLst>
            </p:cNvPr>
            <p:cNvSpPr>
              <a:spLocks noChangeShapeType="1"/>
            </p:cNvSpPr>
            <p:nvPr/>
          </p:nvSpPr>
          <p:spPr bwMode="auto">
            <a:xfrm rot="16200000">
              <a:off x="3955259"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Line 27">
              <a:extLst>
                <a:ext uri="{FF2B5EF4-FFF2-40B4-BE49-F238E27FC236}">
                  <a16:creationId xmlns:a16="http://schemas.microsoft.com/office/drawing/2014/main" id="{D3EC406F-2EC9-4A4F-47AD-DCF36ED8B8A7}"/>
                </a:ext>
              </a:extLst>
            </p:cNvPr>
            <p:cNvSpPr>
              <a:spLocks noChangeShapeType="1"/>
            </p:cNvSpPr>
            <p:nvPr/>
          </p:nvSpPr>
          <p:spPr bwMode="auto">
            <a:xfrm>
              <a:off x="3773131"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6" name="Line 27">
              <a:extLst>
                <a:ext uri="{FF2B5EF4-FFF2-40B4-BE49-F238E27FC236}">
                  <a16:creationId xmlns:a16="http://schemas.microsoft.com/office/drawing/2014/main" id="{1D8FD6CA-AE0E-7BA4-A7D4-3FC3834B88B9}"/>
                </a:ext>
              </a:extLst>
            </p:cNvPr>
            <p:cNvSpPr>
              <a:spLocks noChangeShapeType="1"/>
            </p:cNvSpPr>
            <p:nvPr/>
          </p:nvSpPr>
          <p:spPr bwMode="auto">
            <a:xfrm>
              <a:off x="4096793"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7" name="Line 27">
              <a:extLst>
                <a:ext uri="{FF2B5EF4-FFF2-40B4-BE49-F238E27FC236}">
                  <a16:creationId xmlns:a16="http://schemas.microsoft.com/office/drawing/2014/main" id="{812E9E43-C53E-730A-C70B-CBE83F6E696F}"/>
                </a:ext>
              </a:extLst>
            </p:cNvPr>
            <p:cNvSpPr>
              <a:spLocks noChangeShapeType="1"/>
            </p:cNvSpPr>
            <p:nvPr/>
          </p:nvSpPr>
          <p:spPr bwMode="auto">
            <a:xfrm rot="16200000">
              <a:off x="4278920"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8" name="Line 27">
              <a:extLst>
                <a:ext uri="{FF2B5EF4-FFF2-40B4-BE49-F238E27FC236}">
                  <a16:creationId xmlns:a16="http://schemas.microsoft.com/office/drawing/2014/main" id="{7E08AF49-A1B5-7409-2AF1-93E1FF41E5FB}"/>
                </a:ext>
              </a:extLst>
            </p:cNvPr>
            <p:cNvSpPr>
              <a:spLocks noChangeShapeType="1"/>
            </p:cNvSpPr>
            <p:nvPr/>
          </p:nvSpPr>
          <p:spPr bwMode="auto">
            <a:xfrm rot="16200000">
              <a:off x="4602581"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9" name="Line 27">
              <a:extLst>
                <a:ext uri="{FF2B5EF4-FFF2-40B4-BE49-F238E27FC236}">
                  <a16:creationId xmlns:a16="http://schemas.microsoft.com/office/drawing/2014/main" id="{1A9B40FC-8E4B-842D-3D59-69A86F51F9BC}"/>
                </a:ext>
              </a:extLst>
            </p:cNvPr>
            <p:cNvSpPr>
              <a:spLocks noChangeShapeType="1"/>
            </p:cNvSpPr>
            <p:nvPr/>
          </p:nvSpPr>
          <p:spPr bwMode="auto">
            <a:xfrm>
              <a:off x="4420454"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0" name="Line 27">
              <a:extLst>
                <a:ext uri="{FF2B5EF4-FFF2-40B4-BE49-F238E27FC236}">
                  <a16:creationId xmlns:a16="http://schemas.microsoft.com/office/drawing/2014/main" id="{52ED1595-7684-24D4-62F1-60929C2F3CE2}"/>
                </a:ext>
              </a:extLst>
            </p:cNvPr>
            <p:cNvSpPr>
              <a:spLocks noChangeShapeType="1"/>
            </p:cNvSpPr>
            <p:nvPr/>
          </p:nvSpPr>
          <p:spPr bwMode="auto">
            <a:xfrm>
              <a:off x="4744116"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 name="Line 27">
              <a:extLst>
                <a:ext uri="{FF2B5EF4-FFF2-40B4-BE49-F238E27FC236}">
                  <a16:creationId xmlns:a16="http://schemas.microsoft.com/office/drawing/2014/main" id="{F12C3AB3-1FA9-BFF5-5124-A4E4291F2951}"/>
                </a:ext>
              </a:extLst>
            </p:cNvPr>
            <p:cNvSpPr>
              <a:spLocks noChangeShapeType="1"/>
            </p:cNvSpPr>
            <p:nvPr/>
          </p:nvSpPr>
          <p:spPr bwMode="auto">
            <a:xfrm rot="16200000">
              <a:off x="4926242"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C89031A1-7F37-91A2-0C29-DA960F23708B}"/>
                </a:ext>
              </a:extLst>
            </p:cNvPr>
            <p:cNvSpPr>
              <a:spLocks noChangeShapeType="1"/>
            </p:cNvSpPr>
            <p:nvPr/>
          </p:nvSpPr>
          <p:spPr bwMode="auto">
            <a:xfrm rot="16200000">
              <a:off x="5249904"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 name="Line 27">
              <a:extLst>
                <a:ext uri="{FF2B5EF4-FFF2-40B4-BE49-F238E27FC236}">
                  <a16:creationId xmlns:a16="http://schemas.microsoft.com/office/drawing/2014/main" id="{3EB7F57C-D22D-BB3B-EADE-49E0989EB4B5}"/>
                </a:ext>
              </a:extLst>
            </p:cNvPr>
            <p:cNvSpPr>
              <a:spLocks noChangeShapeType="1"/>
            </p:cNvSpPr>
            <p:nvPr/>
          </p:nvSpPr>
          <p:spPr bwMode="auto">
            <a:xfrm>
              <a:off x="5067777"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 name="Line 27">
              <a:extLst>
                <a:ext uri="{FF2B5EF4-FFF2-40B4-BE49-F238E27FC236}">
                  <a16:creationId xmlns:a16="http://schemas.microsoft.com/office/drawing/2014/main" id="{2C63C824-B0DE-C04D-8D64-E74244066EF8}"/>
                </a:ext>
              </a:extLst>
            </p:cNvPr>
            <p:cNvSpPr>
              <a:spLocks noChangeShapeType="1"/>
            </p:cNvSpPr>
            <p:nvPr/>
          </p:nvSpPr>
          <p:spPr bwMode="auto">
            <a:xfrm>
              <a:off x="5391438"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 name="Line 27">
              <a:extLst>
                <a:ext uri="{FF2B5EF4-FFF2-40B4-BE49-F238E27FC236}">
                  <a16:creationId xmlns:a16="http://schemas.microsoft.com/office/drawing/2014/main" id="{CC906E3B-8C3B-8C11-AE51-6221410C0720}"/>
                </a:ext>
              </a:extLst>
            </p:cNvPr>
            <p:cNvSpPr>
              <a:spLocks noChangeShapeType="1"/>
            </p:cNvSpPr>
            <p:nvPr/>
          </p:nvSpPr>
          <p:spPr bwMode="auto">
            <a:xfrm rot="16200000">
              <a:off x="5573565"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0" name="Line 27">
              <a:extLst>
                <a:ext uri="{FF2B5EF4-FFF2-40B4-BE49-F238E27FC236}">
                  <a16:creationId xmlns:a16="http://schemas.microsoft.com/office/drawing/2014/main" id="{C8874F9F-C3B2-72C0-772A-BE954C3508C0}"/>
                </a:ext>
              </a:extLst>
            </p:cNvPr>
            <p:cNvSpPr>
              <a:spLocks noChangeShapeType="1"/>
            </p:cNvSpPr>
            <p:nvPr/>
          </p:nvSpPr>
          <p:spPr bwMode="auto">
            <a:xfrm rot="16200000">
              <a:off x="5897227" y="209910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6" name="Line 27">
              <a:extLst>
                <a:ext uri="{FF2B5EF4-FFF2-40B4-BE49-F238E27FC236}">
                  <a16:creationId xmlns:a16="http://schemas.microsoft.com/office/drawing/2014/main" id="{565F0390-C799-3DAF-5D7B-6F17EB0CD9FF}"/>
                </a:ext>
              </a:extLst>
            </p:cNvPr>
            <p:cNvSpPr>
              <a:spLocks noChangeShapeType="1"/>
            </p:cNvSpPr>
            <p:nvPr/>
          </p:nvSpPr>
          <p:spPr bwMode="auto">
            <a:xfrm>
              <a:off x="5715099" y="1957571"/>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7" name="Line 27">
              <a:extLst>
                <a:ext uri="{FF2B5EF4-FFF2-40B4-BE49-F238E27FC236}">
                  <a16:creationId xmlns:a16="http://schemas.microsoft.com/office/drawing/2014/main" id="{EEE66A73-94D7-2FE0-BB72-E810AE91408F}"/>
                </a:ext>
              </a:extLst>
            </p:cNvPr>
            <p:cNvSpPr>
              <a:spLocks noChangeShapeType="1"/>
            </p:cNvSpPr>
            <p:nvPr/>
          </p:nvSpPr>
          <p:spPr bwMode="auto">
            <a:xfrm>
              <a:off x="6038761" y="2240640"/>
              <a:ext cx="3236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8" name="Line 27">
              <a:extLst>
                <a:ext uri="{FF2B5EF4-FFF2-40B4-BE49-F238E27FC236}">
                  <a16:creationId xmlns:a16="http://schemas.microsoft.com/office/drawing/2014/main" id="{58EE033B-2363-7DF7-6368-623A389B4B89}"/>
                </a:ext>
              </a:extLst>
            </p:cNvPr>
            <p:cNvSpPr>
              <a:spLocks noChangeShapeType="1"/>
            </p:cNvSpPr>
            <p:nvPr/>
          </p:nvSpPr>
          <p:spPr bwMode="auto">
            <a:xfrm>
              <a:off x="860183" y="2656075"/>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9" name="Line 27">
              <a:extLst>
                <a:ext uri="{FF2B5EF4-FFF2-40B4-BE49-F238E27FC236}">
                  <a16:creationId xmlns:a16="http://schemas.microsoft.com/office/drawing/2014/main" id="{A3AFD294-883E-7D48-4CB4-25D1D26EAE50}"/>
                </a:ext>
              </a:extLst>
            </p:cNvPr>
            <p:cNvSpPr>
              <a:spLocks noChangeShapeType="1"/>
            </p:cNvSpPr>
            <p:nvPr/>
          </p:nvSpPr>
          <p:spPr bwMode="auto">
            <a:xfrm rot="16200000">
              <a:off x="1365899" y="2514541"/>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0" name="Line 27">
              <a:extLst>
                <a:ext uri="{FF2B5EF4-FFF2-40B4-BE49-F238E27FC236}">
                  <a16:creationId xmlns:a16="http://schemas.microsoft.com/office/drawing/2014/main" id="{3B820AF4-1468-8569-6621-193EF3517B5E}"/>
                </a:ext>
              </a:extLst>
            </p:cNvPr>
            <p:cNvSpPr>
              <a:spLocks noChangeShapeType="1"/>
            </p:cNvSpPr>
            <p:nvPr/>
          </p:nvSpPr>
          <p:spPr bwMode="auto">
            <a:xfrm>
              <a:off x="1507505" y="2373005"/>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1" name="Line 27">
              <a:extLst>
                <a:ext uri="{FF2B5EF4-FFF2-40B4-BE49-F238E27FC236}">
                  <a16:creationId xmlns:a16="http://schemas.microsoft.com/office/drawing/2014/main" id="{2D2E5055-9298-5173-2DD3-BCF288EE8238}"/>
                </a:ext>
              </a:extLst>
            </p:cNvPr>
            <p:cNvSpPr>
              <a:spLocks noChangeShapeType="1"/>
            </p:cNvSpPr>
            <p:nvPr/>
          </p:nvSpPr>
          <p:spPr bwMode="auto">
            <a:xfrm rot="16200000">
              <a:off x="2013292" y="2514539"/>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2" name="Line 27">
              <a:extLst>
                <a:ext uri="{FF2B5EF4-FFF2-40B4-BE49-F238E27FC236}">
                  <a16:creationId xmlns:a16="http://schemas.microsoft.com/office/drawing/2014/main" id="{93771BDD-4DCC-4376-145F-4A8FF9025CEC}"/>
                </a:ext>
              </a:extLst>
            </p:cNvPr>
            <p:cNvSpPr>
              <a:spLocks noChangeShapeType="1"/>
            </p:cNvSpPr>
            <p:nvPr/>
          </p:nvSpPr>
          <p:spPr bwMode="auto">
            <a:xfrm>
              <a:off x="2154827" y="2656074"/>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3" name="Line 27">
              <a:extLst>
                <a:ext uri="{FF2B5EF4-FFF2-40B4-BE49-F238E27FC236}">
                  <a16:creationId xmlns:a16="http://schemas.microsoft.com/office/drawing/2014/main" id="{A7F88F9D-442C-150D-F1D4-D39AD99458B4}"/>
                </a:ext>
              </a:extLst>
            </p:cNvPr>
            <p:cNvSpPr>
              <a:spLocks noChangeShapeType="1"/>
            </p:cNvSpPr>
            <p:nvPr/>
          </p:nvSpPr>
          <p:spPr bwMode="auto">
            <a:xfrm rot="16200000">
              <a:off x="2660615" y="2514539"/>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Line 27">
              <a:extLst>
                <a:ext uri="{FF2B5EF4-FFF2-40B4-BE49-F238E27FC236}">
                  <a16:creationId xmlns:a16="http://schemas.microsoft.com/office/drawing/2014/main" id="{BFF072CE-00D5-094D-EF4D-2A44749F2FB8}"/>
                </a:ext>
              </a:extLst>
            </p:cNvPr>
            <p:cNvSpPr>
              <a:spLocks noChangeShapeType="1"/>
            </p:cNvSpPr>
            <p:nvPr/>
          </p:nvSpPr>
          <p:spPr bwMode="auto">
            <a:xfrm>
              <a:off x="2802221" y="2373004"/>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25D870D6-1E22-873D-8F72-865A156050BA}"/>
                </a:ext>
              </a:extLst>
            </p:cNvPr>
            <p:cNvSpPr>
              <a:spLocks noChangeShapeType="1"/>
            </p:cNvSpPr>
            <p:nvPr/>
          </p:nvSpPr>
          <p:spPr bwMode="auto">
            <a:xfrm rot="16200000">
              <a:off x="3308009" y="2514538"/>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Line 27">
              <a:extLst>
                <a:ext uri="{FF2B5EF4-FFF2-40B4-BE49-F238E27FC236}">
                  <a16:creationId xmlns:a16="http://schemas.microsoft.com/office/drawing/2014/main" id="{0263682D-7BE1-0C8B-DC4C-05AAABC34318}"/>
                </a:ext>
              </a:extLst>
            </p:cNvPr>
            <p:cNvSpPr>
              <a:spLocks noChangeShapeType="1"/>
            </p:cNvSpPr>
            <p:nvPr/>
          </p:nvSpPr>
          <p:spPr bwMode="auto">
            <a:xfrm>
              <a:off x="3449544" y="2656073"/>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7" name="Line 27">
              <a:extLst>
                <a:ext uri="{FF2B5EF4-FFF2-40B4-BE49-F238E27FC236}">
                  <a16:creationId xmlns:a16="http://schemas.microsoft.com/office/drawing/2014/main" id="{B324B7E1-AB0A-7141-B9A2-36D37C283341}"/>
                </a:ext>
              </a:extLst>
            </p:cNvPr>
            <p:cNvSpPr>
              <a:spLocks noChangeShapeType="1"/>
            </p:cNvSpPr>
            <p:nvPr/>
          </p:nvSpPr>
          <p:spPr bwMode="auto">
            <a:xfrm rot="16200000">
              <a:off x="3955259" y="2514537"/>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8E55F07D-57A7-FFAE-BD70-C87AFE8CDC9C}"/>
                </a:ext>
              </a:extLst>
            </p:cNvPr>
            <p:cNvSpPr>
              <a:spLocks noChangeShapeType="1"/>
            </p:cNvSpPr>
            <p:nvPr/>
          </p:nvSpPr>
          <p:spPr bwMode="auto">
            <a:xfrm>
              <a:off x="4096865" y="2373001"/>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9" name="Line 27">
              <a:extLst>
                <a:ext uri="{FF2B5EF4-FFF2-40B4-BE49-F238E27FC236}">
                  <a16:creationId xmlns:a16="http://schemas.microsoft.com/office/drawing/2014/main" id="{61E5A7D2-E44A-9DA4-DA92-099A6A37A7B8}"/>
                </a:ext>
              </a:extLst>
            </p:cNvPr>
            <p:cNvSpPr>
              <a:spLocks noChangeShapeType="1"/>
            </p:cNvSpPr>
            <p:nvPr/>
          </p:nvSpPr>
          <p:spPr bwMode="auto">
            <a:xfrm rot="16200000">
              <a:off x="4602653" y="2514536"/>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44C7FEB1-DF21-2088-6DC5-936CF432FF8A}"/>
                </a:ext>
              </a:extLst>
            </p:cNvPr>
            <p:cNvSpPr>
              <a:spLocks noChangeShapeType="1"/>
            </p:cNvSpPr>
            <p:nvPr/>
          </p:nvSpPr>
          <p:spPr bwMode="auto">
            <a:xfrm>
              <a:off x="4744187" y="2656070"/>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DFF255E1-6666-A7BA-7B30-E50E9309F6A1}"/>
                </a:ext>
              </a:extLst>
            </p:cNvPr>
            <p:cNvSpPr>
              <a:spLocks noChangeShapeType="1"/>
            </p:cNvSpPr>
            <p:nvPr/>
          </p:nvSpPr>
          <p:spPr bwMode="auto">
            <a:xfrm rot="16200000">
              <a:off x="5249904" y="251453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2" name="Line 27">
              <a:extLst>
                <a:ext uri="{FF2B5EF4-FFF2-40B4-BE49-F238E27FC236}">
                  <a16:creationId xmlns:a16="http://schemas.microsoft.com/office/drawing/2014/main" id="{0FABA700-0CAD-0F06-D1B0-F1EA8A8FAA18}"/>
                </a:ext>
              </a:extLst>
            </p:cNvPr>
            <p:cNvSpPr>
              <a:spLocks noChangeShapeType="1"/>
            </p:cNvSpPr>
            <p:nvPr/>
          </p:nvSpPr>
          <p:spPr bwMode="auto">
            <a:xfrm>
              <a:off x="5391510" y="2372999"/>
              <a:ext cx="6473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Line 27">
              <a:extLst>
                <a:ext uri="{FF2B5EF4-FFF2-40B4-BE49-F238E27FC236}">
                  <a16:creationId xmlns:a16="http://schemas.microsoft.com/office/drawing/2014/main" id="{7A9EC403-CC40-41D2-D678-085F772F95B8}"/>
                </a:ext>
              </a:extLst>
            </p:cNvPr>
            <p:cNvSpPr>
              <a:spLocks noChangeShapeType="1"/>
            </p:cNvSpPr>
            <p:nvPr/>
          </p:nvSpPr>
          <p:spPr bwMode="auto">
            <a:xfrm rot="16200000">
              <a:off x="5897297" y="2514533"/>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7ADE3E79-8914-D3AB-01D2-49FF6116D14D}"/>
                </a:ext>
              </a:extLst>
            </p:cNvPr>
            <p:cNvSpPr>
              <a:spLocks noChangeShapeType="1"/>
            </p:cNvSpPr>
            <p:nvPr/>
          </p:nvSpPr>
          <p:spPr bwMode="auto">
            <a:xfrm>
              <a:off x="860039" y="3105360"/>
              <a:ext cx="12946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8" name="Line 27">
              <a:extLst>
                <a:ext uri="{FF2B5EF4-FFF2-40B4-BE49-F238E27FC236}">
                  <a16:creationId xmlns:a16="http://schemas.microsoft.com/office/drawing/2014/main" id="{6073D6C3-934E-1CC0-8008-036CC4663821}"/>
                </a:ext>
              </a:extLst>
            </p:cNvPr>
            <p:cNvSpPr>
              <a:spLocks noChangeShapeType="1"/>
            </p:cNvSpPr>
            <p:nvPr/>
          </p:nvSpPr>
          <p:spPr bwMode="auto">
            <a:xfrm rot="16200000">
              <a:off x="2013149" y="2963825"/>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Line 27">
              <a:extLst>
                <a:ext uri="{FF2B5EF4-FFF2-40B4-BE49-F238E27FC236}">
                  <a16:creationId xmlns:a16="http://schemas.microsoft.com/office/drawing/2014/main" id="{4A94E366-E812-193C-FBF3-157C77D861B2}"/>
                </a:ext>
              </a:extLst>
            </p:cNvPr>
            <p:cNvSpPr>
              <a:spLocks noChangeShapeType="1"/>
            </p:cNvSpPr>
            <p:nvPr/>
          </p:nvSpPr>
          <p:spPr bwMode="auto">
            <a:xfrm>
              <a:off x="2154683" y="2822289"/>
              <a:ext cx="12947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2" name="Line 27">
              <a:extLst>
                <a:ext uri="{FF2B5EF4-FFF2-40B4-BE49-F238E27FC236}">
                  <a16:creationId xmlns:a16="http://schemas.microsoft.com/office/drawing/2014/main" id="{DE80F758-CDCF-9493-24E7-D65583CB0F25}"/>
                </a:ext>
              </a:extLst>
            </p:cNvPr>
            <p:cNvSpPr>
              <a:spLocks noChangeShapeType="1"/>
            </p:cNvSpPr>
            <p:nvPr/>
          </p:nvSpPr>
          <p:spPr bwMode="auto">
            <a:xfrm rot="16200000">
              <a:off x="3307866" y="2963823"/>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3" name="Line 27">
              <a:extLst>
                <a:ext uri="{FF2B5EF4-FFF2-40B4-BE49-F238E27FC236}">
                  <a16:creationId xmlns:a16="http://schemas.microsoft.com/office/drawing/2014/main" id="{FBCBA9F7-9CFF-E92C-D05B-B7F5A186A79B}"/>
                </a:ext>
              </a:extLst>
            </p:cNvPr>
            <p:cNvSpPr>
              <a:spLocks noChangeShapeType="1"/>
            </p:cNvSpPr>
            <p:nvPr/>
          </p:nvSpPr>
          <p:spPr bwMode="auto">
            <a:xfrm>
              <a:off x="3449399" y="3105358"/>
              <a:ext cx="12946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6" name="Line 27">
              <a:extLst>
                <a:ext uri="{FF2B5EF4-FFF2-40B4-BE49-F238E27FC236}">
                  <a16:creationId xmlns:a16="http://schemas.microsoft.com/office/drawing/2014/main" id="{0243D016-0F7F-A6A0-9698-547066B152F2}"/>
                </a:ext>
              </a:extLst>
            </p:cNvPr>
            <p:cNvSpPr>
              <a:spLocks noChangeShapeType="1"/>
            </p:cNvSpPr>
            <p:nvPr/>
          </p:nvSpPr>
          <p:spPr bwMode="auto">
            <a:xfrm rot="16200000">
              <a:off x="4602510" y="2963821"/>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9" name="Line 27">
              <a:extLst>
                <a:ext uri="{FF2B5EF4-FFF2-40B4-BE49-F238E27FC236}">
                  <a16:creationId xmlns:a16="http://schemas.microsoft.com/office/drawing/2014/main" id="{41426DB4-45F3-E105-5322-D9E969D1D5F0}"/>
                </a:ext>
              </a:extLst>
            </p:cNvPr>
            <p:cNvSpPr>
              <a:spLocks noChangeShapeType="1"/>
            </p:cNvSpPr>
            <p:nvPr/>
          </p:nvSpPr>
          <p:spPr bwMode="auto">
            <a:xfrm>
              <a:off x="4744044" y="2822284"/>
              <a:ext cx="12946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0" name="Line 27">
              <a:extLst>
                <a:ext uri="{FF2B5EF4-FFF2-40B4-BE49-F238E27FC236}">
                  <a16:creationId xmlns:a16="http://schemas.microsoft.com/office/drawing/2014/main" id="{E5C65F68-BF39-063E-AED2-2DA15BB8A0B7}"/>
                </a:ext>
              </a:extLst>
            </p:cNvPr>
            <p:cNvSpPr>
              <a:spLocks noChangeShapeType="1"/>
            </p:cNvSpPr>
            <p:nvPr/>
          </p:nvSpPr>
          <p:spPr bwMode="auto">
            <a:xfrm rot="16200000">
              <a:off x="5897155" y="2963819"/>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31D1D10B-04DA-7946-7628-6DE873D44388}"/>
                </a:ext>
              </a:extLst>
            </p:cNvPr>
            <p:cNvSpPr>
              <a:spLocks noChangeShapeType="1"/>
            </p:cNvSpPr>
            <p:nvPr/>
          </p:nvSpPr>
          <p:spPr bwMode="auto">
            <a:xfrm>
              <a:off x="6038688" y="3105353"/>
              <a:ext cx="3237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A6EAD8E5-0404-90EC-4524-AAA1474D4C87}"/>
                </a:ext>
              </a:extLst>
            </p:cNvPr>
            <p:cNvSpPr>
              <a:spLocks noChangeShapeType="1"/>
            </p:cNvSpPr>
            <p:nvPr/>
          </p:nvSpPr>
          <p:spPr bwMode="auto">
            <a:xfrm>
              <a:off x="6038618" y="2656068"/>
              <a:ext cx="3238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1" name="Line 27">
              <a:extLst>
                <a:ext uri="{FF2B5EF4-FFF2-40B4-BE49-F238E27FC236}">
                  <a16:creationId xmlns:a16="http://schemas.microsoft.com/office/drawing/2014/main" id="{F03207C4-9072-E0C7-17F6-9EF60DBE5EA6}"/>
                </a:ext>
              </a:extLst>
            </p:cNvPr>
            <p:cNvSpPr>
              <a:spLocks noChangeShapeType="1"/>
            </p:cNvSpPr>
            <p:nvPr/>
          </p:nvSpPr>
          <p:spPr bwMode="auto">
            <a:xfrm>
              <a:off x="860038" y="3546419"/>
              <a:ext cx="25893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Line 27">
              <a:extLst>
                <a:ext uri="{FF2B5EF4-FFF2-40B4-BE49-F238E27FC236}">
                  <a16:creationId xmlns:a16="http://schemas.microsoft.com/office/drawing/2014/main" id="{3F131A10-F79B-5587-4E98-C96A35E9164E}"/>
                </a:ext>
              </a:extLst>
            </p:cNvPr>
            <p:cNvSpPr>
              <a:spLocks noChangeShapeType="1"/>
            </p:cNvSpPr>
            <p:nvPr/>
          </p:nvSpPr>
          <p:spPr bwMode="auto">
            <a:xfrm rot="16200000">
              <a:off x="3307866" y="3404882"/>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7" name="Line 27">
              <a:extLst>
                <a:ext uri="{FF2B5EF4-FFF2-40B4-BE49-F238E27FC236}">
                  <a16:creationId xmlns:a16="http://schemas.microsoft.com/office/drawing/2014/main" id="{558A4426-0203-B6CC-F33B-991DE9E36535}"/>
                </a:ext>
              </a:extLst>
            </p:cNvPr>
            <p:cNvSpPr>
              <a:spLocks noChangeShapeType="1"/>
            </p:cNvSpPr>
            <p:nvPr/>
          </p:nvSpPr>
          <p:spPr bwMode="auto">
            <a:xfrm>
              <a:off x="3449399" y="3263343"/>
              <a:ext cx="25892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8" name="Line 27">
              <a:extLst>
                <a:ext uri="{FF2B5EF4-FFF2-40B4-BE49-F238E27FC236}">
                  <a16:creationId xmlns:a16="http://schemas.microsoft.com/office/drawing/2014/main" id="{2854EC16-C320-D631-F4BF-19D167629888}"/>
                </a:ext>
              </a:extLst>
            </p:cNvPr>
            <p:cNvSpPr>
              <a:spLocks noChangeShapeType="1"/>
            </p:cNvSpPr>
            <p:nvPr/>
          </p:nvSpPr>
          <p:spPr bwMode="auto">
            <a:xfrm rot="16200000">
              <a:off x="5897155" y="3404877"/>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367279EC-83CB-C140-B9AF-EFE5234E3966}"/>
                </a:ext>
              </a:extLst>
            </p:cNvPr>
            <p:cNvSpPr>
              <a:spLocks noChangeShapeType="1"/>
            </p:cNvSpPr>
            <p:nvPr/>
          </p:nvSpPr>
          <p:spPr bwMode="auto">
            <a:xfrm>
              <a:off x="6038688" y="3546411"/>
              <a:ext cx="3237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0" name="Line 27">
              <a:extLst>
                <a:ext uri="{FF2B5EF4-FFF2-40B4-BE49-F238E27FC236}">
                  <a16:creationId xmlns:a16="http://schemas.microsoft.com/office/drawing/2014/main" id="{BF64C2AB-F76A-FAE8-E9FF-8B62E9D742FF}"/>
                </a:ext>
              </a:extLst>
            </p:cNvPr>
            <p:cNvSpPr>
              <a:spLocks noChangeShapeType="1"/>
            </p:cNvSpPr>
            <p:nvPr/>
          </p:nvSpPr>
          <p:spPr bwMode="auto">
            <a:xfrm>
              <a:off x="855199" y="3980377"/>
              <a:ext cx="45361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1" name="Line 27">
              <a:extLst>
                <a:ext uri="{FF2B5EF4-FFF2-40B4-BE49-F238E27FC236}">
                  <a16:creationId xmlns:a16="http://schemas.microsoft.com/office/drawing/2014/main" id="{E54B6120-8449-39D2-34C9-631001AD445F}"/>
                </a:ext>
              </a:extLst>
            </p:cNvPr>
            <p:cNvSpPr>
              <a:spLocks noChangeShapeType="1"/>
            </p:cNvSpPr>
            <p:nvPr/>
          </p:nvSpPr>
          <p:spPr bwMode="auto">
            <a:xfrm rot="16200000">
              <a:off x="5249832" y="3845491"/>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2" name="Line 27">
              <a:extLst>
                <a:ext uri="{FF2B5EF4-FFF2-40B4-BE49-F238E27FC236}">
                  <a16:creationId xmlns:a16="http://schemas.microsoft.com/office/drawing/2014/main" id="{199DA323-80E8-D632-9D25-49DDA532C964}"/>
                </a:ext>
              </a:extLst>
            </p:cNvPr>
            <p:cNvSpPr>
              <a:spLocks noChangeShapeType="1"/>
            </p:cNvSpPr>
            <p:nvPr/>
          </p:nvSpPr>
          <p:spPr bwMode="auto">
            <a:xfrm>
              <a:off x="5391366" y="3697301"/>
              <a:ext cx="64248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3" name="Line 27">
              <a:extLst>
                <a:ext uri="{FF2B5EF4-FFF2-40B4-BE49-F238E27FC236}">
                  <a16:creationId xmlns:a16="http://schemas.microsoft.com/office/drawing/2014/main" id="{348F23B2-6A85-02AF-D8E5-C17E86895366}"/>
                </a:ext>
              </a:extLst>
            </p:cNvPr>
            <p:cNvSpPr>
              <a:spLocks noChangeShapeType="1"/>
            </p:cNvSpPr>
            <p:nvPr/>
          </p:nvSpPr>
          <p:spPr bwMode="auto">
            <a:xfrm rot="16200000">
              <a:off x="5892316" y="3838836"/>
              <a:ext cx="283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4" name="Line 27">
              <a:extLst>
                <a:ext uri="{FF2B5EF4-FFF2-40B4-BE49-F238E27FC236}">
                  <a16:creationId xmlns:a16="http://schemas.microsoft.com/office/drawing/2014/main" id="{FEE2EB49-56F1-4598-9FB9-BBA6694A2695}"/>
                </a:ext>
              </a:extLst>
            </p:cNvPr>
            <p:cNvSpPr>
              <a:spLocks noChangeShapeType="1"/>
            </p:cNvSpPr>
            <p:nvPr/>
          </p:nvSpPr>
          <p:spPr bwMode="auto">
            <a:xfrm>
              <a:off x="6033850" y="3980370"/>
              <a:ext cx="3285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8FDDBFC1-A80F-6036-7EDA-A502DC7D2356}"/>
                    </a:ext>
                  </a:extLst>
                </p:cNvPr>
                <p:cNvSpPr txBox="1"/>
                <p:nvPr/>
              </p:nvSpPr>
              <p:spPr>
                <a:xfrm>
                  <a:off x="343785" y="1899050"/>
                  <a:ext cx="606750"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175" name="文本框 174">
                  <a:extLst>
                    <a:ext uri="{FF2B5EF4-FFF2-40B4-BE49-F238E27FC236}">
                      <a16:creationId xmlns:a16="http://schemas.microsoft.com/office/drawing/2014/main" id="{8FDDBFC1-A80F-6036-7EDA-A502DC7D2356}"/>
                    </a:ext>
                  </a:extLst>
                </p:cNvPr>
                <p:cNvSpPr txBox="1">
                  <a:spLocks noRot="1" noChangeAspect="1" noMove="1" noResize="1" noEditPoints="1" noAdjustHandles="1" noChangeArrowheads="1" noChangeShapeType="1" noTextEdit="1"/>
                </p:cNvSpPr>
                <p:nvPr/>
              </p:nvSpPr>
              <p:spPr>
                <a:xfrm>
                  <a:off x="343785" y="1899050"/>
                  <a:ext cx="606750" cy="461665"/>
                </a:xfrm>
                <a:prstGeom prst="rect">
                  <a:avLst/>
                </a:prstGeom>
                <a:blipFill>
                  <a:blip r:embed="rId3"/>
                  <a:stretch>
                    <a:fillRect l="-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文本框 176">
                  <a:extLst>
                    <a:ext uri="{FF2B5EF4-FFF2-40B4-BE49-F238E27FC236}">
                      <a16:creationId xmlns:a16="http://schemas.microsoft.com/office/drawing/2014/main" id="{CEE90764-BC92-DCEE-EBC7-B800F9D2AE0A}"/>
                    </a:ext>
                  </a:extLst>
                </p:cNvPr>
                <p:cNvSpPr txBox="1"/>
                <p:nvPr/>
              </p:nvSpPr>
              <p:spPr>
                <a:xfrm>
                  <a:off x="343785" y="2763768"/>
                  <a:ext cx="604865"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77" name="文本框 176">
                  <a:extLst>
                    <a:ext uri="{FF2B5EF4-FFF2-40B4-BE49-F238E27FC236}">
                      <a16:creationId xmlns:a16="http://schemas.microsoft.com/office/drawing/2014/main" id="{CEE90764-BC92-DCEE-EBC7-B800F9D2AE0A}"/>
                    </a:ext>
                  </a:extLst>
                </p:cNvPr>
                <p:cNvSpPr txBox="1">
                  <a:spLocks noRot="1" noChangeAspect="1" noMove="1" noResize="1" noEditPoints="1" noAdjustHandles="1" noChangeArrowheads="1" noChangeShapeType="1" noTextEdit="1"/>
                </p:cNvSpPr>
                <p:nvPr/>
              </p:nvSpPr>
              <p:spPr>
                <a:xfrm>
                  <a:off x="343785" y="2763768"/>
                  <a:ext cx="604865" cy="461665"/>
                </a:xfrm>
                <a:prstGeom prst="rect">
                  <a:avLst/>
                </a:prstGeom>
                <a:blipFill>
                  <a:blip r:embed="rId4"/>
                  <a:stretch>
                    <a:fillRect l="-8081"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915BCCEE-6132-7C50-3299-11D362E7DBA3}"/>
                    </a:ext>
                  </a:extLst>
                </p:cNvPr>
                <p:cNvSpPr txBox="1"/>
                <p:nvPr/>
              </p:nvSpPr>
              <p:spPr>
                <a:xfrm>
                  <a:off x="343785" y="2308659"/>
                  <a:ext cx="606750"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b="0" i="0"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79" name="文本框 178">
                  <a:extLst>
                    <a:ext uri="{FF2B5EF4-FFF2-40B4-BE49-F238E27FC236}">
                      <a16:creationId xmlns:a16="http://schemas.microsoft.com/office/drawing/2014/main" id="{915BCCEE-6132-7C50-3299-11D362E7DBA3}"/>
                    </a:ext>
                  </a:extLst>
                </p:cNvPr>
                <p:cNvSpPr txBox="1">
                  <a:spLocks noRot="1" noChangeAspect="1" noMove="1" noResize="1" noEditPoints="1" noAdjustHandles="1" noChangeArrowheads="1" noChangeShapeType="1" noTextEdit="1"/>
                </p:cNvSpPr>
                <p:nvPr/>
              </p:nvSpPr>
              <p:spPr>
                <a:xfrm>
                  <a:off x="343785" y="2308659"/>
                  <a:ext cx="606750" cy="461665"/>
                </a:xfrm>
                <a:prstGeom prst="rect">
                  <a:avLst/>
                </a:prstGeom>
                <a:blipFill>
                  <a:blip r:embed="rId5"/>
                  <a:stretch>
                    <a:fillRect l="-8000"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8352B9CB-8328-4B52-8661-3F6874A3C093}"/>
                    </a:ext>
                  </a:extLst>
                </p:cNvPr>
                <p:cNvSpPr txBox="1"/>
                <p:nvPr/>
              </p:nvSpPr>
              <p:spPr>
                <a:xfrm>
                  <a:off x="343785" y="3198734"/>
                  <a:ext cx="606608"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80" name="文本框 179">
                  <a:extLst>
                    <a:ext uri="{FF2B5EF4-FFF2-40B4-BE49-F238E27FC236}">
                      <a16:creationId xmlns:a16="http://schemas.microsoft.com/office/drawing/2014/main" id="{8352B9CB-8328-4B52-8661-3F6874A3C093}"/>
                    </a:ext>
                  </a:extLst>
                </p:cNvPr>
                <p:cNvSpPr txBox="1">
                  <a:spLocks noRot="1" noChangeAspect="1" noMove="1" noResize="1" noEditPoints="1" noAdjustHandles="1" noChangeArrowheads="1" noChangeShapeType="1" noTextEdit="1"/>
                </p:cNvSpPr>
                <p:nvPr/>
              </p:nvSpPr>
              <p:spPr>
                <a:xfrm>
                  <a:off x="343785" y="3198734"/>
                  <a:ext cx="606608" cy="461665"/>
                </a:xfrm>
                <a:prstGeom prst="rect">
                  <a:avLst/>
                </a:prstGeom>
                <a:blipFill>
                  <a:blip r:embed="rId6"/>
                  <a:stretch>
                    <a:fillRect l="-8000"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7BE5CB79-C209-B7FE-CAC7-949493EB8776}"/>
                    </a:ext>
                  </a:extLst>
                </p:cNvPr>
                <p:cNvSpPr txBox="1"/>
                <p:nvPr/>
              </p:nvSpPr>
              <p:spPr>
                <a:xfrm>
                  <a:off x="343785" y="3646452"/>
                  <a:ext cx="561224"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181" name="文本框 180">
                  <a:extLst>
                    <a:ext uri="{FF2B5EF4-FFF2-40B4-BE49-F238E27FC236}">
                      <a16:creationId xmlns:a16="http://schemas.microsoft.com/office/drawing/2014/main" id="{7BE5CB79-C209-B7FE-CAC7-949493EB8776}"/>
                    </a:ext>
                  </a:extLst>
                </p:cNvPr>
                <p:cNvSpPr txBox="1">
                  <a:spLocks noRot="1" noChangeAspect="1" noMove="1" noResize="1" noEditPoints="1" noAdjustHandles="1" noChangeArrowheads="1" noChangeShapeType="1" noTextEdit="1"/>
                </p:cNvSpPr>
                <p:nvPr/>
              </p:nvSpPr>
              <p:spPr>
                <a:xfrm>
                  <a:off x="343785" y="3646452"/>
                  <a:ext cx="561224" cy="461665"/>
                </a:xfrm>
                <a:prstGeom prst="rect">
                  <a:avLst/>
                </a:prstGeom>
                <a:blipFill>
                  <a:blip r:embed="rId7"/>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E03C20C8-E509-6D9E-C239-869934418BE8}"/>
                </a:ext>
              </a:extLst>
            </p:cNvPr>
            <p:cNvSpPr txBox="1"/>
            <p:nvPr/>
          </p:nvSpPr>
          <p:spPr>
            <a:xfrm>
              <a:off x="1393778"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B2B9D283-9A3C-E98C-B03E-76C89FA3498E}"/>
                </a:ext>
              </a:extLst>
            </p:cNvPr>
            <p:cNvSpPr txBox="1"/>
            <p:nvPr/>
          </p:nvSpPr>
          <p:spPr>
            <a:xfrm>
              <a:off x="2049567"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14" name="文本框 113">
              <a:extLst>
                <a:ext uri="{FF2B5EF4-FFF2-40B4-BE49-F238E27FC236}">
                  <a16:creationId xmlns:a16="http://schemas.microsoft.com/office/drawing/2014/main" id="{E2A29211-C825-C7A7-5770-8C5103A5794B}"/>
                </a:ext>
              </a:extLst>
            </p:cNvPr>
            <p:cNvSpPr txBox="1"/>
            <p:nvPr/>
          </p:nvSpPr>
          <p:spPr>
            <a:xfrm>
              <a:off x="2705354"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16" name="文本框 115">
              <a:extLst>
                <a:ext uri="{FF2B5EF4-FFF2-40B4-BE49-F238E27FC236}">
                  <a16:creationId xmlns:a16="http://schemas.microsoft.com/office/drawing/2014/main" id="{8B28D276-A9F6-1A61-4C19-F590A7146501}"/>
                </a:ext>
              </a:extLst>
            </p:cNvPr>
            <p:cNvSpPr txBox="1"/>
            <p:nvPr/>
          </p:nvSpPr>
          <p:spPr>
            <a:xfrm>
              <a:off x="3361142"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A44413C1-5A1A-D99F-9E7D-847F593A522F}"/>
                </a:ext>
              </a:extLst>
            </p:cNvPr>
            <p:cNvSpPr txBox="1"/>
            <p:nvPr/>
          </p:nvSpPr>
          <p:spPr>
            <a:xfrm>
              <a:off x="3991332"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p:txBody>
        </p:sp>
        <p:sp>
          <p:nvSpPr>
            <p:cNvPr id="119" name="文本框 118">
              <a:extLst>
                <a:ext uri="{FF2B5EF4-FFF2-40B4-BE49-F238E27FC236}">
                  <a16:creationId xmlns:a16="http://schemas.microsoft.com/office/drawing/2014/main" id="{81A6D4BC-082C-67B7-BDFE-6B9BC6622189}"/>
                </a:ext>
              </a:extLst>
            </p:cNvPr>
            <p:cNvSpPr txBox="1"/>
            <p:nvPr/>
          </p:nvSpPr>
          <p:spPr>
            <a:xfrm>
              <a:off x="4635306"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
          <p:nvSpPr>
            <p:cNvPr id="120" name="文本框 119">
              <a:extLst>
                <a:ext uri="{FF2B5EF4-FFF2-40B4-BE49-F238E27FC236}">
                  <a16:creationId xmlns:a16="http://schemas.microsoft.com/office/drawing/2014/main" id="{5806335A-E358-19F9-D7B9-B634F71802F9}"/>
                </a:ext>
              </a:extLst>
            </p:cNvPr>
            <p:cNvSpPr txBox="1"/>
            <p:nvPr/>
          </p:nvSpPr>
          <p:spPr>
            <a:xfrm>
              <a:off x="5297002" y="15904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7</a:t>
              </a:r>
              <a:endParaRPr lang="zh-CN" altLang="en-US" dirty="0">
                <a:latin typeface="微软雅黑" panose="020B0503020204020204" pitchFamily="34" charset="-122"/>
                <a:ea typeface="微软雅黑" panose="020B0503020204020204" pitchFamily="34" charset="-122"/>
              </a:endParaRPr>
            </a:p>
          </p:txBody>
        </p:sp>
        <p:sp>
          <p:nvSpPr>
            <p:cNvPr id="125" name="文本框 124">
              <a:extLst>
                <a:ext uri="{FF2B5EF4-FFF2-40B4-BE49-F238E27FC236}">
                  <a16:creationId xmlns:a16="http://schemas.microsoft.com/office/drawing/2014/main" id="{0A5FA494-892C-F534-98E0-0D9986907761}"/>
                </a:ext>
              </a:extLst>
            </p:cNvPr>
            <p:cNvSpPr txBox="1"/>
            <p:nvPr/>
          </p:nvSpPr>
          <p:spPr>
            <a:xfrm>
              <a:off x="5940418" y="1595940"/>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8</a:t>
              </a:r>
              <a:endParaRPr lang="zh-CN" altLang="en-US" dirty="0">
                <a:latin typeface="微软雅黑" panose="020B0503020204020204" pitchFamily="34" charset="-122"/>
                <a:ea typeface="微软雅黑" panose="020B0503020204020204" pitchFamily="34" charset="-122"/>
              </a:endParaRPr>
            </a:p>
          </p:txBody>
        </p:sp>
        <p:sp>
          <p:nvSpPr>
            <p:cNvPr id="206" name="文本框 205">
              <a:extLst>
                <a:ext uri="{FF2B5EF4-FFF2-40B4-BE49-F238E27FC236}">
                  <a16:creationId xmlns:a16="http://schemas.microsoft.com/office/drawing/2014/main" id="{6BEF6518-3179-961D-7697-3EC54F23AD86}"/>
                </a:ext>
              </a:extLst>
            </p:cNvPr>
            <p:cNvSpPr txBox="1"/>
            <p:nvPr/>
          </p:nvSpPr>
          <p:spPr>
            <a:xfrm>
              <a:off x="761226" y="1588238"/>
              <a:ext cx="407102"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B897B52A-0757-8016-62A6-D43A1FB8064D}"/>
                  </a:ext>
                </a:extLst>
              </p:cNvPr>
              <p:cNvGraphicFramePr>
                <a:graphicFrameLocks noGrp="1"/>
              </p:cNvGraphicFramePr>
              <p:nvPr>
                <p:extLst>
                  <p:ext uri="{D42A27DB-BD31-4B8C-83A1-F6EECF244321}">
                    <p14:modId xmlns:p14="http://schemas.microsoft.com/office/powerpoint/2010/main" val="2603406463"/>
                  </p:ext>
                </p:extLst>
              </p:nvPr>
            </p:nvGraphicFramePr>
            <p:xfrm>
              <a:off x="6840000" y="1690887"/>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708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70840">
                    <a:tc vMerge="1">
                      <a:txBody>
                        <a:bodyPr/>
                        <a:lstStyle/>
                        <a:p>
                          <a:endParaRPr lang="zh-CN" altLang="en-US" dirty="0"/>
                        </a:p>
                      </a:txBody>
                      <a:tcPr/>
                    </a:tc>
                    <a:tc>
                      <a:txBody>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1</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p>
                      </a:txBody>
                      <a:tcPr anchor="ctr"/>
                    </a:tc>
                    <a:tc vMerge="1">
                      <a:txBody>
                        <a:bodyPr/>
                        <a:lstStyle/>
                        <a:p>
                          <a:endParaRPr lang="zh-CN" altLang="en-US" dirty="0"/>
                        </a:p>
                      </a:txBody>
                      <a:tcPr/>
                    </a:tc>
                    <a:extLst>
                      <a:ext uri="{0D108BD9-81ED-4DB2-BD59-A6C34878D82A}">
                        <a16:rowId xmlns:a16="http://schemas.microsoft.com/office/drawing/2014/main" val="1969340654"/>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Choice>
        <mc:Fallback xmlns="">
          <p:graphicFrame>
            <p:nvGraphicFramePr>
              <p:cNvPr id="3" name="表格 2">
                <a:extLst>
                  <a:ext uri="{FF2B5EF4-FFF2-40B4-BE49-F238E27FC236}">
                    <a16:creationId xmlns:a16="http://schemas.microsoft.com/office/drawing/2014/main" id="{B897B52A-0757-8016-62A6-D43A1FB8064D}"/>
                  </a:ext>
                </a:extLst>
              </p:cNvPr>
              <p:cNvGraphicFramePr>
                <a:graphicFrameLocks noGrp="1"/>
              </p:cNvGraphicFramePr>
              <p:nvPr>
                <p:extLst>
                  <p:ext uri="{D42A27DB-BD31-4B8C-83A1-F6EECF244321}">
                    <p14:modId xmlns:p14="http://schemas.microsoft.com/office/powerpoint/2010/main" val="2603406463"/>
                  </p:ext>
                </p:extLst>
              </p:nvPr>
            </p:nvGraphicFramePr>
            <p:xfrm>
              <a:off x="6840000" y="1690887"/>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962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96240">
                    <a:tc vMerge="1">
                      <a:txBody>
                        <a:bodyPr/>
                        <a:lstStyle/>
                        <a:p>
                          <a:endParaRPr lang="zh-CN" altLang="en-US" dirty="0"/>
                        </a:p>
                      </a:txBody>
                      <a:tcPr/>
                    </a:tc>
                    <a:tc>
                      <a:txBody>
                        <a:bodyPr/>
                        <a:lstStyle/>
                        <a:p>
                          <a:endParaRPr lang="zh-CN"/>
                        </a:p>
                      </a:txBody>
                      <a:tcPr anchor="ctr">
                        <a:blipFill>
                          <a:blip r:embed="rId28"/>
                          <a:stretch>
                            <a:fillRect l="-33399" t="-107692" r="-33597" b="-927692"/>
                          </a:stretch>
                        </a:blipFill>
                      </a:tcPr>
                    </a:tc>
                    <a:tc vMerge="1">
                      <a:txBody>
                        <a:bodyPr/>
                        <a:lstStyle/>
                        <a:p>
                          <a:endParaRPr lang="zh-CN" altLang="en-US" dirty="0"/>
                        </a:p>
                      </a:txBody>
                      <a:tcPr/>
                    </a:tc>
                    <a:extLst>
                      <a:ext uri="{0D108BD9-81ED-4DB2-BD59-A6C34878D82A}">
                        <a16:rowId xmlns:a16="http://schemas.microsoft.com/office/drawing/2014/main" val="1969340654"/>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Fallback>
      </mc:AlternateContent>
      <p:sp>
        <p:nvSpPr>
          <p:cNvPr id="10" name="文本框 9">
            <a:extLst>
              <a:ext uri="{FF2B5EF4-FFF2-40B4-BE49-F238E27FC236}">
                <a16:creationId xmlns:a16="http://schemas.microsoft.com/office/drawing/2014/main" id="{0029254A-65D2-18A8-1D2F-D1B40CC5EFEB}"/>
              </a:ext>
            </a:extLst>
          </p:cNvPr>
          <p:cNvSpPr txBox="1"/>
          <p:nvPr/>
        </p:nvSpPr>
        <p:spPr>
          <a:xfrm>
            <a:off x="6840000" y="1260000"/>
            <a:ext cx="5128361"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3 </a:t>
            </a:r>
            <a:r>
              <a:rPr lang="zh-CN" altLang="en-US" sz="2200" dirty="0">
                <a:latin typeface="微软雅黑" panose="020B0503020204020204" pitchFamily="34" charset="-122"/>
                <a:ea typeface="微软雅黑" panose="020B0503020204020204" pitchFamily="34" charset="-122"/>
              </a:rPr>
              <a:t>位二进制递增计数器状态表</a:t>
            </a:r>
          </a:p>
        </p:txBody>
      </p:sp>
      <p:sp>
        <p:nvSpPr>
          <p:cNvPr id="11" name="标题 1">
            <a:extLst>
              <a:ext uri="{FF2B5EF4-FFF2-40B4-BE49-F238E27FC236}">
                <a16:creationId xmlns:a16="http://schemas.microsoft.com/office/drawing/2014/main" id="{5C7BF8A8-D86C-143D-5FA4-BC7FC17C0D6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BE696DD-BCC4-F07E-DFEC-E63D80640705}"/>
                  </a:ext>
                </a:extLst>
              </p:cNvPr>
              <p:cNvSpPr txBox="1"/>
              <p:nvPr/>
            </p:nvSpPr>
            <p:spPr>
              <a:xfrm>
                <a:off x="720000" y="6192000"/>
                <a:ext cx="3762530" cy="503792"/>
              </a:xfrm>
              <a:prstGeom prst="rect">
                <a:avLst/>
              </a:prstGeom>
              <a:noFill/>
            </p:spPr>
            <p:txBody>
              <a:bodyPr wrap="square">
                <a:spAutoFit/>
              </a:bodyPr>
              <a:lstStyle/>
              <a:p>
                <a14:m>
                  <m:oMath xmlns:m="http://schemas.openxmlformats.org/officeDocument/2006/math">
                    <m:sSubSup>
                      <m:sSubSupPr>
                        <m:ctrlPr>
                          <a:rPr lang="en-US" altLang="zh-CN" sz="2400" i="1" smtClean="0">
                            <a:solidFill>
                              <a:srgbClr val="0000FF"/>
                            </a:solidFill>
                            <a:latin typeface="Cambria Math" panose="02040503050406030204" pitchFamily="18" charset="0"/>
                          </a:rPr>
                        </m:ctrlPr>
                      </m:sSubSupPr>
                      <m:e>
                        <m:r>
                          <m:rPr>
                            <m:sty m:val="p"/>
                          </m:rPr>
                          <a:rPr lang="en-US" altLang="zh-CN" sz="2400">
                            <a:solidFill>
                              <a:srgbClr val="0000FF"/>
                            </a:solidFill>
                            <a:latin typeface="Cambria Math" panose="02040503050406030204" pitchFamily="18" charset="0"/>
                          </a:rPr>
                          <m:t>Q</m:t>
                        </m:r>
                      </m:e>
                      <m:sub>
                        <m:r>
                          <a:rPr lang="en-US" altLang="zh-CN" sz="2400" b="0" i="1" smtClean="0">
                            <a:solidFill>
                              <a:srgbClr val="0000FF"/>
                            </a:solidFill>
                            <a:latin typeface="Cambria Math" panose="02040503050406030204" pitchFamily="18" charset="0"/>
                          </a:rPr>
                          <m:t>𝑖</m:t>
                        </m:r>
                      </m:sub>
                      <m:sup>
                        <m:r>
                          <a:rPr lang="en-US" altLang="zh-CN" sz="2400" b="0" i="1" smtClean="0">
                            <a:solidFill>
                              <a:srgbClr val="0000FF"/>
                            </a:solidFill>
                            <a:latin typeface="Cambria Math" panose="02040503050406030204" pitchFamily="18" charset="0"/>
                          </a:rPr>
                          <m:t>𝑛</m:t>
                        </m:r>
                        <m:r>
                          <a:rPr lang="en-US" altLang="zh-CN" sz="2400" b="0" i="1" smtClean="0">
                            <a:solidFill>
                              <a:srgbClr val="0000FF"/>
                            </a:solidFill>
                            <a:latin typeface="Cambria Math" panose="02040503050406030204" pitchFamily="18" charset="0"/>
                          </a:rPr>
                          <m:t>+1</m:t>
                        </m:r>
                      </m:sup>
                    </m:sSubSup>
                    <m:r>
                      <a:rPr lang="en-US" altLang="zh-CN" sz="2400" b="0" i="1" smtClean="0">
                        <a:solidFill>
                          <a:srgbClr val="0000FF"/>
                        </a:solidFill>
                        <a:latin typeface="Cambria Math" panose="02040503050406030204" pitchFamily="18" charset="0"/>
                      </a:rPr>
                      <m:t>=</m:t>
                    </m:r>
                    <m:acc>
                      <m:accPr>
                        <m:chr m:val="̅"/>
                        <m:ctrlPr>
                          <a:rPr lang="en-US" altLang="zh-CN" sz="2400" b="0" i="1" smtClean="0">
                            <a:solidFill>
                              <a:srgbClr val="0000FF"/>
                            </a:solidFill>
                            <a:latin typeface="Cambria Math" panose="02040503050406030204" pitchFamily="18" charset="0"/>
                          </a:rPr>
                        </m:ctrlPr>
                      </m:accPr>
                      <m:e>
                        <m:sSubSup>
                          <m:sSubSupPr>
                            <m:ctrlPr>
                              <a:rPr lang="en-US" altLang="zh-CN" sz="2400" i="1">
                                <a:solidFill>
                                  <a:srgbClr val="0000FF"/>
                                </a:solidFill>
                                <a:latin typeface="Cambria Math" panose="02040503050406030204" pitchFamily="18" charset="0"/>
                              </a:rPr>
                            </m:ctrlPr>
                          </m:sSubSupPr>
                          <m:e>
                            <m:r>
                              <m:rPr>
                                <m:sty m:val="p"/>
                              </m:rPr>
                              <a:rPr lang="en-US" altLang="zh-CN" sz="2400">
                                <a:solidFill>
                                  <a:srgbClr val="0000FF"/>
                                </a:solidFill>
                                <a:latin typeface="Cambria Math" panose="02040503050406030204" pitchFamily="18" charset="0"/>
                              </a:rPr>
                              <m:t>Q</m:t>
                            </m:r>
                          </m:e>
                          <m:sub>
                            <m:r>
                              <a:rPr lang="en-US" altLang="zh-CN" sz="2400" i="1">
                                <a:solidFill>
                                  <a:srgbClr val="0000FF"/>
                                </a:solidFill>
                                <a:latin typeface="Cambria Math" panose="02040503050406030204" pitchFamily="18" charset="0"/>
                              </a:rPr>
                              <m:t>𝑖</m:t>
                            </m:r>
                          </m:sub>
                          <m:sup>
                            <m:r>
                              <a:rPr lang="en-US" altLang="zh-CN" sz="2400" i="1">
                                <a:solidFill>
                                  <a:srgbClr val="0000FF"/>
                                </a:solidFill>
                                <a:latin typeface="Cambria Math" panose="02040503050406030204" pitchFamily="18" charset="0"/>
                              </a:rPr>
                              <m:t>𝑛</m:t>
                            </m:r>
                          </m:sup>
                        </m:sSubSup>
                      </m:e>
                    </m:acc>
                  </m:oMath>
                </a14:m>
                <a:r>
                  <a:rPr lang="zh-CN" altLang="en-US" sz="24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400" b="0" i="0" smtClean="0">
                        <a:solidFill>
                          <a:srgbClr val="0000FF"/>
                        </a:solidFill>
                        <a:latin typeface="Cambria Math" panose="02040503050406030204" pitchFamily="18" charset="0"/>
                      </a:rPr>
                      <m:t>C</m:t>
                    </m:r>
                    <m:r>
                      <a:rPr lang="en-US" altLang="zh-CN" sz="2400" i="1">
                        <a:solidFill>
                          <a:srgbClr val="0000FF"/>
                        </a:solidFill>
                        <a:latin typeface="Cambria Math" panose="02040503050406030204" pitchFamily="18" charset="0"/>
                      </a:rPr>
                      <m:t>=</m:t>
                    </m:r>
                    <m:sSub>
                      <m:sSubPr>
                        <m:ctrlPr>
                          <a:rPr lang="en-US" altLang="zh-CN" sz="2400" i="1" smtClean="0">
                            <a:solidFill>
                              <a:srgbClr val="0000FF"/>
                            </a:solidFill>
                            <a:latin typeface="Cambria Math" panose="02040503050406030204" pitchFamily="18" charset="0"/>
                          </a:rPr>
                        </m:ctrlPr>
                      </m:sSubPr>
                      <m:e>
                        <m:r>
                          <m:rPr>
                            <m:sty m:val="p"/>
                          </m:rPr>
                          <a:rPr lang="en-US" altLang="zh-CN" sz="2400" b="0" i="0" smtClean="0">
                            <a:solidFill>
                              <a:srgbClr val="0000FF"/>
                            </a:solidFill>
                            <a:latin typeface="Cambria Math" panose="02040503050406030204" pitchFamily="18" charset="0"/>
                          </a:rPr>
                          <m:t>Q</m:t>
                        </m:r>
                      </m:e>
                      <m:sub>
                        <m:r>
                          <a:rPr lang="en-US" altLang="zh-CN" sz="2400" i="1">
                            <a:solidFill>
                              <a:srgbClr val="0000FF"/>
                            </a:solidFill>
                            <a:latin typeface="Cambria Math" panose="02040503050406030204" pitchFamily="18" charset="0"/>
                          </a:rPr>
                          <m:t>2</m:t>
                        </m:r>
                      </m:sub>
                    </m:sSub>
                    <m:sSub>
                      <m:sSubPr>
                        <m:ctrlPr>
                          <a:rPr lang="en-US" altLang="zh-CN" sz="2400" i="1">
                            <a:solidFill>
                              <a:srgbClr val="0000FF"/>
                            </a:solidFill>
                            <a:latin typeface="Cambria Math" panose="02040503050406030204" pitchFamily="18" charset="0"/>
                          </a:rPr>
                        </m:ctrlPr>
                      </m:sSubPr>
                      <m:e>
                        <m:r>
                          <m:rPr>
                            <m:sty m:val="p"/>
                          </m:rPr>
                          <a:rPr lang="en-US" altLang="zh-CN" sz="2400">
                            <a:solidFill>
                              <a:srgbClr val="0000FF"/>
                            </a:solidFill>
                            <a:latin typeface="Cambria Math" panose="02040503050406030204" pitchFamily="18" charset="0"/>
                          </a:rPr>
                          <m:t>Q</m:t>
                        </m:r>
                      </m:e>
                      <m:sub>
                        <m:r>
                          <a:rPr lang="en-US" altLang="zh-CN" sz="2400" i="1" smtClean="0">
                            <a:solidFill>
                              <a:srgbClr val="0000FF"/>
                            </a:solidFill>
                            <a:latin typeface="Cambria Math" panose="02040503050406030204" pitchFamily="18" charset="0"/>
                          </a:rPr>
                          <m:t>1</m:t>
                        </m:r>
                      </m:sub>
                    </m:sSub>
                    <m:sSub>
                      <m:sSubPr>
                        <m:ctrlPr>
                          <a:rPr lang="en-US" altLang="zh-CN" sz="2400" i="1">
                            <a:solidFill>
                              <a:srgbClr val="0000FF"/>
                            </a:solidFill>
                            <a:latin typeface="Cambria Math" panose="02040503050406030204" pitchFamily="18" charset="0"/>
                          </a:rPr>
                        </m:ctrlPr>
                      </m:sSubPr>
                      <m:e>
                        <m:r>
                          <m:rPr>
                            <m:sty m:val="p"/>
                          </m:rPr>
                          <a:rPr lang="en-US" altLang="zh-CN" sz="2400">
                            <a:solidFill>
                              <a:srgbClr val="0000FF"/>
                            </a:solidFill>
                            <a:latin typeface="Cambria Math" panose="02040503050406030204" pitchFamily="18" charset="0"/>
                          </a:rPr>
                          <m:t>Q</m:t>
                        </m:r>
                      </m:e>
                      <m:sub>
                        <m:r>
                          <a:rPr lang="en-US" altLang="zh-CN" sz="2400" i="1" smtClean="0">
                            <a:solidFill>
                              <a:srgbClr val="0000FF"/>
                            </a:solidFill>
                            <a:latin typeface="Cambria Math" panose="02040503050406030204" pitchFamily="18" charset="0"/>
                          </a:rPr>
                          <m:t>0</m:t>
                        </m:r>
                      </m:sub>
                    </m:sSub>
                  </m:oMath>
                </a14:m>
                <a:endParaRPr lang="zh-CN" altLang="en-US" sz="24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EBE696DD-BCC4-F07E-DFEC-E63D80640705}"/>
                  </a:ext>
                </a:extLst>
              </p:cNvPr>
              <p:cNvSpPr txBox="1">
                <a:spLocks noRot="1" noChangeAspect="1" noMove="1" noResize="1" noEditPoints="1" noAdjustHandles="1" noChangeArrowheads="1" noChangeShapeType="1" noTextEdit="1"/>
              </p:cNvSpPr>
              <p:nvPr/>
            </p:nvSpPr>
            <p:spPr>
              <a:xfrm>
                <a:off x="720000" y="6192000"/>
                <a:ext cx="3762530" cy="503792"/>
              </a:xfrm>
              <a:prstGeom prst="rect">
                <a:avLst/>
              </a:prstGeom>
              <a:blipFill>
                <a:blip r:embed="rId29"/>
                <a:stretch>
                  <a:fillRect t="-3659" b="-25610"/>
                </a:stretch>
              </a:blipFill>
            </p:spPr>
            <p:txBody>
              <a:bodyPr/>
              <a:lstStyle/>
              <a:p>
                <a:r>
                  <a:rPr lang="zh-CN" altLang="en-US">
                    <a:noFill/>
                  </a:rPr>
                  <a:t> </a:t>
                </a:r>
              </a:p>
            </p:txBody>
          </p:sp>
        </mc:Fallback>
      </mc:AlternateContent>
      <p:grpSp>
        <p:nvGrpSpPr>
          <p:cNvPr id="94" name="组合 93">
            <a:extLst>
              <a:ext uri="{FF2B5EF4-FFF2-40B4-BE49-F238E27FC236}">
                <a16:creationId xmlns:a16="http://schemas.microsoft.com/office/drawing/2014/main" id="{3E957CAA-2302-3F8A-3FED-A5A912B49653}"/>
              </a:ext>
            </a:extLst>
          </p:cNvPr>
          <p:cNvGrpSpPr/>
          <p:nvPr/>
        </p:nvGrpSpPr>
        <p:grpSpPr>
          <a:xfrm>
            <a:off x="360000" y="4320000"/>
            <a:ext cx="6379355" cy="1872928"/>
            <a:chOff x="176304" y="4776730"/>
            <a:chExt cx="6379355" cy="1872928"/>
          </a:xfrm>
        </p:grpSpPr>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F1ADCCFD-DC10-917D-F62A-D9881C6305CB}"/>
                    </a:ext>
                  </a:extLst>
                </p:cNvPr>
                <p:cNvSpPr/>
                <p:nvPr/>
              </p:nvSpPr>
              <p:spPr>
                <a:xfrm>
                  <a:off x="925787"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11" name="矩形 10">
                  <a:extLst>
                    <a:ext uri="{FF2B5EF4-FFF2-40B4-BE49-F238E27FC236}">
                      <a16:creationId xmlns:a16="http://schemas.microsoft.com/office/drawing/2014/main" id="{4FF428B1-EC2B-756C-9A52-8B86ADA7F720}"/>
                    </a:ext>
                  </a:extLst>
                </p:cNvPr>
                <p:cNvSpPr>
                  <a:spLocks noRot="1" noChangeAspect="1" noMove="1" noResize="1" noEditPoints="1" noAdjustHandles="1" noChangeArrowheads="1" noChangeShapeType="1" noTextEdit="1"/>
                </p:cNvSpPr>
                <p:nvPr/>
              </p:nvSpPr>
              <p:spPr>
                <a:xfrm>
                  <a:off x="925787" y="4967237"/>
                  <a:ext cx="874471" cy="947723"/>
                </a:xfrm>
                <a:prstGeom prst="rect">
                  <a:avLst/>
                </a:prstGeom>
                <a:blipFill>
                  <a:blip r:embed="rId30"/>
                  <a:stretch>
                    <a:fillRect/>
                  </a:stretch>
                </a:blipFill>
                <a:ln w="25400">
                  <a:solidFill>
                    <a:schemeClr val="tx1"/>
                  </a:solidFill>
                </a:ln>
              </p:spPr>
              <p:txBody>
                <a:bodyPr/>
                <a:lstStyle/>
                <a:p>
                  <a:r>
                    <a:rPr lang="zh-CN" altLang="en-US">
                      <a:noFill/>
                    </a:rPr>
                    <a:t> </a:t>
                  </a:r>
                </a:p>
              </p:txBody>
            </p:sp>
          </mc:Fallback>
        </mc:AlternateContent>
        <p:sp>
          <p:nvSpPr>
            <p:cNvPr id="124" name="Line 27">
              <a:extLst>
                <a:ext uri="{FF2B5EF4-FFF2-40B4-BE49-F238E27FC236}">
                  <a16:creationId xmlns:a16="http://schemas.microsoft.com/office/drawing/2014/main" id="{1047A3D2-3786-45F5-5677-C994E71A313A}"/>
                </a:ext>
              </a:extLst>
            </p:cNvPr>
            <p:cNvSpPr>
              <a:spLocks noChangeShapeType="1"/>
            </p:cNvSpPr>
            <p:nvPr/>
          </p:nvSpPr>
          <p:spPr bwMode="auto">
            <a:xfrm>
              <a:off x="596419" y="5744772"/>
              <a:ext cx="329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52ACB4C6-2F15-C38D-4B20-6A52FA06200C}"/>
                    </a:ext>
                  </a:extLst>
                </p:cNvPr>
                <p:cNvSpPr txBox="1"/>
                <p:nvPr/>
              </p:nvSpPr>
              <p:spPr>
                <a:xfrm>
                  <a:off x="944322"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14" name="文本框 13">
                  <a:extLst>
                    <a:ext uri="{FF2B5EF4-FFF2-40B4-BE49-F238E27FC236}">
                      <a16:creationId xmlns:a16="http://schemas.microsoft.com/office/drawing/2014/main" id="{2E57C900-C933-9175-3394-3883B5F80A2D}"/>
                    </a:ext>
                  </a:extLst>
                </p:cNvPr>
                <p:cNvSpPr txBox="1">
                  <a:spLocks noRot="1" noChangeAspect="1" noMove="1" noResize="1" noEditPoints="1" noAdjustHandles="1" noChangeArrowheads="1" noChangeShapeType="1" noTextEdit="1"/>
                </p:cNvSpPr>
                <p:nvPr/>
              </p:nvSpPr>
              <p:spPr>
                <a:xfrm>
                  <a:off x="944322" y="4928085"/>
                  <a:ext cx="448351" cy="400110"/>
                </a:xfrm>
                <a:prstGeom prst="rect">
                  <a:avLst/>
                </a:prstGeom>
                <a:blipFill>
                  <a:blip r:embed="rId31"/>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C15300AD-0D97-7483-623C-AE0C52C49DB0}"/>
                    </a:ext>
                  </a:extLst>
                </p:cNvPr>
                <p:cNvSpPr txBox="1"/>
                <p:nvPr/>
              </p:nvSpPr>
              <p:spPr>
                <a:xfrm>
                  <a:off x="994657"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16" name="文本框 15">
                  <a:extLst>
                    <a:ext uri="{FF2B5EF4-FFF2-40B4-BE49-F238E27FC236}">
                      <a16:creationId xmlns:a16="http://schemas.microsoft.com/office/drawing/2014/main" id="{08B45F71-A49C-2225-C124-C276A281A0F4}"/>
                    </a:ext>
                  </a:extLst>
                </p:cNvPr>
                <p:cNvSpPr txBox="1">
                  <a:spLocks noRot="1" noChangeAspect="1" noMove="1" noResize="1" noEditPoints="1" noAdjustHandles="1" noChangeArrowheads="1" noChangeShapeType="1" noTextEdit="1"/>
                </p:cNvSpPr>
                <p:nvPr/>
              </p:nvSpPr>
              <p:spPr>
                <a:xfrm>
                  <a:off x="994657" y="5544717"/>
                  <a:ext cx="448351" cy="400110"/>
                </a:xfrm>
                <a:prstGeom prst="rect">
                  <a:avLst/>
                </a:prstGeom>
                <a:blipFill>
                  <a:blip r:embed="rId32"/>
                  <a:stretch>
                    <a:fillRect l="-9589"/>
                  </a:stretch>
                </a:blipFill>
              </p:spPr>
              <p:txBody>
                <a:bodyPr/>
                <a:lstStyle/>
                <a:p>
                  <a:r>
                    <a:rPr lang="zh-CN" altLang="en-US">
                      <a:noFill/>
                    </a:rPr>
                    <a:t> </a:t>
                  </a:r>
                </a:p>
              </p:txBody>
            </p:sp>
          </mc:Fallback>
        </mc:AlternateContent>
        <p:sp>
          <p:nvSpPr>
            <p:cNvPr id="132" name="等腰三角形 131">
              <a:extLst>
                <a:ext uri="{FF2B5EF4-FFF2-40B4-BE49-F238E27FC236}">
                  <a16:creationId xmlns:a16="http://schemas.microsoft.com/office/drawing/2014/main" id="{6E71420C-A404-C428-2A4F-42DCEC008D3F}"/>
                </a:ext>
              </a:extLst>
            </p:cNvPr>
            <p:cNvSpPr/>
            <p:nvPr/>
          </p:nvSpPr>
          <p:spPr>
            <a:xfrm rot="5400000">
              <a:off x="887829"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33" name="Line 27">
              <a:extLst>
                <a:ext uri="{FF2B5EF4-FFF2-40B4-BE49-F238E27FC236}">
                  <a16:creationId xmlns:a16="http://schemas.microsoft.com/office/drawing/2014/main" id="{C6EF2239-0295-1E20-26DB-712225348367}"/>
                </a:ext>
              </a:extLst>
            </p:cNvPr>
            <p:cNvSpPr>
              <a:spLocks noChangeShapeType="1"/>
            </p:cNvSpPr>
            <p:nvPr/>
          </p:nvSpPr>
          <p:spPr bwMode="auto">
            <a:xfrm>
              <a:off x="724011"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D21E5688-579D-202D-A330-37217E0E1BD4}"/>
                </a:ext>
              </a:extLst>
            </p:cNvPr>
            <p:cNvSpPr>
              <a:spLocks noChangeShapeType="1"/>
            </p:cNvSpPr>
            <p:nvPr/>
          </p:nvSpPr>
          <p:spPr bwMode="auto">
            <a:xfrm>
              <a:off x="1800258"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椭圆 134">
              <a:extLst>
                <a:ext uri="{FF2B5EF4-FFF2-40B4-BE49-F238E27FC236}">
                  <a16:creationId xmlns:a16="http://schemas.microsoft.com/office/drawing/2014/main" id="{04C9ECD2-451A-1087-8EDA-132A087542F4}"/>
                </a:ext>
              </a:extLst>
            </p:cNvPr>
            <p:cNvSpPr/>
            <p:nvPr/>
          </p:nvSpPr>
          <p:spPr>
            <a:xfrm flipV="1">
              <a:off x="798453"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7" name="Line 27">
              <a:extLst>
                <a:ext uri="{FF2B5EF4-FFF2-40B4-BE49-F238E27FC236}">
                  <a16:creationId xmlns:a16="http://schemas.microsoft.com/office/drawing/2014/main" id="{600A31EA-2024-81BF-7ECE-6CC08DE38B26}"/>
                </a:ext>
              </a:extLst>
            </p:cNvPr>
            <p:cNvSpPr>
              <a:spLocks noChangeShapeType="1"/>
            </p:cNvSpPr>
            <p:nvPr/>
          </p:nvSpPr>
          <p:spPr bwMode="auto">
            <a:xfrm>
              <a:off x="2003839" y="5744772"/>
              <a:ext cx="4744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8" name="椭圆 137">
              <a:extLst>
                <a:ext uri="{FF2B5EF4-FFF2-40B4-BE49-F238E27FC236}">
                  <a16:creationId xmlns:a16="http://schemas.microsoft.com/office/drawing/2014/main" id="{6C34D206-DB7C-AACF-266D-3C8231140188}"/>
                </a:ext>
              </a:extLst>
            </p:cNvPr>
            <p:cNvSpPr/>
            <p:nvPr/>
          </p:nvSpPr>
          <p:spPr>
            <a:xfrm flipV="1">
              <a:off x="2360516" y="5684127"/>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9" name="矩形 138">
                  <a:extLst>
                    <a:ext uri="{FF2B5EF4-FFF2-40B4-BE49-F238E27FC236}">
                      <a16:creationId xmlns:a16="http://schemas.microsoft.com/office/drawing/2014/main" id="{0F49A66B-4CC6-C476-6AF7-7754D368A9F7}"/>
                    </a:ext>
                  </a:extLst>
                </p:cNvPr>
                <p:cNvSpPr/>
                <p:nvPr/>
              </p:nvSpPr>
              <p:spPr>
                <a:xfrm>
                  <a:off x="2478744"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22" name="矩形 21">
                  <a:extLst>
                    <a:ext uri="{FF2B5EF4-FFF2-40B4-BE49-F238E27FC236}">
                      <a16:creationId xmlns:a16="http://schemas.microsoft.com/office/drawing/2014/main" id="{1DB2D4A9-EF14-BB8B-C199-7D550262FF4B}"/>
                    </a:ext>
                  </a:extLst>
                </p:cNvPr>
                <p:cNvSpPr>
                  <a:spLocks noRot="1" noChangeAspect="1" noMove="1" noResize="1" noEditPoints="1" noAdjustHandles="1" noChangeArrowheads="1" noChangeShapeType="1" noTextEdit="1"/>
                </p:cNvSpPr>
                <p:nvPr/>
              </p:nvSpPr>
              <p:spPr>
                <a:xfrm>
                  <a:off x="2478744" y="4967237"/>
                  <a:ext cx="874471" cy="947723"/>
                </a:xfrm>
                <a:prstGeom prst="rect">
                  <a:avLst/>
                </a:prstGeom>
                <a:blipFill>
                  <a:blip r:embed="rId8"/>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DC7D9D8C-727C-3E63-178B-E66FAE0D941C}"/>
                    </a:ext>
                  </a:extLst>
                </p:cNvPr>
                <p:cNvSpPr txBox="1"/>
                <p:nvPr/>
              </p:nvSpPr>
              <p:spPr>
                <a:xfrm>
                  <a:off x="2497279"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23" name="文本框 22">
                  <a:extLst>
                    <a:ext uri="{FF2B5EF4-FFF2-40B4-BE49-F238E27FC236}">
                      <a16:creationId xmlns:a16="http://schemas.microsoft.com/office/drawing/2014/main" id="{446E5616-A72C-02C1-58F5-2A085B019526}"/>
                    </a:ext>
                  </a:extLst>
                </p:cNvPr>
                <p:cNvSpPr txBox="1">
                  <a:spLocks noRot="1" noChangeAspect="1" noMove="1" noResize="1" noEditPoints="1" noAdjustHandles="1" noChangeArrowheads="1" noChangeShapeType="1" noTextEdit="1"/>
                </p:cNvSpPr>
                <p:nvPr/>
              </p:nvSpPr>
              <p:spPr>
                <a:xfrm>
                  <a:off x="2497279" y="4928085"/>
                  <a:ext cx="448351" cy="400110"/>
                </a:xfrm>
                <a:prstGeom prst="rect">
                  <a:avLst/>
                </a:prstGeom>
                <a:blipFill>
                  <a:blip r:embed="rId9"/>
                  <a:stretch>
                    <a:fillRect l="-109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4CC6F7AB-1D8D-0FCE-8184-00D880C987B3}"/>
                    </a:ext>
                  </a:extLst>
                </p:cNvPr>
                <p:cNvSpPr txBox="1"/>
                <p:nvPr/>
              </p:nvSpPr>
              <p:spPr>
                <a:xfrm>
                  <a:off x="2547614"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68" name="文本框 67">
                  <a:extLst>
                    <a:ext uri="{FF2B5EF4-FFF2-40B4-BE49-F238E27FC236}">
                      <a16:creationId xmlns:a16="http://schemas.microsoft.com/office/drawing/2014/main" id="{4113EC3F-AFDC-0F61-25E3-E14E07F0520D}"/>
                    </a:ext>
                  </a:extLst>
                </p:cNvPr>
                <p:cNvSpPr txBox="1">
                  <a:spLocks noRot="1" noChangeAspect="1" noMove="1" noResize="1" noEditPoints="1" noAdjustHandles="1" noChangeArrowheads="1" noChangeShapeType="1" noTextEdit="1"/>
                </p:cNvSpPr>
                <p:nvPr/>
              </p:nvSpPr>
              <p:spPr>
                <a:xfrm>
                  <a:off x="2547614" y="5544717"/>
                  <a:ext cx="448351" cy="400110"/>
                </a:xfrm>
                <a:prstGeom prst="rect">
                  <a:avLst/>
                </a:prstGeom>
                <a:blipFill>
                  <a:blip r:embed="rId10"/>
                  <a:stretch>
                    <a:fillRect l="-9589"/>
                  </a:stretch>
                </a:blipFill>
              </p:spPr>
              <p:txBody>
                <a:bodyPr/>
                <a:lstStyle/>
                <a:p>
                  <a:r>
                    <a:rPr lang="zh-CN" altLang="en-US">
                      <a:noFill/>
                    </a:rPr>
                    <a:t> </a:t>
                  </a:r>
                </a:p>
              </p:txBody>
            </p:sp>
          </mc:Fallback>
        </mc:AlternateContent>
        <p:sp>
          <p:nvSpPr>
            <p:cNvPr id="143" name="等腰三角形 142">
              <a:extLst>
                <a:ext uri="{FF2B5EF4-FFF2-40B4-BE49-F238E27FC236}">
                  <a16:creationId xmlns:a16="http://schemas.microsoft.com/office/drawing/2014/main" id="{92EEFCDF-1545-D396-78C7-9BB7497A4687}"/>
                </a:ext>
              </a:extLst>
            </p:cNvPr>
            <p:cNvSpPr/>
            <p:nvPr/>
          </p:nvSpPr>
          <p:spPr>
            <a:xfrm rot="5400000">
              <a:off x="2440786"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45" name="Line 27">
              <a:extLst>
                <a:ext uri="{FF2B5EF4-FFF2-40B4-BE49-F238E27FC236}">
                  <a16:creationId xmlns:a16="http://schemas.microsoft.com/office/drawing/2014/main" id="{A110330C-E720-BF45-74CE-76B977C98F92}"/>
                </a:ext>
              </a:extLst>
            </p:cNvPr>
            <p:cNvSpPr>
              <a:spLocks noChangeShapeType="1"/>
            </p:cNvSpPr>
            <p:nvPr/>
          </p:nvSpPr>
          <p:spPr bwMode="auto">
            <a:xfrm>
              <a:off x="2276968"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6" name="Line 27">
              <a:extLst>
                <a:ext uri="{FF2B5EF4-FFF2-40B4-BE49-F238E27FC236}">
                  <a16:creationId xmlns:a16="http://schemas.microsoft.com/office/drawing/2014/main" id="{798F8B5C-BD3F-ED62-DC0D-4A7835937505}"/>
                </a:ext>
              </a:extLst>
            </p:cNvPr>
            <p:cNvSpPr>
              <a:spLocks noChangeShapeType="1"/>
            </p:cNvSpPr>
            <p:nvPr/>
          </p:nvSpPr>
          <p:spPr bwMode="auto">
            <a:xfrm>
              <a:off x="3353215"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5" name="椭圆 154">
              <a:extLst>
                <a:ext uri="{FF2B5EF4-FFF2-40B4-BE49-F238E27FC236}">
                  <a16:creationId xmlns:a16="http://schemas.microsoft.com/office/drawing/2014/main" id="{4ED47DBE-CC0E-D487-2C29-90733D259350}"/>
                </a:ext>
              </a:extLst>
            </p:cNvPr>
            <p:cNvSpPr/>
            <p:nvPr/>
          </p:nvSpPr>
          <p:spPr>
            <a:xfrm flipV="1">
              <a:off x="2351410"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A6874960-EE25-D27D-0633-B5C7451F74FB}"/>
                    </a:ext>
                  </a:extLst>
                </p:cNvPr>
                <p:cNvSpPr/>
                <p:nvPr/>
              </p:nvSpPr>
              <p:spPr>
                <a:xfrm>
                  <a:off x="4031278" y="4967237"/>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29" name="矩形 28">
                  <a:extLst>
                    <a:ext uri="{FF2B5EF4-FFF2-40B4-BE49-F238E27FC236}">
                      <a16:creationId xmlns:a16="http://schemas.microsoft.com/office/drawing/2014/main" id="{EE908729-95CF-F9A1-9970-05BF30FFAEB9}"/>
                    </a:ext>
                  </a:extLst>
                </p:cNvPr>
                <p:cNvSpPr>
                  <a:spLocks noRot="1" noChangeAspect="1" noMove="1" noResize="1" noEditPoints="1" noAdjustHandles="1" noChangeArrowheads="1" noChangeShapeType="1" noTextEdit="1"/>
                </p:cNvSpPr>
                <p:nvPr/>
              </p:nvSpPr>
              <p:spPr>
                <a:xfrm>
                  <a:off x="4031278" y="4967237"/>
                  <a:ext cx="874471" cy="947723"/>
                </a:xfrm>
                <a:prstGeom prst="rect">
                  <a:avLst/>
                </a:prstGeom>
                <a:blipFill>
                  <a:blip r:embed="rId11"/>
                  <a:stretch>
                    <a:fillRect/>
                  </a:stretch>
                </a:blipFill>
                <a:ln w="25400">
                  <a:solidFill>
                    <a:schemeClr val="tx1"/>
                  </a:solidFill>
                </a:ln>
              </p:spPr>
              <p:txBody>
                <a:bodyPr/>
                <a:lstStyle/>
                <a:p>
                  <a:r>
                    <a:rPr lang="zh-CN" altLang="en-US">
                      <a:noFill/>
                    </a:rPr>
                    <a:t> </a:t>
                  </a:r>
                </a:p>
              </p:txBody>
            </p:sp>
          </mc:Fallback>
        </mc:AlternateContent>
        <p:sp>
          <p:nvSpPr>
            <p:cNvPr id="158" name="Line 27">
              <a:extLst>
                <a:ext uri="{FF2B5EF4-FFF2-40B4-BE49-F238E27FC236}">
                  <a16:creationId xmlns:a16="http://schemas.microsoft.com/office/drawing/2014/main" id="{710BB88A-E9C5-C478-C0F6-28670FD41295}"/>
                </a:ext>
              </a:extLst>
            </p:cNvPr>
            <p:cNvSpPr>
              <a:spLocks noChangeShapeType="1"/>
            </p:cNvSpPr>
            <p:nvPr/>
          </p:nvSpPr>
          <p:spPr bwMode="auto">
            <a:xfrm>
              <a:off x="3556796" y="5744772"/>
              <a:ext cx="4744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18D47CD3-2D5A-00DA-716E-F2A665B03DC6}"/>
                    </a:ext>
                  </a:extLst>
                </p:cNvPr>
                <p:cNvSpPr txBox="1"/>
                <p:nvPr/>
              </p:nvSpPr>
              <p:spPr>
                <a:xfrm>
                  <a:off x="4049813" y="4928085"/>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31" name="文本框 30">
                  <a:extLst>
                    <a:ext uri="{FF2B5EF4-FFF2-40B4-BE49-F238E27FC236}">
                      <a16:creationId xmlns:a16="http://schemas.microsoft.com/office/drawing/2014/main" id="{50CF4A4C-39F2-F914-EDCA-01F8A76EE65C}"/>
                    </a:ext>
                  </a:extLst>
                </p:cNvPr>
                <p:cNvSpPr txBox="1">
                  <a:spLocks noRot="1" noChangeAspect="1" noMove="1" noResize="1" noEditPoints="1" noAdjustHandles="1" noChangeArrowheads="1" noChangeShapeType="1" noTextEdit="1"/>
                </p:cNvSpPr>
                <p:nvPr/>
              </p:nvSpPr>
              <p:spPr>
                <a:xfrm>
                  <a:off x="4049813" y="4928085"/>
                  <a:ext cx="448351" cy="400110"/>
                </a:xfrm>
                <a:prstGeom prst="rect">
                  <a:avLst/>
                </a:prstGeom>
                <a:blipFill>
                  <a:blip r:embed="rId12"/>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CC1AC9B5-DD8B-3C99-D014-AFEE598EEAF3}"/>
                    </a:ext>
                  </a:extLst>
                </p:cNvPr>
                <p:cNvSpPr txBox="1"/>
                <p:nvPr/>
              </p:nvSpPr>
              <p:spPr>
                <a:xfrm>
                  <a:off x="4100148" y="5544717"/>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76" name="文本框 75">
                  <a:extLst>
                    <a:ext uri="{FF2B5EF4-FFF2-40B4-BE49-F238E27FC236}">
                      <a16:creationId xmlns:a16="http://schemas.microsoft.com/office/drawing/2014/main" id="{2D759954-E9A1-13BB-D8E2-4F950B08373F}"/>
                    </a:ext>
                  </a:extLst>
                </p:cNvPr>
                <p:cNvSpPr txBox="1">
                  <a:spLocks noRot="1" noChangeAspect="1" noMove="1" noResize="1" noEditPoints="1" noAdjustHandles="1" noChangeArrowheads="1" noChangeShapeType="1" noTextEdit="1"/>
                </p:cNvSpPr>
                <p:nvPr/>
              </p:nvSpPr>
              <p:spPr>
                <a:xfrm>
                  <a:off x="4100148" y="5544717"/>
                  <a:ext cx="448351" cy="400110"/>
                </a:xfrm>
                <a:prstGeom prst="rect">
                  <a:avLst/>
                </a:prstGeom>
                <a:blipFill>
                  <a:blip r:embed="rId13"/>
                  <a:stretch>
                    <a:fillRect l="-8108"/>
                  </a:stretch>
                </a:blipFill>
              </p:spPr>
              <p:txBody>
                <a:bodyPr/>
                <a:lstStyle/>
                <a:p>
                  <a:r>
                    <a:rPr lang="zh-CN" altLang="en-US">
                      <a:noFill/>
                    </a:rPr>
                    <a:t> </a:t>
                  </a:r>
                </a:p>
              </p:txBody>
            </p:sp>
          </mc:Fallback>
        </mc:AlternateContent>
        <p:sp>
          <p:nvSpPr>
            <p:cNvPr id="164" name="等腰三角形 163">
              <a:extLst>
                <a:ext uri="{FF2B5EF4-FFF2-40B4-BE49-F238E27FC236}">
                  <a16:creationId xmlns:a16="http://schemas.microsoft.com/office/drawing/2014/main" id="{22751A0A-5933-D983-B5F6-5324725FC8E3}"/>
                </a:ext>
              </a:extLst>
            </p:cNvPr>
            <p:cNvSpPr/>
            <p:nvPr/>
          </p:nvSpPr>
          <p:spPr>
            <a:xfrm rot="5400000">
              <a:off x="3993320" y="569681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66" name="Line 27">
              <a:extLst>
                <a:ext uri="{FF2B5EF4-FFF2-40B4-BE49-F238E27FC236}">
                  <a16:creationId xmlns:a16="http://schemas.microsoft.com/office/drawing/2014/main" id="{816EC058-1236-383F-92F6-9FC3121A8081}"/>
                </a:ext>
              </a:extLst>
            </p:cNvPr>
            <p:cNvSpPr>
              <a:spLocks noChangeShapeType="1"/>
            </p:cNvSpPr>
            <p:nvPr/>
          </p:nvSpPr>
          <p:spPr bwMode="auto">
            <a:xfrm>
              <a:off x="4905749" y="513926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8" name="椭圆 167">
              <a:extLst>
                <a:ext uri="{FF2B5EF4-FFF2-40B4-BE49-F238E27FC236}">
                  <a16:creationId xmlns:a16="http://schemas.microsoft.com/office/drawing/2014/main" id="{B62FBD61-823B-3DB8-B7EC-016B523BA042}"/>
                </a:ext>
              </a:extLst>
            </p:cNvPr>
            <p:cNvSpPr/>
            <p:nvPr/>
          </p:nvSpPr>
          <p:spPr>
            <a:xfrm flipV="1">
              <a:off x="3903944" y="568412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70" name="Line 27">
              <a:extLst>
                <a:ext uri="{FF2B5EF4-FFF2-40B4-BE49-F238E27FC236}">
                  <a16:creationId xmlns:a16="http://schemas.microsoft.com/office/drawing/2014/main" id="{A5B53C23-E3D0-8F83-A7D9-E8052373033E}"/>
                </a:ext>
              </a:extLst>
            </p:cNvPr>
            <p:cNvSpPr>
              <a:spLocks noChangeShapeType="1"/>
            </p:cNvSpPr>
            <p:nvPr/>
          </p:nvSpPr>
          <p:spPr bwMode="auto">
            <a:xfrm>
              <a:off x="3827784" y="5139262"/>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2" name="文本框 171">
              <a:extLst>
                <a:ext uri="{FF2B5EF4-FFF2-40B4-BE49-F238E27FC236}">
                  <a16:creationId xmlns:a16="http://schemas.microsoft.com/office/drawing/2014/main" id="{6B0A7943-94E5-E5B1-61E0-8CDB02883EB5}"/>
                </a:ext>
              </a:extLst>
            </p:cNvPr>
            <p:cNvSpPr txBox="1"/>
            <p:nvPr/>
          </p:nvSpPr>
          <p:spPr>
            <a:xfrm>
              <a:off x="544918" y="4781208"/>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73" name="文本框 172">
              <a:extLst>
                <a:ext uri="{FF2B5EF4-FFF2-40B4-BE49-F238E27FC236}">
                  <a16:creationId xmlns:a16="http://schemas.microsoft.com/office/drawing/2014/main" id="{C46816B6-82FE-DF21-22C1-B945D2A29644}"/>
                </a:ext>
              </a:extLst>
            </p:cNvPr>
            <p:cNvSpPr txBox="1"/>
            <p:nvPr/>
          </p:nvSpPr>
          <p:spPr>
            <a:xfrm>
              <a:off x="2098087" y="4784845"/>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49D2168B-F4A7-E63E-7FB0-547E59AC352F}"/>
                </a:ext>
              </a:extLst>
            </p:cNvPr>
            <p:cNvSpPr txBox="1"/>
            <p:nvPr/>
          </p:nvSpPr>
          <p:spPr>
            <a:xfrm>
              <a:off x="3643957" y="4776730"/>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1DB55182-D79E-1E7B-B98B-F260D83C155A}"/>
                    </a:ext>
                  </a:extLst>
                </p:cNvPr>
                <p:cNvSpPr txBox="1"/>
                <p:nvPr/>
              </p:nvSpPr>
              <p:spPr>
                <a:xfrm>
                  <a:off x="176304" y="5544717"/>
                  <a:ext cx="506442"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85" name="文本框 84">
                  <a:extLst>
                    <a:ext uri="{FF2B5EF4-FFF2-40B4-BE49-F238E27FC236}">
                      <a16:creationId xmlns:a16="http://schemas.microsoft.com/office/drawing/2014/main" id="{F2B9F25C-23ED-B914-3335-DE2EDCFEFCE6}"/>
                    </a:ext>
                  </a:extLst>
                </p:cNvPr>
                <p:cNvSpPr txBox="1">
                  <a:spLocks noRot="1" noChangeAspect="1" noMove="1" noResize="1" noEditPoints="1" noAdjustHandles="1" noChangeArrowheads="1" noChangeShapeType="1" noTextEdit="1"/>
                </p:cNvSpPr>
                <p:nvPr/>
              </p:nvSpPr>
              <p:spPr>
                <a:xfrm>
                  <a:off x="176304" y="5544717"/>
                  <a:ext cx="506442" cy="400110"/>
                </a:xfrm>
                <a:prstGeom prst="rect">
                  <a:avLst/>
                </a:prstGeom>
                <a:blipFill>
                  <a:blip r:embed="rId14"/>
                  <a:stretch>
                    <a:fillRect l="-36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8" name="文本框 177">
                  <a:extLst>
                    <a:ext uri="{FF2B5EF4-FFF2-40B4-BE49-F238E27FC236}">
                      <a16:creationId xmlns:a16="http://schemas.microsoft.com/office/drawing/2014/main" id="{225D2BE8-7726-EC39-0051-01330C79C77A}"/>
                    </a:ext>
                  </a:extLst>
                </p:cNvPr>
                <p:cNvSpPr txBox="1"/>
                <p:nvPr/>
              </p:nvSpPr>
              <p:spPr>
                <a:xfrm>
                  <a:off x="1496309" y="4926778"/>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6" name="文本框 85">
                  <a:extLst>
                    <a:ext uri="{FF2B5EF4-FFF2-40B4-BE49-F238E27FC236}">
                      <a16:creationId xmlns:a16="http://schemas.microsoft.com/office/drawing/2014/main" id="{44313039-B058-95C2-E285-F894A0C2E539}"/>
                    </a:ext>
                  </a:extLst>
                </p:cNvPr>
                <p:cNvSpPr txBox="1">
                  <a:spLocks noRot="1" noChangeAspect="1" noMove="1" noResize="1" noEditPoints="1" noAdjustHandles="1" noChangeArrowheads="1" noChangeShapeType="1" noTextEdit="1"/>
                </p:cNvSpPr>
                <p:nvPr/>
              </p:nvSpPr>
              <p:spPr>
                <a:xfrm>
                  <a:off x="1496309" y="4926778"/>
                  <a:ext cx="279337" cy="400110"/>
                </a:xfrm>
                <a:prstGeom prst="rect">
                  <a:avLst/>
                </a:prstGeom>
                <a:blipFill>
                  <a:blip r:embed="rId15"/>
                  <a:stretch>
                    <a:fillRect l="-6522" r="-32609"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DF028AE0-C1E6-1A25-E610-6BAB4DFC361A}"/>
                    </a:ext>
                  </a:extLst>
                </p:cNvPr>
                <p:cNvSpPr txBox="1"/>
                <p:nvPr/>
              </p:nvSpPr>
              <p:spPr>
                <a:xfrm>
                  <a:off x="3046569" y="4922690"/>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7" name="文本框 86">
                  <a:extLst>
                    <a:ext uri="{FF2B5EF4-FFF2-40B4-BE49-F238E27FC236}">
                      <a16:creationId xmlns:a16="http://schemas.microsoft.com/office/drawing/2014/main" id="{B441F7BB-A929-547D-CC96-01857A2AA351}"/>
                    </a:ext>
                  </a:extLst>
                </p:cNvPr>
                <p:cNvSpPr txBox="1">
                  <a:spLocks noRot="1" noChangeAspect="1" noMove="1" noResize="1" noEditPoints="1" noAdjustHandles="1" noChangeArrowheads="1" noChangeShapeType="1" noTextEdit="1"/>
                </p:cNvSpPr>
                <p:nvPr/>
              </p:nvSpPr>
              <p:spPr>
                <a:xfrm>
                  <a:off x="3046569" y="4922690"/>
                  <a:ext cx="279337" cy="400110"/>
                </a:xfrm>
                <a:prstGeom prst="rect">
                  <a:avLst/>
                </a:prstGeom>
                <a:blipFill>
                  <a:blip r:embed="rId16"/>
                  <a:stretch>
                    <a:fillRect l="-6522" r="-32609"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EBEC41BA-CC59-04B0-3C79-FFB0F6A4FB41}"/>
                    </a:ext>
                  </a:extLst>
                </p:cNvPr>
                <p:cNvSpPr txBox="1"/>
                <p:nvPr/>
              </p:nvSpPr>
              <p:spPr>
                <a:xfrm>
                  <a:off x="4595263" y="4922690"/>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8" name="文本框 87">
                  <a:extLst>
                    <a:ext uri="{FF2B5EF4-FFF2-40B4-BE49-F238E27FC236}">
                      <a16:creationId xmlns:a16="http://schemas.microsoft.com/office/drawing/2014/main" id="{D858C234-70EA-97F8-7343-AAF671471B96}"/>
                    </a:ext>
                  </a:extLst>
                </p:cNvPr>
                <p:cNvSpPr txBox="1">
                  <a:spLocks noRot="1" noChangeAspect="1" noMove="1" noResize="1" noEditPoints="1" noAdjustHandles="1" noChangeArrowheads="1" noChangeShapeType="1" noTextEdit="1"/>
                </p:cNvSpPr>
                <p:nvPr/>
              </p:nvSpPr>
              <p:spPr>
                <a:xfrm>
                  <a:off x="4595263" y="4922690"/>
                  <a:ext cx="279337" cy="400110"/>
                </a:xfrm>
                <a:prstGeom prst="rect">
                  <a:avLst/>
                </a:prstGeom>
                <a:blipFill>
                  <a:blip r:embed="rId17"/>
                  <a:stretch>
                    <a:fillRect l="-8889" r="-33333" b="-12308"/>
                  </a:stretch>
                </a:blipFill>
              </p:spPr>
              <p:txBody>
                <a:bodyPr/>
                <a:lstStyle/>
                <a:p>
                  <a:r>
                    <a:rPr lang="zh-CN" altLang="en-US">
                      <a:noFill/>
                    </a:rPr>
                    <a:t> </a:t>
                  </a:r>
                </a:p>
              </p:txBody>
            </p:sp>
          </mc:Fallback>
        </mc:AlternateContent>
        <p:sp>
          <p:nvSpPr>
            <p:cNvPr id="184" name="Line 27">
              <a:extLst>
                <a:ext uri="{FF2B5EF4-FFF2-40B4-BE49-F238E27FC236}">
                  <a16:creationId xmlns:a16="http://schemas.microsoft.com/office/drawing/2014/main" id="{3BECD89F-4344-0564-677A-743176090668}"/>
                </a:ext>
              </a:extLst>
            </p:cNvPr>
            <p:cNvSpPr>
              <a:spLocks noChangeShapeType="1"/>
            </p:cNvSpPr>
            <p:nvPr/>
          </p:nvSpPr>
          <p:spPr bwMode="auto">
            <a:xfrm rot="5400000">
              <a:off x="1390066"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5" name="Line 27">
              <a:extLst>
                <a:ext uri="{FF2B5EF4-FFF2-40B4-BE49-F238E27FC236}">
                  <a16:creationId xmlns:a16="http://schemas.microsoft.com/office/drawing/2014/main" id="{7D2C08A9-D478-92CC-2BFB-EB0EF9CC07B6}"/>
                </a:ext>
              </a:extLst>
            </p:cNvPr>
            <p:cNvSpPr>
              <a:spLocks noChangeShapeType="1"/>
            </p:cNvSpPr>
            <p:nvPr/>
          </p:nvSpPr>
          <p:spPr bwMode="auto">
            <a:xfrm rot="5400000">
              <a:off x="2943023"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6" name="Line 27">
              <a:extLst>
                <a:ext uri="{FF2B5EF4-FFF2-40B4-BE49-F238E27FC236}">
                  <a16:creationId xmlns:a16="http://schemas.microsoft.com/office/drawing/2014/main" id="{1EDAABE2-E879-8423-0FD9-FF7BC9432228}"/>
                </a:ext>
              </a:extLst>
            </p:cNvPr>
            <p:cNvSpPr>
              <a:spLocks noChangeShapeType="1"/>
            </p:cNvSpPr>
            <p:nvPr/>
          </p:nvSpPr>
          <p:spPr bwMode="auto">
            <a:xfrm rot="5400000">
              <a:off x="4490349" y="5740607"/>
              <a:ext cx="12275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87" name="文本框 186">
                  <a:extLst>
                    <a:ext uri="{FF2B5EF4-FFF2-40B4-BE49-F238E27FC236}">
                      <a16:creationId xmlns:a16="http://schemas.microsoft.com/office/drawing/2014/main" id="{E61C898F-77D5-EF16-41DC-7808A53FD5FE}"/>
                    </a:ext>
                  </a:extLst>
                </p:cNvPr>
                <p:cNvSpPr txBox="1"/>
                <p:nvPr/>
              </p:nvSpPr>
              <p:spPr>
                <a:xfrm>
                  <a:off x="1775298" y="6280326"/>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sz="1800" b="0" i="1" smtClean="0">
                                <a:solidFill>
                                  <a:schemeClr val="tx1"/>
                                </a:solidFill>
                                <a:latin typeface="Cambria Math" panose="02040503050406030204" pitchFamily="18" charset="0"/>
                              </a:rPr>
                              <m:t>0</m:t>
                            </m:r>
                          </m:sub>
                        </m:sSub>
                      </m:oMath>
                    </m:oMathPara>
                  </a14:m>
                  <a:endParaRPr lang="zh-CN" altLang="en-US" dirty="0"/>
                </a:p>
              </p:txBody>
            </p:sp>
          </mc:Choice>
          <mc:Fallback xmlns="">
            <p:sp>
              <p:nvSpPr>
                <p:cNvPr id="91" name="文本框 90">
                  <a:extLst>
                    <a:ext uri="{FF2B5EF4-FFF2-40B4-BE49-F238E27FC236}">
                      <a16:creationId xmlns:a16="http://schemas.microsoft.com/office/drawing/2014/main" id="{0D0B8B94-A179-F8EA-CA12-42CB0E9204A5}"/>
                    </a:ext>
                  </a:extLst>
                </p:cNvPr>
                <p:cNvSpPr txBox="1">
                  <a:spLocks noRot="1" noChangeAspect="1" noMove="1" noResize="1" noEditPoints="1" noAdjustHandles="1" noChangeArrowheads="1" noChangeShapeType="1" noTextEdit="1"/>
                </p:cNvSpPr>
                <p:nvPr/>
              </p:nvSpPr>
              <p:spPr>
                <a:xfrm>
                  <a:off x="1775298" y="6280326"/>
                  <a:ext cx="462110" cy="369332"/>
                </a:xfrm>
                <a:prstGeom prst="rect">
                  <a:avLst/>
                </a:prstGeom>
                <a:blipFill>
                  <a:blip r:embed="rId18"/>
                  <a:stretch>
                    <a:fillRect l="-1316" b="-9836"/>
                  </a:stretch>
                </a:blipFill>
              </p:spPr>
              <p:txBody>
                <a:bodyPr/>
                <a:lstStyle/>
                <a:p>
                  <a:r>
                    <a:rPr lang="zh-CN" altLang="en-US">
                      <a:noFill/>
                    </a:rPr>
                    <a:t> </a:t>
                  </a:r>
                </a:p>
              </p:txBody>
            </p:sp>
          </mc:Fallback>
        </mc:AlternateContent>
        <p:sp>
          <p:nvSpPr>
            <p:cNvPr id="188" name="椭圆 187">
              <a:extLst>
                <a:ext uri="{FF2B5EF4-FFF2-40B4-BE49-F238E27FC236}">
                  <a16:creationId xmlns:a16="http://schemas.microsoft.com/office/drawing/2014/main" id="{956D07A3-6309-EDE0-C195-F13BFC886B49}"/>
                </a:ext>
              </a:extLst>
            </p:cNvPr>
            <p:cNvSpPr/>
            <p:nvPr/>
          </p:nvSpPr>
          <p:spPr>
            <a:xfrm flipV="1">
              <a:off x="1948398" y="5691130"/>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9" name="椭圆 188">
              <a:extLst>
                <a:ext uri="{FF2B5EF4-FFF2-40B4-BE49-F238E27FC236}">
                  <a16:creationId xmlns:a16="http://schemas.microsoft.com/office/drawing/2014/main" id="{FC07337D-6CC7-3AF4-D48B-B4A4E56FEC7F}"/>
                </a:ext>
              </a:extLst>
            </p:cNvPr>
            <p:cNvSpPr/>
            <p:nvPr/>
          </p:nvSpPr>
          <p:spPr>
            <a:xfrm flipV="1">
              <a:off x="3502370" y="5691130"/>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90" name="文本框 189">
                  <a:extLst>
                    <a:ext uri="{FF2B5EF4-FFF2-40B4-BE49-F238E27FC236}">
                      <a16:creationId xmlns:a16="http://schemas.microsoft.com/office/drawing/2014/main" id="{A904F570-32CB-683B-86E4-02314A4B9657}"/>
                    </a:ext>
                  </a:extLst>
                </p:cNvPr>
                <p:cNvSpPr txBox="1"/>
                <p:nvPr/>
              </p:nvSpPr>
              <p:spPr>
                <a:xfrm>
                  <a:off x="3328157" y="627533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sz="1800" b="0" i="1" smtClean="0">
                                <a:solidFill>
                                  <a:schemeClr val="tx1"/>
                                </a:solidFill>
                                <a:latin typeface="Cambria Math" panose="02040503050406030204" pitchFamily="18" charset="0"/>
                              </a:rPr>
                              <m:t>1</m:t>
                            </m:r>
                          </m:sub>
                        </m:sSub>
                      </m:oMath>
                    </m:oMathPara>
                  </a14:m>
                  <a:endParaRPr lang="zh-CN" altLang="en-US" dirty="0"/>
                </a:p>
              </p:txBody>
            </p:sp>
          </mc:Choice>
          <mc:Fallback xmlns="">
            <p:sp>
              <p:nvSpPr>
                <p:cNvPr id="94" name="文本框 93">
                  <a:extLst>
                    <a:ext uri="{FF2B5EF4-FFF2-40B4-BE49-F238E27FC236}">
                      <a16:creationId xmlns:a16="http://schemas.microsoft.com/office/drawing/2014/main" id="{F9929A16-1659-9486-38EA-2D5D7C60F5AC}"/>
                    </a:ext>
                  </a:extLst>
                </p:cNvPr>
                <p:cNvSpPr txBox="1">
                  <a:spLocks noRot="1" noChangeAspect="1" noMove="1" noResize="1" noEditPoints="1" noAdjustHandles="1" noChangeArrowheads="1" noChangeShapeType="1" noTextEdit="1"/>
                </p:cNvSpPr>
                <p:nvPr/>
              </p:nvSpPr>
              <p:spPr>
                <a:xfrm>
                  <a:off x="3328157" y="6275332"/>
                  <a:ext cx="462110" cy="369332"/>
                </a:xfrm>
                <a:prstGeom prst="rect">
                  <a:avLst/>
                </a:prstGeom>
                <a:blipFill>
                  <a:blip r:embed="rId19"/>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文本框 190">
                  <a:extLst>
                    <a:ext uri="{FF2B5EF4-FFF2-40B4-BE49-F238E27FC236}">
                      <a16:creationId xmlns:a16="http://schemas.microsoft.com/office/drawing/2014/main" id="{AF4CAB25-E4C1-8045-F54C-B81607880E6F}"/>
                    </a:ext>
                  </a:extLst>
                </p:cNvPr>
                <p:cNvSpPr txBox="1"/>
                <p:nvPr/>
              </p:nvSpPr>
              <p:spPr>
                <a:xfrm>
                  <a:off x="4873532" y="627533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b="0" i="0" smtClean="0">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p>
              </p:txBody>
            </p:sp>
          </mc:Choice>
          <mc:Fallback xmlns="">
            <p:sp>
              <p:nvSpPr>
                <p:cNvPr id="95" name="文本框 94">
                  <a:extLst>
                    <a:ext uri="{FF2B5EF4-FFF2-40B4-BE49-F238E27FC236}">
                      <a16:creationId xmlns:a16="http://schemas.microsoft.com/office/drawing/2014/main" id="{4A4C8E67-60D0-024D-A53D-ABFBC1E4C969}"/>
                    </a:ext>
                  </a:extLst>
                </p:cNvPr>
                <p:cNvSpPr txBox="1">
                  <a:spLocks noRot="1" noChangeAspect="1" noMove="1" noResize="1" noEditPoints="1" noAdjustHandles="1" noChangeArrowheads="1" noChangeShapeType="1" noTextEdit="1"/>
                </p:cNvSpPr>
                <p:nvPr/>
              </p:nvSpPr>
              <p:spPr>
                <a:xfrm>
                  <a:off x="4873532" y="6275332"/>
                  <a:ext cx="462110" cy="369332"/>
                </a:xfrm>
                <a:prstGeom prst="rect">
                  <a:avLst/>
                </a:prstGeom>
                <a:blipFill>
                  <a:blip r:embed="rId20"/>
                  <a:stretch>
                    <a:fillRect l="-1316" b="-10000"/>
                  </a:stretch>
                </a:blipFill>
              </p:spPr>
              <p:txBody>
                <a:bodyPr/>
                <a:lstStyle/>
                <a:p>
                  <a:r>
                    <a:rPr lang="zh-CN" altLang="en-US">
                      <a:noFill/>
                    </a:rPr>
                    <a:t> </a:t>
                  </a:r>
                </a:p>
              </p:txBody>
            </p:sp>
          </mc:Fallback>
        </mc:AlternateContent>
        <p:sp>
          <p:nvSpPr>
            <p:cNvPr id="192" name="Line 27">
              <a:extLst>
                <a:ext uri="{FF2B5EF4-FFF2-40B4-BE49-F238E27FC236}">
                  <a16:creationId xmlns:a16="http://schemas.microsoft.com/office/drawing/2014/main" id="{072CD928-84CF-8621-3332-6963DB0AA019}"/>
                </a:ext>
              </a:extLst>
            </p:cNvPr>
            <p:cNvSpPr>
              <a:spLocks noChangeShapeType="1"/>
            </p:cNvSpPr>
            <p:nvPr/>
          </p:nvSpPr>
          <p:spPr bwMode="auto">
            <a:xfrm>
              <a:off x="5104123" y="5996504"/>
              <a:ext cx="431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3" name="Line 27">
              <a:extLst>
                <a:ext uri="{FF2B5EF4-FFF2-40B4-BE49-F238E27FC236}">
                  <a16:creationId xmlns:a16="http://schemas.microsoft.com/office/drawing/2014/main" id="{983ED2B8-A28D-6857-50CA-CDCB3F6319ED}"/>
                </a:ext>
              </a:extLst>
            </p:cNvPr>
            <p:cNvSpPr>
              <a:spLocks noChangeShapeType="1"/>
            </p:cNvSpPr>
            <p:nvPr/>
          </p:nvSpPr>
          <p:spPr bwMode="auto">
            <a:xfrm>
              <a:off x="2003420" y="6230014"/>
              <a:ext cx="35326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4" name="Line 27">
              <a:extLst>
                <a:ext uri="{FF2B5EF4-FFF2-40B4-BE49-F238E27FC236}">
                  <a16:creationId xmlns:a16="http://schemas.microsoft.com/office/drawing/2014/main" id="{DA5453C6-191A-AB41-BDF6-5E0C9617BCA2}"/>
                </a:ext>
              </a:extLst>
            </p:cNvPr>
            <p:cNvSpPr>
              <a:spLocks noChangeShapeType="1"/>
            </p:cNvSpPr>
            <p:nvPr/>
          </p:nvSpPr>
          <p:spPr bwMode="auto">
            <a:xfrm>
              <a:off x="3556201" y="6111228"/>
              <a:ext cx="2658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95" name="文本框 194">
                  <a:extLst>
                    <a:ext uri="{FF2B5EF4-FFF2-40B4-BE49-F238E27FC236}">
                      <a16:creationId xmlns:a16="http://schemas.microsoft.com/office/drawing/2014/main" id="{A4DB0ABB-597E-6719-1653-05AF94F41028}"/>
                    </a:ext>
                  </a:extLst>
                </p:cNvPr>
                <p:cNvSpPr txBox="1"/>
                <p:nvPr/>
              </p:nvSpPr>
              <p:spPr>
                <a:xfrm>
                  <a:off x="6093549" y="5926562"/>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chemeClr val="tx1"/>
                            </a:solidFill>
                            <a:latin typeface="Cambria Math" panose="02040503050406030204" pitchFamily="18" charset="0"/>
                          </a:rPr>
                          <m:t>C</m:t>
                        </m:r>
                      </m:oMath>
                    </m:oMathPara>
                  </a14:m>
                  <a:endParaRPr lang="zh-CN" altLang="en-US" dirty="0"/>
                </a:p>
              </p:txBody>
            </p:sp>
          </mc:Choice>
          <mc:Fallback xmlns="">
            <p:sp>
              <p:nvSpPr>
                <p:cNvPr id="25" name="文本框 24">
                  <a:extLst>
                    <a:ext uri="{FF2B5EF4-FFF2-40B4-BE49-F238E27FC236}">
                      <a16:creationId xmlns:a16="http://schemas.microsoft.com/office/drawing/2014/main" id="{0B134EA3-D596-BB6F-F09F-5CC5462B2754}"/>
                    </a:ext>
                  </a:extLst>
                </p:cNvPr>
                <p:cNvSpPr txBox="1">
                  <a:spLocks noRot="1" noChangeAspect="1" noMove="1" noResize="1" noEditPoints="1" noAdjustHandles="1" noChangeArrowheads="1" noChangeShapeType="1" noTextEdit="1"/>
                </p:cNvSpPr>
                <p:nvPr/>
              </p:nvSpPr>
              <p:spPr>
                <a:xfrm>
                  <a:off x="6093549" y="5926562"/>
                  <a:ext cx="462110" cy="369332"/>
                </a:xfrm>
                <a:prstGeom prst="rect">
                  <a:avLst/>
                </a:prstGeom>
                <a:blipFill>
                  <a:blip r:embed="rId21"/>
                  <a:stretch>
                    <a:fillRect/>
                  </a:stretch>
                </a:blipFill>
              </p:spPr>
              <p:txBody>
                <a:bodyPr/>
                <a:lstStyle/>
                <a:p>
                  <a:r>
                    <a:rPr lang="zh-CN" altLang="en-US">
                      <a:noFill/>
                    </a:rPr>
                    <a:t> </a:t>
                  </a:r>
                </a:p>
              </p:txBody>
            </p:sp>
          </mc:Fallback>
        </mc:AlternateContent>
        <p:sp>
          <p:nvSpPr>
            <p:cNvPr id="196" name="椭圆 195">
              <a:extLst>
                <a:ext uri="{FF2B5EF4-FFF2-40B4-BE49-F238E27FC236}">
                  <a16:creationId xmlns:a16="http://schemas.microsoft.com/office/drawing/2014/main" id="{3ED2729A-D798-5C8F-6810-B40A2F431A56}"/>
                </a:ext>
              </a:extLst>
            </p:cNvPr>
            <p:cNvSpPr/>
            <p:nvPr/>
          </p:nvSpPr>
          <p:spPr>
            <a:xfrm flipV="1">
              <a:off x="1949161" y="6176067"/>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7" name="椭圆 196">
              <a:extLst>
                <a:ext uri="{FF2B5EF4-FFF2-40B4-BE49-F238E27FC236}">
                  <a16:creationId xmlns:a16="http://schemas.microsoft.com/office/drawing/2014/main" id="{D5E2D3F8-36CD-87CC-26F6-91E2F5DC2565}"/>
                </a:ext>
              </a:extLst>
            </p:cNvPr>
            <p:cNvSpPr/>
            <p:nvPr/>
          </p:nvSpPr>
          <p:spPr>
            <a:xfrm flipV="1">
              <a:off x="3502370" y="6056763"/>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8" name="椭圆 197">
              <a:extLst>
                <a:ext uri="{FF2B5EF4-FFF2-40B4-BE49-F238E27FC236}">
                  <a16:creationId xmlns:a16="http://schemas.microsoft.com/office/drawing/2014/main" id="{DDF8A500-3AA6-75B1-9F9A-BC1B5BBE1B81}"/>
                </a:ext>
              </a:extLst>
            </p:cNvPr>
            <p:cNvSpPr/>
            <p:nvPr/>
          </p:nvSpPr>
          <p:spPr>
            <a:xfrm flipV="1">
              <a:off x="5050291" y="5942938"/>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9" name="流程图: 延期 198">
              <a:extLst>
                <a:ext uri="{FF2B5EF4-FFF2-40B4-BE49-F238E27FC236}">
                  <a16:creationId xmlns:a16="http://schemas.microsoft.com/office/drawing/2014/main" id="{754EEF5D-E43D-AF1A-F812-2641305D9A8D}"/>
                </a:ext>
              </a:extLst>
            </p:cNvPr>
            <p:cNvSpPr/>
            <p:nvPr/>
          </p:nvSpPr>
          <p:spPr>
            <a:xfrm>
              <a:off x="5536083" y="5874271"/>
              <a:ext cx="461477" cy="473914"/>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extLst>
      <p:ext uri="{BB962C8B-B14F-4D97-AF65-F5344CB8AC3E}">
        <p14:creationId xmlns:p14="http://schemas.microsoft.com/office/powerpoint/2010/main" val="3056737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DD6DB-4770-1FAC-0F2B-E5D067BD9DD0}"/>
            </a:ext>
          </a:extLst>
        </p:cNvPr>
        <p:cNvGrpSpPr/>
        <p:nvPr/>
      </p:nvGrpSpPr>
      <p:grpSpPr>
        <a:xfrm>
          <a:off x="0" y="0"/>
          <a:ext cx="0" cy="0"/>
          <a:chOff x="0" y="0"/>
          <a:chExt cx="0" cy="0"/>
        </a:xfrm>
      </p:grpSpPr>
      <p:sp>
        <p:nvSpPr>
          <p:cNvPr id="313" name="Line 27">
            <a:extLst>
              <a:ext uri="{FF2B5EF4-FFF2-40B4-BE49-F238E27FC236}">
                <a16:creationId xmlns:a16="http://schemas.microsoft.com/office/drawing/2014/main" id="{11815055-9E27-0011-F936-FE4E3AA8A1C5}"/>
              </a:ext>
            </a:extLst>
          </p:cNvPr>
          <p:cNvSpPr>
            <a:spLocks noChangeShapeType="1"/>
          </p:cNvSpPr>
          <p:nvPr/>
        </p:nvSpPr>
        <p:spPr bwMode="auto">
          <a:xfrm rot="16200000">
            <a:off x="7615220" y="3931823"/>
            <a:ext cx="2180476"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9" name="Line 27">
            <a:extLst>
              <a:ext uri="{FF2B5EF4-FFF2-40B4-BE49-F238E27FC236}">
                <a16:creationId xmlns:a16="http://schemas.microsoft.com/office/drawing/2014/main" id="{7E91F51C-3EDB-19CE-7334-107F7AC2A692}"/>
              </a:ext>
            </a:extLst>
          </p:cNvPr>
          <p:cNvSpPr>
            <a:spLocks noChangeShapeType="1"/>
          </p:cNvSpPr>
          <p:nvPr/>
        </p:nvSpPr>
        <p:spPr bwMode="auto">
          <a:xfrm rot="16200000">
            <a:off x="3671243" y="3702150"/>
            <a:ext cx="522810"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4" name="Line 27">
            <a:extLst>
              <a:ext uri="{FF2B5EF4-FFF2-40B4-BE49-F238E27FC236}">
                <a16:creationId xmlns:a16="http://schemas.microsoft.com/office/drawing/2014/main" id="{073AF908-09BE-8686-4E6E-C81B8E2D6829}"/>
              </a:ext>
            </a:extLst>
          </p:cNvPr>
          <p:cNvSpPr>
            <a:spLocks noChangeShapeType="1"/>
          </p:cNvSpPr>
          <p:nvPr/>
        </p:nvSpPr>
        <p:spPr bwMode="auto">
          <a:xfrm rot="16200000">
            <a:off x="4953267" y="3893196"/>
            <a:ext cx="1141347"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37" name="文本框 336">
                <a:extLst>
                  <a:ext uri="{FF2B5EF4-FFF2-40B4-BE49-F238E27FC236}">
                    <a16:creationId xmlns:a16="http://schemas.microsoft.com/office/drawing/2014/main" id="{F57C332C-5972-52E3-C598-A0D6E57EB5FF}"/>
                  </a:ext>
                </a:extLst>
              </p:cNvPr>
              <p:cNvSpPr txBox="1"/>
              <p:nvPr/>
            </p:nvSpPr>
            <p:spPr>
              <a:xfrm>
                <a:off x="4921791" y="3760188"/>
                <a:ext cx="6544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2</m:t>
                      </m:r>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𝑡</m:t>
                          </m:r>
                        </m:e>
                        <m:sub>
                          <m:r>
                            <a:rPr lang="en-US" altLang="zh-CN" sz="2400" i="1">
                              <a:solidFill>
                                <a:schemeClr val="accent5">
                                  <a:lumMod val="75000"/>
                                </a:schemeClr>
                              </a:solidFill>
                              <a:latin typeface="Cambria Math" panose="02040503050406030204" pitchFamily="18" charset="0"/>
                            </a:rPr>
                            <m:t>𝑑</m:t>
                          </m:r>
                        </m:sub>
                      </m:sSub>
                    </m:oMath>
                  </m:oMathPara>
                </a14:m>
                <a:endParaRPr lang="zh-CN" altLang="en-US" sz="2400" i="1" dirty="0">
                  <a:solidFill>
                    <a:schemeClr val="accent5">
                      <a:lumMod val="75000"/>
                    </a:schemeClr>
                  </a:solidFill>
                </a:endParaRPr>
              </a:p>
            </p:txBody>
          </p:sp>
        </mc:Choice>
        <mc:Fallback xmlns="">
          <p:sp>
            <p:nvSpPr>
              <p:cNvPr id="337" name="文本框 336">
                <a:extLst>
                  <a:ext uri="{FF2B5EF4-FFF2-40B4-BE49-F238E27FC236}">
                    <a16:creationId xmlns:a16="http://schemas.microsoft.com/office/drawing/2014/main" id="{F57C332C-5972-52E3-C598-A0D6E57EB5FF}"/>
                  </a:ext>
                </a:extLst>
              </p:cNvPr>
              <p:cNvSpPr txBox="1">
                <a:spLocks noRot="1" noChangeAspect="1" noMove="1" noResize="1" noEditPoints="1" noAdjustHandles="1" noChangeArrowheads="1" noChangeShapeType="1" noTextEdit="1"/>
              </p:cNvSpPr>
              <p:nvPr/>
            </p:nvSpPr>
            <p:spPr>
              <a:xfrm>
                <a:off x="4921791" y="3760188"/>
                <a:ext cx="654469" cy="461665"/>
              </a:xfrm>
              <a:prstGeom prst="rect">
                <a:avLst/>
              </a:prstGeom>
              <a:blipFill>
                <a:blip r:embed="rId3"/>
                <a:stretch>
                  <a:fillRect l="-6481" b="-1316"/>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626111ED-847C-D469-FA20-128C759C2A38}"/>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B789BE80-5BA2-646F-54B4-CE0F3AA91650}"/>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756F7466-6D3D-4920-AE8A-BF17EE872C2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E2E5D99-5472-DD0C-4E55-B4B38DB2129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2BB70EF8-465E-BDC9-2A86-7DDA2432091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sp>
        <p:nvSpPr>
          <p:cNvPr id="101" name="文本框 100">
            <a:extLst>
              <a:ext uri="{FF2B5EF4-FFF2-40B4-BE49-F238E27FC236}">
                <a16:creationId xmlns:a16="http://schemas.microsoft.com/office/drawing/2014/main" id="{172151DA-DFF2-DBFA-A85A-CB0909752689}"/>
              </a:ext>
            </a:extLst>
          </p:cNvPr>
          <p:cNvSpPr txBox="1"/>
          <p:nvPr/>
        </p:nvSpPr>
        <p:spPr>
          <a:xfrm>
            <a:off x="360000" y="828000"/>
            <a:ext cx="10605236"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异步二进制递增计数器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优点：电路简单，易于扩展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缺点：输出信号质量差，工作速度低</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1" name="Line 27">
            <a:extLst>
              <a:ext uri="{FF2B5EF4-FFF2-40B4-BE49-F238E27FC236}">
                <a16:creationId xmlns:a16="http://schemas.microsoft.com/office/drawing/2014/main" id="{FF6F60CE-381F-F7A2-1EAB-F390EECA57A5}"/>
              </a:ext>
            </a:extLst>
          </p:cNvPr>
          <p:cNvSpPr>
            <a:spLocks noChangeShapeType="1"/>
          </p:cNvSpPr>
          <p:nvPr/>
        </p:nvSpPr>
        <p:spPr bwMode="auto">
          <a:xfrm>
            <a:off x="2341243" y="3430545"/>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2" name="Line 27">
            <a:extLst>
              <a:ext uri="{FF2B5EF4-FFF2-40B4-BE49-F238E27FC236}">
                <a16:creationId xmlns:a16="http://schemas.microsoft.com/office/drawing/2014/main" id="{ED5FA524-C957-AD7B-08EE-C46E57519582}"/>
              </a:ext>
            </a:extLst>
          </p:cNvPr>
          <p:cNvSpPr>
            <a:spLocks noChangeShapeType="1"/>
          </p:cNvSpPr>
          <p:nvPr/>
        </p:nvSpPr>
        <p:spPr bwMode="auto">
          <a:xfrm rot="16200000">
            <a:off x="2982281"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3" name="Line 27">
            <a:extLst>
              <a:ext uri="{FF2B5EF4-FFF2-40B4-BE49-F238E27FC236}">
                <a16:creationId xmlns:a16="http://schemas.microsoft.com/office/drawing/2014/main" id="{4FFAD56E-1373-E6DF-4669-1E78BDE486D5}"/>
              </a:ext>
            </a:extLst>
          </p:cNvPr>
          <p:cNvSpPr>
            <a:spLocks noChangeShapeType="1"/>
          </p:cNvSpPr>
          <p:nvPr/>
        </p:nvSpPr>
        <p:spPr bwMode="auto">
          <a:xfrm rot="16200000">
            <a:off x="3777985"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4" name="Line 27">
            <a:extLst>
              <a:ext uri="{FF2B5EF4-FFF2-40B4-BE49-F238E27FC236}">
                <a16:creationId xmlns:a16="http://schemas.microsoft.com/office/drawing/2014/main" id="{B2461D47-9F9B-6E9D-020A-387448ACBC37}"/>
              </a:ext>
            </a:extLst>
          </p:cNvPr>
          <p:cNvSpPr>
            <a:spLocks noChangeShapeType="1"/>
          </p:cNvSpPr>
          <p:nvPr/>
        </p:nvSpPr>
        <p:spPr bwMode="auto">
          <a:xfrm>
            <a:off x="3136943" y="3121214"/>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5" name="Line 27">
            <a:extLst>
              <a:ext uri="{FF2B5EF4-FFF2-40B4-BE49-F238E27FC236}">
                <a16:creationId xmlns:a16="http://schemas.microsoft.com/office/drawing/2014/main" id="{566872AE-4AC3-3DBF-E6D4-0B05FE59CA6D}"/>
              </a:ext>
            </a:extLst>
          </p:cNvPr>
          <p:cNvSpPr>
            <a:spLocks noChangeShapeType="1"/>
          </p:cNvSpPr>
          <p:nvPr/>
        </p:nvSpPr>
        <p:spPr bwMode="auto">
          <a:xfrm>
            <a:off x="3932648" y="3430545"/>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6" name="Line 27">
            <a:extLst>
              <a:ext uri="{FF2B5EF4-FFF2-40B4-BE49-F238E27FC236}">
                <a16:creationId xmlns:a16="http://schemas.microsoft.com/office/drawing/2014/main" id="{688A1C9F-6B04-06F7-E23A-DD4EB85AA06A}"/>
              </a:ext>
            </a:extLst>
          </p:cNvPr>
          <p:cNvSpPr>
            <a:spLocks noChangeShapeType="1"/>
          </p:cNvSpPr>
          <p:nvPr/>
        </p:nvSpPr>
        <p:spPr bwMode="auto">
          <a:xfrm rot="16200000">
            <a:off x="4573687"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7" name="Line 27">
            <a:extLst>
              <a:ext uri="{FF2B5EF4-FFF2-40B4-BE49-F238E27FC236}">
                <a16:creationId xmlns:a16="http://schemas.microsoft.com/office/drawing/2014/main" id="{44F3A8AB-B3F9-36F6-87D5-B2C060C133C5}"/>
              </a:ext>
            </a:extLst>
          </p:cNvPr>
          <p:cNvSpPr>
            <a:spLocks noChangeShapeType="1"/>
          </p:cNvSpPr>
          <p:nvPr/>
        </p:nvSpPr>
        <p:spPr bwMode="auto">
          <a:xfrm rot="16200000">
            <a:off x="5369389"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8" name="Line 27">
            <a:extLst>
              <a:ext uri="{FF2B5EF4-FFF2-40B4-BE49-F238E27FC236}">
                <a16:creationId xmlns:a16="http://schemas.microsoft.com/office/drawing/2014/main" id="{0BC18A30-26EF-979E-AA4E-4B1DCBF17072}"/>
              </a:ext>
            </a:extLst>
          </p:cNvPr>
          <p:cNvSpPr>
            <a:spLocks noChangeShapeType="1"/>
          </p:cNvSpPr>
          <p:nvPr/>
        </p:nvSpPr>
        <p:spPr bwMode="auto">
          <a:xfrm>
            <a:off x="4728352" y="3121214"/>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9" name="Line 27">
            <a:extLst>
              <a:ext uri="{FF2B5EF4-FFF2-40B4-BE49-F238E27FC236}">
                <a16:creationId xmlns:a16="http://schemas.microsoft.com/office/drawing/2014/main" id="{3B3B2F4F-6A00-C8D4-9685-A52FD96C666F}"/>
              </a:ext>
            </a:extLst>
          </p:cNvPr>
          <p:cNvSpPr>
            <a:spLocks noChangeShapeType="1"/>
          </p:cNvSpPr>
          <p:nvPr/>
        </p:nvSpPr>
        <p:spPr bwMode="auto">
          <a:xfrm>
            <a:off x="5524056" y="3430545"/>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0" name="Line 27">
            <a:extLst>
              <a:ext uri="{FF2B5EF4-FFF2-40B4-BE49-F238E27FC236}">
                <a16:creationId xmlns:a16="http://schemas.microsoft.com/office/drawing/2014/main" id="{30947900-A983-BDF0-C43D-7F6198CE0A68}"/>
              </a:ext>
            </a:extLst>
          </p:cNvPr>
          <p:cNvSpPr>
            <a:spLocks noChangeShapeType="1"/>
          </p:cNvSpPr>
          <p:nvPr/>
        </p:nvSpPr>
        <p:spPr bwMode="auto">
          <a:xfrm rot="16200000">
            <a:off x="6165093"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1" name="Line 27">
            <a:extLst>
              <a:ext uri="{FF2B5EF4-FFF2-40B4-BE49-F238E27FC236}">
                <a16:creationId xmlns:a16="http://schemas.microsoft.com/office/drawing/2014/main" id="{A34C0C1B-B20F-9271-0AB0-7CAE463CE079}"/>
              </a:ext>
            </a:extLst>
          </p:cNvPr>
          <p:cNvSpPr>
            <a:spLocks noChangeShapeType="1"/>
          </p:cNvSpPr>
          <p:nvPr/>
        </p:nvSpPr>
        <p:spPr bwMode="auto">
          <a:xfrm rot="16200000">
            <a:off x="6960795"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2" name="Line 27">
            <a:extLst>
              <a:ext uri="{FF2B5EF4-FFF2-40B4-BE49-F238E27FC236}">
                <a16:creationId xmlns:a16="http://schemas.microsoft.com/office/drawing/2014/main" id="{C9FD42B0-7F17-5AEA-FAC2-CA4D9A22EB99}"/>
              </a:ext>
            </a:extLst>
          </p:cNvPr>
          <p:cNvSpPr>
            <a:spLocks noChangeShapeType="1"/>
          </p:cNvSpPr>
          <p:nvPr/>
        </p:nvSpPr>
        <p:spPr bwMode="auto">
          <a:xfrm>
            <a:off x="6319758" y="3121214"/>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3" name="Line 27">
            <a:extLst>
              <a:ext uri="{FF2B5EF4-FFF2-40B4-BE49-F238E27FC236}">
                <a16:creationId xmlns:a16="http://schemas.microsoft.com/office/drawing/2014/main" id="{825FE7C0-688B-9943-7152-F7E5EC552098}"/>
              </a:ext>
            </a:extLst>
          </p:cNvPr>
          <p:cNvSpPr>
            <a:spLocks noChangeShapeType="1"/>
          </p:cNvSpPr>
          <p:nvPr/>
        </p:nvSpPr>
        <p:spPr bwMode="auto">
          <a:xfrm>
            <a:off x="7115460" y="3430545"/>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4" name="Line 27">
            <a:extLst>
              <a:ext uri="{FF2B5EF4-FFF2-40B4-BE49-F238E27FC236}">
                <a16:creationId xmlns:a16="http://schemas.microsoft.com/office/drawing/2014/main" id="{8A80ABA2-0DC8-1541-36F9-50DDDEE9EF53}"/>
              </a:ext>
            </a:extLst>
          </p:cNvPr>
          <p:cNvSpPr>
            <a:spLocks noChangeShapeType="1"/>
          </p:cNvSpPr>
          <p:nvPr/>
        </p:nvSpPr>
        <p:spPr bwMode="auto">
          <a:xfrm rot="16200000">
            <a:off x="7756500"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5" name="Line 27">
            <a:extLst>
              <a:ext uri="{FF2B5EF4-FFF2-40B4-BE49-F238E27FC236}">
                <a16:creationId xmlns:a16="http://schemas.microsoft.com/office/drawing/2014/main" id="{798B0554-68BC-B009-F988-6B8A79246F03}"/>
              </a:ext>
            </a:extLst>
          </p:cNvPr>
          <p:cNvSpPr>
            <a:spLocks noChangeShapeType="1"/>
          </p:cNvSpPr>
          <p:nvPr/>
        </p:nvSpPr>
        <p:spPr bwMode="auto">
          <a:xfrm rot="16200000">
            <a:off x="8552204"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6" name="Line 27">
            <a:extLst>
              <a:ext uri="{FF2B5EF4-FFF2-40B4-BE49-F238E27FC236}">
                <a16:creationId xmlns:a16="http://schemas.microsoft.com/office/drawing/2014/main" id="{B9938C9D-2511-BD96-2A54-2D1947ED30EF}"/>
              </a:ext>
            </a:extLst>
          </p:cNvPr>
          <p:cNvSpPr>
            <a:spLocks noChangeShapeType="1"/>
          </p:cNvSpPr>
          <p:nvPr/>
        </p:nvSpPr>
        <p:spPr bwMode="auto">
          <a:xfrm>
            <a:off x="7911165" y="3121214"/>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7" name="Line 27">
            <a:extLst>
              <a:ext uri="{FF2B5EF4-FFF2-40B4-BE49-F238E27FC236}">
                <a16:creationId xmlns:a16="http://schemas.microsoft.com/office/drawing/2014/main" id="{A91BF6E5-9328-D0D3-D80F-0689E6C50A56}"/>
              </a:ext>
            </a:extLst>
          </p:cNvPr>
          <p:cNvSpPr>
            <a:spLocks noChangeShapeType="1"/>
          </p:cNvSpPr>
          <p:nvPr/>
        </p:nvSpPr>
        <p:spPr bwMode="auto">
          <a:xfrm>
            <a:off x="8706865" y="3430545"/>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8" name="Line 27">
            <a:extLst>
              <a:ext uri="{FF2B5EF4-FFF2-40B4-BE49-F238E27FC236}">
                <a16:creationId xmlns:a16="http://schemas.microsoft.com/office/drawing/2014/main" id="{0BC896FB-B6FD-BC52-9021-C198E0D8583E}"/>
              </a:ext>
            </a:extLst>
          </p:cNvPr>
          <p:cNvSpPr>
            <a:spLocks noChangeShapeType="1"/>
          </p:cNvSpPr>
          <p:nvPr/>
        </p:nvSpPr>
        <p:spPr bwMode="auto">
          <a:xfrm rot="16200000">
            <a:off x="9347902" y="3275879"/>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0" name="Line 27">
            <a:extLst>
              <a:ext uri="{FF2B5EF4-FFF2-40B4-BE49-F238E27FC236}">
                <a16:creationId xmlns:a16="http://schemas.microsoft.com/office/drawing/2014/main" id="{F1B9DF04-5F18-7AF1-011E-7BCB595C9794}"/>
              </a:ext>
            </a:extLst>
          </p:cNvPr>
          <p:cNvSpPr>
            <a:spLocks noChangeShapeType="1"/>
          </p:cNvSpPr>
          <p:nvPr/>
        </p:nvSpPr>
        <p:spPr bwMode="auto">
          <a:xfrm>
            <a:off x="9502565" y="3121214"/>
            <a:ext cx="7957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4" name="Line 27">
            <a:extLst>
              <a:ext uri="{FF2B5EF4-FFF2-40B4-BE49-F238E27FC236}">
                <a16:creationId xmlns:a16="http://schemas.microsoft.com/office/drawing/2014/main" id="{3EAF4656-2EF1-9A0F-66C5-0C52E9F8B52D}"/>
              </a:ext>
            </a:extLst>
          </p:cNvPr>
          <p:cNvSpPr>
            <a:spLocks noChangeShapeType="1"/>
          </p:cNvSpPr>
          <p:nvPr/>
        </p:nvSpPr>
        <p:spPr bwMode="auto">
          <a:xfrm>
            <a:off x="2340889" y="3884521"/>
            <a:ext cx="1782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5" name="Line 27">
            <a:extLst>
              <a:ext uri="{FF2B5EF4-FFF2-40B4-BE49-F238E27FC236}">
                <a16:creationId xmlns:a16="http://schemas.microsoft.com/office/drawing/2014/main" id="{45CF28A7-92F0-1751-6A1A-A6A3B40F9B2E}"/>
              </a:ext>
            </a:extLst>
          </p:cNvPr>
          <p:cNvSpPr>
            <a:spLocks noChangeShapeType="1"/>
          </p:cNvSpPr>
          <p:nvPr/>
        </p:nvSpPr>
        <p:spPr bwMode="auto">
          <a:xfrm rot="16200000">
            <a:off x="3970351" y="3729857"/>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6" name="Line 27">
            <a:extLst>
              <a:ext uri="{FF2B5EF4-FFF2-40B4-BE49-F238E27FC236}">
                <a16:creationId xmlns:a16="http://schemas.microsoft.com/office/drawing/2014/main" id="{E547F6D2-068F-6E71-0BEE-6189D48B7FC9}"/>
              </a:ext>
            </a:extLst>
          </p:cNvPr>
          <p:cNvSpPr>
            <a:spLocks noChangeShapeType="1"/>
          </p:cNvSpPr>
          <p:nvPr/>
        </p:nvSpPr>
        <p:spPr bwMode="auto">
          <a:xfrm>
            <a:off x="4125192" y="3575190"/>
            <a:ext cx="15914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7" name="Line 27">
            <a:extLst>
              <a:ext uri="{FF2B5EF4-FFF2-40B4-BE49-F238E27FC236}">
                <a16:creationId xmlns:a16="http://schemas.microsoft.com/office/drawing/2014/main" id="{40A7C824-CCF0-6CA7-AEB6-E6931C612959}"/>
              </a:ext>
            </a:extLst>
          </p:cNvPr>
          <p:cNvSpPr>
            <a:spLocks noChangeShapeType="1"/>
          </p:cNvSpPr>
          <p:nvPr/>
        </p:nvSpPr>
        <p:spPr bwMode="auto">
          <a:xfrm rot="16200000">
            <a:off x="5561933" y="3729854"/>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8" name="Line 27">
            <a:extLst>
              <a:ext uri="{FF2B5EF4-FFF2-40B4-BE49-F238E27FC236}">
                <a16:creationId xmlns:a16="http://schemas.microsoft.com/office/drawing/2014/main" id="{9DDDCB17-5CFD-78BC-9190-4011CAA76982}"/>
              </a:ext>
            </a:extLst>
          </p:cNvPr>
          <p:cNvSpPr>
            <a:spLocks noChangeShapeType="1"/>
          </p:cNvSpPr>
          <p:nvPr/>
        </p:nvSpPr>
        <p:spPr bwMode="auto">
          <a:xfrm>
            <a:off x="5716600" y="3884520"/>
            <a:ext cx="15914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9" name="Line 27">
            <a:extLst>
              <a:ext uri="{FF2B5EF4-FFF2-40B4-BE49-F238E27FC236}">
                <a16:creationId xmlns:a16="http://schemas.microsoft.com/office/drawing/2014/main" id="{CD417300-5871-03B5-A4FA-C12BEE2BFB1E}"/>
              </a:ext>
            </a:extLst>
          </p:cNvPr>
          <p:cNvSpPr>
            <a:spLocks noChangeShapeType="1"/>
          </p:cNvSpPr>
          <p:nvPr/>
        </p:nvSpPr>
        <p:spPr bwMode="auto">
          <a:xfrm rot="16200000">
            <a:off x="7153339" y="3729854"/>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0" name="Line 27">
            <a:extLst>
              <a:ext uri="{FF2B5EF4-FFF2-40B4-BE49-F238E27FC236}">
                <a16:creationId xmlns:a16="http://schemas.microsoft.com/office/drawing/2014/main" id="{D68A2653-E076-8FC3-C967-D2735EB17003}"/>
              </a:ext>
            </a:extLst>
          </p:cNvPr>
          <p:cNvSpPr>
            <a:spLocks noChangeShapeType="1"/>
          </p:cNvSpPr>
          <p:nvPr/>
        </p:nvSpPr>
        <p:spPr bwMode="auto">
          <a:xfrm>
            <a:off x="7308180" y="3575189"/>
            <a:ext cx="15914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1" name="Line 27">
            <a:extLst>
              <a:ext uri="{FF2B5EF4-FFF2-40B4-BE49-F238E27FC236}">
                <a16:creationId xmlns:a16="http://schemas.microsoft.com/office/drawing/2014/main" id="{1D9DFCD9-E2C3-AF1B-FB4D-537D67C1082A}"/>
              </a:ext>
            </a:extLst>
          </p:cNvPr>
          <p:cNvSpPr>
            <a:spLocks noChangeShapeType="1"/>
          </p:cNvSpPr>
          <p:nvPr/>
        </p:nvSpPr>
        <p:spPr bwMode="auto">
          <a:xfrm rot="16200000">
            <a:off x="8744922" y="3729853"/>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2" name="Line 27">
            <a:extLst>
              <a:ext uri="{FF2B5EF4-FFF2-40B4-BE49-F238E27FC236}">
                <a16:creationId xmlns:a16="http://schemas.microsoft.com/office/drawing/2014/main" id="{D25BACA1-A896-5E26-0537-600377EA738D}"/>
              </a:ext>
            </a:extLst>
          </p:cNvPr>
          <p:cNvSpPr>
            <a:spLocks noChangeShapeType="1"/>
          </p:cNvSpPr>
          <p:nvPr/>
        </p:nvSpPr>
        <p:spPr bwMode="auto">
          <a:xfrm>
            <a:off x="8899589" y="3884519"/>
            <a:ext cx="13976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0" name="Line 27">
            <a:extLst>
              <a:ext uri="{FF2B5EF4-FFF2-40B4-BE49-F238E27FC236}">
                <a16:creationId xmlns:a16="http://schemas.microsoft.com/office/drawing/2014/main" id="{BB6367AE-DB53-6F55-203C-AD56CDCD0E69}"/>
              </a:ext>
            </a:extLst>
          </p:cNvPr>
          <p:cNvSpPr>
            <a:spLocks noChangeShapeType="1"/>
          </p:cNvSpPr>
          <p:nvPr/>
        </p:nvSpPr>
        <p:spPr bwMode="auto">
          <a:xfrm>
            <a:off x="2340889" y="4375488"/>
            <a:ext cx="3566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1" name="Line 27">
            <a:extLst>
              <a:ext uri="{FF2B5EF4-FFF2-40B4-BE49-F238E27FC236}">
                <a16:creationId xmlns:a16="http://schemas.microsoft.com/office/drawing/2014/main" id="{C97237E2-96A4-3BCA-5320-BD0BDF34E7A0}"/>
              </a:ext>
            </a:extLst>
          </p:cNvPr>
          <p:cNvSpPr>
            <a:spLocks noChangeShapeType="1"/>
          </p:cNvSpPr>
          <p:nvPr/>
        </p:nvSpPr>
        <p:spPr bwMode="auto">
          <a:xfrm rot="16200000">
            <a:off x="5752837" y="4220822"/>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2" name="Line 27">
            <a:extLst>
              <a:ext uri="{FF2B5EF4-FFF2-40B4-BE49-F238E27FC236}">
                <a16:creationId xmlns:a16="http://schemas.microsoft.com/office/drawing/2014/main" id="{C2763DA7-7C79-55F4-3971-17353EA6CE8B}"/>
              </a:ext>
            </a:extLst>
          </p:cNvPr>
          <p:cNvSpPr>
            <a:spLocks noChangeShapeType="1"/>
          </p:cNvSpPr>
          <p:nvPr/>
        </p:nvSpPr>
        <p:spPr bwMode="auto">
          <a:xfrm>
            <a:off x="5907502" y="4066156"/>
            <a:ext cx="31829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3" name="Line 27">
            <a:extLst>
              <a:ext uri="{FF2B5EF4-FFF2-40B4-BE49-F238E27FC236}">
                <a16:creationId xmlns:a16="http://schemas.microsoft.com/office/drawing/2014/main" id="{D4E7051D-D06C-2343-6575-078E9F94B1BB}"/>
              </a:ext>
            </a:extLst>
          </p:cNvPr>
          <p:cNvSpPr>
            <a:spLocks noChangeShapeType="1"/>
          </p:cNvSpPr>
          <p:nvPr/>
        </p:nvSpPr>
        <p:spPr bwMode="auto">
          <a:xfrm rot="16200000">
            <a:off x="8935826" y="4220820"/>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4" name="Line 27">
            <a:extLst>
              <a:ext uri="{FF2B5EF4-FFF2-40B4-BE49-F238E27FC236}">
                <a16:creationId xmlns:a16="http://schemas.microsoft.com/office/drawing/2014/main" id="{B77CAC6C-ACF5-D85E-1AF9-BD5DA6EFFA56}"/>
              </a:ext>
            </a:extLst>
          </p:cNvPr>
          <p:cNvSpPr>
            <a:spLocks noChangeShapeType="1"/>
          </p:cNvSpPr>
          <p:nvPr/>
        </p:nvSpPr>
        <p:spPr bwMode="auto">
          <a:xfrm>
            <a:off x="9090489" y="4375486"/>
            <a:ext cx="12067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6" name="Line 27">
            <a:extLst>
              <a:ext uri="{FF2B5EF4-FFF2-40B4-BE49-F238E27FC236}">
                <a16:creationId xmlns:a16="http://schemas.microsoft.com/office/drawing/2014/main" id="{831EEA62-DB1A-3539-AD21-5F1C34AF0C3B}"/>
              </a:ext>
            </a:extLst>
          </p:cNvPr>
          <p:cNvSpPr>
            <a:spLocks noChangeShapeType="1"/>
          </p:cNvSpPr>
          <p:nvPr/>
        </p:nvSpPr>
        <p:spPr bwMode="auto">
          <a:xfrm>
            <a:off x="2340889" y="4857466"/>
            <a:ext cx="6985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7" name="Line 27">
            <a:extLst>
              <a:ext uri="{FF2B5EF4-FFF2-40B4-BE49-F238E27FC236}">
                <a16:creationId xmlns:a16="http://schemas.microsoft.com/office/drawing/2014/main" id="{95AFF90D-9710-0C71-662A-EFB59F89A258}"/>
              </a:ext>
            </a:extLst>
          </p:cNvPr>
          <p:cNvSpPr>
            <a:spLocks noChangeShapeType="1"/>
          </p:cNvSpPr>
          <p:nvPr/>
        </p:nvSpPr>
        <p:spPr bwMode="auto">
          <a:xfrm rot="16200000">
            <a:off x="9171246" y="4702798"/>
            <a:ext cx="309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8" name="Line 27">
            <a:extLst>
              <a:ext uri="{FF2B5EF4-FFF2-40B4-BE49-F238E27FC236}">
                <a16:creationId xmlns:a16="http://schemas.microsoft.com/office/drawing/2014/main" id="{B39FD42A-B977-7FFE-2E1A-C8F6F843D57A}"/>
              </a:ext>
            </a:extLst>
          </p:cNvPr>
          <p:cNvSpPr>
            <a:spLocks noChangeShapeType="1"/>
          </p:cNvSpPr>
          <p:nvPr/>
        </p:nvSpPr>
        <p:spPr bwMode="auto">
          <a:xfrm>
            <a:off x="9325909" y="4548128"/>
            <a:ext cx="971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96" name="文本框 295">
                <a:extLst>
                  <a:ext uri="{FF2B5EF4-FFF2-40B4-BE49-F238E27FC236}">
                    <a16:creationId xmlns:a16="http://schemas.microsoft.com/office/drawing/2014/main" id="{B3021678-74C7-EA75-267D-47EB55B77C35}"/>
                  </a:ext>
                </a:extLst>
              </p:cNvPr>
              <p:cNvSpPr txBox="1"/>
              <p:nvPr/>
            </p:nvSpPr>
            <p:spPr>
              <a:xfrm>
                <a:off x="1141199" y="3057264"/>
                <a:ext cx="1440000" cy="504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296" name="文本框 295">
                <a:extLst>
                  <a:ext uri="{FF2B5EF4-FFF2-40B4-BE49-F238E27FC236}">
                    <a16:creationId xmlns:a16="http://schemas.microsoft.com/office/drawing/2014/main" id="{B3021678-74C7-EA75-267D-47EB55B77C35}"/>
                  </a:ext>
                </a:extLst>
              </p:cNvPr>
              <p:cNvSpPr txBox="1">
                <a:spLocks noRot="1" noChangeAspect="1" noMove="1" noResize="1" noEditPoints="1" noAdjustHandles="1" noChangeArrowheads="1" noChangeShapeType="1" noTextEdit="1"/>
              </p:cNvSpPr>
              <p:nvPr/>
            </p:nvSpPr>
            <p:spPr>
              <a:xfrm>
                <a:off x="1141199" y="3057264"/>
                <a:ext cx="1440000" cy="504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 name="文本框 296">
                <a:extLst>
                  <a:ext uri="{FF2B5EF4-FFF2-40B4-BE49-F238E27FC236}">
                    <a16:creationId xmlns:a16="http://schemas.microsoft.com/office/drawing/2014/main" id="{412F6208-6931-EBF2-D867-74380CFEBD31}"/>
                  </a:ext>
                </a:extLst>
              </p:cNvPr>
              <p:cNvSpPr txBox="1"/>
              <p:nvPr/>
            </p:nvSpPr>
            <p:spPr>
              <a:xfrm>
                <a:off x="1141199" y="4002204"/>
                <a:ext cx="1440000" cy="504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97" name="文本框 296">
                <a:extLst>
                  <a:ext uri="{FF2B5EF4-FFF2-40B4-BE49-F238E27FC236}">
                    <a16:creationId xmlns:a16="http://schemas.microsoft.com/office/drawing/2014/main" id="{412F6208-6931-EBF2-D867-74380CFEBD31}"/>
                  </a:ext>
                </a:extLst>
              </p:cNvPr>
              <p:cNvSpPr txBox="1">
                <a:spLocks noRot="1" noChangeAspect="1" noMove="1" noResize="1" noEditPoints="1" noAdjustHandles="1" noChangeArrowheads="1" noChangeShapeType="1" noTextEdit="1"/>
              </p:cNvSpPr>
              <p:nvPr/>
            </p:nvSpPr>
            <p:spPr>
              <a:xfrm>
                <a:off x="1141199" y="4002204"/>
                <a:ext cx="1440000" cy="504000"/>
              </a:xfrm>
              <a:prstGeom prst="rect">
                <a:avLst/>
              </a:prstGeom>
              <a:blipFill>
                <a:blip r:embed="rId5"/>
                <a:stretch>
                  <a:fillRect b="-36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8" name="文本框 297">
                <a:extLst>
                  <a:ext uri="{FF2B5EF4-FFF2-40B4-BE49-F238E27FC236}">
                    <a16:creationId xmlns:a16="http://schemas.microsoft.com/office/drawing/2014/main" id="{72F5661F-0799-1D36-9A36-FA1C69A4E499}"/>
                  </a:ext>
                </a:extLst>
              </p:cNvPr>
              <p:cNvSpPr txBox="1"/>
              <p:nvPr/>
            </p:nvSpPr>
            <p:spPr>
              <a:xfrm>
                <a:off x="1141199" y="3504874"/>
                <a:ext cx="1440000" cy="504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b="0" i="0"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98" name="文本框 297">
                <a:extLst>
                  <a:ext uri="{FF2B5EF4-FFF2-40B4-BE49-F238E27FC236}">
                    <a16:creationId xmlns:a16="http://schemas.microsoft.com/office/drawing/2014/main" id="{72F5661F-0799-1D36-9A36-FA1C69A4E499}"/>
                  </a:ext>
                </a:extLst>
              </p:cNvPr>
              <p:cNvSpPr txBox="1">
                <a:spLocks noRot="1" noChangeAspect="1" noMove="1" noResize="1" noEditPoints="1" noAdjustHandles="1" noChangeArrowheads="1" noChangeShapeType="1" noTextEdit="1"/>
              </p:cNvSpPr>
              <p:nvPr/>
            </p:nvSpPr>
            <p:spPr>
              <a:xfrm>
                <a:off x="1141199" y="3504874"/>
                <a:ext cx="1440000" cy="504000"/>
              </a:xfrm>
              <a:prstGeom prst="rect">
                <a:avLst/>
              </a:prstGeom>
              <a:blipFill>
                <a:blip r:embed="rId6"/>
                <a:stretch>
                  <a:fillRect b="-2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9" name="文本框 298">
                <a:extLst>
                  <a:ext uri="{FF2B5EF4-FFF2-40B4-BE49-F238E27FC236}">
                    <a16:creationId xmlns:a16="http://schemas.microsoft.com/office/drawing/2014/main" id="{88C465A7-BA8D-368D-9450-925C12F73ADA}"/>
                  </a:ext>
                </a:extLst>
              </p:cNvPr>
              <p:cNvSpPr txBox="1"/>
              <p:nvPr/>
            </p:nvSpPr>
            <p:spPr>
              <a:xfrm>
                <a:off x="1141199" y="4477525"/>
                <a:ext cx="1440000" cy="504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99" name="文本框 298">
                <a:extLst>
                  <a:ext uri="{FF2B5EF4-FFF2-40B4-BE49-F238E27FC236}">
                    <a16:creationId xmlns:a16="http://schemas.microsoft.com/office/drawing/2014/main" id="{88C465A7-BA8D-368D-9450-925C12F73ADA}"/>
                  </a:ext>
                </a:extLst>
              </p:cNvPr>
              <p:cNvSpPr txBox="1">
                <a:spLocks noRot="1" noChangeAspect="1" noMove="1" noResize="1" noEditPoints="1" noAdjustHandles="1" noChangeArrowheads="1" noChangeShapeType="1" noTextEdit="1"/>
              </p:cNvSpPr>
              <p:nvPr/>
            </p:nvSpPr>
            <p:spPr>
              <a:xfrm>
                <a:off x="1141199" y="4477525"/>
                <a:ext cx="1440000" cy="504000"/>
              </a:xfrm>
              <a:prstGeom prst="rect">
                <a:avLst/>
              </a:prstGeom>
              <a:blipFill>
                <a:blip r:embed="rId7"/>
                <a:stretch>
                  <a:fillRect b="-36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1" name="文本框 310">
                <a:extLst>
                  <a:ext uri="{FF2B5EF4-FFF2-40B4-BE49-F238E27FC236}">
                    <a16:creationId xmlns:a16="http://schemas.microsoft.com/office/drawing/2014/main" id="{EA4F850E-39BA-222A-761D-7E566A3DB4CD}"/>
                  </a:ext>
                </a:extLst>
              </p:cNvPr>
              <p:cNvSpPr txBox="1"/>
              <p:nvPr/>
            </p:nvSpPr>
            <p:spPr>
              <a:xfrm>
                <a:off x="7741582" y="2737212"/>
                <a:ext cx="435167"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𝑇</m:t>
                      </m:r>
                    </m:oMath>
                  </m:oMathPara>
                </a14:m>
                <a:endParaRPr lang="zh-CN" altLang="en-US" sz="2400" i="1" dirty="0">
                  <a:solidFill>
                    <a:schemeClr val="accent5">
                      <a:lumMod val="75000"/>
                    </a:schemeClr>
                  </a:solidFill>
                </a:endParaRPr>
              </a:p>
            </p:txBody>
          </p:sp>
        </mc:Choice>
        <mc:Fallback xmlns="">
          <p:sp>
            <p:nvSpPr>
              <p:cNvPr id="311" name="文本框 310">
                <a:extLst>
                  <a:ext uri="{FF2B5EF4-FFF2-40B4-BE49-F238E27FC236}">
                    <a16:creationId xmlns:a16="http://schemas.microsoft.com/office/drawing/2014/main" id="{EA4F850E-39BA-222A-761D-7E566A3DB4CD}"/>
                  </a:ext>
                </a:extLst>
              </p:cNvPr>
              <p:cNvSpPr txBox="1">
                <a:spLocks noRot="1" noChangeAspect="1" noMove="1" noResize="1" noEditPoints="1" noAdjustHandles="1" noChangeArrowheads="1" noChangeShapeType="1" noTextEdit="1"/>
              </p:cNvSpPr>
              <p:nvPr/>
            </p:nvSpPr>
            <p:spPr>
              <a:xfrm>
                <a:off x="7741582" y="2737212"/>
                <a:ext cx="435167" cy="461665"/>
              </a:xfrm>
              <a:prstGeom prst="rect">
                <a:avLst/>
              </a:prstGeom>
              <a:blipFill>
                <a:blip r:embed="rId8"/>
                <a:stretch>
                  <a:fillRect l="-5634"/>
                </a:stretch>
              </a:blipFill>
            </p:spPr>
            <p:txBody>
              <a:bodyPr/>
              <a:lstStyle/>
              <a:p>
                <a:r>
                  <a:rPr lang="zh-CN" altLang="en-US">
                    <a:noFill/>
                  </a:rPr>
                  <a:t> </a:t>
                </a:r>
              </a:p>
            </p:txBody>
          </p:sp>
        </mc:Fallback>
      </mc:AlternateContent>
      <p:sp>
        <p:nvSpPr>
          <p:cNvPr id="312" name="Line 27">
            <a:extLst>
              <a:ext uri="{FF2B5EF4-FFF2-40B4-BE49-F238E27FC236}">
                <a16:creationId xmlns:a16="http://schemas.microsoft.com/office/drawing/2014/main" id="{88502ACA-7D56-4ED2-EF3C-013A43974004}"/>
              </a:ext>
            </a:extLst>
          </p:cNvPr>
          <p:cNvSpPr>
            <a:spLocks noChangeShapeType="1"/>
          </p:cNvSpPr>
          <p:nvPr/>
        </p:nvSpPr>
        <p:spPr bwMode="auto">
          <a:xfrm rot="16200000">
            <a:off x="6993212" y="2962600"/>
            <a:ext cx="242027"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316" name="直接箭头连接符 315">
            <a:extLst>
              <a:ext uri="{FF2B5EF4-FFF2-40B4-BE49-F238E27FC236}">
                <a16:creationId xmlns:a16="http://schemas.microsoft.com/office/drawing/2014/main" id="{2FB3183B-D10A-7EA0-67FB-6EED7D50E675}"/>
              </a:ext>
            </a:extLst>
          </p:cNvPr>
          <p:cNvCxnSpPr>
            <a:cxnSpLocks/>
          </p:cNvCxnSpPr>
          <p:nvPr/>
        </p:nvCxnSpPr>
        <p:spPr>
          <a:xfrm>
            <a:off x="8170025" y="2961319"/>
            <a:ext cx="526042"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直接箭头连接符 321">
            <a:extLst>
              <a:ext uri="{FF2B5EF4-FFF2-40B4-BE49-F238E27FC236}">
                <a16:creationId xmlns:a16="http://schemas.microsoft.com/office/drawing/2014/main" id="{8D170364-A303-4052-0FB3-5169A9A908E2}"/>
              </a:ext>
            </a:extLst>
          </p:cNvPr>
          <p:cNvCxnSpPr>
            <a:cxnSpLocks/>
          </p:cNvCxnSpPr>
          <p:nvPr/>
        </p:nvCxnSpPr>
        <p:spPr>
          <a:xfrm flipH="1">
            <a:off x="7122562" y="2961585"/>
            <a:ext cx="526042"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直接箭头连接符 329">
            <a:extLst>
              <a:ext uri="{FF2B5EF4-FFF2-40B4-BE49-F238E27FC236}">
                <a16:creationId xmlns:a16="http://schemas.microsoft.com/office/drawing/2014/main" id="{5E4CA140-9AF3-FEFB-D362-14B1CAEAE9BA}"/>
              </a:ext>
            </a:extLst>
          </p:cNvPr>
          <p:cNvCxnSpPr>
            <a:cxnSpLocks/>
          </p:cNvCxnSpPr>
          <p:nvPr/>
        </p:nvCxnSpPr>
        <p:spPr>
          <a:xfrm flipH="1">
            <a:off x="4135015" y="3786892"/>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直接箭头连接符 331">
            <a:extLst>
              <a:ext uri="{FF2B5EF4-FFF2-40B4-BE49-F238E27FC236}">
                <a16:creationId xmlns:a16="http://schemas.microsoft.com/office/drawing/2014/main" id="{637F249B-B95D-1766-0DF4-EDB14C56FE7A}"/>
              </a:ext>
            </a:extLst>
          </p:cNvPr>
          <p:cNvCxnSpPr>
            <a:cxnSpLocks/>
          </p:cNvCxnSpPr>
          <p:nvPr/>
        </p:nvCxnSpPr>
        <p:spPr>
          <a:xfrm>
            <a:off x="3678840" y="3786892"/>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3" name="文本框 332">
                <a:extLst>
                  <a:ext uri="{FF2B5EF4-FFF2-40B4-BE49-F238E27FC236}">
                    <a16:creationId xmlns:a16="http://schemas.microsoft.com/office/drawing/2014/main" id="{AFA91419-D766-F7C4-4E42-3E4B7313A09B}"/>
                  </a:ext>
                </a:extLst>
              </p:cNvPr>
              <p:cNvSpPr txBox="1"/>
              <p:nvPr/>
            </p:nvSpPr>
            <p:spPr>
              <a:xfrm>
                <a:off x="3498895" y="3322522"/>
                <a:ext cx="435167"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𝑡</m:t>
                          </m:r>
                        </m:e>
                        <m:sub>
                          <m:r>
                            <a:rPr lang="en-US" altLang="zh-CN" sz="2400" i="1">
                              <a:solidFill>
                                <a:schemeClr val="accent5">
                                  <a:lumMod val="75000"/>
                                </a:schemeClr>
                              </a:solidFill>
                              <a:latin typeface="Cambria Math" panose="02040503050406030204" pitchFamily="18" charset="0"/>
                            </a:rPr>
                            <m:t>𝑑</m:t>
                          </m:r>
                        </m:sub>
                      </m:sSub>
                    </m:oMath>
                  </m:oMathPara>
                </a14:m>
                <a:endParaRPr lang="zh-CN" altLang="en-US" sz="2400" i="1" dirty="0">
                  <a:solidFill>
                    <a:schemeClr val="accent5">
                      <a:lumMod val="75000"/>
                    </a:schemeClr>
                  </a:solidFill>
                </a:endParaRPr>
              </a:p>
            </p:txBody>
          </p:sp>
        </mc:Choice>
        <mc:Fallback xmlns="">
          <p:sp>
            <p:nvSpPr>
              <p:cNvPr id="333" name="文本框 332">
                <a:extLst>
                  <a:ext uri="{FF2B5EF4-FFF2-40B4-BE49-F238E27FC236}">
                    <a16:creationId xmlns:a16="http://schemas.microsoft.com/office/drawing/2014/main" id="{AFA91419-D766-F7C4-4E42-3E4B7313A09B}"/>
                  </a:ext>
                </a:extLst>
              </p:cNvPr>
              <p:cNvSpPr txBox="1">
                <a:spLocks noRot="1" noChangeAspect="1" noMove="1" noResize="1" noEditPoints="1" noAdjustHandles="1" noChangeArrowheads="1" noChangeShapeType="1" noTextEdit="1"/>
              </p:cNvSpPr>
              <p:nvPr/>
            </p:nvSpPr>
            <p:spPr>
              <a:xfrm>
                <a:off x="3498895" y="3322522"/>
                <a:ext cx="435167" cy="461665"/>
              </a:xfrm>
              <a:prstGeom prst="rect">
                <a:avLst/>
              </a:prstGeom>
              <a:blipFill>
                <a:blip r:embed="rId9"/>
                <a:stretch>
                  <a:fillRect l="-14085" b="-2632"/>
                </a:stretch>
              </a:blipFill>
            </p:spPr>
            <p:txBody>
              <a:bodyPr/>
              <a:lstStyle/>
              <a:p>
                <a:r>
                  <a:rPr lang="zh-CN" altLang="en-US">
                    <a:noFill/>
                  </a:rPr>
                  <a:t> </a:t>
                </a:r>
              </a:p>
            </p:txBody>
          </p:sp>
        </mc:Fallback>
      </mc:AlternateContent>
      <p:cxnSp>
        <p:nvCxnSpPr>
          <p:cNvPr id="335" name="直接箭头连接符 334">
            <a:extLst>
              <a:ext uri="{FF2B5EF4-FFF2-40B4-BE49-F238E27FC236}">
                <a16:creationId xmlns:a16="http://schemas.microsoft.com/office/drawing/2014/main" id="{90924967-CFA0-93C4-9142-D121225BBB7D}"/>
              </a:ext>
            </a:extLst>
          </p:cNvPr>
          <p:cNvCxnSpPr>
            <a:cxnSpLocks/>
          </p:cNvCxnSpPr>
          <p:nvPr/>
        </p:nvCxnSpPr>
        <p:spPr>
          <a:xfrm flipH="1">
            <a:off x="5920350" y="4224558"/>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6" name="直接箭头连接符 335">
            <a:extLst>
              <a:ext uri="{FF2B5EF4-FFF2-40B4-BE49-F238E27FC236}">
                <a16:creationId xmlns:a16="http://schemas.microsoft.com/office/drawing/2014/main" id="{A71EA25A-213A-D5B2-727F-8F7A10B368FB}"/>
              </a:ext>
            </a:extLst>
          </p:cNvPr>
          <p:cNvCxnSpPr>
            <a:cxnSpLocks/>
          </p:cNvCxnSpPr>
          <p:nvPr/>
        </p:nvCxnSpPr>
        <p:spPr>
          <a:xfrm>
            <a:off x="5268834" y="4224558"/>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9" name="文本框 338">
                <a:extLst>
                  <a:ext uri="{FF2B5EF4-FFF2-40B4-BE49-F238E27FC236}">
                    <a16:creationId xmlns:a16="http://schemas.microsoft.com/office/drawing/2014/main" id="{4F3F70B6-7419-A8A8-6EAB-B58240D458C4}"/>
                  </a:ext>
                </a:extLst>
              </p:cNvPr>
              <p:cNvSpPr txBox="1"/>
              <p:nvPr/>
            </p:nvSpPr>
            <p:spPr>
              <a:xfrm>
                <a:off x="8128662" y="4292526"/>
                <a:ext cx="6544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3</m:t>
                      </m:r>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𝑡</m:t>
                          </m:r>
                        </m:e>
                        <m:sub>
                          <m:r>
                            <a:rPr lang="en-US" altLang="zh-CN" sz="2400" i="1">
                              <a:solidFill>
                                <a:schemeClr val="accent5">
                                  <a:lumMod val="75000"/>
                                </a:schemeClr>
                              </a:solidFill>
                              <a:latin typeface="Cambria Math" panose="02040503050406030204" pitchFamily="18" charset="0"/>
                            </a:rPr>
                            <m:t>𝑑</m:t>
                          </m:r>
                        </m:sub>
                      </m:sSub>
                    </m:oMath>
                  </m:oMathPara>
                </a14:m>
                <a:endParaRPr lang="zh-CN" altLang="en-US" sz="2400" i="1" dirty="0">
                  <a:solidFill>
                    <a:schemeClr val="accent5">
                      <a:lumMod val="75000"/>
                    </a:schemeClr>
                  </a:solidFill>
                </a:endParaRPr>
              </a:p>
            </p:txBody>
          </p:sp>
        </mc:Choice>
        <mc:Fallback xmlns="">
          <p:sp>
            <p:nvSpPr>
              <p:cNvPr id="339" name="文本框 338">
                <a:extLst>
                  <a:ext uri="{FF2B5EF4-FFF2-40B4-BE49-F238E27FC236}">
                    <a16:creationId xmlns:a16="http://schemas.microsoft.com/office/drawing/2014/main" id="{4F3F70B6-7419-A8A8-6EAB-B58240D458C4}"/>
                  </a:ext>
                </a:extLst>
              </p:cNvPr>
              <p:cNvSpPr txBox="1">
                <a:spLocks noRot="1" noChangeAspect="1" noMove="1" noResize="1" noEditPoints="1" noAdjustHandles="1" noChangeArrowheads="1" noChangeShapeType="1" noTextEdit="1"/>
              </p:cNvSpPr>
              <p:nvPr/>
            </p:nvSpPr>
            <p:spPr>
              <a:xfrm>
                <a:off x="8128662" y="4292526"/>
                <a:ext cx="654469" cy="461665"/>
              </a:xfrm>
              <a:prstGeom prst="rect">
                <a:avLst/>
              </a:prstGeom>
              <a:blipFill>
                <a:blip r:embed="rId10"/>
                <a:stretch>
                  <a:fillRect l="-6481" b="-2632"/>
                </a:stretch>
              </a:blipFill>
            </p:spPr>
            <p:txBody>
              <a:bodyPr/>
              <a:lstStyle/>
              <a:p>
                <a:r>
                  <a:rPr lang="zh-CN" altLang="en-US">
                    <a:noFill/>
                  </a:rPr>
                  <a:t> </a:t>
                </a:r>
              </a:p>
            </p:txBody>
          </p:sp>
        </mc:Fallback>
      </mc:AlternateContent>
      <p:cxnSp>
        <p:nvCxnSpPr>
          <p:cNvPr id="341" name="直接箭头连接符 340">
            <a:extLst>
              <a:ext uri="{FF2B5EF4-FFF2-40B4-BE49-F238E27FC236}">
                <a16:creationId xmlns:a16="http://schemas.microsoft.com/office/drawing/2014/main" id="{52A87EDD-8EB4-F3B6-225A-001D4014AA3B}"/>
              </a:ext>
            </a:extLst>
          </p:cNvPr>
          <p:cNvCxnSpPr>
            <a:cxnSpLocks/>
          </p:cNvCxnSpPr>
          <p:nvPr/>
        </p:nvCxnSpPr>
        <p:spPr>
          <a:xfrm>
            <a:off x="8455827" y="4756896"/>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2" name="Line 27">
            <a:extLst>
              <a:ext uri="{FF2B5EF4-FFF2-40B4-BE49-F238E27FC236}">
                <a16:creationId xmlns:a16="http://schemas.microsoft.com/office/drawing/2014/main" id="{EDDFFB06-72B6-3413-0626-21E4DB5C2921}"/>
              </a:ext>
            </a:extLst>
          </p:cNvPr>
          <p:cNvSpPr>
            <a:spLocks noChangeShapeType="1"/>
          </p:cNvSpPr>
          <p:nvPr/>
        </p:nvSpPr>
        <p:spPr bwMode="auto">
          <a:xfrm rot="16200000" flipV="1">
            <a:off x="7583254" y="4068000"/>
            <a:ext cx="2458630" cy="6591"/>
          </a:xfrm>
          <a:prstGeom prst="line">
            <a:avLst/>
          </a:prstGeom>
          <a:noFill/>
          <a:ln w="38100">
            <a:solidFill>
              <a:srgbClr val="00FF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 name="标题 1">
            <a:extLst>
              <a:ext uri="{FF2B5EF4-FFF2-40B4-BE49-F238E27FC236}">
                <a16:creationId xmlns:a16="http://schemas.microsoft.com/office/drawing/2014/main" id="{0B121A35-45D7-44F7-2A8C-AE47B4E3CC3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sp>
        <p:nvSpPr>
          <p:cNvPr id="11" name="文本框 10">
            <a:extLst>
              <a:ext uri="{FF2B5EF4-FFF2-40B4-BE49-F238E27FC236}">
                <a16:creationId xmlns:a16="http://schemas.microsoft.com/office/drawing/2014/main" id="{548E1CB3-F7D5-F64E-6477-E1E800C2238E}"/>
              </a:ext>
            </a:extLst>
          </p:cNvPr>
          <p:cNvSpPr txBox="1"/>
          <p:nvPr/>
        </p:nvSpPr>
        <p:spPr>
          <a:xfrm>
            <a:off x="8026084" y="6134579"/>
            <a:ext cx="1399154" cy="369332"/>
          </a:xfrm>
          <a:prstGeom prst="rect">
            <a:avLst/>
          </a:prstGeom>
          <a:noFill/>
        </p:spPr>
        <p:txBody>
          <a:bodyPr wrap="square">
            <a:spAutoFit/>
          </a:bodyPr>
          <a:lstStyle/>
          <a:p>
            <a:pPr algn="r"/>
            <a:r>
              <a:rPr kumimoji="1" lang="zh-CN" altLang="en-US" sz="1800" dirty="0">
                <a:solidFill>
                  <a:srgbClr val="00B050"/>
                </a:solidFill>
                <a:latin typeface="Cambria Math" panose="02040503050406030204" pitchFamily="18" charset="0"/>
                <a:ea typeface="微软雅黑" panose="020B0503020204020204" pitchFamily="34" charset="-122"/>
              </a:rPr>
              <a:t>有效码  </a:t>
            </a:r>
            <a:r>
              <a:rPr lang="en-US" altLang="zh-CN" dirty="0">
                <a:solidFill>
                  <a:srgbClr val="00B050"/>
                </a:solidFill>
                <a:latin typeface="微软雅黑" panose="020B0503020204020204" pitchFamily="34" charset="-122"/>
                <a:ea typeface="微软雅黑" panose="020B0503020204020204" pitchFamily="34" charset="-122"/>
              </a:rPr>
              <a:t>100</a:t>
            </a:r>
            <a:endParaRPr lang="zh-CN" altLang="en-US" dirty="0">
              <a:solidFill>
                <a:srgbClr val="00B05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58F2B458-755A-F47B-D956-8A0059407DE5}"/>
              </a:ext>
            </a:extLst>
          </p:cNvPr>
          <p:cNvSpPr txBox="1"/>
          <p:nvPr/>
        </p:nvSpPr>
        <p:spPr>
          <a:xfrm>
            <a:off x="7423943" y="5115946"/>
            <a:ext cx="1399154" cy="369332"/>
          </a:xfrm>
          <a:prstGeom prst="rect">
            <a:avLst/>
          </a:prstGeom>
          <a:noFill/>
        </p:spPr>
        <p:txBody>
          <a:bodyPr wrap="square">
            <a:spAutoFit/>
          </a:bodyPr>
          <a:lstStyle/>
          <a:p>
            <a:pPr algn="r"/>
            <a:r>
              <a:rPr kumimoji="1" lang="zh-CN" altLang="en-US" sz="1800" dirty="0">
                <a:solidFill>
                  <a:srgbClr val="00B050"/>
                </a:solidFill>
                <a:latin typeface="Cambria Math" panose="02040503050406030204" pitchFamily="18" charset="0"/>
                <a:ea typeface="微软雅黑" panose="020B0503020204020204" pitchFamily="34" charset="-122"/>
              </a:rPr>
              <a:t>有效码  </a:t>
            </a:r>
            <a:r>
              <a:rPr lang="en-US" altLang="zh-CN" dirty="0">
                <a:solidFill>
                  <a:srgbClr val="00B050"/>
                </a:solidFill>
                <a:latin typeface="微软雅黑" panose="020B0503020204020204" pitchFamily="34" charset="-122"/>
                <a:ea typeface="微软雅黑" panose="020B0503020204020204" pitchFamily="34" charset="-122"/>
              </a:rPr>
              <a:t>011</a:t>
            </a:r>
            <a:endParaRPr lang="zh-CN" altLang="en-US" dirty="0">
              <a:solidFill>
                <a:srgbClr val="00B050"/>
              </a:solidFill>
              <a:latin typeface="微软雅黑" panose="020B0503020204020204" pitchFamily="34" charset="-122"/>
              <a:ea typeface="微软雅黑" panose="020B0503020204020204" pitchFamily="34" charset="-122"/>
            </a:endParaRPr>
          </a:p>
        </p:txBody>
      </p:sp>
      <p:sp>
        <p:nvSpPr>
          <p:cNvPr id="13" name="Line 27">
            <a:extLst>
              <a:ext uri="{FF2B5EF4-FFF2-40B4-BE49-F238E27FC236}">
                <a16:creationId xmlns:a16="http://schemas.microsoft.com/office/drawing/2014/main" id="{352F7D90-82CB-A1BD-8CB1-DC7D7F9E37A8}"/>
              </a:ext>
            </a:extLst>
          </p:cNvPr>
          <p:cNvSpPr>
            <a:spLocks noChangeShapeType="1"/>
          </p:cNvSpPr>
          <p:nvPr/>
        </p:nvSpPr>
        <p:spPr bwMode="auto">
          <a:xfrm rot="16200000" flipV="1">
            <a:off x="7675814" y="4580613"/>
            <a:ext cx="3477264" cy="0"/>
          </a:xfrm>
          <a:prstGeom prst="line">
            <a:avLst/>
          </a:prstGeom>
          <a:noFill/>
          <a:ln w="38100">
            <a:solidFill>
              <a:srgbClr val="00FF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 name="Line 27">
            <a:extLst>
              <a:ext uri="{FF2B5EF4-FFF2-40B4-BE49-F238E27FC236}">
                <a16:creationId xmlns:a16="http://schemas.microsoft.com/office/drawing/2014/main" id="{1EBA320C-A0D6-65C7-5620-437BFA47DE44}"/>
              </a:ext>
            </a:extLst>
          </p:cNvPr>
          <p:cNvSpPr>
            <a:spLocks noChangeShapeType="1"/>
          </p:cNvSpPr>
          <p:nvPr/>
        </p:nvSpPr>
        <p:spPr bwMode="auto">
          <a:xfrm rot="16200000" flipV="1">
            <a:off x="7647171" y="4408854"/>
            <a:ext cx="3133747"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 name="Line 27">
            <a:extLst>
              <a:ext uri="{FF2B5EF4-FFF2-40B4-BE49-F238E27FC236}">
                <a16:creationId xmlns:a16="http://schemas.microsoft.com/office/drawing/2014/main" id="{FA2A88C5-4E38-DB72-1CE7-A7888D988E0B}"/>
              </a:ext>
            </a:extLst>
          </p:cNvPr>
          <p:cNvSpPr>
            <a:spLocks noChangeShapeType="1"/>
          </p:cNvSpPr>
          <p:nvPr/>
        </p:nvSpPr>
        <p:spPr bwMode="auto">
          <a:xfrm rot="16200000" flipV="1">
            <a:off x="7621411" y="4230917"/>
            <a:ext cx="2777872" cy="0"/>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 name="文本框 20">
            <a:extLst>
              <a:ext uri="{FF2B5EF4-FFF2-40B4-BE49-F238E27FC236}">
                <a16:creationId xmlns:a16="http://schemas.microsoft.com/office/drawing/2014/main" id="{E6964B6E-8BB1-7B15-366F-AD813E254608}"/>
              </a:ext>
            </a:extLst>
          </p:cNvPr>
          <p:cNvSpPr txBox="1"/>
          <p:nvPr/>
        </p:nvSpPr>
        <p:spPr>
          <a:xfrm>
            <a:off x="7621438" y="5435187"/>
            <a:ext cx="1399154" cy="369332"/>
          </a:xfrm>
          <a:prstGeom prst="rect">
            <a:avLst/>
          </a:prstGeom>
          <a:noFill/>
        </p:spPr>
        <p:txBody>
          <a:bodyPr wrap="square">
            <a:spAutoFit/>
          </a:bodyPr>
          <a:lstStyle/>
          <a:p>
            <a:pPr algn="r"/>
            <a:r>
              <a:rPr kumimoji="1" lang="zh-CN" altLang="en-US" sz="1800" dirty="0">
                <a:solidFill>
                  <a:srgbClr val="FF0000"/>
                </a:solidFill>
                <a:latin typeface="Cambria Math" panose="02040503050406030204" pitchFamily="18" charset="0"/>
                <a:ea typeface="微软雅黑" panose="020B0503020204020204" pitchFamily="34" charset="-122"/>
              </a:rPr>
              <a:t>无效码  </a:t>
            </a:r>
            <a:r>
              <a:rPr lang="en-US" altLang="zh-CN" dirty="0">
                <a:solidFill>
                  <a:srgbClr val="FF0000"/>
                </a:solidFill>
                <a:latin typeface="微软雅黑" panose="020B0503020204020204" pitchFamily="34" charset="-122"/>
                <a:ea typeface="微软雅黑" panose="020B0503020204020204" pitchFamily="34" charset="-122"/>
              </a:rPr>
              <a:t>010</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78C9A054-2600-5C10-AB07-7F7F96B27A45}"/>
              </a:ext>
            </a:extLst>
          </p:cNvPr>
          <p:cNvSpPr txBox="1"/>
          <p:nvPr/>
        </p:nvSpPr>
        <p:spPr>
          <a:xfrm>
            <a:off x="7826315" y="5788031"/>
            <a:ext cx="1399154" cy="369332"/>
          </a:xfrm>
          <a:prstGeom prst="rect">
            <a:avLst/>
          </a:prstGeom>
          <a:noFill/>
        </p:spPr>
        <p:txBody>
          <a:bodyPr wrap="square">
            <a:spAutoFit/>
          </a:bodyPr>
          <a:lstStyle/>
          <a:p>
            <a:pPr algn="r"/>
            <a:r>
              <a:rPr kumimoji="1" lang="zh-CN" altLang="en-US" sz="1800" dirty="0">
                <a:solidFill>
                  <a:srgbClr val="FF0000"/>
                </a:solidFill>
                <a:latin typeface="Cambria Math" panose="02040503050406030204" pitchFamily="18" charset="0"/>
                <a:ea typeface="微软雅黑" panose="020B0503020204020204" pitchFamily="34" charset="-122"/>
              </a:rPr>
              <a:t>无效码  </a:t>
            </a:r>
            <a:r>
              <a:rPr lang="en-US" altLang="zh-CN" dirty="0">
                <a:solidFill>
                  <a:srgbClr val="FF0000"/>
                </a:solidFill>
                <a:latin typeface="微软雅黑" panose="020B0503020204020204" pitchFamily="34" charset="-122"/>
                <a:ea typeface="微软雅黑" panose="020B0503020204020204" pitchFamily="34" charset="-122"/>
              </a:rPr>
              <a:t>000</a:t>
            </a:r>
            <a:endParaRPr lang="zh-CN" altLang="en-US" dirty="0">
              <a:solidFill>
                <a:srgbClr val="FF0000"/>
              </a:solidFill>
              <a:latin typeface="微软雅黑" panose="020B0503020204020204" pitchFamily="34" charset="-122"/>
              <a:ea typeface="微软雅黑" panose="020B0503020204020204" pitchFamily="34" charset="-122"/>
            </a:endParaRPr>
          </a:p>
        </p:txBody>
      </p:sp>
      <p:cxnSp>
        <p:nvCxnSpPr>
          <p:cNvPr id="340" name="直接箭头连接符 339">
            <a:extLst>
              <a:ext uri="{FF2B5EF4-FFF2-40B4-BE49-F238E27FC236}">
                <a16:creationId xmlns:a16="http://schemas.microsoft.com/office/drawing/2014/main" id="{81B9DDAA-9D63-FA60-0712-AD2E45E1DE3B}"/>
              </a:ext>
            </a:extLst>
          </p:cNvPr>
          <p:cNvCxnSpPr>
            <a:cxnSpLocks/>
          </p:cNvCxnSpPr>
          <p:nvPr/>
        </p:nvCxnSpPr>
        <p:spPr>
          <a:xfrm flipH="1">
            <a:off x="9336717" y="4756896"/>
            <a:ext cx="242178"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28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2"/>
                                        </p:tgtEl>
                                        <p:attrNameLst>
                                          <p:attrName>style.visibility</p:attrName>
                                        </p:attrNameLst>
                                      </p:cBhvr>
                                      <p:to>
                                        <p:strVal val="visible"/>
                                      </p:to>
                                    </p:set>
                                    <p:animEffect transition="in" filter="randombar(horizontal)">
                                      <p:cBhvr>
                                        <p:cTn id="7" dur="500"/>
                                        <p:tgtEl>
                                          <p:spTgt spid="34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randombar(horizontal)">
                                      <p:cBhvr>
                                        <p:cTn id="10" dur="500"/>
                                        <p:tgtEl>
                                          <p:spTgt spid="1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randombar(horizontal)">
                                      <p:cBhvr>
                                        <p:cTn id="13" dur="500"/>
                                        <p:tgtEl>
                                          <p:spTgt spid="12"/>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randombar(horizontal)">
                                      <p:cBhvr>
                                        <p:cTn id="21" dur="500"/>
                                        <p:tgtEl>
                                          <p:spTgt spid="15"/>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randombar(horizontal)">
                                      <p:cBhvr>
                                        <p:cTn id="24" dur="500"/>
                                        <p:tgtEl>
                                          <p:spTgt spid="14"/>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randombar(horizontal)">
                                      <p:cBhvr>
                                        <p:cTn id="27" dur="500"/>
                                        <p:tgtEl>
                                          <p:spTgt spid="21"/>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randombar(horizontal)">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 grpId="0" animBg="1"/>
      <p:bldP spid="11" grpId="0"/>
      <p:bldP spid="12" grpId="0"/>
      <p:bldP spid="13" grpId="0" animBg="1"/>
      <p:bldP spid="14" grpId="0" animBg="1"/>
      <p:bldP spid="15" grpId="0" animBg="1"/>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9EF41-A8AB-DBD4-D0FC-A539F1D0449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118176BB-B221-28CE-D2B5-4DDA97A29DD1}"/>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501BAE50-C802-786C-075E-31CDA740FFE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852B2F2C-015B-FCA2-770A-AF1536167E0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5211CA09-F272-512F-D06A-5DF443D3BCD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354C3295-0C3A-10F3-E261-E81BA608E99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627E0BC-1BEE-EAFE-FABE-1F79ED0A1492}"/>
                  </a:ext>
                </a:extLst>
              </p:cNvPr>
              <p:cNvSpPr txBox="1"/>
              <p:nvPr/>
            </p:nvSpPr>
            <p:spPr>
              <a:xfrm>
                <a:off x="360000" y="828000"/>
                <a:ext cx="6472321" cy="265175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同步二进制递增计数器（以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在每个时钟有效沿都翻转一次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在下一个时钟翻转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在下一个时钟翻转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 ~ </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全为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时，进位为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p:txBody>
          </p:sp>
        </mc:Choice>
        <mc:Fallback xmlns="">
          <p:sp>
            <p:nvSpPr>
              <p:cNvPr id="3" name="文本框 2">
                <a:extLst>
                  <a:ext uri="{FF2B5EF4-FFF2-40B4-BE49-F238E27FC236}">
                    <a16:creationId xmlns:a16="http://schemas.microsoft.com/office/drawing/2014/main" id="{A627E0BC-1BEE-EAFE-FABE-1F79ED0A1492}"/>
                  </a:ext>
                </a:extLst>
              </p:cNvPr>
              <p:cNvSpPr txBox="1">
                <a:spLocks noRot="1" noChangeAspect="1" noMove="1" noResize="1" noEditPoints="1" noAdjustHandles="1" noChangeArrowheads="1" noChangeShapeType="1" noTextEdit="1"/>
              </p:cNvSpPr>
              <p:nvPr/>
            </p:nvSpPr>
            <p:spPr>
              <a:xfrm>
                <a:off x="360000" y="828000"/>
                <a:ext cx="6472321" cy="2651752"/>
              </a:xfrm>
              <a:prstGeom prst="rect">
                <a:avLst/>
              </a:prstGeom>
              <a:blipFill>
                <a:blip r:embed="rId3"/>
                <a:stretch>
                  <a:fillRect l="-1695" t="-920" r="-6215" b="-4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FBF2338-535F-36B2-D495-C214F833E926}"/>
                  </a:ext>
                </a:extLst>
              </p:cNvPr>
              <p:cNvSpPr txBox="1"/>
              <p:nvPr/>
            </p:nvSpPr>
            <p:spPr>
              <a:xfrm>
                <a:off x="360000" y="4320000"/>
                <a:ext cx="4659675" cy="1815882"/>
              </a:xfrm>
              <a:prstGeom prst="rect">
                <a:avLst/>
              </a:prstGeom>
              <a:noFill/>
            </p:spPr>
            <p:txBody>
              <a:bodyPr wrap="square">
                <a:spAutoFit/>
              </a:bodyPr>
              <a:lstStyle/>
              <a:p>
                <a:pPr lvl="2"/>
                <a14:m>
                  <m:oMath xmlns:m="http://schemas.openxmlformats.org/officeDocument/2006/math">
                    <m:sSub>
                      <m:sSubPr>
                        <m:ctrlPr>
                          <a:rPr lang="en-US" altLang="zh-CN" sz="2800" i="1" smtClean="0">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T</m:t>
                        </m:r>
                      </m:e>
                      <m:sub>
                        <m:r>
                          <a:rPr lang="en-US" altLang="zh-CN" sz="2800" i="0">
                            <a:solidFill>
                              <a:srgbClr val="002060"/>
                            </a:solidFill>
                            <a:latin typeface="Cambria Math" panose="02040503050406030204" pitchFamily="18" charset="0"/>
                            <a:ea typeface="微软雅黑" panose="020B0503020204020204" pitchFamily="34" charset="-122"/>
                          </a:rPr>
                          <m:t>0</m:t>
                        </m:r>
                      </m:sub>
                    </m:sSub>
                    <m:r>
                      <a:rPr lang="en-US" altLang="zh-CN" sz="2800" i="1">
                        <a:solidFill>
                          <a:srgbClr val="002060"/>
                        </a:solidFill>
                        <a:latin typeface="Cambria Math" panose="02040503050406030204" pitchFamily="18" charset="0"/>
                        <a:ea typeface="微软雅黑" panose="020B0503020204020204" pitchFamily="34" charset="-122"/>
                      </a:rPr>
                      <m:t>=1</m:t>
                    </m:r>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2</m:t>
                        </m:r>
                      </m:sub>
                    </m:sSub>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a:p>
                <a:pPr lvl="2"/>
                <a14:m>
                  <m:oMath xmlns:m="http://schemas.openxmlformats.org/officeDocument/2006/math">
                    <m:r>
                      <m:rPr>
                        <m:sty m:val="p"/>
                      </m:rPr>
                      <a:rPr lang="en-US" altLang="zh-CN" sz="2800" b="0" i="0" smtClean="0">
                        <a:solidFill>
                          <a:srgbClr val="002060"/>
                        </a:solidFill>
                        <a:latin typeface="Cambria Math" panose="02040503050406030204" pitchFamily="18" charset="0"/>
                        <a:ea typeface="微软雅黑" panose="020B0503020204020204" pitchFamily="34" charset="-122"/>
                      </a:rPr>
                      <m:t>C</m:t>
                    </m:r>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2</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p:txBody>
          </p:sp>
        </mc:Choice>
        <mc:Fallback xmlns="">
          <p:sp>
            <p:nvSpPr>
              <p:cNvPr id="13" name="文本框 12">
                <a:extLst>
                  <a:ext uri="{FF2B5EF4-FFF2-40B4-BE49-F238E27FC236}">
                    <a16:creationId xmlns:a16="http://schemas.microsoft.com/office/drawing/2014/main" id="{3FBF2338-535F-36B2-D495-C214F833E926}"/>
                  </a:ext>
                </a:extLst>
              </p:cNvPr>
              <p:cNvSpPr txBox="1">
                <a:spLocks noRot="1" noChangeAspect="1" noMove="1" noResize="1" noEditPoints="1" noAdjustHandles="1" noChangeArrowheads="1" noChangeShapeType="1" noTextEdit="1"/>
              </p:cNvSpPr>
              <p:nvPr/>
            </p:nvSpPr>
            <p:spPr>
              <a:xfrm>
                <a:off x="360000" y="4320000"/>
                <a:ext cx="4659675" cy="181588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1FC5233C-2D76-1BE8-E456-FB81A1C79B6B}"/>
                  </a:ext>
                </a:extLst>
              </p:cNvPr>
              <p:cNvGraphicFramePr>
                <a:graphicFrameLocks noGrp="1"/>
              </p:cNvGraphicFramePr>
              <p:nvPr>
                <p:extLst>
                  <p:ext uri="{D42A27DB-BD31-4B8C-83A1-F6EECF244321}">
                    <p14:modId xmlns:p14="http://schemas.microsoft.com/office/powerpoint/2010/main" val="3332470598"/>
                  </p:ext>
                </p:extLst>
              </p:nvPr>
            </p:nvGraphicFramePr>
            <p:xfrm>
              <a:off x="6840000" y="1692000"/>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708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70840">
                    <a:tc vMerge="1">
                      <a:txBody>
                        <a:bodyPr/>
                        <a:lstStyle/>
                        <a:p>
                          <a:endParaRPr lang="zh-CN" altLang="en-US" dirty="0"/>
                        </a:p>
                      </a:txBody>
                      <a:tcPr/>
                    </a:tc>
                    <a:tc>
                      <a:txBody>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1</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p>
                      </a:txBody>
                      <a:tcPr anchor="ctr"/>
                    </a:tc>
                    <a:tc vMerge="1">
                      <a:txBody>
                        <a:bodyPr/>
                        <a:lstStyle/>
                        <a:p>
                          <a:endParaRPr lang="zh-CN" altLang="en-US" dirty="0"/>
                        </a:p>
                      </a:txBody>
                      <a:tcPr/>
                    </a:tc>
                    <a:extLst>
                      <a:ext uri="{0D108BD9-81ED-4DB2-BD59-A6C34878D82A}">
                        <a16:rowId xmlns:a16="http://schemas.microsoft.com/office/drawing/2014/main" val="1969340654"/>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Choice>
        <mc:Fallback xmlns="">
          <p:graphicFrame>
            <p:nvGraphicFramePr>
              <p:cNvPr id="11" name="表格 10">
                <a:extLst>
                  <a:ext uri="{FF2B5EF4-FFF2-40B4-BE49-F238E27FC236}">
                    <a16:creationId xmlns:a16="http://schemas.microsoft.com/office/drawing/2014/main" id="{1FC5233C-2D76-1BE8-E456-FB81A1C79B6B}"/>
                  </a:ext>
                </a:extLst>
              </p:cNvPr>
              <p:cNvGraphicFramePr>
                <a:graphicFrameLocks noGrp="1"/>
              </p:cNvGraphicFramePr>
              <p:nvPr>
                <p:extLst>
                  <p:ext uri="{D42A27DB-BD31-4B8C-83A1-F6EECF244321}">
                    <p14:modId xmlns:p14="http://schemas.microsoft.com/office/powerpoint/2010/main" val="3332470598"/>
                  </p:ext>
                </p:extLst>
              </p:nvPr>
            </p:nvGraphicFramePr>
            <p:xfrm>
              <a:off x="6840000" y="1692000"/>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962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进位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96240">
                    <a:tc vMerge="1">
                      <a:txBody>
                        <a:bodyPr/>
                        <a:lstStyle/>
                        <a:p>
                          <a:endParaRPr lang="zh-CN" altLang="en-US" dirty="0"/>
                        </a:p>
                      </a:txBody>
                      <a:tcPr/>
                    </a:tc>
                    <a:tc>
                      <a:txBody>
                        <a:bodyPr/>
                        <a:lstStyle/>
                        <a:p>
                          <a:endParaRPr lang="zh-CN"/>
                        </a:p>
                      </a:txBody>
                      <a:tcPr anchor="ctr">
                        <a:blipFill>
                          <a:blip r:embed="rId5"/>
                          <a:stretch>
                            <a:fillRect l="-33399" t="-107692" r="-33597" b="-929231"/>
                          </a:stretch>
                        </a:blipFill>
                      </a:tcPr>
                    </a:tc>
                    <a:tc vMerge="1">
                      <a:txBody>
                        <a:bodyPr/>
                        <a:lstStyle/>
                        <a:p>
                          <a:endParaRPr lang="zh-CN" altLang="en-US" dirty="0"/>
                        </a:p>
                      </a:txBody>
                      <a:tcPr/>
                    </a:tc>
                    <a:extLst>
                      <a:ext uri="{0D108BD9-81ED-4DB2-BD59-A6C34878D82A}">
                        <a16:rowId xmlns:a16="http://schemas.microsoft.com/office/drawing/2014/main" val="1969340654"/>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Fallback>
      </mc:AlternateContent>
      <p:sp>
        <p:nvSpPr>
          <p:cNvPr id="12" name="文本框 11">
            <a:extLst>
              <a:ext uri="{FF2B5EF4-FFF2-40B4-BE49-F238E27FC236}">
                <a16:creationId xmlns:a16="http://schemas.microsoft.com/office/drawing/2014/main" id="{9B674E21-45FA-FA27-98DB-6AAFDE890264}"/>
              </a:ext>
            </a:extLst>
          </p:cNvPr>
          <p:cNvSpPr txBox="1"/>
          <p:nvPr/>
        </p:nvSpPr>
        <p:spPr>
          <a:xfrm>
            <a:off x="6840000" y="1260000"/>
            <a:ext cx="5128361"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3 </a:t>
            </a:r>
            <a:r>
              <a:rPr lang="zh-CN" altLang="en-US" sz="2200" dirty="0">
                <a:latin typeface="微软雅黑" panose="020B0503020204020204" pitchFamily="34" charset="-122"/>
                <a:ea typeface="微软雅黑" panose="020B0503020204020204" pitchFamily="34" charset="-122"/>
              </a:rPr>
              <a:t>位二进制递增计数器状态表</a:t>
            </a:r>
          </a:p>
        </p:txBody>
      </p:sp>
      <p:sp>
        <p:nvSpPr>
          <p:cNvPr id="9" name="标题 1">
            <a:extLst>
              <a:ext uri="{FF2B5EF4-FFF2-40B4-BE49-F238E27FC236}">
                <a16:creationId xmlns:a16="http://schemas.microsoft.com/office/drawing/2014/main" id="{188790CA-1DDE-915D-7A15-D4325F14BDE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spTree>
    <p:extLst>
      <p:ext uri="{BB962C8B-B14F-4D97-AF65-F5344CB8AC3E}">
        <p14:creationId xmlns:p14="http://schemas.microsoft.com/office/powerpoint/2010/main" val="1609061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A2937-D9E5-9BBA-543D-A5676C82815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968BE06C-2849-491B-5667-425DE5CE118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74650538-B6F7-7D58-C59A-6F85F8481165}"/>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CF5C655B-FE61-7630-E27D-EFEC0C9AC2B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9BA742CD-4BFC-AC1F-BF79-378D54AF5FE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E82CFFC-4E1B-B2B7-F2EF-EE3011566A6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p:sp>
        <p:nvSpPr>
          <p:cNvPr id="213" name="文本框 212">
            <a:extLst>
              <a:ext uri="{FF2B5EF4-FFF2-40B4-BE49-F238E27FC236}">
                <a16:creationId xmlns:a16="http://schemas.microsoft.com/office/drawing/2014/main" id="{77F94E2D-3189-6D04-CB33-48066041DA58}"/>
              </a:ext>
            </a:extLst>
          </p:cNvPr>
          <p:cNvSpPr txBox="1"/>
          <p:nvPr/>
        </p:nvSpPr>
        <p:spPr>
          <a:xfrm>
            <a:off x="360000" y="828000"/>
            <a:ext cx="6726600" cy="564835"/>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同步二进制递增计数器（以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15" name="组合 214">
            <a:extLst>
              <a:ext uri="{FF2B5EF4-FFF2-40B4-BE49-F238E27FC236}">
                <a16:creationId xmlns:a16="http://schemas.microsoft.com/office/drawing/2014/main" id="{8E87BBBB-B371-9884-2E2D-B6DD8E54771F}"/>
              </a:ext>
            </a:extLst>
          </p:cNvPr>
          <p:cNvGrpSpPr/>
          <p:nvPr/>
        </p:nvGrpSpPr>
        <p:grpSpPr>
          <a:xfrm>
            <a:off x="5338800" y="3320897"/>
            <a:ext cx="6197726" cy="3212224"/>
            <a:chOff x="5338800" y="2853390"/>
            <a:chExt cx="6197726" cy="3212224"/>
          </a:xfrm>
        </p:grpSpPr>
        <p:sp>
          <p:nvSpPr>
            <p:cNvPr id="184" name="Line 27">
              <a:extLst>
                <a:ext uri="{FF2B5EF4-FFF2-40B4-BE49-F238E27FC236}">
                  <a16:creationId xmlns:a16="http://schemas.microsoft.com/office/drawing/2014/main" id="{41966AD2-78DE-5A9F-CAA4-628B96E7C979}"/>
                </a:ext>
              </a:extLst>
            </p:cNvPr>
            <p:cNvSpPr>
              <a:spLocks noChangeShapeType="1"/>
            </p:cNvSpPr>
            <p:nvPr/>
          </p:nvSpPr>
          <p:spPr bwMode="auto">
            <a:xfrm rot="16200000">
              <a:off x="9957156" y="4702854"/>
              <a:ext cx="2017609" cy="0"/>
            </a:xfrm>
            <a:prstGeom prst="line">
              <a:avLst/>
            </a:prstGeom>
            <a:noFill/>
            <a:ln w="19050">
              <a:solidFill>
                <a:srgbClr val="FF00FF"/>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7" name="Line 27">
              <a:extLst>
                <a:ext uri="{FF2B5EF4-FFF2-40B4-BE49-F238E27FC236}">
                  <a16:creationId xmlns:a16="http://schemas.microsoft.com/office/drawing/2014/main" id="{D5FB1B88-950D-FBC3-0028-C752D394D9AC}"/>
                </a:ext>
              </a:extLst>
            </p:cNvPr>
            <p:cNvSpPr>
              <a:spLocks noChangeShapeType="1"/>
            </p:cNvSpPr>
            <p:nvPr/>
          </p:nvSpPr>
          <p:spPr bwMode="auto">
            <a:xfrm rot="16200000">
              <a:off x="5085147" y="434975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Line 27">
              <a:extLst>
                <a:ext uri="{FF2B5EF4-FFF2-40B4-BE49-F238E27FC236}">
                  <a16:creationId xmlns:a16="http://schemas.microsoft.com/office/drawing/2014/main" id="{8BDFFA07-F008-CD18-AA63-9949FD0C599D}"/>
                </a:ext>
              </a:extLst>
            </p:cNvPr>
            <p:cNvSpPr>
              <a:spLocks noChangeShapeType="1"/>
            </p:cNvSpPr>
            <p:nvPr/>
          </p:nvSpPr>
          <p:spPr bwMode="auto">
            <a:xfrm rot="16200000">
              <a:off x="5718200" y="434975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1" name="Line 27">
              <a:extLst>
                <a:ext uri="{FF2B5EF4-FFF2-40B4-BE49-F238E27FC236}">
                  <a16:creationId xmlns:a16="http://schemas.microsoft.com/office/drawing/2014/main" id="{B6986C86-ADC9-487C-62A8-F10BEFC83BA5}"/>
                </a:ext>
              </a:extLst>
            </p:cNvPr>
            <p:cNvSpPr>
              <a:spLocks noChangeShapeType="1"/>
            </p:cNvSpPr>
            <p:nvPr/>
          </p:nvSpPr>
          <p:spPr bwMode="auto">
            <a:xfrm rot="16200000">
              <a:off x="6351114" y="434616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3" name="Line 27">
              <a:extLst>
                <a:ext uri="{FF2B5EF4-FFF2-40B4-BE49-F238E27FC236}">
                  <a16:creationId xmlns:a16="http://schemas.microsoft.com/office/drawing/2014/main" id="{CEE4BA95-1C69-EB41-50B9-DE3410691B8F}"/>
                </a:ext>
              </a:extLst>
            </p:cNvPr>
            <p:cNvSpPr>
              <a:spLocks noChangeShapeType="1"/>
            </p:cNvSpPr>
            <p:nvPr/>
          </p:nvSpPr>
          <p:spPr bwMode="auto">
            <a:xfrm rot="16200000">
              <a:off x="6984168" y="434616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5" name="Line 27">
              <a:extLst>
                <a:ext uri="{FF2B5EF4-FFF2-40B4-BE49-F238E27FC236}">
                  <a16:creationId xmlns:a16="http://schemas.microsoft.com/office/drawing/2014/main" id="{4CC5D590-0467-53EB-90D4-12357E7E513D}"/>
                </a:ext>
              </a:extLst>
            </p:cNvPr>
            <p:cNvSpPr>
              <a:spLocks noChangeShapeType="1"/>
            </p:cNvSpPr>
            <p:nvPr/>
          </p:nvSpPr>
          <p:spPr bwMode="auto">
            <a:xfrm rot="16200000">
              <a:off x="7617432" y="4346166"/>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7" name="Line 27">
              <a:extLst>
                <a:ext uri="{FF2B5EF4-FFF2-40B4-BE49-F238E27FC236}">
                  <a16:creationId xmlns:a16="http://schemas.microsoft.com/office/drawing/2014/main" id="{E4452D36-E592-49B6-7B52-DD7AE5DC2FCD}"/>
                </a:ext>
              </a:extLst>
            </p:cNvPr>
            <p:cNvSpPr>
              <a:spLocks noChangeShapeType="1"/>
            </p:cNvSpPr>
            <p:nvPr/>
          </p:nvSpPr>
          <p:spPr bwMode="auto">
            <a:xfrm rot="16200000">
              <a:off x="8250486" y="4346166"/>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9" name="Line 27">
              <a:extLst>
                <a:ext uri="{FF2B5EF4-FFF2-40B4-BE49-F238E27FC236}">
                  <a16:creationId xmlns:a16="http://schemas.microsoft.com/office/drawing/2014/main" id="{A9F6D2D0-47DD-CFC4-AE5A-6EC1B4D2CB53}"/>
                </a:ext>
              </a:extLst>
            </p:cNvPr>
            <p:cNvSpPr>
              <a:spLocks noChangeShapeType="1"/>
            </p:cNvSpPr>
            <p:nvPr/>
          </p:nvSpPr>
          <p:spPr bwMode="auto">
            <a:xfrm rot="16200000">
              <a:off x="8883398" y="434258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1" name="Line 27">
              <a:extLst>
                <a:ext uri="{FF2B5EF4-FFF2-40B4-BE49-F238E27FC236}">
                  <a16:creationId xmlns:a16="http://schemas.microsoft.com/office/drawing/2014/main" id="{10A956A7-3B74-5F04-2E0E-6825B7DDC3EE}"/>
                </a:ext>
              </a:extLst>
            </p:cNvPr>
            <p:cNvSpPr>
              <a:spLocks noChangeShapeType="1"/>
            </p:cNvSpPr>
            <p:nvPr/>
          </p:nvSpPr>
          <p:spPr bwMode="auto">
            <a:xfrm rot="16200000">
              <a:off x="9516452" y="434258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Line 27">
              <a:extLst>
                <a:ext uri="{FF2B5EF4-FFF2-40B4-BE49-F238E27FC236}">
                  <a16:creationId xmlns:a16="http://schemas.microsoft.com/office/drawing/2014/main" id="{C2B01873-269F-B3A7-CC48-32D8464467FD}"/>
                </a:ext>
              </a:extLst>
            </p:cNvPr>
            <p:cNvSpPr>
              <a:spLocks noChangeShapeType="1"/>
            </p:cNvSpPr>
            <p:nvPr/>
          </p:nvSpPr>
          <p:spPr bwMode="auto">
            <a:xfrm>
              <a:off x="5821312"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18B9541A-5451-8E72-9008-5D7E5DD47929}"/>
                </a:ext>
              </a:extLst>
            </p:cNvPr>
            <p:cNvSpPr>
              <a:spLocks noChangeShapeType="1"/>
            </p:cNvSpPr>
            <p:nvPr/>
          </p:nvSpPr>
          <p:spPr bwMode="auto">
            <a:xfrm rot="16200000">
              <a:off x="5975369"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Line 27">
              <a:extLst>
                <a:ext uri="{FF2B5EF4-FFF2-40B4-BE49-F238E27FC236}">
                  <a16:creationId xmlns:a16="http://schemas.microsoft.com/office/drawing/2014/main" id="{A13D3FAF-524E-8E37-7B26-A95CD8265110}"/>
                </a:ext>
              </a:extLst>
            </p:cNvPr>
            <p:cNvSpPr>
              <a:spLocks noChangeShapeType="1"/>
            </p:cNvSpPr>
            <p:nvPr/>
          </p:nvSpPr>
          <p:spPr bwMode="auto">
            <a:xfrm rot="16200000">
              <a:off x="6291931"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7" name="Line 27">
              <a:extLst>
                <a:ext uri="{FF2B5EF4-FFF2-40B4-BE49-F238E27FC236}">
                  <a16:creationId xmlns:a16="http://schemas.microsoft.com/office/drawing/2014/main" id="{24196302-2422-66E7-A511-964768E28B6D}"/>
                </a:ext>
              </a:extLst>
            </p:cNvPr>
            <p:cNvSpPr>
              <a:spLocks noChangeShapeType="1"/>
            </p:cNvSpPr>
            <p:nvPr/>
          </p:nvSpPr>
          <p:spPr bwMode="auto">
            <a:xfrm>
              <a:off x="6137873"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330511E2-A181-8D09-15AC-5967E21B37CD}"/>
                </a:ext>
              </a:extLst>
            </p:cNvPr>
            <p:cNvSpPr>
              <a:spLocks noChangeShapeType="1"/>
            </p:cNvSpPr>
            <p:nvPr/>
          </p:nvSpPr>
          <p:spPr bwMode="auto">
            <a:xfrm>
              <a:off x="6454436"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9" name="Line 27">
              <a:extLst>
                <a:ext uri="{FF2B5EF4-FFF2-40B4-BE49-F238E27FC236}">
                  <a16:creationId xmlns:a16="http://schemas.microsoft.com/office/drawing/2014/main" id="{83CEE377-C4F7-0A38-7B59-F2E9D05D4D1B}"/>
                </a:ext>
              </a:extLst>
            </p:cNvPr>
            <p:cNvSpPr>
              <a:spLocks noChangeShapeType="1"/>
            </p:cNvSpPr>
            <p:nvPr/>
          </p:nvSpPr>
          <p:spPr bwMode="auto">
            <a:xfrm rot="16200000">
              <a:off x="6608493"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933724B8-B046-C4CB-A15D-133E9A68E436}"/>
                </a:ext>
              </a:extLst>
            </p:cNvPr>
            <p:cNvSpPr>
              <a:spLocks noChangeShapeType="1"/>
            </p:cNvSpPr>
            <p:nvPr/>
          </p:nvSpPr>
          <p:spPr bwMode="auto">
            <a:xfrm rot="16200000">
              <a:off x="6925054"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D65DC1E9-65F2-8606-2E2D-D9FC32E537E6}"/>
                </a:ext>
              </a:extLst>
            </p:cNvPr>
            <p:cNvSpPr>
              <a:spLocks noChangeShapeType="1"/>
            </p:cNvSpPr>
            <p:nvPr/>
          </p:nvSpPr>
          <p:spPr bwMode="auto">
            <a:xfrm>
              <a:off x="6770997"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2" name="Line 27">
              <a:extLst>
                <a:ext uri="{FF2B5EF4-FFF2-40B4-BE49-F238E27FC236}">
                  <a16:creationId xmlns:a16="http://schemas.microsoft.com/office/drawing/2014/main" id="{8096C6C6-87DB-321D-B3F6-5FD3DD18F8B0}"/>
                </a:ext>
              </a:extLst>
            </p:cNvPr>
            <p:cNvSpPr>
              <a:spLocks noChangeShapeType="1"/>
            </p:cNvSpPr>
            <p:nvPr/>
          </p:nvSpPr>
          <p:spPr bwMode="auto">
            <a:xfrm>
              <a:off x="7087560"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Line 27">
              <a:extLst>
                <a:ext uri="{FF2B5EF4-FFF2-40B4-BE49-F238E27FC236}">
                  <a16:creationId xmlns:a16="http://schemas.microsoft.com/office/drawing/2014/main" id="{5FD5C178-4E5D-5955-D14E-D5C0EE2D2A12}"/>
                </a:ext>
              </a:extLst>
            </p:cNvPr>
            <p:cNvSpPr>
              <a:spLocks noChangeShapeType="1"/>
            </p:cNvSpPr>
            <p:nvPr/>
          </p:nvSpPr>
          <p:spPr bwMode="auto">
            <a:xfrm rot="16200000">
              <a:off x="7241617"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4" name="Line 27">
              <a:extLst>
                <a:ext uri="{FF2B5EF4-FFF2-40B4-BE49-F238E27FC236}">
                  <a16:creationId xmlns:a16="http://schemas.microsoft.com/office/drawing/2014/main" id="{5F3C3BE7-1574-CF4D-230C-435D2E659483}"/>
                </a:ext>
              </a:extLst>
            </p:cNvPr>
            <p:cNvSpPr>
              <a:spLocks noChangeShapeType="1"/>
            </p:cNvSpPr>
            <p:nvPr/>
          </p:nvSpPr>
          <p:spPr bwMode="auto">
            <a:xfrm rot="16200000">
              <a:off x="7558178"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4643E2B5-7C04-0F1D-AC69-00434CDCE447}"/>
                </a:ext>
              </a:extLst>
            </p:cNvPr>
            <p:cNvSpPr>
              <a:spLocks noChangeShapeType="1"/>
            </p:cNvSpPr>
            <p:nvPr/>
          </p:nvSpPr>
          <p:spPr bwMode="auto">
            <a:xfrm>
              <a:off x="7404122"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Line 27">
              <a:extLst>
                <a:ext uri="{FF2B5EF4-FFF2-40B4-BE49-F238E27FC236}">
                  <a16:creationId xmlns:a16="http://schemas.microsoft.com/office/drawing/2014/main" id="{93CD138D-1A13-13F9-8B6D-FD8C7D691162}"/>
                </a:ext>
              </a:extLst>
            </p:cNvPr>
            <p:cNvSpPr>
              <a:spLocks noChangeShapeType="1"/>
            </p:cNvSpPr>
            <p:nvPr/>
          </p:nvSpPr>
          <p:spPr bwMode="auto">
            <a:xfrm>
              <a:off x="7720683"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7" name="Line 27">
              <a:extLst>
                <a:ext uri="{FF2B5EF4-FFF2-40B4-BE49-F238E27FC236}">
                  <a16:creationId xmlns:a16="http://schemas.microsoft.com/office/drawing/2014/main" id="{2D1A8708-9A30-0748-EEDC-37775E13854B}"/>
                </a:ext>
              </a:extLst>
            </p:cNvPr>
            <p:cNvSpPr>
              <a:spLocks noChangeShapeType="1"/>
            </p:cNvSpPr>
            <p:nvPr/>
          </p:nvSpPr>
          <p:spPr bwMode="auto">
            <a:xfrm rot="16200000">
              <a:off x="7874741"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8" name="Line 27">
              <a:extLst>
                <a:ext uri="{FF2B5EF4-FFF2-40B4-BE49-F238E27FC236}">
                  <a16:creationId xmlns:a16="http://schemas.microsoft.com/office/drawing/2014/main" id="{BB4E85B7-2D77-E2DC-E408-825BB343180E}"/>
                </a:ext>
              </a:extLst>
            </p:cNvPr>
            <p:cNvSpPr>
              <a:spLocks noChangeShapeType="1"/>
            </p:cNvSpPr>
            <p:nvPr/>
          </p:nvSpPr>
          <p:spPr bwMode="auto">
            <a:xfrm rot="16200000">
              <a:off x="8191303"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9" name="Line 27">
              <a:extLst>
                <a:ext uri="{FF2B5EF4-FFF2-40B4-BE49-F238E27FC236}">
                  <a16:creationId xmlns:a16="http://schemas.microsoft.com/office/drawing/2014/main" id="{BB9E4A99-7CB7-B6DB-3E45-402EE8001778}"/>
                </a:ext>
              </a:extLst>
            </p:cNvPr>
            <p:cNvSpPr>
              <a:spLocks noChangeShapeType="1"/>
            </p:cNvSpPr>
            <p:nvPr/>
          </p:nvSpPr>
          <p:spPr bwMode="auto">
            <a:xfrm>
              <a:off x="8037245"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0" name="Line 27">
              <a:extLst>
                <a:ext uri="{FF2B5EF4-FFF2-40B4-BE49-F238E27FC236}">
                  <a16:creationId xmlns:a16="http://schemas.microsoft.com/office/drawing/2014/main" id="{F5607001-D0FE-B4F3-3AD8-AE61453DDF91}"/>
                </a:ext>
              </a:extLst>
            </p:cNvPr>
            <p:cNvSpPr>
              <a:spLocks noChangeShapeType="1"/>
            </p:cNvSpPr>
            <p:nvPr/>
          </p:nvSpPr>
          <p:spPr bwMode="auto">
            <a:xfrm>
              <a:off x="8353807"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Line 27">
              <a:extLst>
                <a:ext uri="{FF2B5EF4-FFF2-40B4-BE49-F238E27FC236}">
                  <a16:creationId xmlns:a16="http://schemas.microsoft.com/office/drawing/2014/main" id="{5D22DCA8-839B-4F64-B3F8-C522421CEDD3}"/>
                </a:ext>
              </a:extLst>
            </p:cNvPr>
            <p:cNvSpPr>
              <a:spLocks noChangeShapeType="1"/>
            </p:cNvSpPr>
            <p:nvPr/>
          </p:nvSpPr>
          <p:spPr bwMode="auto">
            <a:xfrm rot="16200000">
              <a:off x="8507863"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2" name="Line 27">
              <a:extLst>
                <a:ext uri="{FF2B5EF4-FFF2-40B4-BE49-F238E27FC236}">
                  <a16:creationId xmlns:a16="http://schemas.microsoft.com/office/drawing/2014/main" id="{3801B11C-FC51-3549-2280-D83C47555B0F}"/>
                </a:ext>
              </a:extLst>
            </p:cNvPr>
            <p:cNvSpPr>
              <a:spLocks noChangeShapeType="1"/>
            </p:cNvSpPr>
            <p:nvPr/>
          </p:nvSpPr>
          <p:spPr bwMode="auto">
            <a:xfrm rot="16200000">
              <a:off x="8824425"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3" name="Line 27">
              <a:extLst>
                <a:ext uri="{FF2B5EF4-FFF2-40B4-BE49-F238E27FC236}">
                  <a16:creationId xmlns:a16="http://schemas.microsoft.com/office/drawing/2014/main" id="{BC42DD28-6153-6186-5258-CDCDA2ABD7BB}"/>
                </a:ext>
              </a:extLst>
            </p:cNvPr>
            <p:cNvSpPr>
              <a:spLocks noChangeShapeType="1"/>
            </p:cNvSpPr>
            <p:nvPr/>
          </p:nvSpPr>
          <p:spPr bwMode="auto">
            <a:xfrm>
              <a:off x="8670367"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4" name="Line 27">
              <a:extLst>
                <a:ext uri="{FF2B5EF4-FFF2-40B4-BE49-F238E27FC236}">
                  <a16:creationId xmlns:a16="http://schemas.microsoft.com/office/drawing/2014/main" id="{47343C80-EC61-5632-CC57-94A90D8FC5F1}"/>
                </a:ext>
              </a:extLst>
            </p:cNvPr>
            <p:cNvSpPr>
              <a:spLocks noChangeShapeType="1"/>
            </p:cNvSpPr>
            <p:nvPr/>
          </p:nvSpPr>
          <p:spPr bwMode="auto">
            <a:xfrm>
              <a:off x="8986930"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5" name="Line 27">
              <a:extLst>
                <a:ext uri="{FF2B5EF4-FFF2-40B4-BE49-F238E27FC236}">
                  <a16:creationId xmlns:a16="http://schemas.microsoft.com/office/drawing/2014/main" id="{B26EA403-8C9C-50F2-27AD-E225A2B55DFC}"/>
                </a:ext>
              </a:extLst>
            </p:cNvPr>
            <p:cNvSpPr>
              <a:spLocks noChangeShapeType="1"/>
            </p:cNvSpPr>
            <p:nvPr/>
          </p:nvSpPr>
          <p:spPr bwMode="auto">
            <a:xfrm rot="16200000">
              <a:off x="9140988"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6" name="Line 27">
              <a:extLst>
                <a:ext uri="{FF2B5EF4-FFF2-40B4-BE49-F238E27FC236}">
                  <a16:creationId xmlns:a16="http://schemas.microsoft.com/office/drawing/2014/main" id="{B16A9989-0036-210C-3F83-30F00CD17206}"/>
                </a:ext>
              </a:extLst>
            </p:cNvPr>
            <p:cNvSpPr>
              <a:spLocks noChangeShapeType="1"/>
            </p:cNvSpPr>
            <p:nvPr/>
          </p:nvSpPr>
          <p:spPr bwMode="auto">
            <a:xfrm rot="16200000">
              <a:off x="9457548"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7" name="Line 27">
              <a:extLst>
                <a:ext uri="{FF2B5EF4-FFF2-40B4-BE49-F238E27FC236}">
                  <a16:creationId xmlns:a16="http://schemas.microsoft.com/office/drawing/2014/main" id="{73A8E28A-58CF-0D42-9036-4EB027EB3916}"/>
                </a:ext>
              </a:extLst>
            </p:cNvPr>
            <p:cNvSpPr>
              <a:spLocks noChangeShapeType="1"/>
            </p:cNvSpPr>
            <p:nvPr/>
          </p:nvSpPr>
          <p:spPr bwMode="auto">
            <a:xfrm>
              <a:off x="9303491"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8" name="Line 27">
              <a:extLst>
                <a:ext uri="{FF2B5EF4-FFF2-40B4-BE49-F238E27FC236}">
                  <a16:creationId xmlns:a16="http://schemas.microsoft.com/office/drawing/2014/main" id="{65DF53AB-B5F1-FD37-446D-4C5CA54003C9}"/>
                </a:ext>
              </a:extLst>
            </p:cNvPr>
            <p:cNvSpPr>
              <a:spLocks noChangeShapeType="1"/>
            </p:cNvSpPr>
            <p:nvPr/>
          </p:nvSpPr>
          <p:spPr bwMode="auto">
            <a:xfrm>
              <a:off x="9620054"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9" name="Line 27">
              <a:extLst>
                <a:ext uri="{FF2B5EF4-FFF2-40B4-BE49-F238E27FC236}">
                  <a16:creationId xmlns:a16="http://schemas.microsoft.com/office/drawing/2014/main" id="{BBA9313F-0DEA-F62D-CA66-83528FF5CFFF}"/>
                </a:ext>
              </a:extLst>
            </p:cNvPr>
            <p:cNvSpPr>
              <a:spLocks noChangeShapeType="1"/>
            </p:cNvSpPr>
            <p:nvPr/>
          </p:nvSpPr>
          <p:spPr bwMode="auto">
            <a:xfrm rot="16200000">
              <a:off x="9774111"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0" name="Line 27">
              <a:extLst>
                <a:ext uri="{FF2B5EF4-FFF2-40B4-BE49-F238E27FC236}">
                  <a16:creationId xmlns:a16="http://schemas.microsoft.com/office/drawing/2014/main" id="{64342A8E-1AB8-972A-5620-D06A49DFDEF9}"/>
                </a:ext>
              </a:extLst>
            </p:cNvPr>
            <p:cNvSpPr>
              <a:spLocks noChangeShapeType="1"/>
            </p:cNvSpPr>
            <p:nvPr/>
          </p:nvSpPr>
          <p:spPr bwMode="auto">
            <a:xfrm rot="16200000">
              <a:off x="10090672"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0FD31F95-7026-1031-88A6-C60CD087558B}"/>
                </a:ext>
              </a:extLst>
            </p:cNvPr>
            <p:cNvSpPr>
              <a:spLocks noChangeShapeType="1"/>
            </p:cNvSpPr>
            <p:nvPr/>
          </p:nvSpPr>
          <p:spPr bwMode="auto">
            <a:xfrm>
              <a:off x="9936616"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9FA27A93-4133-CF91-DDFF-B103028F8390}"/>
                </a:ext>
              </a:extLst>
            </p:cNvPr>
            <p:cNvSpPr>
              <a:spLocks noChangeShapeType="1"/>
            </p:cNvSpPr>
            <p:nvPr/>
          </p:nvSpPr>
          <p:spPr bwMode="auto">
            <a:xfrm>
              <a:off x="10253177"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Line 27">
              <a:extLst>
                <a:ext uri="{FF2B5EF4-FFF2-40B4-BE49-F238E27FC236}">
                  <a16:creationId xmlns:a16="http://schemas.microsoft.com/office/drawing/2014/main" id="{6B7A527E-1D15-A011-E490-41EAD8D325B6}"/>
                </a:ext>
              </a:extLst>
            </p:cNvPr>
            <p:cNvSpPr>
              <a:spLocks noChangeShapeType="1"/>
            </p:cNvSpPr>
            <p:nvPr/>
          </p:nvSpPr>
          <p:spPr bwMode="auto">
            <a:xfrm rot="16200000">
              <a:off x="10407235"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AE2D84F5-8491-98D8-8AB7-9BB7C1E73D11}"/>
                </a:ext>
              </a:extLst>
            </p:cNvPr>
            <p:cNvSpPr>
              <a:spLocks noChangeShapeType="1"/>
            </p:cNvSpPr>
            <p:nvPr/>
          </p:nvSpPr>
          <p:spPr bwMode="auto">
            <a:xfrm rot="16200000">
              <a:off x="10723797"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Line 27">
              <a:extLst>
                <a:ext uri="{FF2B5EF4-FFF2-40B4-BE49-F238E27FC236}">
                  <a16:creationId xmlns:a16="http://schemas.microsoft.com/office/drawing/2014/main" id="{3E4FE32E-5C59-9EE0-B2EE-9E2C7DCD2A41}"/>
                </a:ext>
              </a:extLst>
            </p:cNvPr>
            <p:cNvSpPr>
              <a:spLocks noChangeShapeType="1"/>
            </p:cNvSpPr>
            <p:nvPr/>
          </p:nvSpPr>
          <p:spPr bwMode="auto">
            <a:xfrm>
              <a:off x="10569739"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A8BACE48-F1D8-758B-905C-9EF627155FC0}"/>
                </a:ext>
              </a:extLst>
            </p:cNvPr>
            <p:cNvSpPr>
              <a:spLocks noChangeShapeType="1"/>
            </p:cNvSpPr>
            <p:nvPr/>
          </p:nvSpPr>
          <p:spPr bwMode="auto">
            <a:xfrm>
              <a:off x="10886302" y="3549250"/>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7" name="Line 27">
              <a:extLst>
                <a:ext uri="{FF2B5EF4-FFF2-40B4-BE49-F238E27FC236}">
                  <a16:creationId xmlns:a16="http://schemas.microsoft.com/office/drawing/2014/main" id="{76636400-8C86-B8FC-10BA-6F627F0F6832}"/>
                </a:ext>
              </a:extLst>
            </p:cNvPr>
            <p:cNvSpPr>
              <a:spLocks noChangeShapeType="1"/>
            </p:cNvSpPr>
            <p:nvPr/>
          </p:nvSpPr>
          <p:spPr bwMode="auto">
            <a:xfrm>
              <a:off x="5821312" y="4026238"/>
              <a:ext cx="7129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8" name="Line 27">
              <a:extLst>
                <a:ext uri="{FF2B5EF4-FFF2-40B4-BE49-F238E27FC236}">
                  <a16:creationId xmlns:a16="http://schemas.microsoft.com/office/drawing/2014/main" id="{01189414-3EC6-7C7D-83B0-67AF2F83E9F2}"/>
                </a:ext>
              </a:extLst>
            </p:cNvPr>
            <p:cNvSpPr>
              <a:spLocks noChangeShapeType="1"/>
            </p:cNvSpPr>
            <p:nvPr/>
          </p:nvSpPr>
          <p:spPr bwMode="auto">
            <a:xfrm rot="16200000">
              <a:off x="6371733" y="3863734"/>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9" name="Line 27">
              <a:extLst>
                <a:ext uri="{FF2B5EF4-FFF2-40B4-BE49-F238E27FC236}">
                  <a16:creationId xmlns:a16="http://schemas.microsoft.com/office/drawing/2014/main" id="{0700EFBE-9B89-E745-3101-DF2510BF6408}"/>
                </a:ext>
              </a:extLst>
            </p:cNvPr>
            <p:cNvSpPr>
              <a:spLocks noChangeShapeType="1"/>
            </p:cNvSpPr>
            <p:nvPr/>
          </p:nvSpPr>
          <p:spPr bwMode="auto">
            <a:xfrm>
              <a:off x="6534308" y="3701227"/>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Line 27">
              <a:extLst>
                <a:ext uri="{FF2B5EF4-FFF2-40B4-BE49-F238E27FC236}">
                  <a16:creationId xmlns:a16="http://schemas.microsoft.com/office/drawing/2014/main" id="{14E02CC2-C1F4-3674-46B6-79EF71CCCB0F}"/>
                </a:ext>
              </a:extLst>
            </p:cNvPr>
            <p:cNvSpPr>
              <a:spLocks noChangeShapeType="1"/>
            </p:cNvSpPr>
            <p:nvPr/>
          </p:nvSpPr>
          <p:spPr bwMode="auto">
            <a:xfrm rot="16200000">
              <a:off x="7004927" y="3863732"/>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1" name="Line 27">
              <a:extLst>
                <a:ext uri="{FF2B5EF4-FFF2-40B4-BE49-F238E27FC236}">
                  <a16:creationId xmlns:a16="http://schemas.microsoft.com/office/drawing/2014/main" id="{AADFB9EA-5092-1F2B-4FD9-1491DE8FC66F}"/>
                </a:ext>
              </a:extLst>
            </p:cNvPr>
            <p:cNvSpPr>
              <a:spLocks noChangeShapeType="1"/>
            </p:cNvSpPr>
            <p:nvPr/>
          </p:nvSpPr>
          <p:spPr bwMode="auto">
            <a:xfrm>
              <a:off x="7167433" y="4026237"/>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2" name="Line 27">
              <a:extLst>
                <a:ext uri="{FF2B5EF4-FFF2-40B4-BE49-F238E27FC236}">
                  <a16:creationId xmlns:a16="http://schemas.microsoft.com/office/drawing/2014/main" id="{3710E6D5-085F-61B2-DF1E-03538EE86A4C}"/>
                </a:ext>
              </a:extLst>
            </p:cNvPr>
            <p:cNvSpPr>
              <a:spLocks noChangeShapeType="1"/>
            </p:cNvSpPr>
            <p:nvPr/>
          </p:nvSpPr>
          <p:spPr bwMode="auto">
            <a:xfrm rot="16200000">
              <a:off x="7638051" y="3863732"/>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3" name="Line 27">
              <a:extLst>
                <a:ext uri="{FF2B5EF4-FFF2-40B4-BE49-F238E27FC236}">
                  <a16:creationId xmlns:a16="http://schemas.microsoft.com/office/drawing/2014/main" id="{CBDF9EBF-4C6B-CB21-D7B7-6DF8C82C35D0}"/>
                </a:ext>
              </a:extLst>
            </p:cNvPr>
            <p:cNvSpPr>
              <a:spLocks noChangeShapeType="1"/>
            </p:cNvSpPr>
            <p:nvPr/>
          </p:nvSpPr>
          <p:spPr bwMode="auto">
            <a:xfrm>
              <a:off x="7800626" y="3701226"/>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Line 27">
              <a:extLst>
                <a:ext uri="{FF2B5EF4-FFF2-40B4-BE49-F238E27FC236}">
                  <a16:creationId xmlns:a16="http://schemas.microsoft.com/office/drawing/2014/main" id="{756C0092-C233-3E0C-C56A-6BB103266714}"/>
                </a:ext>
              </a:extLst>
            </p:cNvPr>
            <p:cNvSpPr>
              <a:spLocks noChangeShapeType="1"/>
            </p:cNvSpPr>
            <p:nvPr/>
          </p:nvSpPr>
          <p:spPr bwMode="auto">
            <a:xfrm rot="16200000">
              <a:off x="8271245" y="3863730"/>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5" name="Line 27">
              <a:extLst>
                <a:ext uri="{FF2B5EF4-FFF2-40B4-BE49-F238E27FC236}">
                  <a16:creationId xmlns:a16="http://schemas.microsoft.com/office/drawing/2014/main" id="{BD4203F6-A412-0962-1DD9-5FDD5E2612AB}"/>
                </a:ext>
              </a:extLst>
            </p:cNvPr>
            <p:cNvSpPr>
              <a:spLocks noChangeShapeType="1"/>
            </p:cNvSpPr>
            <p:nvPr/>
          </p:nvSpPr>
          <p:spPr bwMode="auto">
            <a:xfrm>
              <a:off x="8433751" y="4026236"/>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6" name="Line 27">
              <a:extLst>
                <a:ext uri="{FF2B5EF4-FFF2-40B4-BE49-F238E27FC236}">
                  <a16:creationId xmlns:a16="http://schemas.microsoft.com/office/drawing/2014/main" id="{C02F913D-9FBF-5E9A-D223-E8B4B870538D}"/>
                </a:ext>
              </a:extLst>
            </p:cNvPr>
            <p:cNvSpPr>
              <a:spLocks noChangeShapeType="1"/>
            </p:cNvSpPr>
            <p:nvPr/>
          </p:nvSpPr>
          <p:spPr bwMode="auto">
            <a:xfrm rot="16200000">
              <a:off x="8904297" y="386372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7" name="Line 27">
              <a:extLst>
                <a:ext uri="{FF2B5EF4-FFF2-40B4-BE49-F238E27FC236}">
                  <a16:creationId xmlns:a16="http://schemas.microsoft.com/office/drawing/2014/main" id="{A51C5DFD-73FE-57A9-518E-1D9A4653A9AD}"/>
                </a:ext>
              </a:extLst>
            </p:cNvPr>
            <p:cNvSpPr>
              <a:spLocks noChangeShapeType="1"/>
            </p:cNvSpPr>
            <p:nvPr/>
          </p:nvSpPr>
          <p:spPr bwMode="auto">
            <a:xfrm>
              <a:off x="9066873" y="3701223"/>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8" name="Line 27">
              <a:extLst>
                <a:ext uri="{FF2B5EF4-FFF2-40B4-BE49-F238E27FC236}">
                  <a16:creationId xmlns:a16="http://schemas.microsoft.com/office/drawing/2014/main" id="{3E9DF7FF-74C7-8F3F-5A55-17C6517603A1}"/>
                </a:ext>
              </a:extLst>
            </p:cNvPr>
            <p:cNvSpPr>
              <a:spLocks noChangeShapeType="1"/>
            </p:cNvSpPr>
            <p:nvPr/>
          </p:nvSpPr>
          <p:spPr bwMode="auto">
            <a:xfrm rot="16200000">
              <a:off x="9537491" y="3863728"/>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C9FE8D2D-BAB6-81BE-DAC3-6B79A0848AF9}"/>
                </a:ext>
              </a:extLst>
            </p:cNvPr>
            <p:cNvSpPr>
              <a:spLocks noChangeShapeType="1"/>
            </p:cNvSpPr>
            <p:nvPr/>
          </p:nvSpPr>
          <p:spPr bwMode="auto">
            <a:xfrm>
              <a:off x="9699996" y="4026232"/>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0" name="Line 27">
              <a:extLst>
                <a:ext uri="{FF2B5EF4-FFF2-40B4-BE49-F238E27FC236}">
                  <a16:creationId xmlns:a16="http://schemas.microsoft.com/office/drawing/2014/main" id="{4409D14C-B18C-924D-270E-CD8F0633A1D7}"/>
                </a:ext>
              </a:extLst>
            </p:cNvPr>
            <p:cNvSpPr>
              <a:spLocks noChangeShapeType="1"/>
            </p:cNvSpPr>
            <p:nvPr/>
          </p:nvSpPr>
          <p:spPr bwMode="auto">
            <a:xfrm rot="16200000">
              <a:off x="10170545" y="3863727"/>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1" name="Line 27">
              <a:extLst>
                <a:ext uri="{FF2B5EF4-FFF2-40B4-BE49-F238E27FC236}">
                  <a16:creationId xmlns:a16="http://schemas.microsoft.com/office/drawing/2014/main" id="{2F15831A-DD61-1E03-F3AF-23E0678F0B29}"/>
                </a:ext>
              </a:extLst>
            </p:cNvPr>
            <p:cNvSpPr>
              <a:spLocks noChangeShapeType="1"/>
            </p:cNvSpPr>
            <p:nvPr/>
          </p:nvSpPr>
          <p:spPr bwMode="auto">
            <a:xfrm>
              <a:off x="10333120" y="3701220"/>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2" name="Line 27">
              <a:extLst>
                <a:ext uri="{FF2B5EF4-FFF2-40B4-BE49-F238E27FC236}">
                  <a16:creationId xmlns:a16="http://schemas.microsoft.com/office/drawing/2014/main" id="{1BA0B468-E742-5EA1-611F-1942851168FD}"/>
                </a:ext>
              </a:extLst>
            </p:cNvPr>
            <p:cNvSpPr>
              <a:spLocks noChangeShapeType="1"/>
            </p:cNvSpPr>
            <p:nvPr/>
          </p:nvSpPr>
          <p:spPr bwMode="auto">
            <a:xfrm rot="16200000">
              <a:off x="10803739" y="386372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3" name="Line 27">
              <a:extLst>
                <a:ext uri="{FF2B5EF4-FFF2-40B4-BE49-F238E27FC236}">
                  <a16:creationId xmlns:a16="http://schemas.microsoft.com/office/drawing/2014/main" id="{12C030C7-42AF-54F3-ABAD-A1D2746C5E1B}"/>
                </a:ext>
              </a:extLst>
            </p:cNvPr>
            <p:cNvSpPr>
              <a:spLocks noChangeShapeType="1"/>
            </p:cNvSpPr>
            <p:nvPr/>
          </p:nvSpPr>
          <p:spPr bwMode="auto">
            <a:xfrm>
              <a:off x="5821314" y="4542091"/>
              <a:ext cx="13459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4" name="Line 27">
              <a:extLst>
                <a:ext uri="{FF2B5EF4-FFF2-40B4-BE49-F238E27FC236}">
                  <a16:creationId xmlns:a16="http://schemas.microsoft.com/office/drawing/2014/main" id="{1D360BA7-E5CE-0729-B953-0A367CB1D5F6}"/>
                </a:ext>
              </a:extLst>
            </p:cNvPr>
            <p:cNvSpPr>
              <a:spLocks noChangeShapeType="1"/>
            </p:cNvSpPr>
            <p:nvPr/>
          </p:nvSpPr>
          <p:spPr bwMode="auto">
            <a:xfrm rot="16200000">
              <a:off x="7004787" y="4379586"/>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5" name="Line 27">
              <a:extLst>
                <a:ext uri="{FF2B5EF4-FFF2-40B4-BE49-F238E27FC236}">
                  <a16:creationId xmlns:a16="http://schemas.microsoft.com/office/drawing/2014/main" id="{5A511E29-0D37-01FB-7D94-494FB7DEC6A0}"/>
                </a:ext>
              </a:extLst>
            </p:cNvPr>
            <p:cNvSpPr>
              <a:spLocks noChangeShapeType="1"/>
            </p:cNvSpPr>
            <p:nvPr/>
          </p:nvSpPr>
          <p:spPr bwMode="auto">
            <a:xfrm>
              <a:off x="7167291" y="4217079"/>
              <a:ext cx="12663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6" name="Line 27">
              <a:extLst>
                <a:ext uri="{FF2B5EF4-FFF2-40B4-BE49-F238E27FC236}">
                  <a16:creationId xmlns:a16="http://schemas.microsoft.com/office/drawing/2014/main" id="{CEA1EF93-2DD9-EA69-1759-BAF70BE0AE0C}"/>
                </a:ext>
              </a:extLst>
            </p:cNvPr>
            <p:cNvSpPr>
              <a:spLocks noChangeShapeType="1"/>
            </p:cNvSpPr>
            <p:nvPr/>
          </p:nvSpPr>
          <p:spPr bwMode="auto">
            <a:xfrm rot="16200000">
              <a:off x="8271105" y="4379583"/>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7" name="Line 27">
              <a:extLst>
                <a:ext uri="{FF2B5EF4-FFF2-40B4-BE49-F238E27FC236}">
                  <a16:creationId xmlns:a16="http://schemas.microsoft.com/office/drawing/2014/main" id="{9CBE0663-1CEB-E349-F989-14E61262C17A}"/>
                </a:ext>
              </a:extLst>
            </p:cNvPr>
            <p:cNvSpPr>
              <a:spLocks noChangeShapeType="1"/>
            </p:cNvSpPr>
            <p:nvPr/>
          </p:nvSpPr>
          <p:spPr bwMode="auto">
            <a:xfrm>
              <a:off x="8433608" y="4542089"/>
              <a:ext cx="12662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8" name="Line 27">
              <a:extLst>
                <a:ext uri="{FF2B5EF4-FFF2-40B4-BE49-F238E27FC236}">
                  <a16:creationId xmlns:a16="http://schemas.microsoft.com/office/drawing/2014/main" id="{77751DC7-3E87-2982-E4AB-1CD61AD80989}"/>
                </a:ext>
              </a:extLst>
            </p:cNvPr>
            <p:cNvSpPr>
              <a:spLocks noChangeShapeType="1"/>
            </p:cNvSpPr>
            <p:nvPr/>
          </p:nvSpPr>
          <p:spPr bwMode="auto">
            <a:xfrm rot="16200000">
              <a:off x="9537351" y="4379581"/>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Line 27">
              <a:extLst>
                <a:ext uri="{FF2B5EF4-FFF2-40B4-BE49-F238E27FC236}">
                  <a16:creationId xmlns:a16="http://schemas.microsoft.com/office/drawing/2014/main" id="{60EDA062-243A-D0BA-F9BF-68E17BE35242}"/>
                </a:ext>
              </a:extLst>
            </p:cNvPr>
            <p:cNvSpPr>
              <a:spLocks noChangeShapeType="1"/>
            </p:cNvSpPr>
            <p:nvPr/>
          </p:nvSpPr>
          <p:spPr bwMode="auto">
            <a:xfrm>
              <a:off x="9699856" y="4217073"/>
              <a:ext cx="12662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0" name="Line 27">
              <a:extLst>
                <a:ext uri="{FF2B5EF4-FFF2-40B4-BE49-F238E27FC236}">
                  <a16:creationId xmlns:a16="http://schemas.microsoft.com/office/drawing/2014/main" id="{42D3549F-2551-66DF-D2F5-1E8145097157}"/>
                </a:ext>
              </a:extLst>
            </p:cNvPr>
            <p:cNvSpPr>
              <a:spLocks noChangeShapeType="1"/>
            </p:cNvSpPr>
            <p:nvPr/>
          </p:nvSpPr>
          <p:spPr bwMode="auto">
            <a:xfrm rot="16200000">
              <a:off x="10803599" y="437957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1" name="Line 27">
              <a:extLst>
                <a:ext uri="{FF2B5EF4-FFF2-40B4-BE49-F238E27FC236}">
                  <a16:creationId xmlns:a16="http://schemas.microsoft.com/office/drawing/2014/main" id="{0C538BB2-4FDB-997E-A037-FC182441BFA0}"/>
                </a:ext>
              </a:extLst>
            </p:cNvPr>
            <p:cNvSpPr>
              <a:spLocks noChangeShapeType="1"/>
            </p:cNvSpPr>
            <p:nvPr/>
          </p:nvSpPr>
          <p:spPr bwMode="auto">
            <a:xfrm>
              <a:off x="10966104" y="4542083"/>
              <a:ext cx="55630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2" name="Line 27">
              <a:extLst>
                <a:ext uri="{FF2B5EF4-FFF2-40B4-BE49-F238E27FC236}">
                  <a16:creationId xmlns:a16="http://schemas.microsoft.com/office/drawing/2014/main" id="{FB695AB7-7699-6718-C361-749D92AB690D}"/>
                </a:ext>
              </a:extLst>
            </p:cNvPr>
            <p:cNvSpPr>
              <a:spLocks noChangeShapeType="1"/>
            </p:cNvSpPr>
            <p:nvPr/>
          </p:nvSpPr>
          <p:spPr bwMode="auto">
            <a:xfrm rot="16200000">
              <a:off x="11040219" y="338674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4" name="Line 27">
              <a:extLst>
                <a:ext uri="{FF2B5EF4-FFF2-40B4-BE49-F238E27FC236}">
                  <a16:creationId xmlns:a16="http://schemas.microsoft.com/office/drawing/2014/main" id="{4CD34332-4FBD-ED3C-DEB0-21C4B7CAF9A3}"/>
                </a:ext>
              </a:extLst>
            </p:cNvPr>
            <p:cNvSpPr>
              <a:spLocks noChangeShapeType="1"/>
            </p:cNvSpPr>
            <p:nvPr/>
          </p:nvSpPr>
          <p:spPr bwMode="auto">
            <a:xfrm>
              <a:off x="11202723" y="3224241"/>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6" name="Line 27">
              <a:extLst>
                <a:ext uri="{FF2B5EF4-FFF2-40B4-BE49-F238E27FC236}">
                  <a16:creationId xmlns:a16="http://schemas.microsoft.com/office/drawing/2014/main" id="{6E3417F4-F95A-EE60-A0CB-C5DA295608F8}"/>
                </a:ext>
              </a:extLst>
            </p:cNvPr>
            <p:cNvSpPr>
              <a:spLocks noChangeShapeType="1"/>
            </p:cNvSpPr>
            <p:nvPr/>
          </p:nvSpPr>
          <p:spPr bwMode="auto">
            <a:xfrm>
              <a:off x="10966036" y="4026230"/>
              <a:ext cx="552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9" name="Line 27">
              <a:extLst>
                <a:ext uri="{FF2B5EF4-FFF2-40B4-BE49-F238E27FC236}">
                  <a16:creationId xmlns:a16="http://schemas.microsoft.com/office/drawing/2014/main" id="{3AD03FDC-B6EE-30ED-E6AE-3655564D0988}"/>
                </a:ext>
              </a:extLst>
            </p:cNvPr>
            <p:cNvSpPr>
              <a:spLocks noChangeShapeType="1"/>
            </p:cNvSpPr>
            <p:nvPr/>
          </p:nvSpPr>
          <p:spPr bwMode="auto">
            <a:xfrm>
              <a:off x="5821312" y="5048500"/>
              <a:ext cx="26122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0" name="Line 27">
              <a:extLst>
                <a:ext uri="{FF2B5EF4-FFF2-40B4-BE49-F238E27FC236}">
                  <a16:creationId xmlns:a16="http://schemas.microsoft.com/office/drawing/2014/main" id="{03FAD437-119D-4794-FF0D-E61B4ADF01F6}"/>
                </a:ext>
              </a:extLst>
            </p:cNvPr>
            <p:cNvSpPr>
              <a:spLocks noChangeShapeType="1"/>
            </p:cNvSpPr>
            <p:nvPr/>
          </p:nvSpPr>
          <p:spPr bwMode="auto">
            <a:xfrm rot="16200000">
              <a:off x="8271105" y="4885992"/>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1" name="Line 27">
              <a:extLst>
                <a:ext uri="{FF2B5EF4-FFF2-40B4-BE49-F238E27FC236}">
                  <a16:creationId xmlns:a16="http://schemas.microsoft.com/office/drawing/2014/main" id="{0D7F93FC-C550-B2CA-D704-17DB7DC28BE6}"/>
                </a:ext>
              </a:extLst>
            </p:cNvPr>
            <p:cNvSpPr>
              <a:spLocks noChangeShapeType="1"/>
            </p:cNvSpPr>
            <p:nvPr/>
          </p:nvSpPr>
          <p:spPr bwMode="auto">
            <a:xfrm>
              <a:off x="8433608" y="4723482"/>
              <a:ext cx="2532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2" name="Line 27">
              <a:extLst>
                <a:ext uri="{FF2B5EF4-FFF2-40B4-BE49-F238E27FC236}">
                  <a16:creationId xmlns:a16="http://schemas.microsoft.com/office/drawing/2014/main" id="{5AB2A55F-BF6D-C855-DB87-21E090F76C3D}"/>
                </a:ext>
              </a:extLst>
            </p:cNvPr>
            <p:cNvSpPr>
              <a:spLocks noChangeShapeType="1"/>
            </p:cNvSpPr>
            <p:nvPr/>
          </p:nvSpPr>
          <p:spPr bwMode="auto">
            <a:xfrm rot="16200000">
              <a:off x="10803599" y="4885986"/>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3" name="Line 27">
              <a:extLst>
                <a:ext uri="{FF2B5EF4-FFF2-40B4-BE49-F238E27FC236}">
                  <a16:creationId xmlns:a16="http://schemas.microsoft.com/office/drawing/2014/main" id="{3532C1D9-E6CA-9EDD-E945-0D2E0A7AA168}"/>
                </a:ext>
              </a:extLst>
            </p:cNvPr>
            <p:cNvSpPr>
              <a:spLocks noChangeShapeType="1"/>
            </p:cNvSpPr>
            <p:nvPr/>
          </p:nvSpPr>
          <p:spPr bwMode="auto">
            <a:xfrm>
              <a:off x="10966104" y="5048490"/>
              <a:ext cx="566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4" name="Line 27">
              <a:extLst>
                <a:ext uri="{FF2B5EF4-FFF2-40B4-BE49-F238E27FC236}">
                  <a16:creationId xmlns:a16="http://schemas.microsoft.com/office/drawing/2014/main" id="{B912B10E-D8B8-A43F-FD04-B438FE7CFF0D}"/>
                </a:ext>
              </a:extLst>
            </p:cNvPr>
            <p:cNvSpPr>
              <a:spLocks noChangeShapeType="1"/>
            </p:cNvSpPr>
            <p:nvPr/>
          </p:nvSpPr>
          <p:spPr bwMode="auto">
            <a:xfrm>
              <a:off x="5821312" y="5546755"/>
              <a:ext cx="45117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5" name="Line 27">
              <a:extLst>
                <a:ext uri="{FF2B5EF4-FFF2-40B4-BE49-F238E27FC236}">
                  <a16:creationId xmlns:a16="http://schemas.microsoft.com/office/drawing/2014/main" id="{BFD1BDCC-8D42-AEBA-8882-795D37E0BED9}"/>
                </a:ext>
              </a:extLst>
            </p:cNvPr>
            <p:cNvSpPr>
              <a:spLocks noChangeShapeType="1"/>
            </p:cNvSpPr>
            <p:nvPr/>
          </p:nvSpPr>
          <p:spPr bwMode="auto">
            <a:xfrm rot="16200000">
              <a:off x="10170475" y="5391883"/>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6" name="Line 27">
              <a:extLst>
                <a:ext uri="{FF2B5EF4-FFF2-40B4-BE49-F238E27FC236}">
                  <a16:creationId xmlns:a16="http://schemas.microsoft.com/office/drawing/2014/main" id="{445619D0-9E53-0512-7DF7-3A9A3A45C216}"/>
                </a:ext>
              </a:extLst>
            </p:cNvPr>
            <p:cNvSpPr>
              <a:spLocks noChangeShapeType="1"/>
            </p:cNvSpPr>
            <p:nvPr/>
          </p:nvSpPr>
          <p:spPr bwMode="auto">
            <a:xfrm>
              <a:off x="10332979" y="5221737"/>
              <a:ext cx="62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7" name="Line 27">
              <a:extLst>
                <a:ext uri="{FF2B5EF4-FFF2-40B4-BE49-F238E27FC236}">
                  <a16:creationId xmlns:a16="http://schemas.microsoft.com/office/drawing/2014/main" id="{4793C224-9DB0-32F6-45FF-0DEFBC957E44}"/>
                </a:ext>
              </a:extLst>
            </p:cNvPr>
            <p:cNvSpPr>
              <a:spLocks noChangeShapeType="1"/>
            </p:cNvSpPr>
            <p:nvPr/>
          </p:nvSpPr>
          <p:spPr bwMode="auto">
            <a:xfrm rot="16200000">
              <a:off x="10798867" y="5384242"/>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8" name="Line 27">
              <a:extLst>
                <a:ext uri="{FF2B5EF4-FFF2-40B4-BE49-F238E27FC236}">
                  <a16:creationId xmlns:a16="http://schemas.microsoft.com/office/drawing/2014/main" id="{4310183B-D9E9-AFEE-9F67-2E9E94F83C31}"/>
                </a:ext>
              </a:extLst>
            </p:cNvPr>
            <p:cNvSpPr>
              <a:spLocks noChangeShapeType="1"/>
            </p:cNvSpPr>
            <p:nvPr/>
          </p:nvSpPr>
          <p:spPr bwMode="auto">
            <a:xfrm>
              <a:off x="10961371" y="5546747"/>
              <a:ext cx="575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CEF40816-A192-C01A-4D22-CA626B5966C9}"/>
                    </a:ext>
                  </a:extLst>
                </p:cNvPr>
                <p:cNvSpPr txBox="1"/>
                <p:nvPr/>
              </p:nvSpPr>
              <p:spPr>
                <a:xfrm>
                  <a:off x="5338800" y="3157049"/>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179" name="文本框 178">
                  <a:extLst>
                    <a:ext uri="{FF2B5EF4-FFF2-40B4-BE49-F238E27FC236}">
                      <a16:creationId xmlns:a16="http://schemas.microsoft.com/office/drawing/2014/main" id="{CEF40816-A192-C01A-4D22-CA626B5966C9}"/>
                    </a:ext>
                  </a:extLst>
                </p:cNvPr>
                <p:cNvSpPr txBox="1">
                  <a:spLocks noRot="1" noChangeAspect="1" noMove="1" noResize="1" noEditPoints="1" noAdjustHandles="1" noChangeArrowheads="1" noChangeShapeType="1" noTextEdit="1"/>
                </p:cNvSpPr>
                <p:nvPr/>
              </p:nvSpPr>
              <p:spPr>
                <a:xfrm>
                  <a:off x="5338800" y="3157049"/>
                  <a:ext cx="566365" cy="530067"/>
                </a:xfrm>
                <a:prstGeom prst="rect">
                  <a:avLst/>
                </a:prstGeom>
                <a:blipFill>
                  <a:blip r:embed="rId3"/>
                  <a:stretch>
                    <a:fillRect l="-75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97DAD1BB-0AAB-B077-137A-C136E9EA4F94}"/>
                    </a:ext>
                  </a:extLst>
                </p:cNvPr>
                <p:cNvSpPr txBox="1"/>
                <p:nvPr/>
              </p:nvSpPr>
              <p:spPr>
                <a:xfrm>
                  <a:off x="5338800" y="4149887"/>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80" name="文本框 179">
                  <a:extLst>
                    <a:ext uri="{FF2B5EF4-FFF2-40B4-BE49-F238E27FC236}">
                      <a16:creationId xmlns:a16="http://schemas.microsoft.com/office/drawing/2014/main" id="{97DAD1BB-0AAB-B077-137A-C136E9EA4F94}"/>
                    </a:ext>
                  </a:extLst>
                </p:cNvPr>
                <p:cNvSpPr txBox="1">
                  <a:spLocks noRot="1" noChangeAspect="1" noMove="1" noResize="1" noEditPoints="1" noAdjustHandles="1" noChangeArrowheads="1" noChangeShapeType="1" noTextEdit="1"/>
                </p:cNvSpPr>
                <p:nvPr/>
              </p:nvSpPr>
              <p:spPr>
                <a:xfrm>
                  <a:off x="5338800" y="4149887"/>
                  <a:ext cx="566365" cy="530067"/>
                </a:xfrm>
                <a:prstGeom prst="rect">
                  <a:avLst/>
                </a:prstGeom>
                <a:blipFill>
                  <a:blip r:embed="rId4"/>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8F81093F-1575-3325-0664-257D724E7E52}"/>
                    </a:ext>
                  </a:extLst>
                </p:cNvPr>
                <p:cNvSpPr txBox="1"/>
                <p:nvPr/>
              </p:nvSpPr>
              <p:spPr>
                <a:xfrm>
                  <a:off x="5338800" y="3627347"/>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b="0" i="0"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81" name="文本框 180">
                  <a:extLst>
                    <a:ext uri="{FF2B5EF4-FFF2-40B4-BE49-F238E27FC236}">
                      <a16:creationId xmlns:a16="http://schemas.microsoft.com/office/drawing/2014/main" id="{8F81093F-1575-3325-0664-257D724E7E52}"/>
                    </a:ext>
                  </a:extLst>
                </p:cNvPr>
                <p:cNvSpPr txBox="1">
                  <a:spLocks noRot="1" noChangeAspect="1" noMove="1" noResize="1" noEditPoints="1" noAdjustHandles="1" noChangeArrowheads="1" noChangeShapeType="1" noTextEdit="1"/>
                </p:cNvSpPr>
                <p:nvPr/>
              </p:nvSpPr>
              <p:spPr>
                <a:xfrm>
                  <a:off x="5338800" y="3627347"/>
                  <a:ext cx="566365" cy="530067"/>
                </a:xfrm>
                <a:prstGeom prst="rect">
                  <a:avLst/>
                </a:prstGeom>
                <a:blipFill>
                  <a:blip r:embed="rId5"/>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883142E6-543A-D9E0-486E-DF451342885F}"/>
                    </a:ext>
                  </a:extLst>
                </p:cNvPr>
                <p:cNvSpPr txBox="1"/>
                <p:nvPr/>
              </p:nvSpPr>
              <p:spPr>
                <a:xfrm>
                  <a:off x="5338800" y="4649300"/>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82" name="文本框 181">
                  <a:extLst>
                    <a:ext uri="{FF2B5EF4-FFF2-40B4-BE49-F238E27FC236}">
                      <a16:creationId xmlns:a16="http://schemas.microsoft.com/office/drawing/2014/main" id="{883142E6-543A-D9E0-486E-DF451342885F}"/>
                    </a:ext>
                  </a:extLst>
                </p:cNvPr>
                <p:cNvSpPr txBox="1">
                  <a:spLocks noRot="1" noChangeAspect="1" noMove="1" noResize="1" noEditPoints="1" noAdjustHandles="1" noChangeArrowheads="1" noChangeShapeType="1" noTextEdit="1"/>
                </p:cNvSpPr>
                <p:nvPr/>
              </p:nvSpPr>
              <p:spPr>
                <a:xfrm>
                  <a:off x="5338800" y="4649300"/>
                  <a:ext cx="566365" cy="530067"/>
                </a:xfrm>
                <a:prstGeom prst="rect">
                  <a:avLst/>
                </a:prstGeom>
                <a:blipFill>
                  <a:blip r:embed="rId6"/>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5DAF8D07-B3AF-FD47-22FA-043CA80F19CA}"/>
                    </a:ext>
                  </a:extLst>
                </p:cNvPr>
                <p:cNvSpPr txBox="1"/>
                <p:nvPr/>
              </p:nvSpPr>
              <p:spPr>
                <a:xfrm>
                  <a:off x="5338800" y="5163354"/>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183" name="文本框 182">
                  <a:extLst>
                    <a:ext uri="{FF2B5EF4-FFF2-40B4-BE49-F238E27FC236}">
                      <a16:creationId xmlns:a16="http://schemas.microsoft.com/office/drawing/2014/main" id="{5DAF8D07-B3AF-FD47-22FA-043CA80F19CA}"/>
                    </a:ext>
                  </a:extLst>
                </p:cNvPr>
                <p:cNvSpPr txBox="1">
                  <a:spLocks noRot="1" noChangeAspect="1" noMove="1" noResize="1" noEditPoints="1" noAdjustHandles="1" noChangeArrowheads="1" noChangeShapeType="1" noTextEdit="1"/>
                </p:cNvSpPr>
                <p:nvPr/>
              </p:nvSpPr>
              <p:spPr>
                <a:xfrm>
                  <a:off x="5338800" y="5163354"/>
                  <a:ext cx="566365" cy="530067"/>
                </a:xfrm>
                <a:prstGeom prst="rect">
                  <a:avLst/>
                </a:prstGeom>
                <a:blipFill>
                  <a:blip r:embed="rId7"/>
                  <a:stretch>
                    <a:fillRect/>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95E89660-25FA-DE5B-5E2B-6F6AB40A88B1}"/>
                </a:ext>
              </a:extLst>
            </p:cNvPr>
            <p:cNvCxnSpPr>
              <a:cxnSpLocks/>
            </p:cNvCxnSpPr>
            <p:nvPr/>
          </p:nvCxnSpPr>
          <p:spPr>
            <a:xfrm flipH="1">
              <a:off x="10979885" y="5651777"/>
              <a:ext cx="262319"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223FAC1-A63D-FD22-7B11-F64F41ECF2F0}"/>
                    </a:ext>
                  </a:extLst>
                </p:cNvPr>
                <p:cNvSpPr txBox="1"/>
                <p:nvPr/>
              </p:nvSpPr>
              <p:spPr>
                <a:xfrm>
                  <a:off x="10758159" y="5603949"/>
                  <a:ext cx="471358"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𝑡</m:t>
                            </m:r>
                          </m:e>
                          <m:sub>
                            <m:r>
                              <a:rPr lang="en-US" altLang="zh-CN" sz="2400" i="1">
                                <a:solidFill>
                                  <a:schemeClr val="accent5">
                                    <a:lumMod val="75000"/>
                                  </a:schemeClr>
                                </a:solidFill>
                                <a:latin typeface="Cambria Math" panose="02040503050406030204" pitchFamily="18" charset="0"/>
                              </a:rPr>
                              <m:t>𝑑</m:t>
                            </m:r>
                          </m:sub>
                        </m:sSub>
                      </m:oMath>
                    </m:oMathPara>
                  </a14:m>
                  <a:endParaRPr lang="zh-CN" altLang="en-US" sz="2400" i="1" dirty="0">
                    <a:solidFill>
                      <a:schemeClr val="accent5">
                        <a:lumMod val="75000"/>
                      </a:schemeClr>
                    </a:solidFill>
                  </a:endParaRPr>
                </a:p>
              </p:txBody>
            </p:sp>
          </mc:Choice>
          <mc:Fallback xmlns="">
            <p:sp>
              <p:nvSpPr>
                <p:cNvPr id="10" name="文本框 9">
                  <a:extLst>
                    <a:ext uri="{FF2B5EF4-FFF2-40B4-BE49-F238E27FC236}">
                      <a16:creationId xmlns:a16="http://schemas.microsoft.com/office/drawing/2014/main" id="{D223FAC1-A63D-FD22-7B11-F64F41ECF2F0}"/>
                    </a:ext>
                  </a:extLst>
                </p:cNvPr>
                <p:cNvSpPr txBox="1">
                  <a:spLocks noRot="1" noChangeAspect="1" noMove="1" noResize="1" noEditPoints="1" noAdjustHandles="1" noChangeArrowheads="1" noChangeShapeType="1" noTextEdit="1"/>
                </p:cNvSpPr>
                <p:nvPr/>
              </p:nvSpPr>
              <p:spPr>
                <a:xfrm>
                  <a:off x="10758159" y="5603949"/>
                  <a:ext cx="471358" cy="461665"/>
                </a:xfrm>
                <a:prstGeom prst="rect">
                  <a:avLst/>
                </a:prstGeom>
                <a:blipFill>
                  <a:blip r:embed="rId25"/>
                  <a:stretch>
                    <a:fillRect l="-9091" b="-1316"/>
                  </a:stretch>
                </a:blipFill>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CE8C8D4E-6427-F52D-34BE-826A64E8E79C}"/>
                </a:ext>
              </a:extLst>
            </p:cNvPr>
            <p:cNvCxnSpPr>
              <a:cxnSpLocks/>
            </p:cNvCxnSpPr>
            <p:nvPr/>
          </p:nvCxnSpPr>
          <p:spPr>
            <a:xfrm>
              <a:off x="10611088" y="5652240"/>
              <a:ext cx="262319" cy="0"/>
            </a:xfrm>
            <a:prstGeom prst="straightConnector1">
              <a:avLst/>
            </a:prstGeom>
            <a:ln w="127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4" name="文本框 203">
              <a:extLst>
                <a:ext uri="{FF2B5EF4-FFF2-40B4-BE49-F238E27FC236}">
                  <a16:creationId xmlns:a16="http://schemas.microsoft.com/office/drawing/2014/main" id="{26AB5AC4-6A7C-FF3E-A3DF-FD9E5716BBF1}"/>
                </a:ext>
              </a:extLst>
            </p:cNvPr>
            <p:cNvSpPr txBox="1"/>
            <p:nvPr/>
          </p:nvSpPr>
          <p:spPr>
            <a:xfrm>
              <a:off x="6329057" y="2860364"/>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205" name="文本框 204">
              <a:extLst>
                <a:ext uri="{FF2B5EF4-FFF2-40B4-BE49-F238E27FC236}">
                  <a16:creationId xmlns:a16="http://schemas.microsoft.com/office/drawing/2014/main" id="{C9D6CB1D-B487-7BD5-C0F5-9ADECC341E79}"/>
                </a:ext>
              </a:extLst>
            </p:cNvPr>
            <p:cNvSpPr txBox="1"/>
            <p:nvPr/>
          </p:nvSpPr>
          <p:spPr>
            <a:xfrm>
              <a:off x="6961971" y="2860363"/>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206" name="文本框 205">
              <a:extLst>
                <a:ext uri="{FF2B5EF4-FFF2-40B4-BE49-F238E27FC236}">
                  <a16:creationId xmlns:a16="http://schemas.microsoft.com/office/drawing/2014/main" id="{8F24030D-2D20-03B2-65D1-391B001F59EE}"/>
                </a:ext>
              </a:extLst>
            </p:cNvPr>
            <p:cNvSpPr txBox="1"/>
            <p:nvPr/>
          </p:nvSpPr>
          <p:spPr>
            <a:xfrm>
              <a:off x="7595025" y="2854906"/>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207" name="文本框 206">
              <a:extLst>
                <a:ext uri="{FF2B5EF4-FFF2-40B4-BE49-F238E27FC236}">
                  <a16:creationId xmlns:a16="http://schemas.microsoft.com/office/drawing/2014/main" id="{ED45F85F-4943-D02F-82CA-F389DB08E3F2}"/>
                </a:ext>
              </a:extLst>
            </p:cNvPr>
            <p:cNvSpPr txBox="1"/>
            <p:nvPr/>
          </p:nvSpPr>
          <p:spPr>
            <a:xfrm>
              <a:off x="8228289" y="2860363"/>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208" name="文本框 207">
              <a:extLst>
                <a:ext uri="{FF2B5EF4-FFF2-40B4-BE49-F238E27FC236}">
                  <a16:creationId xmlns:a16="http://schemas.microsoft.com/office/drawing/2014/main" id="{612DDB9A-CDE8-7875-FAFC-560594E6EC73}"/>
                </a:ext>
              </a:extLst>
            </p:cNvPr>
            <p:cNvSpPr txBox="1"/>
            <p:nvPr/>
          </p:nvSpPr>
          <p:spPr>
            <a:xfrm>
              <a:off x="8863234" y="2860358"/>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p:txBody>
        </p:sp>
        <p:sp>
          <p:nvSpPr>
            <p:cNvPr id="209" name="文本框 208">
              <a:extLst>
                <a:ext uri="{FF2B5EF4-FFF2-40B4-BE49-F238E27FC236}">
                  <a16:creationId xmlns:a16="http://schemas.microsoft.com/office/drawing/2014/main" id="{2AAC9AED-ED52-8A7C-37A5-1654C6D00C09}"/>
                </a:ext>
              </a:extLst>
            </p:cNvPr>
            <p:cNvSpPr txBox="1"/>
            <p:nvPr/>
          </p:nvSpPr>
          <p:spPr>
            <a:xfrm>
              <a:off x="9494992" y="2858377"/>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
          <p:nvSpPr>
            <p:cNvPr id="210" name="文本框 209">
              <a:extLst>
                <a:ext uri="{FF2B5EF4-FFF2-40B4-BE49-F238E27FC236}">
                  <a16:creationId xmlns:a16="http://schemas.microsoft.com/office/drawing/2014/main" id="{460B0E20-83CE-6D5E-C541-DB106781FEB2}"/>
                </a:ext>
              </a:extLst>
            </p:cNvPr>
            <p:cNvSpPr txBox="1"/>
            <p:nvPr/>
          </p:nvSpPr>
          <p:spPr>
            <a:xfrm>
              <a:off x="10128046" y="2853390"/>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7</a:t>
              </a:r>
              <a:endParaRPr lang="zh-CN" altLang="en-US" dirty="0">
                <a:latin typeface="微软雅黑" panose="020B0503020204020204" pitchFamily="34" charset="-122"/>
                <a:ea typeface="微软雅黑" panose="020B0503020204020204" pitchFamily="34" charset="-122"/>
              </a:endParaRPr>
            </a:p>
          </p:txBody>
        </p:sp>
        <p:sp>
          <p:nvSpPr>
            <p:cNvPr id="211" name="文本框 210">
              <a:extLst>
                <a:ext uri="{FF2B5EF4-FFF2-40B4-BE49-F238E27FC236}">
                  <a16:creationId xmlns:a16="http://schemas.microsoft.com/office/drawing/2014/main" id="{66573E91-19F1-0A4D-D9E6-887216ADDBEC}"/>
                </a:ext>
              </a:extLst>
            </p:cNvPr>
            <p:cNvSpPr txBox="1"/>
            <p:nvPr/>
          </p:nvSpPr>
          <p:spPr>
            <a:xfrm>
              <a:off x="10761415" y="2854901"/>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8</a:t>
              </a:r>
              <a:endParaRPr lang="zh-CN" altLang="en-US" dirty="0">
                <a:latin typeface="微软雅黑" panose="020B0503020204020204" pitchFamily="34" charset="-122"/>
                <a:ea typeface="微软雅黑" panose="020B0503020204020204" pitchFamily="34" charset="-122"/>
              </a:endParaRPr>
            </a:p>
          </p:txBody>
        </p:sp>
        <p:sp>
          <p:nvSpPr>
            <p:cNvPr id="214" name="文本框 213">
              <a:extLst>
                <a:ext uri="{FF2B5EF4-FFF2-40B4-BE49-F238E27FC236}">
                  <a16:creationId xmlns:a16="http://schemas.microsoft.com/office/drawing/2014/main" id="{9DEA555D-7C67-9939-A12E-EFEB412E59CF}"/>
                </a:ext>
              </a:extLst>
            </p:cNvPr>
            <p:cNvSpPr txBox="1"/>
            <p:nvPr/>
          </p:nvSpPr>
          <p:spPr>
            <a:xfrm>
              <a:off x="5737776" y="2853452"/>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sp>
        <p:nvSpPr>
          <p:cNvPr id="3" name="标题 1">
            <a:extLst>
              <a:ext uri="{FF2B5EF4-FFF2-40B4-BE49-F238E27FC236}">
                <a16:creationId xmlns:a16="http://schemas.microsoft.com/office/drawing/2014/main" id="{DB17026E-456C-2376-31A9-06026AD1E26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DB50D83-FFF9-D476-C8EE-97FCB3D8D4A0}"/>
                  </a:ext>
                </a:extLst>
              </p:cNvPr>
              <p:cNvSpPr txBox="1"/>
              <p:nvPr/>
            </p:nvSpPr>
            <p:spPr>
              <a:xfrm>
                <a:off x="360000" y="4320000"/>
                <a:ext cx="4659675" cy="1815882"/>
              </a:xfrm>
              <a:prstGeom prst="rect">
                <a:avLst/>
              </a:prstGeom>
              <a:noFill/>
            </p:spPr>
            <p:txBody>
              <a:bodyPr wrap="square">
                <a:spAutoFit/>
              </a:bodyPr>
              <a:lstStyle/>
              <a:p>
                <a:pPr lvl="2"/>
                <a14:m>
                  <m:oMath xmlns:m="http://schemas.openxmlformats.org/officeDocument/2006/math">
                    <m:sSub>
                      <m:sSubPr>
                        <m:ctrlPr>
                          <a:rPr lang="en-US" altLang="zh-CN" sz="2800" i="1" smtClean="0">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T</m:t>
                        </m:r>
                      </m:e>
                      <m:sub>
                        <m:r>
                          <a:rPr lang="en-US" altLang="zh-CN" sz="2800" i="0">
                            <a:solidFill>
                              <a:srgbClr val="002060"/>
                            </a:solidFill>
                            <a:latin typeface="Cambria Math" panose="02040503050406030204" pitchFamily="18" charset="0"/>
                            <a:ea typeface="微软雅黑" panose="020B0503020204020204" pitchFamily="34" charset="-122"/>
                          </a:rPr>
                          <m:t>0</m:t>
                        </m:r>
                      </m:sub>
                    </m:sSub>
                    <m:r>
                      <a:rPr lang="en-US" altLang="zh-CN" sz="2800" i="1">
                        <a:solidFill>
                          <a:srgbClr val="002060"/>
                        </a:solidFill>
                        <a:latin typeface="Cambria Math" panose="02040503050406030204" pitchFamily="18" charset="0"/>
                        <a:ea typeface="微软雅黑" panose="020B0503020204020204" pitchFamily="34" charset="-122"/>
                      </a:rPr>
                      <m:t>=1</m:t>
                    </m:r>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2</m:t>
                        </m:r>
                      </m:sub>
                    </m:sSub>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a:p>
                <a:pPr lvl="2"/>
                <a14:m>
                  <m:oMath xmlns:m="http://schemas.openxmlformats.org/officeDocument/2006/math">
                    <m:r>
                      <m:rPr>
                        <m:sty m:val="p"/>
                      </m:rPr>
                      <a:rPr lang="en-US" altLang="zh-CN" sz="2800" b="0" i="0" smtClean="0">
                        <a:solidFill>
                          <a:srgbClr val="002060"/>
                        </a:solidFill>
                        <a:latin typeface="Cambria Math" panose="02040503050406030204" pitchFamily="18" charset="0"/>
                        <a:ea typeface="微软雅黑" panose="020B0503020204020204" pitchFamily="34" charset="-122"/>
                      </a:rPr>
                      <m:t>C</m:t>
                    </m:r>
                    <m:r>
                      <a:rPr lang="en-US" altLang="zh-CN" sz="2800" i="1">
                        <a:solidFill>
                          <a:srgbClr val="002060"/>
                        </a:solidFill>
                        <a:latin typeface="Cambria Math" panose="02040503050406030204" pitchFamily="18" charset="0"/>
                        <a:ea typeface="微软雅黑" panose="020B0503020204020204" pitchFamily="34" charset="-122"/>
                      </a:rPr>
                      <m:t>=</m:t>
                    </m:r>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2</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oMath>
                </a14:m>
                <a:r>
                  <a:rPr lang="en-US" altLang="zh-CN" sz="2800" dirty="0">
                    <a:solidFill>
                      <a:srgbClr val="002060"/>
                    </a:solidFill>
                  </a:rPr>
                  <a:t>  </a:t>
                </a:r>
              </a:p>
            </p:txBody>
          </p:sp>
        </mc:Choice>
        <mc:Fallback xmlns="">
          <p:sp>
            <p:nvSpPr>
              <p:cNvPr id="12" name="文本框 11">
                <a:extLst>
                  <a:ext uri="{FF2B5EF4-FFF2-40B4-BE49-F238E27FC236}">
                    <a16:creationId xmlns:a16="http://schemas.microsoft.com/office/drawing/2014/main" id="{1DB50D83-FFF9-D476-C8EE-97FCB3D8D4A0}"/>
                  </a:ext>
                </a:extLst>
              </p:cNvPr>
              <p:cNvSpPr txBox="1">
                <a:spLocks noRot="1" noChangeAspect="1" noMove="1" noResize="1" noEditPoints="1" noAdjustHandles="1" noChangeArrowheads="1" noChangeShapeType="1" noTextEdit="1"/>
              </p:cNvSpPr>
              <p:nvPr/>
            </p:nvSpPr>
            <p:spPr>
              <a:xfrm>
                <a:off x="360000" y="4320000"/>
                <a:ext cx="4659675" cy="1815882"/>
              </a:xfrm>
              <a:prstGeom prst="rect">
                <a:avLst/>
              </a:prstGeom>
              <a:blipFill>
                <a:blip r:embed="rId26"/>
                <a:stretch>
                  <a:fillRect/>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374B3F99-6B2C-89DE-61A0-819E540A8351}"/>
              </a:ext>
            </a:extLst>
          </p:cNvPr>
          <p:cNvGrpSpPr/>
          <p:nvPr/>
        </p:nvGrpSpPr>
        <p:grpSpPr>
          <a:xfrm>
            <a:off x="360000" y="1512000"/>
            <a:ext cx="6726473" cy="1789341"/>
            <a:chOff x="360000" y="1512000"/>
            <a:chExt cx="6726473" cy="1789341"/>
          </a:xfrm>
        </p:grpSpPr>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A4DCDD04-C447-A9E3-4BA3-4FD1EE4756F6}"/>
                    </a:ext>
                  </a:extLst>
                </p:cNvPr>
                <p:cNvSpPr txBox="1"/>
                <p:nvPr/>
              </p:nvSpPr>
              <p:spPr>
                <a:xfrm>
                  <a:off x="5653735" y="2180589"/>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accent5">
                                    <a:lumMod val="75000"/>
                                  </a:schemeClr>
                                </a:solidFill>
                                <a:latin typeface="Cambria Math" panose="02040503050406030204" pitchFamily="18" charset="0"/>
                              </a:rPr>
                            </m:ctrlPr>
                          </m:sSubPr>
                          <m:e>
                            <m:r>
                              <m:rPr>
                                <m:sty m:val="p"/>
                              </m:rPr>
                              <a:rPr lang="en-US" altLang="zh-CN" sz="1800" b="0" i="0" smtClean="0">
                                <a:solidFill>
                                  <a:schemeClr val="accent5">
                                    <a:lumMod val="75000"/>
                                  </a:schemeClr>
                                </a:solidFill>
                                <a:latin typeface="Cambria Math" panose="02040503050406030204" pitchFamily="18" charset="0"/>
                              </a:rPr>
                              <m:t>Q</m:t>
                            </m:r>
                          </m:e>
                          <m:sub>
                            <m:r>
                              <a:rPr lang="en-US" altLang="zh-CN" i="1">
                                <a:solidFill>
                                  <a:schemeClr val="accent5">
                                    <a:lumMod val="75000"/>
                                  </a:schemeClr>
                                </a:solidFill>
                                <a:latin typeface="Cambria Math" panose="02040503050406030204" pitchFamily="18" charset="0"/>
                              </a:rPr>
                              <m:t>2</m:t>
                            </m:r>
                          </m:sub>
                        </m:sSub>
                      </m:oMath>
                    </m:oMathPara>
                  </a14:m>
                  <a:endParaRPr lang="zh-CN" altLang="en-US" dirty="0">
                    <a:solidFill>
                      <a:schemeClr val="accent5">
                        <a:lumMod val="75000"/>
                      </a:schemeClr>
                    </a:solidFill>
                  </a:endParaRPr>
                </a:p>
              </p:txBody>
            </p:sp>
          </mc:Choice>
          <mc:Fallback xmlns="">
            <p:sp>
              <p:nvSpPr>
                <p:cNvPr id="80" name="文本框 79">
                  <a:extLst>
                    <a:ext uri="{FF2B5EF4-FFF2-40B4-BE49-F238E27FC236}">
                      <a16:creationId xmlns:a16="http://schemas.microsoft.com/office/drawing/2014/main" id="{A4DCDD04-C447-A9E3-4BA3-4FD1EE4756F6}"/>
                    </a:ext>
                  </a:extLst>
                </p:cNvPr>
                <p:cNvSpPr txBox="1">
                  <a:spLocks noRot="1" noChangeAspect="1" noMove="1" noResize="1" noEditPoints="1" noAdjustHandles="1" noChangeArrowheads="1" noChangeShapeType="1" noTextEdit="1"/>
                </p:cNvSpPr>
                <p:nvPr/>
              </p:nvSpPr>
              <p:spPr>
                <a:xfrm>
                  <a:off x="5653735" y="2180589"/>
                  <a:ext cx="462110" cy="369332"/>
                </a:xfrm>
                <a:prstGeom prst="rect">
                  <a:avLst/>
                </a:prstGeom>
                <a:blipFill>
                  <a:blip r:embed="rId42"/>
                  <a:stretch>
                    <a:fillRect l="-1316"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89E04CD2-510E-9D6C-9931-9ADA1DBBF9C4}"/>
                    </a:ext>
                  </a:extLst>
                </p:cNvPr>
                <p:cNvSpPr/>
                <p:nvPr/>
              </p:nvSpPr>
              <p:spPr>
                <a:xfrm>
                  <a:off x="1214992"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13" name="矩形 12">
                  <a:extLst>
                    <a:ext uri="{FF2B5EF4-FFF2-40B4-BE49-F238E27FC236}">
                      <a16:creationId xmlns:a16="http://schemas.microsoft.com/office/drawing/2014/main" id="{89E04CD2-510E-9D6C-9931-9ADA1DBBF9C4}"/>
                    </a:ext>
                  </a:extLst>
                </p:cNvPr>
                <p:cNvSpPr>
                  <a:spLocks noRot="1" noChangeAspect="1" noMove="1" noResize="1" noEditPoints="1" noAdjustHandles="1" noChangeArrowheads="1" noChangeShapeType="1" noTextEdit="1"/>
                </p:cNvSpPr>
                <p:nvPr/>
              </p:nvSpPr>
              <p:spPr>
                <a:xfrm>
                  <a:off x="1214992" y="2049802"/>
                  <a:ext cx="874471" cy="947723"/>
                </a:xfrm>
                <a:prstGeom prst="rect">
                  <a:avLst/>
                </a:prstGeom>
                <a:blipFill>
                  <a:blip r:embed="rId27"/>
                  <a:stretch>
                    <a:fillRect/>
                  </a:stretch>
                </a:blipFill>
                <a:ln w="25400">
                  <a:solidFill>
                    <a:schemeClr val="tx1"/>
                  </a:solidFill>
                </a:ln>
              </p:spPr>
              <p:txBody>
                <a:bodyPr/>
                <a:lstStyle/>
                <a:p>
                  <a:r>
                    <a:rPr lang="zh-CN" altLang="en-US">
                      <a:noFill/>
                    </a:rPr>
                    <a:t> </a:t>
                  </a:r>
                </a:p>
              </p:txBody>
            </p:sp>
          </mc:Fallback>
        </mc:AlternateContent>
        <p:sp>
          <p:nvSpPr>
            <p:cNvPr id="14" name="Line 27">
              <a:extLst>
                <a:ext uri="{FF2B5EF4-FFF2-40B4-BE49-F238E27FC236}">
                  <a16:creationId xmlns:a16="http://schemas.microsoft.com/office/drawing/2014/main" id="{13CFAB93-AB57-5674-F6F9-E941B2670753}"/>
                </a:ext>
              </a:extLst>
            </p:cNvPr>
            <p:cNvSpPr>
              <a:spLocks noChangeShapeType="1"/>
            </p:cNvSpPr>
            <p:nvPr/>
          </p:nvSpPr>
          <p:spPr bwMode="auto">
            <a:xfrm>
              <a:off x="792073" y="2827337"/>
              <a:ext cx="4229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4DA7F20-5D0D-DDA3-8F74-3654E1343C89}"/>
                    </a:ext>
                  </a:extLst>
                </p:cNvPr>
                <p:cNvSpPr txBox="1"/>
                <p:nvPr/>
              </p:nvSpPr>
              <p:spPr>
                <a:xfrm>
                  <a:off x="1244949"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15" name="文本框 14">
                  <a:extLst>
                    <a:ext uri="{FF2B5EF4-FFF2-40B4-BE49-F238E27FC236}">
                      <a16:creationId xmlns:a16="http://schemas.microsoft.com/office/drawing/2014/main" id="{44DA7F20-5D0D-DDA3-8F74-3654E1343C89}"/>
                    </a:ext>
                  </a:extLst>
                </p:cNvPr>
                <p:cNvSpPr txBox="1">
                  <a:spLocks noRot="1" noChangeAspect="1" noMove="1" noResize="1" noEditPoints="1" noAdjustHandles="1" noChangeArrowheads="1" noChangeShapeType="1" noTextEdit="1"/>
                </p:cNvSpPr>
                <p:nvPr/>
              </p:nvSpPr>
              <p:spPr>
                <a:xfrm>
                  <a:off x="1244949" y="2010650"/>
                  <a:ext cx="448351" cy="400110"/>
                </a:xfrm>
                <a:prstGeom prst="rect">
                  <a:avLst/>
                </a:prstGeom>
                <a:blipFill>
                  <a:blip r:embed="rId28"/>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7FEE175-3ADD-2860-3C3C-C9B2F07847C3}"/>
                    </a:ext>
                  </a:extLst>
                </p:cNvPr>
                <p:cNvSpPr txBox="1"/>
                <p:nvPr/>
              </p:nvSpPr>
              <p:spPr>
                <a:xfrm>
                  <a:off x="1283862"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16" name="文本框 15">
                  <a:extLst>
                    <a:ext uri="{FF2B5EF4-FFF2-40B4-BE49-F238E27FC236}">
                      <a16:creationId xmlns:a16="http://schemas.microsoft.com/office/drawing/2014/main" id="{07FEE175-3ADD-2860-3C3C-C9B2F07847C3}"/>
                    </a:ext>
                  </a:extLst>
                </p:cNvPr>
                <p:cNvSpPr txBox="1">
                  <a:spLocks noRot="1" noChangeAspect="1" noMove="1" noResize="1" noEditPoints="1" noAdjustHandles="1" noChangeArrowheads="1" noChangeShapeType="1" noTextEdit="1"/>
                </p:cNvSpPr>
                <p:nvPr/>
              </p:nvSpPr>
              <p:spPr>
                <a:xfrm>
                  <a:off x="1283862" y="2627282"/>
                  <a:ext cx="448351" cy="400110"/>
                </a:xfrm>
                <a:prstGeom prst="rect">
                  <a:avLst/>
                </a:prstGeom>
                <a:blipFill>
                  <a:blip r:embed="rId29"/>
                  <a:stretch>
                    <a:fillRect l="-9589"/>
                  </a:stretch>
                </a:blipFill>
              </p:spPr>
              <p:txBody>
                <a:bodyPr/>
                <a:lstStyle/>
                <a:p>
                  <a:r>
                    <a:rPr lang="zh-CN" altLang="en-US">
                      <a:noFill/>
                    </a:rPr>
                    <a:t> </a:t>
                  </a:r>
                </a:p>
              </p:txBody>
            </p:sp>
          </mc:Fallback>
        </mc:AlternateContent>
        <p:sp>
          <p:nvSpPr>
            <p:cNvPr id="17" name="等腰三角形 16">
              <a:extLst>
                <a:ext uri="{FF2B5EF4-FFF2-40B4-BE49-F238E27FC236}">
                  <a16:creationId xmlns:a16="http://schemas.microsoft.com/office/drawing/2014/main" id="{DC86F861-1EF6-2AEE-048C-53E6C981F6EE}"/>
                </a:ext>
              </a:extLst>
            </p:cNvPr>
            <p:cNvSpPr/>
            <p:nvPr/>
          </p:nvSpPr>
          <p:spPr>
            <a:xfrm rot="5400000">
              <a:off x="1177034"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8" name="Line 27">
              <a:extLst>
                <a:ext uri="{FF2B5EF4-FFF2-40B4-BE49-F238E27FC236}">
                  <a16:creationId xmlns:a16="http://schemas.microsoft.com/office/drawing/2014/main" id="{59326706-4C11-91C4-EEE3-C91B1C636C37}"/>
                </a:ext>
              </a:extLst>
            </p:cNvPr>
            <p:cNvSpPr>
              <a:spLocks noChangeShapeType="1"/>
            </p:cNvSpPr>
            <p:nvPr/>
          </p:nvSpPr>
          <p:spPr bwMode="auto">
            <a:xfrm>
              <a:off x="1013216" y="2221827"/>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 name="Line 27">
              <a:extLst>
                <a:ext uri="{FF2B5EF4-FFF2-40B4-BE49-F238E27FC236}">
                  <a16:creationId xmlns:a16="http://schemas.microsoft.com/office/drawing/2014/main" id="{7E744D34-341C-BB1E-38AC-72DDF5128781}"/>
                </a:ext>
              </a:extLst>
            </p:cNvPr>
            <p:cNvSpPr>
              <a:spLocks noChangeShapeType="1"/>
            </p:cNvSpPr>
            <p:nvPr/>
          </p:nvSpPr>
          <p:spPr bwMode="auto">
            <a:xfrm>
              <a:off x="2089462" y="2221827"/>
              <a:ext cx="6763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 name="椭圆 19">
              <a:extLst>
                <a:ext uri="{FF2B5EF4-FFF2-40B4-BE49-F238E27FC236}">
                  <a16:creationId xmlns:a16="http://schemas.microsoft.com/office/drawing/2014/main" id="{052AA5B4-8C16-FC67-0C0E-E1CCED1A474A}"/>
                </a:ext>
              </a:extLst>
            </p:cNvPr>
            <p:cNvSpPr/>
            <p:nvPr/>
          </p:nvSpPr>
          <p:spPr>
            <a:xfrm flipV="1">
              <a:off x="1088850" y="2767883"/>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 name="Line 27">
              <a:extLst>
                <a:ext uri="{FF2B5EF4-FFF2-40B4-BE49-F238E27FC236}">
                  <a16:creationId xmlns:a16="http://schemas.microsoft.com/office/drawing/2014/main" id="{5C50A4C0-8BE9-C133-7433-734FF7C48046}"/>
                </a:ext>
              </a:extLst>
            </p:cNvPr>
            <p:cNvSpPr>
              <a:spLocks noChangeShapeType="1"/>
            </p:cNvSpPr>
            <p:nvPr/>
          </p:nvSpPr>
          <p:spPr bwMode="auto">
            <a:xfrm>
              <a:off x="2530712" y="2827337"/>
              <a:ext cx="2368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68807074-7565-9343-8C9F-7099B65292B9}"/>
                    </a:ext>
                  </a:extLst>
                </p:cNvPr>
                <p:cNvSpPr/>
                <p:nvPr/>
              </p:nvSpPr>
              <p:spPr>
                <a:xfrm>
                  <a:off x="2767949"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23" name="矩形 22">
                  <a:extLst>
                    <a:ext uri="{FF2B5EF4-FFF2-40B4-BE49-F238E27FC236}">
                      <a16:creationId xmlns:a16="http://schemas.microsoft.com/office/drawing/2014/main" id="{68807074-7565-9343-8C9F-7099B65292B9}"/>
                    </a:ext>
                  </a:extLst>
                </p:cNvPr>
                <p:cNvSpPr>
                  <a:spLocks noRot="1" noChangeAspect="1" noMove="1" noResize="1" noEditPoints="1" noAdjustHandles="1" noChangeArrowheads="1" noChangeShapeType="1" noTextEdit="1"/>
                </p:cNvSpPr>
                <p:nvPr/>
              </p:nvSpPr>
              <p:spPr>
                <a:xfrm>
                  <a:off x="2767949" y="2049802"/>
                  <a:ext cx="874471" cy="947723"/>
                </a:xfrm>
                <a:prstGeom prst="rect">
                  <a:avLst/>
                </a:prstGeom>
                <a:blipFill>
                  <a:blip r:embed="rId30"/>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B4ECD66-D5BE-4B37-8401-6C01C6442B56}"/>
                    </a:ext>
                  </a:extLst>
                </p:cNvPr>
                <p:cNvSpPr txBox="1"/>
                <p:nvPr/>
              </p:nvSpPr>
              <p:spPr>
                <a:xfrm>
                  <a:off x="2797906"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24" name="文本框 23">
                  <a:extLst>
                    <a:ext uri="{FF2B5EF4-FFF2-40B4-BE49-F238E27FC236}">
                      <a16:creationId xmlns:a16="http://schemas.microsoft.com/office/drawing/2014/main" id="{CB4ECD66-D5BE-4B37-8401-6C01C6442B56}"/>
                    </a:ext>
                  </a:extLst>
                </p:cNvPr>
                <p:cNvSpPr txBox="1">
                  <a:spLocks noRot="1" noChangeAspect="1" noMove="1" noResize="1" noEditPoints="1" noAdjustHandles="1" noChangeArrowheads="1" noChangeShapeType="1" noTextEdit="1"/>
                </p:cNvSpPr>
                <p:nvPr/>
              </p:nvSpPr>
              <p:spPr>
                <a:xfrm>
                  <a:off x="2797906" y="2010650"/>
                  <a:ext cx="448351" cy="400110"/>
                </a:xfrm>
                <a:prstGeom prst="rect">
                  <a:avLst/>
                </a:prstGeom>
                <a:blipFill>
                  <a:blip r:embed="rId31"/>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88B3D5E-65B5-5CFC-8403-67CD7FFF3FCA}"/>
                    </a:ext>
                  </a:extLst>
                </p:cNvPr>
                <p:cNvSpPr txBox="1"/>
                <p:nvPr/>
              </p:nvSpPr>
              <p:spPr>
                <a:xfrm>
                  <a:off x="2836819"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25" name="文本框 24">
                  <a:extLst>
                    <a:ext uri="{FF2B5EF4-FFF2-40B4-BE49-F238E27FC236}">
                      <a16:creationId xmlns:a16="http://schemas.microsoft.com/office/drawing/2014/main" id="{388B3D5E-65B5-5CFC-8403-67CD7FFF3FCA}"/>
                    </a:ext>
                  </a:extLst>
                </p:cNvPr>
                <p:cNvSpPr txBox="1">
                  <a:spLocks noRot="1" noChangeAspect="1" noMove="1" noResize="1" noEditPoints="1" noAdjustHandles="1" noChangeArrowheads="1" noChangeShapeType="1" noTextEdit="1"/>
                </p:cNvSpPr>
                <p:nvPr/>
              </p:nvSpPr>
              <p:spPr>
                <a:xfrm>
                  <a:off x="2836819" y="2627282"/>
                  <a:ext cx="448351" cy="400110"/>
                </a:xfrm>
                <a:prstGeom prst="rect">
                  <a:avLst/>
                </a:prstGeom>
                <a:blipFill>
                  <a:blip r:embed="rId32"/>
                  <a:stretch>
                    <a:fillRect l="-8108"/>
                  </a:stretch>
                </a:blipFill>
              </p:spPr>
              <p:txBody>
                <a:bodyPr/>
                <a:lstStyle/>
                <a:p>
                  <a:r>
                    <a:rPr lang="zh-CN" altLang="en-US">
                      <a:noFill/>
                    </a:rPr>
                    <a:t> </a:t>
                  </a:r>
                </a:p>
              </p:txBody>
            </p:sp>
          </mc:Fallback>
        </mc:AlternateContent>
        <p:sp>
          <p:nvSpPr>
            <p:cNvPr id="26" name="等腰三角形 25">
              <a:extLst>
                <a:ext uri="{FF2B5EF4-FFF2-40B4-BE49-F238E27FC236}">
                  <a16:creationId xmlns:a16="http://schemas.microsoft.com/office/drawing/2014/main" id="{7672472C-F5AE-0C04-D260-885893DAB4E4}"/>
                </a:ext>
              </a:extLst>
            </p:cNvPr>
            <p:cNvSpPr/>
            <p:nvPr/>
          </p:nvSpPr>
          <p:spPr>
            <a:xfrm rot="5400000">
              <a:off x="2729991"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28" name="Line 27">
              <a:extLst>
                <a:ext uri="{FF2B5EF4-FFF2-40B4-BE49-F238E27FC236}">
                  <a16:creationId xmlns:a16="http://schemas.microsoft.com/office/drawing/2014/main" id="{AD6EB166-2260-5167-26FA-32CDAF5D13A4}"/>
                </a:ext>
              </a:extLst>
            </p:cNvPr>
            <p:cNvSpPr>
              <a:spLocks noChangeShapeType="1"/>
            </p:cNvSpPr>
            <p:nvPr/>
          </p:nvSpPr>
          <p:spPr bwMode="auto">
            <a:xfrm>
              <a:off x="3642420" y="2221827"/>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D09D39B3-C0A5-B9FC-DF4E-A830BBA5A612}"/>
                    </a:ext>
                  </a:extLst>
                </p:cNvPr>
                <p:cNvSpPr/>
                <p:nvPr/>
              </p:nvSpPr>
              <p:spPr>
                <a:xfrm>
                  <a:off x="4801751"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0" name="矩形 29">
                  <a:extLst>
                    <a:ext uri="{FF2B5EF4-FFF2-40B4-BE49-F238E27FC236}">
                      <a16:creationId xmlns:a16="http://schemas.microsoft.com/office/drawing/2014/main" id="{D09D39B3-C0A5-B9FC-DF4E-A830BBA5A612}"/>
                    </a:ext>
                  </a:extLst>
                </p:cNvPr>
                <p:cNvSpPr>
                  <a:spLocks noRot="1" noChangeAspect="1" noMove="1" noResize="1" noEditPoints="1" noAdjustHandles="1" noChangeArrowheads="1" noChangeShapeType="1" noTextEdit="1"/>
                </p:cNvSpPr>
                <p:nvPr/>
              </p:nvSpPr>
              <p:spPr>
                <a:xfrm>
                  <a:off x="4801751" y="2049802"/>
                  <a:ext cx="874471" cy="947723"/>
                </a:xfrm>
                <a:prstGeom prst="rect">
                  <a:avLst/>
                </a:prstGeom>
                <a:blipFill>
                  <a:blip r:embed="rId33"/>
                  <a:stretch>
                    <a:fillRect/>
                  </a:stretch>
                </a:blipFill>
                <a:ln w="25400">
                  <a:solidFill>
                    <a:schemeClr val="tx1"/>
                  </a:solidFill>
                </a:ln>
              </p:spPr>
              <p:txBody>
                <a:bodyPr/>
                <a:lstStyle/>
                <a:p>
                  <a:r>
                    <a:rPr lang="zh-CN" altLang="en-US">
                      <a:noFill/>
                    </a:rPr>
                    <a:t> </a:t>
                  </a:r>
                </a:p>
              </p:txBody>
            </p:sp>
          </mc:Fallback>
        </mc:AlternateContent>
        <p:sp>
          <p:nvSpPr>
            <p:cNvPr id="31" name="Line 27">
              <a:extLst>
                <a:ext uri="{FF2B5EF4-FFF2-40B4-BE49-F238E27FC236}">
                  <a16:creationId xmlns:a16="http://schemas.microsoft.com/office/drawing/2014/main" id="{6313AB2A-4F74-7322-FD0C-1CF0DE821102}"/>
                </a:ext>
              </a:extLst>
            </p:cNvPr>
            <p:cNvSpPr>
              <a:spLocks noChangeShapeType="1"/>
            </p:cNvSpPr>
            <p:nvPr/>
          </p:nvSpPr>
          <p:spPr bwMode="auto">
            <a:xfrm>
              <a:off x="4547291" y="2827337"/>
              <a:ext cx="2658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EFA3118-A367-C929-7ED8-EDC6157A6B0E}"/>
                    </a:ext>
                  </a:extLst>
                </p:cNvPr>
                <p:cNvSpPr txBox="1"/>
                <p:nvPr/>
              </p:nvSpPr>
              <p:spPr>
                <a:xfrm>
                  <a:off x="4831708"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32" name="文本框 31">
                  <a:extLst>
                    <a:ext uri="{FF2B5EF4-FFF2-40B4-BE49-F238E27FC236}">
                      <a16:creationId xmlns:a16="http://schemas.microsoft.com/office/drawing/2014/main" id="{AEFA3118-A367-C929-7ED8-EDC6157A6B0E}"/>
                    </a:ext>
                  </a:extLst>
                </p:cNvPr>
                <p:cNvSpPr txBox="1">
                  <a:spLocks noRot="1" noChangeAspect="1" noMove="1" noResize="1" noEditPoints="1" noAdjustHandles="1" noChangeArrowheads="1" noChangeShapeType="1" noTextEdit="1"/>
                </p:cNvSpPr>
                <p:nvPr/>
              </p:nvSpPr>
              <p:spPr>
                <a:xfrm>
                  <a:off x="4831708" y="2010650"/>
                  <a:ext cx="448351" cy="400110"/>
                </a:xfrm>
                <a:prstGeom prst="rect">
                  <a:avLst/>
                </a:prstGeom>
                <a:blipFill>
                  <a:blip r:embed="rId34"/>
                  <a:stretch>
                    <a:fillRect l="-109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88AB479-E3E7-5796-38F2-43C920B223E2}"/>
                    </a:ext>
                  </a:extLst>
                </p:cNvPr>
                <p:cNvSpPr txBox="1"/>
                <p:nvPr/>
              </p:nvSpPr>
              <p:spPr>
                <a:xfrm>
                  <a:off x="4870621"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33" name="文本框 32">
                  <a:extLst>
                    <a:ext uri="{FF2B5EF4-FFF2-40B4-BE49-F238E27FC236}">
                      <a16:creationId xmlns:a16="http://schemas.microsoft.com/office/drawing/2014/main" id="{388AB479-E3E7-5796-38F2-43C920B223E2}"/>
                    </a:ext>
                  </a:extLst>
                </p:cNvPr>
                <p:cNvSpPr txBox="1">
                  <a:spLocks noRot="1" noChangeAspect="1" noMove="1" noResize="1" noEditPoints="1" noAdjustHandles="1" noChangeArrowheads="1" noChangeShapeType="1" noTextEdit="1"/>
                </p:cNvSpPr>
                <p:nvPr/>
              </p:nvSpPr>
              <p:spPr>
                <a:xfrm>
                  <a:off x="4870621" y="2627282"/>
                  <a:ext cx="448351" cy="400110"/>
                </a:xfrm>
                <a:prstGeom prst="rect">
                  <a:avLst/>
                </a:prstGeom>
                <a:blipFill>
                  <a:blip r:embed="rId35"/>
                  <a:stretch>
                    <a:fillRect l="-9459"/>
                  </a:stretch>
                </a:blipFill>
              </p:spPr>
              <p:txBody>
                <a:bodyPr/>
                <a:lstStyle/>
                <a:p>
                  <a:r>
                    <a:rPr lang="zh-CN" altLang="en-US">
                      <a:noFill/>
                    </a:rPr>
                    <a:t> </a:t>
                  </a:r>
                </a:p>
              </p:txBody>
            </p:sp>
          </mc:Fallback>
        </mc:AlternateContent>
        <p:sp>
          <p:nvSpPr>
            <p:cNvPr id="34" name="等腰三角形 33">
              <a:extLst>
                <a:ext uri="{FF2B5EF4-FFF2-40B4-BE49-F238E27FC236}">
                  <a16:creationId xmlns:a16="http://schemas.microsoft.com/office/drawing/2014/main" id="{36FE36B0-72ED-79A7-DB23-15EE55519B47}"/>
                </a:ext>
              </a:extLst>
            </p:cNvPr>
            <p:cNvSpPr/>
            <p:nvPr/>
          </p:nvSpPr>
          <p:spPr>
            <a:xfrm rot="5400000">
              <a:off x="4763793"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5" name="Line 27">
              <a:extLst>
                <a:ext uri="{FF2B5EF4-FFF2-40B4-BE49-F238E27FC236}">
                  <a16:creationId xmlns:a16="http://schemas.microsoft.com/office/drawing/2014/main" id="{18633611-20A8-6C75-7070-0E38858A2885}"/>
                </a:ext>
              </a:extLst>
            </p:cNvPr>
            <p:cNvSpPr>
              <a:spLocks noChangeShapeType="1"/>
            </p:cNvSpPr>
            <p:nvPr/>
          </p:nvSpPr>
          <p:spPr bwMode="auto">
            <a:xfrm>
              <a:off x="5676222" y="2221827"/>
              <a:ext cx="1925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6" name="椭圆 35">
              <a:extLst>
                <a:ext uri="{FF2B5EF4-FFF2-40B4-BE49-F238E27FC236}">
                  <a16:creationId xmlns:a16="http://schemas.microsoft.com/office/drawing/2014/main" id="{9257D6EE-F720-B169-8B12-A360033AE5C5}"/>
                </a:ext>
              </a:extLst>
            </p:cNvPr>
            <p:cNvSpPr/>
            <p:nvPr/>
          </p:nvSpPr>
          <p:spPr>
            <a:xfrm flipV="1">
              <a:off x="4683946" y="2766692"/>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7" name="Line 27">
              <a:extLst>
                <a:ext uri="{FF2B5EF4-FFF2-40B4-BE49-F238E27FC236}">
                  <a16:creationId xmlns:a16="http://schemas.microsoft.com/office/drawing/2014/main" id="{7340C2F3-529D-5EA7-DFF2-62B2FEF1DFBF}"/>
                </a:ext>
              </a:extLst>
            </p:cNvPr>
            <p:cNvSpPr>
              <a:spLocks noChangeShapeType="1"/>
            </p:cNvSpPr>
            <p:nvPr/>
          </p:nvSpPr>
          <p:spPr bwMode="auto">
            <a:xfrm>
              <a:off x="4641331" y="2221827"/>
              <a:ext cx="15870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4DD479B8-0714-4950-9D14-E85C74B9E7E4}"/>
                    </a:ext>
                  </a:extLst>
                </p:cNvPr>
                <p:cNvSpPr txBox="1"/>
                <p:nvPr/>
              </p:nvSpPr>
              <p:spPr>
                <a:xfrm>
                  <a:off x="360000" y="2627282"/>
                  <a:ext cx="506442"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41" name="文本框 40">
                  <a:extLst>
                    <a:ext uri="{FF2B5EF4-FFF2-40B4-BE49-F238E27FC236}">
                      <a16:creationId xmlns:a16="http://schemas.microsoft.com/office/drawing/2014/main" id="{4DD479B8-0714-4950-9D14-E85C74B9E7E4}"/>
                    </a:ext>
                  </a:extLst>
                </p:cNvPr>
                <p:cNvSpPr txBox="1">
                  <a:spLocks noRot="1" noChangeAspect="1" noMove="1" noResize="1" noEditPoints="1" noAdjustHandles="1" noChangeArrowheads="1" noChangeShapeType="1" noTextEdit="1"/>
                </p:cNvSpPr>
                <p:nvPr/>
              </p:nvSpPr>
              <p:spPr>
                <a:xfrm>
                  <a:off x="360000" y="2627282"/>
                  <a:ext cx="506442" cy="400110"/>
                </a:xfrm>
                <a:prstGeom prst="rect">
                  <a:avLst/>
                </a:prstGeom>
                <a:blipFill>
                  <a:blip r:embed="rId36"/>
                  <a:stretch>
                    <a:fillRect l="-2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F3E6EA1-0D0B-CD04-1F68-EE5930285234}"/>
                    </a:ext>
                  </a:extLst>
                </p:cNvPr>
                <p:cNvSpPr txBox="1"/>
                <p:nvPr/>
              </p:nvSpPr>
              <p:spPr>
                <a:xfrm>
                  <a:off x="1785514" y="2009343"/>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42" name="文本框 41">
                  <a:extLst>
                    <a:ext uri="{FF2B5EF4-FFF2-40B4-BE49-F238E27FC236}">
                      <a16:creationId xmlns:a16="http://schemas.microsoft.com/office/drawing/2014/main" id="{EF3E6EA1-0D0B-CD04-1F68-EE5930285234}"/>
                    </a:ext>
                  </a:extLst>
                </p:cNvPr>
                <p:cNvSpPr txBox="1">
                  <a:spLocks noRot="1" noChangeAspect="1" noMove="1" noResize="1" noEditPoints="1" noAdjustHandles="1" noChangeArrowheads="1" noChangeShapeType="1" noTextEdit="1"/>
                </p:cNvSpPr>
                <p:nvPr/>
              </p:nvSpPr>
              <p:spPr>
                <a:xfrm>
                  <a:off x="1785514" y="2009343"/>
                  <a:ext cx="279337" cy="400110"/>
                </a:xfrm>
                <a:prstGeom prst="rect">
                  <a:avLst/>
                </a:prstGeom>
                <a:blipFill>
                  <a:blip r:embed="rId37"/>
                  <a:stretch>
                    <a:fillRect l="-8696" r="-30435"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F479D825-BD01-D463-CF75-5702216DD9A4}"/>
                    </a:ext>
                  </a:extLst>
                </p:cNvPr>
                <p:cNvSpPr txBox="1"/>
                <p:nvPr/>
              </p:nvSpPr>
              <p:spPr>
                <a:xfrm>
                  <a:off x="3335774" y="2005255"/>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43" name="文本框 42">
                  <a:extLst>
                    <a:ext uri="{FF2B5EF4-FFF2-40B4-BE49-F238E27FC236}">
                      <a16:creationId xmlns:a16="http://schemas.microsoft.com/office/drawing/2014/main" id="{F479D825-BD01-D463-CF75-5702216DD9A4}"/>
                    </a:ext>
                  </a:extLst>
                </p:cNvPr>
                <p:cNvSpPr txBox="1">
                  <a:spLocks noRot="1" noChangeAspect="1" noMove="1" noResize="1" noEditPoints="1" noAdjustHandles="1" noChangeArrowheads="1" noChangeShapeType="1" noTextEdit="1"/>
                </p:cNvSpPr>
                <p:nvPr/>
              </p:nvSpPr>
              <p:spPr>
                <a:xfrm>
                  <a:off x="3335774" y="2005255"/>
                  <a:ext cx="279337" cy="400110"/>
                </a:xfrm>
                <a:prstGeom prst="rect">
                  <a:avLst/>
                </a:prstGeom>
                <a:blipFill>
                  <a:blip r:embed="rId38"/>
                  <a:stretch>
                    <a:fillRect l="-6522" r="-32609"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04BBAD4D-465B-8EBE-5D5C-9D717E93D3B5}"/>
                    </a:ext>
                  </a:extLst>
                </p:cNvPr>
                <p:cNvSpPr txBox="1"/>
                <p:nvPr/>
              </p:nvSpPr>
              <p:spPr>
                <a:xfrm>
                  <a:off x="5365736" y="2005255"/>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44" name="文本框 43">
                  <a:extLst>
                    <a:ext uri="{FF2B5EF4-FFF2-40B4-BE49-F238E27FC236}">
                      <a16:creationId xmlns:a16="http://schemas.microsoft.com/office/drawing/2014/main" id="{04BBAD4D-465B-8EBE-5D5C-9D717E93D3B5}"/>
                    </a:ext>
                  </a:extLst>
                </p:cNvPr>
                <p:cNvSpPr txBox="1">
                  <a:spLocks noRot="1" noChangeAspect="1" noMove="1" noResize="1" noEditPoints="1" noAdjustHandles="1" noChangeArrowheads="1" noChangeShapeType="1" noTextEdit="1"/>
                </p:cNvSpPr>
                <p:nvPr/>
              </p:nvSpPr>
              <p:spPr>
                <a:xfrm>
                  <a:off x="5365736" y="2005255"/>
                  <a:ext cx="279337" cy="400110"/>
                </a:xfrm>
                <a:prstGeom prst="rect">
                  <a:avLst/>
                </a:prstGeom>
                <a:blipFill>
                  <a:blip r:embed="rId38"/>
                  <a:stretch>
                    <a:fillRect l="-6522" r="-32609" b="-10606"/>
                  </a:stretch>
                </a:blipFill>
              </p:spPr>
              <p:txBody>
                <a:bodyPr/>
                <a:lstStyle/>
                <a:p>
                  <a:r>
                    <a:rPr lang="zh-CN" altLang="en-US">
                      <a:noFill/>
                    </a:rPr>
                    <a:t> </a:t>
                  </a:r>
                </a:p>
              </p:txBody>
            </p:sp>
          </mc:Fallback>
        </mc:AlternateContent>
        <p:sp>
          <p:nvSpPr>
            <p:cNvPr id="45" name="Line 27">
              <a:extLst>
                <a:ext uri="{FF2B5EF4-FFF2-40B4-BE49-F238E27FC236}">
                  <a16:creationId xmlns:a16="http://schemas.microsoft.com/office/drawing/2014/main" id="{DD6C46E0-9A07-F324-73AA-AB7D61846006}"/>
                </a:ext>
              </a:extLst>
            </p:cNvPr>
            <p:cNvSpPr>
              <a:spLocks noChangeShapeType="1"/>
            </p:cNvSpPr>
            <p:nvPr/>
          </p:nvSpPr>
          <p:spPr bwMode="auto">
            <a:xfrm rot="5400000">
              <a:off x="1994189" y="1922288"/>
              <a:ext cx="5977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2C18C90-A95D-4925-E176-52903B67A87F}"/>
                    </a:ext>
                  </a:extLst>
                </p:cNvPr>
                <p:cNvSpPr txBox="1"/>
                <p:nvPr/>
              </p:nvSpPr>
              <p:spPr>
                <a:xfrm>
                  <a:off x="2059210" y="2180589"/>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accent5">
                                    <a:lumMod val="75000"/>
                                  </a:schemeClr>
                                </a:solidFill>
                                <a:latin typeface="Cambria Math" panose="02040503050406030204" pitchFamily="18" charset="0"/>
                              </a:rPr>
                            </m:ctrlPr>
                          </m:sSubPr>
                          <m:e>
                            <m:r>
                              <m:rPr>
                                <m:sty m:val="p"/>
                              </m:rPr>
                              <a:rPr lang="en-US" altLang="zh-CN" sz="1800" b="0" i="0" smtClean="0">
                                <a:solidFill>
                                  <a:schemeClr val="accent5">
                                    <a:lumMod val="75000"/>
                                  </a:schemeClr>
                                </a:solidFill>
                                <a:latin typeface="Cambria Math" panose="02040503050406030204" pitchFamily="18" charset="0"/>
                              </a:rPr>
                              <m:t>Q</m:t>
                            </m:r>
                          </m:e>
                          <m:sub>
                            <m:r>
                              <a:rPr lang="en-US" altLang="zh-CN" sz="1800" b="0" i="1" smtClean="0">
                                <a:solidFill>
                                  <a:schemeClr val="accent5">
                                    <a:lumMod val="75000"/>
                                  </a:schemeClr>
                                </a:solidFill>
                                <a:latin typeface="Cambria Math" panose="02040503050406030204" pitchFamily="18" charset="0"/>
                              </a:rPr>
                              <m:t>0</m:t>
                            </m:r>
                          </m:sub>
                        </m:sSub>
                      </m:oMath>
                    </m:oMathPara>
                  </a14:m>
                  <a:endParaRPr lang="zh-CN" altLang="en-US" dirty="0">
                    <a:solidFill>
                      <a:schemeClr val="accent5">
                        <a:lumMod val="75000"/>
                      </a:schemeClr>
                    </a:solidFill>
                  </a:endParaRPr>
                </a:p>
              </p:txBody>
            </p:sp>
          </mc:Choice>
          <mc:Fallback xmlns="">
            <p:sp>
              <p:nvSpPr>
                <p:cNvPr id="48" name="文本框 47">
                  <a:extLst>
                    <a:ext uri="{FF2B5EF4-FFF2-40B4-BE49-F238E27FC236}">
                      <a16:creationId xmlns:a16="http://schemas.microsoft.com/office/drawing/2014/main" id="{62C18C90-A95D-4925-E176-52903B67A87F}"/>
                    </a:ext>
                  </a:extLst>
                </p:cNvPr>
                <p:cNvSpPr txBox="1">
                  <a:spLocks noRot="1" noChangeAspect="1" noMove="1" noResize="1" noEditPoints="1" noAdjustHandles="1" noChangeArrowheads="1" noChangeShapeType="1" noTextEdit="1"/>
                </p:cNvSpPr>
                <p:nvPr/>
              </p:nvSpPr>
              <p:spPr>
                <a:xfrm>
                  <a:off x="2059210" y="2180589"/>
                  <a:ext cx="462110" cy="369332"/>
                </a:xfrm>
                <a:prstGeom prst="rect">
                  <a:avLst/>
                </a:prstGeom>
                <a:blipFill>
                  <a:blip r:embed="rId39"/>
                  <a:stretch>
                    <a:fillRect l="-1316" b="-10000"/>
                  </a:stretch>
                </a:blipFill>
              </p:spPr>
              <p:txBody>
                <a:bodyPr/>
                <a:lstStyle/>
                <a:p>
                  <a:r>
                    <a:rPr lang="zh-CN" altLang="en-US">
                      <a:noFill/>
                    </a:rPr>
                    <a:t> </a:t>
                  </a:r>
                </a:p>
              </p:txBody>
            </p:sp>
          </mc:Fallback>
        </mc:AlternateContent>
        <p:sp>
          <p:nvSpPr>
            <p:cNvPr id="53" name="流程图: 延期 52">
              <a:extLst>
                <a:ext uri="{FF2B5EF4-FFF2-40B4-BE49-F238E27FC236}">
                  <a16:creationId xmlns:a16="http://schemas.microsoft.com/office/drawing/2014/main" id="{79ED6F82-DA1F-F31F-6AC8-D1594AE6B815}"/>
                </a:ext>
              </a:extLst>
            </p:cNvPr>
            <p:cNvSpPr/>
            <p:nvPr/>
          </p:nvSpPr>
          <p:spPr>
            <a:xfrm>
              <a:off x="4043672" y="1512000"/>
              <a:ext cx="461477" cy="473914"/>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5" name="Line 27">
              <a:extLst>
                <a:ext uri="{FF2B5EF4-FFF2-40B4-BE49-F238E27FC236}">
                  <a16:creationId xmlns:a16="http://schemas.microsoft.com/office/drawing/2014/main" id="{EA4C4ABA-B726-5CBC-7FD2-D3E49E8CF4FC}"/>
                </a:ext>
              </a:extLst>
            </p:cNvPr>
            <p:cNvSpPr>
              <a:spLocks noChangeShapeType="1"/>
            </p:cNvSpPr>
            <p:nvPr/>
          </p:nvSpPr>
          <p:spPr bwMode="auto">
            <a:xfrm>
              <a:off x="941432" y="3248028"/>
              <a:ext cx="36107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04DCF6C0-DEA3-64FE-B9D2-61FDB9E69FF3}"/>
                    </a:ext>
                  </a:extLst>
                </p:cNvPr>
                <p:cNvSpPr txBox="1"/>
                <p:nvPr/>
              </p:nvSpPr>
              <p:spPr>
                <a:xfrm>
                  <a:off x="6624363" y="1690098"/>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chemeClr val="accent5">
                                <a:lumMod val="75000"/>
                              </a:schemeClr>
                            </a:solidFill>
                            <a:latin typeface="Cambria Math" panose="02040503050406030204" pitchFamily="18" charset="0"/>
                          </a:rPr>
                          <m:t>C</m:t>
                        </m:r>
                      </m:oMath>
                    </m:oMathPara>
                  </a14:m>
                  <a:endParaRPr lang="zh-CN" altLang="en-US" dirty="0">
                    <a:solidFill>
                      <a:schemeClr val="accent5">
                        <a:lumMod val="75000"/>
                      </a:schemeClr>
                    </a:solidFill>
                  </a:endParaRPr>
                </a:p>
              </p:txBody>
            </p:sp>
          </mc:Choice>
          <mc:Fallback xmlns="">
            <p:sp>
              <p:nvSpPr>
                <p:cNvPr id="58" name="文本框 57">
                  <a:extLst>
                    <a:ext uri="{FF2B5EF4-FFF2-40B4-BE49-F238E27FC236}">
                      <a16:creationId xmlns:a16="http://schemas.microsoft.com/office/drawing/2014/main" id="{04DCF6C0-DEA3-64FE-B9D2-61FDB9E69FF3}"/>
                    </a:ext>
                  </a:extLst>
                </p:cNvPr>
                <p:cNvSpPr txBox="1">
                  <a:spLocks noRot="1" noChangeAspect="1" noMove="1" noResize="1" noEditPoints="1" noAdjustHandles="1" noChangeArrowheads="1" noChangeShapeType="1" noTextEdit="1"/>
                </p:cNvSpPr>
                <p:nvPr/>
              </p:nvSpPr>
              <p:spPr>
                <a:xfrm>
                  <a:off x="6624363" y="1690098"/>
                  <a:ext cx="462110" cy="369332"/>
                </a:xfrm>
                <a:prstGeom prst="rect">
                  <a:avLst/>
                </a:prstGeom>
                <a:blipFill>
                  <a:blip r:embed="rId40"/>
                  <a:stretch>
                    <a:fillRect/>
                  </a:stretch>
                </a:blipFill>
              </p:spPr>
              <p:txBody>
                <a:bodyPr/>
                <a:lstStyle/>
                <a:p>
                  <a:r>
                    <a:rPr lang="zh-CN" altLang="en-US">
                      <a:noFill/>
                    </a:rPr>
                    <a:t> </a:t>
                  </a:r>
                </a:p>
              </p:txBody>
            </p:sp>
          </mc:Fallback>
        </mc:AlternateContent>
        <p:sp>
          <p:nvSpPr>
            <p:cNvPr id="60" name="椭圆 59">
              <a:extLst>
                <a:ext uri="{FF2B5EF4-FFF2-40B4-BE49-F238E27FC236}">
                  <a16:creationId xmlns:a16="http://schemas.microsoft.com/office/drawing/2014/main" id="{E330E093-8934-87D2-B825-ED6A0CAD4A75}"/>
                </a:ext>
              </a:extLst>
            </p:cNvPr>
            <p:cNvSpPr/>
            <p:nvPr/>
          </p:nvSpPr>
          <p:spPr>
            <a:xfrm flipV="1">
              <a:off x="2486470" y="3193832"/>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3" name="椭圆 62">
              <a:extLst>
                <a:ext uri="{FF2B5EF4-FFF2-40B4-BE49-F238E27FC236}">
                  <a16:creationId xmlns:a16="http://schemas.microsoft.com/office/drawing/2014/main" id="{67A0CE96-FEB6-F19F-BA21-D91BA41DC8E0}"/>
                </a:ext>
              </a:extLst>
            </p:cNvPr>
            <p:cNvSpPr/>
            <p:nvPr/>
          </p:nvSpPr>
          <p:spPr>
            <a:xfrm flipV="1">
              <a:off x="2239557" y="2167387"/>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4" name="椭圆 63">
              <a:extLst>
                <a:ext uri="{FF2B5EF4-FFF2-40B4-BE49-F238E27FC236}">
                  <a16:creationId xmlns:a16="http://schemas.microsoft.com/office/drawing/2014/main" id="{85EAE315-09F0-42FF-60F3-4FAE984CC0DB}"/>
                </a:ext>
              </a:extLst>
            </p:cNvPr>
            <p:cNvSpPr/>
            <p:nvPr/>
          </p:nvSpPr>
          <p:spPr>
            <a:xfrm flipV="1">
              <a:off x="897830" y="2773758"/>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 name="Line 27">
              <a:extLst>
                <a:ext uri="{FF2B5EF4-FFF2-40B4-BE49-F238E27FC236}">
                  <a16:creationId xmlns:a16="http://schemas.microsoft.com/office/drawing/2014/main" id="{1C0205AA-8FDD-DCD1-1DC7-5E4EA0405B5F}"/>
                </a:ext>
              </a:extLst>
            </p:cNvPr>
            <p:cNvSpPr>
              <a:spLocks noChangeShapeType="1"/>
            </p:cNvSpPr>
            <p:nvPr/>
          </p:nvSpPr>
          <p:spPr bwMode="auto">
            <a:xfrm rot="5400000">
              <a:off x="735506" y="3025503"/>
              <a:ext cx="4307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 name="Line 27">
              <a:extLst>
                <a:ext uri="{FF2B5EF4-FFF2-40B4-BE49-F238E27FC236}">
                  <a16:creationId xmlns:a16="http://schemas.microsoft.com/office/drawing/2014/main" id="{93461A5A-9EDE-0793-D2FE-1563D7B66424}"/>
                </a:ext>
              </a:extLst>
            </p:cNvPr>
            <p:cNvSpPr>
              <a:spLocks noChangeShapeType="1"/>
            </p:cNvSpPr>
            <p:nvPr/>
          </p:nvSpPr>
          <p:spPr bwMode="auto">
            <a:xfrm>
              <a:off x="2293045" y="1623431"/>
              <a:ext cx="1743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7" name="Line 27">
              <a:extLst>
                <a:ext uri="{FF2B5EF4-FFF2-40B4-BE49-F238E27FC236}">
                  <a16:creationId xmlns:a16="http://schemas.microsoft.com/office/drawing/2014/main" id="{619ADF75-7D77-A0CD-6B8B-CB5AD24EB8EB}"/>
                </a:ext>
              </a:extLst>
            </p:cNvPr>
            <p:cNvSpPr>
              <a:spLocks noChangeShapeType="1"/>
            </p:cNvSpPr>
            <p:nvPr/>
          </p:nvSpPr>
          <p:spPr bwMode="auto">
            <a:xfrm>
              <a:off x="3832482" y="1874482"/>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 name="Line 27">
              <a:extLst>
                <a:ext uri="{FF2B5EF4-FFF2-40B4-BE49-F238E27FC236}">
                  <a16:creationId xmlns:a16="http://schemas.microsoft.com/office/drawing/2014/main" id="{7BEE1075-157F-8074-85D1-DA1CD4BB01F3}"/>
                </a:ext>
              </a:extLst>
            </p:cNvPr>
            <p:cNvSpPr>
              <a:spLocks noChangeShapeType="1"/>
            </p:cNvSpPr>
            <p:nvPr/>
          </p:nvSpPr>
          <p:spPr bwMode="auto">
            <a:xfrm rot="5400000">
              <a:off x="3664208" y="2044838"/>
              <a:ext cx="3526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AB269C81-D78D-E144-3468-6C107C3E7A02}"/>
                    </a:ext>
                  </a:extLst>
                </p:cNvPr>
                <p:cNvSpPr txBox="1"/>
                <p:nvPr/>
              </p:nvSpPr>
              <p:spPr>
                <a:xfrm>
                  <a:off x="3627969" y="2180915"/>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accent5">
                                    <a:lumMod val="75000"/>
                                  </a:schemeClr>
                                </a:solidFill>
                                <a:latin typeface="Cambria Math" panose="02040503050406030204" pitchFamily="18" charset="0"/>
                              </a:rPr>
                            </m:ctrlPr>
                          </m:sSubPr>
                          <m:e>
                            <m:r>
                              <m:rPr>
                                <m:sty m:val="p"/>
                              </m:rPr>
                              <a:rPr lang="en-US" altLang="zh-CN" sz="1800" b="0" i="0" smtClean="0">
                                <a:solidFill>
                                  <a:schemeClr val="accent5">
                                    <a:lumMod val="75000"/>
                                  </a:schemeClr>
                                </a:solidFill>
                                <a:latin typeface="Cambria Math" panose="02040503050406030204" pitchFamily="18" charset="0"/>
                              </a:rPr>
                              <m:t>Q</m:t>
                            </m:r>
                          </m:e>
                          <m:sub>
                            <m:r>
                              <a:rPr lang="en-US" altLang="zh-CN" i="1">
                                <a:solidFill>
                                  <a:schemeClr val="accent5">
                                    <a:lumMod val="75000"/>
                                  </a:schemeClr>
                                </a:solidFill>
                                <a:latin typeface="Cambria Math" panose="02040503050406030204" pitchFamily="18" charset="0"/>
                              </a:rPr>
                              <m:t>1</m:t>
                            </m:r>
                          </m:sub>
                        </m:sSub>
                      </m:oMath>
                    </m:oMathPara>
                  </a14:m>
                  <a:endParaRPr lang="zh-CN" altLang="en-US" dirty="0">
                    <a:solidFill>
                      <a:schemeClr val="accent5">
                        <a:lumMod val="75000"/>
                      </a:schemeClr>
                    </a:solidFill>
                  </a:endParaRPr>
                </a:p>
              </p:txBody>
            </p:sp>
          </mc:Choice>
          <mc:Fallback xmlns="">
            <p:sp>
              <p:nvSpPr>
                <p:cNvPr id="70" name="文本框 69">
                  <a:extLst>
                    <a:ext uri="{FF2B5EF4-FFF2-40B4-BE49-F238E27FC236}">
                      <a16:creationId xmlns:a16="http://schemas.microsoft.com/office/drawing/2014/main" id="{AB269C81-D78D-E144-3468-6C107C3E7A02}"/>
                    </a:ext>
                  </a:extLst>
                </p:cNvPr>
                <p:cNvSpPr txBox="1">
                  <a:spLocks noRot="1" noChangeAspect="1" noMove="1" noResize="1" noEditPoints="1" noAdjustHandles="1" noChangeArrowheads="1" noChangeShapeType="1" noTextEdit="1"/>
                </p:cNvSpPr>
                <p:nvPr/>
              </p:nvSpPr>
              <p:spPr>
                <a:xfrm>
                  <a:off x="3627969" y="2180915"/>
                  <a:ext cx="462110" cy="369332"/>
                </a:xfrm>
                <a:prstGeom prst="rect">
                  <a:avLst/>
                </a:prstGeom>
                <a:blipFill>
                  <a:blip r:embed="rId41"/>
                  <a:stretch>
                    <a:fillRect b="-10000"/>
                  </a:stretch>
                </a:blipFill>
              </p:spPr>
              <p:txBody>
                <a:bodyPr/>
                <a:lstStyle/>
                <a:p>
                  <a:r>
                    <a:rPr lang="zh-CN" altLang="en-US">
                      <a:noFill/>
                    </a:rPr>
                    <a:t> </a:t>
                  </a:r>
                </a:p>
              </p:txBody>
            </p:sp>
          </mc:Fallback>
        </mc:AlternateContent>
        <p:sp>
          <p:nvSpPr>
            <p:cNvPr id="71" name="Line 27">
              <a:extLst>
                <a:ext uri="{FF2B5EF4-FFF2-40B4-BE49-F238E27FC236}">
                  <a16:creationId xmlns:a16="http://schemas.microsoft.com/office/drawing/2014/main" id="{77C53B31-EF08-0263-E61E-0E78079EA912}"/>
                </a:ext>
              </a:extLst>
            </p:cNvPr>
            <p:cNvSpPr>
              <a:spLocks noChangeShapeType="1"/>
            </p:cNvSpPr>
            <p:nvPr/>
          </p:nvSpPr>
          <p:spPr bwMode="auto">
            <a:xfrm>
              <a:off x="4505148" y="1748957"/>
              <a:ext cx="15737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2" name="Line 27">
              <a:extLst>
                <a:ext uri="{FF2B5EF4-FFF2-40B4-BE49-F238E27FC236}">
                  <a16:creationId xmlns:a16="http://schemas.microsoft.com/office/drawing/2014/main" id="{CCEA2240-56C8-7EE0-C0B5-8F9280D181A0}"/>
                </a:ext>
              </a:extLst>
            </p:cNvPr>
            <p:cNvSpPr>
              <a:spLocks noChangeShapeType="1"/>
            </p:cNvSpPr>
            <p:nvPr/>
          </p:nvSpPr>
          <p:spPr bwMode="auto">
            <a:xfrm rot="5400000">
              <a:off x="4402013" y="1981824"/>
              <a:ext cx="4786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3" name="椭圆 72">
              <a:extLst>
                <a:ext uri="{FF2B5EF4-FFF2-40B4-BE49-F238E27FC236}">
                  <a16:creationId xmlns:a16="http://schemas.microsoft.com/office/drawing/2014/main" id="{E3307E2D-F3BF-42F7-0535-EFDFB5A7A883}"/>
                </a:ext>
              </a:extLst>
            </p:cNvPr>
            <p:cNvSpPr/>
            <p:nvPr/>
          </p:nvSpPr>
          <p:spPr>
            <a:xfrm flipV="1">
              <a:off x="4587500" y="1694674"/>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5" name="流程图: 延期 74">
              <a:extLst>
                <a:ext uri="{FF2B5EF4-FFF2-40B4-BE49-F238E27FC236}">
                  <a16:creationId xmlns:a16="http://schemas.microsoft.com/office/drawing/2014/main" id="{6438CBFE-D420-1769-EEB8-6E0F61BA13C5}"/>
                </a:ext>
              </a:extLst>
            </p:cNvPr>
            <p:cNvSpPr/>
            <p:nvPr/>
          </p:nvSpPr>
          <p:spPr>
            <a:xfrm>
              <a:off x="6078922" y="1637525"/>
              <a:ext cx="461477" cy="473914"/>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7" name="Line 27">
              <a:extLst>
                <a:ext uri="{FF2B5EF4-FFF2-40B4-BE49-F238E27FC236}">
                  <a16:creationId xmlns:a16="http://schemas.microsoft.com/office/drawing/2014/main" id="{06ECF29D-1A17-F6DE-CB39-5349952BFC87}"/>
                </a:ext>
              </a:extLst>
            </p:cNvPr>
            <p:cNvSpPr>
              <a:spLocks noChangeShapeType="1"/>
            </p:cNvSpPr>
            <p:nvPr/>
          </p:nvSpPr>
          <p:spPr bwMode="auto">
            <a:xfrm>
              <a:off x="5867732" y="2000007"/>
              <a:ext cx="2035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8" name="Line 27">
              <a:extLst>
                <a:ext uri="{FF2B5EF4-FFF2-40B4-BE49-F238E27FC236}">
                  <a16:creationId xmlns:a16="http://schemas.microsoft.com/office/drawing/2014/main" id="{A8FE31A7-D7C2-38FE-D112-E1850321B8FD}"/>
                </a:ext>
              </a:extLst>
            </p:cNvPr>
            <p:cNvSpPr>
              <a:spLocks noChangeShapeType="1"/>
            </p:cNvSpPr>
            <p:nvPr/>
          </p:nvSpPr>
          <p:spPr bwMode="auto">
            <a:xfrm>
              <a:off x="6540398" y="1874482"/>
              <a:ext cx="1942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9" name="Line 27">
              <a:extLst>
                <a:ext uri="{FF2B5EF4-FFF2-40B4-BE49-F238E27FC236}">
                  <a16:creationId xmlns:a16="http://schemas.microsoft.com/office/drawing/2014/main" id="{AEA9FA28-7405-B09E-2A8D-1B7EC0ACA634}"/>
                </a:ext>
              </a:extLst>
            </p:cNvPr>
            <p:cNvSpPr>
              <a:spLocks noChangeShapeType="1"/>
            </p:cNvSpPr>
            <p:nvPr/>
          </p:nvSpPr>
          <p:spPr bwMode="auto">
            <a:xfrm rot="5400000">
              <a:off x="5755197" y="2108940"/>
              <a:ext cx="2244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1" name="Line 27">
              <a:extLst>
                <a:ext uri="{FF2B5EF4-FFF2-40B4-BE49-F238E27FC236}">
                  <a16:creationId xmlns:a16="http://schemas.microsoft.com/office/drawing/2014/main" id="{C7F6D3A7-CBA7-77C8-97EB-4FB7B29FE0B5}"/>
                </a:ext>
              </a:extLst>
            </p:cNvPr>
            <p:cNvSpPr>
              <a:spLocks noChangeShapeType="1"/>
            </p:cNvSpPr>
            <p:nvPr/>
          </p:nvSpPr>
          <p:spPr bwMode="auto">
            <a:xfrm rot="5400000">
              <a:off x="2329955" y="3037682"/>
              <a:ext cx="4206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Line 27">
              <a:extLst>
                <a:ext uri="{FF2B5EF4-FFF2-40B4-BE49-F238E27FC236}">
                  <a16:creationId xmlns:a16="http://schemas.microsoft.com/office/drawing/2014/main" id="{2555CF28-0174-1937-A4A9-949C6EF7E452}"/>
                </a:ext>
              </a:extLst>
            </p:cNvPr>
            <p:cNvSpPr>
              <a:spLocks noChangeShapeType="1"/>
            </p:cNvSpPr>
            <p:nvPr/>
          </p:nvSpPr>
          <p:spPr bwMode="auto">
            <a:xfrm rot="5400000">
              <a:off x="4333662" y="3036410"/>
              <a:ext cx="4303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 name="椭圆 28">
              <a:extLst>
                <a:ext uri="{FF2B5EF4-FFF2-40B4-BE49-F238E27FC236}">
                  <a16:creationId xmlns:a16="http://schemas.microsoft.com/office/drawing/2014/main" id="{1075FB05-753C-F9B3-4939-36C0315856C7}"/>
                </a:ext>
              </a:extLst>
            </p:cNvPr>
            <p:cNvSpPr/>
            <p:nvPr/>
          </p:nvSpPr>
          <p:spPr>
            <a:xfrm flipV="1">
              <a:off x="2641807" y="2767883"/>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 name="文本框 1">
              <a:extLst>
                <a:ext uri="{FF2B5EF4-FFF2-40B4-BE49-F238E27FC236}">
                  <a16:creationId xmlns:a16="http://schemas.microsoft.com/office/drawing/2014/main" id="{529AF13D-2C1A-AFF1-2B26-956B34DB0B70}"/>
                </a:ext>
              </a:extLst>
            </p:cNvPr>
            <p:cNvSpPr txBox="1"/>
            <p:nvPr/>
          </p:nvSpPr>
          <p:spPr>
            <a:xfrm>
              <a:off x="698441" y="2008434"/>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01587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1668D29-383D-97D6-7FD0-6BC942D0270A}"/>
                  </a:ext>
                </a:extLst>
              </p:cNvPr>
              <p:cNvSpPr txBox="1"/>
              <p:nvPr/>
            </p:nvSpPr>
            <p:spPr>
              <a:xfrm>
                <a:off x="360000" y="828000"/>
                <a:ext cx="6672171" cy="269221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同步二进制</a:t>
                </a:r>
                <a:r>
                  <a:rPr lang="zh-CN" altLang="en-US" sz="2800" dirty="0">
                    <a:solidFill>
                      <a:srgbClr val="C00000"/>
                    </a:solidFill>
                    <a:latin typeface="微软雅黑" panose="020B0503020204020204" pitchFamily="34" charset="-122"/>
                    <a:ea typeface="微软雅黑" panose="020B0503020204020204" pitchFamily="34" charset="-122"/>
                  </a:rPr>
                  <a:t>递减</a:t>
                </a:r>
                <a:r>
                  <a:rPr lang="zh-CN" altLang="en-US" sz="2800" dirty="0">
                    <a:solidFill>
                      <a:srgbClr val="002060"/>
                    </a:solidFill>
                    <a:latin typeface="微软雅黑" panose="020B0503020204020204" pitchFamily="34" charset="-122"/>
                    <a:ea typeface="微软雅黑" panose="020B0503020204020204" pitchFamily="34" charset="-122"/>
                  </a:rPr>
                  <a:t>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在每个时钟有效沿都翻转一次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在下一个时钟翻转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=00</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时，</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在下一个时钟翻转</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r>
                      <a:rPr lang="en-US" altLang="zh-CN" sz="2400" i="1">
                        <a:solidFill>
                          <a:schemeClr val="accent5">
                            <a:lumMod val="75000"/>
                          </a:schemeClr>
                        </a:solidFill>
                        <a:latin typeface="Cambria Math" panose="02040503050406030204" pitchFamily="18" charset="0"/>
                        <a:ea typeface="微软雅黑" panose="020B0503020204020204" pitchFamily="34" charset="-122"/>
                      </a:rPr>
                      <m:t> ~ </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全为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时，借位为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p:txBody>
          </p:sp>
        </mc:Choice>
        <mc:Fallback xmlns="">
          <p:sp>
            <p:nvSpPr>
              <p:cNvPr id="3" name="文本框 2">
                <a:extLst>
                  <a:ext uri="{FF2B5EF4-FFF2-40B4-BE49-F238E27FC236}">
                    <a16:creationId xmlns:a16="http://schemas.microsoft.com/office/drawing/2014/main" id="{A1668D29-383D-97D6-7FD0-6BC942D0270A}"/>
                  </a:ext>
                </a:extLst>
              </p:cNvPr>
              <p:cNvSpPr txBox="1">
                <a:spLocks noRot="1" noChangeAspect="1" noMove="1" noResize="1" noEditPoints="1" noAdjustHandles="1" noChangeArrowheads="1" noChangeShapeType="1" noTextEdit="1"/>
              </p:cNvSpPr>
              <p:nvPr/>
            </p:nvSpPr>
            <p:spPr>
              <a:xfrm>
                <a:off x="360000" y="828000"/>
                <a:ext cx="6672171" cy="2692212"/>
              </a:xfrm>
              <a:prstGeom prst="rect">
                <a:avLst/>
              </a:prstGeom>
              <a:blipFill>
                <a:blip r:embed="rId2"/>
                <a:stretch>
                  <a:fillRect l="-1644" t="-907" r="-3014" b="-29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2F75FFAA-7458-1265-8BB5-04930EB644C8}"/>
                  </a:ext>
                </a:extLst>
              </p:cNvPr>
              <p:cNvGraphicFramePr>
                <a:graphicFrameLocks noGrp="1"/>
              </p:cNvGraphicFramePr>
              <p:nvPr>
                <p:extLst>
                  <p:ext uri="{D42A27DB-BD31-4B8C-83A1-F6EECF244321}">
                    <p14:modId xmlns:p14="http://schemas.microsoft.com/office/powerpoint/2010/main" val="3513036011"/>
                  </p:ext>
                </p:extLst>
              </p:nvPr>
            </p:nvGraphicFramePr>
            <p:xfrm>
              <a:off x="6840000" y="1692000"/>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708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借位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70840">
                    <a:tc vMerge="1">
                      <a:txBody>
                        <a:bodyPr/>
                        <a:lstStyle/>
                        <a:p>
                          <a:endParaRPr lang="zh-CN" altLang="en-US" dirty="0"/>
                        </a:p>
                      </a:txBody>
                      <a:tcPr/>
                    </a:tc>
                    <a:tc>
                      <a:txBody>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1</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2000" b="0" i="0" smtClean="0">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000" i="0" dirty="0">
                              <a:solidFill>
                                <a:schemeClr val="accent5">
                                  <a:lumMod val="75000"/>
                                </a:schemeClr>
                              </a:solidFill>
                              <a:latin typeface="微软雅黑" panose="020B0503020204020204" pitchFamily="34" charset="-122"/>
                              <a:ea typeface="微软雅黑" panose="020B0503020204020204" pitchFamily="34" charset="-122"/>
                            </a:rPr>
                            <a:t> </a:t>
                          </a:r>
                        </a:p>
                      </a:txBody>
                      <a:tcPr anchor="ctr"/>
                    </a:tc>
                    <a:tc vMerge="1">
                      <a:txBody>
                        <a:bodyPr/>
                        <a:lstStyle/>
                        <a:p>
                          <a:endParaRPr lang="zh-CN" altLang="en-US" dirty="0"/>
                        </a:p>
                      </a:txBody>
                      <a:tcPr/>
                    </a:tc>
                    <a:extLst>
                      <a:ext uri="{0D108BD9-81ED-4DB2-BD59-A6C34878D82A}">
                        <a16:rowId xmlns:a16="http://schemas.microsoft.com/office/drawing/2014/main" val="1969340654"/>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Choice>
        <mc:Fallback xmlns="">
          <p:graphicFrame>
            <p:nvGraphicFramePr>
              <p:cNvPr id="4" name="表格 3">
                <a:extLst>
                  <a:ext uri="{FF2B5EF4-FFF2-40B4-BE49-F238E27FC236}">
                    <a16:creationId xmlns:a16="http://schemas.microsoft.com/office/drawing/2014/main" id="{2F75FFAA-7458-1265-8BB5-04930EB644C8}"/>
                  </a:ext>
                </a:extLst>
              </p:cNvPr>
              <p:cNvGraphicFramePr>
                <a:graphicFrameLocks noGrp="1"/>
              </p:cNvGraphicFramePr>
              <p:nvPr>
                <p:extLst>
                  <p:ext uri="{D42A27DB-BD31-4B8C-83A1-F6EECF244321}">
                    <p14:modId xmlns:p14="http://schemas.microsoft.com/office/powerpoint/2010/main" val="3513036011"/>
                  </p:ext>
                </p:extLst>
              </p:nvPr>
            </p:nvGraphicFramePr>
            <p:xfrm>
              <a:off x="6840000" y="1692000"/>
              <a:ext cx="5128361" cy="4358640"/>
            </p:xfrm>
            <a:graphic>
              <a:graphicData uri="http://schemas.openxmlformats.org/drawingml/2006/table">
                <a:tbl>
                  <a:tblPr firstRow="1" bandRow="1">
                    <a:tableStyleId>{5940675A-B579-460E-94D1-54222C63F5DA}</a:tableStyleId>
                  </a:tblPr>
                  <a:tblGrid>
                    <a:gridCol w="1025672">
                      <a:extLst>
                        <a:ext uri="{9D8B030D-6E8A-4147-A177-3AD203B41FA5}">
                          <a16:colId xmlns:a16="http://schemas.microsoft.com/office/drawing/2014/main" val="1969119157"/>
                        </a:ext>
                      </a:extLst>
                    </a:gridCol>
                    <a:gridCol w="3077017">
                      <a:extLst>
                        <a:ext uri="{9D8B030D-6E8A-4147-A177-3AD203B41FA5}">
                          <a16:colId xmlns:a16="http://schemas.microsoft.com/office/drawing/2014/main" val="196965049"/>
                        </a:ext>
                      </a:extLst>
                    </a:gridCol>
                    <a:gridCol w="1025672">
                      <a:extLst>
                        <a:ext uri="{9D8B030D-6E8A-4147-A177-3AD203B41FA5}">
                          <a16:colId xmlns:a16="http://schemas.microsoft.com/office/drawing/2014/main" val="1336534604"/>
                        </a:ext>
                      </a:extLst>
                    </a:gridCol>
                  </a:tblGrid>
                  <a:tr h="396240">
                    <a:tc rowSpan="2">
                      <a:txBody>
                        <a:bodyPr/>
                        <a:lstStyle/>
                        <a:p>
                          <a:pPr algn="ctr"/>
                          <a:r>
                            <a:rPr lang="zh-CN" altLang="en-US" sz="2000" dirty="0">
                              <a:latin typeface="微软雅黑" panose="020B0503020204020204" pitchFamily="34" charset="-122"/>
                              <a:ea typeface="微软雅黑" panose="020B0503020204020204" pitchFamily="34" charset="-122"/>
                            </a:rPr>
                            <a:t>计数</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顺序</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电路状态</a:t>
                          </a:r>
                        </a:p>
                      </a:txBody>
                      <a:tcPr anchor="ctr"/>
                    </a:tc>
                    <a:tc rowSpan="2">
                      <a:txBody>
                        <a:bodyPr/>
                        <a:lstStyle/>
                        <a:p>
                          <a:pPr algn="ctr"/>
                          <a:r>
                            <a:rPr lang="zh-CN" altLang="en-US" sz="2000" dirty="0">
                              <a:latin typeface="微软雅黑" panose="020B0503020204020204" pitchFamily="34" charset="-122"/>
                              <a:ea typeface="微软雅黑" panose="020B0503020204020204" pitchFamily="34" charset="-122"/>
                            </a:rPr>
                            <a:t>借位</a:t>
                          </a:r>
                          <a:endParaRPr lang="en-US" altLang="zh-CN" sz="2000" dirty="0">
                            <a:latin typeface="微软雅黑" panose="020B0503020204020204" pitchFamily="34" charset="-122"/>
                            <a:ea typeface="微软雅黑" panose="020B0503020204020204" pitchFamily="34" charset="-122"/>
                          </a:endParaRPr>
                        </a:p>
                        <a:p>
                          <a:pPr algn="ctr"/>
                          <a:r>
                            <a:rPr lang="zh-CN" altLang="en-US" sz="2000" dirty="0">
                              <a:latin typeface="微软雅黑" panose="020B0503020204020204" pitchFamily="34" charset="-122"/>
                              <a:ea typeface="微软雅黑" panose="020B0503020204020204" pitchFamily="34" charset="-122"/>
                            </a:rPr>
                            <a:t>输出</a:t>
                          </a:r>
                        </a:p>
                      </a:txBody>
                      <a:tcPr anchor="ctr"/>
                    </a:tc>
                    <a:extLst>
                      <a:ext uri="{0D108BD9-81ED-4DB2-BD59-A6C34878D82A}">
                        <a16:rowId xmlns:a16="http://schemas.microsoft.com/office/drawing/2014/main" val="1709067764"/>
                      </a:ext>
                    </a:extLst>
                  </a:tr>
                  <a:tr h="396240">
                    <a:tc vMerge="1">
                      <a:txBody>
                        <a:bodyPr/>
                        <a:lstStyle/>
                        <a:p>
                          <a:endParaRPr lang="zh-CN" altLang="en-US" dirty="0"/>
                        </a:p>
                      </a:txBody>
                      <a:tcPr/>
                    </a:tc>
                    <a:tc>
                      <a:txBody>
                        <a:bodyPr/>
                        <a:lstStyle/>
                        <a:p>
                          <a:endParaRPr lang="zh-CN"/>
                        </a:p>
                      </a:txBody>
                      <a:tcPr anchor="ctr">
                        <a:blipFill>
                          <a:blip r:embed="rId3"/>
                          <a:stretch>
                            <a:fillRect l="-33399" t="-107692" r="-33597" b="-929231"/>
                          </a:stretch>
                        </a:blipFill>
                      </a:tcPr>
                    </a:tc>
                    <a:tc vMerge="1">
                      <a:txBody>
                        <a:bodyPr/>
                        <a:lstStyle/>
                        <a:p>
                          <a:endParaRPr lang="zh-CN" altLang="en-US" dirty="0"/>
                        </a:p>
                      </a:txBody>
                      <a:tcPr/>
                    </a:tc>
                    <a:extLst>
                      <a:ext uri="{0D108BD9-81ED-4DB2-BD59-A6C34878D82A}">
                        <a16:rowId xmlns:a16="http://schemas.microsoft.com/office/drawing/2014/main" val="1969340654"/>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86929990"/>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2129615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2</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40595741"/>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3</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128004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4</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6591178"/>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5</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91783643"/>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6</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509091369"/>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32670492"/>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1           1           1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42749072"/>
                      </a:ext>
                    </a:extLst>
                  </a:tr>
                </a:tbl>
              </a:graphicData>
            </a:graphic>
          </p:graphicFrame>
        </mc:Fallback>
      </mc:AlternateContent>
      <p:sp>
        <p:nvSpPr>
          <p:cNvPr id="5" name="文本框 4">
            <a:extLst>
              <a:ext uri="{FF2B5EF4-FFF2-40B4-BE49-F238E27FC236}">
                <a16:creationId xmlns:a16="http://schemas.microsoft.com/office/drawing/2014/main" id="{F88EF26E-11C4-AB9F-A8A3-64D0FA2982B4}"/>
              </a:ext>
            </a:extLst>
          </p:cNvPr>
          <p:cNvSpPr txBox="1"/>
          <p:nvPr/>
        </p:nvSpPr>
        <p:spPr>
          <a:xfrm>
            <a:off x="6840000" y="1260000"/>
            <a:ext cx="5128361"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3 </a:t>
            </a:r>
            <a:r>
              <a:rPr lang="zh-CN" altLang="en-US" sz="2200" dirty="0">
                <a:latin typeface="微软雅黑" panose="020B0503020204020204" pitchFamily="34" charset="-122"/>
                <a:ea typeface="微软雅黑" panose="020B0503020204020204" pitchFamily="34" charset="-122"/>
              </a:rPr>
              <a:t>位二进制递减计数器状态表</a:t>
            </a:r>
          </a:p>
        </p:txBody>
      </p:sp>
      <p:grpSp>
        <p:nvGrpSpPr>
          <p:cNvPr id="6" name="组合 5">
            <a:extLst>
              <a:ext uri="{FF2B5EF4-FFF2-40B4-BE49-F238E27FC236}">
                <a16:creationId xmlns:a16="http://schemas.microsoft.com/office/drawing/2014/main" id="{E0172230-F7AF-8D8A-2076-BD6925393A00}"/>
              </a:ext>
            </a:extLst>
          </p:cNvPr>
          <p:cNvGrpSpPr/>
          <p:nvPr/>
        </p:nvGrpSpPr>
        <p:grpSpPr>
          <a:xfrm>
            <a:off x="11449269" y="6198682"/>
            <a:ext cx="786273" cy="548639"/>
            <a:chOff x="11454918" y="5839511"/>
            <a:chExt cx="786273" cy="548639"/>
          </a:xfrm>
        </p:grpSpPr>
        <p:grpSp>
          <p:nvGrpSpPr>
            <p:cNvPr id="7" name="组合 6">
              <a:extLst>
                <a:ext uri="{FF2B5EF4-FFF2-40B4-BE49-F238E27FC236}">
                  <a16:creationId xmlns:a16="http://schemas.microsoft.com/office/drawing/2014/main" id="{EC8B5051-9176-8213-E410-13C77017F916}"/>
                </a:ext>
              </a:extLst>
            </p:cNvPr>
            <p:cNvGrpSpPr/>
            <p:nvPr/>
          </p:nvGrpSpPr>
          <p:grpSpPr>
            <a:xfrm>
              <a:off x="11454918" y="5867450"/>
              <a:ext cx="737081" cy="520700"/>
              <a:chOff x="11454918" y="5867450"/>
              <a:chExt cx="737081" cy="520700"/>
            </a:xfrm>
          </p:grpSpPr>
          <p:sp>
            <p:nvSpPr>
              <p:cNvPr id="9" name="箭头: 五边形 8">
                <a:extLst>
                  <a:ext uri="{FF2B5EF4-FFF2-40B4-BE49-F238E27FC236}">
                    <a16:creationId xmlns:a16="http://schemas.microsoft.com/office/drawing/2014/main" id="{0F602C67-E4B6-41A5-4992-01558A2C2D2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箭头: V 形 9">
                <a:extLst>
                  <a:ext uri="{FF2B5EF4-FFF2-40B4-BE49-F238E27FC236}">
                    <a16:creationId xmlns:a16="http://schemas.microsoft.com/office/drawing/2014/main" id="{BA92D9EB-FA06-FD8D-84E4-BE740ABC161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8" name="灯片编号占位符 3">
              <a:extLst>
                <a:ext uri="{FF2B5EF4-FFF2-40B4-BE49-F238E27FC236}">
                  <a16:creationId xmlns:a16="http://schemas.microsoft.com/office/drawing/2014/main" id="{151F9ED5-773D-754C-4E77-7A3A2AE9D9C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5E9B062-E24D-799F-D21E-B9BF1044573B}"/>
                  </a:ext>
                </a:extLst>
              </p:cNvPr>
              <p:cNvSpPr txBox="1"/>
              <p:nvPr/>
            </p:nvSpPr>
            <p:spPr>
              <a:xfrm>
                <a:off x="360000" y="4320000"/>
                <a:ext cx="4680686" cy="1818575"/>
              </a:xfrm>
              <a:prstGeom prst="rect">
                <a:avLst/>
              </a:prstGeom>
              <a:noFill/>
            </p:spPr>
            <p:txBody>
              <a:bodyPr wrap="square">
                <a:spAutoFit/>
              </a:bodyPr>
              <a:lstStyle/>
              <a:p>
                <a:pPr lvl="2"/>
                <a14:m>
                  <m:oMath xmlns:m="http://schemas.openxmlformats.org/officeDocument/2006/math">
                    <m:sSub>
                      <m:sSubPr>
                        <m:ctrlPr>
                          <a:rPr lang="en-US" altLang="zh-CN" sz="2800" i="1" smtClean="0">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T</m:t>
                        </m:r>
                      </m:e>
                      <m:sub>
                        <m:r>
                          <a:rPr lang="en-US" altLang="zh-CN" sz="2800" i="0">
                            <a:solidFill>
                              <a:srgbClr val="002060"/>
                            </a:solidFill>
                            <a:latin typeface="Cambria Math" panose="02040503050406030204" pitchFamily="18" charset="0"/>
                            <a:ea typeface="微软雅黑" panose="020B0503020204020204" pitchFamily="34" charset="-122"/>
                          </a:rPr>
                          <m:t>0</m:t>
                        </m:r>
                      </m:sub>
                    </m:sSub>
                    <m:r>
                      <a:rPr lang="en-US" altLang="zh-CN" sz="2800" i="1">
                        <a:solidFill>
                          <a:srgbClr val="002060"/>
                        </a:solidFill>
                        <a:latin typeface="Cambria Math" panose="02040503050406030204" pitchFamily="18" charset="0"/>
                        <a:ea typeface="微软雅黑" panose="020B0503020204020204" pitchFamily="34" charset="-122"/>
                      </a:rPr>
                      <m:t>=1</m:t>
                    </m:r>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0</m:t>
                            </m:r>
                          </m:sub>
                        </m:sSub>
                      </m:e>
                    </m:acc>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2</m:t>
                        </m:r>
                      </m:sub>
                    </m:sSub>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b="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e>
                    </m:acc>
                  </m:oMath>
                </a14:m>
                <a:r>
                  <a:rPr lang="en-US" altLang="zh-CN" sz="2800" dirty="0">
                    <a:solidFill>
                      <a:srgbClr val="002060"/>
                    </a:solidFill>
                  </a:rPr>
                  <a:t>  </a:t>
                </a:r>
              </a:p>
              <a:p>
                <a:pPr lvl="2"/>
                <a14:m>
                  <m:oMath xmlns:m="http://schemas.openxmlformats.org/officeDocument/2006/math">
                    <m:r>
                      <m:rPr>
                        <m:sty m:val="p"/>
                      </m:rPr>
                      <a:rPr lang="en-US" altLang="zh-CN" sz="2800" b="0" i="0" smtClean="0">
                        <a:solidFill>
                          <a:srgbClr val="002060"/>
                        </a:solidFill>
                        <a:latin typeface="Cambria Math" panose="02040503050406030204" pitchFamily="18" charset="0"/>
                        <a:ea typeface="微软雅黑" panose="020B0503020204020204" pitchFamily="34" charset="-122"/>
                      </a:rPr>
                      <m:t>C</m:t>
                    </m:r>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2</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oMath>
                </a14:m>
                <a:r>
                  <a:rPr lang="en-US" altLang="zh-CN" sz="2800" dirty="0">
                    <a:solidFill>
                      <a:srgbClr val="002060"/>
                    </a:solidFill>
                  </a:rPr>
                  <a:t>  </a:t>
                </a:r>
              </a:p>
            </p:txBody>
          </p:sp>
        </mc:Choice>
        <mc:Fallback xmlns="">
          <p:sp>
            <p:nvSpPr>
              <p:cNvPr id="11" name="文本框 10">
                <a:extLst>
                  <a:ext uri="{FF2B5EF4-FFF2-40B4-BE49-F238E27FC236}">
                    <a16:creationId xmlns:a16="http://schemas.microsoft.com/office/drawing/2014/main" id="{85E9B062-E24D-799F-D21E-B9BF1044573B}"/>
                  </a:ext>
                </a:extLst>
              </p:cNvPr>
              <p:cNvSpPr txBox="1">
                <a:spLocks noRot="1" noChangeAspect="1" noMove="1" noResize="1" noEditPoints="1" noAdjustHandles="1" noChangeArrowheads="1" noChangeShapeType="1" noTextEdit="1"/>
              </p:cNvSpPr>
              <p:nvPr/>
            </p:nvSpPr>
            <p:spPr>
              <a:xfrm>
                <a:off x="360000" y="4320000"/>
                <a:ext cx="4680686" cy="1818575"/>
              </a:xfrm>
              <a:prstGeom prst="rect">
                <a:avLst/>
              </a:prstGeom>
              <a:blipFill>
                <a:blip r:embed="rId4"/>
                <a:stretch>
                  <a:fillRect/>
                </a:stretch>
              </a:blipFill>
            </p:spPr>
            <p:txBody>
              <a:bodyPr/>
              <a:lstStyle/>
              <a:p>
                <a:r>
                  <a:rPr lang="zh-CN" altLang="en-US">
                    <a:noFill/>
                  </a:rPr>
                  <a:t> </a:t>
                </a:r>
              </a:p>
            </p:txBody>
          </p:sp>
        </mc:Fallback>
      </mc:AlternateContent>
      <p:sp>
        <p:nvSpPr>
          <p:cNvPr id="12" name="标题 1">
            <a:extLst>
              <a:ext uri="{FF2B5EF4-FFF2-40B4-BE49-F238E27FC236}">
                <a16:creationId xmlns:a16="http://schemas.microsoft.com/office/drawing/2014/main" id="{DDE1B8F3-0350-206F-1184-A437740DF91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spTree>
    <p:extLst>
      <p:ext uri="{BB962C8B-B14F-4D97-AF65-F5344CB8AC3E}">
        <p14:creationId xmlns:p14="http://schemas.microsoft.com/office/powerpoint/2010/main" val="2307162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7057-7B62-5CB7-DBBC-F163D7277EC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99EE5A6-78C0-5077-CE91-C86E4C21886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297173A-7AFD-FD15-FB52-40C5C08DFA7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B9D5A2A9-A297-6318-E76E-ECEE299BEA9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3D7CA25D-6270-7A83-957E-3ED3414E2A9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50EF05B-9480-7B50-C47C-76CFEBC61B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p:sp>
        <p:nvSpPr>
          <p:cNvPr id="213" name="文本框 212">
            <a:extLst>
              <a:ext uri="{FF2B5EF4-FFF2-40B4-BE49-F238E27FC236}">
                <a16:creationId xmlns:a16="http://schemas.microsoft.com/office/drawing/2014/main" id="{34773259-3E31-116D-7AF5-AA0F27BAF09B}"/>
              </a:ext>
            </a:extLst>
          </p:cNvPr>
          <p:cNvSpPr txBox="1"/>
          <p:nvPr/>
        </p:nvSpPr>
        <p:spPr>
          <a:xfrm>
            <a:off x="360000" y="828000"/>
            <a:ext cx="6741191" cy="564835"/>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同步二进制</a:t>
            </a:r>
            <a:r>
              <a:rPr lang="zh-CN" altLang="en-US" sz="2800" dirty="0">
                <a:solidFill>
                  <a:srgbClr val="C00000"/>
                </a:solidFill>
                <a:latin typeface="微软雅黑" panose="020B0503020204020204" pitchFamily="34" charset="-122"/>
                <a:ea typeface="微软雅黑" panose="020B0503020204020204" pitchFamily="34" charset="-122"/>
              </a:rPr>
              <a:t>递减</a:t>
            </a:r>
            <a:r>
              <a:rPr lang="zh-CN" altLang="en-US" sz="2800" dirty="0">
                <a:solidFill>
                  <a:srgbClr val="002060"/>
                </a:solidFill>
                <a:latin typeface="微软雅黑" panose="020B0503020204020204" pitchFamily="34" charset="-122"/>
                <a:ea typeface="微软雅黑" panose="020B0503020204020204" pitchFamily="34" charset="-122"/>
              </a:rPr>
              <a:t>计数器（以 </a:t>
            </a:r>
            <a:r>
              <a:rPr lang="en-US" altLang="zh-CN" sz="2800" dirty="0">
                <a:solidFill>
                  <a:srgbClr val="002060"/>
                </a:solidFill>
                <a:latin typeface="微软雅黑" panose="020B0503020204020204" pitchFamily="34" charset="-122"/>
                <a:ea typeface="微软雅黑" panose="020B0503020204020204" pitchFamily="34" charset="-122"/>
              </a:rPr>
              <a:t>3 </a:t>
            </a:r>
            <a:r>
              <a:rPr lang="zh-CN" altLang="en-US" sz="2800" dirty="0">
                <a:solidFill>
                  <a:srgbClr val="002060"/>
                </a:solidFill>
                <a:latin typeface="微软雅黑" panose="020B0503020204020204" pitchFamily="34" charset="-122"/>
                <a:ea typeface="微软雅黑" panose="020B0503020204020204" pitchFamily="34" charset="-122"/>
              </a:rPr>
              <a:t>位为例）</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41" name="组合 240">
            <a:extLst>
              <a:ext uri="{FF2B5EF4-FFF2-40B4-BE49-F238E27FC236}">
                <a16:creationId xmlns:a16="http://schemas.microsoft.com/office/drawing/2014/main" id="{FEE2C0D1-1385-40BF-7C80-61B313217446}"/>
              </a:ext>
            </a:extLst>
          </p:cNvPr>
          <p:cNvGrpSpPr/>
          <p:nvPr/>
        </p:nvGrpSpPr>
        <p:grpSpPr>
          <a:xfrm>
            <a:off x="5338800" y="3320984"/>
            <a:ext cx="6181104" cy="2865439"/>
            <a:chOff x="5338800" y="3320984"/>
            <a:chExt cx="6181104" cy="2865439"/>
          </a:xfrm>
        </p:grpSpPr>
        <p:sp>
          <p:nvSpPr>
            <p:cNvPr id="87" name="Line 27">
              <a:extLst>
                <a:ext uri="{FF2B5EF4-FFF2-40B4-BE49-F238E27FC236}">
                  <a16:creationId xmlns:a16="http://schemas.microsoft.com/office/drawing/2014/main" id="{E11CA58C-58CF-5DB3-1C4A-8985380392A8}"/>
                </a:ext>
              </a:extLst>
            </p:cNvPr>
            <p:cNvSpPr>
              <a:spLocks noChangeShapeType="1"/>
            </p:cNvSpPr>
            <p:nvPr/>
          </p:nvSpPr>
          <p:spPr bwMode="auto">
            <a:xfrm rot="16200000">
              <a:off x="5085147" y="481734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Line 27">
              <a:extLst>
                <a:ext uri="{FF2B5EF4-FFF2-40B4-BE49-F238E27FC236}">
                  <a16:creationId xmlns:a16="http://schemas.microsoft.com/office/drawing/2014/main" id="{BC6E4705-D11C-7D82-3335-D655EDCD57E5}"/>
                </a:ext>
              </a:extLst>
            </p:cNvPr>
            <p:cNvSpPr>
              <a:spLocks noChangeShapeType="1"/>
            </p:cNvSpPr>
            <p:nvPr/>
          </p:nvSpPr>
          <p:spPr bwMode="auto">
            <a:xfrm rot="16200000">
              <a:off x="5718200" y="481734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1" name="Line 27">
              <a:extLst>
                <a:ext uri="{FF2B5EF4-FFF2-40B4-BE49-F238E27FC236}">
                  <a16:creationId xmlns:a16="http://schemas.microsoft.com/office/drawing/2014/main" id="{8590A9F8-5724-2E64-3B1B-E231D2AAB6C0}"/>
                </a:ext>
              </a:extLst>
            </p:cNvPr>
            <p:cNvSpPr>
              <a:spLocks noChangeShapeType="1"/>
            </p:cNvSpPr>
            <p:nvPr/>
          </p:nvSpPr>
          <p:spPr bwMode="auto">
            <a:xfrm rot="16200000">
              <a:off x="6351114" y="4813758"/>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3" name="Line 27">
              <a:extLst>
                <a:ext uri="{FF2B5EF4-FFF2-40B4-BE49-F238E27FC236}">
                  <a16:creationId xmlns:a16="http://schemas.microsoft.com/office/drawing/2014/main" id="{C4D5312A-C8FE-B160-C870-9F112D567B24}"/>
                </a:ext>
              </a:extLst>
            </p:cNvPr>
            <p:cNvSpPr>
              <a:spLocks noChangeShapeType="1"/>
            </p:cNvSpPr>
            <p:nvPr/>
          </p:nvSpPr>
          <p:spPr bwMode="auto">
            <a:xfrm rot="16200000">
              <a:off x="6984168" y="4813758"/>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5" name="Line 27">
              <a:extLst>
                <a:ext uri="{FF2B5EF4-FFF2-40B4-BE49-F238E27FC236}">
                  <a16:creationId xmlns:a16="http://schemas.microsoft.com/office/drawing/2014/main" id="{8C1D987A-16FF-8915-389D-4AF319A93E5F}"/>
                </a:ext>
              </a:extLst>
            </p:cNvPr>
            <p:cNvSpPr>
              <a:spLocks noChangeShapeType="1"/>
            </p:cNvSpPr>
            <p:nvPr/>
          </p:nvSpPr>
          <p:spPr bwMode="auto">
            <a:xfrm rot="16200000">
              <a:off x="7617432" y="481376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7" name="Line 27">
              <a:extLst>
                <a:ext uri="{FF2B5EF4-FFF2-40B4-BE49-F238E27FC236}">
                  <a16:creationId xmlns:a16="http://schemas.microsoft.com/office/drawing/2014/main" id="{0EC625D3-2D1E-ED11-568D-FBBD2AB77E09}"/>
                </a:ext>
              </a:extLst>
            </p:cNvPr>
            <p:cNvSpPr>
              <a:spLocks noChangeShapeType="1"/>
            </p:cNvSpPr>
            <p:nvPr/>
          </p:nvSpPr>
          <p:spPr bwMode="auto">
            <a:xfrm rot="16200000">
              <a:off x="8250486" y="4813760"/>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9" name="Line 27">
              <a:extLst>
                <a:ext uri="{FF2B5EF4-FFF2-40B4-BE49-F238E27FC236}">
                  <a16:creationId xmlns:a16="http://schemas.microsoft.com/office/drawing/2014/main" id="{A58B2C3F-4578-4EED-19EF-FF5F8004BC9D}"/>
                </a:ext>
              </a:extLst>
            </p:cNvPr>
            <p:cNvSpPr>
              <a:spLocks noChangeShapeType="1"/>
            </p:cNvSpPr>
            <p:nvPr/>
          </p:nvSpPr>
          <p:spPr bwMode="auto">
            <a:xfrm rot="16200000">
              <a:off x="8883398" y="481017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1" name="Line 27">
              <a:extLst>
                <a:ext uri="{FF2B5EF4-FFF2-40B4-BE49-F238E27FC236}">
                  <a16:creationId xmlns:a16="http://schemas.microsoft.com/office/drawing/2014/main" id="{367142AF-9DDC-3B95-1F3A-F2965BF163E1}"/>
                </a:ext>
              </a:extLst>
            </p:cNvPr>
            <p:cNvSpPr>
              <a:spLocks noChangeShapeType="1"/>
            </p:cNvSpPr>
            <p:nvPr/>
          </p:nvSpPr>
          <p:spPr bwMode="auto">
            <a:xfrm rot="16200000">
              <a:off x="9516452" y="4810174"/>
              <a:ext cx="27381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Line 27">
              <a:extLst>
                <a:ext uri="{FF2B5EF4-FFF2-40B4-BE49-F238E27FC236}">
                  <a16:creationId xmlns:a16="http://schemas.microsoft.com/office/drawing/2014/main" id="{0D354D68-C0BD-5A62-8D90-7288D4C25ECA}"/>
                </a:ext>
              </a:extLst>
            </p:cNvPr>
            <p:cNvSpPr>
              <a:spLocks noChangeShapeType="1"/>
            </p:cNvSpPr>
            <p:nvPr/>
          </p:nvSpPr>
          <p:spPr bwMode="auto">
            <a:xfrm>
              <a:off x="5821312"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BEE4FE6E-9C31-9ABE-0DD6-72B0AECD381D}"/>
                </a:ext>
              </a:extLst>
            </p:cNvPr>
            <p:cNvSpPr>
              <a:spLocks noChangeShapeType="1"/>
            </p:cNvSpPr>
            <p:nvPr/>
          </p:nvSpPr>
          <p:spPr bwMode="auto">
            <a:xfrm rot="16200000">
              <a:off x="5975369"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Line 27">
              <a:extLst>
                <a:ext uri="{FF2B5EF4-FFF2-40B4-BE49-F238E27FC236}">
                  <a16:creationId xmlns:a16="http://schemas.microsoft.com/office/drawing/2014/main" id="{F00473AB-816E-A681-CE3C-D2896586CA12}"/>
                </a:ext>
              </a:extLst>
            </p:cNvPr>
            <p:cNvSpPr>
              <a:spLocks noChangeShapeType="1"/>
            </p:cNvSpPr>
            <p:nvPr/>
          </p:nvSpPr>
          <p:spPr bwMode="auto">
            <a:xfrm rot="16200000">
              <a:off x="6291931"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7" name="Line 27">
              <a:extLst>
                <a:ext uri="{FF2B5EF4-FFF2-40B4-BE49-F238E27FC236}">
                  <a16:creationId xmlns:a16="http://schemas.microsoft.com/office/drawing/2014/main" id="{46A649BF-95E9-CE5B-4598-2E3F53F94529}"/>
                </a:ext>
              </a:extLst>
            </p:cNvPr>
            <p:cNvSpPr>
              <a:spLocks noChangeShapeType="1"/>
            </p:cNvSpPr>
            <p:nvPr/>
          </p:nvSpPr>
          <p:spPr bwMode="auto">
            <a:xfrm>
              <a:off x="6137873"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51368BD1-8CFA-9E60-F24A-FD554E8A2D26}"/>
                </a:ext>
              </a:extLst>
            </p:cNvPr>
            <p:cNvSpPr>
              <a:spLocks noChangeShapeType="1"/>
            </p:cNvSpPr>
            <p:nvPr/>
          </p:nvSpPr>
          <p:spPr bwMode="auto">
            <a:xfrm>
              <a:off x="6454436"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9" name="Line 27">
              <a:extLst>
                <a:ext uri="{FF2B5EF4-FFF2-40B4-BE49-F238E27FC236}">
                  <a16:creationId xmlns:a16="http://schemas.microsoft.com/office/drawing/2014/main" id="{E0AEAEB4-C3F5-4045-417E-792778F03F20}"/>
                </a:ext>
              </a:extLst>
            </p:cNvPr>
            <p:cNvSpPr>
              <a:spLocks noChangeShapeType="1"/>
            </p:cNvSpPr>
            <p:nvPr/>
          </p:nvSpPr>
          <p:spPr bwMode="auto">
            <a:xfrm rot="16200000">
              <a:off x="6608493"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8BD82374-66A0-520D-6080-5BAF18E7368B}"/>
                </a:ext>
              </a:extLst>
            </p:cNvPr>
            <p:cNvSpPr>
              <a:spLocks noChangeShapeType="1"/>
            </p:cNvSpPr>
            <p:nvPr/>
          </p:nvSpPr>
          <p:spPr bwMode="auto">
            <a:xfrm rot="16200000">
              <a:off x="6925054"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5758C6E4-8412-33DB-AB9D-A27A89854DF3}"/>
                </a:ext>
              </a:extLst>
            </p:cNvPr>
            <p:cNvSpPr>
              <a:spLocks noChangeShapeType="1"/>
            </p:cNvSpPr>
            <p:nvPr/>
          </p:nvSpPr>
          <p:spPr bwMode="auto">
            <a:xfrm>
              <a:off x="6770997"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2" name="Line 27">
              <a:extLst>
                <a:ext uri="{FF2B5EF4-FFF2-40B4-BE49-F238E27FC236}">
                  <a16:creationId xmlns:a16="http://schemas.microsoft.com/office/drawing/2014/main" id="{88BE1078-E66C-5D07-D7DB-0ADD0743A90F}"/>
                </a:ext>
              </a:extLst>
            </p:cNvPr>
            <p:cNvSpPr>
              <a:spLocks noChangeShapeType="1"/>
            </p:cNvSpPr>
            <p:nvPr/>
          </p:nvSpPr>
          <p:spPr bwMode="auto">
            <a:xfrm>
              <a:off x="7087560"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Line 27">
              <a:extLst>
                <a:ext uri="{FF2B5EF4-FFF2-40B4-BE49-F238E27FC236}">
                  <a16:creationId xmlns:a16="http://schemas.microsoft.com/office/drawing/2014/main" id="{6A7A2CC8-FD49-A8F8-1F6D-21A4F3C24601}"/>
                </a:ext>
              </a:extLst>
            </p:cNvPr>
            <p:cNvSpPr>
              <a:spLocks noChangeShapeType="1"/>
            </p:cNvSpPr>
            <p:nvPr/>
          </p:nvSpPr>
          <p:spPr bwMode="auto">
            <a:xfrm rot="16200000">
              <a:off x="7241617"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4" name="Line 27">
              <a:extLst>
                <a:ext uri="{FF2B5EF4-FFF2-40B4-BE49-F238E27FC236}">
                  <a16:creationId xmlns:a16="http://schemas.microsoft.com/office/drawing/2014/main" id="{6BD00E39-D5B5-688A-743B-D519C2CCB885}"/>
                </a:ext>
              </a:extLst>
            </p:cNvPr>
            <p:cNvSpPr>
              <a:spLocks noChangeShapeType="1"/>
            </p:cNvSpPr>
            <p:nvPr/>
          </p:nvSpPr>
          <p:spPr bwMode="auto">
            <a:xfrm rot="16200000">
              <a:off x="7558178"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6BCE7050-D756-9F61-204C-A5FFDC1773FE}"/>
                </a:ext>
              </a:extLst>
            </p:cNvPr>
            <p:cNvSpPr>
              <a:spLocks noChangeShapeType="1"/>
            </p:cNvSpPr>
            <p:nvPr/>
          </p:nvSpPr>
          <p:spPr bwMode="auto">
            <a:xfrm>
              <a:off x="7404122"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Line 27">
              <a:extLst>
                <a:ext uri="{FF2B5EF4-FFF2-40B4-BE49-F238E27FC236}">
                  <a16:creationId xmlns:a16="http://schemas.microsoft.com/office/drawing/2014/main" id="{FEA9443D-91E4-4D21-E6A0-C8017E0CED83}"/>
                </a:ext>
              </a:extLst>
            </p:cNvPr>
            <p:cNvSpPr>
              <a:spLocks noChangeShapeType="1"/>
            </p:cNvSpPr>
            <p:nvPr/>
          </p:nvSpPr>
          <p:spPr bwMode="auto">
            <a:xfrm>
              <a:off x="7720683"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7" name="Line 27">
              <a:extLst>
                <a:ext uri="{FF2B5EF4-FFF2-40B4-BE49-F238E27FC236}">
                  <a16:creationId xmlns:a16="http://schemas.microsoft.com/office/drawing/2014/main" id="{9B14EE8B-33C0-094E-4D73-28B551B04D0A}"/>
                </a:ext>
              </a:extLst>
            </p:cNvPr>
            <p:cNvSpPr>
              <a:spLocks noChangeShapeType="1"/>
            </p:cNvSpPr>
            <p:nvPr/>
          </p:nvSpPr>
          <p:spPr bwMode="auto">
            <a:xfrm rot="16200000">
              <a:off x="7874741"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8" name="Line 27">
              <a:extLst>
                <a:ext uri="{FF2B5EF4-FFF2-40B4-BE49-F238E27FC236}">
                  <a16:creationId xmlns:a16="http://schemas.microsoft.com/office/drawing/2014/main" id="{AA075BE3-7B25-4B70-BA73-B7B5FC9036B9}"/>
                </a:ext>
              </a:extLst>
            </p:cNvPr>
            <p:cNvSpPr>
              <a:spLocks noChangeShapeType="1"/>
            </p:cNvSpPr>
            <p:nvPr/>
          </p:nvSpPr>
          <p:spPr bwMode="auto">
            <a:xfrm rot="16200000">
              <a:off x="8191303"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9" name="Line 27">
              <a:extLst>
                <a:ext uri="{FF2B5EF4-FFF2-40B4-BE49-F238E27FC236}">
                  <a16:creationId xmlns:a16="http://schemas.microsoft.com/office/drawing/2014/main" id="{52653C3A-EC7C-86F0-CF39-A4E2AFBB6112}"/>
                </a:ext>
              </a:extLst>
            </p:cNvPr>
            <p:cNvSpPr>
              <a:spLocks noChangeShapeType="1"/>
            </p:cNvSpPr>
            <p:nvPr/>
          </p:nvSpPr>
          <p:spPr bwMode="auto">
            <a:xfrm>
              <a:off x="8037245"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0" name="Line 27">
              <a:extLst>
                <a:ext uri="{FF2B5EF4-FFF2-40B4-BE49-F238E27FC236}">
                  <a16:creationId xmlns:a16="http://schemas.microsoft.com/office/drawing/2014/main" id="{A17A3DEC-7C31-8528-7430-E474B358B8D2}"/>
                </a:ext>
              </a:extLst>
            </p:cNvPr>
            <p:cNvSpPr>
              <a:spLocks noChangeShapeType="1"/>
            </p:cNvSpPr>
            <p:nvPr/>
          </p:nvSpPr>
          <p:spPr bwMode="auto">
            <a:xfrm>
              <a:off x="8353807"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Line 27">
              <a:extLst>
                <a:ext uri="{FF2B5EF4-FFF2-40B4-BE49-F238E27FC236}">
                  <a16:creationId xmlns:a16="http://schemas.microsoft.com/office/drawing/2014/main" id="{49CEF4AA-B103-C375-0BEE-19F1DC6A5E0E}"/>
                </a:ext>
              </a:extLst>
            </p:cNvPr>
            <p:cNvSpPr>
              <a:spLocks noChangeShapeType="1"/>
            </p:cNvSpPr>
            <p:nvPr/>
          </p:nvSpPr>
          <p:spPr bwMode="auto">
            <a:xfrm rot="16200000">
              <a:off x="8507863"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2" name="Line 27">
              <a:extLst>
                <a:ext uri="{FF2B5EF4-FFF2-40B4-BE49-F238E27FC236}">
                  <a16:creationId xmlns:a16="http://schemas.microsoft.com/office/drawing/2014/main" id="{D0704C2D-4225-EDEA-5B72-38E60131BBC1}"/>
                </a:ext>
              </a:extLst>
            </p:cNvPr>
            <p:cNvSpPr>
              <a:spLocks noChangeShapeType="1"/>
            </p:cNvSpPr>
            <p:nvPr/>
          </p:nvSpPr>
          <p:spPr bwMode="auto">
            <a:xfrm rot="16200000">
              <a:off x="8824425"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3" name="Line 27">
              <a:extLst>
                <a:ext uri="{FF2B5EF4-FFF2-40B4-BE49-F238E27FC236}">
                  <a16:creationId xmlns:a16="http://schemas.microsoft.com/office/drawing/2014/main" id="{7E95F75B-E5D3-A2FB-8294-9F42D9F61374}"/>
                </a:ext>
              </a:extLst>
            </p:cNvPr>
            <p:cNvSpPr>
              <a:spLocks noChangeShapeType="1"/>
            </p:cNvSpPr>
            <p:nvPr/>
          </p:nvSpPr>
          <p:spPr bwMode="auto">
            <a:xfrm>
              <a:off x="8670367"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4" name="Line 27">
              <a:extLst>
                <a:ext uri="{FF2B5EF4-FFF2-40B4-BE49-F238E27FC236}">
                  <a16:creationId xmlns:a16="http://schemas.microsoft.com/office/drawing/2014/main" id="{8DEB32A0-6F64-AE03-D982-E79C4E02D997}"/>
                </a:ext>
              </a:extLst>
            </p:cNvPr>
            <p:cNvSpPr>
              <a:spLocks noChangeShapeType="1"/>
            </p:cNvSpPr>
            <p:nvPr/>
          </p:nvSpPr>
          <p:spPr bwMode="auto">
            <a:xfrm>
              <a:off x="8986930"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5" name="Line 27">
              <a:extLst>
                <a:ext uri="{FF2B5EF4-FFF2-40B4-BE49-F238E27FC236}">
                  <a16:creationId xmlns:a16="http://schemas.microsoft.com/office/drawing/2014/main" id="{F0A5EDBD-8D51-30E4-E156-0906703B7662}"/>
                </a:ext>
              </a:extLst>
            </p:cNvPr>
            <p:cNvSpPr>
              <a:spLocks noChangeShapeType="1"/>
            </p:cNvSpPr>
            <p:nvPr/>
          </p:nvSpPr>
          <p:spPr bwMode="auto">
            <a:xfrm rot="16200000">
              <a:off x="9140988"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6" name="Line 27">
              <a:extLst>
                <a:ext uri="{FF2B5EF4-FFF2-40B4-BE49-F238E27FC236}">
                  <a16:creationId xmlns:a16="http://schemas.microsoft.com/office/drawing/2014/main" id="{8BF6B45C-1400-F966-7E8D-16CFCB8C8C16}"/>
                </a:ext>
              </a:extLst>
            </p:cNvPr>
            <p:cNvSpPr>
              <a:spLocks noChangeShapeType="1"/>
            </p:cNvSpPr>
            <p:nvPr/>
          </p:nvSpPr>
          <p:spPr bwMode="auto">
            <a:xfrm rot="16200000">
              <a:off x="9457548"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7" name="Line 27">
              <a:extLst>
                <a:ext uri="{FF2B5EF4-FFF2-40B4-BE49-F238E27FC236}">
                  <a16:creationId xmlns:a16="http://schemas.microsoft.com/office/drawing/2014/main" id="{A462EA70-1E4B-BBE8-7673-107B6BCDF0A6}"/>
                </a:ext>
              </a:extLst>
            </p:cNvPr>
            <p:cNvSpPr>
              <a:spLocks noChangeShapeType="1"/>
            </p:cNvSpPr>
            <p:nvPr/>
          </p:nvSpPr>
          <p:spPr bwMode="auto">
            <a:xfrm>
              <a:off x="9303491"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8" name="Line 27">
              <a:extLst>
                <a:ext uri="{FF2B5EF4-FFF2-40B4-BE49-F238E27FC236}">
                  <a16:creationId xmlns:a16="http://schemas.microsoft.com/office/drawing/2014/main" id="{D12117CE-C9F0-5931-8F4F-D9E1486AEE38}"/>
                </a:ext>
              </a:extLst>
            </p:cNvPr>
            <p:cNvSpPr>
              <a:spLocks noChangeShapeType="1"/>
            </p:cNvSpPr>
            <p:nvPr/>
          </p:nvSpPr>
          <p:spPr bwMode="auto">
            <a:xfrm>
              <a:off x="9620054"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9" name="Line 27">
              <a:extLst>
                <a:ext uri="{FF2B5EF4-FFF2-40B4-BE49-F238E27FC236}">
                  <a16:creationId xmlns:a16="http://schemas.microsoft.com/office/drawing/2014/main" id="{9B56173B-572C-123D-B8A7-88D9DC82E04F}"/>
                </a:ext>
              </a:extLst>
            </p:cNvPr>
            <p:cNvSpPr>
              <a:spLocks noChangeShapeType="1"/>
            </p:cNvSpPr>
            <p:nvPr/>
          </p:nvSpPr>
          <p:spPr bwMode="auto">
            <a:xfrm rot="16200000">
              <a:off x="9774111"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0" name="Line 27">
              <a:extLst>
                <a:ext uri="{FF2B5EF4-FFF2-40B4-BE49-F238E27FC236}">
                  <a16:creationId xmlns:a16="http://schemas.microsoft.com/office/drawing/2014/main" id="{1A1F9904-7608-B3B0-B1DC-A802FFA8CA6D}"/>
                </a:ext>
              </a:extLst>
            </p:cNvPr>
            <p:cNvSpPr>
              <a:spLocks noChangeShapeType="1"/>
            </p:cNvSpPr>
            <p:nvPr/>
          </p:nvSpPr>
          <p:spPr bwMode="auto">
            <a:xfrm rot="16200000">
              <a:off x="10090672"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D1C8A223-D88F-4B68-DBF9-2C4A9590AB44}"/>
                </a:ext>
              </a:extLst>
            </p:cNvPr>
            <p:cNvSpPr>
              <a:spLocks noChangeShapeType="1"/>
            </p:cNvSpPr>
            <p:nvPr/>
          </p:nvSpPr>
          <p:spPr bwMode="auto">
            <a:xfrm>
              <a:off x="9936616"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275964CF-2044-9CA7-7BF7-5A745DCF00BE}"/>
                </a:ext>
              </a:extLst>
            </p:cNvPr>
            <p:cNvSpPr>
              <a:spLocks noChangeShapeType="1"/>
            </p:cNvSpPr>
            <p:nvPr/>
          </p:nvSpPr>
          <p:spPr bwMode="auto">
            <a:xfrm>
              <a:off x="10253177"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Line 27">
              <a:extLst>
                <a:ext uri="{FF2B5EF4-FFF2-40B4-BE49-F238E27FC236}">
                  <a16:creationId xmlns:a16="http://schemas.microsoft.com/office/drawing/2014/main" id="{18E60C2F-4CC3-05AF-BDE5-EC921E88150B}"/>
                </a:ext>
              </a:extLst>
            </p:cNvPr>
            <p:cNvSpPr>
              <a:spLocks noChangeShapeType="1"/>
            </p:cNvSpPr>
            <p:nvPr/>
          </p:nvSpPr>
          <p:spPr bwMode="auto">
            <a:xfrm rot="16200000">
              <a:off x="10407235"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FCC74C52-040E-7911-B5DC-0BF9B037A9E4}"/>
                </a:ext>
              </a:extLst>
            </p:cNvPr>
            <p:cNvSpPr>
              <a:spLocks noChangeShapeType="1"/>
            </p:cNvSpPr>
            <p:nvPr/>
          </p:nvSpPr>
          <p:spPr bwMode="auto">
            <a:xfrm rot="16200000">
              <a:off x="10723797"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Line 27">
              <a:extLst>
                <a:ext uri="{FF2B5EF4-FFF2-40B4-BE49-F238E27FC236}">
                  <a16:creationId xmlns:a16="http://schemas.microsoft.com/office/drawing/2014/main" id="{E28D4F95-8A09-B837-8BCF-A1F6288E5DD6}"/>
                </a:ext>
              </a:extLst>
            </p:cNvPr>
            <p:cNvSpPr>
              <a:spLocks noChangeShapeType="1"/>
            </p:cNvSpPr>
            <p:nvPr/>
          </p:nvSpPr>
          <p:spPr bwMode="auto">
            <a:xfrm>
              <a:off x="10569739"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22F5BBF1-7412-FD0A-F432-EFED1DEFCE15}"/>
                </a:ext>
              </a:extLst>
            </p:cNvPr>
            <p:cNvSpPr>
              <a:spLocks noChangeShapeType="1"/>
            </p:cNvSpPr>
            <p:nvPr/>
          </p:nvSpPr>
          <p:spPr bwMode="auto">
            <a:xfrm>
              <a:off x="10886302" y="4016844"/>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9" name="Line 27">
              <a:extLst>
                <a:ext uri="{FF2B5EF4-FFF2-40B4-BE49-F238E27FC236}">
                  <a16:creationId xmlns:a16="http://schemas.microsoft.com/office/drawing/2014/main" id="{B6214C96-0D69-38DF-B32B-82D88309D0E0}"/>
                </a:ext>
              </a:extLst>
            </p:cNvPr>
            <p:cNvSpPr>
              <a:spLocks noChangeShapeType="1"/>
            </p:cNvSpPr>
            <p:nvPr/>
          </p:nvSpPr>
          <p:spPr bwMode="auto">
            <a:xfrm>
              <a:off x="5820983" y="4168821"/>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Line 27">
              <a:extLst>
                <a:ext uri="{FF2B5EF4-FFF2-40B4-BE49-F238E27FC236}">
                  <a16:creationId xmlns:a16="http://schemas.microsoft.com/office/drawing/2014/main" id="{6E22216D-CFC5-EE90-CD23-B4DAA9CF3AD6}"/>
                </a:ext>
              </a:extLst>
            </p:cNvPr>
            <p:cNvSpPr>
              <a:spLocks noChangeShapeType="1"/>
            </p:cNvSpPr>
            <p:nvPr/>
          </p:nvSpPr>
          <p:spPr bwMode="auto">
            <a:xfrm rot="16200000">
              <a:off x="6291602" y="4331326"/>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1" name="Line 27">
              <a:extLst>
                <a:ext uri="{FF2B5EF4-FFF2-40B4-BE49-F238E27FC236}">
                  <a16:creationId xmlns:a16="http://schemas.microsoft.com/office/drawing/2014/main" id="{449084B9-AA45-0C6F-076C-1668A3E01B9A}"/>
                </a:ext>
              </a:extLst>
            </p:cNvPr>
            <p:cNvSpPr>
              <a:spLocks noChangeShapeType="1"/>
            </p:cNvSpPr>
            <p:nvPr/>
          </p:nvSpPr>
          <p:spPr bwMode="auto">
            <a:xfrm>
              <a:off x="6454108" y="4493831"/>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2" name="Line 27">
              <a:extLst>
                <a:ext uri="{FF2B5EF4-FFF2-40B4-BE49-F238E27FC236}">
                  <a16:creationId xmlns:a16="http://schemas.microsoft.com/office/drawing/2014/main" id="{14947514-E518-B819-3EAB-1901C175E23B}"/>
                </a:ext>
              </a:extLst>
            </p:cNvPr>
            <p:cNvSpPr>
              <a:spLocks noChangeShapeType="1"/>
            </p:cNvSpPr>
            <p:nvPr/>
          </p:nvSpPr>
          <p:spPr bwMode="auto">
            <a:xfrm rot="16200000">
              <a:off x="6924726" y="4331326"/>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3" name="Line 27">
              <a:extLst>
                <a:ext uri="{FF2B5EF4-FFF2-40B4-BE49-F238E27FC236}">
                  <a16:creationId xmlns:a16="http://schemas.microsoft.com/office/drawing/2014/main" id="{C1F3760F-812E-BF77-8010-3FDBD5EADF99}"/>
                </a:ext>
              </a:extLst>
            </p:cNvPr>
            <p:cNvSpPr>
              <a:spLocks noChangeShapeType="1"/>
            </p:cNvSpPr>
            <p:nvPr/>
          </p:nvSpPr>
          <p:spPr bwMode="auto">
            <a:xfrm>
              <a:off x="7087301" y="4168820"/>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Line 27">
              <a:extLst>
                <a:ext uri="{FF2B5EF4-FFF2-40B4-BE49-F238E27FC236}">
                  <a16:creationId xmlns:a16="http://schemas.microsoft.com/office/drawing/2014/main" id="{FFBBD479-C252-3022-CB05-6A2A03AB1CDB}"/>
                </a:ext>
              </a:extLst>
            </p:cNvPr>
            <p:cNvSpPr>
              <a:spLocks noChangeShapeType="1"/>
            </p:cNvSpPr>
            <p:nvPr/>
          </p:nvSpPr>
          <p:spPr bwMode="auto">
            <a:xfrm rot="16200000">
              <a:off x="7557920" y="4331324"/>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5" name="Line 27">
              <a:extLst>
                <a:ext uri="{FF2B5EF4-FFF2-40B4-BE49-F238E27FC236}">
                  <a16:creationId xmlns:a16="http://schemas.microsoft.com/office/drawing/2014/main" id="{D48EBA1A-D7D6-2641-65A3-0C0F13F45865}"/>
                </a:ext>
              </a:extLst>
            </p:cNvPr>
            <p:cNvSpPr>
              <a:spLocks noChangeShapeType="1"/>
            </p:cNvSpPr>
            <p:nvPr/>
          </p:nvSpPr>
          <p:spPr bwMode="auto">
            <a:xfrm>
              <a:off x="7720426" y="4493830"/>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6" name="Line 27">
              <a:extLst>
                <a:ext uri="{FF2B5EF4-FFF2-40B4-BE49-F238E27FC236}">
                  <a16:creationId xmlns:a16="http://schemas.microsoft.com/office/drawing/2014/main" id="{950DFF83-D91D-1232-8036-C7EAEA0D5C8D}"/>
                </a:ext>
              </a:extLst>
            </p:cNvPr>
            <p:cNvSpPr>
              <a:spLocks noChangeShapeType="1"/>
            </p:cNvSpPr>
            <p:nvPr/>
          </p:nvSpPr>
          <p:spPr bwMode="auto">
            <a:xfrm rot="16200000">
              <a:off x="8190972" y="4331323"/>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7" name="Line 27">
              <a:extLst>
                <a:ext uri="{FF2B5EF4-FFF2-40B4-BE49-F238E27FC236}">
                  <a16:creationId xmlns:a16="http://schemas.microsoft.com/office/drawing/2014/main" id="{3FA2D49C-6551-99A0-7BE2-EE550838C2CF}"/>
                </a:ext>
              </a:extLst>
            </p:cNvPr>
            <p:cNvSpPr>
              <a:spLocks noChangeShapeType="1"/>
            </p:cNvSpPr>
            <p:nvPr/>
          </p:nvSpPr>
          <p:spPr bwMode="auto">
            <a:xfrm>
              <a:off x="8353548" y="4168817"/>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8" name="Line 27">
              <a:extLst>
                <a:ext uri="{FF2B5EF4-FFF2-40B4-BE49-F238E27FC236}">
                  <a16:creationId xmlns:a16="http://schemas.microsoft.com/office/drawing/2014/main" id="{8519AB03-DFBD-1826-0066-58BD009C5822}"/>
                </a:ext>
              </a:extLst>
            </p:cNvPr>
            <p:cNvSpPr>
              <a:spLocks noChangeShapeType="1"/>
            </p:cNvSpPr>
            <p:nvPr/>
          </p:nvSpPr>
          <p:spPr bwMode="auto">
            <a:xfrm rot="16200000">
              <a:off x="8824166" y="4331322"/>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F6C794A2-B8DC-27AA-409D-E8481756004D}"/>
                </a:ext>
              </a:extLst>
            </p:cNvPr>
            <p:cNvSpPr>
              <a:spLocks noChangeShapeType="1"/>
            </p:cNvSpPr>
            <p:nvPr/>
          </p:nvSpPr>
          <p:spPr bwMode="auto">
            <a:xfrm>
              <a:off x="8986671" y="4493826"/>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0" name="Line 27">
              <a:extLst>
                <a:ext uri="{FF2B5EF4-FFF2-40B4-BE49-F238E27FC236}">
                  <a16:creationId xmlns:a16="http://schemas.microsoft.com/office/drawing/2014/main" id="{0E6DB371-8641-5C7F-06E0-39664CEAC0FD}"/>
                </a:ext>
              </a:extLst>
            </p:cNvPr>
            <p:cNvSpPr>
              <a:spLocks noChangeShapeType="1"/>
            </p:cNvSpPr>
            <p:nvPr/>
          </p:nvSpPr>
          <p:spPr bwMode="auto">
            <a:xfrm rot="16200000">
              <a:off x="9457220" y="4331321"/>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1" name="Line 27">
              <a:extLst>
                <a:ext uri="{FF2B5EF4-FFF2-40B4-BE49-F238E27FC236}">
                  <a16:creationId xmlns:a16="http://schemas.microsoft.com/office/drawing/2014/main" id="{0AD7D2DA-F1CB-4511-9E89-D909898F06AF}"/>
                </a:ext>
              </a:extLst>
            </p:cNvPr>
            <p:cNvSpPr>
              <a:spLocks noChangeShapeType="1"/>
            </p:cNvSpPr>
            <p:nvPr/>
          </p:nvSpPr>
          <p:spPr bwMode="auto">
            <a:xfrm>
              <a:off x="9619795" y="4168814"/>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2" name="Line 27">
              <a:extLst>
                <a:ext uri="{FF2B5EF4-FFF2-40B4-BE49-F238E27FC236}">
                  <a16:creationId xmlns:a16="http://schemas.microsoft.com/office/drawing/2014/main" id="{696276D0-B59D-BB47-660B-DA988130779A}"/>
                </a:ext>
              </a:extLst>
            </p:cNvPr>
            <p:cNvSpPr>
              <a:spLocks noChangeShapeType="1"/>
            </p:cNvSpPr>
            <p:nvPr/>
          </p:nvSpPr>
          <p:spPr bwMode="auto">
            <a:xfrm rot="16200000">
              <a:off x="10090414" y="433131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5" name="Line 27">
              <a:extLst>
                <a:ext uri="{FF2B5EF4-FFF2-40B4-BE49-F238E27FC236}">
                  <a16:creationId xmlns:a16="http://schemas.microsoft.com/office/drawing/2014/main" id="{318A0C08-0DE3-B720-DD00-D242CEE49F16}"/>
                </a:ext>
              </a:extLst>
            </p:cNvPr>
            <p:cNvSpPr>
              <a:spLocks noChangeShapeType="1"/>
            </p:cNvSpPr>
            <p:nvPr/>
          </p:nvSpPr>
          <p:spPr bwMode="auto">
            <a:xfrm>
              <a:off x="5821491" y="4684673"/>
              <a:ext cx="12663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6" name="Line 27">
              <a:extLst>
                <a:ext uri="{FF2B5EF4-FFF2-40B4-BE49-F238E27FC236}">
                  <a16:creationId xmlns:a16="http://schemas.microsoft.com/office/drawing/2014/main" id="{85C4821F-8AB3-7DAB-D1CE-055168423CC9}"/>
                </a:ext>
              </a:extLst>
            </p:cNvPr>
            <p:cNvSpPr>
              <a:spLocks noChangeShapeType="1"/>
            </p:cNvSpPr>
            <p:nvPr/>
          </p:nvSpPr>
          <p:spPr bwMode="auto">
            <a:xfrm rot="16200000">
              <a:off x="6925305" y="4847177"/>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7" name="Line 27">
              <a:extLst>
                <a:ext uri="{FF2B5EF4-FFF2-40B4-BE49-F238E27FC236}">
                  <a16:creationId xmlns:a16="http://schemas.microsoft.com/office/drawing/2014/main" id="{8A175A96-2C35-01A6-C88E-B935CF825D27}"/>
                </a:ext>
              </a:extLst>
            </p:cNvPr>
            <p:cNvSpPr>
              <a:spLocks noChangeShapeType="1"/>
            </p:cNvSpPr>
            <p:nvPr/>
          </p:nvSpPr>
          <p:spPr bwMode="auto">
            <a:xfrm>
              <a:off x="7087808" y="5009683"/>
              <a:ext cx="12662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8" name="Line 27">
              <a:extLst>
                <a:ext uri="{FF2B5EF4-FFF2-40B4-BE49-F238E27FC236}">
                  <a16:creationId xmlns:a16="http://schemas.microsoft.com/office/drawing/2014/main" id="{E32D1198-0279-54E1-EB9F-5C42FCB6780F}"/>
                </a:ext>
              </a:extLst>
            </p:cNvPr>
            <p:cNvSpPr>
              <a:spLocks noChangeShapeType="1"/>
            </p:cNvSpPr>
            <p:nvPr/>
          </p:nvSpPr>
          <p:spPr bwMode="auto">
            <a:xfrm rot="16200000">
              <a:off x="8191551" y="4847175"/>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Line 27">
              <a:extLst>
                <a:ext uri="{FF2B5EF4-FFF2-40B4-BE49-F238E27FC236}">
                  <a16:creationId xmlns:a16="http://schemas.microsoft.com/office/drawing/2014/main" id="{E83C4501-DB71-A4D9-CE9C-34B68AB800CA}"/>
                </a:ext>
              </a:extLst>
            </p:cNvPr>
            <p:cNvSpPr>
              <a:spLocks noChangeShapeType="1"/>
            </p:cNvSpPr>
            <p:nvPr/>
          </p:nvSpPr>
          <p:spPr bwMode="auto">
            <a:xfrm>
              <a:off x="8354056" y="4684667"/>
              <a:ext cx="12662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0" name="Line 27">
              <a:extLst>
                <a:ext uri="{FF2B5EF4-FFF2-40B4-BE49-F238E27FC236}">
                  <a16:creationId xmlns:a16="http://schemas.microsoft.com/office/drawing/2014/main" id="{1CA02E5A-3D0B-A54F-1161-1FE2EB91F409}"/>
                </a:ext>
              </a:extLst>
            </p:cNvPr>
            <p:cNvSpPr>
              <a:spLocks noChangeShapeType="1"/>
            </p:cNvSpPr>
            <p:nvPr/>
          </p:nvSpPr>
          <p:spPr bwMode="auto">
            <a:xfrm rot="16200000">
              <a:off x="9457799" y="4847173"/>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2" name="Line 27">
              <a:extLst>
                <a:ext uri="{FF2B5EF4-FFF2-40B4-BE49-F238E27FC236}">
                  <a16:creationId xmlns:a16="http://schemas.microsoft.com/office/drawing/2014/main" id="{4D4518CE-0250-017F-D39A-9088DBC7168F}"/>
                </a:ext>
              </a:extLst>
            </p:cNvPr>
            <p:cNvSpPr>
              <a:spLocks noChangeShapeType="1"/>
            </p:cNvSpPr>
            <p:nvPr/>
          </p:nvSpPr>
          <p:spPr bwMode="auto">
            <a:xfrm rot="16200000">
              <a:off x="11040219" y="385433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4" name="Line 27">
              <a:extLst>
                <a:ext uri="{FF2B5EF4-FFF2-40B4-BE49-F238E27FC236}">
                  <a16:creationId xmlns:a16="http://schemas.microsoft.com/office/drawing/2014/main" id="{F80E84E2-F3B3-735C-F3FD-83C0E56BC0BB}"/>
                </a:ext>
              </a:extLst>
            </p:cNvPr>
            <p:cNvSpPr>
              <a:spLocks noChangeShapeType="1"/>
            </p:cNvSpPr>
            <p:nvPr/>
          </p:nvSpPr>
          <p:spPr bwMode="auto">
            <a:xfrm>
              <a:off x="11202723" y="3691835"/>
              <a:ext cx="3165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1" name="Line 27">
              <a:extLst>
                <a:ext uri="{FF2B5EF4-FFF2-40B4-BE49-F238E27FC236}">
                  <a16:creationId xmlns:a16="http://schemas.microsoft.com/office/drawing/2014/main" id="{7006EA4C-032F-9E72-2286-B31554699D2A}"/>
                </a:ext>
              </a:extLst>
            </p:cNvPr>
            <p:cNvSpPr>
              <a:spLocks noChangeShapeType="1"/>
            </p:cNvSpPr>
            <p:nvPr/>
          </p:nvSpPr>
          <p:spPr bwMode="auto">
            <a:xfrm>
              <a:off x="5820640" y="5191076"/>
              <a:ext cx="2532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2" name="Line 27">
              <a:extLst>
                <a:ext uri="{FF2B5EF4-FFF2-40B4-BE49-F238E27FC236}">
                  <a16:creationId xmlns:a16="http://schemas.microsoft.com/office/drawing/2014/main" id="{9EB36157-8B0F-B89E-BC93-9BE5B23441EC}"/>
                </a:ext>
              </a:extLst>
            </p:cNvPr>
            <p:cNvSpPr>
              <a:spLocks noChangeShapeType="1"/>
            </p:cNvSpPr>
            <p:nvPr/>
          </p:nvSpPr>
          <p:spPr bwMode="auto">
            <a:xfrm rot="16200000">
              <a:off x="8190631" y="5353580"/>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3" name="Line 27">
              <a:extLst>
                <a:ext uri="{FF2B5EF4-FFF2-40B4-BE49-F238E27FC236}">
                  <a16:creationId xmlns:a16="http://schemas.microsoft.com/office/drawing/2014/main" id="{F491619D-5ADD-9062-ABE5-EAE046829CBF}"/>
                </a:ext>
              </a:extLst>
            </p:cNvPr>
            <p:cNvSpPr>
              <a:spLocks noChangeShapeType="1"/>
            </p:cNvSpPr>
            <p:nvPr/>
          </p:nvSpPr>
          <p:spPr bwMode="auto">
            <a:xfrm>
              <a:off x="8353136" y="5516084"/>
              <a:ext cx="25278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4" name="Line 27">
              <a:extLst>
                <a:ext uri="{FF2B5EF4-FFF2-40B4-BE49-F238E27FC236}">
                  <a16:creationId xmlns:a16="http://schemas.microsoft.com/office/drawing/2014/main" id="{642C85BC-3491-FE82-298E-D245ADD0B132}"/>
                </a:ext>
              </a:extLst>
            </p:cNvPr>
            <p:cNvSpPr>
              <a:spLocks noChangeShapeType="1"/>
            </p:cNvSpPr>
            <p:nvPr/>
          </p:nvSpPr>
          <p:spPr bwMode="auto">
            <a:xfrm>
              <a:off x="5821311" y="6014349"/>
              <a:ext cx="44313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5" name="Line 27">
              <a:extLst>
                <a:ext uri="{FF2B5EF4-FFF2-40B4-BE49-F238E27FC236}">
                  <a16:creationId xmlns:a16="http://schemas.microsoft.com/office/drawing/2014/main" id="{DEE036BA-9A55-A58C-D2AB-9DDBECD872F6}"/>
                </a:ext>
              </a:extLst>
            </p:cNvPr>
            <p:cNvSpPr>
              <a:spLocks noChangeShapeType="1"/>
            </p:cNvSpPr>
            <p:nvPr/>
          </p:nvSpPr>
          <p:spPr bwMode="auto">
            <a:xfrm rot="16200000">
              <a:off x="10090088" y="5859477"/>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6" name="Line 27">
              <a:extLst>
                <a:ext uri="{FF2B5EF4-FFF2-40B4-BE49-F238E27FC236}">
                  <a16:creationId xmlns:a16="http://schemas.microsoft.com/office/drawing/2014/main" id="{02FA9C81-F8F5-F24F-86ED-FF31FEE5A013}"/>
                </a:ext>
              </a:extLst>
            </p:cNvPr>
            <p:cNvSpPr>
              <a:spLocks noChangeShapeType="1"/>
            </p:cNvSpPr>
            <p:nvPr/>
          </p:nvSpPr>
          <p:spPr bwMode="auto">
            <a:xfrm>
              <a:off x="10252592" y="5689331"/>
              <a:ext cx="62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7" name="Line 27">
              <a:extLst>
                <a:ext uri="{FF2B5EF4-FFF2-40B4-BE49-F238E27FC236}">
                  <a16:creationId xmlns:a16="http://schemas.microsoft.com/office/drawing/2014/main" id="{2C23727B-4825-788F-FB16-9BB51C30F781}"/>
                </a:ext>
              </a:extLst>
            </p:cNvPr>
            <p:cNvSpPr>
              <a:spLocks noChangeShapeType="1"/>
            </p:cNvSpPr>
            <p:nvPr/>
          </p:nvSpPr>
          <p:spPr bwMode="auto">
            <a:xfrm rot="16200000">
              <a:off x="10718480" y="5851836"/>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8" name="Line 27">
              <a:extLst>
                <a:ext uri="{FF2B5EF4-FFF2-40B4-BE49-F238E27FC236}">
                  <a16:creationId xmlns:a16="http://schemas.microsoft.com/office/drawing/2014/main" id="{196CB30D-4551-3117-A123-6AD0321BDBC2}"/>
                </a:ext>
              </a:extLst>
            </p:cNvPr>
            <p:cNvSpPr>
              <a:spLocks noChangeShapeType="1"/>
            </p:cNvSpPr>
            <p:nvPr/>
          </p:nvSpPr>
          <p:spPr bwMode="auto">
            <a:xfrm>
              <a:off x="10880984" y="6014341"/>
              <a:ext cx="575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8508957B-B2D5-B5DA-109C-64087C53C442}"/>
                    </a:ext>
                  </a:extLst>
                </p:cNvPr>
                <p:cNvSpPr txBox="1"/>
                <p:nvPr/>
              </p:nvSpPr>
              <p:spPr>
                <a:xfrm>
                  <a:off x="5338800" y="3624643"/>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179" name="文本框 178">
                  <a:extLst>
                    <a:ext uri="{FF2B5EF4-FFF2-40B4-BE49-F238E27FC236}">
                      <a16:creationId xmlns:a16="http://schemas.microsoft.com/office/drawing/2014/main" id="{8508957B-B2D5-B5DA-109C-64087C53C442}"/>
                    </a:ext>
                  </a:extLst>
                </p:cNvPr>
                <p:cNvSpPr txBox="1">
                  <a:spLocks noRot="1" noChangeAspect="1" noMove="1" noResize="1" noEditPoints="1" noAdjustHandles="1" noChangeArrowheads="1" noChangeShapeType="1" noTextEdit="1"/>
                </p:cNvSpPr>
                <p:nvPr/>
              </p:nvSpPr>
              <p:spPr>
                <a:xfrm>
                  <a:off x="5338800" y="3624643"/>
                  <a:ext cx="566365" cy="530067"/>
                </a:xfrm>
                <a:prstGeom prst="rect">
                  <a:avLst/>
                </a:prstGeom>
                <a:blipFill>
                  <a:blip r:embed="rId3"/>
                  <a:stretch>
                    <a:fillRect l="-75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624AEB10-5E93-F3CA-699F-D48D95F767CA}"/>
                    </a:ext>
                  </a:extLst>
                </p:cNvPr>
                <p:cNvSpPr txBox="1"/>
                <p:nvPr/>
              </p:nvSpPr>
              <p:spPr>
                <a:xfrm>
                  <a:off x="5338800" y="4617481"/>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80" name="文本框 179">
                  <a:extLst>
                    <a:ext uri="{FF2B5EF4-FFF2-40B4-BE49-F238E27FC236}">
                      <a16:creationId xmlns:a16="http://schemas.microsoft.com/office/drawing/2014/main" id="{624AEB10-5E93-F3CA-699F-D48D95F767CA}"/>
                    </a:ext>
                  </a:extLst>
                </p:cNvPr>
                <p:cNvSpPr txBox="1">
                  <a:spLocks noRot="1" noChangeAspect="1" noMove="1" noResize="1" noEditPoints="1" noAdjustHandles="1" noChangeArrowheads="1" noChangeShapeType="1" noTextEdit="1"/>
                </p:cNvSpPr>
                <p:nvPr/>
              </p:nvSpPr>
              <p:spPr>
                <a:xfrm>
                  <a:off x="5338800" y="4617481"/>
                  <a:ext cx="566365" cy="530067"/>
                </a:xfrm>
                <a:prstGeom prst="rect">
                  <a:avLst/>
                </a:prstGeom>
                <a:blipFill>
                  <a:blip r:embed="rId4"/>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F6235965-6A27-B4B3-1224-51C359F894FF}"/>
                    </a:ext>
                  </a:extLst>
                </p:cNvPr>
                <p:cNvSpPr txBox="1"/>
                <p:nvPr/>
              </p:nvSpPr>
              <p:spPr>
                <a:xfrm>
                  <a:off x="5338800" y="4094941"/>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b="0" i="0"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81" name="文本框 180">
                  <a:extLst>
                    <a:ext uri="{FF2B5EF4-FFF2-40B4-BE49-F238E27FC236}">
                      <a16:creationId xmlns:a16="http://schemas.microsoft.com/office/drawing/2014/main" id="{F6235965-6A27-B4B3-1224-51C359F894FF}"/>
                    </a:ext>
                  </a:extLst>
                </p:cNvPr>
                <p:cNvSpPr txBox="1">
                  <a:spLocks noRot="1" noChangeAspect="1" noMove="1" noResize="1" noEditPoints="1" noAdjustHandles="1" noChangeArrowheads="1" noChangeShapeType="1" noTextEdit="1"/>
                </p:cNvSpPr>
                <p:nvPr/>
              </p:nvSpPr>
              <p:spPr>
                <a:xfrm>
                  <a:off x="5338800" y="4094941"/>
                  <a:ext cx="566365" cy="530067"/>
                </a:xfrm>
                <a:prstGeom prst="rect">
                  <a:avLst/>
                </a:prstGeom>
                <a:blipFill>
                  <a:blip r:embed="rId5"/>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767C79B5-0ECB-7760-D298-CB830C5944CB}"/>
                    </a:ext>
                  </a:extLst>
                </p:cNvPr>
                <p:cNvSpPr txBox="1"/>
                <p:nvPr/>
              </p:nvSpPr>
              <p:spPr>
                <a:xfrm>
                  <a:off x="5338800" y="5116894"/>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82" name="文本框 181">
                  <a:extLst>
                    <a:ext uri="{FF2B5EF4-FFF2-40B4-BE49-F238E27FC236}">
                      <a16:creationId xmlns:a16="http://schemas.microsoft.com/office/drawing/2014/main" id="{767C79B5-0ECB-7760-D298-CB830C5944CB}"/>
                    </a:ext>
                  </a:extLst>
                </p:cNvPr>
                <p:cNvSpPr txBox="1">
                  <a:spLocks noRot="1" noChangeAspect="1" noMove="1" noResize="1" noEditPoints="1" noAdjustHandles="1" noChangeArrowheads="1" noChangeShapeType="1" noTextEdit="1"/>
                </p:cNvSpPr>
                <p:nvPr/>
              </p:nvSpPr>
              <p:spPr>
                <a:xfrm>
                  <a:off x="5338800" y="5116894"/>
                  <a:ext cx="566365" cy="530067"/>
                </a:xfrm>
                <a:prstGeom prst="rect">
                  <a:avLst/>
                </a:prstGeom>
                <a:blipFill>
                  <a:blip r:embed="rId6"/>
                  <a:stretch>
                    <a:fillRect l="-11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D2373BC1-5507-D406-F1D2-B746DA6C8069}"/>
                    </a:ext>
                  </a:extLst>
                </p:cNvPr>
                <p:cNvSpPr txBox="1"/>
                <p:nvPr/>
              </p:nvSpPr>
              <p:spPr>
                <a:xfrm>
                  <a:off x="5338800" y="5630948"/>
                  <a:ext cx="566365" cy="530067"/>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183" name="文本框 182">
                  <a:extLst>
                    <a:ext uri="{FF2B5EF4-FFF2-40B4-BE49-F238E27FC236}">
                      <a16:creationId xmlns:a16="http://schemas.microsoft.com/office/drawing/2014/main" id="{D2373BC1-5507-D406-F1D2-B746DA6C8069}"/>
                    </a:ext>
                  </a:extLst>
                </p:cNvPr>
                <p:cNvSpPr txBox="1">
                  <a:spLocks noRot="1" noChangeAspect="1" noMove="1" noResize="1" noEditPoints="1" noAdjustHandles="1" noChangeArrowheads="1" noChangeShapeType="1" noTextEdit="1"/>
                </p:cNvSpPr>
                <p:nvPr/>
              </p:nvSpPr>
              <p:spPr>
                <a:xfrm>
                  <a:off x="5338800" y="5630948"/>
                  <a:ext cx="566365" cy="530067"/>
                </a:xfrm>
                <a:prstGeom prst="rect">
                  <a:avLst/>
                </a:prstGeom>
                <a:blipFill>
                  <a:blip r:embed="rId7"/>
                  <a:stretch>
                    <a:fillRect/>
                  </a:stretch>
                </a:blipFill>
              </p:spPr>
              <p:txBody>
                <a:bodyPr/>
                <a:lstStyle/>
                <a:p>
                  <a:r>
                    <a:rPr lang="zh-CN" altLang="en-US">
                      <a:noFill/>
                    </a:rPr>
                    <a:t> </a:t>
                  </a:r>
                </a:p>
              </p:txBody>
            </p:sp>
          </mc:Fallback>
        </mc:AlternateContent>
        <p:sp>
          <p:nvSpPr>
            <p:cNvPr id="204" name="文本框 203">
              <a:extLst>
                <a:ext uri="{FF2B5EF4-FFF2-40B4-BE49-F238E27FC236}">
                  <a16:creationId xmlns:a16="http://schemas.microsoft.com/office/drawing/2014/main" id="{779A3358-A448-BC1E-F197-4362AC3E08B9}"/>
                </a:ext>
              </a:extLst>
            </p:cNvPr>
            <p:cNvSpPr txBox="1"/>
            <p:nvPr/>
          </p:nvSpPr>
          <p:spPr>
            <a:xfrm>
              <a:off x="6329057" y="3327958"/>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205" name="文本框 204">
              <a:extLst>
                <a:ext uri="{FF2B5EF4-FFF2-40B4-BE49-F238E27FC236}">
                  <a16:creationId xmlns:a16="http://schemas.microsoft.com/office/drawing/2014/main" id="{7D4E131E-9288-50DF-F95F-61220C79EB7C}"/>
                </a:ext>
              </a:extLst>
            </p:cNvPr>
            <p:cNvSpPr txBox="1"/>
            <p:nvPr/>
          </p:nvSpPr>
          <p:spPr>
            <a:xfrm>
              <a:off x="6961971" y="3327957"/>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206" name="文本框 205">
              <a:extLst>
                <a:ext uri="{FF2B5EF4-FFF2-40B4-BE49-F238E27FC236}">
                  <a16:creationId xmlns:a16="http://schemas.microsoft.com/office/drawing/2014/main" id="{C3D6FA35-B374-1DC7-29F7-9D1D705899D7}"/>
                </a:ext>
              </a:extLst>
            </p:cNvPr>
            <p:cNvSpPr txBox="1"/>
            <p:nvPr/>
          </p:nvSpPr>
          <p:spPr>
            <a:xfrm>
              <a:off x="7595025" y="3322500"/>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207" name="文本框 206">
              <a:extLst>
                <a:ext uri="{FF2B5EF4-FFF2-40B4-BE49-F238E27FC236}">
                  <a16:creationId xmlns:a16="http://schemas.microsoft.com/office/drawing/2014/main" id="{3B937641-ABC4-4A0D-F64F-5E92B1ADDC28}"/>
                </a:ext>
              </a:extLst>
            </p:cNvPr>
            <p:cNvSpPr txBox="1"/>
            <p:nvPr/>
          </p:nvSpPr>
          <p:spPr>
            <a:xfrm>
              <a:off x="8228289" y="3327957"/>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208" name="文本框 207">
              <a:extLst>
                <a:ext uri="{FF2B5EF4-FFF2-40B4-BE49-F238E27FC236}">
                  <a16:creationId xmlns:a16="http://schemas.microsoft.com/office/drawing/2014/main" id="{5A855691-6A07-402B-4BD8-F2A40E6EE241}"/>
                </a:ext>
              </a:extLst>
            </p:cNvPr>
            <p:cNvSpPr txBox="1"/>
            <p:nvPr/>
          </p:nvSpPr>
          <p:spPr>
            <a:xfrm>
              <a:off x="8863234" y="3327952"/>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p:txBody>
        </p:sp>
        <p:sp>
          <p:nvSpPr>
            <p:cNvPr id="209" name="文本框 208">
              <a:extLst>
                <a:ext uri="{FF2B5EF4-FFF2-40B4-BE49-F238E27FC236}">
                  <a16:creationId xmlns:a16="http://schemas.microsoft.com/office/drawing/2014/main" id="{3382ECB0-E52E-1787-58DB-43524ACFD02A}"/>
                </a:ext>
              </a:extLst>
            </p:cNvPr>
            <p:cNvSpPr txBox="1"/>
            <p:nvPr/>
          </p:nvSpPr>
          <p:spPr>
            <a:xfrm>
              <a:off x="9494992" y="3325971"/>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
          <p:nvSpPr>
            <p:cNvPr id="210" name="文本框 209">
              <a:extLst>
                <a:ext uri="{FF2B5EF4-FFF2-40B4-BE49-F238E27FC236}">
                  <a16:creationId xmlns:a16="http://schemas.microsoft.com/office/drawing/2014/main" id="{9487860F-82EE-BBE6-F834-CC7FC90A61FD}"/>
                </a:ext>
              </a:extLst>
            </p:cNvPr>
            <p:cNvSpPr txBox="1"/>
            <p:nvPr/>
          </p:nvSpPr>
          <p:spPr>
            <a:xfrm>
              <a:off x="10128046" y="3320984"/>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7</a:t>
              </a:r>
              <a:endParaRPr lang="zh-CN" altLang="en-US" dirty="0">
                <a:latin typeface="微软雅黑" panose="020B0503020204020204" pitchFamily="34" charset="-122"/>
                <a:ea typeface="微软雅黑" panose="020B0503020204020204" pitchFamily="34" charset="-122"/>
              </a:endParaRPr>
            </a:p>
          </p:txBody>
        </p:sp>
        <p:sp>
          <p:nvSpPr>
            <p:cNvPr id="211" name="文本框 210">
              <a:extLst>
                <a:ext uri="{FF2B5EF4-FFF2-40B4-BE49-F238E27FC236}">
                  <a16:creationId xmlns:a16="http://schemas.microsoft.com/office/drawing/2014/main" id="{E8A2F0E6-2EB0-3E76-7067-3324D2C00EA9}"/>
                </a:ext>
              </a:extLst>
            </p:cNvPr>
            <p:cNvSpPr txBox="1"/>
            <p:nvPr/>
          </p:nvSpPr>
          <p:spPr>
            <a:xfrm>
              <a:off x="10761415" y="3322495"/>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8</a:t>
              </a:r>
              <a:endParaRPr lang="zh-CN" altLang="en-US" dirty="0">
                <a:latin typeface="微软雅黑" panose="020B0503020204020204" pitchFamily="34" charset="-122"/>
                <a:ea typeface="微软雅黑" panose="020B0503020204020204" pitchFamily="34" charset="-122"/>
              </a:endParaRPr>
            </a:p>
          </p:txBody>
        </p:sp>
        <p:sp>
          <p:nvSpPr>
            <p:cNvPr id="226" name="Line 27">
              <a:extLst>
                <a:ext uri="{FF2B5EF4-FFF2-40B4-BE49-F238E27FC236}">
                  <a16:creationId xmlns:a16="http://schemas.microsoft.com/office/drawing/2014/main" id="{AF59FCBB-910D-84C6-7FED-5BFAF1A97686}"/>
                </a:ext>
              </a:extLst>
            </p:cNvPr>
            <p:cNvSpPr>
              <a:spLocks noChangeShapeType="1"/>
            </p:cNvSpPr>
            <p:nvPr/>
          </p:nvSpPr>
          <p:spPr bwMode="auto">
            <a:xfrm>
              <a:off x="10252477" y="4493824"/>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8" name="Line 27">
              <a:extLst>
                <a:ext uri="{FF2B5EF4-FFF2-40B4-BE49-F238E27FC236}">
                  <a16:creationId xmlns:a16="http://schemas.microsoft.com/office/drawing/2014/main" id="{C994D44F-E68F-1A39-07C6-C266D242297C}"/>
                </a:ext>
              </a:extLst>
            </p:cNvPr>
            <p:cNvSpPr>
              <a:spLocks noChangeShapeType="1"/>
            </p:cNvSpPr>
            <p:nvPr/>
          </p:nvSpPr>
          <p:spPr bwMode="auto">
            <a:xfrm rot="16200000">
              <a:off x="10721582" y="433131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9" name="Line 27">
              <a:extLst>
                <a:ext uri="{FF2B5EF4-FFF2-40B4-BE49-F238E27FC236}">
                  <a16:creationId xmlns:a16="http://schemas.microsoft.com/office/drawing/2014/main" id="{C453B9A9-E991-9112-4C53-E0D8BD445E86}"/>
                </a:ext>
              </a:extLst>
            </p:cNvPr>
            <p:cNvSpPr>
              <a:spLocks noChangeShapeType="1"/>
            </p:cNvSpPr>
            <p:nvPr/>
          </p:nvSpPr>
          <p:spPr bwMode="auto">
            <a:xfrm>
              <a:off x="10885087" y="4168812"/>
              <a:ext cx="6331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1" name="Line 27">
              <a:extLst>
                <a:ext uri="{FF2B5EF4-FFF2-40B4-BE49-F238E27FC236}">
                  <a16:creationId xmlns:a16="http://schemas.microsoft.com/office/drawing/2014/main" id="{342CB7F9-4018-0721-08A0-6998642C1BB0}"/>
                </a:ext>
              </a:extLst>
            </p:cNvPr>
            <p:cNvSpPr>
              <a:spLocks noChangeShapeType="1"/>
            </p:cNvSpPr>
            <p:nvPr/>
          </p:nvSpPr>
          <p:spPr bwMode="auto">
            <a:xfrm>
              <a:off x="9619565" y="5009678"/>
              <a:ext cx="12662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2" name="Line 27">
              <a:extLst>
                <a:ext uri="{FF2B5EF4-FFF2-40B4-BE49-F238E27FC236}">
                  <a16:creationId xmlns:a16="http://schemas.microsoft.com/office/drawing/2014/main" id="{6FC62E12-B1EA-A835-51B9-6131DBDB9956}"/>
                </a:ext>
              </a:extLst>
            </p:cNvPr>
            <p:cNvSpPr>
              <a:spLocks noChangeShapeType="1"/>
            </p:cNvSpPr>
            <p:nvPr/>
          </p:nvSpPr>
          <p:spPr bwMode="auto">
            <a:xfrm rot="16200000">
              <a:off x="10722759" y="4847173"/>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3" name="Line 27">
              <a:extLst>
                <a:ext uri="{FF2B5EF4-FFF2-40B4-BE49-F238E27FC236}">
                  <a16:creationId xmlns:a16="http://schemas.microsoft.com/office/drawing/2014/main" id="{8F3338C3-96D1-7B0C-EC7D-42525F0D6BBB}"/>
                </a:ext>
              </a:extLst>
            </p:cNvPr>
            <p:cNvSpPr>
              <a:spLocks noChangeShapeType="1"/>
            </p:cNvSpPr>
            <p:nvPr/>
          </p:nvSpPr>
          <p:spPr bwMode="auto">
            <a:xfrm>
              <a:off x="10885264" y="4684665"/>
              <a:ext cx="6340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5" name="Line 27">
              <a:extLst>
                <a:ext uri="{FF2B5EF4-FFF2-40B4-BE49-F238E27FC236}">
                  <a16:creationId xmlns:a16="http://schemas.microsoft.com/office/drawing/2014/main" id="{9F41BB13-2E0C-480B-2D1D-43E3DA9E1015}"/>
                </a:ext>
              </a:extLst>
            </p:cNvPr>
            <p:cNvSpPr>
              <a:spLocks noChangeShapeType="1"/>
            </p:cNvSpPr>
            <p:nvPr/>
          </p:nvSpPr>
          <p:spPr bwMode="auto">
            <a:xfrm rot="16200000">
              <a:off x="10723377" y="5353579"/>
              <a:ext cx="3250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6" name="Line 27">
              <a:extLst>
                <a:ext uri="{FF2B5EF4-FFF2-40B4-BE49-F238E27FC236}">
                  <a16:creationId xmlns:a16="http://schemas.microsoft.com/office/drawing/2014/main" id="{857B973F-87EB-D197-19EA-3AEAD2500B8D}"/>
                </a:ext>
              </a:extLst>
            </p:cNvPr>
            <p:cNvSpPr>
              <a:spLocks noChangeShapeType="1"/>
            </p:cNvSpPr>
            <p:nvPr/>
          </p:nvSpPr>
          <p:spPr bwMode="auto">
            <a:xfrm>
              <a:off x="10885882" y="5191071"/>
              <a:ext cx="6340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7" name="文本框 236">
              <a:extLst>
                <a:ext uri="{FF2B5EF4-FFF2-40B4-BE49-F238E27FC236}">
                  <a16:creationId xmlns:a16="http://schemas.microsoft.com/office/drawing/2014/main" id="{93C1B8B7-D1A2-6482-8EE4-BDE0FDAC9AEC}"/>
                </a:ext>
              </a:extLst>
            </p:cNvPr>
            <p:cNvSpPr txBox="1"/>
            <p:nvPr/>
          </p:nvSpPr>
          <p:spPr>
            <a:xfrm>
              <a:off x="5738400" y="3321008"/>
              <a:ext cx="440959" cy="369332"/>
            </a:xfrm>
            <a:prstGeom prst="rect">
              <a:avLst/>
            </a:prstGeom>
            <a:noFill/>
          </p:spPr>
          <p:txBody>
            <a:bodyPr wrap="square">
              <a:spAutoFit/>
            </a:bodyP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sp>
        <p:nvSpPr>
          <p:cNvPr id="239" name="文本框 238">
            <a:extLst>
              <a:ext uri="{FF2B5EF4-FFF2-40B4-BE49-F238E27FC236}">
                <a16:creationId xmlns:a16="http://schemas.microsoft.com/office/drawing/2014/main" id="{2F614290-DC82-FF04-482F-A88A0FD1AF8E}"/>
              </a:ext>
            </a:extLst>
          </p:cNvPr>
          <p:cNvSpPr txBox="1"/>
          <p:nvPr/>
        </p:nvSpPr>
        <p:spPr>
          <a:xfrm>
            <a:off x="10152000" y="6228000"/>
            <a:ext cx="1219100" cy="369332"/>
          </a:xfrm>
          <a:prstGeom prst="rect">
            <a:avLst/>
          </a:prstGeom>
          <a:noFill/>
        </p:spPr>
        <p:txBody>
          <a:bodyPr wrap="square">
            <a:spAutoFit/>
          </a:bodyPr>
          <a:lstStyle/>
          <a:p>
            <a:pPr algn="ctr"/>
            <a:r>
              <a:rPr lang="zh-CN" altLang="en-US" sz="1800" dirty="0">
                <a:solidFill>
                  <a:schemeClr val="accent5">
                    <a:lumMod val="75000"/>
                  </a:schemeClr>
                </a:solidFill>
                <a:latin typeface="Cambria Math" panose="02040503050406030204" pitchFamily="18" charset="0"/>
                <a:ea typeface="微软雅黑" panose="020B0503020204020204" pitchFamily="34" charset="-122"/>
              </a:rPr>
              <a:t>忽略延迟</a:t>
            </a:r>
            <a:endParaRPr lang="zh-CN" altLang="en-US" dirty="0">
              <a:solidFill>
                <a:schemeClr val="accent5">
                  <a:lumMod val="75000"/>
                </a:schemeClr>
              </a:solidFill>
            </a:endParaRPr>
          </a:p>
        </p:txBody>
      </p:sp>
      <p:sp>
        <p:nvSpPr>
          <p:cNvPr id="9" name="标题 1">
            <a:extLst>
              <a:ext uri="{FF2B5EF4-FFF2-40B4-BE49-F238E27FC236}">
                <a16:creationId xmlns:a16="http://schemas.microsoft.com/office/drawing/2014/main" id="{7E795BB8-1169-4F40-8508-FFF0D4BE954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D472371-74AC-5F12-B509-DC425EE746AB}"/>
                  </a:ext>
                </a:extLst>
              </p:cNvPr>
              <p:cNvSpPr txBox="1"/>
              <p:nvPr/>
            </p:nvSpPr>
            <p:spPr>
              <a:xfrm>
                <a:off x="360000" y="4320000"/>
                <a:ext cx="4680686" cy="1818575"/>
              </a:xfrm>
              <a:prstGeom prst="rect">
                <a:avLst/>
              </a:prstGeom>
              <a:noFill/>
            </p:spPr>
            <p:txBody>
              <a:bodyPr wrap="square">
                <a:spAutoFit/>
              </a:bodyPr>
              <a:lstStyle/>
              <a:p>
                <a:pPr lvl="2"/>
                <a14:m>
                  <m:oMath xmlns:m="http://schemas.openxmlformats.org/officeDocument/2006/math">
                    <m:sSub>
                      <m:sSubPr>
                        <m:ctrlPr>
                          <a:rPr lang="en-US" altLang="zh-CN" sz="2800" i="1" smtClean="0">
                            <a:solidFill>
                              <a:srgbClr val="002060"/>
                            </a:solidFill>
                            <a:latin typeface="Cambria Math" panose="02040503050406030204" pitchFamily="18" charset="0"/>
                            <a:ea typeface="微软雅黑" panose="020B0503020204020204" pitchFamily="34" charset="-122"/>
                          </a:rPr>
                        </m:ctrlPr>
                      </m:sSubPr>
                      <m:e>
                        <m:r>
                          <m:rPr>
                            <m:sty m:val="p"/>
                          </m:rPr>
                          <a:rPr lang="en-US" altLang="zh-CN" sz="2800" b="0" i="0" smtClean="0">
                            <a:solidFill>
                              <a:srgbClr val="002060"/>
                            </a:solidFill>
                            <a:latin typeface="Cambria Math" panose="02040503050406030204" pitchFamily="18" charset="0"/>
                            <a:ea typeface="微软雅黑" panose="020B0503020204020204" pitchFamily="34" charset="-122"/>
                          </a:rPr>
                          <m:t>T</m:t>
                        </m:r>
                      </m:e>
                      <m:sub>
                        <m:r>
                          <a:rPr lang="en-US" altLang="zh-CN" sz="2800" i="0">
                            <a:solidFill>
                              <a:srgbClr val="002060"/>
                            </a:solidFill>
                            <a:latin typeface="Cambria Math" panose="02040503050406030204" pitchFamily="18" charset="0"/>
                            <a:ea typeface="微软雅黑" panose="020B0503020204020204" pitchFamily="34" charset="-122"/>
                          </a:rPr>
                          <m:t>0</m:t>
                        </m:r>
                      </m:sub>
                    </m:sSub>
                    <m:r>
                      <a:rPr lang="en-US" altLang="zh-CN" sz="2800" i="1">
                        <a:solidFill>
                          <a:srgbClr val="002060"/>
                        </a:solidFill>
                        <a:latin typeface="Cambria Math" panose="02040503050406030204" pitchFamily="18" charset="0"/>
                        <a:ea typeface="微软雅黑" panose="020B0503020204020204" pitchFamily="34" charset="-122"/>
                      </a:rPr>
                      <m:t>=1</m:t>
                    </m:r>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1</m:t>
                        </m:r>
                      </m:sub>
                    </m:sSub>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0</m:t>
                            </m:r>
                          </m:sub>
                        </m:sSub>
                      </m:e>
                    </m:acc>
                  </m:oMath>
                </a14:m>
                <a:r>
                  <a:rPr lang="en-US" altLang="zh-CN" sz="2800" dirty="0">
                    <a:solidFill>
                      <a:srgbClr val="002060"/>
                    </a:solidFill>
                  </a:rPr>
                  <a:t>  </a:t>
                </a:r>
              </a:p>
              <a:p>
                <a:pPr lvl="2"/>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T</m:t>
                        </m:r>
                      </m:e>
                      <m:sub>
                        <m:r>
                          <a:rPr lang="en-US" altLang="zh-CN" sz="2800" i="1" smtClean="0">
                            <a:solidFill>
                              <a:srgbClr val="002060"/>
                            </a:solidFill>
                            <a:latin typeface="Cambria Math" panose="02040503050406030204" pitchFamily="18" charset="0"/>
                            <a:ea typeface="微软雅黑" panose="020B0503020204020204" pitchFamily="34" charset="-122"/>
                          </a:rPr>
                          <m:t>2</m:t>
                        </m:r>
                      </m:sub>
                    </m:sSub>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b="0" i="1" smtClean="0">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a:solidFill>
                                  <a:srgbClr val="002060"/>
                                </a:solidFill>
                                <a:latin typeface="Cambria Math" panose="02040503050406030204" pitchFamily="18" charset="0"/>
                                <a:ea typeface="微软雅黑" panose="020B0503020204020204" pitchFamily="34" charset="-122"/>
                              </a:rPr>
                              <m:t>0</m:t>
                            </m:r>
                          </m:sub>
                        </m:sSub>
                      </m:e>
                    </m:acc>
                  </m:oMath>
                </a14:m>
                <a:r>
                  <a:rPr lang="en-US" altLang="zh-CN" sz="2800" dirty="0">
                    <a:solidFill>
                      <a:srgbClr val="002060"/>
                    </a:solidFill>
                  </a:rPr>
                  <a:t>  </a:t>
                </a:r>
              </a:p>
              <a:p>
                <a:pPr lvl="2"/>
                <a14:m>
                  <m:oMath xmlns:m="http://schemas.openxmlformats.org/officeDocument/2006/math">
                    <m:r>
                      <m:rPr>
                        <m:sty m:val="p"/>
                      </m:rPr>
                      <a:rPr lang="en-US" altLang="zh-CN" sz="2800" b="0" i="0" smtClean="0">
                        <a:solidFill>
                          <a:srgbClr val="002060"/>
                        </a:solidFill>
                        <a:latin typeface="Cambria Math" panose="02040503050406030204" pitchFamily="18" charset="0"/>
                        <a:ea typeface="微软雅黑" panose="020B0503020204020204" pitchFamily="34" charset="-122"/>
                      </a:rPr>
                      <m:t>C</m:t>
                    </m:r>
                    <m:r>
                      <a:rPr lang="en-US" altLang="zh-CN" sz="2800" i="1">
                        <a:solidFill>
                          <a:srgbClr val="002060"/>
                        </a:solidFill>
                        <a:latin typeface="Cambria Math" panose="02040503050406030204" pitchFamily="18" charset="0"/>
                        <a:ea typeface="微软雅黑" panose="020B0503020204020204" pitchFamily="34" charset="-122"/>
                      </a:rPr>
                      <m:t>=</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2</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r>
                      <a:rPr lang="en-US" altLang="zh-CN" sz="2800" b="0" i="1"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800" i="1">
                            <a:solidFill>
                              <a:srgbClr val="002060"/>
                            </a:solidFill>
                            <a:latin typeface="Cambria Math" panose="02040503050406030204" pitchFamily="18" charset="0"/>
                            <a:ea typeface="微软雅黑" panose="020B0503020204020204" pitchFamily="34" charset="-122"/>
                          </a:rPr>
                        </m:ctrlPr>
                      </m:accPr>
                      <m:e>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m:rPr>
                                <m:sty m:val="p"/>
                              </m:rPr>
                              <a:rPr lang="en-US" altLang="zh-CN" sz="2800">
                                <a:solidFill>
                                  <a:srgbClr val="002060"/>
                                </a:solidFill>
                                <a:latin typeface="Cambria Math" panose="02040503050406030204" pitchFamily="18" charset="0"/>
                                <a:ea typeface="微软雅黑" panose="020B0503020204020204" pitchFamily="34" charset="-122"/>
                              </a:rPr>
                              <m:t>Q</m:t>
                            </m:r>
                          </m:e>
                          <m:sub>
                            <m:r>
                              <a:rPr lang="en-US" altLang="zh-CN" sz="2800" i="1">
                                <a:solidFill>
                                  <a:srgbClr val="002060"/>
                                </a:solidFill>
                                <a:latin typeface="Cambria Math" panose="02040503050406030204" pitchFamily="18" charset="0"/>
                                <a:ea typeface="微软雅黑" panose="020B0503020204020204" pitchFamily="34" charset="-122"/>
                              </a:rPr>
                              <m:t>1</m:t>
                            </m:r>
                          </m:sub>
                        </m:sSub>
                      </m:e>
                    </m:acc>
                  </m:oMath>
                </a14:m>
                <a:r>
                  <a:rPr lang="en-US" altLang="zh-CN" sz="2800" dirty="0">
                    <a:solidFill>
                      <a:srgbClr val="002060"/>
                    </a:solidFill>
                  </a:rPr>
                  <a:t>  </a:t>
                </a:r>
              </a:p>
            </p:txBody>
          </p:sp>
        </mc:Choice>
        <mc:Fallback xmlns="">
          <p:sp>
            <p:nvSpPr>
              <p:cNvPr id="10" name="文本框 9">
                <a:extLst>
                  <a:ext uri="{FF2B5EF4-FFF2-40B4-BE49-F238E27FC236}">
                    <a16:creationId xmlns:a16="http://schemas.microsoft.com/office/drawing/2014/main" id="{5D472371-74AC-5F12-B509-DC425EE746AB}"/>
                  </a:ext>
                </a:extLst>
              </p:cNvPr>
              <p:cNvSpPr txBox="1">
                <a:spLocks noRot="1" noChangeAspect="1" noMove="1" noResize="1" noEditPoints="1" noAdjustHandles="1" noChangeArrowheads="1" noChangeShapeType="1" noTextEdit="1"/>
              </p:cNvSpPr>
              <p:nvPr/>
            </p:nvSpPr>
            <p:spPr>
              <a:xfrm>
                <a:off x="360000" y="4320000"/>
                <a:ext cx="4680686" cy="1818575"/>
              </a:xfrm>
              <a:prstGeom prst="rect">
                <a:avLst/>
              </a:prstGeom>
              <a:blipFill>
                <a:blip r:embed="rId26"/>
                <a:stretch>
                  <a:fillRect/>
                </a:stretch>
              </a:blipFill>
            </p:spPr>
            <p:txBody>
              <a:bodyPr/>
              <a:lstStyle/>
              <a:p>
                <a:r>
                  <a:rPr lang="zh-CN" altLang="en-US">
                    <a:noFill/>
                  </a:rPr>
                  <a:t> </a:t>
                </a:r>
              </a:p>
            </p:txBody>
          </p:sp>
        </mc:Fallback>
      </mc:AlternateContent>
      <p:grpSp>
        <p:nvGrpSpPr>
          <p:cNvPr id="137" name="组合 136">
            <a:extLst>
              <a:ext uri="{FF2B5EF4-FFF2-40B4-BE49-F238E27FC236}">
                <a16:creationId xmlns:a16="http://schemas.microsoft.com/office/drawing/2014/main" id="{3B9D80FC-8566-573D-2662-F8D622604883}"/>
              </a:ext>
            </a:extLst>
          </p:cNvPr>
          <p:cNvGrpSpPr/>
          <p:nvPr/>
        </p:nvGrpSpPr>
        <p:grpSpPr>
          <a:xfrm>
            <a:off x="360000" y="1510169"/>
            <a:ext cx="6726473" cy="1791172"/>
            <a:chOff x="360000" y="1510169"/>
            <a:chExt cx="6726473" cy="1791172"/>
          </a:xfrm>
        </p:grpSpPr>
        <p:sp>
          <p:nvSpPr>
            <p:cNvPr id="102" name="Line 27">
              <a:extLst>
                <a:ext uri="{FF2B5EF4-FFF2-40B4-BE49-F238E27FC236}">
                  <a16:creationId xmlns:a16="http://schemas.microsoft.com/office/drawing/2014/main" id="{D94B09DF-1BCC-00B4-C326-4193C0F9DFFA}"/>
                </a:ext>
              </a:extLst>
            </p:cNvPr>
            <p:cNvSpPr>
              <a:spLocks noChangeShapeType="1"/>
            </p:cNvSpPr>
            <p:nvPr/>
          </p:nvSpPr>
          <p:spPr bwMode="auto">
            <a:xfrm>
              <a:off x="5670781" y="2827800"/>
              <a:ext cx="2674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4" name="Line 27">
              <a:extLst>
                <a:ext uri="{FF2B5EF4-FFF2-40B4-BE49-F238E27FC236}">
                  <a16:creationId xmlns:a16="http://schemas.microsoft.com/office/drawing/2014/main" id="{A9AF8DCE-3FDF-03ED-DCED-B71B8AFF2107}"/>
                </a:ext>
              </a:extLst>
            </p:cNvPr>
            <p:cNvSpPr>
              <a:spLocks noChangeShapeType="1"/>
            </p:cNvSpPr>
            <p:nvPr/>
          </p:nvSpPr>
          <p:spPr bwMode="auto">
            <a:xfrm>
              <a:off x="3652979" y="2827800"/>
              <a:ext cx="2674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Line 27">
              <a:extLst>
                <a:ext uri="{FF2B5EF4-FFF2-40B4-BE49-F238E27FC236}">
                  <a16:creationId xmlns:a16="http://schemas.microsoft.com/office/drawing/2014/main" id="{73865AF5-A393-99B6-F76C-C35B6CEB51E4}"/>
                </a:ext>
              </a:extLst>
            </p:cNvPr>
            <p:cNvSpPr>
              <a:spLocks noChangeShapeType="1"/>
            </p:cNvSpPr>
            <p:nvPr/>
          </p:nvSpPr>
          <p:spPr bwMode="auto">
            <a:xfrm>
              <a:off x="2089463" y="2827800"/>
              <a:ext cx="2674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9ED964DE-7821-FEA1-876E-036EAD60A315}"/>
                    </a:ext>
                  </a:extLst>
                </p:cNvPr>
                <p:cNvSpPr txBox="1"/>
                <p:nvPr/>
              </p:nvSpPr>
              <p:spPr>
                <a:xfrm>
                  <a:off x="1956115" y="1510169"/>
                  <a:ext cx="462110" cy="3699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800" i="1" smtClean="0">
                                <a:solidFill>
                                  <a:schemeClr val="accent5">
                                    <a:lumMod val="75000"/>
                                  </a:schemeClr>
                                </a:solidFill>
                                <a:latin typeface="Cambria Math" panose="02040503050406030204" pitchFamily="18" charset="0"/>
                              </a:rPr>
                            </m:ctrlPr>
                          </m:accPr>
                          <m:e>
                            <m:sSub>
                              <m:sSubPr>
                                <m:ctrlPr>
                                  <a:rPr lang="en-US" altLang="zh-CN" i="1">
                                    <a:solidFill>
                                      <a:schemeClr val="accent5">
                                        <a:lumMod val="75000"/>
                                      </a:schemeClr>
                                    </a:solidFill>
                                    <a:latin typeface="Cambria Math" panose="02040503050406030204" pitchFamily="18" charset="0"/>
                                  </a:rPr>
                                </m:ctrlPr>
                              </m:sSubPr>
                              <m:e>
                                <m:r>
                                  <m:rPr>
                                    <m:sty m:val="p"/>
                                  </m:rPr>
                                  <a:rPr lang="en-US" altLang="zh-CN">
                                    <a:solidFill>
                                      <a:schemeClr val="accent5">
                                        <a:lumMod val="75000"/>
                                      </a:schemeClr>
                                    </a:solidFill>
                                    <a:latin typeface="Cambria Math" panose="02040503050406030204" pitchFamily="18" charset="0"/>
                                  </a:rPr>
                                  <m:t>Q</m:t>
                                </m:r>
                              </m:e>
                              <m:sub>
                                <m:r>
                                  <a:rPr lang="en-US" altLang="zh-CN" i="1">
                                    <a:solidFill>
                                      <a:schemeClr val="accent5">
                                        <a:lumMod val="75000"/>
                                      </a:schemeClr>
                                    </a:solidFill>
                                    <a:latin typeface="Cambria Math" panose="02040503050406030204" pitchFamily="18" charset="0"/>
                                  </a:rPr>
                                  <m:t>0</m:t>
                                </m:r>
                              </m:sub>
                            </m:sSub>
                          </m:e>
                        </m:acc>
                      </m:oMath>
                    </m:oMathPara>
                  </a14:m>
                  <a:endParaRPr lang="zh-CN" altLang="en-US" dirty="0">
                    <a:solidFill>
                      <a:schemeClr val="accent5">
                        <a:lumMod val="75000"/>
                      </a:schemeClr>
                    </a:solidFill>
                  </a:endParaRPr>
                </a:p>
              </p:txBody>
            </p:sp>
          </mc:Choice>
          <mc:Fallback xmlns="">
            <p:sp>
              <p:nvSpPr>
                <p:cNvPr id="165" name="文本框 164">
                  <a:extLst>
                    <a:ext uri="{FF2B5EF4-FFF2-40B4-BE49-F238E27FC236}">
                      <a16:creationId xmlns:a16="http://schemas.microsoft.com/office/drawing/2014/main" id="{9ED964DE-7821-FEA1-876E-036EAD60A315}"/>
                    </a:ext>
                  </a:extLst>
                </p:cNvPr>
                <p:cNvSpPr txBox="1">
                  <a:spLocks noRot="1" noChangeAspect="1" noMove="1" noResize="1" noEditPoints="1" noAdjustHandles="1" noChangeArrowheads="1" noChangeShapeType="1" noTextEdit="1"/>
                </p:cNvSpPr>
                <p:nvPr/>
              </p:nvSpPr>
              <p:spPr>
                <a:xfrm>
                  <a:off x="1956115" y="1510169"/>
                  <a:ext cx="462110" cy="369909"/>
                </a:xfrm>
                <a:prstGeom prst="rect">
                  <a:avLst/>
                </a:prstGeom>
                <a:blipFill>
                  <a:blip r:embed="rId27"/>
                  <a:stretch>
                    <a:fillRect l="-1316"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8" name="文本框 217">
                  <a:extLst>
                    <a:ext uri="{FF2B5EF4-FFF2-40B4-BE49-F238E27FC236}">
                      <a16:creationId xmlns:a16="http://schemas.microsoft.com/office/drawing/2014/main" id="{3A31AFA7-391F-8A59-ED47-0A90BC089F4F}"/>
                    </a:ext>
                  </a:extLst>
                </p:cNvPr>
                <p:cNvSpPr txBox="1"/>
                <p:nvPr/>
              </p:nvSpPr>
              <p:spPr>
                <a:xfrm>
                  <a:off x="3855269" y="2338648"/>
                  <a:ext cx="462110" cy="3699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800" i="1" smtClean="0">
                                <a:solidFill>
                                  <a:schemeClr val="accent5">
                                    <a:lumMod val="75000"/>
                                  </a:schemeClr>
                                </a:solidFill>
                                <a:latin typeface="Cambria Math" panose="02040503050406030204" pitchFamily="18" charset="0"/>
                              </a:rPr>
                            </m:ctrlPr>
                          </m:accPr>
                          <m:e>
                            <m:sSub>
                              <m:sSubPr>
                                <m:ctrlPr>
                                  <a:rPr lang="en-US" altLang="zh-CN" i="1">
                                    <a:solidFill>
                                      <a:schemeClr val="accent5">
                                        <a:lumMod val="75000"/>
                                      </a:schemeClr>
                                    </a:solidFill>
                                    <a:latin typeface="Cambria Math" panose="02040503050406030204" pitchFamily="18" charset="0"/>
                                  </a:rPr>
                                </m:ctrlPr>
                              </m:sSubPr>
                              <m:e>
                                <m:r>
                                  <m:rPr>
                                    <m:sty m:val="p"/>
                                  </m:rPr>
                                  <a:rPr lang="en-US" altLang="zh-CN">
                                    <a:solidFill>
                                      <a:schemeClr val="accent5">
                                        <a:lumMod val="75000"/>
                                      </a:schemeClr>
                                    </a:solidFill>
                                    <a:latin typeface="Cambria Math" panose="02040503050406030204" pitchFamily="18" charset="0"/>
                                  </a:rPr>
                                  <m:t>Q</m:t>
                                </m:r>
                              </m:e>
                              <m:sub>
                                <m:r>
                                  <a:rPr lang="en-US" altLang="zh-CN" b="0" i="1" smtClean="0">
                                    <a:solidFill>
                                      <a:schemeClr val="accent5">
                                        <a:lumMod val="75000"/>
                                      </a:schemeClr>
                                    </a:solidFill>
                                    <a:latin typeface="Cambria Math" panose="02040503050406030204" pitchFamily="18" charset="0"/>
                                  </a:rPr>
                                  <m:t>1</m:t>
                                </m:r>
                              </m:sub>
                            </m:sSub>
                          </m:e>
                        </m:acc>
                      </m:oMath>
                    </m:oMathPara>
                  </a14:m>
                  <a:endParaRPr lang="zh-CN" altLang="en-US" dirty="0">
                    <a:solidFill>
                      <a:schemeClr val="accent5">
                        <a:lumMod val="75000"/>
                      </a:schemeClr>
                    </a:solidFill>
                  </a:endParaRPr>
                </a:p>
              </p:txBody>
            </p:sp>
          </mc:Choice>
          <mc:Fallback xmlns="">
            <p:sp>
              <p:nvSpPr>
                <p:cNvPr id="218" name="文本框 217">
                  <a:extLst>
                    <a:ext uri="{FF2B5EF4-FFF2-40B4-BE49-F238E27FC236}">
                      <a16:creationId xmlns:a16="http://schemas.microsoft.com/office/drawing/2014/main" id="{3A31AFA7-391F-8A59-ED47-0A90BC089F4F}"/>
                    </a:ext>
                  </a:extLst>
                </p:cNvPr>
                <p:cNvSpPr txBox="1">
                  <a:spLocks noRot="1" noChangeAspect="1" noMove="1" noResize="1" noEditPoints="1" noAdjustHandles="1" noChangeArrowheads="1" noChangeShapeType="1" noTextEdit="1"/>
                </p:cNvSpPr>
                <p:nvPr/>
              </p:nvSpPr>
              <p:spPr>
                <a:xfrm>
                  <a:off x="3855269" y="2338648"/>
                  <a:ext cx="462110" cy="369909"/>
                </a:xfrm>
                <a:prstGeom prst="rect">
                  <a:avLst/>
                </a:prstGeom>
                <a:blipFill>
                  <a:blip r:embed="rId2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2" name="文本框 221">
                  <a:extLst>
                    <a:ext uri="{FF2B5EF4-FFF2-40B4-BE49-F238E27FC236}">
                      <a16:creationId xmlns:a16="http://schemas.microsoft.com/office/drawing/2014/main" id="{277AFD50-DDAD-457E-26E6-FF8A25BA2948}"/>
                    </a:ext>
                  </a:extLst>
                </p:cNvPr>
                <p:cNvSpPr txBox="1"/>
                <p:nvPr/>
              </p:nvSpPr>
              <p:spPr>
                <a:xfrm>
                  <a:off x="5885411" y="2338708"/>
                  <a:ext cx="462110" cy="3699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800" i="1" smtClean="0">
                                <a:solidFill>
                                  <a:schemeClr val="accent5">
                                    <a:lumMod val="75000"/>
                                  </a:schemeClr>
                                </a:solidFill>
                                <a:latin typeface="Cambria Math" panose="02040503050406030204" pitchFamily="18" charset="0"/>
                              </a:rPr>
                            </m:ctrlPr>
                          </m:accPr>
                          <m:e>
                            <m:sSub>
                              <m:sSubPr>
                                <m:ctrlPr>
                                  <a:rPr lang="en-US" altLang="zh-CN" i="1">
                                    <a:solidFill>
                                      <a:schemeClr val="accent5">
                                        <a:lumMod val="75000"/>
                                      </a:schemeClr>
                                    </a:solidFill>
                                    <a:latin typeface="Cambria Math" panose="02040503050406030204" pitchFamily="18" charset="0"/>
                                  </a:rPr>
                                </m:ctrlPr>
                              </m:sSubPr>
                              <m:e>
                                <m:r>
                                  <m:rPr>
                                    <m:sty m:val="p"/>
                                  </m:rPr>
                                  <a:rPr lang="en-US" altLang="zh-CN">
                                    <a:solidFill>
                                      <a:schemeClr val="accent5">
                                        <a:lumMod val="75000"/>
                                      </a:schemeClr>
                                    </a:solidFill>
                                    <a:latin typeface="Cambria Math" panose="02040503050406030204" pitchFamily="18" charset="0"/>
                                  </a:rPr>
                                  <m:t>Q</m:t>
                                </m:r>
                              </m:e>
                              <m:sub>
                                <m:r>
                                  <a:rPr lang="en-US" altLang="zh-CN" b="0" i="1" smtClean="0">
                                    <a:solidFill>
                                      <a:schemeClr val="accent5">
                                        <a:lumMod val="75000"/>
                                      </a:schemeClr>
                                    </a:solidFill>
                                    <a:latin typeface="Cambria Math" panose="02040503050406030204" pitchFamily="18" charset="0"/>
                                  </a:rPr>
                                  <m:t>2</m:t>
                                </m:r>
                              </m:sub>
                            </m:sSub>
                          </m:e>
                        </m:acc>
                      </m:oMath>
                    </m:oMathPara>
                  </a14:m>
                  <a:endParaRPr lang="zh-CN" altLang="en-US" dirty="0">
                    <a:solidFill>
                      <a:schemeClr val="accent5">
                        <a:lumMod val="75000"/>
                      </a:schemeClr>
                    </a:solidFill>
                  </a:endParaRPr>
                </a:p>
              </p:txBody>
            </p:sp>
          </mc:Choice>
          <mc:Fallback xmlns="">
            <p:sp>
              <p:nvSpPr>
                <p:cNvPr id="222" name="文本框 221">
                  <a:extLst>
                    <a:ext uri="{FF2B5EF4-FFF2-40B4-BE49-F238E27FC236}">
                      <a16:creationId xmlns:a16="http://schemas.microsoft.com/office/drawing/2014/main" id="{277AFD50-DDAD-457E-26E6-FF8A25BA2948}"/>
                    </a:ext>
                  </a:extLst>
                </p:cNvPr>
                <p:cNvSpPr txBox="1">
                  <a:spLocks noRot="1" noChangeAspect="1" noMove="1" noResize="1" noEditPoints="1" noAdjustHandles="1" noChangeArrowheads="1" noChangeShapeType="1" noTextEdit="1"/>
                </p:cNvSpPr>
                <p:nvPr/>
              </p:nvSpPr>
              <p:spPr>
                <a:xfrm>
                  <a:off x="5885411" y="2338708"/>
                  <a:ext cx="462110" cy="369909"/>
                </a:xfrm>
                <a:prstGeom prst="rect">
                  <a:avLst/>
                </a:prstGeom>
                <a:blipFill>
                  <a:blip r:embed="rId29"/>
                  <a:stretch>
                    <a:fillRect l="-1316"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F4972FA-F9DD-607C-AC65-667988D34BCE}"/>
                    </a:ext>
                  </a:extLst>
                </p:cNvPr>
                <p:cNvSpPr/>
                <p:nvPr/>
              </p:nvSpPr>
              <p:spPr>
                <a:xfrm>
                  <a:off x="1214992"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3" name="矩形 2">
                  <a:extLst>
                    <a:ext uri="{FF2B5EF4-FFF2-40B4-BE49-F238E27FC236}">
                      <a16:creationId xmlns:a16="http://schemas.microsoft.com/office/drawing/2014/main" id="{8F4972FA-F9DD-607C-AC65-667988D34BCE}"/>
                    </a:ext>
                  </a:extLst>
                </p:cNvPr>
                <p:cNvSpPr>
                  <a:spLocks noRot="1" noChangeAspect="1" noMove="1" noResize="1" noEditPoints="1" noAdjustHandles="1" noChangeArrowheads="1" noChangeShapeType="1" noTextEdit="1"/>
                </p:cNvSpPr>
                <p:nvPr/>
              </p:nvSpPr>
              <p:spPr>
                <a:xfrm>
                  <a:off x="1214992" y="2049802"/>
                  <a:ext cx="874471" cy="947723"/>
                </a:xfrm>
                <a:prstGeom prst="rect">
                  <a:avLst/>
                </a:prstGeom>
                <a:blipFill>
                  <a:blip r:embed="rId30"/>
                  <a:stretch>
                    <a:fillRect/>
                  </a:stretch>
                </a:blipFill>
                <a:ln w="25400">
                  <a:solidFill>
                    <a:schemeClr val="tx1"/>
                  </a:solidFill>
                </a:ln>
              </p:spPr>
              <p:txBody>
                <a:bodyPr/>
                <a:lstStyle/>
                <a:p>
                  <a:r>
                    <a:rPr lang="zh-CN" altLang="en-US">
                      <a:noFill/>
                    </a:rPr>
                    <a:t> </a:t>
                  </a:r>
                </a:p>
              </p:txBody>
            </p:sp>
          </mc:Fallback>
        </mc:AlternateContent>
        <p:sp>
          <p:nvSpPr>
            <p:cNvPr id="11" name="Line 27">
              <a:extLst>
                <a:ext uri="{FF2B5EF4-FFF2-40B4-BE49-F238E27FC236}">
                  <a16:creationId xmlns:a16="http://schemas.microsoft.com/office/drawing/2014/main" id="{A94470AB-3BFC-BA9C-775E-1287FD972546}"/>
                </a:ext>
              </a:extLst>
            </p:cNvPr>
            <p:cNvSpPr>
              <a:spLocks noChangeShapeType="1"/>
            </p:cNvSpPr>
            <p:nvPr/>
          </p:nvSpPr>
          <p:spPr bwMode="auto">
            <a:xfrm>
              <a:off x="792073" y="2827337"/>
              <a:ext cx="4229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96863DB-6ACC-DA8D-B57B-B3A2227AD7A6}"/>
                    </a:ext>
                  </a:extLst>
                </p:cNvPr>
                <p:cNvSpPr txBox="1"/>
                <p:nvPr/>
              </p:nvSpPr>
              <p:spPr>
                <a:xfrm>
                  <a:off x="1244949"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12" name="文本框 11">
                  <a:extLst>
                    <a:ext uri="{FF2B5EF4-FFF2-40B4-BE49-F238E27FC236}">
                      <a16:creationId xmlns:a16="http://schemas.microsoft.com/office/drawing/2014/main" id="{396863DB-6ACC-DA8D-B57B-B3A2227AD7A6}"/>
                    </a:ext>
                  </a:extLst>
                </p:cNvPr>
                <p:cNvSpPr txBox="1">
                  <a:spLocks noRot="1" noChangeAspect="1" noMove="1" noResize="1" noEditPoints="1" noAdjustHandles="1" noChangeArrowheads="1" noChangeShapeType="1" noTextEdit="1"/>
                </p:cNvSpPr>
                <p:nvPr/>
              </p:nvSpPr>
              <p:spPr>
                <a:xfrm>
                  <a:off x="1244949" y="2010650"/>
                  <a:ext cx="448351" cy="400110"/>
                </a:xfrm>
                <a:prstGeom prst="rect">
                  <a:avLst/>
                </a:prstGeom>
                <a:blipFill>
                  <a:blip r:embed="rId31"/>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290C801-BE52-38F2-E308-2CFF9E76834E}"/>
                    </a:ext>
                  </a:extLst>
                </p:cNvPr>
                <p:cNvSpPr txBox="1"/>
                <p:nvPr/>
              </p:nvSpPr>
              <p:spPr>
                <a:xfrm>
                  <a:off x="1283862"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13" name="文本框 12">
                  <a:extLst>
                    <a:ext uri="{FF2B5EF4-FFF2-40B4-BE49-F238E27FC236}">
                      <a16:creationId xmlns:a16="http://schemas.microsoft.com/office/drawing/2014/main" id="{F290C801-BE52-38F2-E308-2CFF9E76834E}"/>
                    </a:ext>
                  </a:extLst>
                </p:cNvPr>
                <p:cNvSpPr txBox="1">
                  <a:spLocks noRot="1" noChangeAspect="1" noMove="1" noResize="1" noEditPoints="1" noAdjustHandles="1" noChangeArrowheads="1" noChangeShapeType="1" noTextEdit="1"/>
                </p:cNvSpPr>
                <p:nvPr/>
              </p:nvSpPr>
              <p:spPr>
                <a:xfrm>
                  <a:off x="1283862" y="2627282"/>
                  <a:ext cx="448351" cy="400110"/>
                </a:xfrm>
                <a:prstGeom prst="rect">
                  <a:avLst/>
                </a:prstGeom>
                <a:blipFill>
                  <a:blip r:embed="rId32"/>
                  <a:stretch>
                    <a:fillRect l="-9589"/>
                  </a:stretch>
                </a:blipFill>
              </p:spPr>
              <p:txBody>
                <a:bodyPr/>
                <a:lstStyle/>
                <a:p>
                  <a:r>
                    <a:rPr lang="zh-CN" altLang="en-US">
                      <a:noFill/>
                    </a:rPr>
                    <a:t> </a:t>
                  </a:r>
                </a:p>
              </p:txBody>
            </p:sp>
          </mc:Fallback>
        </mc:AlternateContent>
        <p:sp>
          <p:nvSpPr>
            <p:cNvPr id="14" name="等腰三角形 13">
              <a:extLst>
                <a:ext uri="{FF2B5EF4-FFF2-40B4-BE49-F238E27FC236}">
                  <a16:creationId xmlns:a16="http://schemas.microsoft.com/office/drawing/2014/main" id="{58A8176C-5577-54E6-138F-724A70F51C7E}"/>
                </a:ext>
              </a:extLst>
            </p:cNvPr>
            <p:cNvSpPr/>
            <p:nvPr/>
          </p:nvSpPr>
          <p:spPr>
            <a:xfrm rot="5400000">
              <a:off x="1177034"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5" name="Line 27">
              <a:extLst>
                <a:ext uri="{FF2B5EF4-FFF2-40B4-BE49-F238E27FC236}">
                  <a16:creationId xmlns:a16="http://schemas.microsoft.com/office/drawing/2014/main" id="{B35F87E6-ADD2-D330-11F5-6F04ECD875AE}"/>
                </a:ext>
              </a:extLst>
            </p:cNvPr>
            <p:cNvSpPr>
              <a:spLocks noChangeShapeType="1"/>
            </p:cNvSpPr>
            <p:nvPr/>
          </p:nvSpPr>
          <p:spPr bwMode="auto">
            <a:xfrm>
              <a:off x="1013216" y="2221827"/>
              <a:ext cx="201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 name="Line 27">
              <a:extLst>
                <a:ext uri="{FF2B5EF4-FFF2-40B4-BE49-F238E27FC236}">
                  <a16:creationId xmlns:a16="http://schemas.microsoft.com/office/drawing/2014/main" id="{C0114A64-83D0-CDD1-1131-16151846C3F4}"/>
                </a:ext>
              </a:extLst>
            </p:cNvPr>
            <p:cNvSpPr>
              <a:spLocks noChangeShapeType="1"/>
            </p:cNvSpPr>
            <p:nvPr/>
          </p:nvSpPr>
          <p:spPr bwMode="auto">
            <a:xfrm>
              <a:off x="2356888" y="2221827"/>
              <a:ext cx="4089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 name="椭圆 16">
              <a:extLst>
                <a:ext uri="{FF2B5EF4-FFF2-40B4-BE49-F238E27FC236}">
                  <a16:creationId xmlns:a16="http://schemas.microsoft.com/office/drawing/2014/main" id="{14912B77-E0DE-94D7-70AC-93276ED678E5}"/>
                </a:ext>
              </a:extLst>
            </p:cNvPr>
            <p:cNvSpPr/>
            <p:nvPr/>
          </p:nvSpPr>
          <p:spPr>
            <a:xfrm flipV="1">
              <a:off x="1088850" y="2767883"/>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 name="Line 27">
              <a:extLst>
                <a:ext uri="{FF2B5EF4-FFF2-40B4-BE49-F238E27FC236}">
                  <a16:creationId xmlns:a16="http://schemas.microsoft.com/office/drawing/2014/main" id="{8BD473D3-A84E-F05D-1E80-2B8F1DBC07FD}"/>
                </a:ext>
              </a:extLst>
            </p:cNvPr>
            <p:cNvSpPr>
              <a:spLocks noChangeShapeType="1"/>
            </p:cNvSpPr>
            <p:nvPr/>
          </p:nvSpPr>
          <p:spPr bwMode="auto">
            <a:xfrm>
              <a:off x="2530712" y="2827337"/>
              <a:ext cx="2368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7ECB8CF-A401-A74F-0BEB-682000CFC6C6}"/>
                    </a:ext>
                  </a:extLst>
                </p:cNvPr>
                <p:cNvSpPr/>
                <p:nvPr/>
              </p:nvSpPr>
              <p:spPr>
                <a:xfrm>
                  <a:off x="2767949"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9" name="矩形 18">
                  <a:extLst>
                    <a:ext uri="{FF2B5EF4-FFF2-40B4-BE49-F238E27FC236}">
                      <a16:creationId xmlns:a16="http://schemas.microsoft.com/office/drawing/2014/main" id="{17ECB8CF-A401-A74F-0BEB-682000CFC6C6}"/>
                    </a:ext>
                  </a:extLst>
                </p:cNvPr>
                <p:cNvSpPr>
                  <a:spLocks noRot="1" noChangeAspect="1" noMove="1" noResize="1" noEditPoints="1" noAdjustHandles="1" noChangeArrowheads="1" noChangeShapeType="1" noTextEdit="1"/>
                </p:cNvSpPr>
                <p:nvPr/>
              </p:nvSpPr>
              <p:spPr>
                <a:xfrm>
                  <a:off x="2767949" y="2049802"/>
                  <a:ext cx="874471" cy="947723"/>
                </a:xfrm>
                <a:prstGeom prst="rect">
                  <a:avLst/>
                </a:prstGeom>
                <a:blipFill>
                  <a:blip r:embed="rId33"/>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EA12020-6FEA-860A-0A39-E3E155090D61}"/>
                    </a:ext>
                  </a:extLst>
                </p:cNvPr>
                <p:cNvSpPr txBox="1"/>
                <p:nvPr/>
              </p:nvSpPr>
              <p:spPr>
                <a:xfrm>
                  <a:off x="2797906"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20" name="文本框 19">
                  <a:extLst>
                    <a:ext uri="{FF2B5EF4-FFF2-40B4-BE49-F238E27FC236}">
                      <a16:creationId xmlns:a16="http://schemas.microsoft.com/office/drawing/2014/main" id="{6EA12020-6FEA-860A-0A39-E3E155090D61}"/>
                    </a:ext>
                  </a:extLst>
                </p:cNvPr>
                <p:cNvSpPr txBox="1">
                  <a:spLocks noRot="1" noChangeAspect="1" noMove="1" noResize="1" noEditPoints="1" noAdjustHandles="1" noChangeArrowheads="1" noChangeShapeType="1" noTextEdit="1"/>
                </p:cNvSpPr>
                <p:nvPr/>
              </p:nvSpPr>
              <p:spPr>
                <a:xfrm>
                  <a:off x="2797906" y="2010650"/>
                  <a:ext cx="448351" cy="400110"/>
                </a:xfrm>
                <a:prstGeom prst="rect">
                  <a:avLst/>
                </a:prstGeom>
                <a:blipFill>
                  <a:blip r:embed="rId34"/>
                  <a:stretch>
                    <a:fillRect l="-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00807E3-C912-6DBB-9284-C21F9E2F09B4}"/>
                    </a:ext>
                  </a:extLst>
                </p:cNvPr>
                <p:cNvSpPr txBox="1"/>
                <p:nvPr/>
              </p:nvSpPr>
              <p:spPr>
                <a:xfrm>
                  <a:off x="2836819"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21" name="文本框 20">
                  <a:extLst>
                    <a:ext uri="{FF2B5EF4-FFF2-40B4-BE49-F238E27FC236}">
                      <a16:creationId xmlns:a16="http://schemas.microsoft.com/office/drawing/2014/main" id="{600807E3-C912-6DBB-9284-C21F9E2F09B4}"/>
                    </a:ext>
                  </a:extLst>
                </p:cNvPr>
                <p:cNvSpPr txBox="1">
                  <a:spLocks noRot="1" noChangeAspect="1" noMove="1" noResize="1" noEditPoints="1" noAdjustHandles="1" noChangeArrowheads="1" noChangeShapeType="1" noTextEdit="1"/>
                </p:cNvSpPr>
                <p:nvPr/>
              </p:nvSpPr>
              <p:spPr>
                <a:xfrm>
                  <a:off x="2836819" y="2627282"/>
                  <a:ext cx="448351" cy="400110"/>
                </a:xfrm>
                <a:prstGeom prst="rect">
                  <a:avLst/>
                </a:prstGeom>
                <a:blipFill>
                  <a:blip r:embed="rId35"/>
                  <a:stretch>
                    <a:fillRect l="-8108"/>
                  </a:stretch>
                </a:blipFill>
              </p:spPr>
              <p:txBody>
                <a:bodyPr/>
                <a:lstStyle/>
                <a:p>
                  <a:r>
                    <a:rPr lang="zh-CN" altLang="en-US">
                      <a:noFill/>
                    </a:rPr>
                    <a:t> </a:t>
                  </a:r>
                </a:p>
              </p:txBody>
            </p:sp>
          </mc:Fallback>
        </mc:AlternateContent>
        <p:sp>
          <p:nvSpPr>
            <p:cNvPr id="22" name="等腰三角形 21">
              <a:extLst>
                <a:ext uri="{FF2B5EF4-FFF2-40B4-BE49-F238E27FC236}">
                  <a16:creationId xmlns:a16="http://schemas.microsoft.com/office/drawing/2014/main" id="{E86AB38A-F079-53B2-296D-4CD69697D692}"/>
                </a:ext>
              </a:extLst>
            </p:cNvPr>
            <p:cNvSpPr/>
            <p:nvPr/>
          </p:nvSpPr>
          <p:spPr>
            <a:xfrm rot="5400000">
              <a:off x="2729991"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1F7EDA61-A158-730C-DAB4-B7F446DCFE70}"/>
                    </a:ext>
                  </a:extLst>
                </p:cNvPr>
                <p:cNvSpPr/>
                <p:nvPr/>
              </p:nvSpPr>
              <p:spPr>
                <a:xfrm>
                  <a:off x="4801751" y="2049802"/>
                  <a:ext cx="874471" cy="947723"/>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FF</m:t>
                            </m:r>
                          </m:e>
                          <m:sub>
                            <m:r>
                              <a:rPr lang="en-US" altLang="zh-CN" i="1">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24" name="矩形 23">
                  <a:extLst>
                    <a:ext uri="{FF2B5EF4-FFF2-40B4-BE49-F238E27FC236}">
                      <a16:creationId xmlns:a16="http://schemas.microsoft.com/office/drawing/2014/main" id="{1F7EDA61-A158-730C-DAB4-B7F446DCFE70}"/>
                    </a:ext>
                  </a:extLst>
                </p:cNvPr>
                <p:cNvSpPr>
                  <a:spLocks noRot="1" noChangeAspect="1" noMove="1" noResize="1" noEditPoints="1" noAdjustHandles="1" noChangeArrowheads="1" noChangeShapeType="1" noTextEdit="1"/>
                </p:cNvSpPr>
                <p:nvPr/>
              </p:nvSpPr>
              <p:spPr>
                <a:xfrm>
                  <a:off x="4801751" y="2049802"/>
                  <a:ext cx="874471" cy="947723"/>
                </a:xfrm>
                <a:prstGeom prst="rect">
                  <a:avLst/>
                </a:prstGeom>
                <a:blipFill>
                  <a:blip r:embed="rId36"/>
                  <a:stretch>
                    <a:fillRect/>
                  </a:stretch>
                </a:blipFill>
                <a:ln w="25400">
                  <a:solidFill>
                    <a:schemeClr val="tx1"/>
                  </a:solidFill>
                </a:ln>
              </p:spPr>
              <p:txBody>
                <a:bodyPr/>
                <a:lstStyle/>
                <a:p>
                  <a:r>
                    <a:rPr lang="zh-CN" altLang="en-US">
                      <a:noFill/>
                    </a:rPr>
                    <a:t> </a:t>
                  </a:r>
                </a:p>
              </p:txBody>
            </p:sp>
          </mc:Fallback>
        </mc:AlternateContent>
        <p:sp>
          <p:nvSpPr>
            <p:cNvPr id="25" name="Line 27">
              <a:extLst>
                <a:ext uri="{FF2B5EF4-FFF2-40B4-BE49-F238E27FC236}">
                  <a16:creationId xmlns:a16="http://schemas.microsoft.com/office/drawing/2014/main" id="{01317D31-CB39-26A3-2180-CB6F21262259}"/>
                </a:ext>
              </a:extLst>
            </p:cNvPr>
            <p:cNvSpPr>
              <a:spLocks noChangeShapeType="1"/>
            </p:cNvSpPr>
            <p:nvPr/>
          </p:nvSpPr>
          <p:spPr bwMode="auto">
            <a:xfrm>
              <a:off x="4547291" y="2827337"/>
              <a:ext cx="2658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73B8B63-87B4-F65E-ED19-3D15FCB4BE32}"/>
                    </a:ext>
                  </a:extLst>
                </p:cNvPr>
                <p:cNvSpPr txBox="1"/>
                <p:nvPr/>
              </p:nvSpPr>
              <p:spPr>
                <a:xfrm>
                  <a:off x="4831708" y="2010650"/>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000" b="0" i="0" smtClean="0">
                            <a:latin typeface="Cambria Math" panose="02040503050406030204" pitchFamily="18" charset="0"/>
                          </a:rPr>
                          <m:t>1</m:t>
                        </m:r>
                        <m:r>
                          <m:rPr>
                            <m:sty m:val="p"/>
                          </m:rPr>
                          <a:rPr lang="en-US" altLang="zh-CN" sz="2000" b="0" i="0" smtClean="0">
                            <a:latin typeface="Cambria Math" panose="02040503050406030204" pitchFamily="18" charset="0"/>
                          </a:rPr>
                          <m:t>T</m:t>
                        </m:r>
                      </m:oMath>
                    </m:oMathPara>
                  </a14:m>
                  <a:endParaRPr lang="zh-CN" altLang="en-US" sz="2000" dirty="0"/>
                </a:p>
              </p:txBody>
            </p:sp>
          </mc:Choice>
          <mc:Fallback xmlns="">
            <p:sp>
              <p:nvSpPr>
                <p:cNvPr id="26" name="文本框 25">
                  <a:extLst>
                    <a:ext uri="{FF2B5EF4-FFF2-40B4-BE49-F238E27FC236}">
                      <a16:creationId xmlns:a16="http://schemas.microsoft.com/office/drawing/2014/main" id="{573B8B63-87B4-F65E-ED19-3D15FCB4BE32}"/>
                    </a:ext>
                  </a:extLst>
                </p:cNvPr>
                <p:cNvSpPr txBox="1">
                  <a:spLocks noRot="1" noChangeAspect="1" noMove="1" noResize="1" noEditPoints="1" noAdjustHandles="1" noChangeArrowheads="1" noChangeShapeType="1" noTextEdit="1"/>
                </p:cNvSpPr>
                <p:nvPr/>
              </p:nvSpPr>
              <p:spPr>
                <a:xfrm>
                  <a:off x="4831708" y="2010650"/>
                  <a:ext cx="448351" cy="400110"/>
                </a:xfrm>
                <a:prstGeom prst="rect">
                  <a:avLst/>
                </a:prstGeom>
                <a:blipFill>
                  <a:blip r:embed="rId37"/>
                  <a:stretch>
                    <a:fillRect l="-109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DC7BD92-9D78-69F6-C3E5-2EE59152C70D}"/>
                    </a:ext>
                  </a:extLst>
                </p:cNvPr>
                <p:cNvSpPr txBox="1"/>
                <p:nvPr/>
              </p:nvSpPr>
              <p:spPr>
                <a:xfrm>
                  <a:off x="4870621" y="2627282"/>
                  <a:ext cx="448351"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m:t>
                        </m:r>
                        <m:r>
                          <a:rPr lang="en-US" altLang="zh-CN" sz="2000" b="0" i="0" smtClean="0">
                            <a:latin typeface="Cambria Math" panose="02040503050406030204" pitchFamily="18" charset="0"/>
                          </a:rPr>
                          <m:t>1</m:t>
                        </m:r>
                      </m:oMath>
                    </m:oMathPara>
                  </a14:m>
                  <a:endParaRPr lang="zh-CN" altLang="en-US" sz="2000" dirty="0"/>
                </a:p>
              </p:txBody>
            </p:sp>
          </mc:Choice>
          <mc:Fallback xmlns="">
            <p:sp>
              <p:nvSpPr>
                <p:cNvPr id="28" name="文本框 27">
                  <a:extLst>
                    <a:ext uri="{FF2B5EF4-FFF2-40B4-BE49-F238E27FC236}">
                      <a16:creationId xmlns:a16="http://schemas.microsoft.com/office/drawing/2014/main" id="{DDC7BD92-9D78-69F6-C3E5-2EE59152C70D}"/>
                    </a:ext>
                  </a:extLst>
                </p:cNvPr>
                <p:cNvSpPr txBox="1">
                  <a:spLocks noRot="1" noChangeAspect="1" noMove="1" noResize="1" noEditPoints="1" noAdjustHandles="1" noChangeArrowheads="1" noChangeShapeType="1" noTextEdit="1"/>
                </p:cNvSpPr>
                <p:nvPr/>
              </p:nvSpPr>
              <p:spPr>
                <a:xfrm>
                  <a:off x="4870621" y="2627282"/>
                  <a:ext cx="448351" cy="400110"/>
                </a:xfrm>
                <a:prstGeom prst="rect">
                  <a:avLst/>
                </a:prstGeom>
                <a:blipFill>
                  <a:blip r:embed="rId38"/>
                  <a:stretch>
                    <a:fillRect l="-9459"/>
                  </a:stretch>
                </a:blipFill>
              </p:spPr>
              <p:txBody>
                <a:bodyPr/>
                <a:lstStyle/>
                <a:p>
                  <a:r>
                    <a:rPr lang="zh-CN" altLang="en-US">
                      <a:noFill/>
                    </a:rPr>
                    <a:t> </a:t>
                  </a:r>
                </a:p>
              </p:txBody>
            </p:sp>
          </mc:Fallback>
        </mc:AlternateContent>
        <p:sp>
          <p:nvSpPr>
            <p:cNvPr id="29" name="等腰三角形 28">
              <a:extLst>
                <a:ext uri="{FF2B5EF4-FFF2-40B4-BE49-F238E27FC236}">
                  <a16:creationId xmlns:a16="http://schemas.microsoft.com/office/drawing/2014/main" id="{E447DF38-C07B-5F18-42D7-87DE33E531EA}"/>
                </a:ext>
              </a:extLst>
            </p:cNvPr>
            <p:cNvSpPr/>
            <p:nvPr/>
          </p:nvSpPr>
          <p:spPr>
            <a:xfrm rot="5400000">
              <a:off x="4763793" y="277938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1" name="椭圆 30">
              <a:extLst>
                <a:ext uri="{FF2B5EF4-FFF2-40B4-BE49-F238E27FC236}">
                  <a16:creationId xmlns:a16="http://schemas.microsoft.com/office/drawing/2014/main" id="{BC94C3BD-D0DB-1455-124D-8C3157050F12}"/>
                </a:ext>
              </a:extLst>
            </p:cNvPr>
            <p:cNvSpPr/>
            <p:nvPr/>
          </p:nvSpPr>
          <p:spPr>
            <a:xfrm flipV="1">
              <a:off x="4675608" y="27684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2" name="Line 27">
              <a:extLst>
                <a:ext uri="{FF2B5EF4-FFF2-40B4-BE49-F238E27FC236}">
                  <a16:creationId xmlns:a16="http://schemas.microsoft.com/office/drawing/2014/main" id="{41C3C519-4619-1582-A34A-A46BB1A7CC71}"/>
                </a:ext>
              </a:extLst>
            </p:cNvPr>
            <p:cNvSpPr>
              <a:spLocks noChangeShapeType="1"/>
            </p:cNvSpPr>
            <p:nvPr/>
          </p:nvSpPr>
          <p:spPr bwMode="auto">
            <a:xfrm>
              <a:off x="4641331" y="2221827"/>
              <a:ext cx="15870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 name="文本框 32">
              <a:extLst>
                <a:ext uri="{FF2B5EF4-FFF2-40B4-BE49-F238E27FC236}">
                  <a16:creationId xmlns:a16="http://schemas.microsoft.com/office/drawing/2014/main" id="{5CA79C2D-FFD2-A4BB-FD09-CFB1F0252A9F}"/>
                </a:ext>
              </a:extLst>
            </p:cNvPr>
            <p:cNvSpPr txBox="1"/>
            <p:nvPr/>
          </p:nvSpPr>
          <p:spPr>
            <a:xfrm>
              <a:off x="698441" y="2008434"/>
              <a:ext cx="356045" cy="400110"/>
            </a:xfrm>
            <a:prstGeom prst="rect">
              <a:avLst/>
            </a:prstGeom>
            <a:noFill/>
          </p:spPr>
          <p:txBody>
            <a:bodyPr wrap="square">
              <a:spAutoFit/>
            </a:bodyP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AEB18D4B-CF0E-3346-1D8F-A72923FDDE9E}"/>
                    </a:ext>
                  </a:extLst>
                </p:cNvPr>
                <p:cNvSpPr txBox="1"/>
                <p:nvPr/>
              </p:nvSpPr>
              <p:spPr>
                <a:xfrm>
                  <a:off x="360000" y="2627282"/>
                  <a:ext cx="506442"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34" name="文本框 33">
                  <a:extLst>
                    <a:ext uri="{FF2B5EF4-FFF2-40B4-BE49-F238E27FC236}">
                      <a16:creationId xmlns:a16="http://schemas.microsoft.com/office/drawing/2014/main" id="{AEB18D4B-CF0E-3346-1D8F-A72923FDDE9E}"/>
                    </a:ext>
                  </a:extLst>
                </p:cNvPr>
                <p:cNvSpPr txBox="1">
                  <a:spLocks noRot="1" noChangeAspect="1" noMove="1" noResize="1" noEditPoints="1" noAdjustHandles="1" noChangeArrowheads="1" noChangeShapeType="1" noTextEdit="1"/>
                </p:cNvSpPr>
                <p:nvPr/>
              </p:nvSpPr>
              <p:spPr>
                <a:xfrm>
                  <a:off x="360000" y="2627282"/>
                  <a:ext cx="506442" cy="400110"/>
                </a:xfrm>
                <a:prstGeom prst="rect">
                  <a:avLst/>
                </a:prstGeom>
                <a:blipFill>
                  <a:blip r:embed="rId39"/>
                  <a:stretch>
                    <a:fillRect l="-2410"/>
                  </a:stretch>
                </a:blipFill>
              </p:spPr>
              <p:txBody>
                <a:bodyPr/>
                <a:lstStyle/>
                <a:p>
                  <a:r>
                    <a:rPr lang="zh-CN" altLang="en-US">
                      <a:noFill/>
                    </a:rPr>
                    <a:t> </a:t>
                  </a:r>
                </a:p>
              </p:txBody>
            </p:sp>
          </mc:Fallback>
        </mc:AlternateContent>
        <p:sp>
          <p:nvSpPr>
            <p:cNvPr id="38" name="Line 27">
              <a:extLst>
                <a:ext uri="{FF2B5EF4-FFF2-40B4-BE49-F238E27FC236}">
                  <a16:creationId xmlns:a16="http://schemas.microsoft.com/office/drawing/2014/main" id="{FF650023-9A50-1CEA-8288-E53B3CC3A1B1}"/>
                </a:ext>
              </a:extLst>
            </p:cNvPr>
            <p:cNvSpPr>
              <a:spLocks noChangeShapeType="1"/>
            </p:cNvSpPr>
            <p:nvPr/>
          </p:nvSpPr>
          <p:spPr bwMode="auto">
            <a:xfrm rot="5400000">
              <a:off x="1754703" y="2225616"/>
              <a:ext cx="12043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2" name="流程图: 延期 41">
              <a:extLst>
                <a:ext uri="{FF2B5EF4-FFF2-40B4-BE49-F238E27FC236}">
                  <a16:creationId xmlns:a16="http://schemas.microsoft.com/office/drawing/2014/main" id="{ED8139ED-58F4-FFDD-81AE-8463C6BCAC5F}"/>
                </a:ext>
              </a:extLst>
            </p:cNvPr>
            <p:cNvSpPr/>
            <p:nvPr/>
          </p:nvSpPr>
          <p:spPr>
            <a:xfrm>
              <a:off x="4043672" y="1512000"/>
              <a:ext cx="461477" cy="473914"/>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3" name="Line 27">
              <a:extLst>
                <a:ext uri="{FF2B5EF4-FFF2-40B4-BE49-F238E27FC236}">
                  <a16:creationId xmlns:a16="http://schemas.microsoft.com/office/drawing/2014/main" id="{7345803A-9117-65C6-7A85-BBF05D340459}"/>
                </a:ext>
              </a:extLst>
            </p:cNvPr>
            <p:cNvSpPr>
              <a:spLocks noChangeShapeType="1"/>
            </p:cNvSpPr>
            <p:nvPr/>
          </p:nvSpPr>
          <p:spPr bwMode="auto">
            <a:xfrm>
              <a:off x="941432" y="3248028"/>
              <a:ext cx="36107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5A1C497B-34A6-699A-0C83-95FF77521EEA}"/>
                    </a:ext>
                  </a:extLst>
                </p:cNvPr>
                <p:cNvSpPr txBox="1"/>
                <p:nvPr/>
              </p:nvSpPr>
              <p:spPr>
                <a:xfrm>
                  <a:off x="6624363" y="1690098"/>
                  <a:ext cx="46211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chemeClr val="accent5">
                                <a:lumMod val="75000"/>
                              </a:schemeClr>
                            </a:solidFill>
                            <a:latin typeface="Cambria Math" panose="02040503050406030204" pitchFamily="18" charset="0"/>
                          </a:rPr>
                          <m:t>C</m:t>
                        </m:r>
                      </m:oMath>
                    </m:oMathPara>
                  </a14:m>
                  <a:endParaRPr lang="zh-CN" altLang="en-US"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5A1C497B-34A6-699A-0C83-95FF77521EEA}"/>
                    </a:ext>
                  </a:extLst>
                </p:cNvPr>
                <p:cNvSpPr txBox="1">
                  <a:spLocks noRot="1" noChangeAspect="1" noMove="1" noResize="1" noEditPoints="1" noAdjustHandles="1" noChangeArrowheads="1" noChangeShapeType="1" noTextEdit="1"/>
                </p:cNvSpPr>
                <p:nvPr/>
              </p:nvSpPr>
              <p:spPr>
                <a:xfrm>
                  <a:off x="6624363" y="1690098"/>
                  <a:ext cx="462110" cy="369332"/>
                </a:xfrm>
                <a:prstGeom prst="rect">
                  <a:avLst/>
                </a:prstGeom>
                <a:blipFill>
                  <a:blip r:embed="rId41"/>
                  <a:stretch>
                    <a:fillRect/>
                  </a:stretch>
                </a:blipFill>
              </p:spPr>
              <p:txBody>
                <a:bodyPr/>
                <a:lstStyle/>
                <a:p>
                  <a:r>
                    <a:rPr lang="zh-CN" altLang="en-US">
                      <a:noFill/>
                    </a:rPr>
                    <a:t> </a:t>
                  </a:r>
                </a:p>
              </p:txBody>
            </p:sp>
          </mc:Fallback>
        </mc:AlternateContent>
        <p:sp>
          <p:nvSpPr>
            <p:cNvPr id="45" name="椭圆 44">
              <a:extLst>
                <a:ext uri="{FF2B5EF4-FFF2-40B4-BE49-F238E27FC236}">
                  <a16:creationId xmlns:a16="http://schemas.microsoft.com/office/drawing/2014/main" id="{2CC7DF9E-E11F-CC1B-A017-B0B8EF92275B}"/>
                </a:ext>
              </a:extLst>
            </p:cNvPr>
            <p:cNvSpPr/>
            <p:nvPr/>
          </p:nvSpPr>
          <p:spPr>
            <a:xfrm flipV="1">
              <a:off x="2486470" y="3193832"/>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8" name="椭圆 47">
              <a:extLst>
                <a:ext uri="{FF2B5EF4-FFF2-40B4-BE49-F238E27FC236}">
                  <a16:creationId xmlns:a16="http://schemas.microsoft.com/office/drawing/2014/main" id="{B351884A-D01A-798A-77DF-7FA1953EAF66}"/>
                </a:ext>
              </a:extLst>
            </p:cNvPr>
            <p:cNvSpPr/>
            <p:nvPr/>
          </p:nvSpPr>
          <p:spPr>
            <a:xfrm flipH="1">
              <a:off x="2303751" y="2167260"/>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3" name="椭圆 52">
              <a:extLst>
                <a:ext uri="{FF2B5EF4-FFF2-40B4-BE49-F238E27FC236}">
                  <a16:creationId xmlns:a16="http://schemas.microsoft.com/office/drawing/2014/main" id="{6D1B56B1-0FDA-F1E0-F557-3011C047DC39}"/>
                </a:ext>
              </a:extLst>
            </p:cNvPr>
            <p:cNvSpPr/>
            <p:nvPr/>
          </p:nvSpPr>
          <p:spPr>
            <a:xfrm flipV="1">
              <a:off x="897830" y="2773758"/>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5" name="Line 27">
              <a:extLst>
                <a:ext uri="{FF2B5EF4-FFF2-40B4-BE49-F238E27FC236}">
                  <a16:creationId xmlns:a16="http://schemas.microsoft.com/office/drawing/2014/main" id="{BA54BE59-6730-C4AE-3167-B2449E70EE71}"/>
                </a:ext>
              </a:extLst>
            </p:cNvPr>
            <p:cNvSpPr>
              <a:spLocks noChangeShapeType="1"/>
            </p:cNvSpPr>
            <p:nvPr/>
          </p:nvSpPr>
          <p:spPr bwMode="auto">
            <a:xfrm rot="5400000">
              <a:off x="735506" y="3025503"/>
              <a:ext cx="4307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8" name="Line 27">
              <a:extLst>
                <a:ext uri="{FF2B5EF4-FFF2-40B4-BE49-F238E27FC236}">
                  <a16:creationId xmlns:a16="http://schemas.microsoft.com/office/drawing/2014/main" id="{D6EB5833-942C-B02F-41AC-0D40529F064C}"/>
                </a:ext>
              </a:extLst>
            </p:cNvPr>
            <p:cNvSpPr>
              <a:spLocks noChangeShapeType="1"/>
            </p:cNvSpPr>
            <p:nvPr/>
          </p:nvSpPr>
          <p:spPr bwMode="auto">
            <a:xfrm>
              <a:off x="2356887" y="1623431"/>
              <a:ext cx="16791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0" name="Line 27">
              <a:extLst>
                <a:ext uri="{FF2B5EF4-FFF2-40B4-BE49-F238E27FC236}">
                  <a16:creationId xmlns:a16="http://schemas.microsoft.com/office/drawing/2014/main" id="{27062EF3-E5D1-1CE2-CBC4-FE68F05C89D0}"/>
                </a:ext>
              </a:extLst>
            </p:cNvPr>
            <p:cNvSpPr>
              <a:spLocks noChangeShapeType="1"/>
            </p:cNvSpPr>
            <p:nvPr/>
          </p:nvSpPr>
          <p:spPr bwMode="auto">
            <a:xfrm>
              <a:off x="3914092" y="1874482"/>
              <a:ext cx="1219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2BF358A7-468A-69A6-F698-4FFA0C6FFCD6}"/>
                </a:ext>
              </a:extLst>
            </p:cNvPr>
            <p:cNvSpPr>
              <a:spLocks noChangeShapeType="1"/>
            </p:cNvSpPr>
            <p:nvPr/>
          </p:nvSpPr>
          <p:spPr bwMode="auto">
            <a:xfrm rot="5400000">
              <a:off x="3434554" y="2350452"/>
              <a:ext cx="9590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 name="Line 27">
              <a:extLst>
                <a:ext uri="{FF2B5EF4-FFF2-40B4-BE49-F238E27FC236}">
                  <a16:creationId xmlns:a16="http://schemas.microsoft.com/office/drawing/2014/main" id="{695ED35E-8A46-C4F7-9EFC-EB0811B227F0}"/>
                </a:ext>
              </a:extLst>
            </p:cNvPr>
            <p:cNvSpPr>
              <a:spLocks noChangeShapeType="1"/>
            </p:cNvSpPr>
            <p:nvPr/>
          </p:nvSpPr>
          <p:spPr bwMode="auto">
            <a:xfrm>
              <a:off x="4505148" y="1748957"/>
              <a:ext cx="15737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 name="Line 27">
              <a:extLst>
                <a:ext uri="{FF2B5EF4-FFF2-40B4-BE49-F238E27FC236}">
                  <a16:creationId xmlns:a16="http://schemas.microsoft.com/office/drawing/2014/main" id="{6D56EC56-155D-6942-3F93-E3EB868379D0}"/>
                </a:ext>
              </a:extLst>
            </p:cNvPr>
            <p:cNvSpPr>
              <a:spLocks noChangeShapeType="1"/>
            </p:cNvSpPr>
            <p:nvPr/>
          </p:nvSpPr>
          <p:spPr bwMode="auto">
            <a:xfrm rot="5400000">
              <a:off x="4402013" y="1981824"/>
              <a:ext cx="4786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 name="椭圆 65">
              <a:extLst>
                <a:ext uri="{FF2B5EF4-FFF2-40B4-BE49-F238E27FC236}">
                  <a16:creationId xmlns:a16="http://schemas.microsoft.com/office/drawing/2014/main" id="{7C498FFC-CF03-AE5F-4DC3-FA95BE393FD2}"/>
                </a:ext>
              </a:extLst>
            </p:cNvPr>
            <p:cNvSpPr/>
            <p:nvPr/>
          </p:nvSpPr>
          <p:spPr>
            <a:xfrm flipV="1">
              <a:off x="4587500" y="1694674"/>
              <a:ext cx="108000" cy="107509"/>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7" name="流程图: 延期 66">
              <a:extLst>
                <a:ext uri="{FF2B5EF4-FFF2-40B4-BE49-F238E27FC236}">
                  <a16:creationId xmlns:a16="http://schemas.microsoft.com/office/drawing/2014/main" id="{6316CB07-0766-E53B-D2DA-4DB82C004227}"/>
                </a:ext>
              </a:extLst>
            </p:cNvPr>
            <p:cNvSpPr/>
            <p:nvPr/>
          </p:nvSpPr>
          <p:spPr>
            <a:xfrm>
              <a:off x="6078922" y="1637525"/>
              <a:ext cx="461477" cy="473914"/>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68" name="Line 27">
              <a:extLst>
                <a:ext uri="{FF2B5EF4-FFF2-40B4-BE49-F238E27FC236}">
                  <a16:creationId xmlns:a16="http://schemas.microsoft.com/office/drawing/2014/main" id="{D94A5D90-1E8D-74A6-33F0-88A040542C78}"/>
                </a:ext>
              </a:extLst>
            </p:cNvPr>
            <p:cNvSpPr>
              <a:spLocks noChangeShapeType="1"/>
            </p:cNvSpPr>
            <p:nvPr/>
          </p:nvSpPr>
          <p:spPr bwMode="auto">
            <a:xfrm>
              <a:off x="5924420" y="2000007"/>
              <a:ext cx="1468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 name="Line 27">
              <a:extLst>
                <a:ext uri="{FF2B5EF4-FFF2-40B4-BE49-F238E27FC236}">
                  <a16:creationId xmlns:a16="http://schemas.microsoft.com/office/drawing/2014/main" id="{B29EB516-98E0-049C-5ADC-CA1390DF00A4}"/>
                </a:ext>
              </a:extLst>
            </p:cNvPr>
            <p:cNvSpPr>
              <a:spLocks noChangeShapeType="1"/>
            </p:cNvSpPr>
            <p:nvPr/>
          </p:nvSpPr>
          <p:spPr bwMode="auto">
            <a:xfrm>
              <a:off x="6540398" y="1874482"/>
              <a:ext cx="1942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 name="Line 27">
              <a:extLst>
                <a:ext uri="{FF2B5EF4-FFF2-40B4-BE49-F238E27FC236}">
                  <a16:creationId xmlns:a16="http://schemas.microsoft.com/office/drawing/2014/main" id="{B00374A6-3CAC-3B76-116F-86BDDB1CA13A}"/>
                </a:ext>
              </a:extLst>
            </p:cNvPr>
            <p:cNvSpPr>
              <a:spLocks noChangeShapeType="1"/>
            </p:cNvSpPr>
            <p:nvPr/>
          </p:nvSpPr>
          <p:spPr bwMode="auto">
            <a:xfrm rot="5400000">
              <a:off x="5519532" y="2413904"/>
              <a:ext cx="82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2" name="Line 27">
              <a:extLst>
                <a:ext uri="{FF2B5EF4-FFF2-40B4-BE49-F238E27FC236}">
                  <a16:creationId xmlns:a16="http://schemas.microsoft.com/office/drawing/2014/main" id="{15743C19-4ABF-1D0A-4D26-D3510F45EC15}"/>
                </a:ext>
              </a:extLst>
            </p:cNvPr>
            <p:cNvSpPr>
              <a:spLocks noChangeShapeType="1"/>
            </p:cNvSpPr>
            <p:nvPr/>
          </p:nvSpPr>
          <p:spPr bwMode="auto">
            <a:xfrm rot="5400000">
              <a:off x="2329955" y="3037682"/>
              <a:ext cx="4206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3" name="Line 27">
              <a:extLst>
                <a:ext uri="{FF2B5EF4-FFF2-40B4-BE49-F238E27FC236}">
                  <a16:creationId xmlns:a16="http://schemas.microsoft.com/office/drawing/2014/main" id="{8FB5CE86-AB33-807E-989B-1CB055F92E5A}"/>
                </a:ext>
              </a:extLst>
            </p:cNvPr>
            <p:cNvSpPr>
              <a:spLocks noChangeShapeType="1"/>
            </p:cNvSpPr>
            <p:nvPr/>
          </p:nvSpPr>
          <p:spPr bwMode="auto">
            <a:xfrm rot="5400000">
              <a:off x="4333662" y="3036410"/>
              <a:ext cx="4303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5" name="椭圆 74">
              <a:extLst>
                <a:ext uri="{FF2B5EF4-FFF2-40B4-BE49-F238E27FC236}">
                  <a16:creationId xmlns:a16="http://schemas.microsoft.com/office/drawing/2014/main" id="{D19F6DF7-8544-24FE-6E27-EE492A75C3FA}"/>
                </a:ext>
              </a:extLst>
            </p:cNvPr>
            <p:cNvSpPr/>
            <p:nvPr/>
          </p:nvSpPr>
          <p:spPr>
            <a:xfrm flipV="1">
              <a:off x="2641807" y="2767883"/>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FA80FC5D-3E5C-67D4-F801-3C8F15001A23}"/>
                    </a:ext>
                  </a:extLst>
                </p:cNvPr>
                <p:cNvSpPr txBox="1"/>
                <p:nvPr/>
              </p:nvSpPr>
              <p:spPr>
                <a:xfrm>
                  <a:off x="1785600" y="2622060"/>
                  <a:ext cx="279337" cy="400110"/>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77" name="文本框 76">
                  <a:extLst>
                    <a:ext uri="{FF2B5EF4-FFF2-40B4-BE49-F238E27FC236}">
                      <a16:creationId xmlns:a16="http://schemas.microsoft.com/office/drawing/2014/main" id="{FA80FC5D-3E5C-67D4-F801-3C8F15001A23}"/>
                    </a:ext>
                  </a:extLst>
                </p:cNvPr>
                <p:cNvSpPr txBox="1">
                  <a:spLocks noRot="1" noChangeAspect="1" noMove="1" noResize="1" noEditPoints="1" noAdjustHandles="1" noChangeArrowheads="1" noChangeShapeType="1" noTextEdit="1"/>
                </p:cNvSpPr>
                <p:nvPr/>
              </p:nvSpPr>
              <p:spPr>
                <a:xfrm>
                  <a:off x="1785600" y="2622060"/>
                  <a:ext cx="279337" cy="400110"/>
                </a:xfrm>
                <a:prstGeom prst="rect">
                  <a:avLst/>
                </a:prstGeom>
                <a:blipFill>
                  <a:blip r:embed="rId42"/>
                  <a:stretch>
                    <a:fillRect l="-8696" r="-30435" b="-10606"/>
                  </a:stretch>
                </a:blipFill>
              </p:spPr>
              <p:txBody>
                <a:bodyPr/>
                <a:lstStyle/>
                <a:p>
                  <a:r>
                    <a:rPr lang="zh-CN" altLang="en-US">
                      <a:noFill/>
                    </a:rPr>
                    <a:t> </a:t>
                  </a:r>
                </a:p>
              </p:txBody>
            </p:sp>
          </mc:Fallback>
        </mc:AlternateContent>
        <p:sp>
          <p:nvSpPr>
            <p:cNvPr id="78" name="椭圆 77">
              <a:extLst>
                <a:ext uri="{FF2B5EF4-FFF2-40B4-BE49-F238E27FC236}">
                  <a16:creationId xmlns:a16="http://schemas.microsoft.com/office/drawing/2014/main" id="{06661AD4-EAA3-3C69-D191-B3B535F54360}"/>
                </a:ext>
              </a:extLst>
            </p:cNvPr>
            <p:cNvSpPr/>
            <p:nvPr/>
          </p:nvSpPr>
          <p:spPr>
            <a:xfrm>
              <a:off x="2098629" y="27684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ECFFEB22-C082-2A0B-8D45-9958BA080FB0}"/>
                    </a:ext>
                  </a:extLst>
                </p:cNvPr>
                <p:cNvSpPr txBox="1"/>
                <p:nvPr/>
              </p:nvSpPr>
              <p:spPr>
                <a:xfrm>
                  <a:off x="3337200" y="2620800"/>
                  <a:ext cx="279337" cy="400815"/>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80" name="文本框 79">
                  <a:extLst>
                    <a:ext uri="{FF2B5EF4-FFF2-40B4-BE49-F238E27FC236}">
                      <a16:creationId xmlns:a16="http://schemas.microsoft.com/office/drawing/2014/main" id="{ECFFEB22-C082-2A0B-8D45-9958BA080FB0}"/>
                    </a:ext>
                  </a:extLst>
                </p:cNvPr>
                <p:cNvSpPr txBox="1">
                  <a:spLocks noRot="1" noChangeAspect="1" noMove="1" noResize="1" noEditPoints="1" noAdjustHandles="1" noChangeArrowheads="1" noChangeShapeType="1" noTextEdit="1"/>
                </p:cNvSpPr>
                <p:nvPr/>
              </p:nvSpPr>
              <p:spPr>
                <a:xfrm>
                  <a:off x="3337200" y="2620800"/>
                  <a:ext cx="279337" cy="400815"/>
                </a:xfrm>
                <a:prstGeom prst="rect">
                  <a:avLst/>
                </a:prstGeom>
                <a:blipFill>
                  <a:blip r:embed="rId43"/>
                  <a:stretch>
                    <a:fillRect l="-6522" r="-32609" b="-10606"/>
                  </a:stretch>
                </a:blipFill>
              </p:spPr>
              <p:txBody>
                <a:bodyPr/>
                <a:lstStyle/>
                <a:p>
                  <a:r>
                    <a:rPr lang="zh-CN" altLang="en-US">
                      <a:noFill/>
                    </a:rPr>
                    <a:t> </a:t>
                  </a:r>
                </a:p>
              </p:txBody>
            </p:sp>
          </mc:Fallback>
        </mc:AlternateContent>
        <p:sp>
          <p:nvSpPr>
            <p:cNvPr id="81" name="椭圆 80">
              <a:extLst>
                <a:ext uri="{FF2B5EF4-FFF2-40B4-BE49-F238E27FC236}">
                  <a16:creationId xmlns:a16="http://schemas.microsoft.com/office/drawing/2014/main" id="{D4721717-E737-69E9-91A3-7353404EF387}"/>
                </a:ext>
              </a:extLst>
            </p:cNvPr>
            <p:cNvSpPr/>
            <p:nvPr/>
          </p:nvSpPr>
          <p:spPr>
            <a:xfrm>
              <a:off x="3652979" y="27684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0" name="椭圆 89">
              <a:extLst>
                <a:ext uri="{FF2B5EF4-FFF2-40B4-BE49-F238E27FC236}">
                  <a16:creationId xmlns:a16="http://schemas.microsoft.com/office/drawing/2014/main" id="{08EF0B22-1A7B-E338-0114-29F48D16BBA4}"/>
                </a:ext>
              </a:extLst>
            </p:cNvPr>
            <p:cNvSpPr/>
            <p:nvPr/>
          </p:nvSpPr>
          <p:spPr>
            <a:xfrm flipV="1">
              <a:off x="5685693" y="27684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D6C7904F-564B-4677-5D73-052C1674E856}"/>
                    </a:ext>
                  </a:extLst>
                </p:cNvPr>
                <p:cNvSpPr txBox="1"/>
                <p:nvPr/>
              </p:nvSpPr>
              <p:spPr>
                <a:xfrm>
                  <a:off x="5367600" y="2620800"/>
                  <a:ext cx="279337" cy="400815"/>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sz="2000" b="0" i="0" smtClean="0">
                            <a:latin typeface="Cambria Math" panose="02040503050406030204" pitchFamily="18" charset="0"/>
                          </a:rPr>
                          <m:t>Q</m:t>
                        </m:r>
                      </m:oMath>
                    </m:oMathPara>
                  </a14:m>
                  <a:endParaRPr lang="zh-CN" altLang="en-US" sz="2000" dirty="0"/>
                </a:p>
              </p:txBody>
            </p:sp>
          </mc:Choice>
          <mc:Fallback xmlns="">
            <p:sp>
              <p:nvSpPr>
                <p:cNvPr id="103" name="文本框 102">
                  <a:extLst>
                    <a:ext uri="{FF2B5EF4-FFF2-40B4-BE49-F238E27FC236}">
                      <a16:creationId xmlns:a16="http://schemas.microsoft.com/office/drawing/2014/main" id="{D6C7904F-564B-4677-5D73-052C1674E856}"/>
                    </a:ext>
                  </a:extLst>
                </p:cNvPr>
                <p:cNvSpPr txBox="1">
                  <a:spLocks noRot="1" noChangeAspect="1" noMove="1" noResize="1" noEditPoints="1" noAdjustHandles="1" noChangeArrowheads="1" noChangeShapeType="1" noTextEdit="1"/>
                </p:cNvSpPr>
                <p:nvPr/>
              </p:nvSpPr>
              <p:spPr>
                <a:xfrm>
                  <a:off x="5367600" y="2620800"/>
                  <a:ext cx="279337" cy="400815"/>
                </a:xfrm>
                <a:prstGeom prst="rect">
                  <a:avLst/>
                </a:prstGeom>
                <a:blipFill>
                  <a:blip r:embed="rId44"/>
                  <a:stretch>
                    <a:fillRect l="-8889" r="-33333" b="-10606"/>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388777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C01268D-2A67-85D5-37EA-23D78CBDA49C}"/>
                  </a:ext>
                </a:extLst>
              </p:cNvPr>
              <p:cNvSpPr txBox="1"/>
              <p:nvPr/>
            </p:nvSpPr>
            <p:spPr>
              <a:xfrm>
                <a:off x="360000" y="828000"/>
                <a:ext cx="6336130" cy="421217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多功能 </a:t>
                </a:r>
                <a:r>
                  <a:rPr lang="en-US" altLang="zh-CN" sz="2800" dirty="0">
                    <a:solidFill>
                      <a:srgbClr val="002060"/>
                    </a:solidFill>
                    <a:latin typeface="微软雅黑" panose="020B0503020204020204" pitchFamily="34" charset="-122"/>
                    <a:ea typeface="微软雅黑" panose="020B0503020204020204" pitchFamily="34" charset="-122"/>
                  </a:rPr>
                  <a:t>4 </a:t>
                </a:r>
                <a:r>
                  <a:rPr lang="zh-CN" altLang="en-US" sz="2800" dirty="0">
                    <a:solidFill>
                      <a:srgbClr val="002060"/>
                    </a:solidFill>
                    <a:latin typeface="微软雅黑" panose="020B0503020204020204" pitchFamily="34" charset="-122"/>
                    <a:ea typeface="微软雅黑" panose="020B0503020204020204" pitchFamily="34" charset="-122"/>
                  </a:rPr>
                  <a:t>位同步二进制计数器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带使能、异步清零、同步并行置数功能</a:t>
                </a:r>
                <a:endParaRPr lang="en-US" altLang="zh-CN" sz="2400" i="1"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3</m:t>
                        </m:r>
                      </m:sub>
                    </m:sSub>
                    <m:r>
                      <a:rPr lang="en-US" altLang="zh-CN" sz="2400" i="1">
                        <a:solidFill>
                          <a:schemeClr val="accent5">
                            <a:lumMod val="75000"/>
                          </a:schemeClr>
                        </a:solidFill>
                        <a:latin typeface="Cambria Math" panose="02040503050406030204" pitchFamily="18" charset="0"/>
                      </a:rPr>
                      <m:t> ~ </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0</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：置数输入，</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0</m:t>
                        </m:r>
                      </m:sub>
                    </m:sSub>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为最低位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Sub>
                    <m:r>
                      <a:rPr lang="en-US" altLang="zh-CN" sz="2400" i="1">
                        <a:solidFill>
                          <a:schemeClr val="accent5">
                            <a:lumMod val="75000"/>
                          </a:schemeClr>
                        </a:solidFill>
                        <a:latin typeface="Cambria Math" panose="02040503050406030204" pitchFamily="18" charset="0"/>
                      </a:rPr>
                      <m:t> ~ </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：计数输出，</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为最低位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CET</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CEP</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：计数使能</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CR</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：异步清零，低电平有效</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PE</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：置数控制，低电平有效</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TC</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：进位输出</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CC01268D-2A67-85D5-37EA-23D78CBDA49C}"/>
                  </a:ext>
                </a:extLst>
              </p:cNvPr>
              <p:cNvSpPr txBox="1">
                <a:spLocks noRot="1" noChangeAspect="1" noMove="1" noResize="1" noEditPoints="1" noAdjustHandles="1" noChangeArrowheads="1" noChangeShapeType="1" noTextEdit="1"/>
              </p:cNvSpPr>
              <p:nvPr/>
            </p:nvSpPr>
            <p:spPr>
              <a:xfrm>
                <a:off x="360000" y="828000"/>
                <a:ext cx="6336130" cy="4212179"/>
              </a:xfrm>
              <a:prstGeom prst="rect">
                <a:avLst/>
              </a:prstGeom>
              <a:blipFill>
                <a:blip r:embed="rId2"/>
                <a:stretch>
                  <a:fillRect l="-1732" t="-579" r="-674" b="-2460"/>
                </a:stretch>
              </a:blipFill>
            </p:spPr>
            <p:txBody>
              <a:bodyPr/>
              <a:lstStyle/>
              <a:p>
                <a:r>
                  <a:rPr lang="zh-CN" altLang="en-US">
                    <a:noFill/>
                  </a:rPr>
                  <a:t> </a:t>
                </a:r>
              </a:p>
            </p:txBody>
          </p:sp>
        </mc:Fallback>
      </mc:AlternateContent>
      <p:grpSp>
        <p:nvGrpSpPr>
          <p:cNvPr id="49" name="组合 48">
            <a:extLst>
              <a:ext uri="{FF2B5EF4-FFF2-40B4-BE49-F238E27FC236}">
                <a16:creationId xmlns:a16="http://schemas.microsoft.com/office/drawing/2014/main" id="{11E0CCC5-C835-6ED7-DEBB-F59EC3D8160F}"/>
              </a:ext>
            </a:extLst>
          </p:cNvPr>
          <p:cNvGrpSpPr/>
          <p:nvPr/>
        </p:nvGrpSpPr>
        <p:grpSpPr>
          <a:xfrm>
            <a:off x="11449269" y="6198682"/>
            <a:ext cx="786273" cy="548639"/>
            <a:chOff x="11454918" y="5839511"/>
            <a:chExt cx="786273" cy="548639"/>
          </a:xfrm>
        </p:grpSpPr>
        <p:grpSp>
          <p:nvGrpSpPr>
            <p:cNvPr id="50" name="组合 49">
              <a:extLst>
                <a:ext uri="{FF2B5EF4-FFF2-40B4-BE49-F238E27FC236}">
                  <a16:creationId xmlns:a16="http://schemas.microsoft.com/office/drawing/2014/main" id="{06717DDF-C6A6-6888-95A0-BD976284E38E}"/>
                </a:ext>
              </a:extLst>
            </p:cNvPr>
            <p:cNvGrpSpPr/>
            <p:nvPr/>
          </p:nvGrpSpPr>
          <p:grpSpPr>
            <a:xfrm>
              <a:off x="11454918" y="5867450"/>
              <a:ext cx="737081" cy="520700"/>
              <a:chOff x="11454918" y="5867450"/>
              <a:chExt cx="737081" cy="520700"/>
            </a:xfrm>
          </p:grpSpPr>
          <p:sp>
            <p:nvSpPr>
              <p:cNvPr id="52" name="箭头: 五边形 51">
                <a:extLst>
                  <a:ext uri="{FF2B5EF4-FFF2-40B4-BE49-F238E27FC236}">
                    <a16:creationId xmlns:a16="http://schemas.microsoft.com/office/drawing/2014/main" id="{C4EABFA1-D0F4-4A7B-0A6E-35397FF9427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箭头: V 形 52">
                <a:extLst>
                  <a:ext uri="{FF2B5EF4-FFF2-40B4-BE49-F238E27FC236}">
                    <a16:creationId xmlns:a16="http://schemas.microsoft.com/office/drawing/2014/main" id="{96CA67E3-D1C1-49B7-C4A3-CC85D572288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1" name="灯片编号占位符 3">
              <a:extLst>
                <a:ext uri="{FF2B5EF4-FFF2-40B4-BE49-F238E27FC236}">
                  <a16:creationId xmlns:a16="http://schemas.microsoft.com/office/drawing/2014/main" id="{A9F1E4F5-CEDF-9814-CB16-5C95A69B56E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p:sp>
        <p:nvSpPr>
          <p:cNvPr id="56" name="文本框 55">
            <a:extLst>
              <a:ext uri="{FF2B5EF4-FFF2-40B4-BE49-F238E27FC236}">
                <a16:creationId xmlns:a16="http://schemas.microsoft.com/office/drawing/2014/main" id="{71D15499-32D5-F2D0-59B1-5E3F0C2A12EE}"/>
              </a:ext>
            </a:extLst>
          </p:cNvPr>
          <p:cNvSpPr txBox="1"/>
          <p:nvPr/>
        </p:nvSpPr>
        <p:spPr>
          <a:xfrm>
            <a:off x="8236800" y="3060000"/>
            <a:ext cx="3340796" cy="430887"/>
          </a:xfrm>
          <a:prstGeom prst="rect">
            <a:avLst/>
          </a:prstGeom>
          <a:noFill/>
        </p:spPr>
        <p:txBody>
          <a:bodyPr wrap="square">
            <a:spAutoFit/>
          </a:bodyPr>
          <a:lstStyle/>
          <a:p>
            <a:pPr algn="ctr"/>
            <a:r>
              <a:rPr lang="zh-CN" altLang="en-US" sz="2200" dirty="0">
                <a:solidFill>
                  <a:schemeClr val="accent5">
                    <a:lumMod val="75000"/>
                  </a:schemeClr>
                </a:solidFill>
                <a:latin typeface="Cambria Math" panose="02040503050406030204" pitchFamily="18" charset="0"/>
                <a:ea typeface="微软雅黑" panose="020B0503020204020204" pitchFamily="34" charset="-122"/>
              </a:rPr>
              <a:t>逻辑图</a:t>
            </a:r>
            <a:endParaRPr lang="zh-CN" altLang="en-US" sz="2200" dirty="0"/>
          </a:p>
        </p:txBody>
      </p:sp>
      <mc:AlternateContent xmlns:mc="http://schemas.openxmlformats.org/markup-compatibility/2006" xmlns:a14="http://schemas.microsoft.com/office/drawing/2010/main">
        <mc:Choice Requires="a14">
          <p:graphicFrame>
            <p:nvGraphicFramePr>
              <p:cNvPr id="58" name="表格 57">
                <a:extLst>
                  <a:ext uri="{FF2B5EF4-FFF2-40B4-BE49-F238E27FC236}">
                    <a16:creationId xmlns:a16="http://schemas.microsoft.com/office/drawing/2014/main" id="{E125ABD4-F4E8-4C08-1CEF-087E28F0BD9F}"/>
                  </a:ext>
                </a:extLst>
              </p:cNvPr>
              <p:cNvGraphicFramePr>
                <a:graphicFrameLocks noGrp="1"/>
              </p:cNvGraphicFramePr>
              <p:nvPr>
                <p:extLst>
                  <p:ext uri="{D42A27DB-BD31-4B8C-83A1-F6EECF244321}">
                    <p14:modId xmlns:p14="http://schemas.microsoft.com/office/powerpoint/2010/main" val="158501201"/>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smtClean="0">
                                      <a:solidFill>
                                        <a:schemeClr val="accent5">
                                          <a:lumMod val="75000"/>
                                        </a:schemeClr>
                                      </a:solidFill>
                                      <a:latin typeface="Cambria Math" panose="02040503050406030204" pitchFamily="18" charset="0"/>
                                    </a:rPr>
                                    <m:t>CR</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b="0" i="0" smtClean="0">
                                      <a:solidFill>
                                        <a:schemeClr val="accent5">
                                          <a:lumMod val="75000"/>
                                        </a:schemeClr>
                                      </a:solidFill>
                                      <a:latin typeface="Cambria Math" panose="02040503050406030204" pitchFamily="18" charset="0"/>
                                    </a:rPr>
                                    <m:t>PE</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CEP</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CET</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a14:m>
                          <a:r>
                            <a:rPr lang="zh-CN" altLang="en-US" sz="2000" dirty="0">
                              <a:latin typeface="微软雅黑" panose="020B0503020204020204" pitchFamily="34" charset="-122"/>
                              <a:ea typeface="微软雅黑" panose="020B0503020204020204" pitchFamily="34" charset="-122"/>
                            </a:rPr>
                            <a:t> </a:t>
                          </a:r>
                        </a:p>
                      </a:txBody>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70840">
                    <a:tc>
                      <a:txBody>
                        <a:bodyPr/>
                        <a:lstStyle/>
                        <a:p>
                          <a:r>
                            <a:rPr lang="en-US" altLang="zh-CN" sz="2000" dirty="0">
                              <a:latin typeface="微软雅黑" panose="020B0503020204020204" pitchFamily="34" charset="-122"/>
                              <a:ea typeface="微软雅黑" panose="020B0503020204020204" pitchFamily="34" charset="-122"/>
                            </a:rPr>
                            <a:t>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70840">
                    <a:tc>
                      <a:txBody>
                        <a:bodyPr/>
                        <a:lstStyle/>
                        <a:p>
                          <a:r>
                            <a:rPr lang="en-US" altLang="zh-CN" sz="2000" dirty="0">
                              <a:latin typeface="微软雅黑" panose="020B0503020204020204" pitchFamily="34" charset="-122"/>
                              <a:ea typeface="微软雅黑" panose="020B0503020204020204" pitchFamily="34" charset="-122"/>
                            </a:rPr>
                            <a:t>  1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708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708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70840">
                    <a:tc>
                      <a:txBody>
                        <a:bodyPr/>
                        <a:lstStyle/>
                        <a:p>
                          <a:r>
                            <a:rPr lang="en-US" altLang="zh-CN" sz="2000" dirty="0">
                              <a:latin typeface="微软雅黑" panose="020B0503020204020204" pitchFamily="34" charset="-122"/>
                              <a:ea typeface="微软雅黑" panose="020B0503020204020204" pitchFamily="34" charset="-122"/>
                            </a:rPr>
                            <a:t>  1       1       1     </a:t>
                          </a:r>
                          <a:r>
                            <a:rPr lang="en-US" altLang="zh-CN" sz="8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Choice>
        <mc:Fallback xmlns="">
          <p:graphicFrame>
            <p:nvGraphicFramePr>
              <p:cNvPr id="58" name="表格 57">
                <a:extLst>
                  <a:ext uri="{FF2B5EF4-FFF2-40B4-BE49-F238E27FC236}">
                    <a16:creationId xmlns:a16="http://schemas.microsoft.com/office/drawing/2014/main" id="{E125ABD4-F4E8-4C08-1CEF-087E28F0BD9F}"/>
                  </a:ext>
                </a:extLst>
              </p:cNvPr>
              <p:cNvGraphicFramePr>
                <a:graphicFrameLocks noGrp="1"/>
              </p:cNvGraphicFramePr>
              <p:nvPr>
                <p:extLst>
                  <p:ext uri="{D42A27DB-BD31-4B8C-83A1-F6EECF244321}">
                    <p14:modId xmlns:p14="http://schemas.microsoft.com/office/powerpoint/2010/main" val="158501201"/>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96939">
                    <a:tc>
                      <a:txBody>
                        <a:bodyPr/>
                        <a:lstStyle/>
                        <a:p>
                          <a:endParaRPr lang="zh-CN"/>
                        </a:p>
                      </a:txBody>
                      <a:tcPr>
                        <a:blipFill>
                          <a:blip r:embed="rId17"/>
                          <a:stretch>
                            <a:fillRect l="-192" t="-7692" r="-39038" b="-529231"/>
                          </a:stretch>
                        </a:blipFill>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96240">
                    <a:tc>
                      <a:txBody>
                        <a:bodyPr/>
                        <a:lstStyle/>
                        <a:p>
                          <a:r>
                            <a:rPr lang="en-US" altLang="zh-CN" sz="2000" dirty="0">
                              <a:latin typeface="微软雅黑" panose="020B0503020204020204" pitchFamily="34" charset="-122"/>
                              <a:ea typeface="微软雅黑" panose="020B0503020204020204" pitchFamily="34" charset="-122"/>
                            </a:rPr>
                            <a:t>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96240">
                    <a:tc>
                      <a:txBody>
                        <a:bodyPr/>
                        <a:lstStyle/>
                        <a:p>
                          <a:r>
                            <a:rPr lang="en-US" altLang="zh-CN" sz="2000" dirty="0">
                              <a:latin typeface="微软雅黑" panose="020B0503020204020204" pitchFamily="34" charset="-122"/>
                              <a:ea typeface="微软雅黑" panose="020B0503020204020204" pitchFamily="34" charset="-122"/>
                            </a:rPr>
                            <a:t>  1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962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962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96240">
                    <a:tc>
                      <a:txBody>
                        <a:bodyPr/>
                        <a:lstStyle/>
                        <a:p>
                          <a:r>
                            <a:rPr lang="en-US" altLang="zh-CN" sz="2000" dirty="0">
                              <a:latin typeface="微软雅黑" panose="020B0503020204020204" pitchFamily="34" charset="-122"/>
                              <a:ea typeface="微软雅黑" panose="020B0503020204020204" pitchFamily="34" charset="-122"/>
                            </a:rPr>
                            <a:t>  1       1       1     </a:t>
                          </a:r>
                          <a:r>
                            <a:rPr lang="en-US" altLang="zh-CN" sz="8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Fallback>
      </mc:AlternateContent>
      <p:sp>
        <p:nvSpPr>
          <p:cNvPr id="59" name="文本框 58">
            <a:extLst>
              <a:ext uri="{FF2B5EF4-FFF2-40B4-BE49-F238E27FC236}">
                <a16:creationId xmlns:a16="http://schemas.microsoft.com/office/drawing/2014/main" id="{751643DC-F878-AADB-1BC6-C25A78CBECCF}"/>
              </a:ext>
            </a:extLst>
          </p:cNvPr>
          <p:cNvSpPr txBox="1"/>
          <p:nvPr/>
        </p:nvSpPr>
        <p:spPr>
          <a:xfrm>
            <a:off x="6840000" y="3600000"/>
            <a:ext cx="4392709" cy="430887"/>
          </a:xfrm>
          <a:prstGeom prst="rect">
            <a:avLst/>
          </a:prstGeom>
          <a:noFill/>
        </p:spPr>
        <p:txBody>
          <a:bodyPr wrap="square">
            <a:spAutoFit/>
          </a:bodyPr>
          <a:lstStyle/>
          <a:p>
            <a:pPr algn="ctr"/>
            <a:r>
              <a:rPr lang="zh-CN" altLang="en-US" sz="2200" dirty="0">
                <a:latin typeface="Cambria Math" panose="02040503050406030204" pitchFamily="18" charset="0"/>
                <a:ea typeface="微软雅黑" panose="020B0503020204020204" pitchFamily="34" charset="-122"/>
              </a:rPr>
              <a:t>功能表</a:t>
            </a:r>
            <a:endParaRPr lang="zh-CN" altLang="en-US" sz="2200" dirty="0"/>
          </a:p>
        </p:txBody>
      </p:sp>
      <p:sp>
        <p:nvSpPr>
          <p:cNvPr id="9" name="标题 1">
            <a:extLst>
              <a:ext uri="{FF2B5EF4-FFF2-40B4-BE49-F238E27FC236}">
                <a16:creationId xmlns:a16="http://schemas.microsoft.com/office/drawing/2014/main" id="{C215B4A9-6EAF-A376-250A-9647585FA8A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grpSp>
        <p:nvGrpSpPr>
          <p:cNvPr id="18" name="组合 17">
            <a:extLst>
              <a:ext uri="{FF2B5EF4-FFF2-40B4-BE49-F238E27FC236}">
                <a16:creationId xmlns:a16="http://schemas.microsoft.com/office/drawing/2014/main" id="{AED7163C-47F7-2D8C-2B73-90C28AA6E6C2}"/>
              </a:ext>
            </a:extLst>
          </p:cNvPr>
          <p:cNvGrpSpPr/>
          <p:nvPr/>
        </p:nvGrpSpPr>
        <p:grpSpPr>
          <a:xfrm>
            <a:off x="7920000" y="828000"/>
            <a:ext cx="3964588" cy="2161055"/>
            <a:chOff x="2638800" y="3634768"/>
            <a:chExt cx="3964588" cy="2161055"/>
          </a:xfrm>
        </p:grpSpPr>
        <p:cxnSp>
          <p:nvCxnSpPr>
            <p:cNvPr id="19" name="直接连接符 18">
              <a:extLst>
                <a:ext uri="{FF2B5EF4-FFF2-40B4-BE49-F238E27FC236}">
                  <a16:creationId xmlns:a16="http://schemas.microsoft.com/office/drawing/2014/main" id="{947D1507-C1CA-B16B-7C3E-D2C1C75188E7}"/>
                </a:ext>
              </a:extLst>
            </p:cNvPr>
            <p:cNvCxnSpPr>
              <a:cxnSpLocks/>
            </p:cNvCxnSpPr>
            <p:nvPr/>
          </p:nvCxnSpPr>
          <p:spPr>
            <a:xfrm>
              <a:off x="3886447" y="3635823"/>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341A2C9-6CDB-F6CC-C110-FEA5B32BF741}"/>
                </a:ext>
              </a:extLst>
            </p:cNvPr>
            <p:cNvCxnSpPr>
              <a:cxnSpLocks/>
            </p:cNvCxnSpPr>
            <p:nvPr/>
          </p:nvCxnSpPr>
          <p:spPr>
            <a:xfrm>
              <a:off x="4374062" y="3634768"/>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16E047E-1EB3-1AC9-F73B-6A8D4064E2C5}"/>
                </a:ext>
              </a:extLst>
            </p:cNvPr>
            <p:cNvCxnSpPr>
              <a:cxnSpLocks/>
            </p:cNvCxnSpPr>
            <p:nvPr/>
          </p:nvCxnSpPr>
          <p:spPr>
            <a:xfrm>
              <a:off x="4860062" y="3634768"/>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1D0EC53-0A19-131B-5C62-8712F685DAC3}"/>
                </a:ext>
              </a:extLst>
            </p:cNvPr>
            <p:cNvCxnSpPr>
              <a:cxnSpLocks/>
            </p:cNvCxnSpPr>
            <p:nvPr/>
          </p:nvCxnSpPr>
          <p:spPr>
            <a:xfrm>
              <a:off x="5346062" y="3634768"/>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603333C-BB8A-D575-2C06-506A0B4D98D3}"/>
                </a:ext>
              </a:extLst>
            </p:cNvPr>
            <p:cNvSpPr/>
            <p:nvPr/>
          </p:nvSpPr>
          <p:spPr>
            <a:xfrm>
              <a:off x="2957530" y="3907595"/>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D0009AD-E9E3-99C2-35ED-8FAAA9C02A74}"/>
                    </a:ext>
                  </a:extLst>
                </p:cNvPr>
                <p:cNvSpPr txBox="1"/>
                <p:nvPr/>
              </p:nvSpPr>
              <p:spPr>
                <a:xfrm>
                  <a:off x="3665670" y="3853220"/>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4" name="文本框 23">
                  <a:extLst>
                    <a:ext uri="{FF2B5EF4-FFF2-40B4-BE49-F238E27FC236}">
                      <a16:creationId xmlns:a16="http://schemas.microsoft.com/office/drawing/2014/main" id="{BD0009AD-E9E3-99C2-35ED-8FAAA9C02A74}"/>
                    </a:ext>
                  </a:extLst>
                </p:cNvPr>
                <p:cNvSpPr txBox="1">
                  <a:spLocks noRot="1" noChangeAspect="1" noMove="1" noResize="1" noEditPoints="1" noAdjustHandles="1" noChangeArrowheads="1" noChangeShapeType="1" noTextEdit="1"/>
                </p:cNvSpPr>
                <p:nvPr/>
              </p:nvSpPr>
              <p:spPr>
                <a:xfrm>
                  <a:off x="3665670" y="3853220"/>
                  <a:ext cx="443169" cy="430887"/>
                </a:xfrm>
                <a:prstGeom prst="rect">
                  <a:avLst/>
                </a:prstGeom>
                <a:blipFill>
                  <a:blip r:embed="rId18"/>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363C8FD-DD98-02E8-2B31-3EBB527B4A0F}"/>
                    </a:ext>
                  </a:extLst>
                </p:cNvPr>
                <p:cNvSpPr txBox="1"/>
                <p:nvPr/>
              </p:nvSpPr>
              <p:spPr>
                <a:xfrm>
                  <a:off x="4151671" y="3853220"/>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5" name="文本框 24">
                  <a:extLst>
                    <a:ext uri="{FF2B5EF4-FFF2-40B4-BE49-F238E27FC236}">
                      <a16:creationId xmlns:a16="http://schemas.microsoft.com/office/drawing/2014/main" id="{9363C8FD-DD98-02E8-2B31-3EBB527B4A0F}"/>
                    </a:ext>
                  </a:extLst>
                </p:cNvPr>
                <p:cNvSpPr txBox="1">
                  <a:spLocks noRot="1" noChangeAspect="1" noMove="1" noResize="1" noEditPoints="1" noAdjustHandles="1" noChangeArrowheads="1" noChangeShapeType="1" noTextEdit="1"/>
                </p:cNvSpPr>
                <p:nvPr/>
              </p:nvSpPr>
              <p:spPr>
                <a:xfrm>
                  <a:off x="4151671" y="3853220"/>
                  <a:ext cx="443169" cy="430887"/>
                </a:xfrm>
                <a:prstGeom prst="rect">
                  <a:avLst/>
                </a:prstGeom>
                <a:blipFill>
                  <a:blip r:embed="rId19"/>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1BFDD9A-4A9C-5A14-C865-2EBD81C00AB9}"/>
                    </a:ext>
                  </a:extLst>
                </p:cNvPr>
                <p:cNvSpPr txBox="1"/>
                <p:nvPr/>
              </p:nvSpPr>
              <p:spPr>
                <a:xfrm>
                  <a:off x="4637671" y="3853220"/>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26" name="文本框 25">
                  <a:extLst>
                    <a:ext uri="{FF2B5EF4-FFF2-40B4-BE49-F238E27FC236}">
                      <a16:creationId xmlns:a16="http://schemas.microsoft.com/office/drawing/2014/main" id="{01BFDD9A-4A9C-5A14-C865-2EBD81C00AB9}"/>
                    </a:ext>
                  </a:extLst>
                </p:cNvPr>
                <p:cNvSpPr txBox="1">
                  <a:spLocks noRot="1" noChangeAspect="1" noMove="1" noResize="1" noEditPoints="1" noAdjustHandles="1" noChangeArrowheads="1" noChangeShapeType="1" noTextEdit="1"/>
                </p:cNvSpPr>
                <p:nvPr/>
              </p:nvSpPr>
              <p:spPr>
                <a:xfrm>
                  <a:off x="4637671" y="3853220"/>
                  <a:ext cx="443169" cy="430887"/>
                </a:xfrm>
                <a:prstGeom prst="rect">
                  <a:avLst/>
                </a:prstGeom>
                <a:blipFill>
                  <a:blip r:embed="rId20"/>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713730A1-8280-49C0-1E88-58A8BD862B03}"/>
                    </a:ext>
                  </a:extLst>
                </p:cNvPr>
                <p:cNvSpPr txBox="1"/>
                <p:nvPr/>
              </p:nvSpPr>
              <p:spPr>
                <a:xfrm>
                  <a:off x="5123671" y="3853220"/>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7" name="文本框 26">
                  <a:extLst>
                    <a:ext uri="{FF2B5EF4-FFF2-40B4-BE49-F238E27FC236}">
                      <a16:creationId xmlns:a16="http://schemas.microsoft.com/office/drawing/2014/main" id="{713730A1-8280-49C0-1E88-58A8BD862B03}"/>
                    </a:ext>
                  </a:extLst>
                </p:cNvPr>
                <p:cNvSpPr txBox="1">
                  <a:spLocks noRot="1" noChangeAspect="1" noMove="1" noResize="1" noEditPoints="1" noAdjustHandles="1" noChangeArrowheads="1" noChangeShapeType="1" noTextEdit="1"/>
                </p:cNvSpPr>
                <p:nvPr/>
              </p:nvSpPr>
              <p:spPr>
                <a:xfrm>
                  <a:off x="5123671" y="3853220"/>
                  <a:ext cx="443169" cy="430887"/>
                </a:xfrm>
                <a:prstGeom prst="rect">
                  <a:avLst/>
                </a:prstGeom>
                <a:blipFill>
                  <a:blip r:embed="rId21"/>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E804D29-1F9E-DD74-9B26-C939440D6A6D}"/>
                    </a:ext>
                  </a:extLst>
                </p:cNvPr>
                <p:cNvSpPr txBox="1"/>
                <p:nvPr/>
              </p:nvSpPr>
              <p:spPr>
                <a:xfrm>
                  <a:off x="3665670" y="5092111"/>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8" name="文本框 27">
                  <a:extLst>
                    <a:ext uri="{FF2B5EF4-FFF2-40B4-BE49-F238E27FC236}">
                      <a16:creationId xmlns:a16="http://schemas.microsoft.com/office/drawing/2014/main" id="{AE804D29-1F9E-DD74-9B26-C939440D6A6D}"/>
                    </a:ext>
                  </a:extLst>
                </p:cNvPr>
                <p:cNvSpPr txBox="1">
                  <a:spLocks noRot="1" noChangeAspect="1" noMove="1" noResize="1" noEditPoints="1" noAdjustHandles="1" noChangeArrowheads="1" noChangeShapeType="1" noTextEdit="1"/>
                </p:cNvSpPr>
                <p:nvPr/>
              </p:nvSpPr>
              <p:spPr>
                <a:xfrm>
                  <a:off x="3665670" y="5092111"/>
                  <a:ext cx="443169" cy="430887"/>
                </a:xfrm>
                <a:prstGeom prst="rect">
                  <a:avLst/>
                </a:prstGeom>
                <a:blipFill>
                  <a:blip r:embed="rId22"/>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4E9FC9C1-A1DD-22B2-FA4F-61330CBDD741}"/>
                    </a:ext>
                  </a:extLst>
                </p:cNvPr>
                <p:cNvSpPr txBox="1"/>
                <p:nvPr/>
              </p:nvSpPr>
              <p:spPr>
                <a:xfrm>
                  <a:off x="4151671" y="5092111"/>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9" name="文本框 28">
                  <a:extLst>
                    <a:ext uri="{FF2B5EF4-FFF2-40B4-BE49-F238E27FC236}">
                      <a16:creationId xmlns:a16="http://schemas.microsoft.com/office/drawing/2014/main" id="{4E9FC9C1-A1DD-22B2-FA4F-61330CBDD741}"/>
                    </a:ext>
                  </a:extLst>
                </p:cNvPr>
                <p:cNvSpPr txBox="1">
                  <a:spLocks noRot="1" noChangeAspect="1" noMove="1" noResize="1" noEditPoints="1" noAdjustHandles="1" noChangeArrowheads="1" noChangeShapeType="1" noTextEdit="1"/>
                </p:cNvSpPr>
                <p:nvPr/>
              </p:nvSpPr>
              <p:spPr>
                <a:xfrm>
                  <a:off x="4151671" y="5092111"/>
                  <a:ext cx="443169" cy="430887"/>
                </a:xfrm>
                <a:prstGeom prst="rect">
                  <a:avLst/>
                </a:prstGeom>
                <a:blipFill>
                  <a:blip r:embed="rId23"/>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04F17569-DBF9-8EE0-CCC1-3D58122EEA72}"/>
                    </a:ext>
                  </a:extLst>
                </p:cNvPr>
                <p:cNvSpPr txBox="1"/>
                <p:nvPr/>
              </p:nvSpPr>
              <p:spPr>
                <a:xfrm>
                  <a:off x="4637671" y="5092111"/>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30" name="文本框 29">
                  <a:extLst>
                    <a:ext uri="{FF2B5EF4-FFF2-40B4-BE49-F238E27FC236}">
                      <a16:creationId xmlns:a16="http://schemas.microsoft.com/office/drawing/2014/main" id="{04F17569-DBF9-8EE0-CCC1-3D58122EEA72}"/>
                    </a:ext>
                  </a:extLst>
                </p:cNvPr>
                <p:cNvSpPr txBox="1">
                  <a:spLocks noRot="1" noChangeAspect="1" noMove="1" noResize="1" noEditPoints="1" noAdjustHandles="1" noChangeArrowheads="1" noChangeShapeType="1" noTextEdit="1"/>
                </p:cNvSpPr>
                <p:nvPr/>
              </p:nvSpPr>
              <p:spPr>
                <a:xfrm>
                  <a:off x="4637671" y="5092111"/>
                  <a:ext cx="443169" cy="430887"/>
                </a:xfrm>
                <a:prstGeom prst="rect">
                  <a:avLst/>
                </a:prstGeom>
                <a:blipFill>
                  <a:blip r:embed="rId24"/>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9D2B73D9-6B64-E364-9005-64FA1A5C75F9}"/>
                    </a:ext>
                  </a:extLst>
                </p:cNvPr>
                <p:cNvSpPr txBox="1"/>
                <p:nvPr/>
              </p:nvSpPr>
              <p:spPr>
                <a:xfrm>
                  <a:off x="5123671" y="5092111"/>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31" name="文本框 30">
                  <a:extLst>
                    <a:ext uri="{FF2B5EF4-FFF2-40B4-BE49-F238E27FC236}">
                      <a16:creationId xmlns:a16="http://schemas.microsoft.com/office/drawing/2014/main" id="{9D2B73D9-6B64-E364-9005-64FA1A5C75F9}"/>
                    </a:ext>
                  </a:extLst>
                </p:cNvPr>
                <p:cNvSpPr txBox="1">
                  <a:spLocks noRot="1" noChangeAspect="1" noMove="1" noResize="1" noEditPoints="1" noAdjustHandles="1" noChangeArrowheads="1" noChangeShapeType="1" noTextEdit="1"/>
                </p:cNvSpPr>
                <p:nvPr/>
              </p:nvSpPr>
              <p:spPr>
                <a:xfrm>
                  <a:off x="5123671" y="5092111"/>
                  <a:ext cx="443169" cy="430887"/>
                </a:xfrm>
                <a:prstGeom prst="rect">
                  <a:avLst/>
                </a:prstGeom>
                <a:blipFill>
                  <a:blip r:embed="rId25"/>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63A3D1A-AC4A-5AA3-9934-2CE167849045}"/>
                    </a:ext>
                  </a:extLst>
                </p:cNvPr>
                <p:cNvSpPr txBox="1"/>
                <p:nvPr/>
              </p:nvSpPr>
              <p:spPr>
                <a:xfrm>
                  <a:off x="2955600" y="392258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32" name="文本框 31">
                  <a:extLst>
                    <a:ext uri="{FF2B5EF4-FFF2-40B4-BE49-F238E27FC236}">
                      <a16:creationId xmlns:a16="http://schemas.microsoft.com/office/drawing/2014/main" id="{663A3D1A-AC4A-5AA3-9934-2CE167849045}"/>
                    </a:ext>
                  </a:extLst>
                </p:cNvPr>
                <p:cNvSpPr txBox="1">
                  <a:spLocks noRot="1" noChangeAspect="1" noMove="1" noResize="1" noEditPoints="1" noAdjustHandles="1" noChangeArrowheads="1" noChangeShapeType="1" noTextEdit="1"/>
                </p:cNvSpPr>
                <p:nvPr/>
              </p:nvSpPr>
              <p:spPr>
                <a:xfrm>
                  <a:off x="2955600" y="3922582"/>
                  <a:ext cx="774000" cy="430887"/>
                </a:xfrm>
                <a:prstGeom prst="rect">
                  <a:avLst/>
                </a:prstGeom>
                <a:blipFill>
                  <a:blip r:embed="rId26"/>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B2DC375-2BFB-0BB2-B145-2155420A5C79}"/>
                    </a:ext>
                  </a:extLst>
                </p:cNvPr>
                <p:cNvSpPr txBox="1"/>
                <p:nvPr/>
              </p:nvSpPr>
              <p:spPr>
                <a:xfrm>
                  <a:off x="2955600" y="4320000"/>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33" name="文本框 32">
                  <a:extLst>
                    <a:ext uri="{FF2B5EF4-FFF2-40B4-BE49-F238E27FC236}">
                      <a16:creationId xmlns:a16="http://schemas.microsoft.com/office/drawing/2014/main" id="{3B2DC375-2BFB-0BB2-B145-2155420A5C79}"/>
                    </a:ext>
                  </a:extLst>
                </p:cNvPr>
                <p:cNvSpPr txBox="1">
                  <a:spLocks noRot="1" noChangeAspect="1" noMove="1" noResize="1" noEditPoints="1" noAdjustHandles="1" noChangeArrowheads="1" noChangeShapeType="1" noTextEdit="1"/>
                </p:cNvSpPr>
                <p:nvPr/>
              </p:nvSpPr>
              <p:spPr>
                <a:xfrm>
                  <a:off x="2955600" y="4320000"/>
                  <a:ext cx="774000" cy="430887"/>
                </a:xfrm>
                <a:prstGeom prst="rect">
                  <a:avLst/>
                </a:prstGeom>
                <a:blipFill>
                  <a:blip r:embed="rId27"/>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BA544195-35D2-D2CC-C293-B6F9C59E213F}"/>
                    </a:ext>
                  </a:extLst>
                </p:cNvPr>
                <p:cNvSpPr txBox="1"/>
                <p:nvPr/>
              </p:nvSpPr>
              <p:spPr>
                <a:xfrm>
                  <a:off x="2955600" y="470226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34" name="文本框 33">
                  <a:extLst>
                    <a:ext uri="{FF2B5EF4-FFF2-40B4-BE49-F238E27FC236}">
                      <a16:creationId xmlns:a16="http://schemas.microsoft.com/office/drawing/2014/main" id="{BA544195-35D2-D2CC-C293-B6F9C59E213F}"/>
                    </a:ext>
                  </a:extLst>
                </p:cNvPr>
                <p:cNvSpPr txBox="1">
                  <a:spLocks noRot="1" noChangeAspect="1" noMove="1" noResize="1" noEditPoints="1" noAdjustHandles="1" noChangeArrowheads="1" noChangeShapeType="1" noTextEdit="1"/>
                </p:cNvSpPr>
                <p:nvPr/>
              </p:nvSpPr>
              <p:spPr>
                <a:xfrm>
                  <a:off x="2955600" y="4702268"/>
                  <a:ext cx="577471" cy="430887"/>
                </a:xfrm>
                <a:prstGeom prst="rect">
                  <a:avLst/>
                </a:prstGeom>
                <a:blipFill>
                  <a:blip r:embed="rId28"/>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0B0BF91A-C72F-324F-9E2A-B51019BD610A}"/>
                    </a:ext>
                  </a:extLst>
                </p:cNvPr>
                <p:cNvSpPr txBox="1"/>
                <p:nvPr/>
              </p:nvSpPr>
              <p:spPr>
                <a:xfrm>
                  <a:off x="2955600" y="5082626"/>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35" name="文本框 34">
                  <a:extLst>
                    <a:ext uri="{FF2B5EF4-FFF2-40B4-BE49-F238E27FC236}">
                      <a16:creationId xmlns:a16="http://schemas.microsoft.com/office/drawing/2014/main" id="{0B0BF91A-C72F-324F-9E2A-B51019BD610A}"/>
                    </a:ext>
                  </a:extLst>
                </p:cNvPr>
                <p:cNvSpPr txBox="1">
                  <a:spLocks noRot="1" noChangeAspect="1" noMove="1" noResize="1" noEditPoints="1" noAdjustHandles="1" noChangeArrowheads="1" noChangeShapeType="1" noTextEdit="1"/>
                </p:cNvSpPr>
                <p:nvPr/>
              </p:nvSpPr>
              <p:spPr>
                <a:xfrm>
                  <a:off x="2955600" y="5082626"/>
                  <a:ext cx="577471" cy="430887"/>
                </a:xfrm>
                <a:prstGeom prst="rect">
                  <a:avLst/>
                </a:prstGeom>
                <a:blipFill>
                  <a:blip r:embed="rId29"/>
                  <a:stretch>
                    <a:fillRect l="-1053"/>
                  </a:stretch>
                </a:blipFill>
              </p:spPr>
              <p:txBody>
                <a:bodyPr/>
                <a:lstStyle/>
                <a:p>
                  <a:r>
                    <a:rPr lang="zh-CN" altLang="en-US">
                      <a:noFill/>
                    </a:rPr>
                    <a:t> </a:t>
                  </a:r>
                </a:p>
              </p:txBody>
            </p:sp>
          </mc:Fallback>
        </mc:AlternateContent>
        <p:sp>
          <p:nvSpPr>
            <p:cNvPr id="36" name="Line 27">
              <a:extLst>
                <a:ext uri="{FF2B5EF4-FFF2-40B4-BE49-F238E27FC236}">
                  <a16:creationId xmlns:a16="http://schemas.microsoft.com/office/drawing/2014/main" id="{DAB046A6-5B90-2A77-11A8-F1370223F639}"/>
                </a:ext>
              </a:extLst>
            </p:cNvPr>
            <p:cNvSpPr>
              <a:spLocks noChangeShapeType="1"/>
            </p:cNvSpPr>
            <p:nvPr/>
          </p:nvSpPr>
          <p:spPr bwMode="auto">
            <a:xfrm>
              <a:off x="2638800" y="413933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Line 27">
              <a:extLst>
                <a:ext uri="{FF2B5EF4-FFF2-40B4-BE49-F238E27FC236}">
                  <a16:creationId xmlns:a16="http://schemas.microsoft.com/office/drawing/2014/main" id="{5E8F5786-D31F-73B4-3B0E-9D77231454F5}"/>
                </a:ext>
              </a:extLst>
            </p:cNvPr>
            <p:cNvSpPr>
              <a:spLocks noChangeShapeType="1"/>
            </p:cNvSpPr>
            <p:nvPr/>
          </p:nvSpPr>
          <p:spPr bwMode="auto">
            <a:xfrm>
              <a:off x="2638800" y="4536000"/>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Line 27">
              <a:extLst>
                <a:ext uri="{FF2B5EF4-FFF2-40B4-BE49-F238E27FC236}">
                  <a16:creationId xmlns:a16="http://schemas.microsoft.com/office/drawing/2014/main" id="{A195D1B2-0BC8-A2EE-537E-FB0EBC453719}"/>
                </a:ext>
              </a:extLst>
            </p:cNvPr>
            <p:cNvSpPr>
              <a:spLocks noChangeShapeType="1"/>
            </p:cNvSpPr>
            <p:nvPr/>
          </p:nvSpPr>
          <p:spPr bwMode="auto">
            <a:xfrm>
              <a:off x="2638800" y="491857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9" name="椭圆 38">
              <a:extLst>
                <a:ext uri="{FF2B5EF4-FFF2-40B4-BE49-F238E27FC236}">
                  <a16:creationId xmlns:a16="http://schemas.microsoft.com/office/drawing/2014/main" id="{C0C1BF4B-D50B-F771-125D-E043E61A4FA4}"/>
                </a:ext>
              </a:extLst>
            </p:cNvPr>
            <p:cNvSpPr/>
            <p:nvPr/>
          </p:nvSpPr>
          <p:spPr>
            <a:xfrm flipV="1">
              <a:off x="2828596" y="4858955"/>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0" name="Line 27">
              <a:extLst>
                <a:ext uri="{FF2B5EF4-FFF2-40B4-BE49-F238E27FC236}">
                  <a16:creationId xmlns:a16="http://schemas.microsoft.com/office/drawing/2014/main" id="{06AEB4FA-85F6-018C-2E84-69110E5F2DC9}"/>
                </a:ext>
              </a:extLst>
            </p:cNvPr>
            <p:cNvSpPr>
              <a:spLocks noChangeShapeType="1"/>
            </p:cNvSpPr>
            <p:nvPr/>
          </p:nvSpPr>
          <p:spPr bwMode="auto">
            <a:xfrm>
              <a:off x="2638800" y="5297753"/>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1" name="椭圆 40">
              <a:extLst>
                <a:ext uri="{FF2B5EF4-FFF2-40B4-BE49-F238E27FC236}">
                  <a16:creationId xmlns:a16="http://schemas.microsoft.com/office/drawing/2014/main" id="{AADB077F-1530-A19A-2E69-C442A4A1334D}"/>
                </a:ext>
              </a:extLst>
            </p:cNvPr>
            <p:cNvSpPr/>
            <p:nvPr/>
          </p:nvSpPr>
          <p:spPr>
            <a:xfrm flipV="1">
              <a:off x="2828596" y="5238132"/>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F85D4D32-6649-E4AC-8844-E97D83A15267}"/>
                    </a:ext>
                  </a:extLst>
                </p:cNvPr>
                <p:cNvSpPr txBox="1"/>
                <p:nvPr/>
              </p:nvSpPr>
              <p:spPr>
                <a:xfrm>
                  <a:off x="5718925" y="4095748"/>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42" name="文本框 41">
                  <a:extLst>
                    <a:ext uri="{FF2B5EF4-FFF2-40B4-BE49-F238E27FC236}">
                      <a16:creationId xmlns:a16="http://schemas.microsoft.com/office/drawing/2014/main" id="{F85D4D32-6649-E4AC-8844-E97D83A15267}"/>
                    </a:ext>
                  </a:extLst>
                </p:cNvPr>
                <p:cNvSpPr txBox="1">
                  <a:spLocks noRot="1" noChangeAspect="1" noMove="1" noResize="1" noEditPoints="1" noAdjustHandles="1" noChangeArrowheads="1" noChangeShapeType="1" noTextEdit="1"/>
                </p:cNvSpPr>
                <p:nvPr/>
              </p:nvSpPr>
              <p:spPr>
                <a:xfrm>
                  <a:off x="5718925" y="4095748"/>
                  <a:ext cx="577471" cy="430887"/>
                </a:xfrm>
                <a:prstGeom prst="rect">
                  <a:avLst/>
                </a:prstGeom>
                <a:blipFill>
                  <a:blip r:embed="rId30"/>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1F264D51-C20F-9528-6A0E-2ECB8FF31B78}"/>
                    </a:ext>
                  </a:extLst>
                </p:cNvPr>
                <p:cNvSpPr txBox="1"/>
                <p:nvPr/>
              </p:nvSpPr>
              <p:spPr>
                <a:xfrm>
                  <a:off x="5638798" y="490290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43" name="文本框 42">
                  <a:extLst>
                    <a:ext uri="{FF2B5EF4-FFF2-40B4-BE49-F238E27FC236}">
                      <a16:creationId xmlns:a16="http://schemas.microsoft.com/office/drawing/2014/main" id="{1F264D51-C20F-9528-6A0E-2ECB8FF31B78}"/>
                    </a:ext>
                  </a:extLst>
                </p:cNvPr>
                <p:cNvSpPr txBox="1">
                  <a:spLocks noRot="1" noChangeAspect="1" noMove="1" noResize="1" noEditPoints="1" noAdjustHandles="1" noChangeArrowheads="1" noChangeShapeType="1" noTextEdit="1"/>
                </p:cNvSpPr>
                <p:nvPr/>
              </p:nvSpPr>
              <p:spPr>
                <a:xfrm>
                  <a:off x="5638798" y="4902900"/>
                  <a:ext cx="577471" cy="430887"/>
                </a:xfrm>
                <a:prstGeom prst="rect">
                  <a:avLst/>
                </a:prstGeom>
                <a:blipFill>
                  <a:blip r:embed="rId31"/>
                  <a:stretch>
                    <a:fillRect r="-1053"/>
                  </a:stretch>
                </a:blipFill>
              </p:spPr>
              <p:txBody>
                <a:bodyPr/>
                <a:lstStyle/>
                <a:p>
                  <a:r>
                    <a:rPr lang="zh-CN" altLang="en-US">
                      <a:noFill/>
                    </a:rPr>
                    <a:t> </a:t>
                  </a:r>
                </a:p>
              </p:txBody>
            </p:sp>
          </mc:Fallback>
        </mc:AlternateContent>
        <p:sp>
          <p:nvSpPr>
            <p:cNvPr id="44" name="Line 27">
              <a:extLst>
                <a:ext uri="{FF2B5EF4-FFF2-40B4-BE49-F238E27FC236}">
                  <a16:creationId xmlns:a16="http://schemas.microsoft.com/office/drawing/2014/main" id="{56C76E3F-705C-2609-B33D-57F6268A8E5A}"/>
                </a:ext>
              </a:extLst>
            </p:cNvPr>
            <p:cNvSpPr>
              <a:spLocks noChangeShapeType="1"/>
            </p:cNvSpPr>
            <p:nvPr/>
          </p:nvSpPr>
          <p:spPr bwMode="auto">
            <a:xfrm>
              <a:off x="6286588" y="431119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5" name="Line 27">
              <a:extLst>
                <a:ext uri="{FF2B5EF4-FFF2-40B4-BE49-F238E27FC236}">
                  <a16:creationId xmlns:a16="http://schemas.microsoft.com/office/drawing/2014/main" id="{CB82743D-30F4-AB8A-E600-48065C38818A}"/>
                </a:ext>
              </a:extLst>
            </p:cNvPr>
            <p:cNvSpPr>
              <a:spLocks noChangeShapeType="1"/>
            </p:cNvSpPr>
            <p:nvPr/>
          </p:nvSpPr>
          <p:spPr bwMode="auto">
            <a:xfrm>
              <a:off x="6286588" y="5118344"/>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等腰三角形 45">
              <a:extLst>
                <a:ext uri="{FF2B5EF4-FFF2-40B4-BE49-F238E27FC236}">
                  <a16:creationId xmlns:a16="http://schemas.microsoft.com/office/drawing/2014/main" id="{76AAA608-9D4D-265B-AEFD-436174958CCE}"/>
                </a:ext>
              </a:extLst>
            </p:cNvPr>
            <p:cNvSpPr/>
            <p:nvPr/>
          </p:nvSpPr>
          <p:spPr>
            <a:xfrm rot="16200000" flipH="1">
              <a:off x="6139918" y="5070386"/>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grpSp>
    </p:spTree>
    <p:extLst>
      <p:ext uri="{BB962C8B-B14F-4D97-AF65-F5344CB8AC3E}">
        <p14:creationId xmlns:p14="http://schemas.microsoft.com/office/powerpoint/2010/main" val="40196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41FA4-E70A-9125-59BD-216DBFB9220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A49A9DE-3F85-647E-9288-822B83BFA502}"/>
              </a:ext>
            </a:extLst>
          </p:cNvPr>
          <p:cNvSpPr txBox="1"/>
          <p:nvPr/>
        </p:nvSpPr>
        <p:spPr>
          <a:xfrm>
            <a:off x="360000" y="828000"/>
            <a:ext cx="7447700" cy="564835"/>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多功能 </a:t>
            </a:r>
            <a:r>
              <a:rPr lang="en-US" altLang="zh-CN" sz="2800" dirty="0">
                <a:solidFill>
                  <a:srgbClr val="002060"/>
                </a:solidFill>
                <a:latin typeface="微软雅黑" panose="020B0503020204020204" pitchFamily="34" charset="-122"/>
                <a:ea typeface="微软雅黑" panose="020B0503020204020204" pitchFamily="34" charset="-122"/>
              </a:rPr>
              <a:t>4 </a:t>
            </a:r>
            <a:r>
              <a:rPr lang="zh-CN" altLang="en-US" sz="2800" dirty="0">
                <a:solidFill>
                  <a:srgbClr val="002060"/>
                </a:solidFill>
                <a:latin typeface="微软雅黑" panose="020B0503020204020204" pitchFamily="34" charset="-122"/>
                <a:ea typeface="微软雅黑" panose="020B0503020204020204" pitchFamily="34" charset="-122"/>
              </a:rPr>
              <a:t>位同步二进制计数器（</a:t>
            </a:r>
            <a:r>
              <a:rPr lang="en-US" altLang="zh-CN" sz="2800" dirty="0">
                <a:solidFill>
                  <a:srgbClr val="002060"/>
                </a:solidFill>
                <a:latin typeface="微软雅黑" panose="020B0503020204020204" pitchFamily="34" charset="-122"/>
                <a:ea typeface="微软雅黑" panose="020B0503020204020204" pitchFamily="34" charset="-122"/>
              </a:rPr>
              <a:t>74x161</a:t>
            </a:r>
            <a:r>
              <a:rPr lang="zh-CN" altLang="en-US" sz="2800" dirty="0">
                <a:solidFill>
                  <a:srgbClr val="002060"/>
                </a:solidFill>
                <a:latin typeface="微软雅黑" panose="020B0503020204020204" pitchFamily="34" charset="-122"/>
                <a:ea typeface="微软雅黑" panose="020B0503020204020204" pitchFamily="34" charset="-122"/>
              </a:rPr>
              <a:t>）</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9" name="组合 48">
            <a:extLst>
              <a:ext uri="{FF2B5EF4-FFF2-40B4-BE49-F238E27FC236}">
                <a16:creationId xmlns:a16="http://schemas.microsoft.com/office/drawing/2014/main" id="{CA7E2623-8584-8537-7F1A-DE914E5E6CAC}"/>
              </a:ext>
            </a:extLst>
          </p:cNvPr>
          <p:cNvGrpSpPr/>
          <p:nvPr/>
        </p:nvGrpSpPr>
        <p:grpSpPr>
          <a:xfrm>
            <a:off x="11449269" y="6198682"/>
            <a:ext cx="786273" cy="548639"/>
            <a:chOff x="11454918" y="5839511"/>
            <a:chExt cx="786273" cy="548639"/>
          </a:xfrm>
        </p:grpSpPr>
        <p:grpSp>
          <p:nvGrpSpPr>
            <p:cNvPr id="50" name="组合 49">
              <a:extLst>
                <a:ext uri="{FF2B5EF4-FFF2-40B4-BE49-F238E27FC236}">
                  <a16:creationId xmlns:a16="http://schemas.microsoft.com/office/drawing/2014/main" id="{3C8560F7-67B0-B59F-4CEC-325820452BAC}"/>
                </a:ext>
              </a:extLst>
            </p:cNvPr>
            <p:cNvGrpSpPr/>
            <p:nvPr/>
          </p:nvGrpSpPr>
          <p:grpSpPr>
            <a:xfrm>
              <a:off x="11454918" y="5867450"/>
              <a:ext cx="737081" cy="520700"/>
              <a:chOff x="11454918" y="5867450"/>
              <a:chExt cx="737081" cy="520700"/>
            </a:xfrm>
          </p:grpSpPr>
          <p:sp>
            <p:nvSpPr>
              <p:cNvPr id="52" name="箭头: 五边形 51">
                <a:extLst>
                  <a:ext uri="{FF2B5EF4-FFF2-40B4-BE49-F238E27FC236}">
                    <a16:creationId xmlns:a16="http://schemas.microsoft.com/office/drawing/2014/main" id="{C9D533E8-361B-A2A4-5E7D-19079549836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箭头: V 形 52">
                <a:extLst>
                  <a:ext uri="{FF2B5EF4-FFF2-40B4-BE49-F238E27FC236}">
                    <a16:creationId xmlns:a16="http://schemas.microsoft.com/office/drawing/2014/main" id="{9CF7A59F-EE16-41E3-6767-3A85117F667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1" name="灯片编号占位符 3">
              <a:extLst>
                <a:ext uri="{FF2B5EF4-FFF2-40B4-BE49-F238E27FC236}">
                  <a16:creationId xmlns:a16="http://schemas.microsoft.com/office/drawing/2014/main" id="{5FD2331B-EAC9-C96C-153A-75DB0EE9E68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408" name="文本框 407">
                <a:extLst>
                  <a:ext uri="{FF2B5EF4-FFF2-40B4-BE49-F238E27FC236}">
                    <a16:creationId xmlns:a16="http://schemas.microsoft.com/office/drawing/2014/main" id="{B5BB37FB-2964-FCFF-B9E1-E57443E52923}"/>
                  </a:ext>
                </a:extLst>
              </p:cNvPr>
              <p:cNvSpPr txBox="1"/>
              <p:nvPr/>
            </p:nvSpPr>
            <p:spPr>
              <a:xfrm>
                <a:off x="9180000" y="828000"/>
                <a:ext cx="2758190" cy="1015663"/>
              </a:xfrm>
              <a:prstGeom prst="rect">
                <a:avLst/>
              </a:prstGeom>
              <a:noFill/>
            </p:spPr>
            <p:txBody>
              <a:bodyPr wrap="square">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000" i="1">
                            <a:solidFill>
                              <a:srgbClr val="C00000"/>
                            </a:solidFill>
                            <a:latin typeface="Cambria Math" panose="02040503050406030204" pitchFamily="18" charset="0"/>
                          </a:rPr>
                        </m:ctrlPr>
                      </m:sSubPr>
                      <m:e>
                        <m:r>
                          <m:rPr>
                            <m:sty m:val="p"/>
                          </m:rPr>
                          <a:rPr lang="en-US" altLang="zh-CN" sz="2000">
                            <a:solidFill>
                              <a:srgbClr val="C00000"/>
                            </a:solidFill>
                            <a:latin typeface="Cambria Math" panose="02040503050406030204" pitchFamily="18" charset="0"/>
                          </a:rPr>
                          <m:t>Q</m:t>
                        </m:r>
                      </m:e>
                      <m:sub>
                        <m:r>
                          <a:rPr lang="en-US" altLang="zh-CN" sz="2000" i="1">
                            <a:solidFill>
                              <a:srgbClr val="C00000"/>
                            </a:solidFill>
                            <a:latin typeface="Cambria Math" panose="02040503050406030204" pitchFamily="18" charset="0"/>
                          </a:rPr>
                          <m:t>3</m:t>
                        </m:r>
                      </m:sub>
                    </m:sSub>
                    <m:sSub>
                      <m:sSubPr>
                        <m:ctrlPr>
                          <a:rPr lang="en-US" altLang="zh-CN" sz="2000" i="1">
                            <a:solidFill>
                              <a:srgbClr val="C00000"/>
                            </a:solidFill>
                            <a:latin typeface="Cambria Math" panose="02040503050406030204" pitchFamily="18" charset="0"/>
                          </a:rPr>
                        </m:ctrlPr>
                      </m:sSubPr>
                      <m:e>
                        <m:r>
                          <m:rPr>
                            <m:sty m:val="p"/>
                          </m:rPr>
                          <a:rPr lang="en-US" altLang="zh-CN" sz="2000">
                            <a:solidFill>
                              <a:srgbClr val="C00000"/>
                            </a:solidFill>
                            <a:latin typeface="Cambria Math" panose="02040503050406030204" pitchFamily="18" charset="0"/>
                          </a:rPr>
                          <m:t>Q</m:t>
                        </m:r>
                      </m:e>
                      <m:sub>
                        <m:r>
                          <a:rPr lang="en-US" altLang="zh-CN" sz="2000" i="1" smtClean="0">
                            <a:solidFill>
                              <a:srgbClr val="C00000"/>
                            </a:solidFill>
                            <a:latin typeface="Cambria Math" panose="02040503050406030204" pitchFamily="18" charset="0"/>
                          </a:rPr>
                          <m:t>2</m:t>
                        </m:r>
                      </m:sub>
                    </m:sSub>
                    <m:sSub>
                      <m:sSubPr>
                        <m:ctrlPr>
                          <a:rPr lang="en-US" altLang="zh-CN" sz="2000" i="1">
                            <a:solidFill>
                              <a:srgbClr val="C00000"/>
                            </a:solidFill>
                            <a:latin typeface="Cambria Math" panose="02040503050406030204" pitchFamily="18" charset="0"/>
                          </a:rPr>
                        </m:ctrlPr>
                      </m:sSubPr>
                      <m:e>
                        <m:r>
                          <m:rPr>
                            <m:sty m:val="p"/>
                          </m:rPr>
                          <a:rPr lang="en-US" altLang="zh-CN" sz="2000">
                            <a:solidFill>
                              <a:srgbClr val="C00000"/>
                            </a:solidFill>
                            <a:latin typeface="Cambria Math" panose="02040503050406030204" pitchFamily="18" charset="0"/>
                          </a:rPr>
                          <m:t>Q</m:t>
                        </m:r>
                      </m:e>
                      <m:sub>
                        <m:r>
                          <a:rPr lang="en-US" altLang="zh-CN" sz="2000" i="1" smtClean="0">
                            <a:solidFill>
                              <a:srgbClr val="C00000"/>
                            </a:solidFill>
                            <a:latin typeface="Cambria Math" panose="02040503050406030204" pitchFamily="18" charset="0"/>
                          </a:rPr>
                          <m:t>1</m:t>
                        </m:r>
                      </m:sub>
                    </m:sSub>
                    <m:sSub>
                      <m:sSubPr>
                        <m:ctrlPr>
                          <a:rPr lang="en-US" altLang="zh-CN" sz="2000" i="1">
                            <a:solidFill>
                              <a:srgbClr val="C00000"/>
                            </a:solidFill>
                            <a:latin typeface="Cambria Math" panose="02040503050406030204" pitchFamily="18" charset="0"/>
                          </a:rPr>
                        </m:ctrlPr>
                      </m:sSubPr>
                      <m:e>
                        <m:r>
                          <m:rPr>
                            <m:sty m:val="p"/>
                          </m:rPr>
                          <a:rPr lang="en-US" altLang="zh-CN" sz="2000">
                            <a:solidFill>
                              <a:srgbClr val="C00000"/>
                            </a:solidFill>
                            <a:latin typeface="Cambria Math" panose="02040503050406030204" pitchFamily="18" charset="0"/>
                          </a:rPr>
                          <m:t>Q</m:t>
                        </m:r>
                      </m:e>
                      <m:sub>
                        <m:r>
                          <a:rPr lang="en-US" altLang="zh-CN" sz="2000" i="1" smtClean="0">
                            <a:solidFill>
                              <a:srgbClr val="C00000"/>
                            </a:solidFill>
                            <a:latin typeface="Cambria Math" panose="02040503050406030204" pitchFamily="18" charset="0"/>
                          </a:rPr>
                          <m:t>0</m:t>
                        </m:r>
                      </m:sub>
                    </m:sSub>
                    <m:r>
                      <a:rPr lang="en-US" altLang="zh-CN" sz="2000" b="0" i="1" smtClean="0">
                        <a:solidFill>
                          <a:srgbClr val="C00000"/>
                        </a:solidFill>
                        <a:latin typeface="Cambria Math" panose="02040503050406030204" pitchFamily="18" charset="0"/>
                      </a:rPr>
                      <m:t>=1</m:t>
                    </m:r>
                  </m:oMath>
                </a14:m>
                <a:r>
                  <a:rPr lang="zh-CN" altLang="en-US" sz="2000" b="0" dirty="0">
                    <a:solidFill>
                      <a:srgbClr val="C00000"/>
                    </a:solidFill>
                    <a:latin typeface="微软雅黑" panose="020B0503020204020204" pitchFamily="34" charset="-122"/>
                    <a:ea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rPr>
                  <a:t>以及</a:t>
                </a:r>
                <a:r>
                  <a:rPr lang="zh-CN" altLang="en-US" sz="2000" b="0" dirty="0">
                    <a:solidFill>
                      <a:srgbClr val="C0000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a:solidFill>
                          <a:srgbClr val="C00000"/>
                        </a:solidFill>
                        <a:latin typeface="Cambria Math" panose="02040503050406030204" pitchFamily="18" charset="0"/>
                        <a:ea typeface="Cambria Math" panose="02040503050406030204" pitchFamily="18" charset="0"/>
                      </a:rPr>
                      <m:t>CET</m:t>
                    </m:r>
                    <m:r>
                      <a:rPr lang="en-US" altLang="zh-CN" sz="2000" i="1">
                        <a:solidFill>
                          <a:srgbClr val="C00000"/>
                        </a:solidFill>
                        <a:latin typeface="Cambria Math" panose="02040503050406030204" pitchFamily="18" charset="0"/>
                      </a:rPr>
                      <m:t>=1</m:t>
                    </m:r>
                  </m:oMath>
                </a14:m>
                <a:r>
                  <a:rPr lang="zh-CN" altLang="en-US" sz="2000" b="0" dirty="0">
                    <a:solidFill>
                      <a:srgbClr val="C00000"/>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000" b="0" i="0" smtClean="0">
                        <a:solidFill>
                          <a:srgbClr val="C00000"/>
                        </a:solidFill>
                        <a:latin typeface="Cambria Math" panose="02040503050406030204" pitchFamily="18" charset="0"/>
                      </a:rPr>
                      <m:t>TC</m:t>
                    </m:r>
                    <m:r>
                      <a:rPr lang="en-US" altLang="zh-CN" sz="2000" i="1">
                        <a:solidFill>
                          <a:srgbClr val="C00000"/>
                        </a:solidFill>
                        <a:latin typeface="Cambria Math" panose="02040503050406030204" pitchFamily="18" charset="0"/>
                      </a:rPr>
                      <m:t>=</m:t>
                    </m:r>
                    <m:r>
                      <a:rPr lang="en-US" altLang="zh-CN" sz="2000" i="1" smtClean="0">
                        <a:solidFill>
                          <a:srgbClr val="C00000"/>
                        </a:solidFill>
                        <a:latin typeface="Cambria Math" panose="02040503050406030204" pitchFamily="18" charset="0"/>
                      </a:rPr>
                      <m:t>1</m:t>
                    </m:r>
                  </m:oMath>
                </a14:m>
                <a:r>
                  <a:rPr lang="zh-CN" altLang="en-US" sz="2000" dirty="0">
                    <a:solidFill>
                      <a:srgbClr val="C00000"/>
                    </a:solidFill>
                    <a:latin typeface="微软雅黑" panose="020B0503020204020204" pitchFamily="34" charset="-122"/>
                    <a:ea typeface="微软雅黑" panose="020B0503020204020204" pitchFamily="34" charset="-122"/>
                  </a:rPr>
                  <a:t>；</a:t>
                </a:r>
                <a:endParaRPr lang="en-US" altLang="zh-CN" sz="2000" dirty="0">
                  <a:solidFill>
                    <a:srgbClr val="C00000"/>
                  </a:solidFill>
                  <a:latin typeface="微软雅黑" panose="020B0503020204020204" pitchFamily="34" charset="-122"/>
                  <a:ea typeface="微软雅黑" panose="020B0503020204020204" pitchFamily="34" charset="-122"/>
                </a:endParaRPr>
              </a:p>
              <a:p>
                <a:r>
                  <a:rPr lang="zh-CN" altLang="en-US" sz="2000" dirty="0">
                    <a:solidFill>
                      <a:srgbClr val="C00000"/>
                    </a:solidFill>
                    <a:latin typeface="微软雅黑" panose="020B0503020204020204" pitchFamily="34" charset="-122"/>
                    <a:ea typeface="微软雅黑" panose="020B0503020204020204" pitchFamily="34" charset="-122"/>
                  </a:rPr>
                  <a:t>其余时间 </a:t>
                </a:r>
                <a14:m>
                  <m:oMath xmlns:m="http://schemas.openxmlformats.org/officeDocument/2006/math">
                    <m:r>
                      <m:rPr>
                        <m:sty m:val="p"/>
                      </m:rPr>
                      <a:rPr lang="en-US" altLang="zh-CN" sz="2000">
                        <a:solidFill>
                          <a:srgbClr val="C00000"/>
                        </a:solidFill>
                        <a:latin typeface="Cambria Math" panose="02040503050406030204" pitchFamily="18" charset="0"/>
                      </a:rPr>
                      <m:t>TC</m:t>
                    </m:r>
                    <m:r>
                      <a:rPr lang="en-US" altLang="zh-CN" sz="2000" i="1">
                        <a:solidFill>
                          <a:srgbClr val="C00000"/>
                        </a:solidFill>
                        <a:latin typeface="Cambria Math" panose="02040503050406030204" pitchFamily="18" charset="0"/>
                      </a:rPr>
                      <m:t>=0</m:t>
                    </m:r>
                  </m:oMath>
                </a14:m>
                <a:endParaRPr lang="zh-CN" altLang="en-US" sz="2000"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408" name="文本框 407">
                <a:extLst>
                  <a:ext uri="{FF2B5EF4-FFF2-40B4-BE49-F238E27FC236}">
                    <a16:creationId xmlns:a16="http://schemas.microsoft.com/office/drawing/2014/main" id="{B5BB37FB-2964-FCFF-B9E1-E57443E52923}"/>
                  </a:ext>
                </a:extLst>
              </p:cNvPr>
              <p:cNvSpPr txBox="1">
                <a:spLocks noRot="1" noChangeAspect="1" noMove="1" noResize="1" noEditPoints="1" noAdjustHandles="1" noChangeArrowheads="1" noChangeShapeType="1" noTextEdit="1"/>
              </p:cNvSpPr>
              <p:nvPr/>
            </p:nvSpPr>
            <p:spPr>
              <a:xfrm>
                <a:off x="9180000" y="828000"/>
                <a:ext cx="2758190" cy="1015663"/>
              </a:xfrm>
              <a:prstGeom prst="rect">
                <a:avLst/>
              </a:prstGeom>
              <a:blipFill>
                <a:blip r:embed="rId3"/>
                <a:stretch>
                  <a:fillRect l="-2434" t="-3614" r="-1549" b="-10241"/>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CBE8E7F1-9EF6-6029-23D6-42E461014C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grpSp>
        <p:nvGrpSpPr>
          <p:cNvPr id="128" name="组合 127">
            <a:extLst>
              <a:ext uri="{FF2B5EF4-FFF2-40B4-BE49-F238E27FC236}">
                <a16:creationId xmlns:a16="http://schemas.microsoft.com/office/drawing/2014/main" id="{160B017C-A701-6C19-2CEC-5876DD587DA2}"/>
              </a:ext>
            </a:extLst>
          </p:cNvPr>
          <p:cNvGrpSpPr/>
          <p:nvPr/>
        </p:nvGrpSpPr>
        <p:grpSpPr>
          <a:xfrm>
            <a:off x="576000" y="1512000"/>
            <a:ext cx="10173558" cy="5086376"/>
            <a:chOff x="576000" y="1512000"/>
            <a:chExt cx="10173558" cy="5086376"/>
          </a:xfrm>
        </p:grpSpPr>
        <p:sp>
          <p:nvSpPr>
            <p:cNvPr id="184" name="Arc 158">
              <a:extLst>
                <a:ext uri="{FF2B5EF4-FFF2-40B4-BE49-F238E27FC236}">
                  <a16:creationId xmlns:a16="http://schemas.microsoft.com/office/drawing/2014/main" id="{4660D9E1-2F95-D487-994E-0628A1B05F4A}"/>
                </a:ext>
              </a:extLst>
            </p:cNvPr>
            <p:cNvSpPr>
              <a:spLocks/>
            </p:cNvSpPr>
            <p:nvPr/>
          </p:nvSpPr>
          <p:spPr bwMode="auto">
            <a:xfrm rot="10800000">
              <a:off x="2489614" y="2476632"/>
              <a:ext cx="426063" cy="862767"/>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0FB94B9-E8C8-53E6-32E1-1585FFF17B47}"/>
                    </a:ext>
                  </a:extLst>
                </p:cNvPr>
                <p:cNvSpPr/>
                <p:nvPr/>
              </p:nvSpPr>
              <p:spPr>
                <a:xfrm>
                  <a:off x="2592246" y="4595911"/>
                  <a:ext cx="859789" cy="96007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i="1" dirty="0">
                    <a:solidFill>
                      <a:schemeClr val="tx1"/>
                    </a:solidFill>
                    <a:latin typeface="Cambria Math" panose="02040503050406030204" pitchFamily="18" charset="0"/>
                  </a:endParaRPr>
                </a:p>
                <a:p>
                  <a:pPr algn="ctr"/>
                  <a:endParaRPr lang="en-US" altLang="zh-CN" i="1" dirty="0">
                    <a:solidFill>
                      <a:schemeClr val="tx1"/>
                    </a:solidFill>
                    <a:latin typeface="Cambria Math" panose="02040503050406030204" pitchFamily="18" charset="0"/>
                  </a:endParaRPr>
                </a:p>
                <a:p>
                  <a:pPr algn="ctr"/>
                  <a14:m>
                    <m:oMathPara xmlns:m="http://schemas.openxmlformats.org/officeDocument/2006/math">
                      <m:oMathParaPr>
                        <m:jc m:val="right"/>
                      </m:oMathParaPr>
                      <m:oMath xmlns:m="http://schemas.openxmlformats.org/officeDocument/2006/math">
                        <m:sSub>
                          <m:sSubPr>
                            <m:ctrlPr>
                              <a:rPr lang="en-US" altLang="zh-CN" sz="160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FF</m:t>
                            </m:r>
                          </m:e>
                          <m:sub>
                            <m:r>
                              <a:rPr lang="en-US" altLang="zh-CN" sz="1600" b="0" i="1" smtClean="0">
                                <a:solidFill>
                                  <a:schemeClr val="tx1"/>
                                </a:solidFill>
                                <a:latin typeface="Cambria Math" panose="02040503050406030204" pitchFamily="18" charset="0"/>
                              </a:rPr>
                              <m:t>0</m:t>
                            </m:r>
                          </m:sub>
                        </m:sSub>
                      </m:oMath>
                    </m:oMathPara>
                  </a14:m>
                  <a:endParaRPr lang="en-US" altLang="zh-CN" sz="1600" dirty="0">
                    <a:solidFill>
                      <a:schemeClr val="tx1"/>
                    </a:solidFill>
                  </a:endParaRPr>
                </a:p>
                <a:p>
                  <a:pPr algn="ctr"/>
                  <a:endParaRPr lang="zh-CN" altLang="en-US" dirty="0">
                    <a:solidFill>
                      <a:schemeClr val="tx1"/>
                    </a:solidFill>
                  </a:endParaRPr>
                </a:p>
              </p:txBody>
            </p:sp>
          </mc:Choice>
          <mc:Fallback xmlns="">
            <p:sp>
              <p:nvSpPr>
                <p:cNvPr id="10" name="矩形 9">
                  <a:extLst>
                    <a:ext uri="{FF2B5EF4-FFF2-40B4-BE49-F238E27FC236}">
                      <a16:creationId xmlns:a16="http://schemas.microsoft.com/office/drawing/2014/main" id="{50FB94B9-E8C8-53E6-32E1-1585FFF17B47}"/>
                    </a:ext>
                  </a:extLst>
                </p:cNvPr>
                <p:cNvSpPr>
                  <a:spLocks noRot="1" noChangeAspect="1" noMove="1" noResize="1" noEditPoints="1" noAdjustHandles="1" noChangeArrowheads="1" noChangeShapeType="1" noTextEdit="1"/>
                </p:cNvSpPr>
                <p:nvPr/>
              </p:nvSpPr>
              <p:spPr>
                <a:xfrm>
                  <a:off x="2592246" y="4595911"/>
                  <a:ext cx="859789" cy="960070"/>
                </a:xfrm>
                <a:prstGeom prst="rect">
                  <a:avLst/>
                </a:prstGeom>
                <a:blipFill>
                  <a:blip r:embed="rId42"/>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2A1B025-8312-8776-A392-1FC8B43BC385}"/>
                    </a:ext>
                  </a:extLst>
                </p:cNvPr>
                <p:cNvSpPr txBox="1"/>
                <p:nvPr/>
              </p:nvSpPr>
              <p:spPr>
                <a:xfrm>
                  <a:off x="2611111" y="4532070"/>
                  <a:ext cx="37221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1</m:t>
                        </m:r>
                        <m:r>
                          <m:rPr>
                            <m:sty m:val="p"/>
                          </m:rPr>
                          <a:rPr lang="en-US" altLang="zh-CN" b="0" i="0" smtClean="0">
                            <a:latin typeface="Cambria Math" panose="02040503050406030204" pitchFamily="18" charset="0"/>
                          </a:rPr>
                          <m:t>D</m:t>
                        </m:r>
                      </m:oMath>
                    </m:oMathPara>
                  </a14:m>
                  <a:endParaRPr lang="zh-CN" altLang="en-US" dirty="0"/>
                </a:p>
              </p:txBody>
            </p:sp>
          </mc:Choice>
          <mc:Fallback xmlns="">
            <p:sp>
              <p:nvSpPr>
                <p:cNvPr id="22" name="文本框 21">
                  <a:extLst>
                    <a:ext uri="{FF2B5EF4-FFF2-40B4-BE49-F238E27FC236}">
                      <a16:creationId xmlns:a16="http://schemas.microsoft.com/office/drawing/2014/main" id="{12A1B025-8312-8776-A392-1FC8B43BC385}"/>
                    </a:ext>
                  </a:extLst>
                </p:cNvPr>
                <p:cNvSpPr txBox="1">
                  <a:spLocks noRot="1" noChangeAspect="1" noMove="1" noResize="1" noEditPoints="1" noAdjustHandles="1" noChangeArrowheads="1" noChangeShapeType="1" noTextEdit="1"/>
                </p:cNvSpPr>
                <p:nvPr/>
              </p:nvSpPr>
              <p:spPr>
                <a:xfrm>
                  <a:off x="2611111" y="4532070"/>
                  <a:ext cx="372210" cy="369332"/>
                </a:xfrm>
                <a:prstGeom prst="rect">
                  <a:avLst/>
                </a:prstGeom>
                <a:blipFill>
                  <a:blip r:embed="rId43"/>
                  <a:stretch>
                    <a:fillRect l="-18033" r="-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773F6FFC-C014-11B7-4A83-FD37B688184E}"/>
                    </a:ext>
                  </a:extLst>
                </p:cNvPr>
                <p:cNvSpPr txBox="1"/>
                <p:nvPr/>
              </p:nvSpPr>
              <p:spPr>
                <a:xfrm>
                  <a:off x="2716578" y="4891749"/>
                  <a:ext cx="30556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C</m:t>
                        </m:r>
                        <m:r>
                          <a:rPr lang="en-US" altLang="zh-CN" b="0" i="0" smtClean="0">
                            <a:latin typeface="Cambria Math" panose="02040503050406030204" pitchFamily="18" charset="0"/>
                          </a:rPr>
                          <m:t>1</m:t>
                        </m:r>
                      </m:oMath>
                    </m:oMathPara>
                  </a14:m>
                  <a:endParaRPr lang="zh-CN" altLang="en-US" dirty="0"/>
                </a:p>
              </p:txBody>
            </p:sp>
          </mc:Choice>
          <mc:Fallback xmlns="">
            <p:sp>
              <p:nvSpPr>
                <p:cNvPr id="23" name="文本框 22">
                  <a:extLst>
                    <a:ext uri="{FF2B5EF4-FFF2-40B4-BE49-F238E27FC236}">
                      <a16:creationId xmlns:a16="http://schemas.microsoft.com/office/drawing/2014/main" id="{773F6FFC-C014-11B7-4A83-FD37B688184E}"/>
                    </a:ext>
                  </a:extLst>
                </p:cNvPr>
                <p:cNvSpPr txBox="1">
                  <a:spLocks noRot="1" noChangeAspect="1" noMove="1" noResize="1" noEditPoints="1" noAdjustHandles="1" noChangeArrowheads="1" noChangeShapeType="1" noTextEdit="1"/>
                </p:cNvSpPr>
                <p:nvPr/>
              </p:nvSpPr>
              <p:spPr>
                <a:xfrm>
                  <a:off x="2716578" y="4891749"/>
                  <a:ext cx="305562" cy="369332"/>
                </a:xfrm>
                <a:prstGeom prst="rect">
                  <a:avLst/>
                </a:prstGeom>
                <a:blipFill>
                  <a:blip r:embed="rId44"/>
                  <a:stretch>
                    <a:fillRect l="-30000" r="-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E7BAA455-9F16-5B69-B3AA-B2994EDB9EBC}"/>
                    </a:ext>
                  </a:extLst>
                </p:cNvPr>
                <p:cNvSpPr txBox="1"/>
                <p:nvPr/>
              </p:nvSpPr>
              <p:spPr>
                <a:xfrm>
                  <a:off x="580698" y="5464116"/>
                  <a:ext cx="506442" cy="40011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74" name="文本框 73">
                  <a:extLst>
                    <a:ext uri="{FF2B5EF4-FFF2-40B4-BE49-F238E27FC236}">
                      <a16:creationId xmlns:a16="http://schemas.microsoft.com/office/drawing/2014/main" id="{E7BAA455-9F16-5B69-B3AA-B2994EDB9EBC}"/>
                    </a:ext>
                  </a:extLst>
                </p:cNvPr>
                <p:cNvSpPr txBox="1">
                  <a:spLocks noRot="1" noChangeAspect="1" noMove="1" noResize="1" noEditPoints="1" noAdjustHandles="1" noChangeArrowheads="1" noChangeShapeType="1" noTextEdit="1"/>
                </p:cNvSpPr>
                <p:nvPr/>
              </p:nvSpPr>
              <p:spPr>
                <a:xfrm>
                  <a:off x="580698" y="5464116"/>
                  <a:ext cx="506442" cy="400110"/>
                </a:xfrm>
                <a:prstGeom prst="rect">
                  <a:avLst/>
                </a:prstGeom>
                <a:blipFill>
                  <a:blip r:embed="rId45"/>
                  <a:stretch>
                    <a:fillRect l="-2410"/>
                  </a:stretch>
                </a:blipFill>
              </p:spPr>
              <p:txBody>
                <a:bodyPr/>
                <a:lstStyle/>
                <a:p>
                  <a:r>
                    <a:rPr lang="zh-CN" altLang="en-US">
                      <a:noFill/>
                    </a:rPr>
                    <a:t> </a:t>
                  </a:r>
                </a:p>
              </p:txBody>
            </p:sp>
          </mc:Fallback>
        </mc:AlternateContent>
        <p:sp>
          <p:nvSpPr>
            <p:cNvPr id="19" name="Line 27">
              <a:extLst>
                <a:ext uri="{FF2B5EF4-FFF2-40B4-BE49-F238E27FC236}">
                  <a16:creationId xmlns:a16="http://schemas.microsoft.com/office/drawing/2014/main" id="{D743A096-6125-2462-7DE0-37E0357053C6}"/>
                </a:ext>
              </a:extLst>
            </p:cNvPr>
            <p:cNvSpPr>
              <a:spLocks noChangeShapeType="1"/>
            </p:cNvSpPr>
            <p:nvPr/>
          </p:nvSpPr>
          <p:spPr bwMode="auto">
            <a:xfrm>
              <a:off x="2084675" y="5075946"/>
              <a:ext cx="5075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 name="等腰三角形 32">
              <a:extLst>
                <a:ext uri="{FF2B5EF4-FFF2-40B4-BE49-F238E27FC236}">
                  <a16:creationId xmlns:a16="http://schemas.microsoft.com/office/drawing/2014/main" id="{7B917500-788F-1A9D-8AA9-4421B602AC52}"/>
                </a:ext>
              </a:extLst>
            </p:cNvPr>
            <p:cNvSpPr/>
            <p:nvPr/>
          </p:nvSpPr>
          <p:spPr>
            <a:xfrm rot="5400000">
              <a:off x="2554287" y="5027989"/>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Line 27">
              <a:extLst>
                <a:ext uri="{FF2B5EF4-FFF2-40B4-BE49-F238E27FC236}">
                  <a16:creationId xmlns:a16="http://schemas.microsoft.com/office/drawing/2014/main" id="{ED791637-60F2-4B77-BE1C-3A9FA6565399}"/>
                </a:ext>
              </a:extLst>
            </p:cNvPr>
            <p:cNvSpPr>
              <a:spLocks noChangeShapeType="1"/>
            </p:cNvSpPr>
            <p:nvPr/>
          </p:nvSpPr>
          <p:spPr bwMode="auto">
            <a:xfrm>
              <a:off x="2447045" y="4717779"/>
              <a:ext cx="14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61A9463F-BBF3-7A4B-C543-2ED309ADC5DF}"/>
                    </a:ext>
                  </a:extLst>
                </p:cNvPr>
                <p:cNvSpPr txBox="1"/>
                <p:nvPr/>
              </p:nvSpPr>
              <p:spPr>
                <a:xfrm>
                  <a:off x="2610041" y="5248712"/>
                  <a:ext cx="31679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m:t>
                        </m:r>
                      </m:oMath>
                    </m:oMathPara>
                  </a14:m>
                  <a:endParaRPr lang="zh-CN" altLang="en-US" dirty="0"/>
                </a:p>
              </p:txBody>
            </p:sp>
          </mc:Choice>
          <mc:Fallback xmlns="">
            <p:sp>
              <p:nvSpPr>
                <p:cNvPr id="100" name="文本框 99">
                  <a:extLst>
                    <a:ext uri="{FF2B5EF4-FFF2-40B4-BE49-F238E27FC236}">
                      <a16:creationId xmlns:a16="http://schemas.microsoft.com/office/drawing/2014/main" id="{61A9463F-BBF3-7A4B-C543-2ED309ADC5DF}"/>
                    </a:ext>
                  </a:extLst>
                </p:cNvPr>
                <p:cNvSpPr txBox="1">
                  <a:spLocks noRot="1" noChangeAspect="1" noMove="1" noResize="1" noEditPoints="1" noAdjustHandles="1" noChangeArrowheads="1" noChangeShapeType="1" noTextEdit="1"/>
                </p:cNvSpPr>
                <p:nvPr/>
              </p:nvSpPr>
              <p:spPr>
                <a:xfrm>
                  <a:off x="2610041" y="5248712"/>
                  <a:ext cx="316792" cy="369332"/>
                </a:xfrm>
                <a:prstGeom prst="rect">
                  <a:avLst/>
                </a:prstGeom>
                <a:blipFill>
                  <a:blip r:embed="rId46"/>
                  <a:stretch>
                    <a:fillRect l="-7692"/>
                  </a:stretch>
                </a:blipFill>
              </p:spPr>
              <p:txBody>
                <a:bodyPr/>
                <a:lstStyle/>
                <a:p>
                  <a:r>
                    <a:rPr lang="zh-CN" altLang="en-US">
                      <a:noFill/>
                    </a:rPr>
                    <a:t> </a:t>
                  </a:r>
                </a:p>
              </p:txBody>
            </p:sp>
          </mc:Fallback>
        </mc:AlternateContent>
        <p:sp>
          <p:nvSpPr>
            <p:cNvPr id="102" name="Line 27">
              <a:extLst>
                <a:ext uri="{FF2B5EF4-FFF2-40B4-BE49-F238E27FC236}">
                  <a16:creationId xmlns:a16="http://schemas.microsoft.com/office/drawing/2014/main" id="{8A94F496-B793-4C4B-2E8C-AD62E1499F3E}"/>
                </a:ext>
              </a:extLst>
            </p:cNvPr>
            <p:cNvSpPr>
              <a:spLocks noChangeShapeType="1"/>
            </p:cNvSpPr>
            <p:nvPr/>
          </p:nvSpPr>
          <p:spPr bwMode="auto">
            <a:xfrm>
              <a:off x="3461467" y="4717779"/>
              <a:ext cx="2327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椭圆 103">
              <a:extLst>
                <a:ext uri="{FF2B5EF4-FFF2-40B4-BE49-F238E27FC236}">
                  <a16:creationId xmlns:a16="http://schemas.microsoft.com/office/drawing/2014/main" id="{C2BEB3E5-6EDE-9B93-67B3-F1C8B20391FA}"/>
                </a:ext>
              </a:extLst>
            </p:cNvPr>
            <p:cNvSpPr/>
            <p:nvPr/>
          </p:nvSpPr>
          <p:spPr>
            <a:xfrm flipV="1">
              <a:off x="3461466"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Line 27">
              <a:extLst>
                <a:ext uri="{FF2B5EF4-FFF2-40B4-BE49-F238E27FC236}">
                  <a16:creationId xmlns:a16="http://schemas.microsoft.com/office/drawing/2014/main" id="{F4E1F2A6-2FA7-26E3-931E-1C2B187FBF71}"/>
                </a:ext>
              </a:extLst>
            </p:cNvPr>
            <p:cNvSpPr>
              <a:spLocks noChangeShapeType="1"/>
            </p:cNvSpPr>
            <p:nvPr/>
          </p:nvSpPr>
          <p:spPr bwMode="auto">
            <a:xfrm>
              <a:off x="2261242" y="5433379"/>
              <a:ext cx="3310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3" name="椭圆 102">
              <a:extLst>
                <a:ext uri="{FF2B5EF4-FFF2-40B4-BE49-F238E27FC236}">
                  <a16:creationId xmlns:a16="http://schemas.microsoft.com/office/drawing/2014/main" id="{87B37B92-A2D5-251B-10FC-6E4684E8468F}"/>
                </a:ext>
              </a:extLst>
            </p:cNvPr>
            <p:cNvSpPr/>
            <p:nvPr/>
          </p:nvSpPr>
          <p:spPr>
            <a:xfrm flipV="1">
              <a:off x="2466726"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流程图: 手动操作 154">
              <a:extLst>
                <a:ext uri="{FF2B5EF4-FFF2-40B4-BE49-F238E27FC236}">
                  <a16:creationId xmlns:a16="http://schemas.microsoft.com/office/drawing/2014/main" id="{62E6A049-4366-5AAB-C2C3-6DBF10D2EF9B}"/>
                </a:ext>
              </a:extLst>
            </p:cNvPr>
            <p:cNvSpPr/>
            <p:nvPr/>
          </p:nvSpPr>
          <p:spPr>
            <a:xfrm>
              <a:off x="1975580" y="3929955"/>
              <a:ext cx="965218" cy="302630"/>
            </a:xfrm>
            <a:prstGeom prst="flowChartManualOperation">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0057AA63-14B5-1482-FF7A-62261D1C1289}"/>
                    </a:ext>
                  </a:extLst>
                </p:cNvPr>
                <p:cNvSpPr txBox="1"/>
                <p:nvPr/>
              </p:nvSpPr>
              <p:spPr>
                <a:xfrm>
                  <a:off x="1946523" y="3863672"/>
                  <a:ext cx="1022376" cy="369332"/>
                </a:xfrm>
                <a:prstGeom prst="rect">
                  <a:avLst/>
                </a:prstGeom>
                <a:noFill/>
              </p:spPr>
              <p:txBody>
                <a:bodyPr wrap="square">
                  <a:spAutoFit/>
                </a:bodyPr>
                <a:lstStyle/>
                <a:p>
                  <a:pPr algn="ctr"/>
                  <a14:m>
                    <m:oMath xmlns:m="http://schemas.openxmlformats.org/officeDocument/2006/math">
                      <m:r>
                        <a:rPr lang="en-US" altLang="zh-CN" b="0" i="1" smtClean="0">
                          <a:latin typeface="Cambria Math" panose="02040503050406030204" pitchFamily="18" charset="0"/>
                        </a:rPr>
                        <m:t>0</m:t>
                      </m:r>
                    </m:oMath>
                  </a14:m>
                  <a:r>
                    <a:rPr lang="en-US" altLang="zh-CN" b="0" dirty="0"/>
                    <a:t>      </a:t>
                  </a:r>
                  <a14:m>
                    <m:oMath xmlns:m="http://schemas.openxmlformats.org/officeDocument/2006/math">
                      <m:r>
                        <a:rPr lang="en-US" altLang="zh-CN" b="0" i="0" smtClean="0">
                          <a:latin typeface="Cambria Math" panose="02040503050406030204" pitchFamily="18" charset="0"/>
                        </a:rPr>
                        <m:t>1</m:t>
                      </m:r>
                    </m:oMath>
                  </a14:m>
                  <a:endParaRPr lang="zh-CN" altLang="en-US" dirty="0"/>
                </a:p>
              </p:txBody>
            </p:sp>
          </mc:Choice>
          <mc:Fallback xmlns="">
            <p:sp>
              <p:nvSpPr>
                <p:cNvPr id="156" name="文本框 155">
                  <a:extLst>
                    <a:ext uri="{FF2B5EF4-FFF2-40B4-BE49-F238E27FC236}">
                      <a16:creationId xmlns:a16="http://schemas.microsoft.com/office/drawing/2014/main" id="{0057AA63-14B5-1482-FF7A-62261D1C1289}"/>
                    </a:ext>
                  </a:extLst>
                </p:cNvPr>
                <p:cNvSpPr txBox="1">
                  <a:spLocks noRot="1" noChangeAspect="1" noMove="1" noResize="1" noEditPoints="1" noAdjustHandles="1" noChangeArrowheads="1" noChangeShapeType="1" noTextEdit="1"/>
                </p:cNvSpPr>
                <p:nvPr/>
              </p:nvSpPr>
              <p:spPr>
                <a:xfrm>
                  <a:off x="1946523" y="3863672"/>
                  <a:ext cx="1022376" cy="369332"/>
                </a:xfrm>
                <a:prstGeom prst="rect">
                  <a:avLst/>
                </a:prstGeom>
                <a:blipFill>
                  <a:blip r:embed="rId47"/>
                  <a:stretch>
                    <a:fillRect/>
                  </a:stretch>
                </a:blipFill>
              </p:spPr>
              <p:txBody>
                <a:bodyPr/>
                <a:lstStyle/>
                <a:p>
                  <a:r>
                    <a:rPr lang="zh-CN" altLang="en-US">
                      <a:noFill/>
                    </a:rPr>
                    <a:t> </a:t>
                  </a:r>
                </a:p>
              </p:txBody>
            </p:sp>
          </mc:Fallback>
        </mc:AlternateContent>
        <p:sp>
          <p:nvSpPr>
            <p:cNvPr id="157" name="Line 27">
              <a:extLst>
                <a:ext uri="{FF2B5EF4-FFF2-40B4-BE49-F238E27FC236}">
                  <a16:creationId xmlns:a16="http://schemas.microsoft.com/office/drawing/2014/main" id="{31CAE43D-CDA8-2919-2AFB-5DAAC5913790}"/>
                </a:ext>
              </a:extLst>
            </p:cNvPr>
            <p:cNvSpPr>
              <a:spLocks noChangeShapeType="1"/>
            </p:cNvSpPr>
            <p:nvPr/>
          </p:nvSpPr>
          <p:spPr bwMode="auto">
            <a:xfrm rot="16200000">
              <a:off x="2215592" y="4475181"/>
              <a:ext cx="485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8" name="Line 27">
              <a:extLst>
                <a:ext uri="{FF2B5EF4-FFF2-40B4-BE49-F238E27FC236}">
                  <a16:creationId xmlns:a16="http://schemas.microsoft.com/office/drawing/2014/main" id="{46E9AEFA-4330-C65A-5F7C-8D7AB106F110}"/>
                </a:ext>
              </a:extLst>
            </p:cNvPr>
            <p:cNvSpPr>
              <a:spLocks noChangeShapeType="1"/>
            </p:cNvSpPr>
            <p:nvPr/>
          </p:nvSpPr>
          <p:spPr bwMode="auto">
            <a:xfrm>
              <a:off x="1041692" y="4362306"/>
              <a:ext cx="70488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Line 27">
              <a:extLst>
                <a:ext uri="{FF2B5EF4-FFF2-40B4-BE49-F238E27FC236}">
                  <a16:creationId xmlns:a16="http://schemas.microsoft.com/office/drawing/2014/main" id="{A698E473-E787-BA7E-A371-E5C9DA4DE513}"/>
                </a:ext>
              </a:extLst>
            </p:cNvPr>
            <p:cNvSpPr>
              <a:spLocks noChangeShapeType="1"/>
            </p:cNvSpPr>
            <p:nvPr/>
          </p:nvSpPr>
          <p:spPr bwMode="auto">
            <a:xfrm>
              <a:off x="1828207" y="4093127"/>
              <a:ext cx="2564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0" name="Line 27">
              <a:extLst>
                <a:ext uri="{FF2B5EF4-FFF2-40B4-BE49-F238E27FC236}">
                  <a16:creationId xmlns:a16="http://schemas.microsoft.com/office/drawing/2014/main" id="{33239D76-946E-A152-60B5-0132C70FCDA7}"/>
                </a:ext>
              </a:extLst>
            </p:cNvPr>
            <p:cNvSpPr>
              <a:spLocks noChangeShapeType="1"/>
            </p:cNvSpPr>
            <p:nvPr/>
          </p:nvSpPr>
          <p:spPr bwMode="auto">
            <a:xfrm rot="16200000">
              <a:off x="1687690" y="4221788"/>
              <a:ext cx="2810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1" name="Line 27">
              <a:extLst>
                <a:ext uri="{FF2B5EF4-FFF2-40B4-BE49-F238E27FC236}">
                  <a16:creationId xmlns:a16="http://schemas.microsoft.com/office/drawing/2014/main" id="{3DAC5A78-6655-780A-017B-AA8CF591BE66}"/>
                </a:ext>
              </a:extLst>
            </p:cNvPr>
            <p:cNvSpPr>
              <a:spLocks noChangeShapeType="1"/>
            </p:cNvSpPr>
            <p:nvPr/>
          </p:nvSpPr>
          <p:spPr bwMode="auto">
            <a:xfrm rot="16200000">
              <a:off x="1688860" y="4200251"/>
              <a:ext cx="40140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2" name="Line 27">
              <a:extLst>
                <a:ext uri="{FF2B5EF4-FFF2-40B4-BE49-F238E27FC236}">
                  <a16:creationId xmlns:a16="http://schemas.microsoft.com/office/drawing/2014/main" id="{41BE2607-DD1A-8175-40DD-B62C03F09BB2}"/>
                </a:ext>
              </a:extLst>
            </p:cNvPr>
            <p:cNvSpPr>
              <a:spLocks noChangeShapeType="1"/>
            </p:cNvSpPr>
            <p:nvPr/>
          </p:nvSpPr>
          <p:spPr bwMode="auto">
            <a:xfrm>
              <a:off x="1041262" y="5674377"/>
              <a:ext cx="73045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3" name="Line 27">
              <a:extLst>
                <a:ext uri="{FF2B5EF4-FFF2-40B4-BE49-F238E27FC236}">
                  <a16:creationId xmlns:a16="http://schemas.microsoft.com/office/drawing/2014/main" id="{72BEA5B1-6310-1B14-843F-B38B48DC3986}"/>
                </a:ext>
              </a:extLst>
            </p:cNvPr>
            <p:cNvSpPr>
              <a:spLocks noChangeShapeType="1"/>
            </p:cNvSpPr>
            <p:nvPr/>
          </p:nvSpPr>
          <p:spPr bwMode="auto">
            <a:xfrm>
              <a:off x="1041262" y="5976903"/>
              <a:ext cx="74769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4" name="Line 27">
              <a:extLst>
                <a:ext uri="{FF2B5EF4-FFF2-40B4-BE49-F238E27FC236}">
                  <a16:creationId xmlns:a16="http://schemas.microsoft.com/office/drawing/2014/main" id="{FEA415C0-5528-B27E-C2F4-460898D9BF86}"/>
                </a:ext>
              </a:extLst>
            </p:cNvPr>
            <p:cNvSpPr>
              <a:spLocks noChangeShapeType="1"/>
            </p:cNvSpPr>
            <p:nvPr/>
          </p:nvSpPr>
          <p:spPr bwMode="auto">
            <a:xfrm rot="16200000">
              <a:off x="1790563" y="5370058"/>
              <a:ext cx="588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5" name="Line 27">
              <a:extLst>
                <a:ext uri="{FF2B5EF4-FFF2-40B4-BE49-F238E27FC236}">
                  <a16:creationId xmlns:a16="http://schemas.microsoft.com/office/drawing/2014/main" id="{5FB0876B-1D03-1292-250A-11810B9B5F3C}"/>
                </a:ext>
              </a:extLst>
            </p:cNvPr>
            <p:cNvSpPr>
              <a:spLocks noChangeShapeType="1"/>
            </p:cNvSpPr>
            <p:nvPr/>
          </p:nvSpPr>
          <p:spPr bwMode="auto">
            <a:xfrm rot="16200000">
              <a:off x="1989480" y="5705140"/>
              <a:ext cx="5435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9" name="Line 27">
              <a:extLst>
                <a:ext uri="{FF2B5EF4-FFF2-40B4-BE49-F238E27FC236}">
                  <a16:creationId xmlns:a16="http://schemas.microsoft.com/office/drawing/2014/main" id="{BF43C95F-6DC6-5F61-DEBE-F37886F13558}"/>
                </a:ext>
              </a:extLst>
            </p:cNvPr>
            <p:cNvSpPr>
              <a:spLocks noChangeShapeType="1"/>
            </p:cNvSpPr>
            <p:nvPr/>
          </p:nvSpPr>
          <p:spPr bwMode="auto">
            <a:xfrm rot="16200000">
              <a:off x="1173772" y="2901273"/>
              <a:ext cx="20565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3" name="Arc 158">
              <a:extLst>
                <a:ext uri="{FF2B5EF4-FFF2-40B4-BE49-F238E27FC236}">
                  <a16:creationId xmlns:a16="http://schemas.microsoft.com/office/drawing/2014/main" id="{C509081B-28EC-DC17-5445-B8F8D2D6216E}"/>
                </a:ext>
              </a:extLst>
            </p:cNvPr>
            <p:cNvSpPr>
              <a:spLocks/>
            </p:cNvSpPr>
            <p:nvPr/>
          </p:nvSpPr>
          <p:spPr bwMode="auto">
            <a:xfrm rot="10800000">
              <a:off x="2491869" y="2733392"/>
              <a:ext cx="419308" cy="655606"/>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4" name="Line 160">
              <a:extLst>
                <a:ext uri="{FF2B5EF4-FFF2-40B4-BE49-F238E27FC236}">
                  <a16:creationId xmlns:a16="http://schemas.microsoft.com/office/drawing/2014/main" id="{90265503-6744-9D29-08BC-B609B91A06D5}"/>
                </a:ext>
              </a:extLst>
            </p:cNvPr>
            <p:cNvSpPr>
              <a:spLocks noChangeShapeType="1"/>
            </p:cNvSpPr>
            <p:nvPr/>
          </p:nvSpPr>
          <p:spPr bwMode="auto">
            <a:xfrm rot="5400000" flipH="1">
              <a:off x="2812410" y="3394068"/>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7" name="Line 7">
              <a:extLst>
                <a:ext uri="{FF2B5EF4-FFF2-40B4-BE49-F238E27FC236}">
                  <a16:creationId xmlns:a16="http://schemas.microsoft.com/office/drawing/2014/main" id="{616D5287-6556-3695-1433-A70959B8A01A}"/>
                </a:ext>
              </a:extLst>
            </p:cNvPr>
            <p:cNvSpPr>
              <a:spLocks noChangeShapeType="1"/>
            </p:cNvSpPr>
            <p:nvPr/>
          </p:nvSpPr>
          <p:spPr bwMode="auto">
            <a:xfrm rot="5400000">
              <a:off x="2666524" y="3214172"/>
              <a:ext cx="2981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8" name="Line 8">
              <a:extLst>
                <a:ext uri="{FF2B5EF4-FFF2-40B4-BE49-F238E27FC236}">
                  <a16:creationId xmlns:a16="http://schemas.microsoft.com/office/drawing/2014/main" id="{D5456C71-2FB7-5DE0-24D2-96E9E51331A8}"/>
                </a:ext>
              </a:extLst>
            </p:cNvPr>
            <p:cNvSpPr>
              <a:spLocks noChangeShapeType="1"/>
            </p:cNvSpPr>
            <p:nvPr/>
          </p:nvSpPr>
          <p:spPr bwMode="auto">
            <a:xfrm rot="5400000">
              <a:off x="2156577" y="2915326"/>
              <a:ext cx="9038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9" name="Line 9">
              <a:extLst>
                <a:ext uri="{FF2B5EF4-FFF2-40B4-BE49-F238E27FC236}">
                  <a16:creationId xmlns:a16="http://schemas.microsoft.com/office/drawing/2014/main" id="{35E909B6-C604-7B81-A91C-7909DA0EE3A7}"/>
                </a:ext>
              </a:extLst>
            </p:cNvPr>
            <p:cNvSpPr>
              <a:spLocks noChangeShapeType="1"/>
            </p:cNvSpPr>
            <p:nvPr/>
          </p:nvSpPr>
          <p:spPr bwMode="auto">
            <a:xfrm rot="5400000">
              <a:off x="2627350" y="3856001"/>
              <a:ext cx="147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1" name="Line 160">
              <a:extLst>
                <a:ext uri="{FF2B5EF4-FFF2-40B4-BE49-F238E27FC236}">
                  <a16:creationId xmlns:a16="http://schemas.microsoft.com/office/drawing/2014/main" id="{75EEE82E-A9B9-E9EF-095A-25062EA83F03}"/>
                </a:ext>
              </a:extLst>
            </p:cNvPr>
            <p:cNvSpPr>
              <a:spLocks noChangeShapeType="1"/>
            </p:cNvSpPr>
            <p:nvPr/>
          </p:nvSpPr>
          <p:spPr bwMode="auto">
            <a:xfrm rot="5400000" flipH="1">
              <a:off x="2390859" y="3394068"/>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82" name="Arc 156">
              <a:extLst>
                <a:ext uri="{FF2B5EF4-FFF2-40B4-BE49-F238E27FC236}">
                  <a16:creationId xmlns:a16="http://schemas.microsoft.com/office/drawing/2014/main" id="{ECA40241-38BB-6C36-C1EE-A09B02C21AD1}"/>
                </a:ext>
              </a:extLst>
            </p:cNvPr>
            <p:cNvSpPr>
              <a:spLocks/>
            </p:cNvSpPr>
            <p:nvPr/>
          </p:nvSpPr>
          <p:spPr bwMode="auto">
            <a:xfrm rot="5400000" flipV="1">
              <a:off x="2541935" y="3430399"/>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3" name="Arc 156">
              <a:extLst>
                <a:ext uri="{FF2B5EF4-FFF2-40B4-BE49-F238E27FC236}">
                  <a16:creationId xmlns:a16="http://schemas.microsoft.com/office/drawing/2014/main" id="{3FE83CD9-BEFF-5F1A-BBA8-3623182A86E3}"/>
                </a:ext>
              </a:extLst>
            </p:cNvPr>
            <p:cNvSpPr>
              <a:spLocks/>
            </p:cNvSpPr>
            <p:nvPr/>
          </p:nvSpPr>
          <p:spPr bwMode="auto">
            <a:xfrm rot="5400000">
              <a:off x="2558033" y="3427467"/>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8" name="Line 27">
              <a:extLst>
                <a:ext uri="{FF2B5EF4-FFF2-40B4-BE49-F238E27FC236}">
                  <a16:creationId xmlns:a16="http://schemas.microsoft.com/office/drawing/2014/main" id="{F426A750-6F8A-36BA-3CF5-E4A924B8686D}"/>
                </a:ext>
              </a:extLst>
            </p:cNvPr>
            <p:cNvSpPr>
              <a:spLocks noChangeShapeType="1"/>
            </p:cNvSpPr>
            <p:nvPr/>
          </p:nvSpPr>
          <p:spPr bwMode="auto">
            <a:xfrm>
              <a:off x="2815601" y="3077287"/>
              <a:ext cx="8786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1" name="Line 27">
              <a:extLst>
                <a:ext uri="{FF2B5EF4-FFF2-40B4-BE49-F238E27FC236}">
                  <a16:creationId xmlns:a16="http://schemas.microsoft.com/office/drawing/2014/main" id="{120B84CF-BFD6-48FA-B25D-F21AC9DF650F}"/>
                </a:ext>
              </a:extLst>
            </p:cNvPr>
            <p:cNvSpPr>
              <a:spLocks noChangeShapeType="1"/>
            </p:cNvSpPr>
            <p:nvPr/>
          </p:nvSpPr>
          <p:spPr bwMode="auto">
            <a:xfrm>
              <a:off x="2052975" y="2463787"/>
              <a:ext cx="66828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4" name="Arc 158">
              <a:extLst>
                <a:ext uri="{FF2B5EF4-FFF2-40B4-BE49-F238E27FC236}">
                  <a16:creationId xmlns:a16="http://schemas.microsoft.com/office/drawing/2014/main" id="{F0ED9C75-8F84-C360-819B-B82A84CC7AD7}"/>
                </a:ext>
              </a:extLst>
            </p:cNvPr>
            <p:cNvSpPr>
              <a:spLocks/>
            </p:cNvSpPr>
            <p:nvPr/>
          </p:nvSpPr>
          <p:spPr bwMode="auto">
            <a:xfrm rot="10800000">
              <a:off x="4574958" y="2478351"/>
              <a:ext cx="426063" cy="862767"/>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95" name="矩形 194">
                  <a:extLst>
                    <a:ext uri="{FF2B5EF4-FFF2-40B4-BE49-F238E27FC236}">
                      <a16:creationId xmlns:a16="http://schemas.microsoft.com/office/drawing/2014/main" id="{D37B14B3-B0C8-E54A-EE84-8B7C33FC5425}"/>
                    </a:ext>
                  </a:extLst>
                </p:cNvPr>
                <p:cNvSpPr/>
                <p:nvPr/>
              </p:nvSpPr>
              <p:spPr>
                <a:xfrm>
                  <a:off x="4677590" y="4597630"/>
                  <a:ext cx="859789" cy="96007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i="1" dirty="0">
                    <a:solidFill>
                      <a:schemeClr val="tx1"/>
                    </a:solidFill>
                    <a:latin typeface="Cambria Math" panose="02040503050406030204" pitchFamily="18" charset="0"/>
                  </a:endParaRPr>
                </a:p>
                <a:p>
                  <a:pPr algn="ctr"/>
                  <a:endParaRPr lang="en-US" altLang="zh-CN" i="1" dirty="0">
                    <a:solidFill>
                      <a:schemeClr val="tx1"/>
                    </a:solidFill>
                    <a:latin typeface="Cambria Math" panose="02040503050406030204" pitchFamily="18" charset="0"/>
                  </a:endParaRPr>
                </a:p>
                <a:p>
                  <a:pPr algn="ctr"/>
                  <a14:m>
                    <m:oMathPara xmlns:m="http://schemas.openxmlformats.org/officeDocument/2006/math">
                      <m:oMathParaPr>
                        <m:jc m:val="right"/>
                      </m:oMathParaPr>
                      <m:oMath xmlns:m="http://schemas.openxmlformats.org/officeDocument/2006/math">
                        <m:sSub>
                          <m:sSubPr>
                            <m:ctrlPr>
                              <a:rPr lang="en-US" altLang="zh-CN" sz="160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FF</m:t>
                            </m:r>
                          </m:e>
                          <m:sub>
                            <m:r>
                              <a:rPr lang="en-US" altLang="zh-CN" sz="1600" i="1">
                                <a:solidFill>
                                  <a:schemeClr val="tx1"/>
                                </a:solidFill>
                                <a:latin typeface="Cambria Math" panose="02040503050406030204" pitchFamily="18" charset="0"/>
                              </a:rPr>
                              <m:t>1</m:t>
                            </m:r>
                          </m:sub>
                        </m:sSub>
                      </m:oMath>
                    </m:oMathPara>
                  </a14:m>
                  <a:endParaRPr lang="en-US" altLang="zh-CN" sz="1600" dirty="0">
                    <a:solidFill>
                      <a:schemeClr val="tx1"/>
                    </a:solidFill>
                  </a:endParaRPr>
                </a:p>
                <a:p>
                  <a:pPr algn="ctr"/>
                  <a:endParaRPr lang="zh-CN" altLang="en-US" dirty="0">
                    <a:solidFill>
                      <a:schemeClr val="tx1"/>
                    </a:solidFill>
                  </a:endParaRPr>
                </a:p>
              </p:txBody>
            </p:sp>
          </mc:Choice>
          <mc:Fallback xmlns="">
            <p:sp>
              <p:nvSpPr>
                <p:cNvPr id="195" name="矩形 194">
                  <a:extLst>
                    <a:ext uri="{FF2B5EF4-FFF2-40B4-BE49-F238E27FC236}">
                      <a16:creationId xmlns:a16="http://schemas.microsoft.com/office/drawing/2014/main" id="{D37B14B3-B0C8-E54A-EE84-8B7C33FC5425}"/>
                    </a:ext>
                  </a:extLst>
                </p:cNvPr>
                <p:cNvSpPr>
                  <a:spLocks noRot="1" noChangeAspect="1" noMove="1" noResize="1" noEditPoints="1" noAdjustHandles="1" noChangeArrowheads="1" noChangeShapeType="1" noTextEdit="1"/>
                </p:cNvSpPr>
                <p:nvPr/>
              </p:nvSpPr>
              <p:spPr>
                <a:xfrm>
                  <a:off x="4677590" y="4597630"/>
                  <a:ext cx="859789" cy="960070"/>
                </a:xfrm>
                <a:prstGeom prst="rect">
                  <a:avLst/>
                </a:prstGeom>
                <a:blipFill>
                  <a:blip r:embed="rId48"/>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D3E636F3-387F-F0BD-496A-BD5B82CAA3A3}"/>
                    </a:ext>
                  </a:extLst>
                </p:cNvPr>
                <p:cNvSpPr txBox="1"/>
                <p:nvPr/>
              </p:nvSpPr>
              <p:spPr>
                <a:xfrm>
                  <a:off x="4696455" y="4533789"/>
                  <a:ext cx="37221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1</m:t>
                        </m:r>
                        <m:r>
                          <m:rPr>
                            <m:sty m:val="p"/>
                          </m:rPr>
                          <a:rPr lang="en-US" altLang="zh-CN" b="0" i="0" smtClean="0">
                            <a:latin typeface="Cambria Math" panose="02040503050406030204" pitchFamily="18" charset="0"/>
                          </a:rPr>
                          <m:t>D</m:t>
                        </m:r>
                      </m:oMath>
                    </m:oMathPara>
                  </a14:m>
                  <a:endParaRPr lang="zh-CN" altLang="en-US" dirty="0"/>
                </a:p>
              </p:txBody>
            </p:sp>
          </mc:Choice>
          <mc:Fallback xmlns="">
            <p:sp>
              <p:nvSpPr>
                <p:cNvPr id="196" name="文本框 195">
                  <a:extLst>
                    <a:ext uri="{FF2B5EF4-FFF2-40B4-BE49-F238E27FC236}">
                      <a16:creationId xmlns:a16="http://schemas.microsoft.com/office/drawing/2014/main" id="{D3E636F3-387F-F0BD-496A-BD5B82CAA3A3}"/>
                    </a:ext>
                  </a:extLst>
                </p:cNvPr>
                <p:cNvSpPr txBox="1">
                  <a:spLocks noRot="1" noChangeAspect="1" noMove="1" noResize="1" noEditPoints="1" noAdjustHandles="1" noChangeArrowheads="1" noChangeShapeType="1" noTextEdit="1"/>
                </p:cNvSpPr>
                <p:nvPr/>
              </p:nvSpPr>
              <p:spPr>
                <a:xfrm>
                  <a:off x="4696455" y="4533789"/>
                  <a:ext cx="372210" cy="369332"/>
                </a:xfrm>
                <a:prstGeom prst="rect">
                  <a:avLst/>
                </a:prstGeom>
                <a:blipFill>
                  <a:blip r:embed="rId49"/>
                  <a:stretch>
                    <a:fillRect l="-16393" r="-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08E9BC9D-DFDA-2A23-7AA4-7FF63904B277}"/>
                    </a:ext>
                  </a:extLst>
                </p:cNvPr>
                <p:cNvSpPr txBox="1"/>
                <p:nvPr/>
              </p:nvSpPr>
              <p:spPr>
                <a:xfrm>
                  <a:off x="4801922" y="4893468"/>
                  <a:ext cx="30556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C</m:t>
                        </m:r>
                        <m:r>
                          <a:rPr lang="en-US" altLang="zh-CN" b="0" i="0" smtClean="0">
                            <a:latin typeface="Cambria Math" panose="02040503050406030204" pitchFamily="18" charset="0"/>
                          </a:rPr>
                          <m:t>1</m:t>
                        </m:r>
                      </m:oMath>
                    </m:oMathPara>
                  </a14:m>
                  <a:endParaRPr lang="zh-CN" altLang="en-US" dirty="0"/>
                </a:p>
              </p:txBody>
            </p:sp>
          </mc:Choice>
          <mc:Fallback xmlns="">
            <p:sp>
              <p:nvSpPr>
                <p:cNvPr id="197" name="文本框 196">
                  <a:extLst>
                    <a:ext uri="{FF2B5EF4-FFF2-40B4-BE49-F238E27FC236}">
                      <a16:creationId xmlns:a16="http://schemas.microsoft.com/office/drawing/2014/main" id="{08E9BC9D-DFDA-2A23-7AA4-7FF63904B277}"/>
                    </a:ext>
                  </a:extLst>
                </p:cNvPr>
                <p:cNvSpPr txBox="1">
                  <a:spLocks noRot="1" noChangeAspect="1" noMove="1" noResize="1" noEditPoints="1" noAdjustHandles="1" noChangeArrowheads="1" noChangeShapeType="1" noTextEdit="1"/>
                </p:cNvSpPr>
                <p:nvPr/>
              </p:nvSpPr>
              <p:spPr>
                <a:xfrm>
                  <a:off x="4801922" y="4893468"/>
                  <a:ext cx="305562" cy="369332"/>
                </a:xfrm>
                <a:prstGeom prst="rect">
                  <a:avLst/>
                </a:prstGeom>
                <a:blipFill>
                  <a:blip r:embed="rId50"/>
                  <a:stretch>
                    <a:fillRect l="-30000" r="-8000"/>
                  </a:stretch>
                </a:blipFill>
              </p:spPr>
              <p:txBody>
                <a:bodyPr/>
                <a:lstStyle/>
                <a:p>
                  <a:r>
                    <a:rPr lang="zh-CN" altLang="en-US">
                      <a:noFill/>
                    </a:rPr>
                    <a:t> </a:t>
                  </a:r>
                </a:p>
              </p:txBody>
            </p:sp>
          </mc:Fallback>
        </mc:AlternateContent>
        <p:sp>
          <p:nvSpPr>
            <p:cNvPr id="198" name="Line 27">
              <a:extLst>
                <a:ext uri="{FF2B5EF4-FFF2-40B4-BE49-F238E27FC236}">
                  <a16:creationId xmlns:a16="http://schemas.microsoft.com/office/drawing/2014/main" id="{83A02502-8D08-3B6D-FC01-C9D62AB0A719}"/>
                </a:ext>
              </a:extLst>
            </p:cNvPr>
            <p:cNvSpPr>
              <a:spLocks noChangeShapeType="1"/>
            </p:cNvSpPr>
            <p:nvPr/>
          </p:nvSpPr>
          <p:spPr bwMode="auto">
            <a:xfrm>
              <a:off x="4170019" y="5077665"/>
              <a:ext cx="5075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9" name="等腰三角形 198">
              <a:extLst>
                <a:ext uri="{FF2B5EF4-FFF2-40B4-BE49-F238E27FC236}">
                  <a16:creationId xmlns:a16="http://schemas.microsoft.com/office/drawing/2014/main" id="{01BF7911-6952-66AB-DB50-AE7BC5D4ACED}"/>
                </a:ext>
              </a:extLst>
            </p:cNvPr>
            <p:cNvSpPr/>
            <p:nvPr/>
          </p:nvSpPr>
          <p:spPr>
            <a:xfrm rot="5400000">
              <a:off x="4639631" y="502970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0" name="Line 27">
              <a:extLst>
                <a:ext uri="{FF2B5EF4-FFF2-40B4-BE49-F238E27FC236}">
                  <a16:creationId xmlns:a16="http://schemas.microsoft.com/office/drawing/2014/main" id="{4A71A923-6088-9D26-84C7-C80F5D7412A5}"/>
                </a:ext>
              </a:extLst>
            </p:cNvPr>
            <p:cNvSpPr>
              <a:spLocks noChangeShapeType="1"/>
            </p:cNvSpPr>
            <p:nvPr/>
          </p:nvSpPr>
          <p:spPr bwMode="auto">
            <a:xfrm>
              <a:off x="4532389" y="4719498"/>
              <a:ext cx="14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71F222FE-E703-0BD4-57D6-3AAEE5F9B071}"/>
                    </a:ext>
                  </a:extLst>
                </p:cNvPr>
                <p:cNvSpPr txBox="1"/>
                <p:nvPr/>
              </p:nvSpPr>
              <p:spPr>
                <a:xfrm>
                  <a:off x="4695385" y="5250431"/>
                  <a:ext cx="31679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m:t>
                        </m:r>
                      </m:oMath>
                    </m:oMathPara>
                  </a14:m>
                  <a:endParaRPr lang="zh-CN" altLang="en-US" dirty="0"/>
                </a:p>
              </p:txBody>
            </p:sp>
          </mc:Choice>
          <mc:Fallback xmlns="">
            <p:sp>
              <p:nvSpPr>
                <p:cNvPr id="201" name="文本框 200">
                  <a:extLst>
                    <a:ext uri="{FF2B5EF4-FFF2-40B4-BE49-F238E27FC236}">
                      <a16:creationId xmlns:a16="http://schemas.microsoft.com/office/drawing/2014/main" id="{71F222FE-E703-0BD4-57D6-3AAEE5F9B071}"/>
                    </a:ext>
                  </a:extLst>
                </p:cNvPr>
                <p:cNvSpPr txBox="1">
                  <a:spLocks noRot="1" noChangeAspect="1" noMove="1" noResize="1" noEditPoints="1" noAdjustHandles="1" noChangeArrowheads="1" noChangeShapeType="1" noTextEdit="1"/>
                </p:cNvSpPr>
                <p:nvPr/>
              </p:nvSpPr>
              <p:spPr>
                <a:xfrm>
                  <a:off x="4695385" y="5250431"/>
                  <a:ext cx="316792" cy="369332"/>
                </a:xfrm>
                <a:prstGeom prst="rect">
                  <a:avLst/>
                </a:prstGeom>
                <a:blipFill>
                  <a:blip r:embed="rId51"/>
                  <a:stretch>
                    <a:fillRect l="-7692"/>
                  </a:stretch>
                </a:blipFill>
              </p:spPr>
              <p:txBody>
                <a:bodyPr/>
                <a:lstStyle/>
                <a:p>
                  <a:r>
                    <a:rPr lang="zh-CN" altLang="en-US">
                      <a:noFill/>
                    </a:rPr>
                    <a:t> </a:t>
                  </a:r>
                </a:p>
              </p:txBody>
            </p:sp>
          </mc:Fallback>
        </mc:AlternateContent>
        <p:sp>
          <p:nvSpPr>
            <p:cNvPr id="202" name="Line 27">
              <a:extLst>
                <a:ext uri="{FF2B5EF4-FFF2-40B4-BE49-F238E27FC236}">
                  <a16:creationId xmlns:a16="http://schemas.microsoft.com/office/drawing/2014/main" id="{76D893D3-EB8C-BA42-87BD-B99BA1E607DD}"/>
                </a:ext>
              </a:extLst>
            </p:cNvPr>
            <p:cNvSpPr>
              <a:spLocks noChangeShapeType="1"/>
            </p:cNvSpPr>
            <p:nvPr/>
          </p:nvSpPr>
          <p:spPr bwMode="auto">
            <a:xfrm>
              <a:off x="5546811" y="4719498"/>
              <a:ext cx="2327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3" name="椭圆 202">
              <a:extLst>
                <a:ext uri="{FF2B5EF4-FFF2-40B4-BE49-F238E27FC236}">
                  <a16:creationId xmlns:a16="http://schemas.microsoft.com/office/drawing/2014/main" id="{E0301E16-C8CC-9D40-CFA6-A0DA71BE810C}"/>
                </a:ext>
              </a:extLst>
            </p:cNvPr>
            <p:cNvSpPr/>
            <p:nvPr/>
          </p:nvSpPr>
          <p:spPr>
            <a:xfrm flipV="1">
              <a:off x="5546810"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4" name="Line 27">
              <a:extLst>
                <a:ext uri="{FF2B5EF4-FFF2-40B4-BE49-F238E27FC236}">
                  <a16:creationId xmlns:a16="http://schemas.microsoft.com/office/drawing/2014/main" id="{BD17DBE2-7A8F-D7EA-759F-F29A843F96CA}"/>
                </a:ext>
              </a:extLst>
            </p:cNvPr>
            <p:cNvSpPr>
              <a:spLocks noChangeShapeType="1"/>
            </p:cNvSpPr>
            <p:nvPr/>
          </p:nvSpPr>
          <p:spPr bwMode="auto">
            <a:xfrm>
              <a:off x="4348221" y="5435098"/>
              <a:ext cx="329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5" name="椭圆 204">
              <a:extLst>
                <a:ext uri="{FF2B5EF4-FFF2-40B4-BE49-F238E27FC236}">
                  <a16:creationId xmlns:a16="http://schemas.microsoft.com/office/drawing/2014/main" id="{A91DD7FF-2603-D7DA-D9BE-19A9DB8CC975}"/>
                </a:ext>
              </a:extLst>
            </p:cNvPr>
            <p:cNvSpPr/>
            <p:nvPr/>
          </p:nvSpPr>
          <p:spPr>
            <a:xfrm flipV="1">
              <a:off x="4552070"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6" name="流程图: 手动操作 205">
              <a:extLst>
                <a:ext uri="{FF2B5EF4-FFF2-40B4-BE49-F238E27FC236}">
                  <a16:creationId xmlns:a16="http://schemas.microsoft.com/office/drawing/2014/main" id="{A6FBFAD6-A0BB-D776-B0EE-78028DB9B0DC}"/>
                </a:ext>
              </a:extLst>
            </p:cNvPr>
            <p:cNvSpPr/>
            <p:nvPr/>
          </p:nvSpPr>
          <p:spPr>
            <a:xfrm>
              <a:off x="4060924" y="3931674"/>
              <a:ext cx="965218" cy="302630"/>
            </a:xfrm>
            <a:prstGeom prst="flowChartManualOperation">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EBC3F030-6392-64D2-5644-98EB64D0AD94}"/>
                    </a:ext>
                  </a:extLst>
                </p:cNvPr>
                <p:cNvSpPr txBox="1"/>
                <p:nvPr/>
              </p:nvSpPr>
              <p:spPr>
                <a:xfrm>
                  <a:off x="4031867" y="3865391"/>
                  <a:ext cx="1022376" cy="369332"/>
                </a:xfrm>
                <a:prstGeom prst="rect">
                  <a:avLst/>
                </a:prstGeom>
                <a:noFill/>
              </p:spPr>
              <p:txBody>
                <a:bodyPr wrap="square">
                  <a:spAutoFit/>
                </a:bodyPr>
                <a:lstStyle/>
                <a:p>
                  <a:pPr algn="ctr"/>
                  <a14:m>
                    <m:oMath xmlns:m="http://schemas.openxmlformats.org/officeDocument/2006/math">
                      <m:r>
                        <a:rPr lang="en-US" altLang="zh-CN" b="0" i="1" smtClean="0">
                          <a:latin typeface="Cambria Math" panose="02040503050406030204" pitchFamily="18" charset="0"/>
                        </a:rPr>
                        <m:t>0</m:t>
                      </m:r>
                    </m:oMath>
                  </a14:m>
                  <a:r>
                    <a:rPr lang="en-US" altLang="zh-CN" b="0" dirty="0"/>
                    <a:t>      </a:t>
                  </a:r>
                  <a14:m>
                    <m:oMath xmlns:m="http://schemas.openxmlformats.org/officeDocument/2006/math">
                      <m:r>
                        <a:rPr lang="en-US" altLang="zh-CN" b="0" i="0" smtClean="0">
                          <a:latin typeface="Cambria Math" panose="02040503050406030204" pitchFamily="18" charset="0"/>
                        </a:rPr>
                        <m:t>1</m:t>
                      </m:r>
                    </m:oMath>
                  </a14:m>
                  <a:endParaRPr lang="zh-CN" altLang="en-US" dirty="0"/>
                </a:p>
              </p:txBody>
            </p:sp>
          </mc:Choice>
          <mc:Fallback xmlns="">
            <p:sp>
              <p:nvSpPr>
                <p:cNvPr id="207" name="文本框 206">
                  <a:extLst>
                    <a:ext uri="{FF2B5EF4-FFF2-40B4-BE49-F238E27FC236}">
                      <a16:creationId xmlns:a16="http://schemas.microsoft.com/office/drawing/2014/main" id="{EBC3F030-6392-64D2-5644-98EB64D0AD94}"/>
                    </a:ext>
                  </a:extLst>
                </p:cNvPr>
                <p:cNvSpPr txBox="1">
                  <a:spLocks noRot="1" noChangeAspect="1" noMove="1" noResize="1" noEditPoints="1" noAdjustHandles="1" noChangeArrowheads="1" noChangeShapeType="1" noTextEdit="1"/>
                </p:cNvSpPr>
                <p:nvPr/>
              </p:nvSpPr>
              <p:spPr>
                <a:xfrm>
                  <a:off x="4031867" y="3865391"/>
                  <a:ext cx="1022376" cy="369332"/>
                </a:xfrm>
                <a:prstGeom prst="rect">
                  <a:avLst/>
                </a:prstGeom>
                <a:blipFill>
                  <a:blip r:embed="rId52"/>
                  <a:stretch>
                    <a:fillRect/>
                  </a:stretch>
                </a:blipFill>
              </p:spPr>
              <p:txBody>
                <a:bodyPr/>
                <a:lstStyle/>
                <a:p>
                  <a:r>
                    <a:rPr lang="zh-CN" altLang="en-US">
                      <a:noFill/>
                    </a:rPr>
                    <a:t> </a:t>
                  </a:r>
                </a:p>
              </p:txBody>
            </p:sp>
          </mc:Fallback>
        </mc:AlternateContent>
        <p:sp>
          <p:nvSpPr>
            <p:cNvPr id="208" name="Line 27">
              <a:extLst>
                <a:ext uri="{FF2B5EF4-FFF2-40B4-BE49-F238E27FC236}">
                  <a16:creationId xmlns:a16="http://schemas.microsoft.com/office/drawing/2014/main" id="{C6A93FCE-8DCA-C324-AAF9-AAED30FD1ABC}"/>
                </a:ext>
              </a:extLst>
            </p:cNvPr>
            <p:cNvSpPr>
              <a:spLocks noChangeShapeType="1"/>
            </p:cNvSpPr>
            <p:nvPr/>
          </p:nvSpPr>
          <p:spPr bwMode="auto">
            <a:xfrm rot="16200000">
              <a:off x="4300936" y="4476900"/>
              <a:ext cx="485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9" name="Line 27">
              <a:extLst>
                <a:ext uri="{FF2B5EF4-FFF2-40B4-BE49-F238E27FC236}">
                  <a16:creationId xmlns:a16="http://schemas.microsoft.com/office/drawing/2014/main" id="{A7D5BDD4-4C22-C6E9-439D-790B3B03FC25}"/>
                </a:ext>
              </a:extLst>
            </p:cNvPr>
            <p:cNvSpPr>
              <a:spLocks noChangeShapeType="1"/>
            </p:cNvSpPr>
            <p:nvPr/>
          </p:nvSpPr>
          <p:spPr bwMode="auto">
            <a:xfrm>
              <a:off x="3913551" y="4094846"/>
              <a:ext cx="2564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0" name="Line 27">
              <a:extLst>
                <a:ext uri="{FF2B5EF4-FFF2-40B4-BE49-F238E27FC236}">
                  <a16:creationId xmlns:a16="http://schemas.microsoft.com/office/drawing/2014/main" id="{8C88129B-86B2-04D9-4074-7EF341EBB362}"/>
                </a:ext>
              </a:extLst>
            </p:cNvPr>
            <p:cNvSpPr>
              <a:spLocks noChangeShapeType="1"/>
            </p:cNvSpPr>
            <p:nvPr/>
          </p:nvSpPr>
          <p:spPr bwMode="auto">
            <a:xfrm rot="16200000">
              <a:off x="3773034" y="4223507"/>
              <a:ext cx="2810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1" name="Line 27">
              <a:extLst>
                <a:ext uri="{FF2B5EF4-FFF2-40B4-BE49-F238E27FC236}">
                  <a16:creationId xmlns:a16="http://schemas.microsoft.com/office/drawing/2014/main" id="{CE7E8BDF-B763-258F-25C8-0D18C64045FC}"/>
                </a:ext>
              </a:extLst>
            </p:cNvPr>
            <p:cNvSpPr>
              <a:spLocks noChangeShapeType="1"/>
            </p:cNvSpPr>
            <p:nvPr/>
          </p:nvSpPr>
          <p:spPr bwMode="auto">
            <a:xfrm rot="16200000">
              <a:off x="3814973" y="4241020"/>
              <a:ext cx="3932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2" name="Line 27">
              <a:extLst>
                <a:ext uri="{FF2B5EF4-FFF2-40B4-BE49-F238E27FC236}">
                  <a16:creationId xmlns:a16="http://schemas.microsoft.com/office/drawing/2014/main" id="{9931546A-1BC6-B851-E8F6-4C1E51BB5A09}"/>
                </a:ext>
              </a:extLst>
            </p:cNvPr>
            <p:cNvSpPr>
              <a:spLocks noChangeShapeType="1"/>
            </p:cNvSpPr>
            <p:nvPr/>
          </p:nvSpPr>
          <p:spPr bwMode="auto">
            <a:xfrm rot="16200000">
              <a:off x="3875907" y="5371777"/>
              <a:ext cx="588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3" name="Line 27">
              <a:extLst>
                <a:ext uri="{FF2B5EF4-FFF2-40B4-BE49-F238E27FC236}">
                  <a16:creationId xmlns:a16="http://schemas.microsoft.com/office/drawing/2014/main" id="{FD27E470-3D27-7775-4C86-A716DF500802}"/>
                </a:ext>
              </a:extLst>
            </p:cNvPr>
            <p:cNvSpPr>
              <a:spLocks noChangeShapeType="1"/>
            </p:cNvSpPr>
            <p:nvPr/>
          </p:nvSpPr>
          <p:spPr bwMode="auto">
            <a:xfrm rot="16200000">
              <a:off x="4074824" y="5706859"/>
              <a:ext cx="5435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7" name="Line 27">
              <a:extLst>
                <a:ext uri="{FF2B5EF4-FFF2-40B4-BE49-F238E27FC236}">
                  <a16:creationId xmlns:a16="http://schemas.microsoft.com/office/drawing/2014/main" id="{1021CBD3-8442-2AC2-7FBD-1563FAB74FFA}"/>
                </a:ext>
              </a:extLst>
            </p:cNvPr>
            <p:cNvSpPr>
              <a:spLocks noChangeShapeType="1"/>
            </p:cNvSpPr>
            <p:nvPr/>
          </p:nvSpPr>
          <p:spPr bwMode="auto">
            <a:xfrm rot="16200000">
              <a:off x="3258256" y="2902132"/>
              <a:ext cx="2058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8" name="Arc 158">
              <a:extLst>
                <a:ext uri="{FF2B5EF4-FFF2-40B4-BE49-F238E27FC236}">
                  <a16:creationId xmlns:a16="http://schemas.microsoft.com/office/drawing/2014/main" id="{4C5177C9-7D24-C40A-B4A6-CF402C58F82D}"/>
                </a:ext>
              </a:extLst>
            </p:cNvPr>
            <p:cNvSpPr>
              <a:spLocks/>
            </p:cNvSpPr>
            <p:nvPr/>
          </p:nvSpPr>
          <p:spPr bwMode="auto">
            <a:xfrm rot="10800000">
              <a:off x="4577213" y="2735111"/>
              <a:ext cx="419308" cy="655606"/>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19" name="Line 160">
              <a:extLst>
                <a:ext uri="{FF2B5EF4-FFF2-40B4-BE49-F238E27FC236}">
                  <a16:creationId xmlns:a16="http://schemas.microsoft.com/office/drawing/2014/main" id="{FB473D15-F473-2546-0FA9-E3C8FB07B314}"/>
                </a:ext>
              </a:extLst>
            </p:cNvPr>
            <p:cNvSpPr>
              <a:spLocks noChangeShapeType="1"/>
            </p:cNvSpPr>
            <p:nvPr/>
          </p:nvSpPr>
          <p:spPr bwMode="auto">
            <a:xfrm rot="5400000" flipH="1">
              <a:off x="4897754" y="3395787"/>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20" name="Line 7">
              <a:extLst>
                <a:ext uri="{FF2B5EF4-FFF2-40B4-BE49-F238E27FC236}">
                  <a16:creationId xmlns:a16="http://schemas.microsoft.com/office/drawing/2014/main" id="{B71DCD9A-D070-0B07-C9AC-0F1FB8129CFF}"/>
                </a:ext>
              </a:extLst>
            </p:cNvPr>
            <p:cNvSpPr>
              <a:spLocks noChangeShapeType="1"/>
            </p:cNvSpPr>
            <p:nvPr/>
          </p:nvSpPr>
          <p:spPr bwMode="auto">
            <a:xfrm rot="5400000">
              <a:off x="4751868" y="3215891"/>
              <a:ext cx="2981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1" name="Line 8">
              <a:extLst>
                <a:ext uri="{FF2B5EF4-FFF2-40B4-BE49-F238E27FC236}">
                  <a16:creationId xmlns:a16="http://schemas.microsoft.com/office/drawing/2014/main" id="{D17FEFF3-4F21-E867-EF64-2E04C410325D}"/>
                </a:ext>
              </a:extLst>
            </p:cNvPr>
            <p:cNvSpPr>
              <a:spLocks noChangeShapeType="1"/>
            </p:cNvSpPr>
            <p:nvPr/>
          </p:nvSpPr>
          <p:spPr bwMode="auto">
            <a:xfrm rot="5400000">
              <a:off x="4548006" y="3223131"/>
              <a:ext cx="2916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2" name="Line 9">
              <a:extLst>
                <a:ext uri="{FF2B5EF4-FFF2-40B4-BE49-F238E27FC236}">
                  <a16:creationId xmlns:a16="http://schemas.microsoft.com/office/drawing/2014/main" id="{328AD319-8C88-88DC-A8CE-076D06764E62}"/>
                </a:ext>
              </a:extLst>
            </p:cNvPr>
            <p:cNvSpPr>
              <a:spLocks noChangeShapeType="1"/>
            </p:cNvSpPr>
            <p:nvPr/>
          </p:nvSpPr>
          <p:spPr bwMode="auto">
            <a:xfrm rot="5400000">
              <a:off x="4712694" y="3857720"/>
              <a:ext cx="147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3" name="Line 160">
              <a:extLst>
                <a:ext uri="{FF2B5EF4-FFF2-40B4-BE49-F238E27FC236}">
                  <a16:creationId xmlns:a16="http://schemas.microsoft.com/office/drawing/2014/main" id="{D0E02DA1-2B9D-F865-A814-115D38A65E29}"/>
                </a:ext>
              </a:extLst>
            </p:cNvPr>
            <p:cNvSpPr>
              <a:spLocks noChangeShapeType="1"/>
            </p:cNvSpPr>
            <p:nvPr/>
          </p:nvSpPr>
          <p:spPr bwMode="auto">
            <a:xfrm rot="5400000" flipH="1">
              <a:off x="4476203" y="3395787"/>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24" name="Arc 156">
              <a:extLst>
                <a:ext uri="{FF2B5EF4-FFF2-40B4-BE49-F238E27FC236}">
                  <a16:creationId xmlns:a16="http://schemas.microsoft.com/office/drawing/2014/main" id="{D7846352-6FFB-E3E2-A916-C2366B3E061F}"/>
                </a:ext>
              </a:extLst>
            </p:cNvPr>
            <p:cNvSpPr>
              <a:spLocks/>
            </p:cNvSpPr>
            <p:nvPr/>
          </p:nvSpPr>
          <p:spPr bwMode="auto">
            <a:xfrm rot="5400000" flipV="1">
              <a:off x="4627279" y="3432118"/>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25" name="Arc 156">
              <a:extLst>
                <a:ext uri="{FF2B5EF4-FFF2-40B4-BE49-F238E27FC236}">
                  <a16:creationId xmlns:a16="http://schemas.microsoft.com/office/drawing/2014/main" id="{55E0C08C-4B29-AAC3-417D-C0703F48889F}"/>
                </a:ext>
              </a:extLst>
            </p:cNvPr>
            <p:cNvSpPr>
              <a:spLocks/>
            </p:cNvSpPr>
            <p:nvPr/>
          </p:nvSpPr>
          <p:spPr bwMode="auto">
            <a:xfrm rot="5400000">
              <a:off x="4643377" y="3429186"/>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26" name="Line 27">
              <a:extLst>
                <a:ext uri="{FF2B5EF4-FFF2-40B4-BE49-F238E27FC236}">
                  <a16:creationId xmlns:a16="http://schemas.microsoft.com/office/drawing/2014/main" id="{1BF2B571-B537-25A7-4FB6-7A308457DE1B}"/>
                </a:ext>
              </a:extLst>
            </p:cNvPr>
            <p:cNvSpPr>
              <a:spLocks noChangeShapeType="1"/>
            </p:cNvSpPr>
            <p:nvPr/>
          </p:nvSpPr>
          <p:spPr bwMode="auto">
            <a:xfrm>
              <a:off x="4900945" y="3079006"/>
              <a:ext cx="8786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0" name="流程图: 延期 229">
              <a:extLst>
                <a:ext uri="{FF2B5EF4-FFF2-40B4-BE49-F238E27FC236}">
                  <a16:creationId xmlns:a16="http://schemas.microsoft.com/office/drawing/2014/main" id="{B83E863D-66C5-C1B1-41DB-4956EBD472FA}"/>
                </a:ext>
              </a:extLst>
            </p:cNvPr>
            <p:cNvSpPr/>
            <p:nvPr/>
          </p:nvSpPr>
          <p:spPr>
            <a:xfrm rot="5400000">
              <a:off x="4469490" y="2649563"/>
              <a:ext cx="439445" cy="40506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31" name="Line 8">
              <a:extLst>
                <a:ext uri="{FF2B5EF4-FFF2-40B4-BE49-F238E27FC236}">
                  <a16:creationId xmlns:a16="http://schemas.microsoft.com/office/drawing/2014/main" id="{A32388C6-9EFA-8403-2785-523F56E3E697}"/>
                </a:ext>
              </a:extLst>
            </p:cNvPr>
            <p:cNvSpPr>
              <a:spLocks noChangeShapeType="1"/>
            </p:cNvSpPr>
            <p:nvPr/>
          </p:nvSpPr>
          <p:spPr bwMode="auto">
            <a:xfrm rot="5400000">
              <a:off x="4466368" y="2548318"/>
              <a:ext cx="1813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32" name="Line 8">
              <a:extLst>
                <a:ext uri="{FF2B5EF4-FFF2-40B4-BE49-F238E27FC236}">
                  <a16:creationId xmlns:a16="http://schemas.microsoft.com/office/drawing/2014/main" id="{3B02AB8F-E88D-EAB6-571C-EE0BD48A1E74}"/>
                </a:ext>
              </a:extLst>
            </p:cNvPr>
            <p:cNvSpPr>
              <a:spLocks noChangeShapeType="1"/>
            </p:cNvSpPr>
            <p:nvPr/>
          </p:nvSpPr>
          <p:spPr bwMode="auto">
            <a:xfrm rot="5400000">
              <a:off x="4604574" y="2411007"/>
              <a:ext cx="4395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35" name="Arc 158">
              <a:extLst>
                <a:ext uri="{FF2B5EF4-FFF2-40B4-BE49-F238E27FC236}">
                  <a16:creationId xmlns:a16="http://schemas.microsoft.com/office/drawing/2014/main" id="{7BC022DE-FCA4-3CF3-B938-F9DC86CE41AE}"/>
                </a:ext>
              </a:extLst>
            </p:cNvPr>
            <p:cNvSpPr>
              <a:spLocks/>
            </p:cNvSpPr>
            <p:nvPr/>
          </p:nvSpPr>
          <p:spPr bwMode="auto">
            <a:xfrm rot="10800000">
              <a:off x="6660480" y="2478111"/>
              <a:ext cx="426063" cy="862767"/>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36" name="矩形 235">
                  <a:extLst>
                    <a:ext uri="{FF2B5EF4-FFF2-40B4-BE49-F238E27FC236}">
                      <a16:creationId xmlns:a16="http://schemas.microsoft.com/office/drawing/2014/main" id="{E3F476FE-E833-EC32-E948-51CE70A7715A}"/>
                    </a:ext>
                  </a:extLst>
                </p:cNvPr>
                <p:cNvSpPr/>
                <p:nvPr/>
              </p:nvSpPr>
              <p:spPr>
                <a:xfrm>
                  <a:off x="6763112" y="4597390"/>
                  <a:ext cx="859789" cy="96007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i="1" dirty="0">
                    <a:solidFill>
                      <a:schemeClr val="tx1"/>
                    </a:solidFill>
                    <a:latin typeface="Cambria Math" panose="02040503050406030204" pitchFamily="18" charset="0"/>
                  </a:endParaRPr>
                </a:p>
                <a:p>
                  <a:pPr algn="ctr"/>
                  <a:endParaRPr lang="en-US" altLang="zh-CN" i="1" dirty="0">
                    <a:solidFill>
                      <a:schemeClr val="tx1"/>
                    </a:solidFill>
                    <a:latin typeface="Cambria Math" panose="02040503050406030204" pitchFamily="18" charset="0"/>
                  </a:endParaRPr>
                </a:p>
                <a:p>
                  <a:pPr algn="ctr"/>
                  <a14:m>
                    <m:oMathPara xmlns:m="http://schemas.openxmlformats.org/officeDocument/2006/math">
                      <m:oMathParaPr>
                        <m:jc m:val="right"/>
                      </m:oMathParaPr>
                      <m:oMath xmlns:m="http://schemas.openxmlformats.org/officeDocument/2006/math">
                        <m:sSub>
                          <m:sSubPr>
                            <m:ctrlPr>
                              <a:rPr lang="en-US" altLang="zh-CN" sz="160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FF</m:t>
                            </m:r>
                          </m:e>
                          <m:sub>
                            <m:r>
                              <a:rPr lang="en-US" altLang="zh-CN" sz="1600" i="1">
                                <a:solidFill>
                                  <a:schemeClr val="tx1"/>
                                </a:solidFill>
                                <a:latin typeface="Cambria Math" panose="02040503050406030204" pitchFamily="18" charset="0"/>
                              </a:rPr>
                              <m:t>2</m:t>
                            </m:r>
                          </m:sub>
                        </m:sSub>
                      </m:oMath>
                    </m:oMathPara>
                  </a14:m>
                  <a:endParaRPr lang="en-US" altLang="zh-CN" sz="1600" dirty="0">
                    <a:solidFill>
                      <a:schemeClr val="tx1"/>
                    </a:solidFill>
                  </a:endParaRPr>
                </a:p>
                <a:p>
                  <a:pPr algn="ctr"/>
                  <a:endParaRPr lang="zh-CN" altLang="en-US" dirty="0">
                    <a:solidFill>
                      <a:schemeClr val="tx1"/>
                    </a:solidFill>
                  </a:endParaRPr>
                </a:p>
              </p:txBody>
            </p:sp>
          </mc:Choice>
          <mc:Fallback xmlns="">
            <p:sp>
              <p:nvSpPr>
                <p:cNvPr id="236" name="矩形 235">
                  <a:extLst>
                    <a:ext uri="{FF2B5EF4-FFF2-40B4-BE49-F238E27FC236}">
                      <a16:creationId xmlns:a16="http://schemas.microsoft.com/office/drawing/2014/main" id="{E3F476FE-E833-EC32-E948-51CE70A7715A}"/>
                    </a:ext>
                  </a:extLst>
                </p:cNvPr>
                <p:cNvSpPr>
                  <a:spLocks noRot="1" noChangeAspect="1" noMove="1" noResize="1" noEditPoints="1" noAdjustHandles="1" noChangeArrowheads="1" noChangeShapeType="1" noTextEdit="1"/>
                </p:cNvSpPr>
                <p:nvPr/>
              </p:nvSpPr>
              <p:spPr>
                <a:xfrm>
                  <a:off x="6763112" y="4597390"/>
                  <a:ext cx="859789" cy="960070"/>
                </a:xfrm>
                <a:prstGeom prst="rect">
                  <a:avLst/>
                </a:prstGeom>
                <a:blipFill>
                  <a:blip r:embed="rId53"/>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7" name="文本框 236">
                  <a:extLst>
                    <a:ext uri="{FF2B5EF4-FFF2-40B4-BE49-F238E27FC236}">
                      <a16:creationId xmlns:a16="http://schemas.microsoft.com/office/drawing/2014/main" id="{F88263B8-8882-BA0F-9160-736D652773ED}"/>
                    </a:ext>
                  </a:extLst>
                </p:cNvPr>
                <p:cNvSpPr txBox="1"/>
                <p:nvPr/>
              </p:nvSpPr>
              <p:spPr>
                <a:xfrm>
                  <a:off x="6791973" y="4558537"/>
                  <a:ext cx="37221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1</m:t>
                        </m:r>
                        <m:r>
                          <m:rPr>
                            <m:sty m:val="p"/>
                          </m:rPr>
                          <a:rPr lang="en-US" altLang="zh-CN" b="0" i="0" smtClean="0">
                            <a:latin typeface="Cambria Math" panose="02040503050406030204" pitchFamily="18" charset="0"/>
                          </a:rPr>
                          <m:t>D</m:t>
                        </m:r>
                      </m:oMath>
                    </m:oMathPara>
                  </a14:m>
                  <a:endParaRPr lang="zh-CN" altLang="en-US" dirty="0"/>
                </a:p>
              </p:txBody>
            </p:sp>
          </mc:Choice>
          <mc:Fallback xmlns="">
            <p:sp>
              <p:nvSpPr>
                <p:cNvPr id="237" name="文本框 236">
                  <a:extLst>
                    <a:ext uri="{FF2B5EF4-FFF2-40B4-BE49-F238E27FC236}">
                      <a16:creationId xmlns:a16="http://schemas.microsoft.com/office/drawing/2014/main" id="{F88263B8-8882-BA0F-9160-736D652773ED}"/>
                    </a:ext>
                  </a:extLst>
                </p:cNvPr>
                <p:cNvSpPr txBox="1">
                  <a:spLocks noRot="1" noChangeAspect="1" noMove="1" noResize="1" noEditPoints="1" noAdjustHandles="1" noChangeArrowheads="1" noChangeShapeType="1" noTextEdit="1"/>
                </p:cNvSpPr>
                <p:nvPr/>
              </p:nvSpPr>
              <p:spPr>
                <a:xfrm>
                  <a:off x="6791973" y="4558537"/>
                  <a:ext cx="372210" cy="369332"/>
                </a:xfrm>
                <a:prstGeom prst="rect">
                  <a:avLst/>
                </a:prstGeom>
                <a:blipFill>
                  <a:blip r:embed="rId54"/>
                  <a:stretch>
                    <a:fillRect l="-18033" r="-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8" name="文本框 237">
                  <a:extLst>
                    <a:ext uri="{FF2B5EF4-FFF2-40B4-BE49-F238E27FC236}">
                      <a16:creationId xmlns:a16="http://schemas.microsoft.com/office/drawing/2014/main" id="{0B7A48BC-D5C7-660D-B99A-1344C4C1850F}"/>
                    </a:ext>
                  </a:extLst>
                </p:cNvPr>
                <p:cNvSpPr txBox="1"/>
                <p:nvPr/>
              </p:nvSpPr>
              <p:spPr>
                <a:xfrm>
                  <a:off x="6887444" y="4893228"/>
                  <a:ext cx="30556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C</m:t>
                        </m:r>
                        <m:r>
                          <a:rPr lang="en-US" altLang="zh-CN" b="0" i="0" smtClean="0">
                            <a:latin typeface="Cambria Math" panose="02040503050406030204" pitchFamily="18" charset="0"/>
                          </a:rPr>
                          <m:t>1</m:t>
                        </m:r>
                      </m:oMath>
                    </m:oMathPara>
                  </a14:m>
                  <a:endParaRPr lang="zh-CN" altLang="en-US" dirty="0"/>
                </a:p>
              </p:txBody>
            </p:sp>
          </mc:Choice>
          <mc:Fallback xmlns="">
            <p:sp>
              <p:nvSpPr>
                <p:cNvPr id="238" name="文本框 237">
                  <a:extLst>
                    <a:ext uri="{FF2B5EF4-FFF2-40B4-BE49-F238E27FC236}">
                      <a16:creationId xmlns:a16="http://schemas.microsoft.com/office/drawing/2014/main" id="{0B7A48BC-D5C7-660D-B99A-1344C4C1850F}"/>
                    </a:ext>
                  </a:extLst>
                </p:cNvPr>
                <p:cNvSpPr txBox="1">
                  <a:spLocks noRot="1" noChangeAspect="1" noMove="1" noResize="1" noEditPoints="1" noAdjustHandles="1" noChangeArrowheads="1" noChangeShapeType="1" noTextEdit="1"/>
                </p:cNvSpPr>
                <p:nvPr/>
              </p:nvSpPr>
              <p:spPr>
                <a:xfrm>
                  <a:off x="6887444" y="4893228"/>
                  <a:ext cx="305562" cy="369332"/>
                </a:xfrm>
                <a:prstGeom prst="rect">
                  <a:avLst/>
                </a:prstGeom>
                <a:blipFill>
                  <a:blip r:embed="rId55"/>
                  <a:stretch>
                    <a:fillRect l="-30000" r="-8000"/>
                  </a:stretch>
                </a:blipFill>
              </p:spPr>
              <p:txBody>
                <a:bodyPr/>
                <a:lstStyle/>
                <a:p>
                  <a:r>
                    <a:rPr lang="zh-CN" altLang="en-US">
                      <a:noFill/>
                    </a:rPr>
                    <a:t> </a:t>
                  </a:r>
                </a:p>
              </p:txBody>
            </p:sp>
          </mc:Fallback>
        </mc:AlternateContent>
        <p:sp>
          <p:nvSpPr>
            <p:cNvPr id="239" name="Line 27">
              <a:extLst>
                <a:ext uri="{FF2B5EF4-FFF2-40B4-BE49-F238E27FC236}">
                  <a16:creationId xmlns:a16="http://schemas.microsoft.com/office/drawing/2014/main" id="{F49EFEE9-C240-3F1E-1827-4AAD75859A5D}"/>
                </a:ext>
              </a:extLst>
            </p:cNvPr>
            <p:cNvSpPr>
              <a:spLocks noChangeShapeType="1"/>
            </p:cNvSpPr>
            <p:nvPr/>
          </p:nvSpPr>
          <p:spPr bwMode="auto">
            <a:xfrm>
              <a:off x="6255541" y="5077425"/>
              <a:ext cx="5075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0" name="等腰三角形 239">
              <a:extLst>
                <a:ext uri="{FF2B5EF4-FFF2-40B4-BE49-F238E27FC236}">
                  <a16:creationId xmlns:a16="http://schemas.microsoft.com/office/drawing/2014/main" id="{7CA2C4AE-F5F5-EC1F-BC4E-7765B86BF795}"/>
                </a:ext>
              </a:extLst>
            </p:cNvPr>
            <p:cNvSpPr/>
            <p:nvPr/>
          </p:nvSpPr>
          <p:spPr>
            <a:xfrm rot="5400000">
              <a:off x="6725153" y="502946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1" name="Line 27">
              <a:extLst>
                <a:ext uri="{FF2B5EF4-FFF2-40B4-BE49-F238E27FC236}">
                  <a16:creationId xmlns:a16="http://schemas.microsoft.com/office/drawing/2014/main" id="{078EFEF2-E046-0F56-5E19-326E335AF925}"/>
                </a:ext>
              </a:extLst>
            </p:cNvPr>
            <p:cNvSpPr>
              <a:spLocks noChangeShapeType="1"/>
            </p:cNvSpPr>
            <p:nvPr/>
          </p:nvSpPr>
          <p:spPr bwMode="auto">
            <a:xfrm>
              <a:off x="6617911" y="4719258"/>
              <a:ext cx="14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42" name="文本框 241">
                  <a:extLst>
                    <a:ext uri="{FF2B5EF4-FFF2-40B4-BE49-F238E27FC236}">
                      <a16:creationId xmlns:a16="http://schemas.microsoft.com/office/drawing/2014/main" id="{47255987-B9D1-EEC9-9DCC-968D18F6F1C6}"/>
                    </a:ext>
                  </a:extLst>
                </p:cNvPr>
                <p:cNvSpPr txBox="1"/>
                <p:nvPr/>
              </p:nvSpPr>
              <p:spPr>
                <a:xfrm>
                  <a:off x="6780907" y="5250191"/>
                  <a:ext cx="31679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m:t>
                        </m:r>
                      </m:oMath>
                    </m:oMathPara>
                  </a14:m>
                  <a:endParaRPr lang="zh-CN" altLang="en-US" dirty="0"/>
                </a:p>
              </p:txBody>
            </p:sp>
          </mc:Choice>
          <mc:Fallback xmlns="">
            <p:sp>
              <p:nvSpPr>
                <p:cNvPr id="242" name="文本框 241">
                  <a:extLst>
                    <a:ext uri="{FF2B5EF4-FFF2-40B4-BE49-F238E27FC236}">
                      <a16:creationId xmlns:a16="http://schemas.microsoft.com/office/drawing/2014/main" id="{47255987-B9D1-EEC9-9DCC-968D18F6F1C6}"/>
                    </a:ext>
                  </a:extLst>
                </p:cNvPr>
                <p:cNvSpPr txBox="1">
                  <a:spLocks noRot="1" noChangeAspect="1" noMove="1" noResize="1" noEditPoints="1" noAdjustHandles="1" noChangeArrowheads="1" noChangeShapeType="1" noTextEdit="1"/>
                </p:cNvSpPr>
                <p:nvPr/>
              </p:nvSpPr>
              <p:spPr>
                <a:xfrm>
                  <a:off x="6780907" y="5250191"/>
                  <a:ext cx="316792" cy="369332"/>
                </a:xfrm>
                <a:prstGeom prst="rect">
                  <a:avLst/>
                </a:prstGeom>
                <a:blipFill>
                  <a:blip r:embed="rId56"/>
                  <a:stretch>
                    <a:fillRect l="-7692"/>
                  </a:stretch>
                </a:blipFill>
              </p:spPr>
              <p:txBody>
                <a:bodyPr/>
                <a:lstStyle/>
                <a:p>
                  <a:r>
                    <a:rPr lang="zh-CN" altLang="en-US">
                      <a:noFill/>
                    </a:rPr>
                    <a:t> </a:t>
                  </a:r>
                </a:p>
              </p:txBody>
            </p:sp>
          </mc:Fallback>
        </mc:AlternateContent>
        <p:sp>
          <p:nvSpPr>
            <p:cNvPr id="243" name="Line 27">
              <a:extLst>
                <a:ext uri="{FF2B5EF4-FFF2-40B4-BE49-F238E27FC236}">
                  <a16:creationId xmlns:a16="http://schemas.microsoft.com/office/drawing/2014/main" id="{9F43F209-7EE0-B2FE-ABE3-C8A72DB5B3E0}"/>
                </a:ext>
              </a:extLst>
            </p:cNvPr>
            <p:cNvSpPr>
              <a:spLocks noChangeShapeType="1"/>
            </p:cNvSpPr>
            <p:nvPr/>
          </p:nvSpPr>
          <p:spPr bwMode="auto">
            <a:xfrm>
              <a:off x="7632333" y="4719258"/>
              <a:ext cx="2327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4" name="椭圆 243">
              <a:extLst>
                <a:ext uri="{FF2B5EF4-FFF2-40B4-BE49-F238E27FC236}">
                  <a16:creationId xmlns:a16="http://schemas.microsoft.com/office/drawing/2014/main" id="{57950CB2-C7F3-B7B3-1563-C8104198F6B6}"/>
                </a:ext>
              </a:extLst>
            </p:cNvPr>
            <p:cNvSpPr/>
            <p:nvPr/>
          </p:nvSpPr>
          <p:spPr>
            <a:xfrm flipV="1">
              <a:off x="7632332"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5" name="Line 27">
              <a:extLst>
                <a:ext uri="{FF2B5EF4-FFF2-40B4-BE49-F238E27FC236}">
                  <a16:creationId xmlns:a16="http://schemas.microsoft.com/office/drawing/2014/main" id="{7429EB56-4BD5-7D05-8019-4D05E90005B1}"/>
                </a:ext>
              </a:extLst>
            </p:cNvPr>
            <p:cNvSpPr>
              <a:spLocks noChangeShapeType="1"/>
            </p:cNvSpPr>
            <p:nvPr/>
          </p:nvSpPr>
          <p:spPr bwMode="auto">
            <a:xfrm>
              <a:off x="6433743" y="5434858"/>
              <a:ext cx="329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6" name="椭圆 245">
              <a:extLst>
                <a:ext uri="{FF2B5EF4-FFF2-40B4-BE49-F238E27FC236}">
                  <a16:creationId xmlns:a16="http://schemas.microsoft.com/office/drawing/2014/main" id="{231D64EF-BD1A-A909-280C-0CC2D7810CBC}"/>
                </a:ext>
              </a:extLst>
            </p:cNvPr>
            <p:cNvSpPr/>
            <p:nvPr/>
          </p:nvSpPr>
          <p:spPr>
            <a:xfrm flipV="1">
              <a:off x="6637592"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7" name="流程图: 手动操作 246">
              <a:extLst>
                <a:ext uri="{FF2B5EF4-FFF2-40B4-BE49-F238E27FC236}">
                  <a16:creationId xmlns:a16="http://schemas.microsoft.com/office/drawing/2014/main" id="{AC318A83-1785-50CA-A298-F9CF793C3120}"/>
                </a:ext>
              </a:extLst>
            </p:cNvPr>
            <p:cNvSpPr/>
            <p:nvPr/>
          </p:nvSpPr>
          <p:spPr>
            <a:xfrm>
              <a:off x="6146446" y="3931434"/>
              <a:ext cx="965218" cy="302630"/>
            </a:xfrm>
            <a:prstGeom prst="flowChartManualOperation">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248" name="文本框 247">
                  <a:extLst>
                    <a:ext uri="{FF2B5EF4-FFF2-40B4-BE49-F238E27FC236}">
                      <a16:creationId xmlns:a16="http://schemas.microsoft.com/office/drawing/2014/main" id="{05DB7708-8608-A41F-174D-7C8CC4113DB8}"/>
                    </a:ext>
                  </a:extLst>
                </p:cNvPr>
                <p:cNvSpPr txBox="1"/>
                <p:nvPr/>
              </p:nvSpPr>
              <p:spPr>
                <a:xfrm>
                  <a:off x="6117389" y="3865151"/>
                  <a:ext cx="1022376" cy="369332"/>
                </a:xfrm>
                <a:prstGeom prst="rect">
                  <a:avLst/>
                </a:prstGeom>
                <a:noFill/>
              </p:spPr>
              <p:txBody>
                <a:bodyPr wrap="square">
                  <a:spAutoFit/>
                </a:bodyPr>
                <a:lstStyle/>
                <a:p>
                  <a:pPr algn="ctr"/>
                  <a14:m>
                    <m:oMath xmlns:m="http://schemas.openxmlformats.org/officeDocument/2006/math">
                      <m:r>
                        <a:rPr lang="en-US" altLang="zh-CN" b="0" i="1" smtClean="0">
                          <a:latin typeface="Cambria Math" panose="02040503050406030204" pitchFamily="18" charset="0"/>
                        </a:rPr>
                        <m:t>0</m:t>
                      </m:r>
                    </m:oMath>
                  </a14:m>
                  <a:r>
                    <a:rPr lang="en-US" altLang="zh-CN" b="0" dirty="0"/>
                    <a:t>      </a:t>
                  </a:r>
                  <a14:m>
                    <m:oMath xmlns:m="http://schemas.openxmlformats.org/officeDocument/2006/math">
                      <m:r>
                        <a:rPr lang="en-US" altLang="zh-CN" b="0" i="0" smtClean="0">
                          <a:latin typeface="Cambria Math" panose="02040503050406030204" pitchFamily="18" charset="0"/>
                        </a:rPr>
                        <m:t>1</m:t>
                      </m:r>
                    </m:oMath>
                  </a14:m>
                  <a:endParaRPr lang="zh-CN" altLang="en-US" dirty="0"/>
                </a:p>
              </p:txBody>
            </p:sp>
          </mc:Choice>
          <mc:Fallback xmlns="">
            <p:sp>
              <p:nvSpPr>
                <p:cNvPr id="248" name="文本框 247">
                  <a:extLst>
                    <a:ext uri="{FF2B5EF4-FFF2-40B4-BE49-F238E27FC236}">
                      <a16:creationId xmlns:a16="http://schemas.microsoft.com/office/drawing/2014/main" id="{05DB7708-8608-A41F-174D-7C8CC4113DB8}"/>
                    </a:ext>
                  </a:extLst>
                </p:cNvPr>
                <p:cNvSpPr txBox="1">
                  <a:spLocks noRot="1" noChangeAspect="1" noMove="1" noResize="1" noEditPoints="1" noAdjustHandles="1" noChangeArrowheads="1" noChangeShapeType="1" noTextEdit="1"/>
                </p:cNvSpPr>
                <p:nvPr/>
              </p:nvSpPr>
              <p:spPr>
                <a:xfrm>
                  <a:off x="6117389" y="3865151"/>
                  <a:ext cx="1022376" cy="369332"/>
                </a:xfrm>
                <a:prstGeom prst="rect">
                  <a:avLst/>
                </a:prstGeom>
                <a:blipFill>
                  <a:blip r:embed="rId57"/>
                  <a:stretch>
                    <a:fillRect/>
                  </a:stretch>
                </a:blipFill>
              </p:spPr>
              <p:txBody>
                <a:bodyPr/>
                <a:lstStyle/>
                <a:p>
                  <a:r>
                    <a:rPr lang="zh-CN" altLang="en-US">
                      <a:noFill/>
                    </a:rPr>
                    <a:t> </a:t>
                  </a:r>
                </a:p>
              </p:txBody>
            </p:sp>
          </mc:Fallback>
        </mc:AlternateContent>
        <p:sp>
          <p:nvSpPr>
            <p:cNvPr id="249" name="Line 27">
              <a:extLst>
                <a:ext uri="{FF2B5EF4-FFF2-40B4-BE49-F238E27FC236}">
                  <a16:creationId xmlns:a16="http://schemas.microsoft.com/office/drawing/2014/main" id="{97F5FDA8-8AB6-1E97-36F6-77285591058B}"/>
                </a:ext>
              </a:extLst>
            </p:cNvPr>
            <p:cNvSpPr>
              <a:spLocks noChangeShapeType="1"/>
            </p:cNvSpPr>
            <p:nvPr/>
          </p:nvSpPr>
          <p:spPr bwMode="auto">
            <a:xfrm rot="16200000">
              <a:off x="6386458" y="4476660"/>
              <a:ext cx="485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0" name="Line 27">
              <a:extLst>
                <a:ext uri="{FF2B5EF4-FFF2-40B4-BE49-F238E27FC236}">
                  <a16:creationId xmlns:a16="http://schemas.microsoft.com/office/drawing/2014/main" id="{0EB39B2D-BDB0-8CC9-06A3-B9C7314DE34A}"/>
                </a:ext>
              </a:extLst>
            </p:cNvPr>
            <p:cNvSpPr>
              <a:spLocks noChangeShapeType="1"/>
            </p:cNvSpPr>
            <p:nvPr/>
          </p:nvSpPr>
          <p:spPr bwMode="auto">
            <a:xfrm>
              <a:off x="5999073" y="4094606"/>
              <a:ext cx="2564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1" name="Line 27">
              <a:extLst>
                <a:ext uri="{FF2B5EF4-FFF2-40B4-BE49-F238E27FC236}">
                  <a16:creationId xmlns:a16="http://schemas.microsoft.com/office/drawing/2014/main" id="{6803442D-ECA6-7D56-F062-E2A7C0E6C9DA}"/>
                </a:ext>
              </a:extLst>
            </p:cNvPr>
            <p:cNvSpPr>
              <a:spLocks noChangeShapeType="1"/>
            </p:cNvSpPr>
            <p:nvPr/>
          </p:nvSpPr>
          <p:spPr bwMode="auto">
            <a:xfrm rot="16200000">
              <a:off x="5858556" y="4223267"/>
              <a:ext cx="2810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2" name="Line 27">
              <a:extLst>
                <a:ext uri="{FF2B5EF4-FFF2-40B4-BE49-F238E27FC236}">
                  <a16:creationId xmlns:a16="http://schemas.microsoft.com/office/drawing/2014/main" id="{C93D0860-2E39-5157-3E15-E7214FB3F026}"/>
                </a:ext>
              </a:extLst>
            </p:cNvPr>
            <p:cNvSpPr>
              <a:spLocks noChangeShapeType="1"/>
            </p:cNvSpPr>
            <p:nvPr/>
          </p:nvSpPr>
          <p:spPr bwMode="auto">
            <a:xfrm rot="16200000">
              <a:off x="5947378" y="4287662"/>
              <a:ext cx="38387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3" name="Line 27">
              <a:extLst>
                <a:ext uri="{FF2B5EF4-FFF2-40B4-BE49-F238E27FC236}">
                  <a16:creationId xmlns:a16="http://schemas.microsoft.com/office/drawing/2014/main" id="{C3F82A49-0DD8-AFF0-880A-0256AA34D43C}"/>
                </a:ext>
              </a:extLst>
            </p:cNvPr>
            <p:cNvSpPr>
              <a:spLocks noChangeShapeType="1"/>
            </p:cNvSpPr>
            <p:nvPr/>
          </p:nvSpPr>
          <p:spPr bwMode="auto">
            <a:xfrm rot="16200000">
              <a:off x="5961429" y="5371537"/>
              <a:ext cx="588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4" name="Line 27">
              <a:extLst>
                <a:ext uri="{FF2B5EF4-FFF2-40B4-BE49-F238E27FC236}">
                  <a16:creationId xmlns:a16="http://schemas.microsoft.com/office/drawing/2014/main" id="{DB256BEB-2097-AAB7-5104-BEDE51E2CF71}"/>
                </a:ext>
              </a:extLst>
            </p:cNvPr>
            <p:cNvSpPr>
              <a:spLocks noChangeShapeType="1"/>
            </p:cNvSpPr>
            <p:nvPr/>
          </p:nvSpPr>
          <p:spPr bwMode="auto">
            <a:xfrm rot="16200000">
              <a:off x="6160346" y="5706619"/>
              <a:ext cx="5435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8" name="Line 27">
              <a:extLst>
                <a:ext uri="{FF2B5EF4-FFF2-40B4-BE49-F238E27FC236}">
                  <a16:creationId xmlns:a16="http://schemas.microsoft.com/office/drawing/2014/main" id="{334DDADC-1FE7-FDB5-1704-017E695DA9B8}"/>
                </a:ext>
              </a:extLst>
            </p:cNvPr>
            <p:cNvSpPr>
              <a:spLocks noChangeShapeType="1"/>
            </p:cNvSpPr>
            <p:nvPr/>
          </p:nvSpPr>
          <p:spPr bwMode="auto">
            <a:xfrm rot="16200000">
              <a:off x="5340826" y="2898940"/>
              <a:ext cx="2064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9" name="Arc 158">
              <a:extLst>
                <a:ext uri="{FF2B5EF4-FFF2-40B4-BE49-F238E27FC236}">
                  <a16:creationId xmlns:a16="http://schemas.microsoft.com/office/drawing/2014/main" id="{E8AB3866-B4A9-A7AA-493C-6FC8DE4BAC16}"/>
                </a:ext>
              </a:extLst>
            </p:cNvPr>
            <p:cNvSpPr>
              <a:spLocks/>
            </p:cNvSpPr>
            <p:nvPr/>
          </p:nvSpPr>
          <p:spPr bwMode="auto">
            <a:xfrm rot="10800000">
              <a:off x="6662735" y="2734871"/>
              <a:ext cx="419308" cy="655606"/>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0" name="Line 160">
              <a:extLst>
                <a:ext uri="{FF2B5EF4-FFF2-40B4-BE49-F238E27FC236}">
                  <a16:creationId xmlns:a16="http://schemas.microsoft.com/office/drawing/2014/main" id="{FF7DD6DC-6C3D-C7A9-4A48-E80682A23FB0}"/>
                </a:ext>
              </a:extLst>
            </p:cNvPr>
            <p:cNvSpPr>
              <a:spLocks noChangeShapeType="1"/>
            </p:cNvSpPr>
            <p:nvPr/>
          </p:nvSpPr>
          <p:spPr bwMode="auto">
            <a:xfrm rot="5400000" flipH="1">
              <a:off x="6983276" y="3395547"/>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61" name="Line 7">
              <a:extLst>
                <a:ext uri="{FF2B5EF4-FFF2-40B4-BE49-F238E27FC236}">
                  <a16:creationId xmlns:a16="http://schemas.microsoft.com/office/drawing/2014/main" id="{63CC8341-267D-1C2C-66FB-54B1AF6DE03C}"/>
                </a:ext>
              </a:extLst>
            </p:cNvPr>
            <p:cNvSpPr>
              <a:spLocks noChangeShapeType="1"/>
            </p:cNvSpPr>
            <p:nvPr/>
          </p:nvSpPr>
          <p:spPr bwMode="auto">
            <a:xfrm rot="5400000">
              <a:off x="6837390" y="3215651"/>
              <a:ext cx="2981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2" name="Line 8">
              <a:extLst>
                <a:ext uri="{FF2B5EF4-FFF2-40B4-BE49-F238E27FC236}">
                  <a16:creationId xmlns:a16="http://schemas.microsoft.com/office/drawing/2014/main" id="{B4EAC851-86F7-6EE5-7273-30FCDACC08FE}"/>
                </a:ext>
              </a:extLst>
            </p:cNvPr>
            <p:cNvSpPr>
              <a:spLocks noChangeShapeType="1"/>
            </p:cNvSpPr>
            <p:nvPr/>
          </p:nvSpPr>
          <p:spPr bwMode="auto">
            <a:xfrm rot="5400000">
              <a:off x="6633528" y="3222891"/>
              <a:ext cx="2916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3" name="Line 9">
              <a:extLst>
                <a:ext uri="{FF2B5EF4-FFF2-40B4-BE49-F238E27FC236}">
                  <a16:creationId xmlns:a16="http://schemas.microsoft.com/office/drawing/2014/main" id="{33A57B2A-0CE2-1B55-45CC-97E670DB20D5}"/>
                </a:ext>
              </a:extLst>
            </p:cNvPr>
            <p:cNvSpPr>
              <a:spLocks noChangeShapeType="1"/>
            </p:cNvSpPr>
            <p:nvPr/>
          </p:nvSpPr>
          <p:spPr bwMode="auto">
            <a:xfrm rot="5400000">
              <a:off x="6798216" y="3857480"/>
              <a:ext cx="147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4" name="Line 160">
              <a:extLst>
                <a:ext uri="{FF2B5EF4-FFF2-40B4-BE49-F238E27FC236}">
                  <a16:creationId xmlns:a16="http://schemas.microsoft.com/office/drawing/2014/main" id="{EAFFF1AC-41F8-F20C-D989-CF8D1C3B6261}"/>
                </a:ext>
              </a:extLst>
            </p:cNvPr>
            <p:cNvSpPr>
              <a:spLocks noChangeShapeType="1"/>
            </p:cNvSpPr>
            <p:nvPr/>
          </p:nvSpPr>
          <p:spPr bwMode="auto">
            <a:xfrm rot="5400000" flipH="1">
              <a:off x="6561725" y="3395547"/>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65" name="Arc 156">
              <a:extLst>
                <a:ext uri="{FF2B5EF4-FFF2-40B4-BE49-F238E27FC236}">
                  <a16:creationId xmlns:a16="http://schemas.microsoft.com/office/drawing/2014/main" id="{D16E67E5-1DB4-EF19-9148-AE0546C02AC6}"/>
                </a:ext>
              </a:extLst>
            </p:cNvPr>
            <p:cNvSpPr>
              <a:spLocks/>
            </p:cNvSpPr>
            <p:nvPr/>
          </p:nvSpPr>
          <p:spPr bwMode="auto">
            <a:xfrm rot="5400000" flipV="1">
              <a:off x="6712801" y="3431878"/>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6" name="Arc 156">
              <a:extLst>
                <a:ext uri="{FF2B5EF4-FFF2-40B4-BE49-F238E27FC236}">
                  <a16:creationId xmlns:a16="http://schemas.microsoft.com/office/drawing/2014/main" id="{C0D63A22-6FA1-0074-1053-C96241D12C0E}"/>
                </a:ext>
              </a:extLst>
            </p:cNvPr>
            <p:cNvSpPr>
              <a:spLocks/>
            </p:cNvSpPr>
            <p:nvPr/>
          </p:nvSpPr>
          <p:spPr bwMode="auto">
            <a:xfrm rot="5400000">
              <a:off x="6728899" y="3428946"/>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7" name="Line 27">
              <a:extLst>
                <a:ext uri="{FF2B5EF4-FFF2-40B4-BE49-F238E27FC236}">
                  <a16:creationId xmlns:a16="http://schemas.microsoft.com/office/drawing/2014/main" id="{B44FD05F-71D0-E1C9-C5C4-B03A6BD290E7}"/>
                </a:ext>
              </a:extLst>
            </p:cNvPr>
            <p:cNvSpPr>
              <a:spLocks noChangeShapeType="1"/>
            </p:cNvSpPr>
            <p:nvPr/>
          </p:nvSpPr>
          <p:spPr bwMode="auto">
            <a:xfrm>
              <a:off x="6986467" y="3078766"/>
              <a:ext cx="8786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8" name="椭圆 267">
              <a:extLst>
                <a:ext uri="{FF2B5EF4-FFF2-40B4-BE49-F238E27FC236}">
                  <a16:creationId xmlns:a16="http://schemas.microsoft.com/office/drawing/2014/main" id="{E221DA96-B3E5-8131-4807-3E59A9228CD4}"/>
                </a:ext>
              </a:extLst>
            </p:cNvPr>
            <p:cNvSpPr/>
            <p:nvPr/>
          </p:nvSpPr>
          <p:spPr>
            <a:xfrm flipV="1">
              <a:off x="7824018" y="303574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75" name="流程图: 延期 274">
              <a:extLst>
                <a:ext uri="{FF2B5EF4-FFF2-40B4-BE49-F238E27FC236}">
                  <a16:creationId xmlns:a16="http://schemas.microsoft.com/office/drawing/2014/main" id="{9BD159ED-3C00-6AEB-2B4E-1C158FB0506C}"/>
                </a:ext>
              </a:extLst>
            </p:cNvPr>
            <p:cNvSpPr/>
            <p:nvPr/>
          </p:nvSpPr>
          <p:spPr>
            <a:xfrm rot="5400000">
              <a:off x="6559735" y="2650187"/>
              <a:ext cx="439445" cy="40506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76" name="Line 8">
              <a:extLst>
                <a:ext uri="{FF2B5EF4-FFF2-40B4-BE49-F238E27FC236}">
                  <a16:creationId xmlns:a16="http://schemas.microsoft.com/office/drawing/2014/main" id="{ED483074-4A5E-ACDD-E2B4-CF2C65669168}"/>
                </a:ext>
              </a:extLst>
            </p:cNvPr>
            <p:cNvSpPr>
              <a:spLocks noChangeShapeType="1"/>
            </p:cNvSpPr>
            <p:nvPr/>
          </p:nvSpPr>
          <p:spPr bwMode="auto">
            <a:xfrm rot="5400000">
              <a:off x="6556613" y="2548942"/>
              <a:ext cx="1813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7" name="Line 8">
              <a:extLst>
                <a:ext uri="{FF2B5EF4-FFF2-40B4-BE49-F238E27FC236}">
                  <a16:creationId xmlns:a16="http://schemas.microsoft.com/office/drawing/2014/main" id="{0946A2C7-D521-E2C9-1A70-4D28CF465CC6}"/>
                </a:ext>
              </a:extLst>
            </p:cNvPr>
            <p:cNvSpPr>
              <a:spLocks noChangeShapeType="1"/>
            </p:cNvSpPr>
            <p:nvPr/>
          </p:nvSpPr>
          <p:spPr bwMode="auto">
            <a:xfrm rot="5400000">
              <a:off x="6694508" y="2411320"/>
              <a:ext cx="4402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9" name="Line 8">
              <a:extLst>
                <a:ext uri="{FF2B5EF4-FFF2-40B4-BE49-F238E27FC236}">
                  <a16:creationId xmlns:a16="http://schemas.microsoft.com/office/drawing/2014/main" id="{600E66BD-5138-32C4-5706-650DCA4F2431}"/>
                </a:ext>
              </a:extLst>
            </p:cNvPr>
            <p:cNvSpPr>
              <a:spLocks noChangeShapeType="1"/>
            </p:cNvSpPr>
            <p:nvPr/>
          </p:nvSpPr>
          <p:spPr bwMode="auto">
            <a:xfrm rot="5400000">
              <a:off x="6597390" y="2442741"/>
              <a:ext cx="3576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80" name="Arc 158">
              <a:extLst>
                <a:ext uri="{FF2B5EF4-FFF2-40B4-BE49-F238E27FC236}">
                  <a16:creationId xmlns:a16="http://schemas.microsoft.com/office/drawing/2014/main" id="{E03A31DC-C47F-DE42-26A6-2E01661B27B9}"/>
                </a:ext>
              </a:extLst>
            </p:cNvPr>
            <p:cNvSpPr>
              <a:spLocks/>
            </p:cNvSpPr>
            <p:nvPr/>
          </p:nvSpPr>
          <p:spPr bwMode="auto">
            <a:xfrm rot="10800000">
              <a:off x="8739858" y="2478155"/>
              <a:ext cx="426063" cy="862767"/>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81" name="矩形 280">
                  <a:extLst>
                    <a:ext uri="{FF2B5EF4-FFF2-40B4-BE49-F238E27FC236}">
                      <a16:creationId xmlns:a16="http://schemas.microsoft.com/office/drawing/2014/main" id="{B8C32AA8-4870-A7F4-1604-4E83831CE2A6}"/>
                    </a:ext>
                  </a:extLst>
                </p:cNvPr>
                <p:cNvSpPr/>
                <p:nvPr/>
              </p:nvSpPr>
              <p:spPr>
                <a:xfrm>
                  <a:off x="8842490" y="4597434"/>
                  <a:ext cx="859789" cy="96007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i="1" dirty="0">
                    <a:solidFill>
                      <a:schemeClr val="tx1"/>
                    </a:solidFill>
                    <a:latin typeface="Cambria Math" panose="02040503050406030204" pitchFamily="18" charset="0"/>
                  </a:endParaRPr>
                </a:p>
                <a:p>
                  <a:pPr algn="ctr"/>
                  <a:endParaRPr lang="en-US" altLang="zh-CN" i="1" dirty="0">
                    <a:solidFill>
                      <a:schemeClr val="tx1"/>
                    </a:solidFill>
                    <a:latin typeface="Cambria Math" panose="02040503050406030204" pitchFamily="18" charset="0"/>
                  </a:endParaRPr>
                </a:p>
                <a:p>
                  <a:pPr algn="ctr"/>
                  <a14:m>
                    <m:oMathPara xmlns:m="http://schemas.openxmlformats.org/officeDocument/2006/math">
                      <m:oMathParaPr>
                        <m:jc m:val="right"/>
                      </m:oMathParaPr>
                      <m:oMath xmlns:m="http://schemas.openxmlformats.org/officeDocument/2006/math">
                        <m:sSub>
                          <m:sSubPr>
                            <m:ctrlPr>
                              <a:rPr lang="en-US" altLang="zh-CN" sz="1600" i="1"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FF</m:t>
                            </m:r>
                          </m:e>
                          <m:sub>
                            <m:r>
                              <a:rPr lang="en-US" altLang="zh-CN" sz="1600" i="1">
                                <a:solidFill>
                                  <a:schemeClr val="tx1"/>
                                </a:solidFill>
                                <a:latin typeface="Cambria Math" panose="02040503050406030204" pitchFamily="18" charset="0"/>
                              </a:rPr>
                              <m:t>3</m:t>
                            </m:r>
                          </m:sub>
                        </m:sSub>
                      </m:oMath>
                    </m:oMathPara>
                  </a14:m>
                  <a:endParaRPr lang="en-US" altLang="zh-CN" sz="1600" dirty="0">
                    <a:solidFill>
                      <a:schemeClr val="tx1"/>
                    </a:solidFill>
                  </a:endParaRPr>
                </a:p>
                <a:p>
                  <a:pPr algn="ctr"/>
                  <a:endParaRPr lang="zh-CN" altLang="en-US" dirty="0">
                    <a:solidFill>
                      <a:schemeClr val="tx1"/>
                    </a:solidFill>
                  </a:endParaRPr>
                </a:p>
              </p:txBody>
            </p:sp>
          </mc:Choice>
          <mc:Fallback xmlns="">
            <p:sp>
              <p:nvSpPr>
                <p:cNvPr id="281" name="矩形 280">
                  <a:extLst>
                    <a:ext uri="{FF2B5EF4-FFF2-40B4-BE49-F238E27FC236}">
                      <a16:creationId xmlns:a16="http://schemas.microsoft.com/office/drawing/2014/main" id="{B8C32AA8-4870-A7F4-1604-4E83831CE2A6}"/>
                    </a:ext>
                  </a:extLst>
                </p:cNvPr>
                <p:cNvSpPr>
                  <a:spLocks noRot="1" noChangeAspect="1" noMove="1" noResize="1" noEditPoints="1" noAdjustHandles="1" noChangeArrowheads="1" noChangeShapeType="1" noTextEdit="1"/>
                </p:cNvSpPr>
                <p:nvPr/>
              </p:nvSpPr>
              <p:spPr>
                <a:xfrm>
                  <a:off x="8842490" y="4597434"/>
                  <a:ext cx="859789" cy="960070"/>
                </a:xfrm>
                <a:prstGeom prst="rect">
                  <a:avLst/>
                </a:prstGeom>
                <a:blipFill>
                  <a:blip r:embed="rId58"/>
                  <a:stretch>
                    <a:fillRect/>
                  </a:stretch>
                </a:blipFill>
                <a:ln w="25400">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2" name="文本框 281">
                  <a:extLst>
                    <a:ext uri="{FF2B5EF4-FFF2-40B4-BE49-F238E27FC236}">
                      <a16:creationId xmlns:a16="http://schemas.microsoft.com/office/drawing/2014/main" id="{E7BBE617-67CA-3D69-8F3E-B12555C95AE1}"/>
                    </a:ext>
                  </a:extLst>
                </p:cNvPr>
                <p:cNvSpPr txBox="1"/>
                <p:nvPr/>
              </p:nvSpPr>
              <p:spPr>
                <a:xfrm>
                  <a:off x="8861355" y="4533593"/>
                  <a:ext cx="372210"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1</m:t>
                        </m:r>
                        <m:r>
                          <m:rPr>
                            <m:sty m:val="p"/>
                          </m:rPr>
                          <a:rPr lang="en-US" altLang="zh-CN" b="0" i="0" smtClean="0">
                            <a:latin typeface="Cambria Math" panose="02040503050406030204" pitchFamily="18" charset="0"/>
                          </a:rPr>
                          <m:t>D</m:t>
                        </m:r>
                      </m:oMath>
                    </m:oMathPara>
                  </a14:m>
                  <a:endParaRPr lang="zh-CN" altLang="en-US" dirty="0"/>
                </a:p>
              </p:txBody>
            </p:sp>
          </mc:Choice>
          <mc:Fallback xmlns="">
            <p:sp>
              <p:nvSpPr>
                <p:cNvPr id="282" name="文本框 281">
                  <a:extLst>
                    <a:ext uri="{FF2B5EF4-FFF2-40B4-BE49-F238E27FC236}">
                      <a16:creationId xmlns:a16="http://schemas.microsoft.com/office/drawing/2014/main" id="{E7BBE617-67CA-3D69-8F3E-B12555C95AE1}"/>
                    </a:ext>
                  </a:extLst>
                </p:cNvPr>
                <p:cNvSpPr txBox="1">
                  <a:spLocks noRot="1" noChangeAspect="1" noMove="1" noResize="1" noEditPoints="1" noAdjustHandles="1" noChangeArrowheads="1" noChangeShapeType="1" noTextEdit="1"/>
                </p:cNvSpPr>
                <p:nvPr/>
              </p:nvSpPr>
              <p:spPr>
                <a:xfrm>
                  <a:off x="8861355" y="4533593"/>
                  <a:ext cx="372210" cy="369332"/>
                </a:xfrm>
                <a:prstGeom prst="rect">
                  <a:avLst/>
                </a:prstGeom>
                <a:blipFill>
                  <a:blip r:embed="rId59"/>
                  <a:stretch>
                    <a:fillRect l="-18033" r="-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 name="文本框 282">
                  <a:extLst>
                    <a:ext uri="{FF2B5EF4-FFF2-40B4-BE49-F238E27FC236}">
                      <a16:creationId xmlns:a16="http://schemas.microsoft.com/office/drawing/2014/main" id="{AD778BEE-30F4-DE5E-B008-F1FA2C898796}"/>
                    </a:ext>
                  </a:extLst>
                </p:cNvPr>
                <p:cNvSpPr txBox="1"/>
                <p:nvPr/>
              </p:nvSpPr>
              <p:spPr>
                <a:xfrm>
                  <a:off x="8966822" y="4893272"/>
                  <a:ext cx="30556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C</m:t>
                        </m:r>
                        <m:r>
                          <a:rPr lang="en-US" altLang="zh-CN" b="0" i="0" smtClean="0">
                            <a:latin typeface="Cambria Math" panose="02040503050406030204" pitchFamily="18" charset="0"/>
                          </a:rPr>
                          <m:t>1</m:t>
                        </m:r>
                      </m:oMath>
                    </m:oMathPara>
                  </a14:m>
                  <a:endParaRPr lang="zh-CN" altLang="en-US" dirty="0"/>
                </a:p>
              </p:txBody>
            </p:sp>
          </mc:Choice>
          <mc:Fallback xmlns="">
            <p:sp>
              <p:nvSpPr>
                <p:cNvPr id="283" name="文本框 282">
                  <a:extLst>
                    <a:ext uri="{FF2B5EF4-FFF2-40B4-BE49-F238E27FC236}">
                      <a16:creationId xmlns:a16="http://schemas.microsoft.com/office/drawing/2014/main" id="{AD778BEE-30F4-DE5E-B008-F1FA2C898796}"/>
                    </a:ext>
                  </a:extLst>
                </p:cNvPr>
                <p:cNvSpPr txBox="1">
                  <a:spLocks noRot="1" noChangeAspect="1" noMove="1" noResize="1" noEditPoints="1" noAdjustHandles="1" noChangeArrowheads="1" noChangeShapeType="1" noTextEdit="1"/>
                </p:cNvSpPr>
                <p:nvPr/>
              </p:nvSpPr>
              <p:spPr>
                <a:xfrm>
                  <a:off x="8966822" y="4893272"/>
                  <a:ext cx="305562" cy="369332"/>
                </a:xfrm>
                <a:prstGeom prst="rect">
                  <a:avLst/>
                </a:prstGeom>
                <a:blipFill>
                  <a:blip r:embed="rId60"/>
                  <a:stretch>
                    <a:fillRect l="-30000" r="-8000"/>
                  </a:stretch>
                </a:blipFill>
              </p:spPr>
              <p:txBody>
                <a:bodyPr/>
                <a:lstStyle/>
                <a:p>
                  <a:r>
                    <a:rPr lang="zh-CN" altLang="en-US">
                      <a:noFill/>
                    </a:rPr>
                    <a:t> </a:t>
                  </a:r>
                </a:p>
              </p:txBody>
            </p:sp>
          </mc:Fallback>
        </mc:AlternateContent>
        <p:sp>
          <p:nvSpPr>
            <p:cNvPr id="284" name="Line 27">
              <a:extLst>
                <a:ext uri="{FF2B5EF4-FFF2-40B4-BE49-F238E27FC236}">
                  <a16:creationId xmlns:a16="http://schemas.microsoft.com/office/drawing/2014/main" id="{5992368D-ACB6-A1CB-D90B-ABC444D3D43F}"/>
                </a:ext>
              </a:extLst>
            </p:cNvPr>
            <p:cNvSpPr>
              <a:spLocks noChangeShapeType="1"/>
            </p:cNvSpPr>
            <p:nvPr/>
          </p:nvSpPr>
          <p:spPr bwMode="auto">
            <a:xfrm>
              <a:off x="8334919" y="5077469"/>
              <a:ext cx="5075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5" name="等腰三角形 284">
              <a:extLst>
                <a:ext uri="{FF2B5EF4-FFF2-40B4-BE49-F238E27FC236}">
                  <a16:creationId xmlns:a16="http://schemas.microsoft.com/office/drawing/2014/main" id="{9BE4338F-643B-BA4E-DB41-3D4695701C65}"/>
                </a:ext>
              </a:extLst>
            </p:cNvPr>
            <p:cNvSpPr/>
            <p:nvPr/>
          </p:nvSpPr>
          <p:spPr>
            <a:xfrm rot="5400000">
              <a:off x="8804531" y="502951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86" name="Line 27">
              <a:extLst>
                <a:ext uri="{FF2B5EF4-FFF2-40B4-BE49-F238E27FC236}">
                  <a16:creationId xmlns:a16="http://schemas.microsoft.com/office/drawing/2014/main" id="{D974FFBB-E7CF-386B-23F5-58A3E6A0B07E}"/>
                </a:ext>
              </a:extLst>
            </p:cNvPr>
            <p:cNvSpPr>
              <a:spLocks noChangeShapeType="1"/>
            </p:cNvSpPr>
            <p:nvPr/>
          </p:nvSpPr>
          <p:spPr bwMode="auto">
            <a:xfrm>
              <a:off x="8697289" y="4719302"/>
              <a:ext cx="145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87" name="文本框 286">
                  <a:extLst>
                    <a:ext uri="{FF2B5EF4-FFF2-40B4-BE49-F238E27FC236}">
                      <a16:creationId xmlns:a16="http://schemas.microsoft.com/office/drawing/2014/main" id="{E5042367-FC26-D4A8-F73B-AEF854565622}"/>
                    </a:ext>
                  </a:extLst>
                </p:cNvPr>
                <p:cNvSpPr txBox="1"/>
                <p:nvPr/>
              </p:nvSpPr>
              <p:spPr>
                <a:xfrm>
                  <a:off x="8860285" y="5250235"/>
                  <a:ext cx="31679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R</m:t>
                        </m:r>
                      </m:oMath>
                    </m:oMathPara>
                  </a14:m>
                  <a:endParaRPr lang="zh-CN" altLang="en-US" dirty="0"/>
                </a:p>
              </p:txBody>
            </p:sp>
          </mc:Choice>
          <mc:Fallback xmlns="">
            <p:sp>
              <p:nvSpPr>
                <p:cNvPr id="287" name="文本框 286">
                  <a:extLst>
                    <a:ext uri="{FF2B5EF4-FFF2-40B4-BE49-F238E27FC236}">
                      <a16:creationId xmlns:a16="http://schemas.microsoft.com/office/drawing/2014/main" id="{E5042367-FC26-D4A8-F73B-AEF854565622}"/>
                    </a:ext>
                  </a:extLst>
                </p:cNvPr>
                <p:cNvSpPr txBox="1">
                  <a:spLocks noRot="1" noChangeAspect="1" noMove="1" noResize="1" noEditPoints="1" noAdjustHandles="1" noChangeArrowheads="1" noChangeShapeType="1" noTextEdit="1"/>
                </p:cNvSpPr>
                <p:nvPr/>
              </p:nvSpPr>
              <p:spPr>
                <a:xfrm>
                  <a:off x="8860285" y="5250235"/>
                  <a:ext cx="316792" cy="369332"/>
                </a:xfrm>
                <a:prstGeom prst="rect">
                  <a:avLst/>
                </a:prstGeom>
                <a:blipFill>
                  <a:blip r:embed="rId61"/>
                  <a:stretch>
                    <a:fillRect l="-7692"/>
                  </a:stretch>
                </a:blipFill>
              </p:spPr>
              <p:txBody>
                <a:bodyPr/>
                <a:lstStyle/>
                <a:p>
                  <a:r>
                    <a:rPr lang="zh-CN" altLang="en-US">
                      <a:noFill/>
                    </a:rPr>
                    <a:t> </a:t>
                  </a:r>
                </a:p>
              </p:txBody>
            </p:sp>
          </mc:Fallback>
        </mc:AlternateContent>
        <p:sp>
          <p:nvSpPr>
            <p:cNvPr id="288" name="Line 27">
              <a:extLst>
                <a:ext uri="{FF2B5EF4-FFF2-40B4-BE49-F238E27FC236}">
                  <a16:creationId xmlns:a16="http://schemas.microsoft.com/office/drawing/2014/main" id="{4954A242-BF4F-3D21-D2F9-8C0FAB389B45}"/>
                </a:ext>
              </a:extLst>
            </p:cNvPr>
            <p:cNvSpPr>
              <a:spLocks noChangeShapeType="1"/>
            </p:cNvSpPr>
            <p:nvPr/>
          </p:nvSpPr>
          <p:spPr bwMode="auto">
            <a:xfrm>
              <a:off x="9711712" y="4719302"/>
              <a:ext cx="5139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9" name="椭圆 288">
              <a:extLst>
                <a:ext uri="{FF2B5EF4-FFF2-40B4-BE49-F238E27FC236}">
                  <a16:creationId xmlns:a16="http://schemas.microsoft.com/office/drawing/2014/main" id="{C8FABB1E-B734-9ED1-94C3-8B462534B78A}"/>
                </a:ext>
              </a:extLst>
            </p:cNvPr>
            <p:cNvSpPr/>
            <p:nvPr/>
          </p:nvSpPr>
          <p:spPr>
            <a:xfrm flipV="1">
              <a:off x="9711710"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0" name="Line 27">
              <a:extLst>
                <a:ext uri="{FF2B5EF4-FFF2-40B4-BE49-F238E27FC236}">
                  <a16:creationId xmlns:a16="http://schemas.microsoft.com/office/drawing/2014/main" id="{615A4160-917C-2432-DE55-DB7CDC1B37F6}"/>
                </a:ext>
              </a:extLst>
            </p:cNvPr>
            <p:cNvSpPr>
              <a:spLocks noChangeShapeType="1"/>
            </p:cNvSpPr>
            <p:nvPr/>
          </p:nvSpPr>
          <p:spPr bwMode="auto">
            <a:xfrm>
              <a:off x="8513121" y="5434902"/>
              <a:ext cx="3293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1" name="椭圆 290">
              <a:extLst>
                <a:ext uri="{FF2B5EF4-FFF2-40B4-BE49-F238E27FC236}">
                  <a16:creationId xmlns:a16="http://schemas.microsoft.com/office/drawing/2014/main" id="{554ADE78-9B74-5498-60B3-EF5E4837BDCE}"/>
                </a:ext>
              </a:extLst>
            </p:cNvPr>
            <p:cNvSpPr/>
            <p:nvPr/>
          </p:nvSpPr>
          <p:spPr>
            <a:xfrm flipV="1">
              <a:off x="8716970" y="537480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2" name="流程图: 手动操作 291">
              <a:extLst>
                <a:ext uri="{FF2B5EF4-FFF2-40B4-BE49-F238E27FC236}">
                  <a16:creationId xmlns:a16="http://schemas.microsoft.com/office/drawing/2014/main" id="{1E05329C-E331-AB6F-6098-75161CC5E18A}"/>
                </a:ext>
              </a:extLst>
            </p:cNvPr>
            <p:cNvSpPr/>
            <p:nvPr/>
          </p:nvSpPr>
          <p:spPr>
            <a:xfrm>
              <a:off x="8225824" y="3931478"/>
              <a:ext cx="965218" cy="302630"/>
            </a:xfrm>
            <a:prstGeom prst="flowChartManualOperation">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293" name="文本框 292">
                  <a:extLst>
                    <a:ext uri="{FF2B5EF4-FFF2-40B4-BE49-F238E27FC236}">
                      <a16:creationId xmlns:a16="http://schemas.microsoft.com/office/drawing/2014/main" id="{9442A546-382A-DC6A-4141-31D50DCAA165}"/>
                    </a:ext>
                  </a:extLst>
                </p:cNvPr>
                <p:cNvSpPr txBox="1"/>
                <p:nvPr/>
              </p:nvSpPr>
              <p:spPr>
                <a:xfrm>
                  <a:off x="8196767" y="3865195"/>
                  <a:ext cx="1022376" cy="369332"/>
                </a:xfrm>
                <a:prstGeom prst="rect">
                  <a:avLst/>
                </a:prstGeom>
                <a:noFill/>
              </p:spPr>
              <p:txBody>
                <a:bodyPr wrap="square">
                  <a:spAutoFit/>
                </a:bodyPr>
                <a:lstStyle/>
                <a:p>
                  <a:pPr algn="ctr"/>
                  <a14:m>
                    <m:oMath xmlns:m="http://schemas.openxmlformats.org/officeDocument/2006/math">
                      <m:r>
                        <a:rPr lang="en-US" altLang="zh-CN" b="0" i="1" smtClean="0">
                          <a:latin typeface="Cambria Math" panose="02040503050406030204" pitchFamily="18" charset="0"/>
                        </a:rPr>
                        <m:t>0</m:t>
                      </m:r>
                    </m:oMath>
                  </a14:m>
                  <a:r>
                    <a:rPr lang="en-US" altLang="zh-CN" b="0" dirty="0"/>
                    <a:t>      </a:t>
                  </a:r>
                  <a14:m>
                    <m:oMath xmlns:m="http://schemas.openxmlformats.org/officeDocument/2006/math">
                      <m:r>
                        <a:rPr lang="en-US" altLang="zh-CN" b="0" i="0" smtClean="0">
                          <a:latin typeface="Cambria Math" panose="02040503050406030204" pitchFamily="18" charset="0"/>
                        </a:rPr>
                        <m:t>1</m:t>
                      </m:r>
                    </m:oMath>
                  </a14:m>
                  <a:endParaRPr lang="zh-CN" altLang="en-US" dirty="0"/>
                </a:p>
              </p:txBody>
            </p:sp>
          </mc:Choice>
          <mc:Fallback xmlns="">
            <p:sp>
              <p:nvSpPr>
                <p:cNvPr id="293" name="文本框 292">
                  <a:extLst>
                    <a:ext uri="{FF2B5EF4-FFF2-40B4-BE49-F238E27FC236}">
                      <a16:creationId xmlns:a16="http://schemas.microsoft.com/office/drawing/2014/main" id="{9442A546-382A-DC6A-4141-31D50DCAA165}"/>
                    </a:ext>
                  </a:extLst>
                </p:cNvPr>
                <p:cNvSpPr txBox="1">
                  <a:spLocks noRot="1" noChangeAspect="1" noMove="1" noResize="1" noEditPoints="1" noAdjustHandles="1" noChangeArrowheads="1" noChangeShapeType="1" noTextEdit="1"/>
                </p:cNvSpPr>
                <p:nvPr/>
              </p:nvSpPr>
              <p:spPr>
                <a:xfrm>
                  <a:off x="8196767" y="3865195"/>
                  <a:ext cx="1022376" cy="369332"/>
                </a:xfrm>
                <a:prstGeom prst="rect">
                  <a:avLst/>
                </a:prstGeom>
                <a:blipFill>
                  <a:blip r:embed="rId62"/>
                  <a:stretch>
                    <a:fillRect/>
                  </a:stretch>
                </a:blipFill>
              </p:spPr>
              <p:txBody>
                <a:bodyPr/>
                <a:lstStyle/>
                <a:p>
                  <a:r>
                    <a:rPr lang="zh-CN" altLang="en-US">
                      <a:noFill/>
                    </a:rPr>
                    <a:t> </a:t>
                  </a:r>
                </a:p>
              </p:txBody>
            </p:sp>
          </mc:Fallback>
        </mc:AlternateContent>
        <p:sp>
          <p:nvSpPr>
            <p:cNvPr id="294" name="Line 27">
              <a:extLst>
                <a:ext uri="{FF2B5EF4-FFF2-40B4-BE49-F238E27FC236}">
                  <a16:creationId xmlns:a16="http://schemas.microsoft.com/office/drawing/2014/main" id="{A372CC82-8222-40D7-48CE-D89C511DB695}"/>
                </a:ext>
              </a:extLst>
            </p:cNvPr>
            <p:cNvSpPr>
              <a:spLocks noChangeShapeType="1"/>
            </p:cNvSpPr>
            <p:nvPr/>
          </p:nvSpPr>
          <p:spPr bwMode="auto">
            <a:xfrm rot="16200000">
              <a:off x="8465836" y="4476704"/>
              <a:ext cx="485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5" name="Line 27">
              <a:extLst>
                <a:ext uri="{FF2B5EF4-FFF2-40B4-BE49-F238E27FC236}">
                  <a16:creationId xmlns:a16="http://schemas.microsoft.com/office/drawing/2014/main" id="{309461C6-E288-E20C-2003-D7AD46B11014}"/>
                </a:ext>
              </a:extLst>
            </p:cNvPr>
            <p:cNvSpPr>
              <a:spLocks noChangeShapeType="1"/>
            </p:cNvSpPr>
            <p:nvPr/>
          </p:nvSpPr>
          <p:spPr bwMode="auto">
            <a:xfrm>
              <a:off x="8078451" y="4094650"/>
              <a:ext cx="2564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6" name="Line 27">
              <a:extLst>
                <a:ext uri="{FF2B5EF4-FFF2-40B4-BE49-F238E27FC236}">
                  <a16:creationId xmlns:a16="http://schemas.microsoft.com/office/drawing/2014/main" id="{AEFBFCCC-82DC-93F0-9458-0B2DDD29EB4E}"/>
                </a:ext>
              </a:extLst>
            </p:cNvPr>
            <p:cNvSpPr>
              <a:spLocks noChangeShapeType="1"/>
            </p:cNvSpPr>
            <p:nvPr/>
          </p:nvSpPr>
          <p:spPr bwMode="auto">
            <a:xfrm rot="16200000">
              <a:off x="7937934" y="4223311"/>
              <a:ext cx="2810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7" name="Line 27">
              <a:extLst>
                <a:ext uri="{FF2B5EF4-FFF2-40B4-BE49-F238E27FC236}">
                  <a16:creationId xmlns:a16="http://schemas.microsoft.com/office/drawing/2014/main" id="{AD82B166-6936-80B3-34A5-9C3C46849AB0}"/>
                </a:ext>
              </a:extLst>
            </p:cNvPr>
            <p:cNvSpPr>
              <a:spLocks noChangeShapeType="1"/>
            </p:cNvSpPr>
            <p:nvPr/>
          </p:nvSpPr>
          <p:spPr bwMode="auto">
            <a:xfrm rot="16200000">
              <a:off x="8378490" y="4639440"/>
              <a:ext cx="3135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8" name="Line 27">
              <a:extLst>
                <a:ext uri="{FF2B5EF4-FFF2-40B4-BE49-F238E27FC236}">
                  <a16:creationId xmlns:a16="http://schemas.microsoft.com/office/drawing/2014/main" id="{3EE186DA-0B14-7B91-E10E-22197DE444B4}"/>
                </a:ext>
              </a:extLst>
            </p:cNvPr>
            <p:cNvSpPr>
              <a:spLocks noChangeShapeType="1"/>
            </p:cNvSpPr>
            <p:nvPr/>
          </p:nvSpPr>
          <p:spPr bwMode="auto">
            <a:xfrm rot="16200000">
              <a:off x="8040807" y="5371581"/>
              <a:ext cx="588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9" name="Line 27">
              <a:extLst>
                <a:ext uri="{FF2B5EF4-FFF2-40B4-BE49-F238E27FC236}">
                  <a16:creationId xmlns:a16="http://schemas.microsoft.com/office/drawing/2014/main" id="{1B81858A-19A8-8CB1-9647-E6ACCE68440C}"/>
                </a:ext>
              </a:extLst>
            </p:cNvPr>
            <p:cNvSpPr>
              <a:spLocks noChangeShapeType="1"/>
            </p:cNvSpPr>
            <p:nvPr/>
          </p:nvSpPr>
          <p:spPr bwMode="auto">
            <a:xfrm rot="16200000">
              <a:off x="8239724" y="5706663"/>
              <a:ext cx="5435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3" name="Line 27">
              <a:extLst>
                <a:ext uri="{FF2B5EF4-FFF2-40B4-BE49-F238E27FC236}">
                  <a16:creationId xmlns:a16="http://schemas.microsoft.com/office/drawing/2014/main" id="{CFA00C79-3FA4-4F1C-3F5E-90C9157B5497}"/>
                </a:ext>
              </a:extLst>
            </p:cNvPr>
            <p:cNvSpPr>
              <a:spLocks noChangeShapeType="1"/>
            </p:cNvSpPr>
            <p:nvPr/>
          </p:nvSpPr>
          <p:spPr bwMode="auto">
            <a:xfrm rot="16200000">
              <a:off x="7423254" y="2902034"/>
              <a:ext cx="20581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4" name="Arc 158">
              <a:extLst>
                <a:ext uri="{FF2B5EF4-FFF2-40B4-BE49-F238E27FC236}">
                  <a16:creationId xmlns:a16="http://schemas.microsoft.com/office/drawing/2014/main" id="{E3786346-6248-21A9-6DC5-C1958879AA39}"/>
                </a:ext>
              </a:extLst>
            </p:cNvPr>
            <p:cNvSpPr>
              <a:spLocks/>
            </p:cNvSpPr>
            <p:nvPr/>
          </p:nvSpPr>
          <p:spPr bwMode="auto">
            <a:xfrm rot="10800000">
              <a:off x="8742113" y="2734915"/>
              <a:ext cx="419308" cy="655606"/>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05" name="Line 160">
              <a:extLst>
                <a:ext uri="{FF2B5EF4-FFF2-40B4-BE49-F238E27FC236}">
                  <a16:creationId xmlns:a16="http://schemas.microsoft.com/office/drawing/2014/main" id="{C87FA7A4-F866-64BC-996B-08D48C906C97}"/>
                </a:ext>
              </a:extLst>
            </p:cNvPr>
            <p:cNvSpPr>
              <a:spLocks noChangeShapeType="1"/>
            </p:cNvSpPr>
            <p:nvPr/>
          </p:nvSpPr>
          <p:spPr bwMode="auto">
            <a:xfrm rot="5400000" flipH="1">
              <a:off x="9062654" y="3395591"/>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06" name="Line 7">
              <a:extLst>
                <a:ext uri="{FF2B5EF4-FFF2-40B4-BE49-F238E27FC236}">
                  <a16:creationId xmlns:a16="http://schemas.microsoft.com/office/drawing/2014/main" id="{348A3C5D-9598-8349-5708-6B03D7274ABB}"/>
                </a:ext>
              </a:extLst>
            </p:cNvPr>
            <p:cNvSpPr>
              <a:spLocks noChangeShapeType="1"/>
            </p:cNvSpPr>
            <p:nvPr/>
          </p:nvSpPr>
          <p:spPr bwMode="auto">
            <a:xfrm rot="5400000">
              <a:off x="8916768" y="3215695"/>
              <a:ext cx="2981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07" name="Line 8">
              <a:extLst>
                <a:ext uri="{FF2B5EF4-FFF2-40B4-BE49-F238E27FC236}">
                  <a16:creationId xmlns:a16="http://schemas.microsoft.com/office/drawing/2014/main" id="{0E63F60A-2193-891C-C11C-93BCAEC70DA6}"/>
                </a:ext>
              </a:extLst>
            </p:cNvPr>
            <p:cNvSpPr>
              <a:spLocks noChangeShapeType="1"/>
            </p:cNvSpPr>
            <p:nvPr/>
          </p:nvSpPr>
          <p:spPr bwMode="auto">
            <a:xfrm rot="5400000">
              <a:off x="8712906" y="3222935"/>
              <a:ext cx="2916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08" name="Line 9">
              <a:extLst>
                <a:ext uri="{FF2B5EF4-FFF2-40B4-BE49-F238E27FC236}">
                  <a16:creationId xmlns:a16="http://schemas.microsoft.com/office/drawing/2014/main" id="{8D7D385D-7055-35C3-A0E6-80B92A67B4EF}"/>
                </a:ext>
              </a:extLst>
            </p:cNvPr>
            <p:cNvSpPr>
              <a:spLocks noChangeShapeType="1"/>
            </p:cNvSpPr>
            <p:nvPr/>
          </p:nvSpPr>
          <p:spPr bwMode="auto">
            <a:xfrm rot="5400000">
              <a:off x="8877594" y="3857524"/>
              <a:ext cx="1470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09" name="Line 160">
              <a:extLst>
                <a:ext uri="{FF2B5EF4-FFF2-40B4-BE49-F238E27FC236}">
                  <a16:creationId xmlns:a16="http://schemas.microsoft.com/office/drawing/2014/main" id="{64DF0390-C321-FE7C-AEEB-0445DE4A926C}"/>
                </a:ext>
              </a:extLst>
            </p:cNvPr>
            <p:cNvSpPr>
              <a:spLocks noChangeShapeType="1"/>
            </p:cNvSpPr>
            <p:nvPr/>
          </p:nvSpPr>
          <p:spPr bwMode="auto">
            <a:xfrm rot="5400000" flipH="1">
              <a:off x="8641103" y="3395591"/>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10" name="Arc 156">
              <a:extLst>
                <a:ext uri="{FF2B5EF4-FFF2-40B4-BE49-F238E27FC236}">
                  <a16:creationId xmlns:a16="http://schemas.microsoft.com/office/drawing/2014/main" id="{FBDBA2DE-09E9-6D3F-BED0-FE120C4C0EAD}"/>
                </a:ext>
              </a:extLst>
            </p:cNvPr>
            <p:cNvSpPr>
              <a:spLocks/>
            </p:cNvSpPr>
            <p:nvPr/>
          </p:nvSpPr>
          <p:spPr bwMode="auto">
            <a:xfrm rot="5400000" flipV="1">
              <a:off x="8792179" y="3431922"/>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11" name="Arc 156">
              <a:extLst>
                <a:ext uri="{FF2B5EF4-FFF2-40B4-BE49-F238E27FC236}">
                  <a16:creationId xmlns:a16="http://schemas.microsoft.com/office/drawing/2014/main" id="{71E8E0AD-EF26-B190-4DD6-0575BD3193E1}"/>
                </a:ext>
              </a:extLst>
            </p:cNvPr>
            <p:cNvSpPr>
              <a:spLocks/>
            </p:cNvSpPr>
            <p:nvPr/>
          </p:nvSpPr>
          <p:spPr bwMode="auto">
            <a:xfrm rot="5400000">
              <a:off x="8808277" y="3428990"/>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12" name="Line 27">
              <a:extLst>
                <a:ext uri="{FF2B5EF4-FFF2-40B4-BE49-F238E27FC236}">
                  <a16:creationId xmlns:a16="http://schemas.microsoft.com/office/drawing/2014/main" id="{ADCC732B-EECC-CE7C-F541-0FBAD00671BA}"/>
                </a:ext>
              </a:extLst>
            </p:cNvPr>
            <p:cNvSpPr>
              <a:spLocks noChangeShapeType="1"/>
            </p:cNvSpPr>
            <p:nvPr/>
          </p:nvSpPr>
          <p:spPr bwMode="auto">
            <a:xfrm>
              <a:off x="9065845" y="3078810"/>
              <a:ext cx="8786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5" name="流程图: 延期 314">
              <a:extLst>
                <a:ext uri="{FF2B5EF4-FFF2-40B4-BE49-F238E27FC236}">
                  <a16:creationId xmlns:a16="http://schemas.microsoft.com/office/drawing/2014/main" id="{3E3C9492-3AF7-8AC9-083F-A7F0EA94A4D2}"/>
                </a:ext>
              </a:extLst>
            </p:cNvPr>
            <p:cNvSpPr/>
            <p:nvPr/>
          </p:nvSpPr>
          <p:spPr>
            <a:xfrm rot="5400000">
              <a:off x="8639113" y="2650231"/>
              <a:ext cx="439445" cy="40506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16" name="Line 8">
              <a:extLst>
                <a:ext uri="{FF2B5EF4-FFF2-40B4-BE49-F238E27FC236}">
                  <a16:creationId xmlns:a16="http://schemas.microsoft.com/office/drawing/2014/main" id="{04C82C81-9532-B628-8CE5-37D58AA75A1A}"/>
                </a:ext>
              </a:extLst>
            </p:cNvPr>
            <p:cNvSpPr>
              <a:spLocks noChangeShapeType="1"/>
            </p:cNvSpPr>
            <p:nvPr/>
          </p:nvSpPr>
          <p:spPr bwMode="auto">
            <a:xfrm rot="5400000">
              <a:off x="8635991" y="2548986"/>
              <a:ext cx="1813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17" name="Line 8">
              <a:extLst>
                <a:ext uri="{FF2B5EF4-FFF2-40B4-BE49-F238E27FC236}">
                  <a16:creationId xmlns:a16="http://schemas.microsoft.com/office/drawing/2014/main" id="{08709633-66B0-8479-371A-D1CAD25CE919}"/>
                </a:ext>
              </a:extLst>
            </p:cNvPr>
            <p:cNvSpPr>
              <a:spLocks noChangeShapeType="1"/>
            </p:cNvSpPr>
            <p:nvPr/>
          </p:nvSpPr>
          <p:spPr bwMode="auto">
            <a:xfrm rot="5400000">
              <a:off x="8774655" y="2412134"/>
              <a:ext cx="4386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19" name="Line 8">
              <a:extLst>
                <a:ext uri="{FF2B5EF4-FFF2-40B4-BE49-F238E27FC236}">
                  <a16:creationId xmlns:a16="http://schemas.microsoft.com/office/drawing/2014/main" id="{33F666E0-FA72-5AF7-1EF0-1541D62CBE5C}"/>
                </a:ext>
              </a:extLst>
            </p:cNvPr>
            <p:cNvSpPr>
              <a:spLocks noChangeShapeType="1"/>
            </p:cNvSpPr>
            <p:nvPr/>
          </p:nvSpPr>
          <p:spPr bwMode="auto">
            <a:xfrm rot="5400000">
              <a:off x="8681604" y="2493631"/>
              <a:ext cx="2667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21" name="Line 27">
              <a:extLst>
                <a:ext uri="{FF2B5EF4-FFF2-40B4-BE49-F238E27FC236}">
                  <a16:creationId xmlns:a16="http://schemas.microsoft.com/office/drawing/2014/main" id="{D7FA2F4E-CA1A-42F7-E4C0-970413E2A820}"/>
                </a:ext>
              </a:extLst>
            </p:cNvPr>
            <p:cNvSpPr>
              <a:spLocks noChangeShapeType="1"/>
            </p:cNvSpPr>
            <p:nvPr/>
          </p:nvSpPr>
          <p:spPr bwMode="auto">
            <a:xfrm>
              <a:off x="1370313" y="2341404"/>
              <a:ext cx="256469"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2" name="Line 27">
              <a:extLst>
                <a:ext uri="{FF2B5EF4-FFF2-40B4-BE49-F238E27FC236}">
                  <a16:creationId xmlns:a16="http://schemas.microsoft.com/office/drawing/2014/main" id="{D87EB4A4-A0E8-0C46-D1C3-E693EB174F73}"/>
                </a:ext>
              </a:extLst>
            </p:cNvPr>
            <p:cNvSpPr>
              <a:spLocks noChangeShapeType="1"/>
            </p:cNvSpPr>
            <p:nvPr/>
          </p:nvSpPr>
          <p:spPr bwMode="auto">
            <a:xfrm>
              <a:off x="1041263" y="2585244"/>
              <a:ext cx="5839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4" name="Line 8">
              <a:extLst>
                <a:ext uri="{FF2B5EF4-FFF2-40B4-BE49-F238E27FC236}">
                  <a16:creationId xmlns:a16="http://schemas.microsoft.com/office/drawing/2014/main" id="{A68B3196-2F7E-B98A-E815-F4C42E27DB73}"/>
                </a:ext>
              </a:extLst>
            </p:cNvPr>
            <p:cNvSpPr>
              <a:spLocks noChangeShapeType="1"/>
            </p:cNvSpPr>
            <p:nvPr/>
          </p:nvSpPr>
          <p:spPr bwMode="auto">
            <a:xfrm rot="5400000">
              <a:off x="8732708" y="2449174"/>
              <a:ext cx="3487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25" name="Line 27">
              <a:extLst>
                <a:ext uri="{FF2B5EF4-FFF2-40B4-BE49-F238E27FC236}">
                  <a16:creationId xmlns:a16="http://schemas.microsoft.com/office/drawing/2014/main" id="{3D9A7948-D134-FEA6-80E8-ED77F137C775}"/>
                </a:ext>
              </a:extLst>
            </p:cNvPr>
            <p:cNvSpPr>
              <a:spLocks noChangeShapeType="1"/>
            </p:cNvSpPr>
            <p:nvPr/>
          </p:nvSpPr>
          <p:spPr bwMode="auto">
            <a:xfrm>
              <a:off x="7857217" y="2378759"/>
              <a:ext cx="24556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7" name="Line 27">
              <a:extLst>
                <a:ext uri="{FF2B5EF4-FFF2-40B4-BE49-F238E27FC236}">
                  <a16:creationId xmlns:a16="http://schemas.microsoft.com/office/drawing/2014/main" id="{49029ABA-5D4B-3775-18E0-BF2740B3BA6C}"/>
                </a:ext>
              </a:extLst>
            </p:cNvPr>
            <p:cNvSpPr>
              <a:spLocks noChangeShapeType="1"/>
            </p:cNvSpPr>
            <p:nvPr/>
          </p:nvSpPr>
          <p:spPr bwMode="auto">
            <a:xfrm>
              <a:off x="5779576" y="2286834"/>
              <a:ext cx="4608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9" name="椭圆 328">
              <a:extLst>
                <a:ext uri="{FF2B5EF4-FFF2-40B4-BE49-F238E27FC236}">
                  <a16:creationId xmlns:a16="http://schemas.microsoft.com/office/drawing/2014/main" id="{6712C019-C0CE-4453-3C76-425C19B7AF29}"/>
                </a:ext>
              </a:extLst>
            </p:cNvPr>
            <p:cNvSpPr/>
            <p:nvPr/>
          </p:nvSpPr>
          <p:spPr>
            <a:xfrm flipV="1">
              <a:off x="1786302" y="4320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0" name="椭圆 329">
              <a:extLst>
                <a:ext uri="{FF2B5EF4-FFF2-40B4-BE49-F238E27FC236}">
                  <a16:creationId xmlns:a16="http://schemas.microsoft.com/office/drawing/2014/main" id="{850200F9-849A-D71E-4683-687702237268}"/>
                </a:ext>
              </a:extLst>
            </p:cNvPr>
            <p:cNvSpPr/>
            <p:nvPr/>
          </p:nvSpPr>
          <p:spPr>
            <a:xfrm flipV="1">
              <a:off x="2041649" y="5634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1" name="椭圆 330">
              <a:extLst>
                <a:ext uri="{FF2B5EF4-FFF2-40B4-BE49-F238E27FC236}">
                  <a16:creationId xmlns:a16="http://schemas.microsoft.com/office/drawing/2014/main" id="{B7D178CF-106B-7D4F-8C6F-29D198BE0C88}"/>
                </a:ext>
              </a:extLst>
            </p:cNvPr>
            <p:cNvSpPr/>
            <p:nvPr/>
          </p:nvSpPr>
          <p:spPr>
            <a:xfrm flipV="1">
              <a:off x="2218201" y="59328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2" name="椭圆 331">
              <a:extLst>
                <a:ext uri="{FF2B5EF4-FFF2-40B4-BE49-F238E27FC236}">
                  <a16:creationId xmlns:a16="http://schemas.microsoft.com/office/drawing/2014/main" id="{F2F16A40-DC70-4D7B-BD30-E10C6BB4B039}"/>
                </a:ext>
              </a:extLst>
            </p:cNvPr>
            <p:cNvSpPr/>
            <p:nvPr/>
          </p:nvSpPr>
          <p:spPr>
            <a:xfrm flipV="1">
              <a:off x="2565987" y="24203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3" name="椭圆 332">
              <a:extLst>
                <a:ext uri="{FF2B5EF4-FFF2-40B4-BE49-F238E27FC236}">
                  <a16:creationId xmlns:a16="http://schemas.microsoft.com/office/drawing/2014/main" id="{F39B1F4D-19CB-57A6-3468-141EF219DAD5}"/>
                </a:ext>
              </a:extLst>
            </p:cNvPr>
            <p:cNvSpPr/>
            <p:nvPr/>
          </p:nvSpPr>
          <p:spPr>
            <a:xfrm flipV="1">
              <a:off x="4513890" y="24203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4" name="椭圆 333">
              <a:extLst>
                <a:ext uri="{FF2B5EF4-FFF2-40B4-BE49-F238E27FC236}">
                  <a16:creationId xmlns:a16="http://schemas.microsoft.com/office/drawing/2014/main" id="{87431852-084F-D6AB-DA23-E582A572E1E3}"/>
                </a:ext>
              </a:extLst>
            </p:cNvPr>
            <p:cNvSpPr/>
            <p:nvPr/>
          </p:nvSpPr>
          <p:spPr>
            <a:xfrm flipV="1">
              <a:off x="3652809" y="3035249"/>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5" name="椭圆 334">
              <a:extLst>
                <a:ext uri="{FF2B5EF4-FFF2-40B4-BE49-F238E27FC236}">
                  <a16:creationId xmlns:a16="http://schemas.microsoft.com/office/drawing/2014/main" id="{55FB3B71-E6AB-BD66-CD5C-D646616DB5AB}"/>
                </a:ext>
              </a:extLst>
            </p:cNvPr>
            <p:cNvSpPr/>
            <p:nvPr/>
          </p:nvSpPr>
          <p:spPr>
            <a:xfrm flipV="1">
              <a:off x="3870424" y="4320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6" name="椭圆 335">
              <a:extLst>
                <a:ext uri="{FF2B5EF4-FFF2-40B4-BE49-F238E27FC236}">
                  <a16:creationId xmlns:a16="http://schemas.microsoft.com/office/drawing/2014/main" id="{BB63B75F-C82E-4A1F-5ECC-B266232C6791}"/>
                </a:ext>
              </a:extLst>
            </p:cNvPr>
            <p:cNvSpPr/>
            <p:nvPr/>
          </p:nvSpPr>
          <p:spPr>
            <a:xfrm flipV="1">
              <a:off x="3652809" y="467513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9" name="椭圆 338">
              <a:extLst>
                <a:ext uri="{FF2B5EF4-FFF2-40B4-BE49-F238E27FC236}">
                  <a16:creationId xmlns:a16="http://schemas.microsoft.com/office/drawing/2014/main" id="{94DD8735-14CF-CEA1-937A-1437B92485DA}"/>
                </a:ext>
              </a:extLst>
            </p:cNvPr>
            <p:cNvSpPr/>
            <p:nvPr/>
          </p:nvSpPr>
          <p:spPr>
            <a:xfrm flipV="1">
              <a:off x="4126756" y="5634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0" name="椭圆 339">
              <a:extLst>
                <a:ext uri="{FF2B5EF4-FFF2-40B4-BE49-F238E27FC236}">
                  <a16:creationId xmlns:a16="http://schemas.microsoft.com/office/drawing/2014/main" id="{FD228722-7510-190C-1365-ACC919977403}"/>
                </a:ext>
              </a:extLst>
            </p:cNvPr>
            <p:cNvSpPr/>
            <p:nvPr/>
          </p:nvSpPr>
          <p:spPr>
            <a:xfrm flipV="1">
              <a:off x="4304413" y="59328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1" name="椭圆 340">
              <a:extLst>
                <a:ext uri="{FF2B5EF4-FFF2-40B4-BE49-F238E27FC236}">
                  <a16:creationId xmlns:a16="http://schemas.microsoft.com/office/drawing/2014/main" id="{F1976C25-1849-5C58-EE07-8B1C5312C7C6}"/>
                </a:ext>
              </a:extLst>
            </p:cNvPr>
            <p:cNvSpPr/>
            <p:nvPr/>
          </p:nvSpPr>
          <p:spPr>
            <a:xfrm flipV="1">
              <a:off x="5956999" y="4320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2" name="椭圆 341">
              <a:extLst>
                <a:ext uri="{FF2B5EF4-FFF2-40B4-BE49-F238E27FC236}">
                  <a16:creationId xmlns:a16="http://schemas.microsoft.com/office/drawing/2014/main" id="{E8F08310-9B48-DFDE-DA00-B5966844A06D}"/>
                </a:ext>
              </a:extLst>
            </p:cNvPr>
            <p:cNvSpPr/>
            <p:nvPr/>
          </p:nvSpPr>
          <p:spPr>
            <a:xfrm flipV="1">
              <a:off x="5739591" y="4677782"/>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3" name="椭圆 342">
              <a:extLst>
                <a:ext uri="{FF2B5EF4-FFF2-40B4-BE49-F238E27FC236}">
                  <a16:creationId xmlns:a16="http://schemas.microsoft.com/office/drawing/2014/main" id="{2ACC50DC-6C77-F18A-4EF2-158F486BD00A}"/>
                </a:ext>
              </a:extLst>
            </p:cNvPr>
            <p:cNvSpPr/>
            <p:nvPr/>
          </p:nvSpPr>
          <p:spPr>
            <a:xfrm flipV="1">
              <a:off x="5739591" y="3036343"/>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4" name="椭圆 343">
              <a:extLst>
                <a:ext uri="{FF2B5EF4-FFF2-40B4-BE49-F238E27FC236}">
                  <a16:creationId xmlns:a16="http://schemas.microsoft.com/office/drawing/2014/main" id="{AF1667A5-B66E-9307-9483-59355FCD7FF7}"/>
                </a:ext>
              </a:extLst>
            </p:cNvPr>
            <p:cNvSpPr/>
            <p:nvPr/>
          </p:nvSpPr>
          <p:spPr>
            <a:xfrm flipV="1">
              <a:off x="6604981" y="24203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5" name="椭圆 344">
              <a:extLst>
                <a:ext uri="{FF2B5EF4-FFF2-40B4-BE49-F238E27FC236}">
                  <a16:creationId xmlns:a16="http://schemas.microsoft.com/office/drawing/2014/main" id="{0D1CBDA8-306B-EA30-689B-C8CDD793041D}"/>
                </a:ext>
              </a:extLst>
            </p:cNvPr>
            <p:cNvSpPr/>
            <p:nvPr/>
          </p:nvSpPr>
          <p:spPr>
            <a:xfrm flipV="1">
              <a:off x="6735359" y="22439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6" name="椭圆 345">
              <a:extLst>
                <a:ext uri="{FF2B5EF4-FFF2-40B4-BE49-F238E27FC236}">
                  <a16:creationId xmlns:a16="http://schemas.microsoft.com/office/drawing/2014/main" id="{D47A20ED-0F26-EE92-870A-4BBABCBB026C}"/>
                </a:ext>
              </a:extLst>
            </p:cNvPr>
            <p:cNvSpPr/>
            <p:nvPr/>
          </p:nvSpPr>
          <p:spPr>
            <a:xfrm flipV="1">
              <a:off x="6212566" y="56340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7" name="椭圆 346">
              <a:extLst>
                <a:ext uri="{FF2B5EF4-FFF2-40B4-BE49-F238E27FC236}">
                  <a16:creationId xmlns:a16="http://schemas.microsoft.com/office/drawing/2014/main" id="{1AD02D40-3D92-96B9-87DC-07B4B18F8531}"/>
                </a:ext>
              </a:extLst>
            </p:cNvPr>
            <p:cNvSpPr/>
            <p:nvPr/>
          </p:nvSpPr>
          <p:spPr>
            <a:xfrm flipV="1">
              <a:off x="6389032" y="59328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8" name="椭圆 347">
              <a:extLst>
                <a:ext uri="{FF2B5EF4-FFF2-40B4-BE49-F238E27FC236}">
                  <a16:creationId xmlns:a16="http://schemas.microsoft.com/office/drawing/2014/main" id="{F370E8BD-12DD-DC52-C6F2-84B92E23B007}"/>
                </a:ext>
              </a:extLst>
            </p:cNvPr>
            <p:cNvSpPr/>
            <p:nvPr/>
          </p:nvSpPr>
          <p:spPr>
            <a:xfrm flipV="1">
              <a:off x="7824018" y="4675264"/>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9" name="椭圆 348">
              <a:extLst>
                <a:ext uri="{FF2B5EF4-FFF2-40B4-BE49-F238E27FC236}">
                  <a16:creationId xmlns:a16="http://schemas.microsoft.com/office/drawing/2014/main" id="{CDB5C982-A231-92FB-50B6-E2D50E20882A}"/>
                </a:ext>
              </a:extLst>
            </p:cNvPr>
            <p:cNvSpPr/>
            <p:nvPr/>
          </p:nvSpPr>
          <p:spPr>
            <a:xfrm flipV="1">
              <a:off x="9903660" y="4676455"/>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0" name="椭圆 349">
              <a:extLst>
                <a:ext uri="{FF2B5EF4-FFF2-40B4-BE49-F238E27FC236}">
                  <a16:creationId xmlns:a16="http://schemas.microsoft.com/office/drawing/2014/main" id="{4F9411F0-7D6D-319E-6AA5-E550AE9473D0}"/>
                </a:ext>
              </a:extLst>
            </p:cNvPr>
            <p:cNvSpPr/>
            <p:nvPr/>
          </p:nvSpPr>
          <p:spPr>
            <a:xfrm flipV="1">
              <a:off x="8773926" y="233607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1" name="椭圆 350">
              <a:extLst>
                <a:ext uri="{FF2B5EF4-FFF2-40B4-BE49-F238E27FC236}">
                  <a16:creationId xmlns:a16="http://schemas.microsoft.com/office/drawing/2014/main" id="{7DD4764B-E181-AB32-DF12-00B936B67EEA}"/>
                </a:ext>
              </a:extLst>
            </p:cNvPr>
            <p:cNvSpPr/>
            <p:nvPr/>
          </p:nvSpPr>
          <p:spPr>
            <a:xfrm flipV="1">
              <a:off x="8866933" y="22439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2" name="Line 27">
              <a:extLst>
                <a:ext uri="{FF2B5EF4-FFF2-40B4-BE49-F238E27FC236}">
                  <a16:creationId xmlns:a16="http://schemas.microsoft.com/office/drawing/2014/main" id="{82817906-1152-F99A-D9A8-8A5EE8FAB48F}"/>
                </a:ext>
              </a:extLst>
            </p:cNvPr>
            <p:cNvSpPr>
              <a:spLocks noChangeShapeType="1"/>
            </p:cNvSpPr>
            <p:nvPr/>
          </p:nvSpPr>
          <p:spPr bwMode="auto">
            <a:xfrm>
              <a:off x="3694233" y="2196714"/>
              <a:ext cx="67734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3" name="椭圆 352">
              <a:extLst>
                <a:ext uri="{FF2B5EF4-FFF2-40B4-BE49-F238E27FC236}">
                  <a16:creationId xmlns:a16="http://schemas.microsoft.com/office/drawing/2014/main" id="{81F0E32E-9D12-86E2-BAB4-368B0A2631F2}"/>
                </a:ext>
              </a:extLst>
            </p:cNvPr>
            <p:cNvSpPr/>
            <p:nvPr/>
          </p:nvSpPr>
          <p:spPr>
            <a:xfrm flipV="1">
              <a:off x="8953753" y="21539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4" name="椭圆 353">
              <a:extLst>
                <a:ext uri="{FF2B5EF4-FFF2-40B4-BE49-F238E27FC236}">
                  <a16:creationId xmlns:a16="http://schemas.microsoft.com/office/drawing/2014/main" id="{2679A924-AD2D-C5B6-FC45-553D80CEE1C8}"/>
                </a:ext>
              </a:extLst>
            </p:cNvPr>
            <p:cNvSpPr/>
            <p:nvPr/>
          </p:nvSpPr>
          <p:spPr>
            <a:xfrm flipV="1">
              <a:off x="4782039" y="2152800"/>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5" name="椭圆 354">
              <a:extLst>
                <a:ext uri="{FF2B5EF4-FFF2-40B4-BE49-F238E27FC236}">
                  <a16:creationId xmlns:a16="http://schemas.microsoft.com/office/drawing/2014/main" id="{DFB77764-8292-9EB1-0E1D-BC0C386E4C71}"/>
                </a:ext>
              </a:extLst>
            </p:cNvPr>
            <p:cNvSpPr/>
            <p:nvPr/>
          </p:nvSpPr>
          <p:spPr>
            <a:xfrm flipV="1">
              <a:off x="6874866" y="2153991"/>
              <a:ext cx="86400" cy="85326"/>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6" name="Line 27">
              <a:extLst>
                <a:ext uri="{FF2B5EF4-FFF2-40B4-BE49-F238E27FC236}">
                  <a16:creationId xmlns:a16="http://schemas.microsoft.com/office/drawing/2014/main" id="{349C4EBA-24B0-FD36-915F-81D3C9C1A1E0}"/>
                </a:ext>
              </a:extLst>
            </p:cNvPr>
            <p:cNvSpPr>
              <a:spLocks noChangeShapeType="1"/>
            </p:cNvSpPr>
            <p:nvPr/>
          </p:nvSpPr>
          <p:spPr bwMode="auto">
            <a:xfrm>
              <a:off x="1041263" y="2032342"/>
              <a:ext cx="9508814"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7" name="Line 27">
              <a:extLst>
                <a:ext uri="{FF2B5EF4-FFF2-40B4-BE49-F238E27FC236}">
                  <a16:creationId xmlns:a16="http://schemas.microsoft.com/office/drawing/2014/main" id="{567CB18C-E82E-AD61-371C-C5DE5A40C567}"/>
                </a:ext>
              </a:extLst>
            </p:cNvPr>
            <p:cNvSpPr>
              <a:spLocks noChangeShapeType="1"/>
            </p:cNvSpPr>
            <p:nvPr/>
          </p:nvSpPr>
          <p:spPr bwMode="auto">
            <a:xfrm rot="16200000">
              <a:off x="1227682" y="2184409"/>
              <a:ext cx="30918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8" name="椭圆 357">
              <a:extLst>
                <a:ext uri="{FF2B5EF4-FFF2-40B4-BE49-F238E27FC236}">
                  <a16:creationId xmlns:a16="http://schemas.microsoft.com/office/drawing/2014/main" id="{FCA3F792-4138-A056-2DDA-04D0CDDB7074}"/>
                </a:ext>
              </a:extLst>
            </p:cNvPr>
            <p:cNvSpPr/>
            <p:nvPr/>
          </p:nvSpPr>
          <p:spPr>
            <a:xfrm flipV="1">
              <a:off x="1339233" y="1988740"/>
              <a:ext cx="86400" cy="85326"/>
            </a:xfrm>
            <a:prstGeom prst="ellipse">
              <a:avLst/>
            </a:prstGeom>
            <a:solidFill>
              <a:srgbClr val="00B05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73" name="流程图: 延期 372">
              <a:extLst>
                <a:ext uri="{FF2B5EF4-FFF2-40B4-BE49-F238E27FC236}">
                  <a16:creationId xmlns:a16="http://schemas.microsoft.com/office/drawing/2014/main" id="{63A4A5D8-1D50-ACB9-4EE2-26734BD5BADA}"/>
                </a:ext>
              </a:extLst>
            </p:cNvPr>
            <p:cNvSpPr/>
            <p:nvPr/>
          </p:nvSpPr>
          <p:spPr>
            <a:xfrm rot="5400000">
              <a:off x="10163807" y="5230843"/>
              <a:ext cx="439445" cy="40506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75" name="Line 8">
              <a:extLst>
                <a:ext uri="{FF2B5EF4-FFF2-40B4-BE49-F238E27FC236}">
                  <a16:creationId xmlns:a16="http://schemas.microsoft.com/office/drawing/2014/main" id="{9C573E88-391A-F47D-51F6-7E64625F4536}"/>
                </a:ext>
              </a:extLst>
            </p:cNvPr>
            <p:cNvSpPr>
              <a:spLocks noChangeShapeType="1"/>
            </p:cNvSpPr>
            <p:nvPr/>
          </p:nvSpPr>
          <p:spPr bwMode="auto">
            <a:xfrm rot="5400000">
              <a:off x="9976215" y="4964836"/>
              <a:ext cx="4941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76" name="Line 8">
              <a:extLst>
                <a:ext uri="{FF2B5EF4-FFF2-40B4-BE49-F238E27FC236}">
                  <a16:creationId xmlns:a16="http://schemas.microsoft.com/office/drawing/2014/main" id="{4D7F671C-DFE9-2A62-6E83-F162BE6B7677}"/>
                </a:ext>
              </a:extLst>
            </p:cNvPr>
            <p:cNvSpPr>
              <a:spLocks noChangeShapeType="1"/>
            </p:cNvSpPr>
            <p:nvPr/>
          </p:nvSpPr>
          <p:spPr bwMode="auto">
            <a:xfrm rot="5400000">
              <a:off x="8883371" y="3791815"/>
              <a:ext cx="2840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77" name="Line 8">
              <a:extLst>
                <a:ext uri="{FF2B5EF4-FFF2-40B4-BE49-F238E27FC236}">
                  <a16:creationId xmlns:a16="http://schemas.microsoft.com/office/drawing/2014/main" id="{8253237B-C3E7-22FC-0878-B2F1BF6AD3E4}"/>
                </a:ext>
              </a:extLst>
            </p:cNvPr>
            <p:cNvSpPr>
              <a:spLocks noChangeShapeType="1"/>
            </p:cNvSpPr>
            <p:nvPr/>
          </p:nvSpPr>
          <p:spPr bwMode="auto">
            <a:xfrm rot="5400000">
              <a:off x="8917339" y="3745672"/>
              <a:ext cx="29324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78" name="Line 8">
              <a:extLst>
                <a:ext uri="{FF2B5EF4-FFF2-40B4-BE49-F238E27FC236}">
                  <a16:creationId xmlns:a16="http://schemas.microsoft.com/office/drawing/2014/main" id="{7FC1FD64-CA43-9F29-AF95-A51E8C03CF24}"/>
                </a:ext>
              </a:extLst>
            </p:cNvPr>
            <p:cNvSpPr>
              <a:spLocks noChangeShapeType="1"/>
            </p:cNvSpPr>
            <p:nvPr/>
          </p:nvSpPr>
          <p:spPr bwMode="auto">
            <a:xfrm rot="5400000">
              <a:off x="8953425" y="3701459"/>
              <a:ext cx="3020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79" name="Line 8">
              <a:extLst>
                <a:ext uri="{FF2B5EF4-FFF2-40B4-BE49-F238E27FC236}">
                  <a16:creationId xmlns:a16="http://schemas.microsoft.com/office/drawing/2014/main" id="{8E41798C-E2ED-CBFE-5223-77488A9AEEA0}"/>
                </a:ext>
              </a:extLst>
            </p:cNvPr>
            <p:cNvSpPr>
              <a:spLocks noChangeShapeType="1"/>
            </p:cNvSpPr>
            <p:nvPr/>
          </p:nvSpPr>
          <p:spPr bwMode="auto">
            <a:xfrm rot="5400000">
              <a:off x="8947739" y="3617613"/>
              <a:ext cx="3192087"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80" name="Line 27">
              <a:extLst>
                <a:ext uri="{FF2B5EF4-FFF2-40B4-BE49-F238E27FC236}">
                  <a16:creationId xmlns:a16="http://schemas.microsoft.com/office/drawing/2014/main" id="{8DFDACFC-473D-D911-BFD1-E57CC695782F}"/>
                </a:ext>
              </a:extLst>
            </p:cNvPr>
            <p:cNvSpPr>
              <a:spLocks noChangeShapeType="1"/>
            </p:cNvSpPr>
            <p:nvPr/>
          </p:nvSpPr>
          <p:spPr bwMode="auto">
            <a:xfrm rot="16200000">
              <a:off x="10111118" y="5934325"/>
              <a:ext cx="54586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81" name="文本框 380">
                  <a:extLst>
                    <a:ext uri="{FF2B5EF4-FFF2-40B4-BE49-F238E27FC236}">
                      <a16:creationId xmlns:a16="http://schemas.microsoft.com/office/drawing/2014/main" id="{339ED325-0EC0-8659-11A3-E7CB7A7A999C}"/>
                    </a:ext>
                  </a:extLst>
                </p:cNvPr>
                <p:cNvSpPr txBox="1"/>
                <p:nvPr/>
              </p:nvSpPr>
              <p:spPr>
                <a:xfrm>
                  <a:off x="8225098" y="1512002"/>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3</m:t>
                            </m:r>
                          </m:sub>
                        </m:sSub>
                      </m:oMath>
                    </m:oMathPara>
                  </a14:m>
                  <a:endParaRPr lang="zh-CN" altLang="en-US" sz="2200" dirty="0">
                    <a:solidFill>
                      <a:schemeClr val="accent5">
                        <a:lumMod val="75000"/>
                      </a:schemeClr>
                    </a:solidFill>
                  </a:endParaRPr>
                </a:p>
              </p:txBody>
            </p:sp>
          </mc:Choice>
          <mc:Fallback xmlns="">
            <p:sp>
              <p:nvSpPr>
                <p:cNvPr id="381" name="文本框 380">
                  <a:extLst>
                    <a:ext uri="{FF2B5EF4-FFF2-40B4-BE49-F238E27FC236}">
                      <a16:creationId xmlns:a16="http://schemas.microsoft.com/office/drawing/2014/main" id="{339ED325-0EC0-8659-11A3-E7CB7A7A999C}"/>
                    </a:ext>
                  </a:extLst>
                </p:cNvPr>
                <p:cNvSpPr txBox="1">
                  <a:spLocks noRot="1" noChangeAspect="1" noMove="1" noResize="1" noEditPoints="1" noAdjustHandles="1" noChangeArrowheads="1" noChangeShapeType="1" noTextEdit="1"/>
                </p:cNvSpPr>
                <p:nvPr/>
              </p:nvSpPr>
              <p:spPr>
                <a:xfrm>
                  <a:off x="8225098" y="1512002"/>
                  <a:ext cx="462110" cy="430887"/>
                </a:xfrm>
                <a:prstGeom prst="rect">
                  <a:avLst/>
                </a:prstGeom>
                <a:blipFill>
                  <a:blip r:embed="rId63"/>
                  <a:stretch>
                    <a:fillRect l="-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5" name="文本框 384">
                  <a:extLst>
                    <a:ext uri="{FF2B5EF4-FFF2-40B4-BE49-F238E27FC236}">
                      <a16:creationId xmlns:a16="http://schemas.microsoft.com/office/drawing/2014/main" id="{6B8BCB66-F0F2-CC23-96C9-03F8E40FF6CC}"/>
                    </a:ext>
                  </a:extLst>
                </p:cNvPr>
                <p:cNvSpPr txBox="1"/>
                <p:nvPr/>
              </p:nvSpPr>
              <p:spPr>
                <a:xfrm>
                  <a:off x="6146073" y="1512002"/>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2</m:t>
                            </m:r>
                          </m:sub>
                        </m:sSub>
                      </m:oMath>
                    </m:oMathPara>
                  </a14:m>
                  <a:endParaRPr lang="zh-CN" altLang="en-US" sz="2200" dirty="0">
                    <a:solidFill>
                      <a:schemeClr val="accent5">
                        <a:lumMod val="75000"/>
                      </a:schemeClr>
                    </a:solidFill>
                  </a:endParaRPr>
                </a:p>
              </p:txBody>
            </p:sp>
          </mc:Choice>
          <mc:Fallback xmlns="">
            <p:sp>
              <p:nvSpPr>
                <p:cNvPr id="385" name="文本框 384">
                  <a:extLst>
                    <a:ext uri="{FF2B5EF4-FFF2-40B4-BE49-F238E27FC236}">
                      <a16:creationId xmlns:a16="http://schemas.microsoft.com/office/drawing/2014/main" id="{6B8BCB66-F0F2-CC23-96C9-03F8E40FF6CC}"/>
                    </a:ext>
                  </a:extLst>
                </p:cNvPr>
                <p:cNvSpPr txBox="1">
                  <a:spLocks noRot="1" noChangeAspect="1" noMove="1" noResize="1" noEditPoints="1" noAdjustHandles="1" noChangeArrowheads="1" noChangeShapeType="1" noTextEdit="1"/>
                </p:cNvSpPr>
                <p:nvPr/>
              </p:nvSpPr>
              <p:spPr>
                <a:xfrm>
                  <a:off x="6146073" y="1512002"/>
                  <a:ext cx="462110" cy="430887"/>
                </a:xfrm>
                <a:prstGeom prst="rect">
                  <a:avLst/>
                </a:prstGeom>
                <a:blipFill>
                  <a:blip r:embed="rId64"/>
                  <a:stretch>
                    <a:fillRect l="-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6" name="文本框 385">
                  <a:extLst>
                    <a:ext uri="{FF2B5EF4-FFF2-40B4-BE49-F238E27FC236}">
                      <a16:creationId xmlns:a16="http://schemas.microsoft.com/office/drawing/2014/main" id="{8F0DAB88-56BB-7E91-D466-43C63D0C9BCF}"/>
                    </a:ext>
                  </a:extLst>
                </p:cNvPr>
                <p:cNvSpPr txBox="1"/>
                <p:nvPr/>
              </p:nvSpPr>
              <p:spPr>
                <a:xfrm>
                  <a:off x="4070505" y="1512001"/>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386" name="文本框 385">
                  <a:extLst>
                    <a:ext uri="{FF2B5EF4-FFF2-40B4-BE49-F238E27FC236}">
                      <a16:creationId xmlns:a16="http://schemas.microsoft.com/office/drawing/2014/main" id="{8F0DAB88-56BB-7E91-D466-43C63D0C9BCF}"/>
                    </a:ext>
                  </a:extLst>
                </p:cNvPr>
                <p:cNvSpPr txBox="1">
                  <a:spLocks noRot="1" noChangeAspect="1" noMove="1" noResize="1" noEditPoints="1" noAdjustHandles="1" noChangeArrowheads="1" noChangeShapeType="1" noTextEdit="1"/>
                </p:cNvSpPr>
                <p:nvPr/>
              </p:nvSpPr>
              <p:spPr>
                <a:xfrm>
                  <a:off x="4070505" y="1512001"/>
                  <a:ext cx="462110" cy="430887"/>
                </a:xfrm>
                <a:prstGeom prst="rect">
                  <a:avLst/>
                </a:prstGeom>
                <a:blipFill>
                  <a:blip r:embed="rId65"/>
                  <a:stretch>
                    <a:fillRect l="-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7" name="文本框 386">
                  <a:extLst>
                    <a:ext uri="{FF2B5EF4-FFF2-40B4-BE49-F238E27FC236}">
                      <a16:creationId xmlns:a16="http://schemas.microsoft.com/office/drawing/2014/main" id="{588B1BAF-B2A0-1BFC-BA32-00BFBD2FA1B6}"/>
                    </a:ext>
                  </a:extLst>
                </p:cNvPr>
                <p:cNvSpPr txBox="1"/>
                <p:nvPr/>
              </p:nvSpPr>
              <p:spPr>
                <a:xfrm>
                  <a:off x="1991480" y="1512000"/>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D</m:t>
                            </m:r>
                          </m:e>
                          <m:sub>
                            <m:r>
                              <a:rPr lang="en-US" altLang="zh-CN" sz="2200" b="0" i="1" smtClean="0">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387" name="文本框 386">
                  <a:extLst>
                    <a:ext uri="{FF2B5EF4-FFF2-40B4-BE49-F238E27FC236}">
                      <a16:creationId xmlns:a16="http://schemas.microsoft.com/office/drawing/2014/main" id="{588B1BAF-B2A0-1BFC-BA32-00BFBD2FA1B6}"/>
                    </a:ext>
                  </a:extLst>
                </p:cNvPr>
                <p:cNvSpPr txBox="1">
                  <a:spLocks noRot="1" noChangeAspect="1" noMove="1" noResize="1" noEditPoints="1" noAdjustHandles="1" noChangeArrowheads="1" noChangeShapeType="1" noTextEdit="1"/>
                </p:cNvSpPr>
                <p:nvPr/>
              </p:nvSpPr>
              <p:spPr>
                <a:xfrm>
                  <a:off x="1991480" y="1512000"/>
                  <a:ext cx="462110" cy="430887"/>
                </a:xfrm>
                <a:prstGeom prst="rect">
                  <a:avLst/>
                </a:prstGeom>
                <a:blipFill>
                  <a:blip r:embed="rId66"/>
                  <a:stretch>
                    <a:fillRect l="-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8" name="文本框 387">
                  <a:extLst>
                    <a:ext uri="{FF2B5EF4-FFF2-40B4-BE49-F238E27FC236}">
                      <a16:creationId xmlns:a16="http://schemas.microsoft.com/office/drawing/2014/main" id="{B550C99B-723E-D6DD-494A-790A9A569A59}"/>
                    </a:ext>
                  </a:extLst>
                </p:cNvPr>
                <p:cNvSpPr txBox="1"/>
                <p:nvPr/>
              </p:nvSpPr>
              <p:spPr>
                <a:xfrm>
                  <a:off x="3463177" y="6159516"/>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Q</m:t>
                            </m:r>
                          </m:e>
                          <m:sub>
                            <m:r>
                              <a:rPr lang="en-US" altLang="zh-CN" sz="2200" b="0" i="1" smtClean="0">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388" name="文本框 387">
                  <a:extLst>
                    <a:ext uri="{FF2B5EF4-FFF2-40B4-BE49-F238E27FC236}">
                      <a16:creationId xmlns:a16="http://schemas.microsoft.com/office/drawing/2014/main" id="{B550C99B-723E-D6DD-494A-790A9A569A59}"/>
                    </a:ext>
                  </a:extLst>
                </p:cNvPr>
                <p:cNvSpPr txBox="1">
                  <a:spLocks noRot="1" noChangeAspect="1" noMove="1" noResize="1" noEditPoints="1" noAdjustHandles="1" noChangeArrowheads="1" noChangeShapeType="1" noTextEdit="1"/>
                </p:cNvSpPr>
                <p:nvPr/>
              </p:nvSpPr>
              <p:spPr>
                <a:xfrm>
                  <a:off x="3463177" y="6159516"/>
                  <a:ext cx="462110" cy="430887"/>
                </a:xfrm>
                <a:prstGeom prst="rect">
                  <a:avLst/>
                </a:prstGeom>
                <a:blipFill>
                  <a:blip r:embed="rId67"/>
                  <a:stretch>
                    <a:fillRect l="-6579"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9" name="文本框 388">
                  <a:extLst>
                    <a:ext uri="{FF2B5EF4-FFF2-40B4-BE49-F238E27FC236}">
                      <a16:creationId xmlns:a16="http://schemas.microsoft.com/office/drawing/2014/main" id="{67BE396A-8C73-5883-A076-A44B6869FD17}"/>
                    </a:ext>
                  </a:extLst>
                </p:cNvPr>
                <p:cNvSpPr txBox="1"/>
                <p:nvPr/>
              </p:nvSpPr>
              <p:spPr>
                <a:xfrm>
                  <a:off x="5546311" y="6167489"/>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Q</m:t>
                            </m:r>
                          </m:e>
                          <m:sub>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389" name="文本框 388">
                  <a:extLst>
                    <a:ext uri="{FF2B5EF4-FFF2-40B4-BE49-F238E27FC236}">
                      <a16:creationId xmlns:a16="http://schemas.microsoft.com/office/drawing/2014/main" id="{67BE396A-8C73-5883-A076-A44B6869FD17}"/>
                    </a:ext>
                  </a:extLst>
                </p:cNvPr>
                <p:cNvSpPr txBox="1">
                  <a:spLocks noRot="1" noChangeAspect="1" noMove="1" noResize="1" noEditPoints="1" noAdjustHandles="1" noChangeArrowheads="1" noChangeShapeType="1" noTextEdit="1"/>
                </p:cNvSpPr>
                <p:nvPr/>
              </p:nvSpPr>
              <p:spPr>
                <a:xfrm>
                  <a:off x="5546311" y="6167489"/>
                  <a:ext cx="462110" cy="430887"/>
                </a:xfrm>
                <a:prstGeom prst="rect">
                  <a:avLst/>
                </a:prstGeom>
                <a:blipFill>
                  <a:blip r:embed="rId68"/>
                  <a:stretch>
                    <a:fillRect l="-7895"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0" name="文本框 389">
                  <a:extLst>
                    <a:ext uri="{FF2B5EF4-FFF2-40B4-BE49-F238E27FC236}">
                      <a16:creationId xmlns:a16="http://schemas.microsoft.com/office/drawing/2014/main" id="{AF14CF72-A06A-C664-5B41-816A84736687}"/>
                    </a:ext>
                  </a:extLst>
                </p:cNvPr>
                <p:cNvSpPr txBox="1"/>
                <p:nvPr/>
              </p:nvSpPr>
              <p:spPr>
                <a:xfrm>
                  <a:off x="7639326" y="6154171"/>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Q</m:t>
                            </m:r>
                          </m:e>
                          <m:sub>
                            <m:r>
                              <a:rPr lang="en-US" altLang="zh-CN" sz="2200" b="0" i="1" smtClean="0">
                                <a:solidFill>
                                  <a:schemeClr val="accent5">
                                    <a:lumMod val="75000"/>
                                  </a:schemeClr>
                                </a:solidFill>
                                <a:latin typeface="Cambria Math" panose="02040503050406030204" pitchFamily="18" charset="0"/>
                              </a:rPr>
                              <m:t>2</m:t>
                            </m:r>
                          </m:sub>
                        </m:sSub>
                      </m:oMath>
                    </m:oMathPara>
                  </a14:m>
                  <a:endParaRPr lang="zh-CN" altLang="en-US" sz="2200" dirty="0">
                    <a:solidFill>
                      <a:schemeClr val="accent5">
                        <a:lumMod val="75000"/>
                      </a:schemeClr>
                    </a:solidFill>
                  </a:endParaRPr>
                </a:p>
              </p:txBody>
            </p:sp>
          </mc:Choice>
          <mc:Fallback xmlns="">
            <p:sp>
              <p:nvSpPr>
                <p:cNvPr id="390" name="文本框 389">
                  <a:extLst>
                    <a:ext uri="{FF2B5EF4-FFF2-40B4-BE49-F238E27FC236}">
                      <a16:creationId xmlns:a16="http://schemas.microsoft.com/office/drawing/2014/main" id="{AF14CF72-A06A-C664-5B41-816A84736687}"/>
                    </a:ext>
                  </a:extLst>
                </p:cNvPr>
                <p:cNvSpPr txBox="1">
                  <a:spLocks noRot="1" noChangeAspect="1" noMove="1" noResize="1" noEditPoints="1" noAdjustHandles="1" noChangeArrowheads="1" noChangeShapeType="1" noTextEdit="1"/>
                </p:cNvSpPr>
                <p:nvPr/>
              </p:nvSpPr>
              <p:spPr>
                <a:xfrm>
                  <a:off x="7639326" y="6154171"/>
                  <a:ext cx="462110" cy="430887"/>
                </a:xfrm>
                <a:prstGeom prst="rect">
                  <a:avLst/>
                </a:prstGeom>
                <a:blipFill>
                  <a:blip r:embed="rId69"/>
                  <a:stretch>
                    <a:fillRect l="-6579"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1" name="文本框 390">
                  <a:extLst>
                    <a:ext uri="{FF2B5EF4-FFF2-40B4-BE49-F238E27FC236}">
                      <a16:creationId xmlns:a16="http://schemas.microsoft.com/office/drawing/2014/main" id="{5C3011BB-F84D-1424-01EA-A15249912538}"/>
                    </a:ext>
                  </a:extLst>
                </p:cNvPr>
                <p:cNvSpPr txBox="1"/>
                <p:nvPr/>
              </p:nvSpPr>
              <p:spPr>
                <a:xfrm>
                  <a:off x="9713438" y="6154171"/>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b="0" i="0" smtClean="0">
                                <a:solidFill>
                                  <a:schemeClr val="accent5">
                                    <a:lumMod val="75000"/>
                                  </a:schemeClr>
                                </a:solidFill>
                                <a:latin typeface="Cambria Math" panose="02040503050406030204" pitchFamily="18" charset="0"/>
                              </a:rPr>
                              <m:t>Q</m:t>
                            </m:r>
                          </m:e>
                          <m:sub>
                            <m:r>
                              <a:rPr lang="en-US" altLang="zh-CN" sz="2200" i="1">
                                <a:solidFill>
                                  <a:schemeClr val="accent5">
                                    <a:lumMod val="75000"/>
                                  </a:schemeClr>
                                </a:solidFill>
                                <a:latin typeface="Cambria Math" panose="02040503050406030204" pitchFamily="18" charset="0"/>
                              </a:rPr>
                              <m:t>3</m:t>
                            </m:r>
                          </m:sub>
                        </m:sSub>
                      </m:oMath>
                    </m:oMathPara>
                  </a14:m>
                  <a:endParaRPr lang="zh-CN" altLang="en-US" sz="2200" dirty="0">
                    <a:solidFill>
                      <a:schemeClr val="accent5">
                        <a:lumMod val="75000"/>
                      </a:schemeClr>
                    </a:solidFill>
                  </a:endParaRPr>
                </a:p>
              </p:txBody>
            </p:sp>
          </mc:Choice>
          <mc:Fallback xmlns="">
            <p:sp>
              <p:nvSpPr>
                <p:cNvPr id="391" name="文本框 390">
                  <a:extLst>
                    <a:ext uri="{FF2B5EF4-FFF2-40B4-BE49-F238E27FC236}">
                      <a16:creationId xmlns:a16="http://schemas.microsoft.com/office/drawing/2014/main" id="{5C3011BB-F84D-1424-01EA-A15249912538}"/>
                    </a:ext>
                  </a:extLst>
                </p:cNvPr>
                <p:cNvSpPr txBox="1">
                  <a:spLocks noRot="1" noChangeAspect="1" noMove="1" noResize="1" noEditPoints="1" noAdjustHandles="1" noChangeArrowheads="1" noChangeShapeType="1" noTextEdit="1"/>
                </p:cNvSpPr>
                <p:nvPr/>
              </p:nvSpPr>
              <p:spPr>
                <a:xfrm>
                  <a:off x="9713438" y="6154171"/>
                  <a:ext cx="462110" cy="430887"/>
                </a:xfrm>
                <a:prstGeom prst="rect">
                  <a:avLst/>
                </a:prstGeom>
                <a:blipFill>
                  <a:blip r:embed="rId70"/>
                  <a:stretch>
                    <a:fillRect l="-6579"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2" name="文本框 391">
                  <a:extLst>
                    <a:ext uri="{FF2B5EF4-FFF2-40B4-BE49-F238E27FC236}">
                      <a16:creationId xmlns:a16="http://schemas.microsoft.com/office/drawing/2014/main" id="{EB4966B6-19EF-3045-D891-3AE7DD77CADC}"/>
                    </a:ext>
                  </a:extLst>
                </p:cNvPr>
                <p:cNvSpPr txBox="1"/>
                <p:nvPr/>
              </p:nvSpPr>
              <p:spPr>
                <a:xfrm>
                  <a:off x="10287448" y="6158734"/>
                  <a:ext cx="46211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TC</m:t>
                        </m:r>
                      </m:oMath>
                    </m:oMathPara>
                  </a14:m>
                  <a:endParaRPr lang="zh-CN" altLang="en-US" sz="2200" dirty="0">
                    <a:solidFill>
                      <a:schemeClr val="accent5">
                        <a:lumMod val="75000"/>
                      </a:schemeClr>
                    </a:solidFill>
                  </a:endParaRPr>
                </a:p>
              </p:txBody>
            </p:sp>
          </mc:Choice>
          <mc:Fallback xmlns="">
            <p:sp>
              <p:nvSpPr>
                <p:cNvPr id="392" name="文本框 391">
                  <a:extLst>
                    <a:ext uri="{FF2B5EF4-FFF2-40B4-BE49-F238E27FC236}">
                      <a16:creationId xmlns:a16="http://schemas.microsoft.com/office/drawing/2014/main" id="{EB4966B6-19EF-3045-D891-3AE7DD77CADC}"/>
                    </a:ext>
                  </a:extLst>
                </p:cNvPr>
                <p:cNvSpPr txBox="1">
                  <a:spLocks noRot="1" noChangeAspect="1" noMove="1" noResize="1" noEditPoints="1" noAdjustHandles="1" noChangeArrowheads="1" noChangeShapeType="1" noTextEdit="1"/>
                </p:cNvSpPr>
                <p:nvPr/>
              </p:nvSpPr>
              <p:spPr>
                <a:xfrm>
                  <a:off x="10287448" y="6158734"/>
                  <a:ext cx="462110" cy="430887"/>
                </a:xfrm>
                <a:prstGeom prst="rect">
                  <a:avLst/>
                </a:prstGeom>
                <a:blipFill>
                  <a:blip r:embed="rId71"/>
                  <a:stretch>
                    <a:fillRect l="-1333" r="-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3" name="文本框 392">
                  <a:extLst>
                    <a:ext uri="{FF2B5EF4-FFF2-40B4-BE49-F238E27FC236}">
                      <a16:creationId xmlns:a16="http://schemas.microsoft.com/office/drawing/2014/main" id="{392C201A-3490-2A74-538E-BA14B05BD59A}"/>
                    </a:ext>
                  </a:extLst>
                </p:cNvPr>
                <p:cNvSpPr txBox="1"/>
                <p:nvPr/>
              </p:nvSpPr>
              <p:spPr>
                <a:xfrm>
                  <a:off x="580698" y="5778514"/>
                  <a:ext cx="506442" cy="40081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acc>
                          <m:accPr>
                            <m:chr m:val="̅"/>
                            <m:ctrlPr>
                              <a:rPr lang="en-US" altLang="zh-CN" sz="2000" i="1">
                                <a:solidFill>
                                  <a:schemeClr val="accent5">
                                    <a:lumMod val="75000"/>
                                  </a:schemeClr>
                                </a:solidFill>
                                <a:latin typeface="Cambria Math" panose="02040503050406030204" pitchFamily="18" charset="0"/>
                              </a:rPr>
                            </m:ctrlPr>
                          </m:accPr>
                          <m:e>
                            <m:r>
                              <m:rPr>
                                <m:sty m:val="p"/>
                              </m:rPr>
                              <a:rPr lang="en-US" altLang="zh-CN" sz="2000">
                                <a:solidFill>
                                  <a:schemeClr val="accent5">
                                    <a:lumMod val="75000"/>
                                  </a:schemeClr>
                                </a:solidFill>
                                <a:latin typeface="Cambria Math" panose="02040503050406030204" pitchFamily="18" charset="0"/>
                              </a:rPr>
                              <m:t>CR</m:t>
                            </m:r>
                          </m:e>
                        </m:acc>
                      </m:oMath>
                    </m:oMathPara>
                  </a14:m>
                  <a:endParaRPr lang="zh-CN" altLang="en-US" sz="2000" dirty="0">
                    <a:solidFill>
                      <a:schemeClr val="accent5">
                        <a:lumMod val="75000"/>
                      </a:schemeClr>
                    </a:solidFill>
                  </a:endParaRPr>
                </a:p>
              </p:txBody>
            </p:sp>
          </mc:Choice>
          <mc:Fallback xmlns="">
            <p:sp>
              <p:nvSpPr>
                <p:cNvPr id="393" name="文本框 392">
                  <a:extLst>
                    <a:ext uri="{FF2B5EF4-FFF2-40B4-BE49-F238E27FC236}">
                      <a16:creationId xmlns:a16="http://schemas.microsoft.com/office/drawing/2014/main" id="{392C201A-3490-2A74-538E-BA14B05BD59A}"/>
                    </a:ext>
                  </a:extLst>
                </p:cNvPr>
                <p:cNvSpPr txBox="1">
                  <a:spLocks noRot="1" noChangeAspect="1" noMove="1" noResize="1" noEditPoints="1" noAdjustHandles="1" noChangeArrowheads="1" noChangeShapeType="1" noTextEdit="1"/>
                </p:cNvSpPr>
                <p:nvPr/>
              </p:nvSpPr>
              <p:spPr>
                <a:xfrm>
                  <a:off x="580698" y="5778514"/>
                  <a:ext cx="506442" cy="400815"/>
                </a:xfrm>
                <a:prstGeom prst="rect">
                  <a:avLst/>
                </a:prstGeom>
                <a:blipFill>
                  <a:blip r:embed="rId72"/>
                  <a:stretch>
                    <a:fillRect l="-36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4" name="文本框 393">
                  <a:extLst>
                    <a:ext uri="{FF2B5EF4-FFF2-40B4-BE49-F238E27FC236}">
                      <a16:creationId xmlns:a16="http://schemas.microsoft.com/office/drawing/2014/main" id="{1DDB5D8D-5FCE-F5D7-E190-CB6C6053FA0E}"/>
                    </a:ext>
                  </a:extLst>
                </p:cNvPr>
                <p:cNvSpPr txBox="1"/>
                <p:nvPr/>
              </p:nvSpPr>
              <p:spPr>
                <a:xfrm>
                  <a:off x="576014" y="4161898"/>
                  <a:ext cx="506442" cy="41287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b="0" i="1" smtClean="0">
                                <a:solidFill>
                                  <a:schemeClr val="accent5">
                                    <a:lumMod val="75000"/>
                                  </a:schemeClr>
                                </a:solidFill>
                                <a:latin typeface="Cambria Math" panose="02040503050406030204" pitchFamily="18" charset="0"/>
                              </a:rPr>
                              <m:t>PE</m:t>
                            </m:r>
                          </m:e>
                        </m:acc>
                      </m:oMath>
                    </m:oMathPara>
                  </a14:m>
                  <a:endParaRPr lang="zh-CN" altLang="en-US" sz="2000" dirty="0">
                    <a:solidFill>
                      <a:schemeClr val="accent5">
                        <a:lumMod val="75000"/>
                      </a:schemeClr>
                    </a:solidFill>
                  </a:endParaRPr>
                </a:p>
              </p:txBody>
            </p:sp>
          </mc:Choice>
          <mc:Fallback xmlns="">
            <p:sp>
              <p:nvSpPr>
                <p:cNvPr id="394" name="文本框 393">
                  <a:extLst>
                    <a:ext uri="{FF2B5EF4-FFF2-40B4-BE49-F238E27FC236}">
                      <a16:creationId xmlns:a16="http://schemas.microsoft.com/office/drawing/2014/main" id="{1DDB5D8D-5FCE-F5D7-E190-CB6C6053FA0E}"/>
                    </a:ext>
                  </a:extLst>
                </p:cNvPr>
                <p:cNvSpPr txBox="1">
                  <a:spLocks noRot="1" noChangeAspect="1" noMove="1" noResize="1" noEditPoints="1" noAdjustHandles="1" noChangeArrowheads="1" noChangeShapeType="1" noTextEdit="1"/>
                </p:cNvSpPr>
                <p:nvPr/>
              </p:nvSpPr>
              <p:spPr>
                <a:xfrm>
                  <a:off x="576014" y="4161898"/>
                  <a:ext cx="506442" cy="412870"/>
                </a:xfrm>
                <a:prstGeom prst="rect">
                  <a:avLst/>
                </a:prstGeom>
                <a:blipFill>
                  <a:blip r:embed="rId73"/>
                  <a:stretch>
                    <a:fillRect l="-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5" name="文本框 394">
                  <a:extLst>
                    <a:ext uri="{FF2B5EF4-FFF2-40B4-BE49-F238E27FC236}">
                      <a16:creationId xmlns:a16="http://schemas.microsoft.com/office/drawing/2014/main" id="{0813841A-C8E1-A252-8945-03246674E1C2}"/>
                    </a:ext>
                  </a:extLst>
                </p:cNvPr>
                <p:cNvSpPr txBox="1"/>
                <p:nvPr/>
              </p:nvSpPr>
              <p:spPr>
                <a:xfrm>
                  <a:off x="576000" y="2378434"/>
                  <a:ext cx="506442" cy="41287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CEP</m:t>
                        </m:r>
                      </m:oMath>
                    </m:oMathPara>
                  </a14:m>
                  <a:endParaRPr lang="zh-CN" altLang="en-US" sz="2000" dirty="0">
                    <a:solidFill>
                      <a:schemeClr val="accent5">
                        <a:lumMod val="75000"/>
                      </a:schemeClr>
                    </a:solidFill>
                  </a:endParaRPr>
                </a:p>
              </p:txBody>
            </p:sp>
          </mc:Choice>
          <mc:Fallback xmlns="">
            <p:sp>
              <p:nvSpPr>
                <p:cNvPr id="395" name="文本框 394">
                  <a:extLst>
                    <a:ext uri="{FF2B5EF4-FFF2-40B4-BE49-F238E27FC236}">
                      <a16:creationId xmlns:a16="http://schemas.microsoft.com/office/drawing/2014/main" id="{0813841A-C8E1-A252-8945-03246674E1C2}"/>
                    </a:ext>
                  </a:extLst>
                </p:cNvPr>
                <p:cNvSpPr txBox="1">
                  <a:spLocks noRot="1" noChangeAspect="1" noMove="1" noResize="1" noEditPoints="1" noAdjustHandles="1" noChangeArrowheads="1" noChangeShapeType="1" noTextEdit="1"/>
                </p:cNvSpPr>
                <p:nvPr/>
              </p:nvSpPr>
              <p:spPr>
                <a:xfrm>
                  <a:off x="576000" y="2378434"/>
                  <a:ext cx="506442" cy="412870"/>
                </a:xfrm>
                <a:prstGeom prst="rect">
                  <a:avLst/>
                </a:prstGeom>
                <a:blipFill>
                  <a:blip r:embed="rId74"/>
                  <a:stretch>
                    <a:fillRect l="-16667" r="-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6" name="文本框 395">
                  <a:extLst>
                    <a:ext uri="{FF2B5EF4-FFF2-40B4-BE49-F238E27FC236}">
                      <a16:creationId xmlns:a16="http://schemas.microsoft.com/office/drawing/2014/main" id="{06DD54A7-949F-9482-344F-A79F2D660E05}"/>
                    </a:ext>
                  </a:extLst>
                </p:cNvPr>
                <p:cNvSpPr txBox="1"/>
                <p:nvPr/>
              </p:nvSpPr>
              <p:spPr>
                <a:xfrm>
                  <a:off x="580698" y="1828596"/>
                  <a:ext cx="506442" cy="41287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CET</m:t>
                        </m:r>
                      </m:oMath>
                    </m:oMathPara>
                  </a14:m>
                  <a:endParaRPr lang="zh-CN" altLang="en-US" sz="2000" dirty="0">
                    <a:solidFill>
                      <a:schemeClr val="accent5">
                        <a:lumMod val="75000"/>
                      </a:schemeClr>
                    </a:solidFill>
                  </a:endParaRPr>
                </a:p>
              </p:txBody>
            </p:sp>
          </mc:Choice>
          <mc:Fallback xmlns="">
            <p:sp>
              <p:nvSpPr>
                <p:cNvPr id="396" name="文本框 395">
                  <a:extLst>
                    <a:ext uri="{FF2B5EF4-FFF2-40B4-BE49-F238E27FC236}">
                      <a16:creationId xmlns:a16="http://schemas.microsoft.com/office/drawing/2014/main" id="{06DD54A7-949F-9482-344F-A79F2D660E05}"/>
                    </a:ext>
                  </a:extLst>
                </p:cNvPr>
                <p:cNvSpPr txBox="1">
                  <a:spLocks noRot="1" noChangeAspect="1" noMove="1" noResize="1" noEditPoints="1" noAdjustHandles="1" noChangeArrowheads="1" noChangeShapeType="1" noTextEdit="1"/>
                </p:cNvSpPr>
                <p:nvPr/>
              </p:nvSpPr>
              <p:spPr>
                <a:xfrm>
                  <a:off x="580698" y="1828596"/>
                  <a:ext cx="506442" cy="412870"/>
                </a:xfrm>
                <a:prstGeom prst="rect">
                  <a:avLst/>
                </a:prstGeom>
                <a:blipFill>
                  <a:blip r:embed="rId75"/>
                  <a:stretch>
                    <a:fillRect l="-16867" r="-48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7" name="文本框 396">
                  <a:extLst>
                    <a:ext uri="{FF2B5EF4-FFF2-40B4-BE49-F238E27FC236}">
                      <a16:creationId xmlns:a16="http://schemas.microsoft.com/office/drawing/2014/main" id="{E1C36622-5F91-5F65-B928-E5673C5996CA}"/>
                    </a:ext>
                  </a:extLst>
                </p:cNvPr>
                <p:cNvSpPr txBox="1"/>
                <p:nvPr/>
              </p:nvSpPr>
              <p:spPr>
                <a:xfrm>
                  <a:off x="3155765" y="4528917"/>
                  <a:ext cx="305562" cy="369332"/>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b="0" i="0" smtClean="0">
                            <a:latin typeface="Cambria Math" panose="02040503050406030204" pitchFamily="18" charset="0"/>
                          </a:rPr>
                          <m:t>Q</m:t>
                        </m:r>
                      </m:oMath>
                    </m:oMathPara>
                  </a14:m>
                  <a:endParaRPr lang="zh-CN" altLang="en-US" dirty="0"/>
                </a:p>
              </p:txBody>
            </p:sp>
          </mc:Choice>
          <mc:Fallback xmlns="">
            <p:sp>
              <p:nvSpPr>
                <p:cNvPr id="397" name="文本框 396">
                  <a:extLst>
                    <a:ext uri="{FF2B5EF4-FFF2-40B4-BE49-F238E27FC236}">
                      <a16:creationId xmlns:a16="http://schemas.microsoft.com/office/drawing/2014/main" id="{E1C36622-5F91-5F65-B928-E5673C5996CA}"/>
                    </a:ext>
                  </a:extLst>
                </p:cNvPr>
                <p:cNvSpPr txBox="1">
                  <a:spLocks noRot="1" noChangeAspect="1" noMove="1" noResize="1" noEditPoints="1" noAdjustHandles="1" noChangeArrowheads="1" noChangeShapeType="1" noTextEdit="1"/>
                </p:cNvSpPr>
                <p:nvPr/>
              </p:nvSpPr>
              <p:spPr>
                <a:xfrm>
                  <a:off x="3155765" y="4528917"/>
                  <a:ext cx="305562" cy="369332"/>
                </a:xfrm>
                <a:prstGeom prst="rect">
                  <a:avLst/>
                </a:prstGeom>
                <a:blipFill>
                  <a:blip r:embed="rId76"/>
                  <a:stretch>
                    <a:fillRect l="-4000" r="-14000"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2" name="文本框 401">
                  <a:extLst>
                    <a:ext uri="{FF2B5EF4-FFF2-40B4-BE49-F238E27FC236}">
                      <a16:creationId xmlns:a16="http://schemas.microsoft.com/office/drawing/2014/main" id="{35D36A3E-759D-281F-086F-CE6B95C6EEDE}"/>
                    </a:ext>
                  </a:extLst>
                </p:cNvPr>
                <p:cNvSpPr txBox="1"/>
                <p:nvPr/>
              </p:nvSpPr>
              <p:spPr>
                <a:xfrm>
                  <a:off x="5241107" y="4530944"/>
                  <a:ext cx="305562" cy="369332"/>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b="0" i="0" smtClean="0">
                            <a:latin typeface="Cambria Math" panose="02040503050406030204" pitchFamily="18" charset="0"/>
                          </a:rPr>
                          <m:t>Q</m:t>
                        </m:r>
                      </m:oMath>
                    </m:oMathPara>
                  </a14:m>
                  <a:endParaRPr lang="zh-CN" altLang="en-US" dirty="0"/>
                </a:p>
              </p:txBody>
            </p:sp>
          </mc:Choice>
          <mc:Fallback xmlns="">
            <p:sp>
              <p:nvSpPr>
                <p:cNvPr id="402" name="文本框 401">
                  <a:extLst>
                    <a:ext uri="{FF2B5EF4-FFF2-40B4-BE49-F238E27FC236}">
                      <a16:creationId xmlns:a16="http://schemas.microsoft.com/office/drawing/2014/main" id="{35D36A3E-759D-281F-086F-CE6B95C6EEDE}"/>
                    </a:ext>
                  </a:extLst>
                </p:cNvPr>
                <p:cNvSpPr txBox="1">
                  <a:spLocks noRot="1" noChangeAspect="1" noMove="1" noResize="1" noEditPoints="1" noAdjustHandles="1" noChangeArrowheads="1" noChangeShapeType="1" noTextEdit="1"/>
                </p:cNvSpPr>
                <p:nvPr/>
              </p:nvSpPr>
              <p:spPr>
                <a:xfrm>
                  <a:off x="5241107" y="4530944"/>
                  <a:ext cx="305562" cy="369332"/>
                </a:xfrm>
                <a:prstGeom prst="rect">
                  <a:avLst/>
                </a:prstGeom>
                <a:blipFill>
                  <a:blip r:embed="rId77"/>
                  <a:stretch>
                    <a:fillRect l="-4000" r="-1400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4" name="文本框 403">
                  <a:extLst>
                    <a:ext uri="{FF2B5EF4-FFF2-40B4-BE49-F238E27FC236}">
                      <a16:creationId xmlns:a16="http://schemas.microsoft.com/office/drawing/2014/main" id="{F31ABFD4-5B69-A20F-1557-CF58F8F4E7E9}"/>
                    </a:ext>
                  </a:extLst>
                </p:cNvPr>
                <p:cNvSpPr txBox="1"/>
                <p:nvPr/>
              </p:nvSpPr>
              <p:spPr>
                <a:xfrm>
                  <a:off x="7346200" y="4580711"/>
                  <a:ext cx="305562" cy="369332"/>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b="0" i="0" smtClean="0">
                            <a:latin typeface="Cambria Math" panose="02040503050406030204" pitchFamily="18" charset="0"/>
                          </a:rPr>
                          <m:t>Q</m:t>
                        </m:r>
                      </m:oMath>
                    </m:oMathPara>
                  </a14:m>
                  <a:endParaRPr lang="zh-CN" altLang="en-US" dirty="0"/>
                </a:p>
              </p:txBody>
            </p:sp>
          </mc:Choice>
          <mc:Fallback xmlns="">
            <p:sp>
              <p:nvSpPr>
                <p:cNvPr id="404" name="文本框 403">
                  <a:extLst>
                    <a:ext uri="{FF2B5EF4-FFF2-40B4-BE49-F238E27FC236}">
                      <a16:creationId xmlns:a16="http://schemas.microsoft.com/office/drawing/2014/main" id="{F31ABFD4-5B69-A20F-1557-CF58F8F4E7E9}"/>
                    </a:ext>
                  </a:extLst>
                </p:cNvPr>
                <p:cNvSpPr txBox="1">
                  <a:spLocks noRot="1" noChangeAspect="1" noMove="1" noResize="1" noEditPoints="1" noAdjustHandles="1" noChangeArrowheads="1" noChangeShapeType="1" noTextEdit="1"/>
                </p:cNvSpPr>
                <p:nvPr/>
              </p:nvSpPr>
              <p:spPr>
                <a:xfrm>
                  <a:off x="7346200" y="4580711"/>
                  <a:ext cx="305562" cy="369332"/>
                </a:xfrm>
                <a:prstGeom prst="rect">
                  <a:avLst/>
                </a:prstGeom>
                <a:blipFill>
                  <a:blip r:embed="rId78"/>
                  <a:stretch>
                    <a:fillRect l="-4000" r="-1400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文本框 405">
                  <a:extLst>
                    <a:ext uri="{FF2B5EF4-FFF2-40B4-BE49-F238E27FC236}">
                      <a16:creationId xmlns:a16="http://schemas.microsoft.com/office/drawing/2014/main" id="{E0B223C5-7C3E-98A0-3804-55D59F6A6E85}"/>
                    </a:ext>
                  </a:extLst>
                </p:cNvPr>
                <p:cNvSpPr txBox="1"/>
                <p:nvPr/>
              </p:nvSpPr>
              <p:spPr>
                <a:xfrm>
                  <a:off x="9405844" y="4530546"/>
                  <a:ext cx="305562" cy="369332"/>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r>
                          <m:rPr>
                            <m:sty m:val="p"/>
                          </m:rPr>
                          <a:rPr lang="en-US" altLang="zh-CN" b="0" i="0" smtClean="0">
                            <a:latin typeface="Cambria Math" panose="02040503050406030204" pitchFamily="18" charset="0"/>
                          </a:rPr>
                          <m:t>Q</m:t>
                        </m:r>
                      </m:oMath>
                    </m:oMathPara>
                  </a14:m>
                  <a:endParaRPr lang="zh-CN" altLang="en-US" dirty="0"/>
                </a:p>
              </p:txBody>
            </p:sp>
          </mc:Choice>
          <mc:Fallback xmlns="">
            <p:sp>
              <p:nvSpPr>
                <p:cNvPr id="406" name="文本框 405">
                  <a:extLst>
                    <a:ext uri="{FF2B5EF4-FFF2-40B4-BE49-F238E27FC236}">
                      <a16:creationId xmlns:a16="http://schemas.microsoft.com/office/drawing/2014/main" id="{E0B223C5-7C3E-98A0-3804-55D59F6A6E85}"/>
                    </a:ext>
                  </a:extLst>
                </p:cNvPr>
                <p:cNvSpPr txBox="1">
                  <a:spLocks noRot="1" noChangeAspect="1" noMove="1" noResize="1" noEditPoints="1" noAdjustHandles="1" noChangeArrowheads="1" noChangeShapeType="1" noTextEdit="1"/>
                </p:cNvSpPr>
                <p:nvPr/>
              </p:nvSpPr>
              <p:spPr>
                <a:xfrm>
                  <a:off x="9405844" y="4530546"/>
                  <a:ext cx="305562" cy="369332"/>
                </a:xfrm>
                <a:prstGeom prst="rect">
                  <a:avLst/>
                </a:prstGeom>
                <a:blipFill>
                  <a:blip r:embed="rId79"/>
                  <a:stretch>
                    <a:fillRect l="-4000" r="-14000" b="-9836"/>
                  </a:stretch>
                </a:blipFill>
              </p:spPr>
              <p:txBody>
                <a:bodyPr/>
                <a:lstStyle/>
                <a:p>
                  <a:r>
                    <a:rPr lang="zh-CN" altLang="en-US">
                      <a:noFill/>
                    </a:rPr>
                    <a:t> </a:t>
                  </a:r>
                </a:p>
              </p:txBody>
            </p:sp>
          </mc:Fallback>
        </mc:AlternateContent>
        <p:sp>
          <p:nvSpPr>
            <p:cNvPr id="320" name="流程图: 延期 319">
              <a:extLst>
                <a:ext uri="{FF2B5EF4-FFF2-40B4-BE49-F238E27FC236}">
                  <a16:creationId xmlns:a16="http://schemas.microsoft.com/office/drawing/2014/main" id="{1B491DEF-E777-32FA-7D2D-0DCC8F790661}"/>
                </a:ext>
              </a:extLst>
            </p:cNvPr>
            <p:cNvSpPr/>
            <p:nvPr/>
          </p:nvSpPr>
          <p:spPr>
            <a:xfrm>
              <a:off x="1615222" y="2257299"/>
              <a:ext cx="439445" cy="40506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extLst>
      <p:ext uri="{BB962C8B-B14F-4D97-AF65-F5344CB8AC3E}">
        <p14:creationId xmlns:p14="http://schemas.microsoft.com/office/powerpoint/2010/main" val="4103234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6EBC2D0C-443D-A51C-917E-D2AF8718A602}"/>
              </a:ext>
            </a:extLst>
          </p:cNvPr>
          <p:cNvSpPr txBox="1"/>
          <p:nvPr/>
        </p:nvSpPr>
        <p:spPr>
          <a:xfrm>
            <a:off x="360000" y="828000"/>
            <a:ext cx="5590341" cy="108189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多功能 </a:t>
            </a:r>
            <a:r>
              <a:rPr lang="en-US" altLang="zh-CN" sz="2800" dirty="0">
                <a:solidFill>
                  <a:srgbClr val="002060"/>
                </a:solidFill>
                <a:latin typeface="微软雅黑" panose="020B0503020204020204" pitchFamily="34" charset="-122"/>
                <a:ea typeface="微软雅黑" panose="020B0503020204020204" pitchFamily="34" charset="-122"/>
              </a:rPr>
              <a:t>4 </a:t>
            </a:r>
            <a:r>
              <a:rPr lang="zh-CN" altLang="en-US" sz="2800" dirty="0">
                <a:solidFill>
                  <a:srgbClr val="002060"/>
                </a:solidFill>
                <a:latin typeface="微软雅黑" panose="020B0503020204020204" pitchFamily="34" charset="-122"/>
                <a:ea typeface="微软雅黑" panose="020B0503020204020204" pitchFamily="34" charset="-122"/>
              </a:rPr>
              <a:t>位同步二进制计数器（</a:t>
            </a:r>
            <a:r>
              <a:rPr lang="en-US" altLang="zh-CN" sz="2800" dirty="0">
                <a:solidFill>
                  <a:srgbClr val="002060"/>
                </a:solidFill>
                <a:latin typeface="微软雅黑" panose="020B0503020204020204" pitchFamily="34" charset="-122"/>
                <a:ea typeface="微软雅黑" panose="020B0503020204020204" pitchFamily="34" charset="-122"/>
              </a:rPr>
              <a:t>74x161</a:t>
            </a:r>
            <a:r>
              <a:rPr lang="zh-CN" altLang="en-US" sz="2800" dirty="0">
                <a:solidFill>
                  <a:srgbClr val="002060"/>
                </a:solidFill>
                <a:latin typeface="微软雅黑" panose="020B0503020204020204" pitchFamily="34" charset="-122"/>
                <a:ea typeface="微软雅黑" panose="020B0503020204020204" pitchFamily="34" charset="-122"/>
              </a:rPr>
              <a:t>）</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ACE604A9-F9C8-4A8D-A608-26CDCF56A5E5}"/>
              </a:ext>
            </a:extLst>
          </p:cNvPr>
          <p:cNvGrpSpPr/>
          <p:nvPr/>
        </p:nvGrpSpPr>
        <p:grpSpPr>
          <a:xfrm>
            <a:off x="11449269" y="6198682"/>
            <a:ext cx="786273" cy="548639"/>
            <a:chOff x="11454918" y="5839511"/>
            <a:chExt cx="786273" cy="548639"/>
          </a:xfrm>
        </p:grpSpPr>
        <p:grpSp>
          <p:nvGrpSpPr>
            <p:cNvPr id="13" name="组合 12">
              <a:extLst>
                <a:ext uri="{FF2B5EF4-FFF2-40B4-BE49-F238E27FC236}">
                  <a16:creationId xmlns:a16="http://schemas.microsoft.com/office/drawing/2014/main" id="{192AF492-D162-6DB5-B7FC-C01CC4A46C19}"/>
                </a:ext>
              </a:extLst>
            </p:cNvPr>
            <p:cNvGrpSpPr/>
            <p:nvPr/>
          </p:nvGrpSpPr>
          <p:grpSpPr>
            <a:xfrm>
              <a:off x="11454918" y="5867450"/>
              <a:ext cx="737081" cy="520700"/>
              <a:chOff x="11454918" y="5867450"/>
              <a:chExt cx="737081" cy="520700"/>
            </a:xfrm>
          </p:grpSpPr>
          <p:sp>
            <p:nvSpPr>
              <p:cNvPr id="15" name="箭头: 五边形 14">
                <a:extLst>
                  <a:ext uri="{FF2B5EF4-FFF2-40B4-BE49-F238E27FC236}">
                    <a16:creationId xmlns:a16="http://schemas.microsoft.com/office/drawing/2014/main" id="{BB8EF704-6F30-54C7-0AA8-D2B1FBB060B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E63DE361-C6B9-6CC9-15BC-BD78D7DA3A8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 name="灯片编号占位符 3">
              <a:extLst>
                <a:ext uri="{FF2B5EF4-FFF2-40B4-BE49-F238E27FC236}">
                  <a16:creationId xmlns:a16="http://schemas.microsoft.com/office/drawing/2014/main" id="{3D253BAF-15E4-95EB-9BE0-BDEC8F424DE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2C87D70-1C62-68DC-B961-B627F7A1ACAE}"/>
                  </a:ext>
                </a:extLst>
              </p:cNvPr>
              <p:cNvSpPr txBox="1"/>
              <p:nvPr/>
            </p:nvSpPr>
            <p:spPr>
              <a:xfrm>
                <a:off x="360000" y="2520000"/>
                <a:ext cx="4878470" cy="2754216"/>
              </a:xfrm>
              <a:prstGeom prst="rect">
                <a:avLst/>
              </a:prstGeom>
              <a:noFill/>
            </p:spPr>
            <p:txBody>
              <a:bodyPr wrap="square">
                <a:spAutoFit/>
              </a:bodyPr>
              <a:lstStyle/>
              <a:p>
                <a:pPr lvl="1">
                  <a:spcAft>
                    <a:spcPts val="600"/>
                  </a:spcAft>
                </a:pPr>
                <a:r>
                  <a:rPr lang="zh-CN" altLang="en-US" sz="2400" dirty="0">
                    <a:solidFill>
                      <a:schemeClr val="accent5">
                        <a:lumMod val="75000"/>
                      </a:schemeClr>
                    </a:solidFill>
                    <a:latin typeface="Cambria Math" panose="02040503050406030204" pitchFamily="18" charset="0"/>
                    <a:ea typeface="微软雅黑" panose="020B0503020204020204" pitchFamily="34" charset="-122"/>
                  </a:rPr>
                  <a:t>当功能为计数时：</a:t>
                </a:r>
                <a:endParaRPr lang="en-US" altLang="zh-CN" sz="2400" dirty="0">
                  <a:solidFill>
                    <a:schemeClr val="accent5">
                      <a:lumMod val="75000"/>
                    </a:schemeClr>
                  </a:solidFill>
                  <a:latin typeface="Cambria Math" panose="02040503050406030204" pitchFamily="18" charset="0"/>
                  <a:ea typeface="微软雅黑" panose="020B0503020204020204" pitchFamily="34" charset="-122"/>
                </a:endParaRP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⊕1=</m:t>
                    </m:r>
                    <m:acc>
                      <m:accPr>
                        <m:chr m:val="̅"/>
                        <m:ctrlPr>
                          <a:rPr lang="en-US" altLang="zh-CN" sz="2400" i="1">
                            <a:solidFill>
                              <a:schemeClr val="accent5">
                                <a:lumMod val="75000"/>
                              </a:schemeClr>
                            </a:solidFill>
                            <a:latin typeface="Cambria Math" panose="02040503050406030204" pitchFamily="18" charset="0"/>
                            <a:ea typeface="Cambria Math" panose="02040503050406030204" pitchFamily="18" charset="0"/>
                          </a:rPr>
                        </m:ctrlPr>
                      </m:accPr>
                      <m:e>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e>
                    </m:acc>
                  </m:oMath>
                </a14:m>
                <a:r>
                  <a:rPr lang="en-US" altLang="zh-CN" sz="2400" dirty="0">
                    <a:solidFill>
                      <a:schemeClr val="accent5">
                        <a:lumMod val="75000"/>
                      </a:schemeClr>
                    </a:solidFill>
                  </a:rPr>
                  <a:t> </a:t>
                </a: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oMath>
                </a14:m>
                <a:r>
                  <a:rPr lang="zh-CN" altLang="en-US" sz="2400" dirty="0">
                    <a:solidFill>
                      <a:schemeClr val="accent5">
                        <a:lumMod val="75000"/>
                      </a:schemeClr>
                    </a:solidFill>
                  </a:rPr>
                  <a:t>    </a:t>
                </a:r>
                <a:endParaRPr lang="en-US" altLang="zh-CN" sz="2400" dirty="0">
                  <a:solidFill>
                    <a:schemeClr val="accent5">
                      <a:lumMod val="75000"/>
                    </a:schemeClr>
                  </a:solidFill>
                </a:endParaRP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rPr>
                      <m:t>)</m:t>
                    </m:r>
                  </m:oMath>
                </a14:m>
                <a:r>
                  <a:rPr lang="zh-CN" altLang="en-US" sz="2400" dirty="0">
                    <a:solidFill>
                      <a:schemeClr val="accent5">
                        <a:lumMod val="75000"/>
                      </a:schemeClr>
                    </a:solidFill>
                  </a:rPr>
                  <a:t>  </a:t>
                </a:r>
                <a:endParaRPr lang="en-US" altLang="zh-CN" sz="2400" dirty="0">
                  <a:solidFill>
                    <a:schemeClr val="accent5">
                      <a:lumMod val="75000"/>
                    </a:schemeClr>
                  </a:solidFill>
                </a:endParaRPr>
              </a:p>
              <a:p>
                <a:pPr lvl="2">
                  <a:spcAft>
                    <a:spcPts val="600"/>
                  </a:spcAft>
                </a:pPr>
                <a14:m>
                  <m:oMathPara xmlns:m="http://schemas.openxmlformats.org/officeDocument/2006/math">
                    <m:oMathParaPr>
                      <m:jc m:val="centerGroup"/>
                    </m:oMathParaPr>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rPr>
                        <m:t>)</m:t>
                      </m:r>
                    </m:oMath>
                  </m:oMathPara>
                </a14:m>
                <a:endParaRPr lang="en-US" altLang="zh-CN" sz="2400" dirty="0">
                  <a:solidFill>
                    <a:schemeClr val="accent5">
                      <a:lumMod val="75000"/>
                    </a:schemeClr>
                  </a:solidFill>
                </a:endParaRPr>
              </a:p>
              <a:p>
                <a:pPr lvl="2">
                  <a:spcAft>
                    <a:spcPts val="600"/>
                  </a:spcAft>
                </a:pP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TC</m:t>
                    </m:r>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oMath>
                </a14:m>
                <a:r>
                  <a:rPr lang="zh-CN" altLang="en-US" sz="2400" dirty="0">
                    <a:solidFill>
                      <a:schemeClr val="accent5">
                        <a:lumMod val="75000"/>
                      </a:schemeClr>
                    </a:solidFill>
                  </a:rPr>
                  <a:t>   </a:t>
                </a:r>
              </a:p>
            </p:txBody>
          </p:sp>
        </mc:Choice>
        <mc:Fallback xmlns="">
          <p:sp>
            <p:nvSpPr>
              <p:cNvPr id="20" name="文本框 19">
                <a:extLst>
                  <a:ext uri="{FF2B5EF4-FFF2-40B4-BE49-F238E27FC236}">
                    <a16:creationId xmlns:a16="http://schemas.microsoft.com/office/drawing/2014/main" id="{62C87D70-1C62-68DC-B961-B627F7A1ACAE}"/>
                  </a:ext>
                </a:extLst>
              </p:cNvPr>
              <p:cNvSpPr txBox="1">
                <a:spLocks noRot="1" noChangeAspect="1" noMove="1" noResize="1" noEditPoints="1" noAdjustHandles="1" noChangeArrowheads="1" noChangeShapeType="1" noTextEdit="1"/>
              </p:cNvSpPr>
              <p:nvPr/>
            </p:nvSpPr>
            <p:spPr>
              <a:xfrm>
                <a:off x="360000" y="2520000"/>
                <a:ext cx="4878470" cy="2754216"/>
              </a:xfrm>
              <a:prstGeom prst="rect">
                <a:avLst/>
              </a:prstGeom>
              <a:blipFill>
                <a:blip r:embed="rId2"/>
                <a:stretch>
                  <a:fillRect t="-1770" b="-13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3" name="表格 22">
                <a:extLst>
                  <a:ext uri="{FF2B5EF4-FFF2-40B4-BE49-F238E27FC236}">
                    <a16:creationId xmlns:a16="http://schemas.microsoft.com/office/drawing/2014/main" id="{C3D48FBD-EBA5-7172-2150-AF8DF1FAEF3F}"/>
                  </a:ext>
                </a:extLst>
              </p:cNvPr>
              <p:cNvGraphicFramePr>
                <a:graphicFrameLocks noGrp="1"/>
              </p:cNvGraphicFramePr>
              <p:nvPr>
                <p:extLst>
                  <p:ext uri="{D42A27DB-BD31-4B8C-83A1-F6EECF244321}">
                    <p14:modId xmlns:p14="http://schemas.microsoft.com/office/powerpoint/2010/main" val="4037005247"/>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smtClean="0">
                                      <a:solidFill>
                                        <a:schemeClr val="accent5">
                                          <a:lumMod val="75000"/>
                                        </a:schemeClr>
                                      </a:solidFill>
                                      <a:latin typeface="Cambria Math" panose="02040503050406030204" pitchFamily="18" charset="0"/>
                                    </a:rPr>
                                    <m:t>CR</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b="0" i="0" smtClean="0">
                                      <a:solidFill>
                                        <a:schemeClr val="accent5">
                                          <a:lumMod val="75000"/>
                                        </a:schemeClr>
                                      </a:solidFill>
                                      <a:latin typeface="Cambria Math" panose="02040503050406030204" pitchFamily="18" charset="0"/>
                                    </a:rPr>
                                    <m:t>PE</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CEP</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CET</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a14:m>
                          <a:r>
                            <a:rPr lang="zh-CN" altLang="en-US" sz="2000" dirty="0">
                              <a:latin typeface="微软雅黑" panose="020B0503020204020204" pitchFamily="34" charset="-122"/>
                              <a:ea typeface="微软雅黑" panose="020B0503020204020204" pitchFamily="34" charset="-122"/>
                            </a:rPr>
                            <a:t> </a:t>
                          </a:r>
                        </a:p>
                      </a:txBody>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70840">
                    <a:tc>
                      <a:txBody>
                        <a:bodyPr/>
                        <a:lstStyle/>
                        <a:p>
                          <a:r>
                            <a:rPr lang="en-US" altLang="zh-CN" sz="2000" dirty="0">
                              <a:latin typeface="微软雅黑" panose="020B0503020204020204" pitchFamily="34" charset="-122"/>
                              <a:ea typeface="微软雅黑" panose="020B0503020204020204" pitchFamily="34" charset="-122"/>
                            </a:rPr>
                            <a:t>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70840">
                    <a:tc>
                      <a:txBody>
                        <a:bodyPr/>
                        <a:lstStyle/>
                        <a:p>
                          <a:r>
                            <a:rPr lang="en-US" altLang="zh-CN" sz="2000" dirty="0">
                              <a:latin typeface="微软雅黑" panose="020B0503020204020204" pitchFamily="34" charset="-122"/>
                              <a:ea typeface="微软雅黑" panose="020B0503020204020204" pitchFamily="34" charset="-122"/>
                            </a:rPr>
                            <a:t>  1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708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708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70840">
                    <a:tc>
                      <a:txBody>
                        <a:bodyPr/>
                        <a:lstStyle/>
                        <a:p>
                          <a:r>
                            <a:rPr lang="en-US" altLang="zh-CN" sz="2000" dirty="0">
                              <a:solidFill>
                                <a:srgbClr val="0000FF"/>
                              </a:solidFill>
                              <a:latin typeface="微软雅黑" panose="020B0503020204020204" pitchFamily="34" charset="-122"/>
                              <a:ea typeface="微软雅黑" panose="020B0503020204020204" pitchFamily="34" charset="-122"/>
                            </a:rPr>
                            <a:t>  1       1       1     </a:t>
                          </a:r>
                          <a:r>
                            <a:rPr lang="en-US" altLang="zh-CN" sz="800" dirty="0">
                              <a:solidFill>
                                <a:srgbClr val="0000FF"/>
                              </a:solidFill>
                              <a:latin typeface="微软雅黑" panose="020B0503020204020204" pitchFamily="34" charset="-122"/>
                              <a:ea typeface="微软雅黑" panose="020B0503020204020204" pitchFamily="34" charset="-122"/>
                            </a:rPr>
                            <a:t> </a:t>
                          </a:r>
                          <a:r>
                            <a:rPr lang="en-US" altLang="zh-CN" sz="2000" dirty="0">
                              <a:solidFill>
                                <a:srgbClr val="0000FF"/>
                              </a:solidFill>
                              <a:latin typeface="微软雅黑" panose="020B0503020204020204" pitchFamily="34" charset="-122"/>
                              <a:ea typeface="微软雅黑" panose="020B0503020204020204" pitchFamily="34" charset="-122"/>
                            </a:rPr>
                            <a:t> 1      ↑</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Choice>
        <mc:Fallback xmlns="">
          <p:graphicFrame>
            <p:nvGraphicFramePr>
              <p:cNvPr id="23" name="表格 22">
                <a:extLst>
                  <a:ext uri="{FF2B5EF4-FFF2-40B4-BE49-F238E27FC236}">
                    <a16:creationId xmlns:a16="http://schemas.microsoft.com/office/drawing/2014/main" id="{C3D48FBD-EBA5-7172-2150-AF8DF1FAEF3F}"/>
                  </a:ext>
                </a:extLst>
              </p:cNvPr>
              <p:cNvGraphicFramePr>
                <a:graphicFrameLocks noGrp="1"/>
              </p:cNvGraphicFramePr>
              <p:nvPr>
                <p:extLst>
                  <p:ext uri="{D42A27DB-BD31-4B8C-83A1-F6EECF244321}">
                    <p14:modId xmlns:p14="http://schemas.microsoft.com/office/powerpoint/2010/main" val="4037005247"/>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96939">
                    <a:tc>
                      <a:txBody>
                        <a:bodyPr/>
                        <a:lstStyle/>
                        <a:p>
                          <a:endParaRPr lang="zh-CN"/>
                        </a:p>
                      </a:txBody>
                      <a:tcPr>
                        <a:blipFill>
                          <a:blip r:embed="rId4"/>
                          <a:stretch>
                            <a:fillRect l="-192" t="-7692" r="-39038" b="-529231"/>
                          </a:stretch>
                        </a:blipFill>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96240">
                    <a:tc>
                      <a:txBody>
                        <a:bodyPr/>
                        <a:lstStyle/>
                        <a:p>
                          <a:r>
                            <a:rPr lang="en-US" altLang="zh-CN" sz="2000" dirty="0">
                              <a:latin typeface="微软雅黑" panose="020B0503020204020204" pitchFamily="34" charset="-122"/>
                              <a:ea typeface="微软雅黑" panose="020B0503020204020204" pitchFamily="34" charset="-122"/>
                            </a:rPr>
                            <a:t>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96240">
                    <a:tc>
                      <a:txBody>
                        <a:bodyPr/>
                        <a:lstStyle/>
                        <a:p>
                          <a:r>
                            <a:rPr lang="en-US" altLang="zh-CN" sz="2000" dirty="0">
                              <a:latin typeface="微软雅黑" panose="020B0503020204020204" pitchFamily="34" charset="-122"/>
                              <a:ea typeface="微软雅黑" panose="020B0503020204020204" pitchFamily="34" charset="-122"/>
                            </a:rPr>
                            <a:t>  1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962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a:t>
                          </a:r>
                          <a:r>
                            <a:rPr lang="en-US" altLang="zh-CN" sz="2000" dirty="0" err="1">
                              <a:latin typeface="微软雅黑" panose="020B0503020204020204" pitchFamily="34" charset="-122"/>
                              <a:ea typeface="微软雅黑" panose="020B0503020204020204" pitchFamily="34" charset="-122"/>
                            </a:rPr>
                            <a:t>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962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96240">
                    <a:tc>
                      <a:txBody>
                        <a:bodyPr/>
                        <a:lstStyle/>
                        <a:p>
                          <a:r>
                            <a:rPr lang="en-US" altLang="zh-CN" sz="2000" dirty="0">
                              <a:solidFill>
                                <a:srgbClr val="0000FF"/>
                              </a:solidFill>
                              <a:latin typeface="微软雅黑" panose="020B0503020204020204" pitchFamily="34" charset="-122"/>
                              <a:ea typeface="微软雅黑" panose="020B0503020204020204" pitchFamily="34" charset="-122"/>
                            </a:rPr>
                            <a:t>  1       1       1     </a:t>
                          </a:r>
                          <a:r>
                            <a:rPr lang="en-US" altLang="zh-CN" sz="800" dirty="0">
                              <a:solidFill>
                                <a:srgbClr val="0000FF"/>
                              </a:solidFill>
                              <a:latin typeface="微软雅黑" panose="020B0503020204020204" pitchFamily="34" charset="-122"/>
                              <a:ea typeface="微软雅黑" panose="020B0503020204020204" pitchFamily="34" charset="-122"/>
                            </a:rPr>
                            <a:t> </a:t>
                          </a:r>
                          <a:r>
                            <a:rPr lang="en-US" altLang="zh-CN" sz="2000" dirty="0">
                              <a:solidFill>
                                <a:srgbClr val="0000FF"/>
                              </a:solidFill>
                              <a:latin typeface="微软雅黑" panose="020B0503020204020204" pitchFamily="34" charset="-122"/>
                              <a:ea typeface="微软雅黑" panose="020B0503020204020204" pitchFamily="34" charset="-122"/>
                            </a:rPr>
                            <a:t> 1      ↑</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Fallback>
      </mc:AlternateContent>
      <p:sp>
        <p:nvSpPr>
          <p:cNvPr id="24" name="文本框 23">
            <a:extLst>
              <a:ext uri="{FF2B5EF4-FFF2-40B4-BE49-F238E27FC236}">
                <a16:creationId xmlns:a16="http://schemas.microsoft.com/office/drawing/2014/main" id="{9B094ABC-D4B4-D314-8C9C-2656D7804CE3}"/>
              </a:ext>
            </a:extLst>
          </p:cNvPr>
          <p:cNvSpPr txBox="1"/>
          <p:nvPr/>
        </p:nvSpPr>
        <p:spPr>
          <a:xfrm>
            <a:off x="6840000" y="3600000"/>
            <a:ext cx="4392709" cy="430887"/>
          </a:xfrm>
          <a:prstGeom prst="rect">
            <a:avLst/>
          </a:prstGeom>
          <a:noFill/>
        </p:spPr>
        <p:txBody>
          <a:bodyPr wrap="square">
            <a:spAutoFit/>
          </a:bodyPr>
          <a:lstStyle/>
          <a:p>
            <a:pPr algn="ctr"/>
            <a:r>
              <a:rPr lang="zh-CN" altLang="en-US" sz="2200" dirty="0">
                <a:latin typeface="Cambria Math" panose="02040503050406030204" pitchFamily="18" charset="0"/>
                <a:ea typeface="微软雅黑" panose="020B0503020204020204" pitchFamily="34" charset="-122"/>
              </a:rPr>
              <a:t>功能表</a:t>
            </a:r>
            <a:endParaRPr lang="zh-CN" altLang="en-US" sz="2200" dirty="0"/>
          </a:p>
        </p:txBody>
      </p:sp>
      <p:sp>
        <p:nvSpPr>
          <p:cNvPr id="2" name="标题 1">
            <a:extLst>
              <a:ext uri="{FF2B5EF4-FFF2-40B4-BE49-F238E27FC236}">
                <a16:creationId xmlns:a16="http://schemas.microsoft.com/office/drawing/2014/main" id="{2DD530F5-DF2E-EFE1-7978-7A1E7F56C69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pic>
        <p:nvPicPr>
          <p:cNvPr id="6" name="图片 5">
            <a:extLst>
              <a:ext uri="{FF2B5EF4-FFF2-40B4-BE49-F238E27FC236}">
                <a16:creationId xmlns:a16="http://schemas.microsoft.com/office/drawing/2014/main" id="{9488AE4C-8921-8E52-8466-A933790D8BB4}"/>
              </a:ext>
            </a:extLst>
          </p:cNvPr>
          <p:cNvPicPr>
            <a:picLocks noChangeAspect="1"/>
          </p:cNvPicPr>
          <p:nvPr/>
        </p:nvPicPr>
        <p:blipFill>
          <a:blip r:embed="rId5"/>
          <a:stretch>
            <a:fillRect/>
          </a:stretch>
        </p:blipFill>
        <p:spPr>
          <a:xfrm>
            <a:off x="6336000" y="611999"/>
            <a:ext cx="5815139" cy="2817001"/>
          </a:xfrm>
          <a:prstGeom prst="rect">
            <a:avLst/>
          </a:prstGeom>
        </p:spPr>
      </p:pic>
    </p:spTree>
    <p:extLst>
      <p:ext uri="{BB962C8B-B14F-4D97-AF65-F5344CB8AC3E}">
        <p14:creationId xmlns:p14="http://schemas.microsoft.com/office/powerpoint/2010/main" val="3703399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FF94-99DB-B0C5-548A-6AED3086C80F}"/>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4851D44F-01E8-24F0-656B-F35759AD348E}"/>
              </a:ext>
            </a:extLst>
          </p:cNvPr>
          <p:cNvSpPr txBox="1"/>
          <p:nvPr/>
        </p:nvSpPr>
        <p:spPr>
          <a:xfrm>
            <a:off x="360000" y="828000"/>
            <a:ext cx="6177221" cy="108189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多功能 </a:t>
            </a:r>
            <a:r>
              <a:rPr lang="en-US" altLang="zh-CN" sz="2800" dirty="0">
                <a:solidFill>
                  <a:srgbClr val="002060"/>
                </a:solidFill>
                <a:latin typeface="微软雅黑" panose="020B0503020204020204" pitchFamily="34" charset="-122"/>
                <a:ea typeface="微软雅黑" panose="020B0503020204020204" pitchFamily="34" charset="-122"/>
              </a:rPr>
              <a:t>4 </a:t>
            </a:r>
            <a:r>
              <a:rPr lang="zh-CN" altLang="en-US" sz="2800" dirty="0">
                <a:solidFill>
                  <a:srgbClr val="002060"/>
                </a:solidFill>
                <a:latin typeface="微软雅黑" panose="020B0503020204020204" pitchFamily="34" charset="-122"/>
                <a:ea typeface="微软雅黑" panose="020B0503020204020204" pitchFamily="34" charset="-122"/>
              </a:rPr>
              <a:t>位同步二进制计数器（</a:t>
            </a:r>
            <a:r>
              <a:rPr lang="en-US" altLang="zh-CN" sz="2800" dirty="0">
                <a:solidFill>
                  <a:srgbClr val="002060"/>
                </a:solidFill>
                <a:latin typeface="微软雅黑" panose="020B0503020204020204" pitchFamily="34" charset="-122"/>
                <a:ea typeface="微软雅黑" panose="020B0503020204020204" pitchFamily="34" charset="-122"/>
              </a:rPr>
              <a:t>74x161</a:t>
            </a:r>
            <a:r>
              <a:rPr lang="zh-CN" altLang="en-US" sz="2800" dirty="0">
                <a:solidFill>
                  <a:srgbClr val="002060"/>
                </a:solidFill>
                <a:latin typeface="微软雅黑" panose="020B0503020204020204" pitchFamily="34" charset="-122"/>
                <a:ea typeface="微软雅黑" panose="020B0503020204020204" pitchFamily="34" charset="-122"/>
              </a:rPr>
              <a:t>）</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1D961308-99C6-4093-F00A-E57B52504F22}"/>
              </a:ext>
            </a:extLst>
          </p:cNvPr>
          <p:cNvGrpSpPr/>
          <p:nvPr/>
        </p:nvGrpSpPr>
        <p:grpSpPr>
          <a:xfrm>
            <a:off x="11449269" y="6198682"/>
            <a:ext cx="786273" cy="548639"/>
            <a:chOff x="11454918" y="5839511"/>
            <a:chExt cx="786273" cy="548639"/>
          </a:xfrm>
        </p:grpSpPr>
        <p:grpSp>
          <p:nvGrpSpPr>
            <p:cNvPr id="13" name="组合 12">
              <a:extLst>
                <a:ext uri="{FF2B5EF4-FFF2-40B4-BE49-F238E27FC236}">
                  <a16:creationId xmlns:a16="http://schemas.microsoft.com/office/drawing/2014/main" id="{E5300436-BDB2-C43D-BA1D-E9670515BA85}"/>
                </a:ext>
              </a:extLst>
            </p:cNvPr>
            <p:cNvGrpSpPr/>
            <p:nvPr/>
          </p:nvGrpSpPr>
          <p:grpSpPr>
            <a:xfrm>
              <a:off x="11454918" y="5867450"/>
              <a:ext cx="737081" cy="520700"/>
              <a:chOff x="11454918" y="5867450"/>
              <a:chExt cx="737081" cy="520700"/>
            </a:xfrm>
          </p:grpSpPr>
          <p:sp>
            <p:nvSpPr>
              <p:cNvPr id="15" name="箭头: 五边形 14">
                <a:extLst>
                  <a:ext uri="{FF2B5EF4-FFF2-40B4-BE49-F238E27FC236}">
                    <a16:creationId xmlns:a16="http://schemas.microsoft.com/office/drawing/2014/main" id="{FBA5F787-AD6F-BC4E-CF51-0C4640DFD21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310F7961-CED3-D094-AB09-2DE2865C799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 name="灯片编号占位符 3">
              <a:extLst>
                <a:ext uri="{FF2B5EF4-FFF2-40B4-BE49-F238E27FC236}">
                  <a16:creationId xmlns:a16="http://schemas.microsoft.com/office/drawing/2014/main" id="{D5FC0A89-772F-3FA9-E8CD-159B3262C4C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378BF407-C51A-A920-F4B6-89810B7DBBA7}"/>
                  </a:ext>
                </a:extLst>
              </p:cNvPr>
              <p:cNvGraphicFramePr>
                <a:graphicFrameLocks noGrp="1"/>
              </p:cNvGraphicFramePr>
              <p:nvPr>
                <p:extLst>
                  <p:ext uri="{D42A27DB-BD31-4B8C-83A1-F6EECF244321}">
                    <p14:modId xmlns:p14="http://schemas.microsoft.com/office/powerpoint/2010/main" val="222461242"/>
                  </p:ext>
                </p:extLst>
              </p:nvPr>
            </p:nvGraphicFramePr>
            <p:xfrm>
              <a:off x="6374167" y="1024217"/>
              <a:ext cx="5022595" cy="5705348"/>
            </p:xfrm>
            <a:graphic>
              <a:graphicData uri="http://schemas.openxmlformats.org/drawingml/2006/table">
                <a:tbl>
                  <a:tblPr firstRow="1" bandRow="1">
                    <a:tableStyleId>{5940675A-B579-460E-94D1-54222C63F5DA}</a:tableStyleId>
                  </a:tblPr>
                  <a:tblGrid>
                    <a:gridCol w="2034143">
                      <a:extLst>
                        <a:ext uri="{9D8B030D-6E8A-4147-A177-3AD203B41FA5}">
                          <a16:colId xmlns:a16="http://schemas.microsoft.com/office/drawing/2014/main" val="811191955"/>
                        </a:ext>
                      </a:extLst>
                    </a:gridCol>
                    <a:gridCol w="2444514">
                      <a:extLst>
                        <a:ext uri="{9D8B030D-6E8A-4147-A177-3AD203B41FA5}">
                          <a16:colId xmlns:a16="http://schemas.microsoft.com/office/drawing/2014/main" val="1999238891"/>
                        </a:ext>
                      </a:extLst>
                    </a:gridCol>
                    <a:gridCol w="543938">
                      <a:extLst>
                        <a:ext uri="{9D8B030D-6E8A-4147-A177-3AD203B41FA5}">
                          <a16:colId xmlns:a16="http://schemas.microsoft.com/office/drawing/2014/main" val="4156098295"/>
                        </a:ext>
                      </a:extLst>
                    </a:gridCol>
                  </a:tblGrid>
                  <a:tr h="213968">
                    <a:tc>
                      <a:txBody>
                        <a:bodyPr/>
                        <a:lstStyle/>
                        <a:p>
                          <a:pPr algn="ct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i="1">
                                      <a:solidFill>
                                        <a:schemeClr val="accent5">
                                          <a:lumMod val="75000"/>
                                        </a:schemeClr>
                                      </a:solidFill>
                                      <a:latin typeface="Cambria Math" panose="02040503050406030204" pitchFamily="18" charset="0"/>
                                    </a:rPr>
                                    <m:t>3</m:t>
                                  </m:r>
                                </m:sub>
                                <m:sup>
                                  <m:r>
                                    <a:rPr lang="en-US" altLang="zh-CN" sz="1600" i="1">
                                      <a:solidFill>
                                        <a:schemeClr val="accent5">
                                          <a:lumMod val="75000"/>
                                        </a:schemeClr>
                                      </a:solidFill>
                                      <a:latin typeface="Cambria Math" panose="02040503050406030204" pitchFamily="18" charset="0"/>
                                    </a:rPr>
                                    <m:t>𝑛</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2</m:t>
                                  </m:r>
                                </m:sub>
                                <m:sup>
                                  <m:r>
                                    <a:rPr lang="en-US" altLang="zh-CN" sz="1600" i="1">
                                      <a:solidFill>
                                        <a:schemeClr val="accent5">
                                          <a:lumMod val="75000"/>
                                        </a:schemeClr>
                                      </a:solidFill>
                                      <a:latin typeface="Cambria Math" panose="02040503050406030204" pitchFamily="18" charset="0"/>
                                    </a:rPr>
                                    <m:t>𝑛</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1</m:t>
                                  </m:r>
                                </m:sub>
                                <m:sup>
                                  <m:r>
                                    <a:rPr lang="en-US" altLang="zh-CN" sz="1600" i="1">
                                      <a:solidFill>
                                        <a:schemeClr val="accent5">
                                          <a:lumMod val="75000"/>
                                        </a:schemeClr>
                                      </a:solidFill>
                                      <a:latin typeface="Cambria Math" panose="02040503050406030204" pitchFamily="18" charset="0"/>
                                    </a:rPr>
                                    <m:t>𝑛</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0</m:t>
                                  </m:r>
                                </m:sub>
                                <m:sup>
                                  <m:r>
                                    <a:rPr lang="en-US" altLang="zh-CN" sz="1600" i="1">
                                      <a:solidFill>
                                        <a:schemeClr val="accent5">
                                          <a:lumMod val="75000"/>
                                        </a:schemeClr>
                                      </a:solidFill>
                                      <a:latin typeface="Cambria Math" panose="02040503050406030204" pitchFamily="18" charset="0"/>
                                    </a:rPr>
                                    <m:t>𝑛</m:t>
                                  </m:r>
                                </m:sup>
                              </m:sSubSup>
                            </m:oMath>
                          </a14:m>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i="1">
                                      <a:solidFill>
                                        <a:schemeClr val="accent5">
                                          <a:lumMod val="75000"/>
                                        </a:schemeClr>
                                      </a:solidFill>
                                      <a:latin typeface="Cambria Math" panose="02040503050406030204" pitchFamily="18" charset="0"/>
                                    </a:rPr>
                                    <m:t>3</m:t>
                                  </m:r>
                                </m:sub>
                                <m:sup>
                                  <m:r>
                                    <a:rPr lang="en-US" altLang="zh-CN" sz="1600" i="1">
                                      <a:solidFill>
                                        <a:schemeClr val="accent5">
                                          <a:lumMod val="75000"/>
                                        </a:schemeClr>
                                      </a:solidFill>
                                      <a:latin typeface="Cambria Math" panose="02040503050406030204" pitchFamily="18" charset="0"/>
                                    </a:rPr>
                                    <m:t>𝑛</m:t>
                                  </m:r>
                                  <m:r>
                                    <a:rPr lang="en-US" altLang="zh-CN" sz="1600" b="0" i="1" smtClean="0">
                                      <a:solidFill>
                                        <a:schemeClr val="accent5">
                                          <a:lumMod val="75000"/>
                                        </a:schemeClr>
                                      </a:solidFill>
                                      <a:latin typeface="Cambria Math" panose="02040503050406030204" pitchFamily="18" charset="0"/>
                                    </a:rPr>
                                    <m:t>+1</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2</m:t>
                                  </m:r>
                                </m:sub>
                                <m:sup>
                                  <m:r>
                                    <a:rPr lang="en-US" altLang="zh-CN" sz="1600" i="1">
                                      <a:solidFill>
                                        <a:schemeClr val="accent5">
                                          <a:lumMod val="75000"/>
                                        </a:schemeClr>
                                      </a:solidFill>
                                      <a:latin typeface="Cambria Math" panose="02040503050406030204" pitchFamily="18" charset="0"/>
                                    </a:rPr>
                                    <m:t>𝑛</m:t>
                                  </m:r>
                                  <m:r>
                                    <a:rPr lang="en-US" altLang="zh-CN" sz="1600" b="0" i="1" smtClean="0">
                                      <a:solidFill>
                                        <a:schemeClr val="accent5">
                                          <a:lumMod val="75000"/>
                                        </a:schemeClr>
                                      </a:solidFill>
                                      <a:latin typeface="Cambria Math" panose="02040503050406030204" pitchFamily="18" charset="0"/>
                                    </a:rPr>
                                    <m:t>+1</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1</m:t>
                                  </m:r>
                                </m:sub>
                                <m:sup>
                                  <m:r>
                                    <a:rPr lang="en-US" altLang="zh-CN" sz="1600" i="1">
                                      <a:solidFill>
                                        <a:schemeClr val="accent5">
                                          <a:lumMod val="75000"/>
                                        </a:schemeClr>
                                      </a:solidFill>
                                      <a:latin typeface="Cambria Math" panose="02040503050406030204" pitchFamily="18" charset="0"/>
                                    </a:rPr>
                                    <m:t>𝑛</m:t>
                                  </m:r>
                                  <m:r>
                                    <a:rPr lang="en-US" altLang="zh-CN" sz="1600" b="0" i="1" smtClean="0">
                                      <a:solidFill>
                                        <a:schemeClr val="accent5">
                                          <a:lumMod val="75000"/>
                                        </a:schemeClr>
                                      </a:solidFill>
                                      <a:latin typeface="Cambria Math" panose="02040503050406030204" pitchFamily="18" charset="0"/>
                                    </a:rPr>
                                    <m:t>+1</m:t>
                                  </m:r>
                                </m:sup>
                              </m:sSubSup>
                            </m:oMath>
                          </a14:m>
                          <a:r>
                            <a:rPr lang="zh-CN" altLang="en-US" sz="1600" dirty="0">
                              <a:latin typeface="微软雅黑" panose="020B0503020204020204" pitchFamily="34" charset="-122"/>
                              <a:ea typeface="微软雅黑" panose="020B0503020204020204" pitchFamily="34" charset="-122"/>
                            </a:rPr>
                            <a:t>  </a:t>
                          </a:r>
                          <a14:m>
                            <m:oMath xmlns:m="http://schemas.openxmlformats.org/officeDocument/2006/math">
                              <m:sSubSup>
                                <m:sSubSupPr>
                                  <m:ctrlPr>
                                    <a:rPr lang="en-US" altLang="zh-CN" sz="1600" i="1" smtClean="0">
                                      <a:solidFill>
                                        <a:schemeClr val="accent5">
                                          <a:lumMod val="75000"/>
                                        </a:schemeClr>
                                      </a:solidFill>
                                      <a:latin typeface="Cambria Math" panose="02040503050406030204" pitchFamily="18" charset="0"/>
                                    </a:rPr>
                                  </m:ctrlPr>
                                </m:sSubSupPr>
                                <m:e>
                                  <m:r>
                                    <m:rPr>
                                      <m:sty m:val="p"/>
                                    </m:rPr>
                                    <a:rPr lang="en-US" altLang="zh-CN" sz="1600">
                                      <a:solidFill>
                                        <a:schemeClr val="accent5">
                                          <a:lumMod val="75000"/>
                                        </a:schemeClr>
                                      </a:solidFill>
                                      <a:latin typeface="Cambria Math" panose="02040503050406030204" pitchFamily="18" charset="0"/>
                                    </a:rPr>
                                    <m:t>Q</m:t>
                                  </m:r>
                                </m:e>
                                <m:sub>
                                  <m:r>
                                    <a:rPr lang="en-US" altLang="zh-CN" sz="1600" b="0" i="1" smtClean="0">
                                      <a:solidFill>
                                        <a:schemeClr val="accent5">
                                          <a:lumMod val="75000"/>
                                        </a:schemeClr>
                                      </a:solidFill>
                                      <a:latin typeface="Cambria Math" panose="02040503050406030204" pitchFamily="18" charset="0"/>
                                    </a:rPr>
                                    <m:t>0</m:t>
                                  </m:r>
                                </m:sub>
                                <m:sup>
                                  <m:r>
                                    <a:rPr lang="en-US" altLang="zh-CN" sz="1600" i="1">
                                      <a:solidFill>
                                        <a:schemeClr val="accent5">
                                          <a:lumMod val="75000"/>
                                        </a:schemeClr>
                                      </a:solidFill>
                                      <a:latin typeface="Cambria Math" panose="02040503050406030204" pitchFamily="18" charset="0"/>
                                    </a:rPr>
                                    <m:t>𝑛</m:t>
                                  </m:r>
                                  <m:r>
                                    <a:rPr lang="en-US" altLang="zh-CN" sz="1600" b="0" i="1" smtClean="0">
                                      <a:solidFill>
                                        <a:schemeClr val="accent5">
                                          <a:lumMod val="75000"/>
                                        </a:schemeClr>
                                      </a:solidFill>
                                      <a:latin typeface="Cambria Math" panose="02040503050406030204" pitchFamily="18" charset="0"/>
                                    </a:rPr>
                                    <m:t>+1</m:t>
                                  </m:r>
                                </m:sup>
                              </m:sSubSup>
                            </m:oMath>
                          </a14:m>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
                              </m:oMathParaPr>
                              <m:oMath xmlns:m="http://schemas.openxmlformats.org/officeDocument/2006/math">
                                <m:r>
                                  <m:rPr>
                                    <m:sty m:val="p"/>
                                  </m:rPr>
                                  <a:rPr lang="en-US" altLang="zh-CN" sz="1600" b="0" i="0" smtClean="0">
                                    <a:solidFill>
                                      <a:schemeClr val="accent5">
                                        <a:lumMod val="75000"/>
                                      </a:schemeClr>
                                    </a:solidFill>
                                    <a:latin typeface="Cambria Math" panose="02040503050406030204" pitchFamily="18" charset="0"/>
                                  </a:rPr>
                                  <m:t>TC</m:t>
                                </m:r>
                              </m:oMath>
                            </m:oMathPara>
                          </a14:m>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808383834"/>
                      </a:ext>
                    </a:extLst>
                  </a:tr>
                  <a:tr h="210633">
                    <a:tc>
                      <a:txBody>
                        <a:bodyPr/>
                        <a:lstStyle/>
                        <a:p>
                          <a:pPr algn="ctr"/>
                          <a:r>
                            <a:rPr lang="en-US" altLang="zh-CN" sz="1600" dirty="0">
                              <a:latin typeface="微软雅黑" panose="020B0503020204020204" pitchFamily="34" charset="-122"/>
                              <a:ea typeface="微软雅黑" panose="020B0503020204020204" pitchFamily="34" charset="-122"/>
                            </a:rPr>
                            <a:t>0      0      0      0</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022523100"/>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321471275"/>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338589133"/>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312097099"/>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655294652"/>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423508984"/>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974730017"/>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412139570"/>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911437240"/>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139895112"/>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379265712"/>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063809446"/>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618280034"/>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686764"/>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50557843"/>
                      </a:ext>
                    </a:extLst>
                  </a:tr>
                  <a:tr h="2106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0        0        0        0</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1" dirty="0">
                              <a:solidFill>
                                <a:srgbClr val="FF0000"/>
                              </a:solidFill>
                              <a:latin typeface="微软雅黑" panose="020B0503020204020204" pitchFamily="34" charset="-122"/>
                              <a:ea typeface="微软雅黑" panose="020B0503020204020204" pitchFamily="34" charset="-122"/>
                            </a:rPr>
                            <a:t>1</a:t>
                          </a:r>
                          <a:endParaRPr lang="zh-CN" altLang="en-US" sz="1600" b="1" dirty="0">
                            <a:solidFill>
                              <a:srgbClr val="FF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00287319"/>
                      </a:ext>
                    </a:extLst>
                  </a:tr>
                </a:tbl>
              </a:graphicData>
            </a:graphic>
          </p:graphicFrame>
        </mc:Choice>
        <mc:Fallback xmlns="">
          <p:graphicFrame>
            <p:nvGraphicFramePr>
              <p:cNvPr id="2" name="表格 1">
                <a:extLst>
                  <a:ext uri="{FF2B5EF4-FFF2-40B4-BE49-F238E27FC236}">
                    <a16:creationId xmlns:a16="http://schemas.microsoft.com/office/drawing/2014/main" id="{378BF407-C51A-A920-F4B6-89810B7DBBA7}"/>
                  </a:ext>
                </a:extLst>
              </p:cNvPr>
              <p:cNvGraphicFramePr>
                <a:graphicFrameLocks noGrp="1"/>
              </p:cNvGraphicFramePr>
              <p:nvPr>
                <p:extLst>
                  <p:ext uri="{D42A27DB-BD31-4B8C-83A1-F6EECF244321}">
                    <p14:modId xmlns:p14="http://schemas.microsoft.com/office/powerpoint/2010/main" val="222461242"/>
                  </p:ext>
                </p:extLst>
              </p:nvPr>
            </p:nvGraphicFramePr>
            <p:xfrm>
              <a:off x="6374167" y="1024217"/>
              <a:ext cx="5022595" cy="5705348"/>
            </p:xfrm>
            <a:graphic>
              <a:graphicData uri="http://schemas.openxmlformats.org/drawingml/2006/table">
                <a:tbl>
                  <a:tblPr firstRow="1" bandRow="1">
                    <a:tableStyleId>{5940675A-B579-460E-94D1-54222C63F5DA}</a:tableStyleId>
                  </a:tblPr>
                  <a:tblGrid>
                    <a:gridCol w="2034143">
                      <a:extLst>
                        <a:ext uri="{9D8B030D-6E8A-4147-A177-3AD203B41FA5}">
                          <a16:colId xmlns:a16="http://schemas.microsoft.com/office/drawing/2014/main" val="811191955"/>
                        </a:ext>
                      </a:extLst>
                    </a:gridCol>
                    <a:gridCol w="2444514">
                      <a:extLst>
                        <a:ext uri="{9D8B030D-6E8A-4147-A177-3AD203B41FA5}">
                          <a16:colId xmlns:a16="http://schemas.microsoft.com/office/drawing/2014/main" val="1999238891"/>
                        </a:ext>
                      </a:extLst>
                    </a:gridCol>
                    <a:gridCol w="543938">
                      <a:extLst>
                        <a:ext uri="{9D8B030D-6E8A-4147-A177-3AD203B41FA5}">
                          <a16:colId xmlns:a16="http://schemas.microsoft.com/office/drawing/2014/main" val="4156098295"/>
                        </a:ext>
                      </a:extLst>
                    </a:gridCol>
                  </a:tblGrid>
                  <a:tr h="340868">
                    <a:tc>
                      <a:txBody>
                        <a:bodyPr/>
                        <a:lstStyle/>
                        <a:p>
                          <a:endParaRPr lang="zh-CN"/>
                        </a:p>
                      </a:txBody>
                      <a:tcPr anchor="ctr">
                        <a:blipFill>
                          <a:blip r:embed="rId3"/>
                          <a:stretch>
                            <a:fillRect l="-299" t="-3571" r="-147605" b="-1594643"/>
                          </a:stretch>
                        </a:blipFill>
                      </a:tcPr>
                    </a:tc>
                    <a:tc>
                      <a:txBody>
                        <a:bodyPr/>
                        <a:lstStyle/>
                        <a:p>
                          <a:endParaRPr lang="zh-CN"/>
                        </a:p>
                      </a:txBody>
                      <a:tcPr anchor="ctr">
                        <a:blipFill>
                          <a:blip r:embed="rId3"/>
                          <a:stretch>
                            <a:fillRect l="-83333" t="-3571" r="-22637" b="-1594643"/>
                          </a:stretch>
                        </a:blipFill>
                      </a:tcPr>
                    </a:tc>
                    <a:tc>
                      <a:txBody>
                        <a:bodyPr/>
                        <a:lstStyle/>
                        <a:p>
                          <a:endParaRPr lang="zh-CN"/>
                        </a:p>
                      </a:txBody>
                      <a:tcPr anchor="ctr">
                        <a:blipFill>
                          <a:blip r:embed="rId3"/>
                          <a:stretch>
                            <a:fillRect l="-828090" t="-3571" r="-2247" b="-1594643"/>
                          </a:stretch>
                        </a:blipFill>
                      </a:tcPr>
                    </a:tc>
                    <a:extLst>
                      <a:ext uri="{0D108BD9-81ED-4DB2-BD59-A6C34878D82A}">
                        <a16:rowId xmlns:a16="http://schemas.microsoft.com/office/drawing/2014/main" val="1808383834"/>
                      </a:ext>
                    </a:extLst>
                  </a:tr>
                  <a:tr h="335280">
                    <a:tc>
                      <a:txBody>
                        <a:bodyPr/>
                        <a:lstStyle/>
                        <a:p>
                          <a:pPr algn="ctr"/>
                          <a:r>
                            <a:rPr lang="en-US" altLang="zh-CN" sz="1600" dirty="0">
                              <a:latin typeface="微软雅黑" panose="020B0503020204020204" pitchFamily="34" charset="-122"/>
                              <a:ea typeface="微软雅黑" panose="020B0503020204020204" pitchFamily="34" charset="-122"/>
                            </a:rPr>
                            <a:t>0      0      0      0</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022523100"/>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321471275"/>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338589133"/>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3312097099"/>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655294652"/>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423508984"/>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974730017"/>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412139570"/>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911437240"/>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139895112"/>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379265712"/>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1      0      1      1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2063809446"/>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618280034"/>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1      1      0      1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686764"/>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1      1      1      0</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50557843"/>
                      </a:ext>
                    </a:extLst>
                  </a:tr>
                  <a:tr h="335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1      1      1      1</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0        0        0        0</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1" dirty="0">
                              <a:solidFill>
                                <a:srgbClr val="FF0000"/>
                              </a:solidFill>
                              <a:latin typeface="微软雅黑" panose="020B0503020204020204" pitchFamily="34" charset="-122"/>
                              <a:ea typeface="微软雅黑" panose="020B0503020204020204" pitchFamily="34" charset="-122"/>
                            </a:rPr>
                            <a:t>1</a:t>
                          </a:r>
                          <a:endParaRPr lang="zh-CN" altLang="en-US" sz="1600" b="1" dirty="0">
                            <a:solidFill>
                              <a:srgbClr val="FF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600287319"/>
                      </a:ext>
                    </a:extLst>
                  </a:tr>
                </a:tbl>
              </a:graphicData>
            </a:graphic>
          </p:graphicFrame>
        </mc:Fallback>
      </mc:AlternateContent>
      <p:sp>
        <p:nvSpPr>
          <p:cNvPr id="5" name="文本框 4">
            <a:extLst>
              <a:ext uri="{FF2B5EF4-FFF2-40B4-BE49-F238E27FC236}">
                <a16:creationId xmlns:a16="http://schemas.microsoft.com/office/drawing/2014/main" id="{2908C4EB-F438-08B4-1414-DE09ECC7C51D}"/>
              </a:ext>
            </a:extLst>
          </p:cNvPr>
          <p:cNvSpPr txBox="1"/>
          <p:nvPr/>
        </p:nvSpPr>
        <p:spPr>
          <a:xfrm>
            <a:off x="6372000" y="624107"/>
            <a:ext cx="5022595" cy="400110"/>
          </a:xfrm>
          <a:prstGeom prst="rect">
            <a:avLst/>
          </a:prstGeom>
          <a:noFill/>
        </p:spPr>
        <p:txBody>
          <a:bodyPr wrap="square">
            <a:spAutoFit/>
          </a:bodyPr>
          <a:lstStyle/>
          <a:p>
            <a:pPr algn="ctr"/>
            <a:r>
              <a:rPr lang="zh-CN" altLang="en-US" sz="2000" dirty="0">
                <a:solidFill>
                  <a:schemeClr val="accent5">
                    <a:lumMod val="75000"/>
                  </a:schemeClr>
                </a:solidFill>
                <a:latin typeface="Cambria Math" panose="02040503050406030204" pitchFamily="18" charset="0"/>
                <a:ea typeface="微软雅黑" panose="020B0503020204020204" pitchFamily="34" charset="-122"/>
              </a:rPr>
              <a:t>状态表</a:t>
            </a:r>
            <a:endParaRPr lang="zh-CN" altLang="en-US" sz="2000"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D96F22C-FC4A-7262-A04D-53C7165C9BFF}"/>
                  </a:ext>
                </a:extLst>
              </p:cNvPr>
              <p:cNvSpPr txBox="1"/>
              <p:nvPr/>
            </p:nvSpPr>
            <p:spPr>
              <a:xfrm>
                <a:off x="360000" y="2520000"/>
                <a:ext cx="4878470" cy="2831160"/>
              </a:xfrm>
              <a:prstGeom prst="rect">
                <a:avLst/>
              </a:prstGeom>
              <a:noFill/>
            </p:spPr>
            <p:txBody>
              <a:bodyPr wrap="square">
                <a:spAutoFit/>
              </a:bodyPr>
              <a:lstStyle/>
              <a:p>
                <a:pPr lvl="1">
                  <a:spcAft>
                    <a:spcPts val="600"/>
                  </a:spcAft>
                </a:pPr>
                <a:r>
                  <a:rPr lang="zh-CN" altLang="en-US" sz="2400" dirty="0">
                    <a:solidFill>
                      <a:schemeClr val="accent5">
                        <a:lumMod val="75000"/>
                      </a:schemeClr>
                    </a:solidFill>
                    <a:latin typeface="Cambria Math" panose="02040503050406030204" pitchFamily="18" charset="0"/>
                    <a:ea typeface="微软雅黑" panose="020B0503020204020204" pitchFamily="34" charset="-122"/>
                  </a:rPr>
                  <a:t>当功能为计数时：</a:t>
                </a:r>
                <a:endParaRPr lang="en-US" altLang="zh-CN" sz="2400" dirty="0">
                  <a:solidFill>
                    <a:schemeClr val="accent5">
                      <a:lumMod val="75000"/>
                    </a:schemeClr>
                  </a:solidFill>
                  <a:latin typeface="Cambria Math" panose="02040503050406030204" pitchFamily="18" charset="0"/>
                  <a:ea typeface="微软雅黑" panose="020B0503020204020204" pitchFamily="34" charset="-122"/>
                </a:endParaRP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⊕1=</m:t>
                    </m:r>
                    <m:acc>
                      <m:accPr>
                        <m:chr m:val="̅"/>
                        <m:ctrlPr>
                          <a:rPr lang="en-US" altLang="zh-CN" sz="2400" i="1">
                            <a:solidFill>
                              <a:schemeClr val="accent5">
                                <a:lumMod val="75000"/>
                              </a:schemeClr>
                            </a:solidFill>
                            <a:latin typeface="Cambria Math" panose="02040503050406030204" pitchFamily="18" charset="0"/>
                            <a:ea typeface="Cambria Math" panose="02040503050406030204" pitchFamily="18" charset="0"/>
                          </a:rPr>
                        </m:ctrlPr>
                      </m:accPr>
                      <m:e>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e>
                    </m:acc>
                  </m:oMath>
                </a14:m>
                <a:r>
                  <a:rPr lang="en-US" altLang="zh-CN" sz="2400" dirty="0">
                    <a:solidFill>
                      <a:schemeClr val="accent5">
                        <a:lumMod val="75000"/>
                      </a:schemeClr>
                    </a:solidFill>
                  </a:rPr>
                  <a:t> </a:t>
                </a: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oMath>
                </a14:m>
                <a:r>
                  <a:rPr lang="zh-CN" altLang="en-US" sz="2400" dirty="0">
                    <a:solidFill>
                      <a:schemeClr val="accent5">
                        <a:lumMod val="75000"/>
                      </a:schemeClr>
                    </a:solidFill>
                  </a:rPr>
                  <a:t>    </a:t>
                </a:r>
                <a:endParaRPr lang="en-US" altLang="zh-CN" sz="2400" dirty="0">
                  <a:solidFill>
                    <a:schemeClr val="accent5">
                      <a:lumMod val="75000"/>
                    </a:schemeClr>
                  </a:solidFill>
                </a:endParaRPr>
              </a:p>
              <a:p>
                <a:pPr lvl="2">
                  <a:spcAft>
                    <a:spcPts val="600"/>
                  </a:spcAft>
                </a:pPr>
                <a14:m>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rPr>
                      <m:t>)</m:t>
                    </m:r>
                  </m:oMath>
                </a14:m>
                <a:r>
                  <a:rPr lang="zh-CN" altLang="en-US" sz="2400" dirty="0">
                    <a:solidFill>
                      <a:schemeClr val="accent5">
                        <a:lumMod val="75000"/>
                      </a:schemeClr>
                    </a:solidFill>
                  </a:rPr>
                  <a:t>  </a:t>
                </a:r>
                <a:endParaRPr lang="en-US" altLang="zh-CN" sz="2400" dirty="0">
                  <a:solidFill>
                    <a:schemeClr val="accent5">
                      <a:lumMod val="75000"/>
                    </a:schemeClr>
                  </a:solidFill>
                </a:endParaRPr>
              </a:p>
              <a:p>
                <a:pPr lvl="2">
                  <a:spcAft>
                    <a:spcPts val="600"/>
                  </a:spcAft>
                </a:pPr>
                <a14:m>
                  <m:oMathPara xmlns:m="http://schemas.openxmlformats.org/officeDocument/2006/math">
                    <m:oMathParaPr>
                      <m:jc m:val="centerGroup"/>
                    </m:oMathParaPr>
                    <m:oMath xmlns:m="http://schemas.openxmlformats.org/officeDocument/2006/math">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bSup>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rPr>
                        <m:t>)</m:t>
                      </m:r>
                    </m:oMath>
                  </m:oMathPara>
                </a14:m>
                <a:endParaRPr lang="en-US" altLang="zh-CN" sz="2400" dirty="0">
                  <a:solidFill>
                    <a:schemeClr val="accent5">
                      <a:lumMod val="75000"/>
                    </a:schemeClr>
                  </a:solidFill>
                </a:endParaRPr>
              </a:p>
              <a:p>
                <a:pPr lvl="2">
                  <a:spcAft>
                    <a:spcPts val="600"/>
                  </a:spcAft>
                </a:pP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TC</m:t>
                    </m:r>
                    <m:r>
                      <a:rPr lang="en-US" altLang="zh-CN" sz="2400" i="1">
                        <a:solidFill>
                          <a:schemeClr val="accent5">
                            <a:lumMod val="75000"/>
                          </a:schemeClr>
                        </a:solidFill>
                        <a:latin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3</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up>
                        <m:r>
                          <a:rPr lang="en-US" altLang="zh-CN" sz="2400" i="1">
                            <a:solidFill>
                              <a:schemeClr val="accent5">
                                <a:lumMod val="75000"/>
                              </a:schemeClr>
                            </a:solidFill>
                            <a:latin typeface="Cambria Math" panose="02040503050406030204" pitchFamily="18" charset="0"/>
                          </a:rPr>
                          <m:t>𝑛</m:t>
                        </m:r>
                      </m:sup>
                    </m:sSubSup>
                    <m:r>
                      <a:rPr lang="en-US" altLang="zh-CN" sz="2400" i="1">
                        <a:solidFill>
                          <a:schemeClr val="accent5">
                            <a:lumMod val="75000"/>
                          </a:schemeClr>
                        </a:solidFill>
                        <a:latin typeface="Cambria Math" panose="02040503050406030204" pitchFamily="18" charset="0"/>
                        <a:ea typeface="Cambria Math" panose="02040503050406030204" pitchFamily="18" charset="0"/>
                      </a:rPr>
                      <m:t>∙</m:t>
                    </m:r>
                    <m:sSubSup>
                      <m:sSubSupPr>
                        <m:ctrlPr>
                          <a:rPr lang="en-US" altLang="zh-CN" sz="2400" i="1">
                            <a:solidFill>
                              <a:schemeClr val="accent5">
                                <a:lumMod val="75000"/>
                              </a:schemeClr>
                            </a:solidFill>
                            <a:latin typeface="Cambria Math" panose="02040503050406030204" pitchFamily="18" charset="0"/>
                          </a:rPr>
                        </m:ctrlPr>
                      </m:sSubSup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up>
                        <m:r>
                          <a:rPr lang="en-US" altLang="zh-CN" sz="2400" i="1">
                            <a:solidFill>
                              <a:schemeClr val="accent5">
                                <a:lumMod val="75000"/>
                              </a:schemeClr>
                            </a:solidFill>
                            <a:latin typeface="Cambria Math" panose="02040503050406030204" pitchFamily="18" charset="0"/>
                          </a:rPr>
                          <m:t>𝑛</m:t>
                        </m:r>
                      </m:sup>
                    </m:sSubSup>
                  </m:oMath>
                </a14:m>
                <a:r>
                  <a:rPr lang="zh-CN" altLang="en-US" sz="2400" dirty="0">
                    <a:solidFill>
                      <a:schemeClr val="accent5">
                        <a:lumMod val="75000"/>
                      </a:schemeClr>
                    </a:solidFill>
                  </a:rPr>
                  <a:t> </a:t>
                </a:r>
              </a:p>
            </p:txBody>
          </p:sp>
        </mc:Choice>
        <mc:Fallback xmlns="">
          <p:sp>
            <p:nvSpPr>
              <p:cNvPr id="6" name="文本框 5">
                <a:extLst>
                  <a:ext uri="{FF2B5EF4-FFF2-40B4-BE49-F238E27FC236}">
                    <a16:creationId xmlns:a16="http://schemas.microsoft.com/office/drawing/2014/main" id="{0D96F22C-FC4A-7262-A04D-53C7165C9BFF}"/>
                  </a:ext>
                </a:extLst>
              </p:cNvPr>
              <p:cNvSpPr txBox="1">
                <a:spLocks noRot="1" noChangeAspect="1" noMove="1" noResize="1" noEditPoints="1" noAdjustHandles="1" noChangeArrowheads="1" noChangeShapeType="1" noTextEdit="1"/>
              </p:cNvSpPr>
              <p:nvPr/>
            </p:nvSpPr>
            <p:spPr>
              <a:xfrm>
                <a:off x="360000" y="2520000"/>
                <a:ext cx="4878470" cy="2831160"/>
              </a:xfrm>
              <a:prstGeom prst="rect">
                <a:avLst/>
              </a:prstGeom>
              <a:blipFill>
                <a:blip r:embed="rId4"/>
                <a:stretch>
                  <a:fillRect t="-1720"/>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34C17D0C-4B24-C8B6-1FED-84AEF7E1E38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spTree>
    <p:extLst>
      <p:ext uri="{BB962C8B-B14F-4D97-AF65-F5344CB8AC3E}">
        <p14:creationId xmlns:p14="http://schemas.microsoft.com/office/powerpoint/2010/main" val="3569808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32AD8-703D-587B-0E6B-E8B9827BBB0D}"/>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332EBF3D-2E35-0146-AF0D-38B0FB8CB539}"/>
              </a:ext>
            </a:extLst>
          </p:cNvPr>
          <p:cNvSpPr txBox="1"/>
          <p:nvPr/>
        </p:nvSpPr>
        <p:spPr>
          <a:xfrm>
            <a:off x="360000" y="828000"/>
            <a:ext cx="6336130" cy="564835"/>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多功能 </a:t>
            </a:r>
            <a:r>
              <a:rPr lang="en-US" altLang="zh-CN" sz="2800" dirty="0">
                <a:solidFill>
                  <a:srgbClr val="002060"/>
                </a:solidFill>
                <a:latin typeface="微软雅黑" panose="020B0503020204020204" pitchFamily="34" charset="-122"/>
                <a:ea typeface="微软雅黑" panose="020B0503020204020204" pitchFamily="34" charset="-122"/>
              </a:rPr>
              <a:t>4 </a:t>
            </a:r>
            <a:r>
              <a:rPr lang="zh-CN" altLang="en-US" sz="2800" dirty="0">
                <a:solidFill>
                  <a:srgbClr val="002060"/>
                </a:solidFill>
                <a:latin typeface="微软雅黑" panose="020B0503020204020204" pitchFamily="34" charset="-122"/>
                <a:ea typeface="微软雅黑" panose="020B0503020204020204" pitchFamily="34" charset="-122"/>
              </a:rPr>
              <a:t>位同步二进制计数器</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628A387B-6610-68A4-BEE3-AAD497B07157}"/>
              </a:ext>
            </a:extLst>
          </p:cNvPr>
          <p:cNvGrpSpPr/>
          <p:nvPr/>
        </p:nvGrpSpPr>
        <p:grpSpPr>
          <a:xfrm>
            <a:off x="11449269" y="6198682"/>
            <a:ext cx="786273" cy="548639"/>
            <a:chOff x="11454918" y="5839511"/>
            <a:chExt cx="786273" cy="548639"/>
          </a:xfrm>
        </p:grpSpPr>
        <p:grpSp>
          <p:nvGrpSpPr>
            <p:cNvPr id="13" name="组合 12">
              <a:extLst>
                <a:ext uri="{FF2B5EF4-FFF2-40B4-BE49-F238E27FC236}">
                  <a16:creationId xmlns:a16="http://schemas.microsoft.com/office/drawing/2014/main" id="{B7940E49-5093-C4D7-6BA0-00C4B904FBE8}"/>
                </a:ext>
              </a:extLst>
            </p:cNvPr>
            <p:cNvGrpSpPr/>
            <p:nvPr/>
          </p:nvGrpSpPr>
          <p:grpSpPr>
            <a:xfrm>
              <a:off x="11454918" y="5867450"/>
              <a:ext cx="737081" cy="520700"/>
              <a:chOff x="11454918" y="5867450"/>
              <a:chExt cx="737081" cy="520700"/>
            </a:xfrm>
          </p:grpSpPr>
          <p:sp>
            <p:nvSpPr>
              <p:cNvPr id="15" name="箭头: 五边形 14">
                <a:extLst>
                  <a:ext uri="{FF2B5EF4-FFF2-40B4-BE49-F238E27FC236}">
                    <a16:creationId xmlns:a16="http://schemas.microsoft.com/office/drawing/2014/main" id="{D51D3736-72B8-6C9C-5C8D-2A6A54A5320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CF2C4A1B-AB75-BE5D-2F12-7ABFF84778E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 name="灯片编号占位符 3">
              <a:extLst>
                <a:ext uri="{FF2B5EF4-FFF2-40B4-BE49-F238E27FC236}">
                  <a16:creationId xmlns:a16="http://schemas.microsoft.com/office/drawing/2014/main" id="{0F9F5FDB-6CC7-15F4-1247-F1A047976D6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16</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graphicFrame>
            <p:nvGraphicFramePr>
              <p:cNvPr id="278" name="表格 277">
                <a:extLst>
                  <a:ext uri="{FF2B5EF4-FFF2-40B4-BE49-F238E27FC236}">
                    <a16:creationId xmlns:a16="http://schemas.microsoft.com/office/drawing/2014/main" id="{7500F747-A9D9-6A5A-587E-172C5064676A}"/>
                  </a:ext>
                </a:extLst>
              </p:cNvPr>
              <p:cNvGraphicFramePr>
                <a:graphicFrameLocks noGrp="1"/>
              </p:cNvGraphicFramePr>
              <p:nvPr>
                <p:extLst>
                  <p:ext uri="{D42A27DB-BD31-4B8C-83A1-F6EECF244321}">
                    <p14:modId xmlns:p14="http://schemas.microsoft.com/office/powerpoint/2010/main" val="859145208"/>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smtClean="0">
                                      <a:solidFill>
                                        <a:schemeClr val="accent5">
                                          <a:lumMod val="75000"/>
                                        </a:schemeClr>
                                      </a:solidFill>
                                      <a:latin typeface="Cambria Math" panose="02040503050406030204" pitchFamily="18" charset="0"/>
                                    </a:rPr>
                                    <m:t>CR</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000" i="1" smtClean="0">
                                      <a:solidFill>
                                        <a:schemeClr val="accent5">
                                          <a:lumMod val="75000"/>
                                        </a:schemeClr>
                                      </a:solidFill>
                                      <a:latin typeface="Cambria Math" panose="02040503050406030204" pitchFamily="18" charset="0"/>
                                    </a:rPr>
                                  </m:ctrlPr>
                                </m:accPr>
                                <m:e>
                                  <m:r>
                                    <m:rPr>
                                      <m:sty m:val="p"/>
                                    </m:rPr>
                                    <a:rPr lang="en-US" altLang="zh-CN" sz="2000" b="0" i="0" smtClean="0">
                                      <a:solidFill>
                                        <a:schemeClr val="accent5">
                                          <a:lumMod val="75000"/>
                                        </a:schemeClr>
                                      </a:solidFill>
                                      <a:latin typeface="Cambria Math" panose="02040503050406030204" pitchFamily="18" charset="0"/>
                                    </a:rPr>
                                    <m:t>PE</m:t>
                                  </m:r>
                                </m:e>
                              </m:acc>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CEP</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CET</m:t>
                              </m:r>
                            </m:oMath>
                          </a14:m>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a14:m>
                          <a:r>
                            <a:rPr lang="zh-CN" altLang="en-US" sz="2000" dirty="0">
                              <a:latin typeface="微软雅黑" panose="020B0503020204020204" pitchFamily="34" charset="-122"/>
                              <a:ea typeface="微软雅黑" panose="020B0503020204020204" pitchFamily="34" charset="-122"/>
                            </a:rPr>
                            <a:t> </a:t>
                          </a:r>
                        </a:p>
                      </a:txBody>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70840">
                    <a:tc>
                      <a:txBody>
                        <a:bodyPr/>
                        <a:lstStyle/>
                        <a:p>
                          <a:r>
                            <a:rPr lang="en-US" altLang="zh-CN" sz="2000" dirty="0">
                              <a:latin typeface="微软雅黑" panose="020B0503020204020204" pitchFamily="34" charset="-122"/>
                              <a:ea typeface="微软雅黑" panose="020B0503020204020204" pitchFamily="34" charset="-122"/>
                            </a:rPr>
                            <a:t>  0       x       x       x      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70840">
                    <a:tc>
                      <a:txBody>
                        <a:bodyPr/>
                        <a:lstStyle/>
                        <a:p>
                          <a:r>
                            <a:rPr lang="en-US" altLang="zh-CN" sz="2000" dirty="0">
                              <a:latin typeface="微软雅黑" panose="020B0503020204020204" pitchFamily="34" charset="-122"/>
                              <a:ea typeface="微软雅黑" panose="020B0503020204020204" pitchFamily="34" charset="-122"/>
                            </a:rPr>
                            <a:t>  1       0       x       </a:t>
                          </a:r>
                          <a:r>
                            <a:rPr lang="en-US" altLang="zh-CN" sz="2000" dirty="0" err="1">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708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708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70840">
                    <a:tc>
                      <a:txBody>
                        <a:bodyPr/>
                        <a:lstStyle/>
                        <a:p>
                          <a:r>
                            <a:rPr lang="en-US" altLang="zh-CN" sz="2000" dirty="0">
                              <a:solidFill>
                                <a:schemeClr val="tx1"/>
                              </a:solidFill>
                              <a:latin typeface="微软雅黑" panose="020B0503020204020204" pitchFamily="34" charset="-122"/>
                              <a:ea typeface="微软雅黑" panose="020B0503020204020204" pitchFamily="34" charset="-122"/>
                            </a:rPr>
                            <a:t>  1       1       1     </a:t>
                          </a:r>
                          <a:r>
                            <a:rPr lang="en-US" altLang="zh-CN" sz="800" dirty="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 1      ↑</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Choice>
        <mc:Fallback xmlns="">
          <p:graphicFrame>
            <p:nvGraphicFramePr>
              <p:cNvPr id="278" name="表格 277">
                <a:extLst>
                  <a:ext uri="{FF2B5EF4-FFF2-40B4-BE49-F238E27FC236}">
                    <a16:creationId xmlns:a16="http://schemas.microsoft.com/office/drawing/2014/main" id="{7500F747-A9D9-6A5A-587E-172C5064676A}"/>
                  </a:ext>
                </a:extLst>
              </p:cNvPr>
              <p:cNvGraphicFramePr>
                <a:graphicFrameLocks noGrp="1"/>
              </p:cNvGraphicFramePr>
              <p:nvPr>
                <p:extLst>
                  <p:ext uri="{D42A27DB-BD31-4B8C-83A1-F6EECF244321}">
                    <p14:modId xmlns:p14="http://schemas.microsoft.com/office/powerpoint/2010/main" val="859145208"/>
                  </p:ext>
                </p:extLst>
              </p:nvPr>
            </p:nvGraphicFramePr>
            <p:xfrm>
              <a:off x="6840000" y="4032000"/>
              <a:ext cx="4392708" cy="2378139"/>
            </p:xfrm>
            <a:graphic>
              <a:graphicData uri="http://schemas.openxmlformats.org/drawingml/2006/table">
                <a:tbl>
                  <a:tblPr firstRow="1" bandRow="1">
                    <a:tableStyleId>{5940675A-B579-460E-94D1-54222C63F5DA}</a:tableStyleId>
                  </a:tblPr>
                  <a:tblGrid>
                    <a:gridCol w="3170946">
                      <a:extLst>
                        <a:ext uri="{9D8B030D-6E8A-4147-A177-3AD203B41FA5}">
                          <a16:colId xmlns:a16="http://schemas.microsoft.com/office/drawing/2014/main" val="1320656512"/>
                        </a:ext>
                      </a:extLst>
                    </a:gridCol>
                    <a:gridCol w="1221762">
                      <a:extLst>
                        <a:ext uri="{9D8B030D-6E8A-4147-A177-3AD203B41FA5}">
                          <a16:colId xmlns:a16="http://schemas.microsoft.com/office/drawing/2014/main" val="3858632220"/>
                        </a:ext>
                      </a:extLst>
                    </a:gridCol>
                  </a:tblGrid>
                  <a:tr h="396939">
                    <a:tc>
                      <a:txBody>
                        <a:bodyPr/>
                        <a:lstStyle/>
                        <a:p>
                          <a:endParaRPr lang="zh-CN"/>
                        </a:p>
                      </a:txBody>
                      <a:tcPr>
                        <a:blipFill>
                          <a:blip r:embed="rId17"/>
                          <a:stretch>
                            <a:fillRect l="-192" t="-7692" r="-39038" b="-529231"/>
                          </a:stretch>
                        </a:blipFill>
                      </a:tcPr>
                    </a:tc>
                    <a:tc>
                      <a:txBody>
                        <a:bodyPr/>
                        <a:lstStyle/>
                        <a:p>
                          <a:pPr algn="ctr"/>
                          <a:r>
                            <a:rPr lang="zh-CN" altLang="en-US" sz="2000" dirty="0">
                              <a:latin typeface="微软雅黑" panose="020B0503020204020204" pitchFamily="34" charset="-122"/>
                              <a:ea typeface="微软雅黑" panose="020B0503020204020204" pitchFamily="34" charset="-122"/>
                            </a:rPr>
                            <a:t>功  能</a:t>
                          </a:r>
                        </a:p>
                      </a:txBody>
                      <a:tcPr/>
                    </a:tc>
                    <a:extLst>
                      <a:ext uri="{0D108BD9-81ED-4DB2-BD59-A6C34878D82A}">
                        <a16:rowId xmlns:a16="http://schemas.microsoft.com/office/drawing/2014/main" val="1495484760"/>
                      </a:ext>
                    </a:extLst>
                  </a:tr>
                  <a:tr h="396240">
                    <a:tc>
                      <a:txBody>
                        <a:bodyPr/>
                        <a:lstStyle/>
                        <a:p>
                          <a:r>
                            <a:rPr lang="en-US" altLang="zh-CN" sz="2000" dirty="0">
                              <a:latin typeface="微软雅黑" panose="020B0503020204020204" pitchFamily="34" charset="-122"/>
                              <a:ea typeface="微软雅黑" panose="020B0503020204020204" pitchFamily="34" charset="-122"/>
                            </a:rPr>
                            <a:t>  0       x       x       x      x</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异步清零</a:t>
                          </a:r>
                        </a:p>
                      </a:txBody>
                      <a:tcPr/>
                    </a:tc>
                    <a:extLst>
                      <a:ext uri="{0D108BD9-81ED-4DB2-BD59-A6C34878D82A}">
                        <a16:rowId xmlns:a16="http://schemas.microsoft.com/office/drawing/2014/main" val="3053148587"/>
                      </a:ext>
                    </a:extLst>
                  </a:tr>
                  <a:tr h="396240">
                    <a:tc>
                      <a:txBody>
                        <a:bodyPr/>
                        <a:lstStyle/>
                        <a:p>
                          <a:r>
                            <a:rPr lang="en-US" altLang="zh-CN" sz="2000" dirty="0">
                              <a:latin typeface="微软雅黑" panose="020B0503020204020204" pitchFamily="34" charset="-122"/>
                              <a:ea typeface="微软雅黑" panose="020B0503020204020204" pitchFamily="34" charset="-122"/>
                            </a:rPr>
                            <a:t>  1       0       x       x      ↑</a:t>
                          </a:r>
                          <a:endParaRPr lang="zh-CN" altLang="en-US" sz="200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latin typeface="微软雅黑" panose="020B0503020204020204" pitchFamily="34" charset="-122"/>
                              <a:ea typeface="微软雅黑" panose="020B0503020204020204" pitchFamily="34" charset="-122"/>
                            </a:rPr>
                            <a:t>同步置数</a:t>
                          </a:r>
                        </a:p>
                      </a:txBody>
                      <a:tcPr/>
                    </a:tc>
                    <a:extLst>
                      <a:ext uri="{0D108BD9-81ED-4DB2-BD59-A6C34878D82A}">
                        <a16:rowId xmlns:a16="http://schemas.microsoft.com/office/drawing/2014/main" val="980721188"/>
                      </a:ext>
                    </a:extLst>
                  </a:tr>
                  <a:tr h="396240">
                    <a:tc>
                      <a:txBody>
                        <a:bodyPr/>
                        <a:lstStyle/>
                        <a:p>
                          <a:r>
                            <a:rPr lang="en-US" altLang="zh-CN" sz="2000" dirty="0">
                              <a:latin typeface="微软雅黑" panose="020B0503020204020204" pitchFamily="34" charset="-122"/>
                              <a:ea typeface="微软雅黑" panose="020B0503020204020204" pitchFamily="34" charset="-122"/>
                            </a:rPr>
                            <a:t>  1       1       0    </a:t>
                          </a:r>
                          <a:r>
                            <a:rPr lang="en-US" altLang="zh-CN" sz="11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x      x</a:t>
                          </a:r>
                          <a:endParaRPr lang="zh-CN" altLang="en-US" sz="2000" dirty="0">
                            <a:latin typeface="微软雅黑" panose="020B0503020204020204" pitchFamily="34" charset="-122"/>
                            <a:ea typeface="微软雅黑" panose="020B0503020204020204" pitchFamily="34" charset="-122"/>
                          </a:endParaRPr>
                        </a:p>
                      </a:txBody>
                      <a:tcPr/>
                    </a:tc>
                    <a:tc rowSpan="2">
                      <a:txBody>
                        <a:bodyPr/>
                        <a:lstStyle/>
                        <a:p>
                          <a:pPr algn="ctr"/>
                          <a:r>
                            <a:rPr lang="zh-CN" altLang="en-US" sz="2000" dirty="0">
                              <a:latin typeface="微软雅黑" panose="020B0503020204020204" pitchFamily="34" charset="-122"/>
                              <a:ea typeface="微软雅黑" panose="020B0503020204020204" pitchFamily="34" charset="-122"/>
                            </a:rPr>
                            <a:t>保持</a:t>
                          </a:r>
                        </a:p>
                      </a:txBody>
                      <a:tcPr anchor="ctr"/>
                    </a:tc>
                    <a:extLst>
                      <a:ext uri="{0D108BD9-81ED-4DB2-BD59-A6C34878D82A}">
                        <a16:rowId xmlns:a16="http://schemas.microsoft.com/office/drawing/2014/main" val="907259425"/>
                      </a:ext>
                    </a:extLst>
                  </a:tr>
                  <a:tr h="396240">
                    <a:tc>
                      <a:txBody>
                        <a:bodyPr/>
                        <a:lstStyle/>
                        <a:p>
                          <a:r>
                            <a:rPr lang="en-US" altLang="zh-CN" sz="2000" dirty="0">
                              <a:latin typeface="微软雅黑" panose="020B0503020204020204" pitchFamily="34" charset="-122"/>
                              <a:ea typeface="微软雅黑" panose="020B0503020204020204" pitchFamily="34" charset="-122"/>
                            </a:rPr>
                            <a:t>  1       1       x    </a:t>
                          </a:r>
                          <a:r>
                            <a:rPr lang="en-US" altLang="zh-CN" sz="105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x</a:t>
                          </a:r>
                          <a:endParaRPr lang="zh-CN" altLang="en-US" sz="2000" dirty="0">
                            <a:latin typeface="微软雅黑" panose="020B0503020204020204" pitchFamily="34" charset="-122"/>
                            <a:ea typeface="微软雅黑" panose="020B0503020204020204" pitchFamily="34" charset="-122"/>
                          </a:endParaRPr>
                        </a:p>
                      </a:txBody>
                      <a:tcPr/>
                    </a:tc>
                    <a:tc vMerge="1">
                      <a:txBody>
                        <a:bodyPr/>
                        <a:lstStyle/>
                        <a:p>
                          <a:pPr algn="ctr"/>
                          <a:endParaRPr lang="zh-CN" altLang="en-US" sz="2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10993407"/>
                      </a:ext>
                    </a:extLst>
                  </a:tr>
                  <a:tr h="396240">
                    <a:tc>
                      <a:txBody>
                        <a:bodyPr/>
                        <a:lstStyle/>
                        <a:p>
                          <a:r>
                            <a:rPr lang="en-US" altLang="zh-CN" sz="2000" dirty="0">
                              <a:solidFill>
                                <a:schemeClr val="tx1"/>
                              </a:solidFill>
                              <a:latin typeface="微软雅黑" panose="020B0503020204020204" pitchFamily="34" charset="-122"/>
                              <a:ea typeface="微软雅黑" panose="020B0503020204020204" pitchFamily="34" charset="-122"/>
                            </a:rPr>
                            <a:t>  1       1       1     </a:t>
                          </a:r>
                          <a:r>
                            <a:rPr lang="en-US" altLang="zh-CN" sz="800" dirty="0">
                              <a:solidFill>
                                <a:schemeClr val="tx1"/>
                              </a:solidFill>
                              <a:latin typeface="微软雅黑" panose="020B0503020204020204" pitchFamily="34" charset="-122"/>
                              <a:ea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rPr>
                            <a:t> 1      ↑</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计数</a:t>
                          </a:r>
                        </a:p>
                      </a:txBody>
                      <a:tcPr/>
                    </a:tc>
                    <a:extLst>
                      <a:ext uri="{0D108BD9-81ED-4DB2-BD59-A6C34878D82A}">
                        <a16:rowId xmlns:a16="http://schemas.microsoft.com/office/drawing/2014/main" val="1192356453"/>
                      </a:ext>
                    </a:extLst>
                  </a:tr>
                </a:tbl>
              </a:graphicData>
            </a:graphic>
          </p:graphicFrame>
        </mc:Fallback>
      </mc:AlternateContent>
      <p:sp>
        <p:nvSpPr>
          <p:cNvPr id="279" name="文本框 278">
            <a:extLst>
              <a:ext uri="{FF2B5EF4-FFF2-40B4-BE49-F238E27FC236}">
                <a16:creationId xmlns:a16="http://schemas.microsoft.com/office/drawing/2014/main" id="{8914D96A-FC11-CE23-5EB8-6DF16F0303F3}"/>
              </a:ext>
            </a:extLst>
          </p:cNvPr>
          <p:cNvSpPr txBox="1"/>
          <p:nvPr/>
        </p:nvSpPr>
        <p:spPr>
          <a:xfrm>
            <a:off x="6840000" y="3600000"/>
            <a:ext cx="4392709" cy="430887"/>
          </a:xfrm>
          <a:prstGeom prst="rect">
            <a:avLst/>
          </a:prstGeom>
          <a:noFill/>
        </p:spPr>
        <p:txBody>
          <a:bodyPr wrap="square">
            <a:spAutoFit/>
          </a:bodyPr>
          <a:lstStyle/>
          <a:p>
            <a:pPr algn="ctr"/>
            <a:r>
              <a:rPr lang="zh-CN" altLang="en-US" sz="2200" dirty="0">
                <a:latin typeface="Cambria Math" panose="02040503050406030204" pitchFamily="18" charset="0"/>
                <a:ea typeface="微软雅黑" panose="020B0503020204020204" pitchFamily="34" charset="-122"/>
              </a:rPr>
              <a:t>功能表</a:t>
            </a:r>
            <a:endParaRPr lang="zh-CN" altLang="en-US" sz="2200" dirty="0"/>
          </a:p>
        </p:txBody>
      </p:sp>
      <p:grpSp>
        <p:nvGrpSpPr>
          <p:cNvPr id="6" name="组合 5">
            <a:extLst>
              <a:ext uri="{FF2B5EF4-FFF2-40B4-BE49-F238E27FC236}">
                <a16:creationId xmlns:a16="http://schemas.microsoft.com/office/drawing/2014/main" id="{97ED8A68-90D2-37B0-3237-F9F58F24C091}"/>
              </a:ext>
            </a:extLst>
          </p:cNvPr>
          <p:cNvGrpSpPr/>
          <p:nvPr/>
        </p:nvGrpSpPr>
        <p:grpSpPr>
          <a:xfrm>
            <a:off x="360000" y="1440000"/>
            <a:ext cx="5771087" cy="4957354"/>
            <a:chOff x="360000" y="1440000"/>
            <a:chExt cx="5771087" cy="4957354"/>
          </a:xfrm>
        </p:grpSpPr>
        <p:sp>
          <p:nvSpPr>
            <p:cNvPr id="9" name="Line 27">
              <a:extLst>
                <a:ext uri="{FF2B5EF4-FFF2-40B4-BE49-F238E27FC236}">
                  <a16:creationId xmlns:a16="http://schemas.microsoft.com/office/drawing/2014/main" id="{3B6E7873-89C4-2993-641F-B95344B21D98}"/>
                </a:ext>
              </a:extLst>
            </p:cNvPr>
            <p:cNvSpPr>
              <a:spLocks noChangeShapeType="1"/>
            </p:cNvSpPr>
            <p:nvPr/>
          </p:nvSpPr>
          <p:spPr bwMode="auto">
            <a:xfrm rot="16200000" flipV="1">
              <a:off x="2955612" y="4618547"/>
              <a:ext cx="2578054"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 name="Line 27">
              <a:extLst>
                <a:ext uri="{FF2B5EF4-FFF2-40B4-BE49-F238E27FC236}">
                  <a16:creationId xmlns:a16="http://schemas.microsoft.com/office/drawing/2014/main" id="{DF431E56-373B-DE3C-E3CC-FCB7D1C7C06A}"/>
                </a:ext>
              </a:extLst>
            </p:cNvPr>
            <p:cNvSpPr>
              <a:spLocks noChangeShapeType="1"/>
            </p:cNvSpPr>
            <p:nvPr/>
          </p:nvSpPr>
          <p:spPr bwMode="auto">
            <a:xfrm rot="16200000" flipV="1">
              <a:off x="2579160" y="4618548"/>
              <a:ext cx="2578054"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 name="Line 27">
              <a:extLst>
                <a:ext uri="{FF2B5EF4-FFF2-40B4-BE49-F238E27FC236}">
                  <a16:creationId xmlns:a16="http://schemas.microsoft.com/office/drawing/2014/main" id="{A5875D91-44C3-059F-A7DD-EDC98F2A3C54}"/>
                </a:ext>
              </a:extLst>
            </p:cNvPr>
            <p:cNvSpPr>
              <a:spLocks noChangeShapeType="1"/>
            </p:cNvSpPr>
            <p:nvPr/>
          </p:nvSpPr>
          <p:spPr bwMode="auto">
            <a:xfrm rot="16200000" flipV="1">
              <a:off x="2198509" y="4618548"/>
              <a:ext cx="2578055"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 name="Line 27">
              <a:extLst>
                <a:ext uri="{FF2B5EF4-FFF2-40B4-BE49-F238E27FC236}">
                  <a16:creationId xmlns:a16="http://schemas.microsoft.com/office/drawing/2014/main" id="{C01A7AC5-2C15-1111-7547-6DADC049C98D}"/>
                </a:ext>
              </a:extLst>
            </p:cNvPr>
            <p:cNvSpPr>
              <a:spLocks noChangeShapeType="1"/>
            </p:cNvSpPr>
            <p:nvPr/>
          </p:nvSpPr>
          <p:spPr bwMode="auto">
            <a:xfrm rot="16200000" flipV="1">
              <a:off x="1819589" y="4618548"/>
              <a:ext cx="2578054"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 name="Line 27">
              <a:extLst>
                <a:ext uri="{FF2B5EF4-FFF2-40B4-BE49-F238E27FC236}">
                  <a16:creationId xmlns:a16="http://schemas.microsoft.com/office/drawing/2014/main" id="{1F1C6776-D7E7-3624-77FB-77F10E24B7C7}"/>
                </a:ext>
              </a:extLst>
            </p:cNvPr>
            <p:cNvSpPr>
              <a:spLocks noChangeShapeType="1"/>
            </p:cNvSpPr>
            <p:nvPr/>
          </p:nvSpPr>
          <p:spPr bwMode="auto">
            <a:xfrm rot="16200000" flipV="1">
              <a:off x="1441491" y="4618548"/>
              <a:ext cx="2578054"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6" name="Line 27">
              <a:extLst>
                <a:ext uri="{FF2B5EF4-FFF2-40B4-BE49-F238E27FC236}">
                  <a16:creationId xmlns:a16="http://schemas.microsoft.com/office/drawing/2014/main" id="{56646C7D-86C0-F77F-D523-CCBCE2D6C6D2}"/>
                </a:ext>
              </a:extLst>
            </p:cNvPr>
            <p:cNvSpPr>
              <a:spLocks noChangeShapeType="1"/>
            </p:cNvSpPr>
            <p:nvPr/>
          </p:nvSpPr>
          <p:spPr bwMode="auto">
            <a:xfrm rot="16200000" flipV="1">
              <a:off x="3240547" y="4854665"/>
              <a:ext cx="2385872"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3" name="Line 27">
              <a:extLst>
                <a:ext uri="{FF2B5EF4-FFF2-40B4-BE49-F238E27FC236}">
                  <a16:creationId xmlns:a16="http://schemas.microsoft.com/office/drawing/2014/main" id="{901004F0-41D5-4709-9A9D-68D6970A5FFE}"/>
                </a:ext>
              </a:extLst>
            </p:cNvPr>
            <p:cNvSpPr>
              <a:spLocks noChangeShapeType="1"/>
            </p:cNvSpPr>
            <p:nvPr/>
          </p:nvSpPr>
          <p:spPr bwMode="auto">
            <a:xfrm rot="16200000" flipV="1">
              <a:off x="993740" y="4688561"/>
              <a:ext cx="2718079"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8756E414-ECC2-3186-AD68-20B7B05EF048}"/>
                    </a:ext>
                  </a:extLst>
                </p:cNvPr>
                <p:cNvSpPr txBox="1"/>
                <p:nvPr/>
              </p:nvSpPr>
              <p:spPr>
                <a:xfrm>
                  <a:off x="514800" y="3232899"/>
                  <a:ext cx="431995" cy="355133"/>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84" name="文本框 83">
                  <a:extLst>
                    <a:ext uri="{FF2B5EF4-FFF2-40B4-BE49-F238E27FC236}">
                      <a16:creationId xmlns:a16="http://schemas.microsoft.com/office/drawing/2014/main" id="{8756E414-ECC2-3186-AD68-20B7B05EF048}"/>
                    </a:ext>
                  </a:extLst>
                </p:cNvPr>
                <p:cNvSpPr txBox="1">
                  <a:spLocks noRot="1" noChangeAspect="1" noMove="1" noResize="1" noEditPoints="1" noAdjustHandles="1" noChangeArrowheads="1" noChangeShapeType="1" noTextEdit="1"/>
                </p:cNvSpPr>
                <p:nvPr/>
              </p:nvSpPr>
              <p:spPr>
                <a:xfrm>
                  <a:off x="514800" y="3232899"/>
                  <a:ext cx="431995" cy="355133"/>
                </a:xfrm>
                <a:prstGeom prst="rect">
                  <a:avLst/>
                </a:prstGeom>
                <a:blipFill>
                  <a:blip r:embed="rId18"/>
                  <a:stretch>
                    <a:fillRect r="-9859" b="-3390"/>
                  </a:stretch>
                </a:blipFill>
              </p:spPr>
              <p:txBody>
                <a:bodyPr/>
                <a:lstStyle/>
                <a:p>
                  <a:r>
                    <a:rPr lang="zh-CN" altLang="en-US">
                      <a:noFill/>
                    </a:rPr>
                    <a:t> </a:t>
                  </a:r>
                </a:p>
              </p:txBody>
            </p:sp>
          </mc:Fallback>
        </mc:AlternateContent>
        <p:sp>
          <p:nvSpPr>
            <p:cNvPr id="166" name="Line 27">
              <a:extLst>
                <a:ext uri="{FF2B5EF4-FFF2-40B4-BE49-F238E27FC236}">
                  <a16:creationId xmlns:a16="http://schemas.microsoft.com/office/drawing/2014/main" id="{247349DC-F13A-A05B-416B-D047E949928C}"/>
                </a:ext>
              </a:extLst>
            </p:cNvPr>
            <p:cNvSpPr>
              <a:spLocks noChangeShapeType="1"/>
            </p:cNvSpPr>
            <p:nvPr/>
          </p:nvSpPr>
          <p:spPr bwMode="auto">
            <a:xfrm rot="16200000" flipV="1">
              <a:off x="-40281" y="4076773"/>
              <a:ext cx="4027572"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7" name="Line 27">
              <a:extLst>
                <a:ext uri="{FF2B5EF4-FFF2-40B4-BE49-F238E27FC236}">
                  <a16:creationId xmlns:a16="http://schemas.microsoft.com/office/drawing/2014/main" id="{20A50A19-2056-D6D9-D4FC-8D0FBC7B848C}"/>
                </a:ext>
              </a:extLst>
            </p:cNvPr>
            <p:cNvSpPr>
              <a:spLocks noChangeShapeType="1"/>
            </p:cNvSpPr>
            <p:nvPr/>
          </p:nvSpPr>
          <p:spPr bwMode="auto">
            <a:xfrm rot="16200000">
              <a:off x="-502744" y="3808542"/>
              <a:ext cx="4198065"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9" name="Line 27">
              <a:extLst>
                <a:ext uri="{FF2B5EF4-FFF2-40B4-BE49-F238E27FC236}">
                  <a16:creationId xmlns:a16="http://schemas.microsoft.com/office/drawing/2014/main" id="{5A2C6E28-8D1C-E3AE-C6DE-6CB8552CEF28}"/>
                </a:ext>
              </a:extLst>
            </p:cNvPr>
            <p:cNvSpPr>
              <a:spLocks noChangeShapeType="1"/>
            </p:cNvSpPr>
            <p:nvPr/>
          </p:nvSpPr>
          <p:spPr bwMode="auto">
            <a:xfrm>
              <a:off x="978802" y="3331990"/>
              <a:ext cx="8057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0BE4BEF7-62AF-BB1A-CDC7-76DB36FD0BE7}"/>
                </a:ext>
              </a:extLst>
            </p:cNvPr>
            <p:cNvSpPr>
              <a:spLocks noChangeShapeType="1"/>
            </p:cNvSpPr>
            <p:nvPr/>
          </p:nvSpPr>
          <p:spPr bwMode="auto">
            <a:xfrm rot="5400000">
              <a:off x="1677628" y="343856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09E5CCB1-9455-1046-6A92-DF3C605053BD}"/>
                </a:ext>
              </a:extLst>
            </p:cNvPr>
            <p:cNvSpPr>
              <a:spLocks noChangeShapeType="1"/>
            </p:cNvSpPr>
            <p:nvPr/>
          </p:nvSpPr>
          <p:spPr bwMode="auto">
            <a:xfrm>
              <a:off x="1784159" y="3541666"/>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2" name="Line 27">
              <a:extLst>
                <a:ext uri="{FF2B5EF4-FFF2-40B4-BE49-F238E27FC236}">
                  <a16:creationId xmlns:a16="http://schemas.microsoft.com/office/drawing/2014/main" id="{451088EC-905D-6CDB-D0E2-E5938CA34CAF}"/>
                </a:ext>
              </a:extLst>
            </p:cNvPr>
            <p:cNvSpPr>
              <a:spLocks noChangeShapeType="1"/>
            </p:cNvSpPr>
            <p:nvPr/>
          </p:nvSpPr>
          <p:spPr bwMode="auto">
            <a:xfrm rot="5400000">
              <a:off x="1866081" y="3437200"/>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Line 27">
              <a:extLst>
                <a:ext uri="{FF2B5EF4-FFF2-40B4-BE49-F238E27FC236}">
                  <a16:creationId xmlns:a16="http://schemas.microsoft.com/office/drawing/2014/main" id="{4681BD9A-C9F3-9CCC-5511-49F26AD44F9F}"/>
                </a:ext>
              </a:extLst>
            </p:cNvPr>
            <p:cNvSpPr>
              <a:spLocks noChangeShapeType="1"/>
            </p:cNvSpPr>
            <p:nvPr/>
          </p:nvSpPr>
          <p:spPr bwMode="auto">
            <a:xfrm>
              <a:off x="1973416" y="3331990"/>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4" name="Line 27">
              <a:extLst>
                <a:ext uri="{FF2B5EF4-FFF2-40B4-BE49-F238E27FC236}">
                  <a16:creationId xmlns:a16="http://schemas.microsoft.com/office/drawing/2014/main" id="{EF5A4EF2-5FEE-965B-F0BE-2D1634C0E805}"/>
                </a:ext>
              </a:extLst>
            </p:cNvPr>
            <p:cNvSpPr>
              <a:spLocks noChangeShapeType="1"/>
            </p:cNvSpPr>
            <p:nvPr/>
          </p:nvSpPr>
          <p:spPr bwMode="auto">
            <a:xfrm rot="5400000">
              <a:off x="2055727" y="343856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9C1BA071-DF36-8A6D-73CD-8C56DAA6937F}"/>
                </a:ext>
              </a:extLst>
            </p:cNvPr>
            <p:cNvSpPr>
              <a:spLocks noChangeShapeType="1"/>
            </p:cNvSpPr>
            <p:nvPr/>
          </p:nvSpPr>
          <p:spPr bwMode="auto">
            <a:xfrm>
              <a:off x="2162257" y="3541666"/>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Line 27">
              <a:extLst>
                <a:ext uri="{FF2B5EF4-FFF2-40B4-BE49-F238E27FC236}">
                  <a16:creationId xmlns:a16="http://schemas.microsoft.com/office/drawing/2014/main" id="{9EA2FA0F-0F6E-13C9-E597-0D9822872DC1}"/>
                </a:ext>
              </a:extLst>
            </p:cNvPr>
            <p:cNvSpPr>
              <a:spLocks noChangeShapeType="1"/>
            </p:cNvSpPr>
            <p:nvPr/>
          </p:nvSpPr>
          <p:spPr bwMode="auto">
            <a:xfrm rot="5400000">
              <a:off x="2245086" y="3436856"/>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7" name="Line 27">
              <a:extLst>
                <a:ext uri="{FF2B5EF4-FFF2-40B4-BE49-F238E27FC236}">
                  <a16:creationId xmlns:a16="http://schemas.microsoft.com/office/drawing/2014/main" id="{20AC8639-1822-392E-CA3B-D6B33C8DB7CC}"/>
                </a:ext>
              </a:extLst>
            </p:cNvPr>
            <p:cNvSpPr>
              <a:spLocks noChangeShapeType="1"/>
            </p:cNvSpPr>
            <p:nvPr/>
          </p:nvSpPr>
          <p:spPr bwMode="auto">
            <a:xfrm>
              <a:off x="2352421" y="3331646"/>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8" name="Line 27">
              <a:extLst>
                <a:ext uri="{FF2B5EF4-FFF2-40B4-BE49-F238E27FC236}">
                  <a16:creationId xmlns:a16="http://schemas.microsoft.com/office/drawing/2014/main" id="{EF26AE5A-F24F-1851-C158-A07F56CE0A8B}"/>
                </a:ext>
              </a:extLst>
            </p:cNvPr>
            <p:cNvSpPr>
              <a:spLocks noChangeShapeType="1"/>
            </p:cNvSpPr>
            <p:nvPr/>
          </p:nvSpPr>
          <p:spPr bwMode="auto">
            <a:xfrm rot="5400000">
              <a:off x="2434731" y="343822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9" name="Line 27">
              <a:extLst>
                <a:ext uri="{FF2B5EF4-FFF2-40B4-BE49-F238E27FC236}">
                  <a16:creationId xmlns:a16="http://schemas.microsoft.com/office/drawing/2014/main" id="{EEAA4963-7809-F9D3-28DD-82BC06526E66}"/>
                </a:ext>
              </a:extLst>
            </p:cNvPr>
            <p:cNvSpPr>
              <a:spLocks noChangeShapeType="1"/>
            </p:cNvSpPr>
            <p:nvPr/>
          </p:nvSpPr>
          <p:spPr bwMode="auto">
            <a:xfrm>
              <a:off x="2541262" y="354132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0" name="Line 27">
              <a:extLst>
                <a:ext uri="{FF2B5EF4-FFF2-40B4-BE49-F238E27FC236}">
                  <a16:creationId xmlns:a16="http://schemas.microsoft.com/office/drawing/2014/main" id="{AB899A31-7595-B89C-5746-E7D9CF591FDF}"/>
                </a:ext>
              </a:extLst>
            </p:cNvPr>
            <p:cNvSpPr>
              <a:spLocks noChangeShapeType="1"/>
            </p:cNvSpPr>
            <p:nvPr/>
          </p:nvSpPr>
          <p:spPr bwMode="auto">
            <a:xfrm rot="5400000">
              <a:off x="2623183" y="3436856"/>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Line 27">
              <a:extLst>
                <a:ext uri="{FF2B5EF4-FFF2-40B4-BE49-F238E27FC236}">
                  <a16:creationId xmlns:a16="http://schemas.microsoft.com/office/drawing/2014/main" id="{77279106-7EF3-A648-8BD9-47DB2667388F}"/>
                </a:ext>
              </a:extLst>
            </p:cNvPr>
            <p:cNvSpPr>
              <a:spLocks noChangeShapeType="1"/>
            </p:cNvSpPr>
            <p:nvPr/>
          </p:nvSpPr>
          <p:spPr bwMode="auto">
            <a:xfrm>
              <a:off x="2730518" y="3331646"/>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2" name="Line 27">
              <a:extLst>
                <a:ext uri="{FF2B5EF4-FFF2-40B4-BE49-F238E27FC236}">
                  <a16:creationId xmlns:a16="http://schemas.microsoft.com/office/drawing/2014/main" id="{C274333B-DC05-0A16-8FC8-1E4161F9369A}"/>
                </a:ext>
              </a:extLst>
            </p:cNvPr>
            <p:cNvSpPr>
              <a:spLocks noChangeShapeType="1"/>
            </p:cNvSpPr>
            <p:nvPr/>
          </p:nvSpPr>
          <p:spPr bwMode="auto">
            <a:xfrm rot="5400000">
              <a:off x="2812829" y="343822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3" name="Line 27">
              <a:extLst>
                <a:ext uri="{FF2B5EF4-FFF2-40B4-BE49-F238E27FC236}">
                  <a16:creationId xmlns:a16="http://schemas.microsoft.com/office/drawing/2014/main" id="{7F621F36-2310-9773-BE17-40252C3CEC09}"/>
                </a:ext>
              </a:extLst>
            </p:cNvPr>
            <p:cNvSpPr>
              <a:spLocks noChangeShapeType="1"/>
            </p:cNvSpPr>
            <p:nvPr/>
          </p:nvSpPr>
          <p:spPr bwMode="auto">
            <a:xfrm>
              <a:off x="2919360" y="354132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4" name="Line 27">
              <a:extLst>
                <a:ext uri="{FF2B5EF4-FFF2-40B4-BE49-F238E27FC236}">
                  <a16:creationId xmlns:a16="http://schemas.microsoft.com/office/drawing/2014/main" id="{9B3E9BE6-214A-6D85-A0D9-B22CC02E7D0E}"/>
                </a:ext>
              </a:extLst>
            </p:cNvPr>
            <p:cNvSpPr>
              <a:spLocks noChangeShapeType="1"/>
            </p:cNvSpPr>
            <p:nvPr/>
          </p:nvSpPr>
          <p:spPr bwMode="auto">
            <a:xfrm rot="5400000">
              <a:off x="3002106" y="3439510"/>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5" name="Line 27">
              <a:extLst>
                <a:ext uri="{FF2B5EF4-FFF2-40B4-BE49-F238E27FC236}">
                  <a16:creationId xmlns:a16="http://schemas.microsoft.com/office/drawing/2014/main" id="{5F48D53D-F827-6960-111B-689C73906B0F}"/>
                </a:ext>
              </a:extLst>
            </p:cNvPr>
            <p:cNvSpPr>
              <a:spLocks noChangeShapeType="1"/>
            </p:cNvSpPr>
            <p:nvPr/>
          </p:nvSpPr>
          <p:spPr bwMode="auto">
            <a:xfrm>
              <a:off x="3109441" y="3334300"/>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6" name="Line 27">
              <a:extLst>
                <a:ext uri="{FF2B5EF4-FFF2-40B4-BE49-F238E27FC236}">
                  <a16:creationId xmlns:a16="http://schemas.microsoft.com/office/drawing/2014/main" id="{1754FD4D-07CA-F65B-61BD-6E1CC54C7952}"/>
                </a:ext>
              </a:extLst>
            </p:cNvPr>
            <p:cNvSpPr>
              <a:spLocks noChangeShapeType="1"/>
            </p:cNvSpPr>
            <p:nvPr/>
          </p:nvSpPr>
          <p:spPr bwMode="auto">
            <a:xfrm rot="5400000">
              <a:off x="3191752" y="344087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7" name="Line 27">
              <a:extLst>
                <a:ext uri="{FF2B5EF4-FFF2-40B4-BE49-F238E27FC236}">
                  <a16:creationId xmlns:a16="http://schemas.microsoft.com/office/drawing/2014/main" id="{238C09BA-5188-CAC4-9BB9-1D44A19376B2}"/>
                </a:ext>
              </a:extLst>
            </p:cNvPr>
            <p:cNvSpPr>
              <a:spLocks noChangeShapeType="1"/>
            </p:cNvSpPr>
            <p:nvPr/>
          </p:nvSpPr>
          <p:spPr bwMode="auto">
            <a:xfrm>
              <a:off x="3298282" y="354397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8" name="Line 27">
              <a:extLst>
                <a:ext uri="{FF2B5EF4-FFF2-40B4-BE49-F238E27FC236}">
                  <a16:creationId xmlns:a16="http://schemas.microsoft.com/office/drawing/2014/main" id="{85EDB002-E057-1352-E5A0-4C6944006FBE}"/>
                </a:ext>
              </a:extLst>
            </p:cNvPr>
            <p:cNvSpPr>
              <a:spLocks noChangeShapeType="1"/>
            </p:cNvSpPr>
            <p:nvPr/>
          </p:nvSpPr>
          <p:spPr bwMode="auto">
            <a:xfrm rot="5400000">
              <a:off x="3380202" y="3439510"/>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9" name="Line 27">
              <a:extLst>
                <a:ext uri="{FF2B5EF4-FFF2-40B4-BE49-F238E27FC236}">
                  <a16:creationId xmlns:a16="http://schemas.microsoft.com/office/drawing/2014/main" id="{56271EA8-1E58-ABF2-9F58-021AA29A64BF}"/>
                </a:ext>
              </a:extLst>
            </p:cNvPr>
            <p:cNvSpPr>
              <a:spLocks noChangeShapeType="1"/>
            </p:cNvSpPr>
            <p:nvPr/>
          </p:nvSpPr>
          <p:spPr bwMode="auto">
            <a:xfrm>
              <a:off x="3487538" y="3334300"/>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0" name="Line 27">
              <a:extLst>
                <a:ext uri="{FF2B5EF4-FFF2-40B4-BE49-F238E27FC236}">
                  <a16:creationId xmlns:a16="http://schemas.microsoft.com/office/drawing/2014/main" id="{3E87693E-513B-60A3-096C-C5D7035E8DD0}"/>
                </a:ext>
              </a:extLst>
            </p:cNvPr>
            <p:cNvSpPr>
              <a:spLocks noChangeShapeType="1"/>
            </p:cNvSpPr>
            <p:nvPr/>
          </p:nvSpPr>
          <p:spPr bwMode="auto">
            <a:xfrm rot="5400000">
              <a:off x="3569848" y="344087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037F5715-C03C-0999-4AD4-9F1625F681EE}"/>
                </a:ext>
              </a:extLst>
            </p:cNvPr>
            <p:cNvSpPr>
              <a:spLocks noChangeShapeType="1"/>
            </p:cNvSpPr>
            <p:nvPr/>
          </p:nvSpPr>
          <p:spPr bwMode="auto">
            <a:xfrm>
              <a:off x="3676380" y="354397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7813FAAC-D881-1F74-E8D9-D2E56BD1AF14}"/>
                </a:ext>
              </a:extLst>
            </p:cNvPr>
            <p:cNvSpPr>
              <a:spLocks noChangeShapeType="1"/>
            </p:cNvSpPr>
            <p:nvPr/>
          </p:nvSpPr>
          <p:spPr bwMode="auto">
            <a:xfrm rot="5400000">
              <a:off x="3759208" y="343916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Line 27">
              <a:extLst>
                <a:ext uri="{FF2B5EF4-FFF2-40B4-BE49-F238E27FC236}">
                  <a16:creationId xmlns:a16="http://schemas.microsoft.com/office/drawing/2014/main" id="{5CACF897-C9DC-5E3D-8028-CAF78D3BC849}"/>
                </a:ext>
              </a:extLst>
            </p:cNvPr>
            <p:cNvSpPr>
              <a:spLocks noChangeShapeType="1"/>
            </p:cNvSpPr>
            <p:nvPr/>
          </p:nvSpPr>
          <p:spPr bwMode="auto">
            <a:xfrm>
              <a:off x="3866543" y="333395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88606B4D-71B6-E567-B128-43C967286616}"/>
                </a:ext>
              </a:extLst>
            </p:cNvPr>
            <p:cNvSpPr>
              <a:spLocks noChangeShapeType="1"/>
            </p:cNvSpPr>
            <p:nvPr/>
          </p:nvSpPr>
          <p:spPr bwMode="auto">
            <a:xfrm rot="5400000">
              <a:off x="3948854" y="3440533"/>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Line 27">
              <a:extLst>
                <a:ext uri="{FF2B5EF4-FFF2-40B4-BE49-F238E27FC236}">
                  <a16:creationId xmlns:a16="http://schemas.microsoft.com/office/drawing/2014/main" id="{6667EF66-D4A8-9DE3-8E87-04465F601AF3}"/>
                </a:ext>
              </a:extLst>
            </p:cNvPr>
            <p:cNvSpPr>
              <a:spLocks noChangeShapeType="1"/>
            </p:cNvSpPr>
            <p:nvPr/>
          </p:nvSpPr>
          <p:spPr bwMode="auto">
            <a:xfrm>
              <a:off x="4055384" y="354363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85AE0C61-1F1D-36A7-F944-DC9D639AFA8B}"/>
                </a:ext>
              </a:extLst>
            </p:cNvPr>
            <p:cNvSpPr>
              <a:spLocks noChangeShapeType="1"/>
            </p:cNvSpPr>
            <p:nvPr/>
          </p:nvSpPr>
          <p:spPr bwMode="auto">
            <a:xfrm rot="5400000">
              <a:off x="4137304" y="343916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7" name="Line 27">
              <a:extLst>
                <a:ext uri="{FF2B5EF4-FFF2-40B4-BE49-F238E27FC236}">
                  <a16:creationId xmlns:a16="http://schemas.microsoft.com/office/drawing/2014/main" id="{05347D2D-342F-654B-5772-5FF29892E3EC}"/>
                </a:ext>
              </a:extLst>
            </p:cNvPr>
            <p:cNvSpPr>
              <a:spLocks noChangeShapeType="1"/>
            </p:cNvSpPr>
            <p:nvPr/>
          </p:nvSpPr>
          <p:spPr bwMode="auto">
            <a:xfrm>
              <a:off x="4244641" y="333395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8" name="Line 27">
              <a:extLst>
                <a:ext uri="{FF2B5EF4-FFF2-40B4-BE49-F238E27FC236}">
                  <a16:creationId xmlns:a16="http://schemas.microsoft.com/office/drawing/2014/main" id="{241C0862-2CFD-4BEE-9890-B75C0D02203B}"/>
                </a:ext>
              </a:extLst>
            </p:cNvPr>
            <p:cNvSpPr>
              <a:spLocks noChangeShapeType="1"/>
            </p:cNvSpPr>
            <p:nvPr/>
          </p:nvSpPr>
          <p:spPr bwMode="auto">
            <a:xfrm rot="5400000">
              <a:off x="4326951" y="3440533"/>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9" name="Line 27">
              <a:extLst>
                <a:ext uri="{FF2B5EF4-FFF2-40B4-BE49-F238E27FC236}">
                  <a16:creationId xmlns:a16="http://schemas.microsoft.com/office/drawing/2014/main" id="{0BAA9D3F-434B-2333-8290-C9791B372107}"/>
                </a:ext>
              </a:extLst>
            </p:cNvPr>
            <p:cNvSpPr>
              <a:spLocks noChangeShapeType="1"/>
            </p:cNvSpPr>
            <p:nvPr/>
          </p:nvSpPr>
          <p:spPr bwMode="auto">
            <a:xfrm>
              <a:off x="4433482" y="354363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Line 27">
              <a:extLst>
                <a:ext uri="{FF2B5EF4-FFF2-40B4-BE49-F238E27FC236}">
                  <a16:creationId xmlns:a16="http://schemas.microsoft.com/office/drawing/2014/main" id="{590E5825-9DD4-3E77-C8C9-F8D23A235411}"/>
                </a:ext>
              </a:extLst>
            </p:cNvPr>
            <p:cNvSpPr>
              <a:spLocks noChangeShapeType="1"/>
            </p:cNvSpPr>
            <p:nvPr/>
          </p:nvSpPr>
          <p:spPr bwMode="auto">
            <a:xfrm rot="5400000">
              <a:off x="4510454" y="343861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1" name="Line 27">
              <a:extLst>
                <a:ext uri="{FF2B5EF4-FFF2-40B4-BE49-F238E27FC236}">
                  <a16:creationId xmlns:a16="http://schemas.microsoft.com/office/drawing/2014/main" id="{59818A44-B8E4-0CE2-BEB7-734DFECFD233}"/>
                </a:ext>
              </a:extLst>
            </p:cNvPr>
            <p:cNvSpPr>
              <a:spLocks noChangeShapeType="1"/>
            </p:cNvSpPr>
            <p:nvPr/>
          </p:nvSpPr>
          <p:spPr bwMode="auto">
            <a:xfrm>
              <a:off x="4617790" y="333340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2" name="Line 27">
              <a:extLst>
                <a:ext uri="{FF2B5EF4-FFF2-40B4-BE49-F238E27FC236}">
                  <a16:creationId xmlns:a16="http://schemas.microsoft.com/office/drawing/2014/main" id="{9C287225-6213-A0B7-9F51-1573E953F6E4}"/>
                </a:ext>
              </a:extLst>
            </p:cNvPr>
            <p:cNvSpPr>
              <a:spLocks noChangeShapeType="1"/>
            </p:cNvSpPr>
            <p:nvPr/>
          </p:nvSpPr>
          <p:spPr bwMode="auto">
            <a:xfrm rot="5400000">
              <a:off x="4700100" y="3439984"/>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3" name="Line 27">
              <a:extLst>
                <a:ext uri="{FF2B5EF4-FFF2-40B4-BE49-F238E27FC236}">
                  <a16:creationId xmlns:a16="http://schemas.microsoft.com/office/drawing/2014/main" id="{BCE54D10-D6B1-BA6D-F240-2D7528E9768B}"/>
                </a:ext>
              </a:extLst>
            </p:cNvPr>
            <p:cNvSpPr>
              <a:spLocks noChangeShapeType="1"/>
            </p:cNvSpPr>
            <p:nvPr/>
          </p:nvSpPr>
          <p:spPr bwMode="auto">
            <a:xfrm>
              <a:off x="4806631" y="354308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Line 27">
              <a:extLst>
                <a:ext uri="{FF2B5EF4-FFF2-40B4-BE49-F238E27FC236}">
                  <a16:creationId xmlns:a16="http://schemas.microsoft.com/office/drawing/2014/main" id="{DF14FD12-486F-706A-9EEC-E1DE3DD7BF5F}"/>
                </a:ext>
              </a:extLst>
            </p:cNvPr>
            <p:cNvSpPr>
              <a:spLocks noChangeShapeType="1"/>
            </p:cNvSpPr>
            <p:nvPr/>
          </p:nvSpPr>
          <p:spPr bwMode="auto">
            <a:xfrm rot="5400000">
              <a:off x="4888551" y="3438615"/>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5" name="Line 27">
              <a:extLst>
                <a:ext uri="{FF2B5EF4-FFF2-40B4-BE49-F238E27FC236}">
                  <a16:creationId xmlns:a16="http://schemas.microsoft.com/office/drawing/2014/main" id="{A5734628-0A76-A9B1-610E-319CA62F5831}"/>
                </a:ext>
              </a:extLst>
            </p:cNvPr>
            <p:cNvSpPr>
              <a:spLocks noChangeShapeType="1"/>
            </p:cNvSpPr>
            <p:nvPr/>
          </p:nvSpPr>
          <p:spPr bwMode="auto">
            <a:xfrm>
              <a:off x="4995886" y="333340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6" name="Line 27">
              <a:extLst>
                <a:ext uri="{FF2B5EF4-FFF2-40B4-BE49-F238E27FC236}">
                  <a16:creationId xmlns:a16="http://schemas.microsoft.com/office/drawing/2014/main" id="{705E667F-12C9-A868-4E02-8FE30DF50666}"/>
                </a:ext>
              </a:extLst>
            </p:cNvPr>
            <p:cNvSpPr>
              <a:spLocks noChangeShapeType="1"/>
            </p:cNvSpPr>
            <p:nvPr/>
          </p:nvSpPr>
          <p:spPr bwMode="auto">
            <a:xfrm rot="5400000">
              <a:off x="5078198" y="3439984"/>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7" name="Line 27">
              <a:extLst>
                <a:ext uri="{FF2B5EF4-FFF2-40B4-BE49-F238E27FC236}">
                  <a16:creationId xmlns:a16="http://schemas.microsoft.com/office/drawing/2014/main" id="{1F89AB5E-4D0F-D2F3-7A0E-CE0996F752D1}"/>
                </a:ext>
              </a:extLst>
            </p:cNvPr>
            <p:cNvSpPr>
              <a:spLocks noChangeShapeType="1"/>
            </p:cNvSpPr>
            <p:nvPr/>
          </p:nvSpPr>
          <p:spPr bwMode="auto">
            <a:xfrm>
              <a:off x="5184728" y="3543081"/>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8" name="Line 27">
              <a:extLst>
                <a:ext uri="{FF2B5EF4-FFF2-40B4-BE49-F238E27FC236}">
                  <a16:creationId xmlns:a16="http://schemas.microsoft.com/office/drawing/2014/main" id="{108ABF98-6CB7-BB8F-22C8-DA25887227F9}"/>
                </a:ext>
              </a:extLst>
            </p:cNvPr>
            <p:cNvSpPr>
              <a:spLocks noChangeShapeType="1"/>
            </p:cNvSpPr>
            <p:nvPr/>
          </p:nvSpPr>
          <p:spPr bwMode="auto">
            <a:xfrm rot="5400000">
              <a:off x="5267556" y="3438270"/>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4454EF72-EB9E-F089-03A5-5B08352F3E74}"/>
                </a:ext>
              </a:extLst>
            </p:cNvPr>
            <p:cNvSpPr>
              <a:spLocks noChangeShapeType="1"/>
            </p:cNvSpPr>
            <p:nvPr/>
          </p:nvSpPr>
          <p:spPr bwMode="auto">
            <a:xfrm>
              <a:off x="5374892" y="3333060"/>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0" name="Line 27">
              <a:extLst>
                <a:ext uri="{FF2B5EF4-FFF2-40B4-BE49-F238E27FC236}">
                  <a16:creationId xmlns:a16="http://schemas.microsoft.com/office/drawing/2014/main" id="{4AEF6AC9-5EA2-EB12-4431-9BB2EBADB79B}"/>
                </a:ext>
              </a:extLst>
            </p:cNvPr>
            <p:cNvSpPr>
              <a:spLocks noChangeShapeType="1"/>
            </p:cNvSpPr>
            <p:nvPr/>
          </p:nvSpPr>
          <p:spPr bwMode="auto">
            <a:xfrm rot="5400000">
              <a:off x="5457202" y="343963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1" name="Line 27">
              <a:extLst>
                <a:ext uri="{FF2B5EF4-FFF2-40B4-BE49-F238E27FC236}">
                  <a16:creationId xmlns:a16="http://schemas.microsoft.com/office/drawing/2014/main" id="{7C7899FE-4676-261C-E0DE-136221B56DAB}"/>
                </a:ext>
              </a:extLst>
            </p:cNvPr>
            <p:cNvSpPr>
              <a:spLocks noChangeShapeType="1"/>
            </p:cNvSpPr>
            <p:nvPr/>
          </p:nvSpPr>
          <p:spPr bwMode="auto">
            <a:xfrm>
              <a:off x="5563733" y="354273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2" name="Line 27">
              <a:extLst>
                <a:ext uri="{FF2B5EF4-FFF2-40B4-BE49-F238E27FC236}">
                  <a16:creationId xmlns:a16="http://schemas.microsoft.com/office/drawing/2014/main" id="{19E532BB-F9E6-727C-775A-26FFBBDBA6B9}"/>
                </a:ext>
              </a:extLst>
            </p:cNvPr>
            <p:cNvSpPr>
              <a:spLocks noChangeShapeType="1"/>
            </p:cNvSpPr>
            <p:nvPr/>
          </p:nvSpPr>
          <p:spPr bwMode="auto">
            <a:xfrm rot="5400000">
              <a:off x="5645654" y="3438270"/>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3" name="Line 27">
              <a:extLst>
                <a:ext uri="{FF2B5EF4-FFF2-40B4-BE49-F238E27FC236}">
                  <a16:creationId xmlns:a16="http://schemas.microsoft.com/office/drawing/2014/main" id="{E2650D5A-7309-0E4B-311E-BBE2C7556CA4}"/>
                </a:ext>
              </a:extLst>
            </p:cNvPr>
            <p:cNvSpPr>
              <a:spLocks noChangeShapeType="1"/>
            </p:cNvSpPr>
            <p:nvPr/>
          </p:nvSpPr>
          <p:spPr bwMode="auto">
            <a:xfrm>
              <a:off x="5752990" y="3333060"/>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4" name="Line 27">
              <a:extLst>
                <a:ext uri="{FF2B5EF4-FFF2-40B4-BE49-F238E27FC236}">
                  <a16:creationId xmlns:a16="http://schemas.microsoft.com/office/drawing/2014/main" id="{A8660240-9943-598B-1184-8A69E56DD2A6}"/>
                </a:ext>
              </a:extLst>
            </p:cNvPr>
            <p:cNvSpPr>
              <a:spLocks noChangeShapeType="1"/>
            </p:cNvSpPr>
            <p:nvPr/>
          </p:nvSpPr>
          <p:spPr bwMode="auto">
            <a:xfrm rot="5400000">
              <a:off x="5835300" y="343963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5" name="Line 27">
              <a:extLst>
                <a:ext uri="{FF2B5EF4-FFF2-40B4-BE49-F238E27FC236}">
                  <a16:creationId xmlns:a16="http://schemas.microsoft.com/office/drawing/2014/main" id="{2DA36EB4-152F-81A8-38AA-02EF0C518F89}"/>
                </a:ext>
              </a:extLst>
            </p:cNvPr>
            <p:cNvSpPr>
              <a:spLocks noChangeShapeType="1"/>
            </p:cNvSpPr>
            <p:nvPr/>
          </p:nvSpPr>
          <p:spPr bwMode="auto">
            <a:xfrm>
              <a:off x="5941831" y="3542735"/>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1" name="Line 27">
              <a:extLst>
                <a:ext uri="{FF2B5EF4-FFF2-40B4-BE49-F238E27FC236}">
                  <a16:creationId xmlns:a16="http://schemas.microsoft.com/office/drawing/2014/main" id="{8CCBB0A5-EEAD-1266-6CA0-5D2F1E8E8E33}"/>
                </a:ext>
              </a:extLst>
            </p:cNvPr>
            <p:cNvSpPr>
              <a:spLocks noChangeShapeType="1"/>
            </p:cNvSpPr>
            <p:nvPr/>
          </p:nvSpPr>
          <p:spPr bwMode="auto">
            <a:xfrm>
              <a:off x="978802" y="1545787"/>
              <a:ext cx="6165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2" name="Line 27">
              <a:extLst>
                <a:ext uri="{FF2B5EF4-FFF2-40B4-BE49-F238E27FC236}">
                  <a16:creationId xmlns:a16="http://schemas.microsoft.com/office/drawing/2014/main" id="{89BDFAD3-F1DC-DB7D-0EB2-516944C98C91}"/>
                </a:ext>
              </a:extLst>
            </p:cNvPr>
            <p:cNvSpPr>
              <a:spLocks noChangeShapeType="1"/>
            </p:cNvSpPr>
            <p:nvPr/>
          </p:nvSpPr>
          <p:spPr bwMode="auto">
            <a:xfrm rot="5400000">
              <a:off x="1488372" y="1652366"/>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3" name="Line 27">
              <a:extLst>
                <a:ext uri="{FF2B5EF4-FFF2-40B4-BE49-F238E27FC236}">
                  <a16:creationId xmlns:a16="http://schemas.microsoft.com/office/drawing/2014/main" id="{F5382517-AE0F-3C42-472B-DD7621750808}"/>
                </a:ext>
              </a:extLst>
            </p:cNvPr>
            <p:cNvSpPr>
              <a:spLocks noChangeShapeType="1"/>
            </p:cNvSpPr>
            <p:nvPr/>
          </p:nvSpPr>
          <p:spPr bwMode="auto">
            <a:xfrm>
              <a:off x="1594904" y="1755464"/>
              <a:ext cx="1892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4" name="Line 27">
              <a:extLst>
                <a:ext uri="{FF2B5EF4-FFF2-40B4-BE49-F238E27FC236}">
                  <a16:creationId xmlns:a16="http://schemas.microsoft.com/office/drawing/2014/main" id="{4CF53B07-7D20-961C-1827-A2D98089801B}"/>
                </a:ext>
              </a:extLst>
            </p:cNvPr>
            <p:cNvSpPr>
              <a:spLocks noChangeShapeType="1"/>
            </p:cNvSpPr>
            <p:nvPr/>
          </p:nvSpPr>
          <p:spPr bwMode="auto">
            <a:xfrm rot="5400000">
              <a:off x="1676825" y="1650997"/>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5" name="Line 27">
              <a:extLst>
                <a:ext uri="{FF2B5EF4-FFF2-40B4-BE49-F238E27FC236}">
                  <a16:creationId xmlns:a16="http://schemas.microsoft.com/office/drawing/2014/main" id="{B237FE7F-8BE5-CEEE-1006-5C437A4835FB}"/>
                </a:ext>
              </a:extLst>
            </p:cNvPr>
            <p:cNvSpPr>
              <a:spLocks noChangeShapeType="1"/>
            </p:cNvSpPr>
            <p:nvPr/>
          </p:nvSpPr>
          <p:spPr bwMode="auto">
            <a:xfrm>
              <a:off x="1784160" y="1545787"/>
              <a:ext cx="43451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1" name="Line 27">
              <a:extLst>
                <a:ext uri="{FF2B5EF4-FFF2-40B4-BE49-F238E27FC236}">
                  <a16:creationId xmlns:a16="http://schemas.microsoft.com/office/drawing/2014/main" id="{FD576B1B-862D-479D-59F9-AF2088B9D27F}"/>
                </a:ext>
              </a:extLst>
            </p:cNvPr>
            <p:cNvSpPr>
              <a:spLocks noChangeShapeType="1"/>
            </p:cNvSpPr>
            <p:nvPr/>
          </p:nvSpPr>
          <p:spPr bwMode="auto">
            <a:xfrm>
              <a:off x="978802" y="1857548"/>
              <a:ext cx="8040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2" name="Line 27">
              <a:extLst>
                <a:ext uri="{FF2B5EF4-FFF2-40B4-BE49-F238E27FC236}">
                  <a16:creationId xmlns:a16="http://schemas.microsoft.com/office/drawing/2014/main" id="{31FA3955-3078-C144-FBC2-4B5BD594328A}"/>
                </a:ext>
              </a:extLst>
            </p:cNvPr>
            <p:cNvSpPr>
              <a:spLocks noChangeShapeType="1"/>
            </p:cNvSpPr>
            <p:nvPr/>
          </p:nvSpPr>
          <p:spPr bwMode="auto">
            <a:xfrm rot="5400000">
              <a:off x="1675880" y="1964127"/>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3" name="Line 27">
              <a:extLst>
                <a:ext uri="{FF2B5EF4-FFF2-40B4-BE49-F238E27FC236}">
                  <a16:creationId xmlns:a16="http://schemas.microsoft.com/office/drawing/2014/main" id="{69A18891-D77B-7F50-1B18-548CAC939698}"/>
                </a:ext>
              </a:extLst>
            </p:cNvPr>
            <p:cNvSpPr>
              <a:spLocks noChangeShapeType="1"/>
            </p:cNvSpPr>
            <p:nvPr/>
          </p:nvSpPr>
          <p:spPr bwMode="auto">
            <a:xfrm>
              <a:off x="1782411" y="2067225"/>
              <a:ext cx="3798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4" name="Line 27">
              <a:extLst>
                <a:ext uri="{FF2B5EF4-FFF2-40B4-BE49-F238E27FC236}">
                  <a16:creationId xmlns:a16="http://schemas.microsoft.com/office/drawing/2014/main" id="{68404E1D-3135-9D5E-04ED-8768B7238D42}"/>
                </a:ext>
              </a:extLst>
            </p:cNvPr>
            <p:cNvSpPr>
              <a:spLocks noChangeShapeType="1"/>
            </p:cNvSpPr>
            <p:nvPr/>
          </p:nvSpPr>
          <p:spPr bwMode="auto">
            <a:xfrm rot="5400000">
              <a:off x="2054920" y="1964127"/>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5" name="Line 27">
              <a:extLst>
                <a:ext uri="{FF2B5EF4-FFF2-40B4-BE49-F238E27FC236}">
                  <a16:creationId xmlns:a16="http://schemas.microsoft.com/office/drawing/2014/main" id="{9C6F828C-D0FD-23A8-F97A-5844739E871E}"/>
                </a:ext>
              </a:extLst>
            </p:cNvPr>
            <p:cNvSpPr>
              <a:spLocks noChangeShapeType="1"/>
            </p:cNvSpPr>
            <p:nvPr/>
          </p:nvSpPr>
          <p:spPr bwMode="auto">
            <a:xfrm>
              <a:off x="2162256" y="1857548"/>
              <a:ext cx="39670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7" name="Line 27">
              <a:extLst>
                <a:ext uri="{FF2B5EF4-FFF2-40B4-BE49-F238E27FC236}">
                  <a16:creationId xmlns:a16="http://schemas.microsoft.com/office/drawing/2014/main" id="{557846AD-9242-EA39-81CA-3E4996D6C880}"/>
                </a:ext>
              </a:extLst>
            </p:cNvPr>
            <p:cNvSpPr>
              <a:spLocks noChangeShapeType="1"/>
            </p:cNvSpPr>
            <p:nvPr/>
          </p:nvSpPr>
          <p:spPr bwMode="auto">
            <a:xfrm>
              <a:off x="978803" y="2222518"/>
              <a:ext cx="5150536"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8" name="Line 27">
              <a:extLst>
                <a:ext uri="{FF2B5EF4-FFF2-40B4-BE49-F238E27FC236}">
                  <a16:creationId xmlns:a16="http://schemas.microsoft.com/office/drawing/2014/main" id="{74BB4163-BFBC-9CA0-6B98-EA354EBAC108}"/>
                </a:ext>
              </a:extLst>
            </p:cNvPr>
            <p:cNvSpPr>
              <a:spLocks noChangeShapeType="1"/>
            </p:cNvSpPr>
            <p:nvPr/>
          </p:nvSpPr>
          <p:spPr bwMode="auto">
            <a:xfrm>
              <a:off x="978803" y="2538651"/>
              <a:ext cx="5150536"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9" name="Line 27">
              <a:extLst>
                <a:ext uri="{FF2B5EF4-FFF2-40B4-BE49-F238E27FC236}">
                  <a16:creationId xmlns:a16="http://schemas.microsoft.com/office/drawing/2014/main" id="{6E096942-6DE7-77DD-1888-27E59572A1FB}"/>
                </a:ext>
              </a:extLst>
            </p:cNvPr>
            <p:cNvSpPr>
              <a:spLocks noChangeShapeType="1"/>
            </p:cNvSpPr>
            <p:nvPr/>
          </p:nvSpPr>
          <p:spPr bwMode="auto">
            <a:xfrm>
              <a:off x="978803" y="2887381"/>
              <a:ext cx="189256"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0" name="Line 27">
              <a:extLst>
                <a:ext uri="{FF2B5EF4-FFF2-40B4-BE49-F238E27FC236}">
                  <a16:creationId xmlns:a16="http://schemas.microsoft.com/office/drawing/2014/main" id="{99F5DE1F-7D23-26CD-1F2F-252B8AA08A0F}"/>
                </a:ext>
              </a:extLst>
            </p:cNvPr>
            <p:cNvSpPr>
              <a:spLocks noChangeShapeType="1"/>
            </p:cNvSpPr>
            <p:nvPr/>
          </p:nvSpPr>
          <p:spPr bwMode="auto">
            <a:xfrm rot="5400000">
              <a:off x="1060724" y="2782916"/>
              <a:ext cx="21467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1" name="Line 27">
              <a:extLst>
                <a:ext uri="{FF2B5EF4-FFF2-40B4-BE49-F238E27FC236}">
                  <a16:creationId xmlns:a16="http://schemas.microsoft.com/office/drawing/2014/main" id="{FD4B4C37-0E15-6249-5A33-2CF50F7015B6}"/>
                </a:ext>
              </a:extLst>
            </p:cNvPr>
            <p:cNvSpPr>
              <a:spLocks noChangeShapeType="1"/>
            </p:cNvSpPr>
            <p:nvPr/>
          </p:nvSpPr>
          <p:spPr bwMode="auto">
            <a:xfrm>
              <a:off x="1168058" y="2677704"/>
              <a:ext cx="994614"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2" name="Line 27">
              <a:extLst>
                <a:ext uri="{FF2B5EF4-FFF2-40B4-BE49-F238E27FC236}">
                  <a16:creationId xmlns:a16="http://schemas.microsoft.com/office/drawing/2014/main" id="{5EBB5E63-656B-0DDF-0DFD-0CCB4FEF82BA}"/>
                </a:ext>
              </a:extLst>
            </p:cNvPr>
            <p:cNvSpPr>
              <a:spLocks noChangeShapeType="1"/>
            </p:cNvSpPr>
            <p:nvPr/>
          </p:nvSpPr>
          <p:spPr bwMode="auto">
            <a:xfrm rot="5400000">
              <a:off x="2055727" y="2784283"/>
              <a:ext cx="21467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3" name="Line 27">
              <a:extLst>
                <a:ext uri="{FF2B5EF4-FFF2-40B4-BE49-F238E27FC236}">
                  <a16:creationId xmlns:a16="http://schemas.microsoft.com/office/drawing/2014/main" id="{C13C690C-9E3D-B0FB-84B2-689D1B31349F}"/>
                </a:ext>
              </a:extLst>
            </p:cNvPr>
            <p:cNvSpPr>
              <a:spLocks noChangeShapeType="1"/>
            </p:cNvSpPr>
            <p:nvPr/>
          </p:nvSpPr>
          <p:spPr bwMode="auto">
            <a:xfrm>
              <a:off x="2162257" y="2887381"/>
              <a:ext cx="396708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4" name="Line 27">
              <a:extLst>
                <a:ext uri="{FF2B5EF4-FFF2-40B4-BE49-F238E27FC236}">
                  <a16:creationId xmlns:a16="http://schemas.microsoft.com/office/drawing/2014/main" id="{C64286AD-1896-4558-29E4-0484696E2EF2}"/>
                </a:ext>
              </a:extLst>
            </p:cNvPr>
            <p:cNvSpPr>
              <a:spLocks noChangeShapeType="1"/>
            </p:cNvSpPr>
            <p:nvPr/>
          </p:nvSpPr>
          <p:spPr bwMode="auto">
            <a:xfrm>
              <a:off x="978802" y="3201183"/>
              <a:ext cx="189256"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5" name="Line 27">
              <a:extLst>
                <a:ext uri="{FF2B5EF4-FFF2-40B4-BE49-F238E27FC236}">
                  <a16:creationId xmlns:a16="http://schemas.microsoft.com/office/drawing/2014/main" id="{BF21ACC7-54BE-78CD-3031-97D1DE13C473}"/>
                </a:ext>
              </a:extLst>
            </p:cNvPr>
            <p:cNvSpPr>
              <a:spLocks noChangeShapeType="1"/>
            </p:cNvSpPr>
            <p:nvPr/>
          </p:nvSpPr>
          <p:spPr bwMode="auto">
            <a:xfrm rot="5400000">
              <a:off x="1060723" y="3096718"/>
              <a:ext cx="21467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6" name="Line 27">
              <a:extLst>
                <a:ext uri="{FF2B5EF4-FFF2-40B4-BE49-F238E27FC236}">
                  <a16:creationId xmlns:a16="http://schemas.microsoft.com/office/drawing/2014/main" id="{C383BB90-2125-F82C-5E5C-440F62822ADC}"/>
                </a:ext>
              </a:extLst>
            </p:cNvPr>
            <p:cNvSpPr>
              <a:spLocks noChangeShapeType="1"/>
            </p:cNvSpPr>
            <p:nvPr/>
          </p:nvSpPr>
          <p:spPr bwMode="auto">
            <a:xfrm>
              <a:off x="1168058" y="2991507"/>
              <a:ext cx="994614"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7" name="Line 27">
              <a:extLst>
                <a:ext uri="{FF2B5EF4-FFF2-40B4-BE49-F238E27FC236}">
                  <a16:creationId xmlns:a16="http://schemas.microsoft.com/office/drawing/2014/main" id="{94362CCF-9AFF-35D8-637E-8B5E328D7E28}"/>
                </a:ext>
              </a:extLst>
            </p:cNvPr>
            <p:cNvSpPr>
              <a:spLocks noChangeShapeType="1"/>
            </p:cNvSpPr>
            <p:nvPr/>
          </p:nvSpPr>
          <p:spPr bwMode="auto">
            <a:xfrm rot="5400000">
              <a:off x="2055727" y="3098086"/>
              <a:ext cx="21467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8" name="Line 27">
              <a:extLst>
                <a:ext uri="{FF2B5EF4-FFF2-40B4-BE49-F238E27FC236}">
                  <a16:creationId xmlns:a16="http://schemas.microsoft.com/office/drawing/2014/main" id="{752C5502-B0ED-AA15-B785-7A34B634CCC5}"/>
                </a:ext>
              </a:extLst>
            </p:cNvPr>
            <p:cNvSpPr>
              <a:spLocks noChangeShapeType="1"/>
            </p:cNvSpPr>
            <p:nvPr/>
          </p:nvSpPr>
          <p:spPr bwMode="auto">
            <a:xfrm>
              <a:off x="2162257" y="3201183"/>
              <a:ext cx="3967081"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9" name="Line 27">
              <a:extLst>
                <a:ext uri="{FF2B5EF4-FFF2-40B4-BE49-F238E27FC236}">
                  <a16:creationId xmlns:a16="http://schemas.microsoft.com/office/drawing/2014/main" id="{257CB644-9226-8C69-89F7-745110C1FDA7}"/>
                </a:ext>
              </a:extLst>
            </p:cNvPr>
            <p:cNvSpPr>
              <a:spLocks noChangeShapeType="1"/>
            </p:cNvSpPr>
            <p:nvPr/>
          </p:nvSpPr>
          <p:spPr bwMode="auto">
            <a:xfrm>
              <a:off x="978802" y="3852607"/>
              <a:ext cx="10781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0" name="Line 27">
              <a:extLst>
                <a:ext uri="{FF2B5EF4-FFF2-40B4-BE49-F238E27FC236}">
                  <a16:creationId xmlns:a16="http://schemas.microsoft.com/office/drawing/2014/main" id="{572375C4-F4A3-D25E-F27A-1049F69F678F}"/>
                </a:ext>
              </a:extLst>
            </p:cNvPr>
            <p:cNvSpPr>
              <a:spLocks noChangeShapeType="1"/>
            </p:cNvSpPr>
            <p:nvPr/>
          </p:nvSpPr>
          <p:spPr bwMode="auto">
            <a:xfrm rot="5400000">
              <a:off x="1949600" y="3748141"/>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1" name="Line 27">
              <a:extLst>
                <a:ext uri="{FF2B5EF4-FFF2-40B4-BE49-F238E27FC236}">
                  <a16:creationId xmlns:a16="http://schemas.microsoft.com/office/drawing/2014/main" id="{C5B6A552-E6E1-1406-D230-201924EF401B}"/>
                </a:ext>
              </a:extLst>
            </p:cNvPr>
            <p:cNvSpPr>
              <a:spLocks noChangeShapeType="1"/>
            </p:cNvSpPr>
            <p:nvPr/>
          </p:nvSpPr>
          <p:spPr bwMode="auto">
            <a:xfrm>
              <a:off x="2056934" y="3642930"/>
              <a:ext cx="23765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2" name="Line 27">
              <a:extLst>
                <a:ext uri="{FF2B5EF4-FFF2-40B4-BE49-F238E27FC236}">
                  <a16:creationId xmlns:a16="http://schemas.microsoft.com/office/drawing/2014/main" id="{C9D387BB-4D50-F3F4-A8D5-85BD70754D0C}"/>
                </a:ext>
              </a:extLst>
            </p:cNvPr>
            <p:cNvSpPr>
              <a:spLocks noChangeShapeType="1"/>
            </p:cNvSpPr>
            <p:nvPr/>
          </p:nvSpPr>
          <p:spPr bwMode="auto">
            <a:xfrm rot="5400000">
              <a:off x="4326146" y="3749509"/>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3" name="Line 27">
              <a:extLst>
                <a:ext uri="{FF2B5EF4-FFF2-40B4-BE49-F238E27FC236}">
                  <a16:creationId xmlns:a16="http://schemas.microsoft.com/office/drawing/2014/main" id="{BBEF1A7C-5C2C-94B4-3653-4C7631D9F400}"/>
                </a:ext>
              </a:extLst>
            </p:cNvPr>
            <p:cNvSpPr>
              <a:spLocks noChangeShapeType="1"/>
            </p:cNvSpPr>
            <p:nvPr/>
          </p:nvSpPr>
          <p:spPr bwMode="auto">
            <a:xfrm>
              <a:off x="4432678" y="3852607"/>
              <a:ext cx="10568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4" name="Line 27">
              <a:extLst>
                <a:ext uri="{FF2B5EF4-FFF2-40B4-BE49-F238E27FC236}">
                  <a16:creationId xmlns:a16="http://schemas.microsoft.com/office/drawing/2014/main" id="{F0DEEA6C-D637-2C14-306E-9857DD8C57B6}"/>
                </a:ext>
              </a:extLst>
            </p:cNvPr>
            <p:cNvSpPr>
              <a:spLocks noChangeShapeType="1"/>
            </p:cNvSpPr>
            <p:nvPr/>
          </p:nvSpPr>
          <p:spPr bwMode="auto">
            <a:xfrm rot="5400000">
              <a:off x="5374886" y="3749902"/>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5" name="Line 27">
              <a:extLst>
                <a:ext uri="{FF2B5EF4-FFF2-40B4-BE49-F238E27FC236}">
                  <a16:creationId xmlns:a16="http://schemas.microsoft.com/office/drawing/2014/main" id="{FA2AE6FA-47FA-DEDF-EA34-0FB860155B92}"/>
                </a:ext>
              </a:extLst>
            </p:cNvPr>
            <p:cNvSpPr>
              <a:spLocks noChangeShapeType="1"/>
            </p:cNvSpPr>
            <p:nvPr/>
          </p:nvSpPr>
          <p:spPr bwMode="auto">
            <a:xfrm>
              <a:off x="5480100" y="3642675"/>
              <a:ext cx="6492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6" name="Line 27">
              <a:extLst>
                <a:ext uri="{FF2B5EF4-FFF2-40B4-BE49-F238E27FC236}">
                  <a16:creationId xmlns:a16="http://schemas.microsoft.com/office/drawing/2014/main" id="{25FFF06C-A704-164C-4CB4-E67111B63FFC}"/>
                </a:ext>
              </a:extLst>
            </p:cNvPr>
            <p:cNvSpPr>
              <a:spLocks noChangeShapeType="1"/>
            </p:cNvSpPr>
            <p:nvPr/>
          </p:nvSpPr>
          <p:spPr bwMode="auto">
            <a:xfrm>
              <a:off x="978802" y="4164024"/>
              <a:ext cx="10781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7" name="Line 27">
              <a:extLst>
                <a:ext uri="{FF2B5EF4-FFF2-40B4-BE49-F238E27FC236}">
                  <a16:creationId xmlns:a16="http://schemas.microsoft.com/office/drawing/2014/main" id="{5687AF46-E7E9-3A93-0581-EDB531EA2F6E}"/>
                </a:ext>
              </a:extLst>
            </p:cNvPr>
            <p:cNvSpPr>
              <a:spLocks noChangeShapeType="1"/>
            </p:cNvSpPr>
            <p:nvPr/>
          </p:nvSpPr>
          <p:spPr bwMode="auto">
            <a:xfrm rot="5400000">
              <a:off x="1949600" y="4059558"/>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8" name="Line 27">
              <a:extLst>
                <a:ext uri="{FF2B5EF4-FFF2-40B4-BE49-F238E27FC236}">
                  <a16:creationId xmlns:a16="http://schemas.microsoft.com/office/drawing/2014/main" id="{D47CE67C-5192-DEE0-40F2-68CE78F0588F}"/>
                </a:ext>
              </a:extLst>
            </p:cNvPr>
            <p:cNvSpPr>
              <a:spLocks noChangeShapeType="1"/>
            </p:cNvSpPr>
            <p:nvPr/>
          </p:nvSpPr>
          <p:spPr bwMode="auto">
            <a:xfrm>
              <a:off x="2056933" y="3954347"/>
              <a:ext cx="34285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1" name="Line 27">
              <a:extLst>
                <a:ext uri="{FF2B5EF4-FFF2-40B4-BE49-F238E27FC236}">
                  <a16:creationId xmlns:a16="http://schemas.microsoft.com/office/drawing/2014/main" id="{18B17F27-DDDB-0F3B-8F53-B5CEC44EC1F6}"/>
                </a:ext>
              </a:extLst>
            </p:cNvPr>
            <p:cNvSpPr>
              <a:spLocks noChangeShapeType="1"/>
            </p:cNvSpPr>
            <p:nvPr/>
          </p:nvSpPr>
          <p:spPr bwMode="auto">
            <a:xfrm rot="5400000">
              <a:off x="5374886" y="4061319"/>
              <a:ext cx="2146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2" name="Line 27">
              <a:extLst>
                <a:ext uri="{FF2B5EF4-FFF2-40B4-BE49-F238E27FC236}">
                  <a16:creationId xmlns:a16="http://schemas.microsoft.com/office/drawing/2014/main" id="{6557E56D-5786-B3D1-D60B-5773FC03AA5A}"/>
                </a:ext>
              </a:extLst>
            </p:cNvPr>
            <p:cNvSpPr>
              <a:spLocks noChangeShapeType="1"/>
            </p:cNvSpPr>
            <p:nvPr/>
          </p:nvSpPr>
          <p:spPr bwMode="auto">
            <a:xfrm>
              <a:off x="5482374" y="4163494"/>
              <a:ext cx="6469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5" name="Line 27">
              <a:extLst>
                <a:ext uri="{FF2B5EF4-FFF2-40B4-BE49-F238E27FC236}">
                  <a16:creationId xmlns:a16="http://schemas.microsoft.com/office/drawing/2014/main" id="{F8A3A75A-1EF4-03F3-DFBE-C4C963972E02}"/>
                </a:ext>
              </a:extLst>
            </p:cNvPr>
            <p:cNvSpPr>
              <a:spLocks noChangeShapeType="1"/>
            </p:cNvSpPr>
            <p:nvPr/>
          </p:nvSpPr>
          <p:spPr bwMode="auto">
            <a:xfrm>
              <a:off x="978802" y="4482760"/>
              <a:ext cx="1372711"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6" name="Line 27">
              <a:extLst>
                <a:ext uri="{FF2B5EF4-FFF2-40B4-BE49-F238E27FC236}">
                  <a16:creationId xmlns:a16="http://schemas.microsoft.com/office/drawing/2014/main" id="{B8464518-7963-78A3-BD54-8B0AEC442B82}"/>
                </a:ext>
              </a:extLst>
            </p:cNvPr>
            <p:cNvSpPr>
              <a:spLocks noChangeShapeType="1"/>
            </p:cNvSpPr>
            <p:nvPr/>
          </p:nvSpPr>
          <p:spPr bwMode="auto">
            <a:xfrm rot="5400000">
              <a:off x="2244176" y="4377721"/>
              <a:ext cx="214671"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7" name="Line 27">
              <a:extLst>
                <a:ext uri="{FF2B5EF4-FFF2-40B4-BE49-F238E27FC236}">
                  <a16:creationId xmlns:a16="http://schemas.microsoft.com/office/drawing/2014/main" id="{13108F72-6D71-B515-184A-625684978EBB}"/>
                </a:ext>
              </a:extLst>
            </p:cNvPr>
            <p:cNvSpPr>
              <a:spLocks noChangeShapeType="1"/>
            </p:cNvSpPr>
            <p:nvPr/>
          </p:nvSpPr>
          <p:spPr bwMode="auto">
            <a:xfrm>
              <a:off x="2351513" y="4274265"/>
              <a:ext cx="379005"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8" name="Line 27">
              <a:extLst>
                <a:ext uri="{FF2B5EF4-FFF2-40B4-BE49-F238E27FC236}">
                  <a16:creationId xmlns:a16="http://schemas.microsoft.com/office/drawing/2014/main" id="{98FF471D-AE71-C6DB-BF70-A39ACE021CC0}"/>
                </a:ext>
              </a:extLst>
            </p:cNvPr>
            <p:cNvSpPr>
              <a:spLocks noChangeShapeType="1"/>
            </p:cNvSpPr>
            <p:nvPr/>
          </p:nvSpPr>
          <p:spPr bwMode="auto">
            <a:xfrm rot="5400000">
              <a:off x="2623039" y="4379102"/>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9" name="Line 27">
              <a:extLst>
                <a:ext uri="{FF2B5EF4-FFF2-40B4-BE49-F238E27FC236}">
                  <a16:creationId xmlns:a16="http://schemas.microsoft.com/office/drawing/2014/main" id="{85B2183F-C72A-FBDF-C2DD-8F8BECA031CC}"/>
                </a:ext>
              </a:extLst>
            </p:cNvPr>
            <p:cNvSpPr>
              <a:spLocks noChangeShapeType="1"/>
            </p:cNvSpPr>
            <p:nvPr/>
          </p:nvSpPr>
          <p:spPr bwMode="auto">
            <a:xfrm>
              <a:off x="2730518" y="4482164"/>
              <a:ext cx="378097"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0" name="Line 27">
              <a:extLst>
                <a:ext uri="{FF2B5EF4-FFF2-40B4-BE49-F238E27FC236}">
                  <a16:creationId xmlns:a16="http://schemas.microsoft.com/office/drawing/2014/main" id="{23546E6B-90E4-3A8A-5983-8F30D5A8ED43}"/>
                </a:ext>
              </a:extLst>
            </p:cNvPr>
            <p:cNvSpPr>
              <a:spLocks noChangeShapeType="1"/>
            </p:cNvSpPr>
            <p:nvPr/>
          </p:nvSpPr>
          <p:spPr bwMode="auto">
            <a:xfrm rot="5400000">
              <a:off x="3002108" y="4380214"/>
              <a:ext cx="21452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1" name="Line 27">
              <a:extLst>
                <a:ext uri="{FF2B5EF4-FFF2-40B4-BE49-F238E27FC236}">
                  <a16:creationId xmlns:a16="http://schemas.microsoft.com/office/drawing/2014/main" id="{DC1005BF-A927-5085-0BEE-2A3588606D5E}"/>
                </a:ext>
              </a:extLst>
            </p:cNvPr>
            <p:cNvSpPr>
              <a:spLocks noChangeShapeType="1"/>
            </p:cNvSpPr>
            <p:nvPr/>
          </p:nvSpPr>
          <p:spPr bwMode="auto">
            <a:xfrm>
              <a:off x="3108532" y="4273670"/>
              <a:ext cx="379005"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2" name="Line 27">
              <a:extLst>
                <a:ext uri="{FF2B5EF4-FFF2-40B4-BE49-F238E27FC236}">
                  <a16:creationId xmlns:a16="http://schemas.microsoft.com/office/drawing/2014/main" id="{158D8115-E86C-FC97-22B8-0F4ABF6BE41E}"/>
                </a:ext>
              </a:extLst>
            </p:cNvPr>
            <p:cNvSpPr>
              <a:spLocks noChangeShapeType="1"/>
            </p:cNvSpPr>
            <p:nvPr/>
          </p:nvSpPr>
          <p:spPr bwMode="auto">
            <a:xfrm rot="5400000">
              <a:off x="3380201" y="4380173"/>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3" name="Line 27">
              <a:extLst>
                <a:ext uri="{FF2B5EF4-FFF2-40B4-BE49-F238E27FC236}">
                  <a16:creationId xmlns:a16="http://schemas.microsoft.com/office/drawing/2014/main" id="{CADEE3F8-EC81-9B5A-EFF0-D58111CEBFE1}"/>
                </a:ext>
              </a:extLst>
            </p:cNvPr>
            <p:cNvSpPr>
              <a:spLocks noChangeShapeType="1"/>
            </p:cNvSpPr>
            <p:nvPr/>
          </p:nvSpPr>
          <p:spPr bwMode="auto">
            <a:xfrm>
              <a:off x="3487681" y="4483235"/>
              <a:ext cx="378097"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4" name="Line 27">
              <a:extLst>
                <a:ext uri="{FF2B5EF4-FFF2-40B4-BE49-F238E27FC236}">
                  <a16:creationId xmlns:a16="http://schemas.microsoft.com/office/drawing/2014/main" id="{EBFDA3DA-66E1-AEF1-34D9-82E899781A1A}"/>
                </a:ext>
              </a:extLst>
            </p:cNvPr>
            <p:cNvSpPr>
              <a:spLocks noChangeShapeType="1"/>
            </p:cNvSpPr>
            <p:nvPr/>
          </p:nvSpPr>
          <p:spPr bwMode="auto">
            <a:xfrm rot="5400000">
              <a:off x="3759270" y="4381285"/>
              <a:ext cx="21452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5" name="Line 27">
              <a:extLst>
                <a:ext uri="{FF2B5EF4-FFF2-40B4-BE49-F238E27FC236}">
                  <a16:creationId xmlns:a16="http://schemas.microsoft.com/office/drawing/2014/main" id="{98EFCAFD-8697-1152-B189-44CA91BBABD5}"/>
                </a:ext>
              </a:extLst>
            </p:cNvPr>
            <p:cNvSpPr>
              <a:spLocks noChangeShapeType="1"/>
            </p:cNvSpPr>
            <p:nvPr/>
          </p:nvSpPr>
          <p:spPr bwMode="auto">
            <a:xfrm>
              <a:off x="3865695" y="4274741"/>
              <a:ext cx="379005"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6" name="Line 27">
              <a:extLst>
                <a:ext uri="{FF2B5EF4-FFF2-40B4-BE49-F238E27FC236}">
                  <a16:creationId xmlns:a16="http://schemas.microsoft.com/office/drawing/2014/main" id="{27A9C145-8B42-ACF6-69A9-30BA99C62B3E}"/>
                </a:ext>
              </a:extLst>
            </p:cNvPr>
            <p:cNvSpPr>
              <a:spLocks noChangeShapeType="1"/>
            </p:cNvSpPr>
            <p:nvPr/>
          </p:nvSpPr>
          <p:spPr bwMode="auto">
            <a:xfrm rot="5400000">
              <a:off x="4137051" y="4380621"/>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7" name="Line 27">
              <a:extLst>
                <a:ext uri="{FF2B5EF4-FFF2-40B4-BE49-F238E27FC236}">
                  <a16:creationId xmlns:a16="http://schemas.microsoft.com/office/drawing/2014/main" id="{2211B05D-B0B9-E03C-8172-34175A9E6A1F}"/>
                </a:ext>
              </a:extLst>
            </p:cNvPr>
            <p:cNvSpPr>
              <a:spLocks noChangeShapeType="1"/>
            </p:cNvSpPr>
            <p:nvPr/>
          </p:nvSpPr>
          <p:spPr bwMode="auto">
            <a:xfrm>
              <a:off x="4244640" y="4482639"/>
              <a:ext cx="1884698"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8" name="Line 27">
              <a:extLst>
                <a:ext uri="{FF2B5EF4-FFF2-40B4-BE49-F238E27FC236}">
                  <a16:creationId xmlns:a16="http://schemas.microsoft.com/office/drawing/2014/main" id="{C85BD229-0461-3806-9620-FB3E4B8713D2}"/>
                </a:ext>
              </a:extLst>
            </p:cNvPr>
            <p:cNvSpPr>
              <a:spLocks noChangeShapeType="1"/>
            </p:cNvSpPr>
            <p:nvPr/>
          </p:nvSpPr>
          <p:spPr bwMode="auto">
            <a:xfrm>
              <a:off x="978802" y="4782024"/>
              <a:ext cx="1751716"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1" name="Line 27">
              <a:extLst>
                <a:ext uri="{FF2B5EF4-FFF2-40B4-BE49-F238E27FC236}">
                  <a16:creationId xmlns:a16="http://schemas.microsoft.com/office/drawing/2014/main" id="{5619ACE5-7581-3B9F-A3D0-1900A7B149C2}"/>
                </a:ext>
              </a:extLst>
            </p:cNvPr>
            <p:cNvSpPr>
              <a:spLocks noChangeShapeType="1"/>
            </p:cNvSpPr>
            <p:nvPr/>
          </p:nvSpPr>
          <p:spPr bwMode="auto">
            <a:xfrm rot="5400000">
              <a:off x="2623039" y="4678366"/>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4" name="Line 27">
              <a:extLst>
                <a:ext uri="{FF2B5EF4-FFF2-40B4-BE49-F238E27FC236}">
                  <a16:creationId xmlns:a16="http://schemas.microsoft.com/office/drawing/2014/main" id="{B90D560A-BDF7-BA08-8554-90EF5A21973C}"/>
                </a:ext>
              </a:extLst>
            </p:cNvPr>
            <p:cNvSpPr>
              <a:spLocks noChangeShapeType="1"/>
            </p:cNvSpPr>
            <p:nvPr/>
          </p:nvSpPr>
          <p:spPr bwMode="auto">
            <a:xfrm>
              <a:off x="2730518" y="4572934"/>
              <a:ext cx="757019"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5" name="Line 27">
              <a:extLst>
                <a:ext uri="{FF2B5EF4-FFF2-40B4-BE49-F238E27FC236}">
                  <a16:creationId xmlns:a16="http://schemas.microsoft.com/office/drawing/2014/main" id="{D0BBBB50-E1C2-1DE4-036F-8199A9BB5CFA}"/>
                </a:ext>
              </a:extLst>
            </p:cNvPr>
            <p:cNvSpPr>
              <a:spLocks noChangeShapeType="1"/>
            </p:cNvSpPr>
            <p:nvPr/>
          </p:nvSpPr>
          <p:spPr bwMode="auto">
            <a:xfrm rot="5400000">
              <a:off x="3380201" y="4679438"/>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6" name="Line 27">
              <a:extLst>
                <a:ext uri="{FF2B5EF4-FFF2-40B4-BE49-F238E27FC236}">
                  <a16:creationId xmlns:a16="http://schemas.microsoft.com/office/drawing/2014/main" id="{F4C20B74-FB08-0721-25BE-B6F499F5B3A8}"/>
                </a:ext>
              </a:extLst>
            </p:cNvPr>
            <p:cNvSpPr>
              <a:spLocks noChangeShapeType="1"/>
            </p:cNvSpPr>
            <p:nvPr/>
          </p:nvSpPr>
          <p:spPr bwMode="auto">
            <a:xfrm>
              <a:off x="3487681" y="4782500"/>
              <a:ext cx="756959"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9" name="Line 27">
              <a:extLst>
                <a:ext uri="{FF2B5EF4-FFF2-40B4-BE49-F238E27FC236}">
                  <a16:creationId xmlns:a16="http://schemas.microsoft.com/office/drawing/2014/main" id="{2DA997D6-BCD2-88EF-8F01-A516B10E925A}"/>
                </a:ext>
              </a:extLst>
            </p:cNvPr>
            <p:cNvSpPr>
              <a:spLocks noChangeShapeType="1"/>
            </p:cNvSpPr>
            <p:nvPr/>
          </p:nvSpPr>
          <p:spPr bwMode="auto">
            <a:xfrm rot="5400000">
              <a:off x="4137051" y="4679886"/>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0" name="Line 27">
              <a:extLst>
                <a:ext uri="{FF2B5EF4-FFF2-40B4-BE49-F238E27FC236}">
                  <a16:creationId xmlns:a16="http://schemas.microsoft.com/office/drawing/2014/main" id="{6C65E68A-04C6-3C03-1821-E99D27554E70}"/>
                </a:ext>
              </a:extLst>
            </p:cNvPr>
            <p:cNvSpPr>
              <a:spLocks noChangeShapeType="1"/>
            </p:cNvSpPr>
            <p:nvPr/>
          </p:nvSpPr>
          <p:spPr bwMode="auto">
            <a:xfrm>
              <a:off x="4242378" y="4572457"/>
              <a:ext cx="1886960"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3" name="Line 27">
              <a:extLst>
                <a:ext uri="{FF2B5EF4-FFF2-40B4-BE49-F238E27FC236}">
                  <a16:creationId xmlns:a16="http://schemas.microsoft.com/office/drawing/2014/main" id="{6AC20263-1BF3-6046-5E7C-23FD1ED9C61E}"/>
                </a:ext>
              </a:extLst>
            </p:cNvPr>
            <p:cNvSpPr>
              <a:spLocks noChangeShapeType="1"/>
            </p:cNvSpPr>
            <p:nvPr/>
          </p:nvSpPr>
          <p:spPr bwMode="auto">
            <a:xfrm>
              <a:off x="1964542" y="4876891"/>
              <a:ext cx="1522995"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4" name="Line 27">
              <a:extLst>
                <a:ext uri="{FF2B5EF4-FFF2-40B4-BE49-F238E27FC236}">
                  <a16:creationId xmlns:a16="http://schemas.microsoft.com/office/drawing/2014/main" id="{045899BE-CFFF-C5EF-8F31-E7F685646F23}"/>
                </a:ext>
              </a:extLst>
            </p:cNvPr>
            <p:cNvSpPr>
              <a:spLocks noChangeShapeType="1"/>
            </p:cNvSpPr>
            <p:nvPr/>
          </p:nvSpPr>
          <p:spPr bwMode="auto">
            <a:xfrm rot="5400000">
              <a:off x="3380200" y="4983397"/>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5" name="Line 27">
              <a:extLst>
                <a:ext uri="{FF2B5EF4-FFF2-40B4-BE49-F238E27FC236}">
                  <a16:creationId xmlns:a16="http://schemas.microsoft.com/office/drawing/2014/main" id="{79C6E197-B1FB-C468-8A67-7FFBCE2846D7}"/>
                </a:ext>
              </a:extLst>
            </p:cNvPr>
            <p:cNvSpPr>
              <a:spLocks noChangeShapeType="1"/>
            </p:cNvSpPr>
            <p:nvPr/>
          </p:nvSpPr>
          <p:spPr bwMode="auto">
            <a:xfrm>
              <a:off x="3490355" y="5086457"/>
              <a:ext cx="262242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6" name="Line 27">
              <a:extLst>
                <a:ext uri="{FF2B5EF4-FFF2-40B4-BE49-F238E27FC236}">
                  <a16:creationId xmlns:a16="http://schemas.microsoft.com/office/drawing/2014/main" id="{57BEE3F2-3FCA-20C1-8891-4C8F92191B0F}"/>
                </a:ext>
              </a:extLst>
            </p:cNvPr>
            <p:cNvSpPr>
              <a:spLocks noChangeShapeType="1"/>
            </p:cNvSpPr>
            <p:nvPr/>
          </p:nvSpPr>
          <p:spPr bwMode="auto">
            <a:xfrm>
              <a:off x="978802" y="5085982"/>
              <a:ext cx="99666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7" name="Line 27">
              <a:extLst>
                <a:ext uri="{FF2B5EF4-FFF2-40B4-BE49-F238E27FC236}">
                  <a16:creationId xmlns:a16="http://schemas.microsoft.com/office/drawing/2014/main" id="{939D97BD-8A02-062E-03E2-6A22810BC66C}"/>
                </a:ext>
              </a:extLst>
            </p:cNvPr>
            <p:cNvSpPr>
              <a:spLocks noChangeShapeType="1"/>
            </p:cNvSpPr>
            <p:nvPr/>
          </p:nvSpPr>
          <p:spPr bwMode="auto">
            <a:xfrm rot="5400000">
              <a:off x="1867985" y="4982324"/>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8" name="Line 27">
              <a:extLst>
                <a:ext uri="{FF2B5EF4-FFF2-40B4-BE49-F238E27FC236}">
                  <a16:creationId xmlns:a16="http://schemas.microsoft.com/office/drawing/2014/main" id="{04FB5E1B-84AB-D1BA-E879-1F8157DAF518}"/>
                </a:ext>
              </a:extLst>
            </p:cNvPr>
            <p:cNvSpPr>
              <a:spLocks noChangeShapeType="1"/>
            </p:cNvSpPr>
            <p:nvPr/>
          </p:nvSpPr>
          <p:spPr bwMode="auto">
            <a:xfrm>
              <a:off x="1964542" y="5182032"/>
              <a:ext cx="1522995"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9" name="Line 27">
              <a:extLst>
                <a:ext uri="{FF2B5EF4-FFF2-40B4-BE49-F238E27FC236}">
                  <a16:creationId xmlns:a16="http://schemas.microsoft.com/office/drawing/2014/main" id="{C2A7C8CA-11FE-8A05-9873-8B3E7699C69F}"/>
                </a:ext>
              </a:extLst>
            </p:cNvPr>
            <p:cNvSpPr>
              <a:spLocks noChangeShapeType="1"/>
            </p:cNvSpPr>
            <p:nvPr/>
          </p:nvSpPr>
          <p:spPr bwMode="auto">
            <a:xfrm rot="5400000">
              <a:off x="3380200" y="5288537"/>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0" name="Line 27">
              <a:extLst>
                <a:ext uri="{FF2B5EF4-FFF2-40B4-BE49-F238E27FC236}">
                  <a16:creationId xmlns:a16="http://schemas.microsoft.com/office/drawing/2014/main" id="{6C26DC43-0EA2-717D-964A-711E40AF5C37}"/>
                </a:ext>
              </a:extLst>
            </p:cNvPr>
            <p:cNvSpPr>
              <a:spLocks noChangeShapeType="1"/>
            </p:cNvSpPr>
            <p:nvPr/>
          </p:nvSpPr>
          <p:spPr bwMode="auto">
            <a:xfrm>
              <a:off x="3490355" y="5391598"/>
              <a:ext cx="262242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1" name="Line 27">
              <a:extLst>
                <a:ext uri="{FF2B5EF4-FFF2-40B4-BE49-F238E27FC236}">
                  <a16:creationId xmlns:a16="http://schemas.microsoft.com/office/drawing/2014/main" id="{90DE052C-D0C2-DA05-27FD-E57F8B67C173}"/>
                </a:ext>
              </a:extLst>
            </p:cNvPr>
            <p:cNvSpPr>
              <a:spLocks noChangeShapeType="1"/>
            </p:cNvSpPr>
            <p:nvPr/>
          </p:nvSpPr>
          <p:spPr bwMode="auto">
            <a:xfrm>
              <a:off x="978802" y="5391123"/>
              <a:ext cx="996662"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2" name="Line 27">
              <a:extLst>
                <a:ext uri="{FF2B5EF4-FFF2-40B4-BE49-F238E27FC236}">
                  <a16:creationId xmlns:a16="http://schemas.microsoft.com/office/drawing/2014/main" id="{41307562-F43C-321C-F3F3-59E0C6CD39F3}"/>
                </a:ext>
              </a:extLst>
            </p:cNvPr>
            <p:cNvSpPr>
              <a:spLocks noChangeShapeType="1"/>
            </p:cNvSpPr>
            <p:nvPr/>
          </p:nvSpPr>
          <p:spPr bwMode="auto">
            <a:xfrm rot="5400000">
              <a:off x="1867985" y="5287465"/>
              <a:ext cx="214673" cy="0"/>
            </a:xfrm>
            <a:prstGeom prst="line">
              <a:avLst/>
            </a:prstGeom>
            <a:noFill/>
            <a:ln w="254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3" name="Line 27">
              <a:extLst>
                <a:ext uri="{FF2B5EF4-FFF2-40B4-BE49-F238E27FC236}">
                  <a16:creationId xmlns:a16="http://schemas.microsoft.com/office/drawing/2014/main" id="{278BB833-AC67-AF1C-E8F7-F687ACD50AA8}"/>
                </a:ext>
              </a:extLst>
            </p:cNvPr>
            <p:cNvSpPr>
              <a:spLocks noChangeShapeType="1"/>
            </p:cNvSpPr>
            <p:nvPr/>
          </p:nvSpPr>
          <p:spPr bwMode="auto">
            <a:xfrm>
              <a:off x="978801" y="5683267"/>
              <a:ext cx="21298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8" name="Line 27">
              <a:extLst>
                <a:ext uri="{FF2B5EF4-FFF2-40B4-BE49-F238E27FC236}">
                  <a16:creationId xmlns:a16="http://schemas.microsoft.com/office/drawing/2014/main" id="{E58DFCD7-60EA-A6F1-A6AF-C488D05F3787}"/>
                </a:ext>
              </a:extLst>
            </p:cNvPr>
            <p:cNvSpPr>
              <a:spLocks noChangeShapeType="1"/>
            </p:cNvSpPr>
            <p:nvPr/>
          </p:nvSpPr>
          <p:spPr bwMode="auto">
            <a:xfrm rot="5400000">
              <a:off x="3002108" y="5580721"/>
              <a:ext cx="2145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9" name="Line 27">
              <a:extLst>
                <a:ext uri="{FF2B5EF4-FFF2-40B4-BE49-F238E27FC236}">
                  <a16:creationId xmlns:a16="http://schemas.microsoft.com/office/drawing/2014/main" id="{5A9385A8-AC02-EF9E-8A31-E24DB5F7706B}"/>
                </a:ext>
              </a:extLst>
            </p:cNvPr>
            <p:cNvSpPr>
              <a:spLocks noChangeShapeType="1"/>
            </p:cNvSpPr>
            <p:nvPr/>
          </p:nvSpPr>
          <p:spPr bwMode="auto">
            <a:xfrm>
              <a:off x="3108532" y="5474177"/>
              <a:ext cx="3790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0" name="Line 27">
              <a:extLst>
                <a:ext uri="{FF2B5EF4-FFF2-40B4-BE49-F238E27FC236}">
                  <a16:creationId xmlns:a16="http://schemas.microsoft.com/office/drawing/2014/main" id="{CDAA4E60-B6B1-798A-84BC-3F4EB8F6B8D2}"/>
                </a:ext>
              </a:extLst>
            </p:cNvPr>
            <p:cNvSpPr>
              <a:spLocks noChangeShapeType="1"/>
            </p:cNvSpPr>
            <p:nvPr/>
          </p:nvSpPr>
          <p:spPr bwMode="auto">
            <a:xfrm rot="5400000">
              <a:off x="3380201" y="5580680"/>
              <a:ext cx="2146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1" name="Line 27">
              <a:extLst>
                <a:ext uri="{FF2B5EF4-FFF2-40B4-BE49-F238E27FC236}">
                  <a16:creationId xmlns:a16="http://schemas.microsoft.com/office/drawing/2014/main" id="{DA6B32F9-1BD4-46E5-9979-0EF8E3E39695}"/>
                </a:ext>
              </a:extLst>
            </p:cNvPr>
            <p:cNvSpPr>
              <a:spLocks noChangeShapeType="1"/>
            </p:cNvSpPr>
            <p:nvPr/>
          </p:nvSpPr>
          <p:spPr bwMode="auto">
            <a:xfrm>
              <a:off x="3487681" y="5683743"/>
              <a:ext cx="262180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57" name="文本框 256">
                  <a:extLst>
                    <a:ext uri="{FF2B5EF4-FFF2-40B4-BE49-F238E27FC236}">
                      <a16:creationId xmlns:a16="http://schemas.microsoft.com/office/drawing/2014/main" id="{0DE21436-6D44-C168-EAE8-4014191C5105}"/>
                    </a:ext>
                  </a:extLst>
                </p:cNvPr>
                <p:cNvSpPr txBox="1"/>
                <p:nvPr/>
              </p:nvSpPr>
              <p:spPr>
                <a:xfrm>
                  <a:off x="514800" y="1440000"/>
                  <a:ext cx="431995" cy="355759"/>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acc>
                          <m:accPr>
                            <m:chr m:val="̅"/>
                            <m:ctrlPr>
                              <a:rPr lang="en-US" altLang="zh-CN" sz="2000" b="0" i="1" smtClean="0">
                                <a:solidFill>
                                  <a:schemeClr val="accent5">
                                    <a:lumMod val="75000"/>
                                  </a:schemeClr>
                                </a:solidFill>
                                <a:latin typeface="Cambria Math" panose="02040503050406030204" pitchFamily="18" charset="0"/>
                              </a:rPr>
                            </m:ctrlPr>
                          </m:accPr>
                          <m:e>
                            <m:r>
                              <m:rPr>
                                <m:sty m:val="p"/>
                              </m:rPr>
                              <a:rPr lang="en-US" altLang="zh-CN" sz="2000" b="0" i="0" smtClean="0">
                                <a:solidFill>
                                  <a:schemeClr val="accent5">
                                    <a:lumMod val="75000"/>
                                  </a:schemeClr>
                                </a:solidFill>
                                <a:latin typeface="Cambria Math" panose="02040503050406030204" pitchFamily="18" charset="0"/>
                              </a:rPr>
                              <m:t>CR</m:t>
                            </m:r>
                          </m:e>
                        </m:acc>
                      </m:oMath>
                    </m:oMathPara>
                  </a14:m>
                  <a:endParaRPr lang="zh-CN" altLang="en-US" sz="2000" dirty="0">
                    <a:solidFill>
                      <a:schemeClr val="accent5">
                        <a:lumMod val="75000"/>
                      </a:schemeClr>
                    </a:solidFill>
                  </a:endParaRPr>
                </a:p>
              </p:txBody>
            </p:sp>
          </mc:Choice>
          <mc:Fallback xmlns="">
            <p:sp>
              <p:nvSpPr>
                <p:cNvPr id="257" name="文本框 256">
                  <a:extLst>
                    <a:ext uri="{FF2B5EF4-FFF2-40B4-BE49-F238E27FC236}">
                      <a16:creationId xmlns:a16="http://schemas.microsoft.com/office/drawing/2014/main" id="{0DE21436-6D44-C168-EAE8-4014191C5105}"/>
                    </a:ext>
                  </a:extLst>
                </p:cNvPr>
                <p:cNvSpPr txBox="1">
                  <a:spLocks noRot="1" noChangeAspect="1" noMove="1" noResize="1" noEditPoints="1" noAdjustHandles="1" noChangeArrowheads="1" noChangeShapeType="1" noTextEdit="1"/>
                </p:cNvSpPr>
                <p:nvPr/>
              </p:nvSpPr>
              <p:spPr>
                <a:xfrm>
                  <a:off x="514800" y="1440000"/>
                  <a:ext cx="431995" cy="355759"/>
                </a:xfrm>
                <a:prstGeom prst="rect">
                  <a:avLst/>
                </a:prstGeom>
                <a:blipFill>
                  <a:blip r:embed="rId19"/>
                  <a:stretch>
                    <a:fillRect r="-12676" b="-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6D0205E4-7CB9-01C6-30E9-15C9A9BECDFE}"/>
                    </a:ext>
                  </a:extLst>
                </p:cNvPr>
                <p:cNvSpPr txBox="1"/>
                <p:nvPr/>
              </p:nvSpPr>
              <p:spPr>
                <a:xfrm>
                  <a:off x="514800" y="1779362"/>
                  <a:ext cx="431995" cy="355759"/>
                </a:xfrm>
                <a:prstGeom prst="rect">
                  <a:avLst/>
                </a:prstGeom>
                <a:noFill/>
              </p:spPr>
              <p:txBody>
                <a:bodyPr wrap="square">
                  <a:spAutoFit/>
                </a:bodyPr>
                <a:lstStyle/>
                <a:p>
                  <a:pPr algn="ctr"/>
                  <a14:m>
                    <m:oMathPara xmlns:m="http://schemas.openxmlformats.org/officeDocument/2006/math">
                      <m:oMathParaPr>
                        <m:jc m:val="right"/>
                      </m:oMathParaPr>
                      <m:oMath xmlns:m="http://schemas.openxmlformats.org/officeDocument/2006/math">
                        <m:acc>
                          <m:accPr>
                            <m:chr m:val="̅"/>
                            <m:ctrlPr>
                              <a:rPr lang="en-US" altLang="zh-CN" sz="2000" b="0" i="1" smtClean="0">
                                <a:solidFill>
                                  <a:schemeClr val="accent5">
                                    <a:lumMod val="75000"/>
                                  </a:schemeClr>
                                </a:solidFill>
                                <a:latin typeface="Cambria Math" panose="02040503050406030204" pitchFamily="18" charset="0"/>
                              </a:rPr>
                            </m:ctrlPr>
                          </m:accPr>
                          <m:e>
                            <m:r>
                              <m:rPr>
                                <m:sty m:val="p"/>
                              </m:rPr>
                              <a:rPr lang="en-US" altLang="zh-CN" sz="2000" b="0" i="0" smtClean="0">
                                <a:solidFill>
                                  <a:schemeClr val="accent5">
                                    <a:lumMod val="75000"/>
                                  </a:schemeClr>
                                </a:solidFill>
                                <a:latin typeface="Cambria Math" panose="02040503050406030204" pitchFamily="18" charset="0"/>
                              </a:rPr>
                              <m:t>PE</m:t>
                            </m:r>
                          </m:e>
                        </m:acc>
                      </m:oMath>
                    </m:oMathPara>
                  </a14:m>
                  <a:endParaRPr lang="zh-CN" altLang="en-US" sz="2000" dirty="0">
                    <a:solidFill>
                      <a:schemeClr val="accent5">
                        <a:lumMod val="75000"/>
                      </a:schemeClr>
                    </a:solidFill>
                  </a:endParaRPr>
                </a:p>
              </p:txBody>
            </p:sp>
          </mc:Choice>
          <mc:Fallback xmlns="">
            <p:sp>
              <p:nvSpPr>
                <p:cNvPr id="258" name="文本框 257">
                  <a:extLst>
                    <a:ext uri="{FF2B5EF4-FFF2-40B4-BE49-F238E27FC236}">
                      <a16:creationId xmlns:a16="http://schemas.microsoft.com/office/drawing/2014/main" id="{6D0205E4-7CB9-01C6-30E9-15C9A9BECDFE}"/>
                    </a:ext>
                  </a:extLst>
                </p:cNvPr>
                <p:cNvSpPr txBox="1">
                  <a:spLocks noRot="1" noChangeAspect="1" noMove="1" noResize="1" noEditPoints="1" noAdjustHandles="1" noChangeArrowheads="1" noChangeShapeType="1" noTextEdit="1"/>
                </p:cNvSpPr>
                <p:nvPr/>
              </p:nvSpPr>
              <p:spPr>
                <a:xfrm>
                  <a:off x="514800" y="1779362"/>
                  <a:ext cx="431995" cy="355759"/>
                </a:xfrm>
                <a:prstGeom prst="rect">
                  <a:avLst/>
                </a:prstGeom>
                <a:blipFill>
                  <a:blip r:embed="rId20"/>
                  <a:stretch>
                    <a:fillRect r="-9859"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7A8C2316-2EBF-4E6C-5C64-7A83E40BD1A3}"/>
                    </a:ext>
                  </a:extLst>
                </p:cNvPr>
                <p:cNvSpPr txBox="1"/>
                <p:nvPr/>
              </p:nvSpPr>
              <p:spPr>
                <a:xfrm>
                  <a:off x="514800" y="2046448"/>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00B050"/>
                                </a:solidFill>
                                <a:latin typeface="Cambria Math" panose="02040503050406030204" pitchFamily="18" charset="0"/>
                              </a:rPr>
                            </m:ctrlPr>
                          </m:sSubPr>
                          <m:e>
                            <m:r>
                              <m:rPr>
                                <m:sty m:val="p"/>
                              </m:rPr>
                              <a:rPr lang="en-US" altLang="zh-CN" sz="2000" b="0" i="0" smtClean="0">
                                <a:solidFill>
                                  <a:srgbClr val="00B050"/>
                                </a:solidFill>
                                <a:latin typeface="Cambria Math" panose="02040503050406030204" pitchFamily="18" charset="0"/>
                              </a:rPr>
                              <m:t>D</m:t>
                            </m:r>
                          </m:e>
                          <m:sub>
                            <m:r>
                              <a:rPr lang="en-US" altLang="zh-CN" sz="2000" b="0" i="0" smtClean="0">
                                <a:solidFill>
                                  <a:srgbClr val="00B050"/>
                                </a:solidFill>
                                <a:latin typeface="Cambria Math" panose="02040503050406030204" pitchFamily="18" charset="0"/>
                              </a:rPr>
                              <m:t>0</m:t>
                            </m:r>
                          </m:sub>
                        </m:sSub>
                      </m:oMath>
                    </m:oMathPara>
                  </a14:m>
                  <a:endParaRPr lang="zh-CN" altLang="en-US" sz="2000" dirty="0">
                    <a:solidFill>
                      <a:srgbClr val="00B050"/>
                    </a:solidFill>
                  </a:endParaRPr>
                </a:p>
              </p:txBody>
            </p:sp>
          </mc:Choice>
          <mc:Fallback xmlns="">
            <p:sp>
              <p:nvSpPr>
                <p:cNvPr id="259" name="文本框 258">
                  <a:extLst>
                    <a:ext uri="{FF2B5EF4-FFF2-40B4-BE49-F238E27FC236}">
                      <a16:creationId xmlns:a16="http://schemas.microsoft.com/office/drawing/2014/main" id="{7A8C2316-2EBF-4E6C-5C64-7A83E40BD1A3}"/>
                    </a:ext>
                  </a:extLst>
                </p:cNvPr>
                <p:cNvSpPr txBox="1">
                  <a:spLocks noRot="1" noChangeAspect="1" noMove="1" noResize="1" noEditPoints="1" noAdjustHandles="1" noChangeArrowheads="1" noChangeShapeType="1" noTextEdit="1"/>
                </p:cNvSpPr>
                <p:nvPr/>
              </p:nvSpPr>
              <p:spPr>
                <a:xfrm>
                  <a:off x="514800" y="2046448"/>
                  <a:ext cx="431995" cy="40011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1" name="文本框 260">
                  <a:extLst>
                    <a:ext uri="{FF2B5EF4-FFF2-40B4-BE49-F238E27FC236}">
                      <a16:creationId xmlns:a16="http://schemas.microsoft.com/office/drawing/2014/main" id="{9E4031D6-79EB-9BDC-4D46-8F24ABA4B9BF}"/>
                    </a:ext>
                  </a:extLst>
                </p:cNvPr>
                <p:cNvSpPr txBox="1"/>
                <p:nvPr/>
              </p:nvSpPr>
              <p:spPr>
                <a:xfrm>
                  <a:off x="514800" y="2312344"/>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00B050"/>
                                </a:solidFill>
                                <a:latin typeface="Cambria Math" panose="02040503050406030204" pitchFamily="18" charset="0"/>
                              </a:rPr>
                            </m:ctrlPr>
                          </m:sSubPr>
                          <m:e>
                            <m:r>
                              <m:rPr>
                                <m:sty m:val="p"/>
                              </m:rPr>
                              <a:rPr lang="en-US" altLang="zh-CN" sz="2000" b="0" i="0" smtClean="0">
                                <a:solidFill>
                                  <a:srgbClr val="00B050"/>
                                </a:solidFill>
                                <a:latin typeface="Cambria Math" panose="02040503050406030204" pitchFamily="18" charset="0"/>
                              </a:rPr>
                              <m:t>D</m:t>
                            </m:r>
                          </m:e>
                          <m:sub>
                            <m:r>
                              <a:rPr lang="en-US" altLang="zh-CN" sz="2000" i="1">
                                <a:solidFill>
                                  <a:srgbClr val="00B050"/>
                                </a:solidFill>
                                <a:latin typeface="Cambria Math" panose="02040503050406030204" pitchFamily="18" charset="0"/>
                              </a:rPr>
                              <m:t>1</m:t>
                            </m:r>
                          </m:sub>
                        </m:sSub>
                      </m:oMath>
                    </m:oMathPara>
                  </a14:m>
                  <a:endParaRPr lang="zh-CN" altLang="en-US" sz="2000" dirty="0">
                    <a:solidFill>
                      <a:srgbClr val="00B050"/>
                    </a:solidFill>
                  </a:endParaRPr>
                </a:p>
              </p:txBody>
            </p:sp>
          </mc:Choice>
          <mc:Fallback xmlns="">
            <p:sp>
              <p:nvSpPr>
                <p:cNvPr id="261" name="文本框 260">
                  <a:extLst>
                    <a:ext uri="{FF2B5EF4-FFF2-40B4-BE49-F238E27FC236}">
                      <a16:creationId xmlns:a16="http://schemas.microsoft.com/office/drawing/2014/main" id="{9E4031D6-79EB-9BDC-4D46-8F24ABA4B9BF}"/>
                    </a:ext>
                  </a:extLst>
                </p:cNvPr>
                <p:cNvSpPr txBox="1">
                  <a:spLocks noRot="1" noChangeAspect="1" noMove="1" noResize="1" noEditPoints="1" noAdjustHandles="1" noChangeArrowheads="1" noChangeShapeType="1" noTextEdit="1"/>
                </p:cNvSpPr>
                <p:nvPr/>
              </p:nvSpPr>
              <p:spPr>
                <a:xfrm>
                  <a:off x="514800" y="2312344"/>
                  <a:ext cx="431995" cy="400110"/>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2" name="文本框 261">
                  <a:extLst>
                    <a:ext uri="{FF2B5EF4-FFF2-40B4-BE49-F238E27FC236}">
                      <a16:creationId xmlns:a16="http://schemas.microsoft.com/office/drawing/2014/main" id="{D4613446-1B5C-E78D-08B4-162653C1090D}"/>
                    </a:ext>
                  </a:extLst>
                </p:cNvPr>
                <p:cNvSpPr txBox="1"/>
                <p:nvPr/>
              </p:nvSpPr>
              <p:spPr>
                <a:xfrm>
                  <a:off x="514800" y="2606404"/>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00B050"/>
                                </a:solidFill>
                                <a:latin typeface="Cambria Math" panose="02040503050406030204" pitchFamily="18" charset="0"/>
                              </a:rPr>
                            </m:ctrlPr>
                          </m:sSubPr>
                          <m:e>
                            <m:r>
                              <m:rPr>
                                <m:sty m:val="p"/>
                              </m:rPr>
                              <a:rPr lang="en-US" altLang="zh-CN" sz="2000" b="0" i="0" smtClean="0">
                                <a:solidFill>
                                  <a:srgbClr val="00B050"/>
                                </a:solidFill>
                                <a:latin typeface="Cambria Math" panose="02040503050406030204" pitchFamily="18" charset="0"/>
                              </a:rPr>
                              <m:t>D</m:t>
                            </m:r>
                          </m:e>
                          <m:sub>
                            <m:r>
                              <a:rPr lang="en-US" altLang="zh-CN" sz="2000" i="1">
                                <a:solidFill>
                                  <a:srgbClr val="00B050"/>
                                </a:solidFill>
                                <a:latin typeface="Cambria Math" panose="02040503050406030204" pitchFamily="18" charset="0"/>
                              </a:rPr>
                              <m:t>2</m:t>
                            </m:r>
                          </m:sub>
                        </m:sSub>
                      </m:oMath>
                    </m:oMathPara>
                  </a14:m>
                  <a:endParaRPr lang="zh-CN" altLang="en-US" sz="2000" dirty="0">
                    <a:solidFill>
                      <a:srgbClr val="00B050"/>
                    </a:solidFill>
                  </a:endParaRPr>
                </a:p>
              </p:txBody>
            </p:sp>
          </mc:Choice>
          <mc:Fallback xmlns="">
            <p:sp>
              <p:nvSpPr>
                <p:cNvPr id="262" name="文本框 261">
                  <a:extLst>
                    <a:ext uri="{FF2B5EF4-FFF2-40B4-BE49-F238E27FC236}">
                      <a16:creationId xmlns:a16="http://schemas.microsoft.com/office/drawing/2014/main" id="{D4613446-1B5C-E78D-08B4-162653C1090D}"/>
                    </a:ext>
                  </a:extLst>
                </p:cNvPr>
                <p:cNvSpPr txBox="1">
                  <a:spLocks noRot="1" noChangeAspect="1" noMove="1" noResize="1" noEditPoints="1" noAdjustHandles="1" noChangeArrowheads="1" noChangeShapeType="1" noTextEdit="1"/>
                </p:cNvSpPr>
                <p:nvPr/>
              </p:nvSpPr>
              <p:spPr>
                <a:xfrm>
                  <a:off x="514800" y="2606404"/>
                  <a:ext cx="431995" cy="400110"/>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3" name="文本框 262">
                  <a:extLst>
                    <a:ext uri="{FF2B5EF4-FFF2-40B4-BE49-F238E27FC236}">
                      <a16:creationId xmlns:a16="http://schemas.microsoft.com/office/drawing/2014/main" id="{FABBF22A-B030-0F65-12F2-D6F23698F8D0}"/>
                    </a:ext>
                  </a:extLst>
                </p:cNvPr>
                <p:cNvSpPr txBox="1"/>
                <p:nvPr/>
              </p:nvSpPr>
              <p:spPr>
                <a:xfrm>
                  <a:off x="514800" y="2898069"/>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00B050"/>
                                </a:solidFill>
                                <a:latin typeface="Cambria Math" panose="02040503050406030204" pitchFamily="18" charset="0"/>
                              </a:rPr>
                            </m:ctrlPr>
                          </m:sSubPr>
                          <m:e>
                            <m:r>
                              <m:rPr>
                                <m:sty m:val="p"/>
                              </m:rPr>
                              <a:rPr lang="en-US" altLang="zh-CN" sz="2000" b="0" i="0" smtClean="0">
                                <a:solidFill>
                                  <a:srgbClr val="00B050"/>
                                </a:solidFill>
                                <a:latin typeface="Cambria Math" panose="02040503050406030204" pitchFamily="18" charset="0"/>
                              </a:rPr>
                              <m:t>D</m:t>
                            </m:r>
                          </m:e>
                          <m:sub>
                            <m:r>
                              <a:rPr lang="en-US" altLang="zh-CN" sz="2000" i="1">
                                <a:solidFill>
                                  <a:srgbClr val="00B050"/>
                                </a:solidFill>
                                <a:latin typeface="Cambria Math" panose="02040503050406030204" pitchFamily="18" charset="0"/>
                              </a:rPr>
                              <m:t>3</m:t>
                            </m:r>
                          </m:sub>
                        </m:sSub>
                      </m:oMath>
                    </m:oMathPara>
                  </a14:m>
                  <a:endParaRPr lang="zh-CN" altLang="en-US" sz="2000" dirty="0">
                    <a:solidFill>
                      <a:srgbClr val="00B050"/>
                    </a:solidFill>
                  </a:endParaRPr>
                </a:p>
              </p:txBody>
            </p:sp>
          </mc:Choice>
          <mc:Fallback xmlns="">
            <p:sp>
              <p:nvSpPr>
                <p:cNvPr id="263" name="文本框 262">
                  <a:extLst>
                    <a:ext uri="{FF2B5EF4-FFF2-40B4-BE49-F238E27FC236}">
                      <a16:creationId xmlns:a16="http://schemas.microsoft.com/office/drawing/2014/main" id="{FABBF22A-B030-0F65-12F2-D6F23698F8D0}"/>
                    </a:ext>
                  </a:extLst>
                </p:cNvPr>
                <p:cNvSpPr txBox="1">
                  <a:spLocks noRot="1" noChangeAspect="1" noMove="1" noResize="1" noEditPoints="1" noAdjustHandles="1" noChangeArrowheads="1" noChangeShapeType="1" noTextEdit="1"/>
                </p:cNvSpPr>
                <p:nvPr/>
              </p:nvSpPr>
              <p:spPr>
                <a:xfrm>
                  <a:off x="514800" y="2898069"/>
                  <a:ext cx="431995" cy="400110"/>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4" name="文本框 263">
                  <a:extLst>
                    <a:ext uri="{FF2B5EF4-FFF2-40B4-BE49-F238E27FC236}">
                      <a16:creationId xmlns:a16="http://schemas.microsoft.com/office/drawing/2014/main" id="{5AD6C2A4-D994-42C4-07CE-C65FF2B841D2}"/>
                    </a:ext>
                  </a:extLst>
                </p:cNvPr>
                <p:cNvSpPr txBox="1"/>
                <p:nvPr/>
              </p:nvSpPr>
              <p:spPr>
                <a:xfrm>
                  <a:off x="360000" y="3588032"/>
                  <a:ext cx="553278" cy="355133"/>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CEP</m:t>
                        </m:r>
                      </m:oMath>
                    </m:oMathPara>
                  </a14:m>
                  <a:endParaRPr lang="zh-CN" altLang="en-US" sz="2000" dirty="0">
                    <a:solidFill>
                      <a:schemeClr val="accent5">
                        <a:lumMod val="75000"/>
                      </a:schemeClr>
                    </a:solidFill>
                  </a:endParaRPr>
                </a:p>
              </p:txBody>
            </p:sp>
          </mc:Choice>
          <mc:Fallback xmlns="">
            <p:sp>
              <p:nvSpPr>
                <p:cNvPr id="264" name="文本框 263">
                  <a:extLst>
                    <a:ext uri="{FF2B5EF4-FFF2-40B4-BE49-F238E27FC236}">
                      <a16:creationId xmlns:a16="http://schemas.microsoft.com/office/drawing/2014/main" id="{5AD6C2A4-D994-42C4-07CE-C65FF2B841D2}"/>
                    </a:ext>
                  </a:extLst>
                </p:cNvPr>
                <p:cNvSpPr txBox="1">
                  <a:spLocks noRot="1" noChangeAspect="1" noMove="1" noResize="1" noEditPoints="1" noAdjustHandles="1" noChangeArrowheads="1" noChangeShapeType="1" noTextEdit="1"/>
                </p:cNvSpPr>
                <p:nvPr/>
              </p:nvSpPr>
              <p:spPr>
                <a:xfrm>
                  <a:off x="360000" y="3588032"/>
                  <a:ext cx="553278" cy="355133"/>
                </a:xfrm>
                <a:prstGeom prst="rect">
                  <a:avLst/>
                </a:prstGeom>
                <a:blipFill>
                  <a:blip r:embed="rId25"/>
                  <a:stretch>
                    <a:fillRect r="-12088"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5" name="文本框 264">
                  <a:extLst>
                    <a:ext uri="{FF2B5EF4-FFF2-40B4-BE49-F238E27FC236}">
                      <a16:creationId xmlns:a16="http://schemas.microsoft.com/office/drawing/2014/main" id="{82F29A5B-450A-1634-8F0E-4B4EA365F21F}"/>
                    </a:ext>
                  </a:extLst>
                </p:cNvPr>
                <p:cNvSpPr txBox="1"/>
                <p:nvPr/>
              </p:nvSpPr>
              <p:spPr>
                <a:xfrm>
                  <a:off x="360000" y="3880979"/>
                  <a:ext cx="553278" cy="355133"/>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CET</m:t>
                        </m:r>
                      </m:oMath>
                    </m:oMathPara>
                  </a14:m>
                  <a:endParaRPr lang="zh-CN" altLang="en-US" sz="2000" dirty="0">
                    <a:solidFill>
                      <a:schemeClr val="accent5">
                        <a:lumMod val="75000"/>
                      </a:schemeClr>
                    </a:solidFill>
                  </a:endParaRPr>
                </a:p>
              </p:txBody>
            </p:sp>
          </mc:Choice>
          <mc:Fallback xmlns="">
            <p:sp>
              <p:nvSpPr>
                <p:cNvPr id="265" name="文本框 264">
                  <a:extLst>
                    <a:ext uri="{FF2B5EF4-FFF2-40B4-BE49-F238E27FC236}">
                      <a16:creationId xmlns:a16="http://schemas.microsoft.com/office/drawing/2014/main" id="{82F29A5B-450A-1634-8F0E-4B4EA365F21F}"/>
                    </a:ext>
                  </a:extLst>
                </p:cNvPr>
                <p:cNvSpPr txBox="1">
                  <a:spLocks noRot="1" noChangeAspect="1" noMove="1" noResize="1" noEditPoints="1" noAdjustHandles="1" noChangeArrowheads="1" noChangeShapeType="1" noTextEdit="1"/>
                </p:cNvSpPr>
                <p:nvPr/>
              </p:nvSpPr>
              <p:spPr>
                <a:xfrm>
                  <a:off x="360000" y="3880979"/>
                  <a:ext cx="553278" cy="355133"/>
                </a:xfrm>
                <a:prstGeom prst="rect">
                  <a:avLst/>
                </a:prstGeom>
                <a:blipFill>
                  <a:blip r:embed="rId26"/>
                  <a:stretch>
                    <a:fillRect r="-13187"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0" name="文本框 269">
                  <a:extLst>
                    <a:ext uri="{FF2B5EF4-FFF2-40B4-BE49-F238E27FC236}">
                      <a16:creationId xmlns:a16="http://schemas.microsoft.com/office/drawing/2014/main" id="{402822AF-25C2-8B64-EBC4-43008B128D55}"/>
                    </a:ext>
                  </a:extLst>
                </p:cNvPr>
                <p:cNvSpPr txBox="1"/>
                <p:nvPr/>
              </p:nvSpPr>
              <p:spPr>
                <a:xfrm>
                  <a:off x="514800" y="4174382"/>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C00000"/>
                                </a:solidFill>
                                <a:latin typeface="Cambria Math" panose="02040503050406030204" pitchFamily="18" charset="0"/>
                              </a:rPr>
                            </m:ctrlPr>
                          </m:sSubPr>
                          <m:e>
                            <m:r>
                              <m:rPr>
                                <m:sty m:val="p"/>
                              </m:rPr>
                              <a:rPr lang="en-US" altLang="zh-CN" sz="2000" b="0" i="0" smtClean="0">
                                <a:solidFill>
                                  <a:srgbClr val="C00000"/>
                                </a:solidFill>
                                <a:latin typeface="Cambria Math" panose="02040503050406030204" pitchFamily="18" charset="0"/>
                              </a:rPr>
                              <m:t>Q</m:t>
                            </m:r>
                          </m:e>
                          <m:sub>
                            <m:r>
                              <a:rPr lang="en-US" altLang="zh-CN" sz="2000" b="0" i="0" smtClean="0">
                                <a:solidFill>
                                  <a:srgbClr val="C00000"/>
                                </a:solidFill>
                                <a:latin typeface="Cambria Math" panose="02040503050406030204" pitchFamily="18" charset="0"/>
                              </a:rPr>
                              <m:t>0</m:t>
                            </m:r>
                          </m:sub>
                        </m:sSub>
                      </m:oMath>
                    </m:oMathPara>
                  </a14:m>
                  <a:endParaRPr lang="zh-CN" altLang="en-US" sz="2000" dirty="0">
                    <a:solidFill>
                      <a:srgbClr val="C00000"/>
                    </a:solidFill>
                  </a:endParaRPr>
                </a:p>
              </p:txBody>
            </p:sp>
          </mc:Choice>
          <mc:Fallback xmlns="">
            <p:sp>
              <p:nvSpPr>
                <p:cNvPr id="270" name="文本框 269">
                  <a:extLst>
                    <a:ext uri="{FF2B5EF4-FFF2-40B4-BE49-F238E27FC236}">
                      <a16:creationId xmlns:a16="http://schemas.microsoft.com/office/drawing/2014/main" id="{402822AF-25C2-8B64-EBC4-43008B128D55}"/>
                    </a:ext>
                  </a:extLst>
                </p:cNvPr>
                <p:cNvSpPr txBox="1">
                  <a:spLocks noRot="1" noChangeAspect="1" noMove="1" noResize="1" noEditPoints="1" noAdjustHandles="1" noChangeArrowheads="1" noChangeShapeType="1" noTextEdit="1"/>
                </p:cNvSpPr>
                <p:nvPr/>
              </p:nvSpPr>
              <p:spPr>
                <a:xfrm>
                  <a:off x="514800" y="4174382"/>
                  <a:ext cx="431995" cy="400110"/>
                </a:xfrm>
                <a:prstGeom prst="rect">
                  <a:avLst/>
                </a:prstGeom>
                <a:blipFill>
                  <a:blip r:embed="rId27"/>
                  <a:stretch>
                    <a:fillRect l="-4225"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1" name="文本框 270">
                  <a:extLst>
                    <a:ext uri="{FF2B5EF4-FFF2-40B4-BE49-F238E27FC236}">
                      <a16:creationId xmlns:a16="http://schemas.microsoft.com/office/drawing/2014/main" id="{7FAE0D68-0579-F02E-58BA-0E8BE6836517}"/>
                    </a:ext>
                  </a:extLst>
                </p:cNvPr>
                <p:cNvSpPr txBox="1"/>
                <p:nvPr/>
              </p:nvSpPr>
              <p:spPr>
                <a:xfrm>
                  <a:off x="514800" y="4473710"/>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C00000"/>
                                </a:solidFill>
                                <a:latin typeface="Cambria Math" panose="02040503050406030204" pitchFamily="18" charset="0"/>
                              </a:rPr>
                            </m:ctrlPr>
                          </m:sSubPr>
                          <m:e>
                            <m:r>
                              <m:rPr>
                                <m:sty m:val="p"/>
                              </m:rPr>
                              <a:rPr lang="en-US" altLang="zh-CN" sz="2000" b="0" i="0" smtClean="0">
                                <a:solidFill>
                                  <a:srgbClr val="C00000"/>
                                </a:solidFill>
                                <a:latin typeface="Cambria Math" panose="02040503050406030204" pitchFamily="18" charset="0"/>
                              </a:rPr>
                              <m:t>Q</m:t>
                            </m:r>
                          </m:e>
                          <m:sub>
                            <m:r>
                              <a:rPr lang="en-US" altLang="zh-CN" sz="2000" i="1">
                                <a:solidFill>
                                  <a:srgbClr val="C00000"/>
                                </a:solidFill>
                                <a:latin typeface="Cambria Math" panose="02040503050406030204" pitchFamily="18" charset="0"/>
                              </a:rPr>
                              <m:t>1</m:t>
                            </m:r>
                          </m:sub>
                        </m:sSub>
                      </m:oMath>
                    </m:oMathPara>
                  </a14:m>
                  <a:endParaRPr lang="zh-CN" altLang="en-US" sz="2000" dirty="0">
                    <a:solidFill>
                      <a:srgbClr val="C00000"/>
                    </a:solidFill>
                  </a:endParaRPr>
                </a:p>
              </p:txBody>
            </p:sp>
          </mc:Choice>
          <mc:Fallback xmlns="">
            <p:sp>
              <p:nvSpPr>
                <p:cNvPr id="271" name="文本框 270">
                  <a:extLst>
                    <a:ext uri="{FF2B5EF4-FFF2-40B4-BE49-F238E27FC236}">
                      <a16:creationId xmlns:a16="http://schemas.microsoft.com/office/drawing/2014/main" id="{7FAE0D68-0579-F02E-58BA-0E8BE6836517}"/>
                    </a:ext>
                  </a:extLst>
                </p:cNvPr>
                <p:cNvSpPr txBox="1">
                  <a:spLocks noRot="1" noChangeAspect="1" noMove="1" noResize="1" noEditPoints="1" noAdjustHandles="1" noChangeArrowheads="1" noChangeShapeType="1" noTextEdit="1"/>
                </p:cNvSpPr>
                <p:nvPr/>
              </p:nvSpPr>
              <p:spPr>
                <a:xfrm>
                  <a:off x="514800" y="4473710"/>
                  <a:ext cx="431995" cy="400110"/>
                </a:xfrm>
                <a:prstGeom prst="rect">
                  <a:avLst/>
                </a:prstGeom>
                <a:blipFill>
                  <a:blip r:embed="rId28"/>
                  <a:stretch>
                    <a:fillRect l="-4225"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2" name="文本框 271">
                  <a:extLst>
                    <a:ext uri="{FF2B5EF4-FFF2-40B4-BE49-F238E27FC236}">
                      <a16:creationId xmlns:a16="http://schemas.microsoft.com/office/drawing/2014/main" id="{4368C41D-1095-BB5A-836C-A933AE759B0B}"/>
                    </a:ext>
                  </a:extLst>
                </p:cNvPr>
                <p:cNvSpPr txBox="1"/>
                <p:nvPr/>
              </p:nvSpPr>
              <p:spPr>
                <a:xfrm>
                  <a:off x="514800" y="4773534"/>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C00000"/>
                                </a:solidFill>
                                <a:latin typeface="Cambria Math" panose="02040503050406030204" pitchFamily="18" charset="0"/>
                              </a:rPr>
                            </m:ctrlPr>
                          </m:sSubPr>
                          <m:e>
                            <m:r>
                              <m:rPr>
                                <m:sty m:val="p"/>
                              </m:rPr>
                              <a:rPr lang="en-US" altLang="zh-CN" sz="2000" b="0" i="0" smtClean="0">
                                <a:solidFill>
                                  <a:srgbClr val="C00000"/>
                                </a:solidFill>
                                <a:latin typeface="Cambria Math" panose="02040503050406030204" pitchFamily="18" charset="0"/>
                              </a:rPr>
                              <m:t>Q</m:t>
                            </m:r>
                          </m:e>
                          <m:sub>
                            <m:r>
                              <a:rPr lang="en-US" altLang="zh-CN" sz="2000" i="1">
                                <a:solidFill>
                                  <a:srgbClr val="C00000"/>
                                </a:solidFill>
                                <a:latin typeface="Cambria Math" panose="02040503050406030204" pitchFamily="18" charset="0"/>
                              </a:rPr>
                              <m:t>2</m:t>
                            </m:r>
                          </m:sub>
                        </m:sSub>
                      </m:oMath>
                    </m:oMathPara>
                  </a14:m>
                  <a:endParaRPr lang="zh-CN" altLang="en-US" sz="2000" dirty="0">
                    <a:solidFill>
                      <a:srgbClr val="C00000"/>
                    </a:solidFill>
                  </a:endParaRPr>
                </a:p>
              </p:txBody>
            </p:sp>
          </mc:Choice>
          <mc:Fallback xmlns="">
            <p:sp>
              <p:nvSpPr>
                <p:cNvPr id="272" name="文本框 271">
                  <a:extLst>
                    <a:ext uri="{FF2B5EF4-FFF2-40B4-BE49-F238E27FC236}">
                      <a16:creationId xmlns:a16="http://schemas.microsoft.com/office/drawing/2014/main" id="{4368C41D-1095-BB5A-836C-A933AE759B0B}"/>
                    </a:ext>
                  </a:extLst>
                </p:cNvPr>
                <p:cNvSpPr txBox="1">
                  <a:spLocks noRot="1" noChangeAspect="1" noMove="1" noResize="1" noEditPoints="1" noAdjustHandles="1" noChangeArrowheads="1" noChangeShapeType="1" noTextEdit="1"/>
                </p:cNvSpPr>
                <p:nvPr/>
              </p:nvSpPr>
              <p:spPr>
                <a:xfrm>
                  <a:off x="514800" y="4773534"/>
                  <a:ext cx="431995" cy="400110"/>
                </a:xfrm>
                <a:prstGeom prst="rect">
                  <a:avLst/>
                </a:prstGeom>
                <a:blipFill>
                  <a:blip r:embed="rId29"/>
                  <a:stretch>
                    <a:fillRect l="-4225"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3" name="文本框 272">
                  <a:extLst>
                    <a:ext uri="{FF2B5EF4-FFF2-40B4-BE49-F238E27FC236}">
                      <a16:creationId xmlns:a16="http://schemas.microsoft.com/office/drawing/2014/main" id="{D9DC9A19-49BD-1C76-8B1C-06E32A8430CF}"/>
                    </a:ext>
                  </a:extLst>
                </p:cNvPr>
                <p:cNvSpPr txBox="1"/>
                <p:nvPr/>
              </p:nvSpPr>
              <p:spPr>
                <a:xfrm>
                  <a:off x="514800" y="5074423"/>
                  <a:ext cx="431995" cy="40011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rgbClr val="C00000"/>
                                </a:solidFill>
                                <a:latin typeface="Cambria Math" panose="02040503050406030204" pitchFamily="18" charset="0"/>
                              </a:rPr>
                            </m:ctrlPr>
                          </m:sSubPr>
                          <m:e>
                            <m:r>
                              <m:rPr>
                                <m:sty m:val="p"/>
                              </m:rPr>
                              <a:rPr lang="en-US" altLang="zh-CN" sz="2000" b="0" i="0" smtClean="0">
                                <a:solidFill>
                                  <a:srgbClr val="C00000"/>
                                </a:solidFill>
                                <a:latin typeface="Cambria Math" panose="02040503050406030204" pitchFamily="18" charset="0"/>
                              </a:rPr>
                              <m:t>Q</m:t>
                            </m:r>
                          </m:e>
                          <m:sub>
                            <m:r>
                              <a:rPr lang="en-US" altLang="zh-CN" sz="2000" i="1">
                                <a:solidFill>
                                  <a:srgbClr val="C00000"/>
                                </a:solidFill>
                                <a:latin typeface="Cambria Math" panose="02040503050406030204" pitchFamily="18" charset="0"/>
                              </a:rPr>
                              <m:t>3</m:t>
                            </m:r>
                          </m:sub>
                        </m:sSub>
                      </m:oMath>
                    </m:oMathPara>
                  </a14:m>
                  <a:endParaRPr lang="zh-CN" altLang="en-US" sz="2000" dirty="0">
                    <a:solidFill>
                      <a:srgbClr val="C00000"/>
                    </a:solidFill>
                  </a:endParaRPr>
                </a:p>
              </p:txBody>
            </p:sp>
          </mc:Choice>
          <mc:Fallback xmlns="">
            <p:sp>
              <p:nvSpPr>
                <p:cNvPr id="273" name="文本框 272">
                  <a:extLst>
                    <a:ext uri="{FF2B5EF4-FFF2-40B4-BE49-F238E27FC236}">
                      <a16:creationId xmlns:a16="http://schemas.microsoft.com/office/drawing/2014/main" id="{D9DC9A19-49BD-1C76-8B1C-06E32A8430CF}"/>
                    </a:ext>
                  </a:extLst>
                </p:cNvPr>
                <p:cNvSpPr txBox="1">
                  <a:spLocks noRot="1" noChangeAspect="1" noMove="1" noResize="1" noEditPoints="1" noAdjustHandles="1" noChangeArrowheads="1" noChangeShapeType="1" noTextEdit="1"/>
                </p:cNvSpPr>
                <p:nvPr/>
              </p:nvSpPr>
              <p:spPr>
                <a:xfrm>
                  <a:off x="514800" y="5074423"/>
                  <a:ext cx="431995" cy="400110"/>
                </a:xfrm>
                <a:prstGeom prst="rect">
                  <a:avLst/>
                </a:prstGeom>
                <a:blipFill>
                  <a:blip r:embed="rId30"/>
                  <a:stretch>
                    <a:fillRect l="-4225"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4" name="文本框 273">
                  <a:extLst>
                    <a:ext uri="{FF2B5EF4-FFF2-40B4-BE49-F238E27FC236}">
                      <a16:creationId xmlns:a16="http://schemas.microsoft.com/office/drawing/2014/main" id="{BF333DBC-44C3-8CC0-0542-0B6F0F0D28B1}"/>
                    </a:ext>
                  </a:extLst>
                </p:cNvPr>
                <p:cNvSpPr txBox="1"/>
                <p:nvPr/>
              </p:nvSpPr>
              <p:spPr>
                <a:xfrm>
                  <a:off x="360000" y="5400000"/>
                  <a:ext cx="592509" cy="400110"/>
                </a:xfrm>
                <a:prstGeom prst="rect">
                  <a:avLst/>
                </a:prstGeom>
                <a:noFill/>
              </p:spPr>
              <p:txBody>
                <a:bodyPr wrap="square">
                  <a:spAutoFit/>
                </a:bodyPr>
                <a:lstStyle/>
                <a:p>
                  <a:pPr algn="r"/>
                  <a14:m>
                    <m:oMathPara xmlns:m="http://schemas.openxmlformats.org/officeDocument/2006/math">
                      <m:oMathParaPr>
                        <m:jc m:val="right"/>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TC</m:t>
                        </m:r>
                      </m:oMath>
                    </m:oMathPara>
                  </a14:m>
                  <a:endParaRPr lang="zh-CN" altLang="en-US" sz="2000" dirty="0">
                    <a:solidFill>
                      <a:schemeClr val="accent5">
                        <a:lumMod val="75000"/>
                      </a:schemeClr>
                    </a:solidFill>
                  </a:endParaRPr>
                </a:p>
              </p:txBody>
            </p:sp>
          </mc:Choice>
          <mc:Fallback xmlns="">
            <p:sp>
              <p:nvSpPr>
                <p:cNvPr id="274" name="文本框 273">
                  <a:extLst>
                    <a:ext uri="{FF2B5EF4-FFF2-40B4-BE49-F238E27FC236}">
                      <a16:creationId xmlns:a16="http://schemas.microsoft.com/office/drawing/2014/main" id="{BF333DBC-44C3-8CC0-0542-0B6F0F0D28B1}"/>
                    </a:ext>
                  </a:extLst>
                </p:cNvPr>
                <p:cNvSpPr txBox="1">
                  <a:spLocks noRot="1" noChangeAspect="1" noMove="1" noResize="1" noEditPoints="1" noAdjustHandles="1" noChangeArrowheads="1" noChangeShapeType="1" noTextEdit="1"/>
                </p:cNvSpPr>
                <p:nvPr/>
              </p:nvSpPr>
              <p:spPr>
                <a:xfrm>
                  <a:off x="360000" y="5400000"/>
                  <a:ext cx="592509" cy="400110"/>
                </a:xfrm>
                <a:prstGeom prst="rect">
                  <a:avLst/>
                </a:prstGeom>
                <a:blipFill>
                  <a:blip r:embed="rId31"/>
                  <a:stretch>
                    <a:fillRect r="-1031"/>
                  </a:stretch>
                </a:blipFill>
              </p:spPr>
              <p:txBody>
                <a:bodyPr/>
                <a:lstStyle/>
                <a:p>
                  <a:r>
                    <a:rPr lang="zh-CN" altLang="en-US">
                      <a:noFill/>
                    </a:rPr>
                    <a:t> </a:t>
                  </a:r>
                </a:p>
              </p:txBody>
            </p:sp>
          </mc:Fallback>
        </mc:AlternateContent>
        <p:sp>
          <p:nvSpPr>
            <p:cNvPr id="276" name="文本框 275">
              <a:extLst>
                <a:ext uri="{FF2B5EF4-FFF2-40B4-BE49-F238E27FC236}">
                  <a16:creationId xmlns:a16="http://schemas.microsoft.com/office/drawing/2014/main" id="{609869F7-CE88-4BE1-888C-D14AA3BD02D7}"/>
                </a:ext>
              </a:extLst>
            </p:cNvPr>
            <p:cNvSpPr txBox="1"/>
            <p:nvPr/>
          </p:nvSpPr>
          <p:spPr>
            <a:xfrm>
              <a:off x="1233903" y="5878800"/>
              <a:ext cx="665690" cy="338554"/>
            </a:xfrm>
            <a:prstGeom prst="rect">
              <a:avLst/>
            </a:prstGeom>
            <a:noFill/>
          </p:spPr>
          <p:txBody>
            <a:bodyPr wrap="square">
              <a:spAutoFit/>
            </a:bodyPr>
            <a:lstStyle/>
            <a:p>
              <a:pPr algn="ctr"/>
              <a:r>
                <a:rPr lang="zh-CN" altLang="en-US" sz="1600" dirty="0">
                  <a:solidFill>
                    <a:srgbClr val="0000FF"/>
                  </a:solidFill>
                  <a:latin typeface="Cambria Math" panose="02040503050406030204" pitchFamily="18" charset="0"/>
                  <a:ea typeface="微软雅黑" panose="020B0503020204020204" pitchFamily="34" charset="-122"/>
                </a:rPr>
                <a:t>清零</a:t>
              </a:r>
              <a:endParaRPr lang="zh-CN" altLang="en-US" sz="1600" dirty="0">
                <a:solidFill>
                  <a:srgbClr val="0000FF"/>
                </a:solidFill>
              </a:endParaRPr>
            </a:p>
          </p:txBody>
        </p:sp>
        <p:sp>
          <p:nvSpPr>
            <p:cNvPr id="280" name="文本框 279">
              <a:extLst>
                <a:ext uri="{FF2B5EF4-FFF2-40B4-BE49-F238E27FC236}">
                  <a16:creationId xmlns:a16="http://schemas.microsoft.com/office/drawing/2014/main" id="{22764E5E-B6D2-9177-29D5-D8DBD07D4F9A}"/>
                </a:ext>
              </a:extLst>
            </p:cNvPr>
            <p:cNvSpPr txBox="1"/>
            <p:nvPr/>
          </p:nvSpPr>
          <p:spPr>
            <a:xfrm>
              <a:off x="1640472" y="6058800"/>
              <a:ext cx="665690" cy="338554"/>
            </a:xfrm>
            <a:prstGeom prst="rect">
              <a:avLst/>
            </a:prstGeom>
            <a:noFill/>
          </p:spPr>
          <p:txBody>
            <a:bodyPr wrap="square">
              <a:spAutoFit/>
            </a:bodyPr>
            <a:lstStyle/>
            <a:p>
              <a:pPr algn="ctr"/>
              <a:r>
                <a:rPr lang="zh-CN" altLang="en-US" sz="1600" dirty="0">
                  <a:solidFill>
                    <a:srgbClr val="0000FF"/>
                  </a:solidFill>
                  <a:latin typeface="Cambria Math" panose="02040503050406030204" pitchFamily="18" charset="0"/>
                  <a:ea typeface="微软雅黑" panose="020B0503020204020204" pitchFamily="34" charset="-122"/>
                </a:rPr>
                <a:t>置数</a:t>
              </a:r>
              <a:endParaRPr lang="zh-CN" altLang="en-US" sz="1600" dirty="0">
                <a:solidFill>
                  <a:srgbClr val="0000FF"/>
                </a:solidFill>
              </a:endParaRPr>
            </a:p>
          </p:txBody>
        </p:sp>
        <p:sp>
          <p:nvSpPr>
            <p:cNvPr id="281" name="文本框 280">
              <a:extLst>
                <a:ext uri="{FF2B5EF4-FFF2-40B4-BE49-F238E27FC236}">
                  <a16:creationId xmlns:a16="http://schemas.microsoft.com/office/drawing/2014/main" id="{D9B6445A-47B0-1574-57BC-34D0F7B326E7}"/>
                </a:ext>
              </a:extLst>
            </p:cNvPr>
            <p:cNvSpPr txBox="1"/>
            <p:nvPr/>
          </p:nvSpPr>
          <p:spPr>
            <a:xfrm>
              <a:off x="1874872"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12</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2" name="文本框 281">
              <a:extLst>
                <a:ext uri="{FF2B5EF4-FFF2-40B4-BE49-F238E27FC236}">
                  <a16:creationId xmlns:a16="http://schemas.microsoft.com/office/drawing/2014/main" id="{FF6FDAD8-93C4-D823-D7E9-ABCEFC22826B}"/>
                </a:ext>
              </a:extLst>
            </p:cNvPr>
            <p:cNvSpPr txBox="1"/>
            <p:nvPr/>
          </p:nvSpPr>
          <p:spPr>
            <a:xfrm>
              <a:off x="2251547"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13</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3" name="文本框 282">
              <a:extLst>
                <a:ext uri="{FF2B5EF4-FFF2-40B4-BE49-F238E27FC236}">
                  <a16:creationId xmlns:a16="http://schemas.microsoft.com/office/drawing/2014/main" id="{0580096E-481C-F8DC-7623-1B063059919E}"/>
                </a:ext>
              </a:extLst>
            </p:cNvPr>
            <p:cNvSpPr txBox="1"/>
            <p:nvPr/>
          </p:nvSpPr>
          <p:spPr>
            <a:xfrm>
              <a:off x="2628222"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14</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4" name="文本框 283">
              <a:extLst>
                <a:ext uri="{FF2B5EF4-FFF2-40B4-BE49-F238E27FC236}">
                  <a16:creationId xmlns:a16="http://schemas.microsoft.com/office/drawing/2014/main" id="{901374D4-9C6D-70CF-FB3A-9DEDE7E9C0D9}"/>
                </a:ext>
              </a:extLst>
            </p:cNvPr>
            <p:cNvSpPr txBox="1"/>
            <p:nvPr/>
          </p:nvSpPr>
          <p:spPr>
            <a:xfrm>
              <a:off x="3006600"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15</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5" name="文本框 284">
              <a:extLst>
                <a:ext uri="{FF2B5EF4-FFF2-40B4-BE49-F238E27FC236}">
                  <a16:creationId xmlns:a16="http://schemas.microsoft.com/office/drawing/2014/main" id="{A4870C10-8F74-1ACA-7A4E-685CC28FE288}"/>
                </a:ext>
              </a:extLst>
            </p:cNvPr>
            <p:cNvSpPr txBox="1"/>
            <p:nvPr/>
          </p:nvSpPr>
          <p:spPr>
            <a:xfrm>
              <a:off x="3346133"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0</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6" name="文本框 285">
              <a:extLst>
                <a:ext uri="{FF2B5EF4-FFF2-40B4-BE49-F238E27FC236}">
                  <a16:creationId xmlns:a16="http://schemas.microsoft.com/office/drawing/2014/main" id="{9300C2EB-63F4-8334-97B0-7CECDE66E82A}"/>
                </a:ext>
              </a:extLst>
            </p:cNvPr>
            <p:cNvSpPr txBox="1"/>
            <p:nvPr/>
          </p:nvSpPr>
          <p:spPr>
            <a:xfrm>
              <a:off x="3722808"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7" name="文本框 286">
              <a:extLst>
                <a:ext uri="{FF2B5EF4-FFF2-40B4-BE49-F238E27FC236}">
                  <a16:creationId xmlns:a16="http://schemas.microsoft.com/office/drawing/2014/main" id="{A47B4B7B-14C3-FFB4-6DE2-A62957FF224A}"/>
                </a:ext>
              </a:extLst>
            </p:cNvPr>
            <p:cNvSpPr txBox="1"/>
            <p:nvPr/>
          </p:nvSpPr>
          <p:spPr>
            <a:xfrm>
              <a:off x="4099483" y="5652000"/>
              <a:ext cx="425737" cy="307777"/>
            </a:xfrm>
            <a:prstGeom prst="rect">
              <a:avLst/>
            </a:prstGeom>
            <a:noFill/>
          </p:spPr>
          <p:txBody>
            <a:bodyPr wrap="square">
              <a:spAutoFit/>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2</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88" name="文本框 287">
              <a:extLst>
                <a:ext uri="{FF2B5EF4-FFF2-40B4-BE49-F238E27FC236}">
                  <a16:creationId xmlns:a16="http://schemas.microsoft.com/office/drawing/2014/main" id="{E28BCC09-0424-1090-902E-ECED4296182E}"/>
                </a:ext>
              </a:extLst>
            </p:cNvPr>
            <p:cNvSpPr txBox="1"/>
            <p:nvPr/>
          </p:nvSpPr>
          <p:spPr>
            <a:xfrm>
              <a:off x="3053656" y="5878324"/>
              <a:ext cx="665690" cy="338554"/>
            </a:xfrm>
            <a:prstGeom prst="rect">
              <a:avLst/>
            </a:prstGeom>
            <a:noFill/>
          </p:spPr>
          <p:txBody>
            <a:bodyPr wrap="square">
              <a:spAutoFit/>
            </a:bodyPr>
            <a:lstStyle/>
            <a:p>
              <a:pPr algn="ctr"/>
              <a:r>
                <a:rPr lang="zh-CN" altLang="en-US" sz="1600" dirty="0">
                  <a:solidFill>
                    <a:srgbClr val="0000FF"/>
                  </a:solidFill>
                  <a:latin typeface="Cambria Math" panose="02040503050406030204" pitchFamily="18" charset="0"/>
                  <a:ea typeface="微软雅黑" panose="020B0503020204020204" pitchFamily="34" charset="-122"/>
                </a:rPr>
                <a:t>计数</a:t>
              </a:r>
              <a:endParaRPr lang="zh-CN" altLang="en-US" sz="1600" dirty="0">
                <a:solidFill>
                  <a:srgbClr val="0000FF"/>
                </a:solidFill>
              </a:endParaRPr>
            </a:p>
          </p:txBody>
        </p:sp>
        <p:cxnSp>
          <p:nvCxnSpPr>
            <p:cNvPr id="290" name="直接箭头连接符 289">
              <a:extLst>
                <a:ext uri="{FF2B5EF4-FFF2-40B4-BE49-F238E27FC236}">
                  <a16:creationId xmlns:a16="http://schemas.microsoft.com/office/drawing/2014/main" id="{50C0F181-68FC-D198-7AF3-836DA6B94309}"/>
                </a:ext>
              </a:extLst>
            </p:cNvPr>
            <p:cNvCxnSpPr>
              <a:cxnSpLocks/>
            </p:cNvCxnSpPr>
            <p:nvPr/>
          </p:nvCxnSpPr>
          <p:spPr>
            <a:xfrm>
              <a:off x="3709716" y="6030000"/>
              <a:ext cx="711959"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接箭头连接符 291">
              <a:extLst>
                <a:ext uri="{FF2B5EF4-FFF2-40B4-BE49-F238E27FC236}">
                  <a16:creationId xmlns:a16="http://schemas.microsoft.com/office/drawing/2014/main" id="{8344C5BE-3A0F-2354-C198-ECD98DD6CB0A}"/>
                </a:ext>
              </a:extLst>
            </p:cNvPr>
            <p:cNvCxnSpPr>
              <a:cxnSpLocks/>
            </p:cNvCxnSpPr>
            <p:nvPr/>
          </p:nvCxnSpPr>
          <p:spPr>
            <a:xfrm flipH="1">
              <a:off x="2366219" y="6030000"/>
              <a:ext cx="711959"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93" name="文本框 292">
              <a:extLst>
                <a:ext uri="{FF2B5EF4-FFF2-40B4-BE49-F238E27FC236}">
                  <a16:creationId xmlns:a16="http://schemas.microsoft.com/office/drawing/2014/main" id="{104CB0EF-3941-8B9F-AB12-574D393572CE}"/>
                </a:ext>
              </a:extLst>
            </p:cNvPr>
            <p:cNvSpPr txBox="1"/>
            <p:nvPr/>
          </p:nvSpPr>
          <p:spPr>
            <a:xfrm>
              <a:off x="4717948" y="5878800"/>
              <a:ext cx="1060402" cy="338554"/>
            </a:xfrm>
            <a:prstGeom prst="rect">
              <a:avLst/>
            </a:prstGeom>
            <a:noFill/>
          </p:spPr>
          <p:txBody>
            <a:bodyPr wrap="square">
              <a:spAutoFit/>
            </a:bodyPr>
            <a:lstStyle/>
            <a:p>
              <a:pPr algn="ctr"/>
              <a:r>
                <a:rPr lang="zh-CN" altLang="en-US" sz="1600" dirty="0">
                  <a:solidFill>
                    <a:srgbClr val="0000FF"/>
                  </a:solidFill>
                  <a:latin typeface="Cambria Math" panose="02040503050406030204" pitchFamily="18" charset="0"/>
                  <a:ea typeface="微软雅黑" panose="020B0503020204020204" pitchFamily="34" charset="-122"/>
                </a:rPr>
                <a:t>禁止计数</a:t>
              </a:r>
              <a:endParaRPr lang="zh-CN" altLang="en-US" sz="1600" dirty="0">
                <a:solidFill>
                  <a:srgbClr val="0000FF"/>
                </a:solidFill>
              </a:endParaRPr>
            </a:p>
          </p:txBody>
        </p:sp>
        <p:cxnSp>
          <p:nvCxnSpPr>
            <p:cNvPr id="294" name="直接箭头连接符 293">
              <a:extLst>
                <a:ext uri="{FF2B5EF4-FFF2-40B4-BE49-F238E27FC236}">
                  <a16:creationId xmlns:a16="http://schemas.microsoft.com/office/drawing/2014/main" id="{E5FF6CEB-F730-F0A7-184E-982C47502C4A}"/>
                </a:ext>
              </a:extLst>
            </p:cNvPr>
            <p:cNvCxnSpPr>
              <a:cxnSpLocks/>
            </p:cNvCxnSpPr>
            <p:nvPr/>
          </p:nvCxnSpPr>
          <p:spPr>
            <a:xfrm>
              <a:off x="5734805" y="6030000"/>
              <a:ext cx="346093"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直接箭头连接符 294">
              <a:extLst>
                <a:ext uri="{FF2B5EF4-FFF2-40B4-BE49-F238E27FC236}">
                  <a16:creationId xmlns:a16="http://schemas.microsoft.com/office/drawing/2014/main" id="{3BAB7C66-D9C2-D092-7E34-B81A553ACF3B}"/>
                </a:ext>
              </a:extLst>
            </p:cNvPr>
            <p:cNvCxnSpPr>
              <a:cxnSpLocks/>
            </p:cNvCxnSpPr>
            <p:nvPr/>
          </p:nvCxnSpPr>
          <p:spPr>
            <a:xfrm flipH="1">
              <a:off x="4448075" y="6030000"/>
              <a:ext cx="318878"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02172130-5481-6673-297B-F822CB9B32D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二进制计数器</a:t>
            </a:r>
            <a:endParaRPr lang="zh-CN" altLang="en-US" sz="3000" dirty="0"/>
          </a:p>
        </p:txBody>
      </p:sp>
      <p:pic>
        <p:nvPicPr>
          <p:cNvPr id="5" name="图片 4">
            <a:extLst>
              <a:ext uri="{FF2B5EF4-FFF2-40B4-BE49-F238E27FC236}">
                <a16:creationId xmlns:a16="http://schemas.microsoft.com/office/drawing/2014/main" id="{DD7D4F19-40E1-EF9A-0131-8AA0DCB6EE5F}"/>
              </a:ext>
            </a:extLst>
          </p:cNvPr>
          <p:cNvPicPr>
            <a:picLocks noChangeAspect="1"/>
          </p:cNvPicPr>
          <p:nvPr/>
        </p:nvPicPr>
        <p:blipFill>
          <a:blip r:embed="rId32"/>
          <a:stretch>
            <a:fillRect/>
          </a:stretch>
        </p:blipFill>
        <p:spPr>
          <a:xfrm>
            <a:off x="6336000" y="611999"/>
            <a:ext cx="5815139" cy="2817001"/>
          </a:xfrm>
          <a:prstGeom prst="rect">
            <a:avLst/>
          </a:prstGeom>
        </p:spPr>
      </p:pic>
    </p:spTree>
    <p:extLst>
      <p:ext uri="{BB962C8B-B14F-4D97-AF65-F5344CB8AC3E}">
        <p14:creationId xmlns:p14="http://schemas.microsoft.com/office/powerpoint/2010/main" val="3853194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453CA-6ABB-FEAD-E7E1-B5F9AB310A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072E0DD-F60B-B206-3B1D-6730B417C0D5}"/>
                  </a:ext>
                </a:extLst>
              </p:cNvPr>
              <p:cNvSpPr txBox="1"/>
              <p:nvPr/>
            </p:nvSpPr>
            <p:spPr>
              <a:xfrm>
                <a:off x="360001" y="828000"/>
                <a:ext cx="9252086" cy="5022209"/>
              </a:xfrm>
              <a:prstGeom prst="rect">
                <a:avLst/>
              </a:prstGeom>
              <a:noFill/>
            </p:spPr>
            <p:txBody>
              <a:bodyPr wrap="square">
                <a:spAutoFit/>
              </a:bodyPr>
              <a:lstStyle/>
              <a:p>
                <a:pPr>
                  <a:lnSpc>
                    <a:spcPct val="12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其它模数的计数器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用模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的计数器构成模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𝑛</m:t>
                    </m:r>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如果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&lt;</m:t>
                    </m:r>
                    <m:r>
                      <a:rPr lang="en-US" altLang="zh-CN" sz="2800" b="0" i="1" smtClean="0">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，可在计数过程中跳过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𝑚</m:t>
                    </m:r>
                    <m:r>
                      <a:rPr lang="en-US" altLang="zh-CN" sz="2800" b="0" i="1" smtClean="0">
                        <a:solidFill>
                          <a:srgbClr val="002060"/>
                        </a:solidFill>
                        <a:latin typeface="Cambria Math" panose="02040503050406030204" pitchFamily="18" charset="0"/>
                        <a:ea typeface="微软雅黑" panose="020B0503020204020204" pitchFamily="34" charset="-122"/>
                      </a:rPr>
                      <m:t>−</m:t>
                    </m:r>
                    <m:r>
                      <a:rPr lang="en-US" altLang="zh-CN" sz="2800" b="0" i="1" smtClean="0">
                        <a:solidFill>
                          <a:srgbClr val="002060"/>
                        </a:solidFill>
                        <a:latin typeface="Cambria Math" panose="02040503050406030204" pitchFamily="18" charset="0"/>
                        <a:ea typeface="微软雅黑" panose="020B0503020204020204" pitchFamily="34" charset="-122"/>
                      </a:rPr>
                      <m:t>𝑛</m:t>
                    </m:r>
                  </m:oMath>
                </a14:m>
                <a:r>
                  <a:rPr lang="en-US" altLang="zh-CN" sz="2800" i="1"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个状态</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反馈清零法</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反馈置数法</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如果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b="0" i="1" smtClean="0">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，可用多个模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的计数器级联构成</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同步级联</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异步级联</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可配合清零</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置数法</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0072E0DD-F60B-B206-3B1D-6730B417C0D5}"/>
                  </a:ext>
                </a:extLst>
              </p:cNvPr>
              <p:cNvSpPr txBox="1">
                <a:spLocks noRot="1" noChangeAspect="1" noMove="1" noResize="1" noEditPoints="1" noAdjustHandles="1" noChangeArrowheads="1" noChangeShapeType="1" noTextEdit="1"/>
              </p:cNvSpPr>
              <p:nvPr/>
            </p:nvSpPr>
            <p:spPr>
              <a:xfrm>
                <a:off x="360001" y="828000"/>
                <a:ext cx="9252086" cy="5022209"/>
              </a:xfrm>
              <a:prstGeom prst="rect">
                <a:avLst/>
              </a:prstGeom>
              <a:blipFill>
                <a:blip r:embed="rId2"/>
                <a:stretch>
                  <a:fillRect l="-1318" t="-485" b="-485"/>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EC82435A-5E7D-085F-6D2D-24D295E9B1AC}"/>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0A2C7C-B382-A373-D368-3A8201FE3B4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36831603-0CED-0F75-3B58-B452D3FB1ED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E043CE9F-2F25-722E-F537-BED46352A37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EF4C9A5-BD00-9657-59F8-DBE18B4F915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17</a:t>
              </a:fld>
              <a:endParaRPr lang="zh-CN" altLang="en-US" sz="3200" dirty="0">
                <a:solidFill>
                  <a:schemeClr val="bg1"/>
                </a:solidFill>
                <a:latin typeface="Candara"/>
                <a:ea typeface="微软雅黑"/>
              </a:endParaRPr>
            </a:p>
          </p:txBody>
        </p:sp>
      </p:grpSp>
      <p:sp>
        <p:nvSpPr>
          <p:cNvPr id="9" name="标题 1">
            <a:extLst>
              <a:ext uri="{FF2B5EF4-FFF2-40B4-BE49-F238E27FC236}">
                <a16:creationId xmlns:a16="http://schemas.microsoft.com/office/drawing/2014/main" id="{D9115A2C-7E7B-EF02-9B77-AE3DDA46F2D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Tree>
    <p:extLst>
      <p:ext uri="{BB962C8B-B14F-4D97-AF65-F5344CB8AC3E}">
        <p14:creationId xmlns:p14="http://schemas.microsoft.com/office/powerpoint/2010/main" val="3832155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06A22-6CB8-7F9E-DE38-27429F8FFFD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AA072C2-2B0B-5293-340A-026029B48A8B}"/>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𝑛</m:t>
                    </m:r>
                    <m:r>
                      <a:rPr lang="en-US" altLang="zh-CN" sz="2800" i="1">
                        <a:solidFill>
                          <a:srgbClr val="002060"/>
                        </a:solidFill>
                        <a:latin typeface="Cambria Math" panose="02040503050406030204" pitchFamily="18" charset="0"/>
                        <a:ea typeface="微软雅黑" panose="020B0503020204020204" pitchFamily="34" charset="-122"/>
                      </a:rPr>
                      <m:t>&lt;</m:t>
                    </m:r>
                    <m:r>
                      <a:rPr lang="en-US" altLang="zh-CN" sz="2800" b="0" i="1" smtClean="0">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时的反馈清零法</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适用于有清零输入端的计数器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BAA072C2-2B0B-5293-340A-026029B48A8B}"/>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1CEC58D3-3F6D-28C0-7A0F-263E85483D41}"/>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343CD855-0798-3185-F774-36E96D351176}"/>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04BA649F-5A84-6760-30D5-69B0233D33A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C0941F74-302E-2379-7861-EF2635ECA03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A8D95929-4EB3-A15B-93E6-B8FA501A15A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18</a:t>
              </a:fld>
              <a:endParaRPr lang="zh-CN" altLang="en-US" sz="3200" dirty="0">
                <a:solidFill>
                  <a:schemeClr val="bg1"/>
                </a:solidFill>
                <a:latin typeface="Candara"/>
                <a:ea typeface="微软雅黑"/>
              </a:endParaRPr>
            </a:p>
          </p:txBody>
        </p:sp>
      </p:grpSp>
      <p:sp>
        <p:nvSpPr>
          <p:cNvPr id="183" name="椭圆 182">
            <a:extLst>
              <a:ext uri="{FF2B5EF4-FFF2-40B4-BE49-F238E27FC236}">
                <a16:creationId xmlns:a16="http://schemas.microsoft.com/office/drawing/2014/main" id="{E3CC5860-83B9-F608-E8E8-C4E635576A89}"/>
              </a:ext>
            </a:extLst>
          </p:cNvPr>
          <p:cNvSpPr/>
          <p:nvPr/>
        </p:nvSpPr>
        <p:spPr>
          <a:xfrm>
            <a:off x="2194833" y="2605025"/>
            <a:ext cx="1253685" cy="691219"/>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184" name="直接箭头连接符 183">
            <a:extLst>
              <a:ext uri="{FF2B5EF4-FFF2-40B4-BE49-F238E27FC236}">
                <a16:creationId xmlns:a16="http://schemas.microsoft.com/office/drawing/2014/main" id="{5ACF6E2C-3904-6360-D27D-59734F47CF7B}"/>
              </a:ext>
            </a:extLst>
          </p:cNvPr>
          <p:cNvCxnSpPr>
            <a:cxnSpLocks/>
            <a:stCxn id="183" idx="6"/>
          </p:cNvCxnSpPr>
          <p:nvPr/>
        </p:nvCxnSpPr>
        <p:spPr>
          <a:xfrm flipV="1">
            <a:off x="3448518" y="2945127"/>
            <a:ext cx="675700" cy="550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5" name="文本框 184">
                <a:extLst>
                  <a:ext uri="{FF2B5EF4-FFF2-40B4-BE49-F238E27FC236}">
                    <a16:creationId xmlns:a16="http://schemas.microsoft.com/office/drawing/2014/main" id="{5D974714-87DB-C8E0-392A-649D32676A5F}"/>
                  </a:ext>
                </a:extLst>
              </p:cNvPr>
              <p:cNvSpPr txBox="1"/>
              <p:nvPr/>
            </p:nvSpPr>
            <p:spPr>
              <a:xfrm>
                <a:off x="2175255" y="2716465"/>
                <a:ext cx="1290993" cy="40011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rPr>
                          </m:ctrlPr>
                        </m:sSubPr>
                        <m:e>
                          <m:r>
                            <m:rPr>
                              <m:sty m:val="p"/>
                            </m:rPr>
                            <a:rPr lang="en-US" altLang="zh-CN" sz="2000" b="0" i="0" dirty="0" smtClean="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3</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2</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1</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0</m:t>
                          </m:r>
                        </m:sub>
                      </m:sSub>
                    </m:oMath>
                  </m:oMathPara>
                </a14:m>
                <a:endParaRPr dirty="0"/>
              </a:p>
            </p:txBody>
          </p:sp>
        </mc:Choice>
        <mc:Fallback xmlns="">
          <p:sp>
            <p:nvSpPr>
              <p:cNvPr id="185" name="文本框 184">
                <a:extLst>
                  <a:ext uri="{FF2B5EF4-FFF2-40B4-BE49-F238E27FC236}">
                    <a16:creationId xmlns:a16="http://schemas.microsoft.com/office/drawing/2014/main" id="{5D974714-87DB-C8E0-392A-649D32676A5F}"/>
                  </a:ext>
                </a:extLst>
              </p:cNvPr>
              <p:cNvSpPr txBox="1">
                <a:spLocks noRot="1" noChangeAspect="1" noMove="1" noResize="1" noEditPoints="1" noAdjustHandles="1" noChangeArrowheads="1" noChangeShapeType="1" noTextEdit="1"/>
              </p:cNvSpPr>
              <p:nvPr/>
            </p:nvSpPr>
            <p:spPr>
              <a:xfrm>
                <a:off x="2175255" y="2716465"/>
                <a:ext cx="1290993" cy="400110"/>
              </a:xfrm>
              <a:prstGeom prst="rect">
                <a:avLst/>
              </a:prstGeom>
              <a:blipFill>
                <a:blip r:embed="rId4"/>
                <a:stretch>
                  <a:fillRect l="-1887" r="-943" b="-1230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2832DDC4-DC12-3E98-A13E-9A2F76397D54}"/>
              </a:ext>
            </a:extLst>
          </p:cNvPr>
          <p:cNvSpPr txBox="1"/>
          <p:nvPr/>
        </p:nvSpPr>
        <p:spPr>
          <a:xfrm>
            <a:off x="1823671" y="6047466"/>
            <a:ext cx="2034247"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状态转换图</a:t>
            </a:r>
            <a:endParaRPr lang="zh-CN" altLang="en-US" sz="2400" dirty="0"/>
          </a:p>
        </p:txBody>
      </p:sp>
      <p:sp>
        <p:nvSpPr>
          <p:cNvPr id="14" name="文本框 13">
            <a:extLst>
              <a:ext uri="{FF2B5EF4-FFF2-40B4-BE49-F238E27FC236}">
                <a16:creationId xmlns:a16="http://schemas.microsoft.com/office/drawing/2014/main" id="{08E2474C-1896-B2B8-2E09-73B20B4C0C01}"/>
              </a:ext>
            </a:extLst>
          </p:cNvPr>
          <p:cNvSpPr txBox="1"/>
          <p:nvPr/>
        </p:nvSpPr>
        <p:spPr>
          <a:xfrm>
            <a:off x="360000" y="2038709"/>
            <a:ext cx="7488666"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例：利用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的异步清零端，得到模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sp>
        <p:nvSpPr>
          <p:cNvPr id="71" name="文本框 70">
            <a:extLst>
              <a:ext uri="{FF2B5EF4-FFF2-40B4-BE49-F238E27FC236}">
                <a16:creationId xmlns:a16="http://schemas.microsoft.com/office/drawing/2014/main" id="{41330E0A-3175-CF20-E72B-E6CB244FE3F3}"/>
              </a:ext>
            </a:extLst>
          </p:cNvPr>
          <p:cNvSpPr txBox="1"/>
          <p:nvPr/>
        </p:nvSpPr>
        <p:spPr>
          <a:xfrm>
            <a:off x="781699" y="3494439"/>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0000</a:t>
            </a:r>
            <a:endParaRPr lang="zh-CN" altLang="en-US" sz="2000" dirty="0">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4BC97ED1-A2BC-9136-E82D-194D73F8A010}"/>
              </a:ext>
            </a:extLst>
          </p:cNvPr>
          <p:cNvSpPr txBox="1"/>
          <p:nvPr/>
        </p:nvSpPr>
        <p:spPr>
          <a:xfrm>
            <a:off x="1872172" y="3499476"/>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0001</a:t>
            </a:r>
            <a:endParaRPr lang="zh-CN" altLang="en-US" sz="2000" dirty="0">
              <a:latin typeface="微软雅黑" panose="020B0503020204020204" pitchFamily="34" charset="-122"/>
              <a:ea typeface="微软雅黑" panose="020B0503020204020204" pitchFamily="34" charset="-122"/>
            </a:endParaRPr>
          </a:p>
        </p:txBody>
      </p:sp>
      <p:sp>
        <p:nvSpPr>
          <p:cNvPr id="74" name="文本框 73">
            <a:extLst>
              <a:ext uri="{FF2B5EF4-FFF2-40B4-BE49-F238E27FC236}">
                <a16:creationId xmlns:a16="http://schemas.microsoft.com/office/drawing/2014/main" id="{9786A2F3-4C67-4842-B9E4-91472FA87A51}"/>
              </a:ext>
            </a:extLst>
          </p:cNvPr>
          <p:cNvSpPr txBox="1"/>
          <p:nvPr/>
        </p:nvSpPr>
        <p:spPr>
          <a:xfrm>
            <a:off x="2962645" y="3499475"/>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0010</a:t>
            </a:r>
            <a:endParaRPr lang="zh-CN" altLang="en-US" sz="2000" dirty="0">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934E0FBF-7762-77E0-E085-94ED011A59BC}"/>
              </a:ext>
            </a:extLst>
          </p:cNvPr>
          <p:cNvSpPr txBox="1"/>
          <p:nvPr/>
        </p:nvSpPr>
        <p:spPr>
          <a:xfrm>
            <a:off x="4053118" y="4474933"/>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0100</a:t>
            </a:r>
            <a:endParaRPr lang="zh-CN" altLang="en-US" sz="2000" dirty="0">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35A896DA-2059-9827-7172-E8DF377BEB0D}"/>
              </a:ext>
            </a:extLst>
          </p:cNvPr>
          <p:cNvSpPr txBox="1"/>
          <p:nvPr/>
        </p:nvSpPr>
        <p:spPr>
          <a:xfrm>
            <a:off x="4053118" y="5459848"/>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0101</a:t>
            </a:r>
            <a:endParaRPr lang="zh-CN" altLang="en-US" sz="2000" dirty="0">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DA3E0F30-F0BB-9473-DE38-83BEABD146EF}"/>
              </a:ext>
            </a:extLst>
          </p:cNvPr>
          <p:cNvSpPr txBox="1"/>
          <p:nvPr/>
        </p:nvSpPr>
        <p:spPr>
          <a:xfrm>
            <a:off x="780369" y="5459848"/>
            <a:ext cx="783318" cy="400110"/>
          </a:xfrm>
          <a:prstGeom prst="rect">
            <a:avLst/>
          </a:prstGeom>
          <a:noFill/>
          <a:ln w="25400">
            <a:noFill/>
          </a:ln>
        </p:spPr>
        <p:txBody>
          <a:bodyPr wrap="square">
            <a:spAutoFit/>
          </a:bodyPr>
          <a:lstStyle/>
          <a:p>
            <a:pPr algn="ctr"/>
            <a:r>
              <a:rPr lang="en-US" altLang="zh-CN" sz="2000" dirty="0">
                <a:solidFill>
                  <a:schemeClr val="accent3"/>
                </a:solidFill>
                <a:latin typeface="微软雅黑" panose="020B0503020204020204" pitchFamily="34" charset="-122"/>
                <a:ea typeface="微软雅黑" panose="020B0503020204020204" pitchFamily="34" charset="-122"/>
              </a:rPr>
              <a:t>1110</a:t>
            </a:r>
            <a:endParaRPr lang="zh-CN" altLang="en-US" sz="2000" dirty="0">
              <a:solidFill>
                <a:schemeClr val="accent3"/>
              </a:solidFill>
              <a:latin typeface="微软雅黑" panose="020B0503020204020204" pitchFamily="34" charset="-122"/>
              <a:ea typeface="微软雅黑" panose="020B0503020204020204" pitchFamily="34" charset="-122"/>
            </a:endParaRPr>
          </a:p>
        </p:txBody>
      </p:sp>
      <p:sp>
        <p:nvSpPr>
          <p:cNvPr id="78" name="文本框 77">
            <a:extLst>
              <a:ext uri="{FF2B5EF4-FFF2-40B4-BE49-F238E27FC236}">
                <a16:creationId xmlns:a16="http://schemas.microsoft.com/office/drawing/2014/main" id="{724284E4-855E-DB28-888C-C7351AB7E6C9}"/>
              </a:ext>
            </a:extLst>
          </p:cNvPr>
          <p:cNvSpPr txBox="1"/>
          <p:nvPr/>
        </p:nvSpPr>
        <p:spPr>
          <a:xfrm>
            <a:off x="780369" y="4474933"/>
            <a:ext cx="783318" cy="400110"/>
          </a:xfrm>
          <a:prstGeom prst="rect">
            <a:avLst/>
          </a:prstGeom>
          <a:noFill/>
          <a:ln w="25400">
            <a:noFill/>
          </a:ln>
        </p:spPr>
        <p:txBody>
          <a:bodyPr wrap="square">
            <a:spAutoFit/>
          </a:bodyPr>
          <a:lstStyle/>
          <a:p>
            <a:pPr algn="ctr"/>
            <a:r>
              <a:rPr lang="en-US" altLang="zh-CN" sz="2000" dirty="0">
                <a:solidFill>
                  <a:schemeClr val="accent3"/>
                </a:solidFill>
                <a:latin typeface="微软雅黑" panose="020B0503020204020204" pitchFamily="34" charset="-122"/>
                <a:ea typeface="微软雅黑" panose="020B0503020204020204" pitchFamily="34" charset="-122"/>
              </a:rPr>
              <a:t>1111</a:t>
            </a:r>
            <a:endParaRPr lang="zh-CN" altLang="en-US" sz="2000" dirty="0">
              <a:solidFill>
                <a:schemeClr val="accent3"/>
              </a:solidFill>
              <a:latin typeface="微软雅黑" panose="020B0503020204020204" pitchFamily="34" charset="-122"/>
              <a:ea typeface="微软雅黑" panose="020B0503020204020204" pitchFamily="34" charset="-122"/>
            </a:endParaRPr>
          </a:p>
        </p:txBody>
      </p:sp>
      <p:sp>
        <p:nvSpPr>
          <p:cNvPr id="79" name="椭圆 78">
            <a:extLst>
              <a:ext uri="{FF2B5EF4-FFF2-40B4-BE49-F238E27FC236}">
                <a16:creationId xmlns:a16="http://schemas.microsoft.com/office/drawing/2014/main" id="{C179832D-A113-B912-4E7D-9C62355F281E}"/>
              </a:ext>
            </a:extLst>
          </p:cNvPr>
          <p:cNvSpPr/>
          <p:nvPr/>
        </p:nvSpPr>
        <p:spPr>
          <a:xfrm>
            <a:off x="829078" y="3364340"/>
            <a:ext cx="691219" cy="691219"/>
          </a:xfrm>
          <a:prstGeom prst="ellipse">
            <a:avLst/>
          </a:prstGeom>
          <a:noFill/>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0" name="椭圆 79">
            <a:extLst>
              <a:ext uri="{FF2B5EF4-FFF2-40B4-BE49-F238E27FC236}">
                <a16:creationId xmlns:a16="http://schemas.microsoft.com/office/drawing/2014/main" id="{4719D046-F18B-2E63-D8C8-31C1EDECCE08}"/>
              </a:ext>
            </a:extLst>
          </p:cNvPr>
          <p:cNvSpPr/>
          <p:nvPr/>
        </p:nvSpPr>
        <p:spPr>
          <a:xfrm>
            <a:off x="1919551" y="3369377"/>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1" name="椭圆 80">
            <a:extLst>
              <a:ext uri="{FF2B5EF4-FFF2-40B4-BE49-F238E27FC236}">
                <a16:creationId xmlns:a16="http://schemas.microsoft.com/office/drawing/2014/main" id="{E9DF76CF-F1E4-584F-41E1-2D3DF0DE0084}"/>
              </a:ext>
            </a:extLst>
          </p:cNvPr>
          <p:cNvSpPr/>
          <p:nvPr/>
        </p:nvSpPr>
        <p:spPr>
          <a:xfrm>
            <a:off x="3010024" y="3369376"/>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2" name="椭圆 81">
            <a:extLst>
              <a:ext uri="{FF2B5EF4-FFF2-40B4-BE49-F238E27FC236}">
                <a16:creationId xmlns:a16="http://schemas.microsoft.com/office/drawing/2014/main" id="{856EA1E4-C587-DC2D-8852-2A1918340C79}"/>
              </a:ext>
            </a:extLst>
          </p:cNvPr>
          <p:cNvSpPr/>
          <p:nvPr/>
        </p:nvSpPr>
        <p:spPr>
          <a:xfrm>
            <a:off x="4100497" y="3361294"/>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3" name="椭圆 82">
            <a:extLst>
              <a:ext uri="{FF2B5EF4-FFF2-40B4-BE49-F238E27FC236}">
                <a16:creationId xmlns:a16="http://schemas.microsoft.com/office/drawing/2014/main" id="{2F1658C0-8928-8C2D-3A3E-FCDC472FD337}"/>
              </a:ext>
            </a:extLst>
          </p:cNvPr>
          <p:cNvSpPr/>
          <p:nvPr/>
        </p:nvSpPr>
        <p:spPr>
          <a:xfrm>
            <a:off x="4100497" y="4344834"/>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4" name="椭圆 83">
            <a:extLst>
              <a:ext uri="{FF2B5EF4-FFF2-40B4-BE49-F238E27FC236}">
                <a16:creationId xmlns:a16="http://schemas.microsoft.com/office/drawing/2014/main" id="{3F26EEF1-692D-48B3-A37A-83D945088005}"/>
              </a:ext>
            </a:extLst>
          </p:cNvPr>
          <p:cNvSpPr/>
          <p:nvPr/>
        </p:nvSpPr>
        <p:spPr>
          <a:xfrm>
            <a:off x="4100497" y="5329749"/>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5" name="椭圆 84">
            <a:extLst>
              <a:ext uri="{FF2B5EF4-FFF2-40B4-BE49-F238E27FC236}">
                <a16:creationId xmlns:a16="http://schemas.microsoft.com/office/drawing/2014/main" id="{2645AF35-330F-8ADD-E674-8570B9DD9B5A}"/>
              </a:ext>
            </a:extLst>
          </p:cNvPr>
          <p:cNvSpPr/>
          <p:nvPr/>
        </p:nvSpPr>
        <p:spPr>
          <a:xfrm>
            <a:off x="3057403" y="5329749"/>
            <a:ext cx="691219" cy="691219"/>
          </a:xfrm>
          <a:prstGeom prst="ellipse">
            <a:avLst/>
          </a:prstGeom>
          <a:noFill/>
          <a:ln w="25400">
            <a:solidFill>
              <a:srgbClr val="FF0000"/>
            </a:solidFill>
            <a:prstDash val="sysDot"/>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6" name="椭圆 85">
            <a:extLst>
              <a:ext uri="{FF2B5EF4-FFF2-40B4-BE49-F238E27FC236}">
                <a16:creationId xmlns:a16="http://schemas.microsoft.com/office/drawing/2014/main" id="{56D184F6-5A3E-53AD-A375-D311483D13E7}"/>
              </a:ext>
            </a:extLst>
          </p:cNvPr>
          <p:cNvSpPr/>
          <p:nvPr/>
        </p:nvSpPr>
        <p:spPr>
          <a:xfrm>
            <a:off x="827748" y="5329749"/>
            <a:ext cx="691219" cy="691219"/>
          </a:xfrm>
          <a:prstGeom prst="ellipse">
            <a:avLst/>
          </a:prstGeom>
          <a:noFill/>
          <a:ln w="25400">
            <a:solidFill>
              <a:schemeClr val="accent3"/>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87" name="椭圆 86">
            <a:extLst>
              <a:ext uri="{FF2B5EF4-FFF2-40B4-BE49-F238E27FC236}">
                <a16:creationId xmlns:a16="http://schemas.microsoft.com/office/drawing/2014/main" id="{06258087-B190-1D64-70D1-350468F969F3}"/>
              </a:ext>
            </a:extLst>
          </p:cNvPr>
          <p:cNvSpPr/>
          <p:nvPr/>
        </p:nvSpPr>
        <p:spPr>
          <a:xfrm>
            <a:off x="827748" y="4344834"/>
            <a:ext cx="691219" cy="691219"/>
          </a:xfrm>
          <a:prstGeom prst="ellipse">
            <a:avLst/>
          </a:prstGeom>
          <a:noFill/>
          <a:ln w="25400">
            <a:solidFill>
              <a:schemeClr val="accent3"/>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88" name="直接箭头连接符 87">
            <a:extLst>
              <a:ext uri="{FF2B5EF4-FFF2-40B4-BE49-F238E27FC236}">
                <a16:creationId xmlns:a16="http://schemas.microsoft.com/office/drawing/2014/main" id="{5904BA60-1238-C1B9-2EBD-8476C7606874}"/>
              </a:ext>
            </a:extLst>
          </p:cNvPr>
          <p:cNvCxnSpPr>
            <a:cxnSpLocks/>
            <a:stCxn id="79" idx="6"/>
            <a:endCxn id="80" idx="2"/>
          </p:cNvCxnSpPr>
          <p:nvPr/>
        </p:nvCxnSpPr>
        <p:spPr>
          <a:xfrm>
            <a:off x="1520297" y="3709950"/>
            <a:ext cx="399254" cy="50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026682CA-6AF1-3D0C-000F-821A6BD4B6A5}"/>
              </a:ext>
            </a:extLst>
          </p:cNvPr>
          <p:cNvCxnSpPr>
            <a:cxnSpLocks/>
            <a:stCxn id="80" idx="6"/>
            <a:endCxn id="81" idx="2"/>
          </p:cNvCxnSpPr>
          <p:nvPr/>
        </p:nvCxnSpPr>
        <p:spPr>
          <a:xfrm flipV="1">
            <a:off x="2610770" y="3714986"/>
            <a:ext cx="399254"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74B1C153-6FCC-2340-2038-BE75A425EE6F}"/>
              </a:ext>
            </a:extLst>
          </p:cNvPr>
          <p:cNvCxnSpPr>
            <a:cxnSpLocks/>
            <a:stCxn id="81" idx="6"/>
            <a:endCxn id="82" idx="2"/>
          </p:cNvCxnSpPr>
          <p:nvPr/>
        </p:nvCxnSpPr>
        <p:spPr>
          <a:xfrm flipV="1">
            <a:off x="3701243" y="3706904"/>
            <a:ext cx="399254" cy="808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179E2C7D-CD33-8F80-8A81-8A619E20B8ED}"/>
              </a:ext>
            </a:extLst>
          </p:cNvPr>
          <p:cNvSpPr txBox="1"/>
          <p:nvPr/>
        </p:nvSpPr>
        <p:spPr>
          <a:xfrm>
            <a:off x="4053118" y="3491393"/>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0011</a:t>
            </a:r>
            <a:endParaRPr lang="zh-CN" altLang="en-US" sz="2000" dirty="0">
              <a:latin typeface="微软雅黑" panose="020B0503020204020204" pitchFamily="34" charset="-122"/>
              <a:ea typeface="微软雅黑" panose="020B0503020204020204" pitchFamily="34" charset="-122"/>
            </a:endParaRPr>
          </a:p>
        </p:txBody>
      </p:sp>
      <p:cxnSp>
        <p:nvCxnSpPr>
          <p:cNvPr id="99" name="直接箭头连接符 98">
            <a:extLst>
              <a:ext uri="{FF2B5EF4-FFF2-40B4-BE49-F238E27FC236}">
                <a16:creationId xmlns:a16="http://schemas.microsoft.com/office/drawing/2014/main" id="{39FCDBD7-EB1B-79A9-5E86-94DF5D89FD3F}"/>
              </a:ext>
            </a:extLst>
          </p:cNvPr>
          <p:cNvCxnSpPr>
            <a:cxnSpLocks/>
            <a:stCxn id="82" idx="4"/>
            <a:endCxn id="83" idx="0"/>
          </p:cNvCxnSpPr>
          <p:nvPr/>
        </p:nvCxnSpPr>
        <p:spPr>
          <a:xfrm>
            <a:off x="4446107" y="4052513"/>
            <a:ext cx="0" cy="29232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B87E3782-3B07-8E27-993A-BE45D34BF953}"/>
              </a:ext>
            </a:extLst>
          </p:cNvPr>
          <p:cNvCxnSpPr>
            <a:cxnSpLocks/>
            <a:stCxn id="83" idx="4"/>
            <a:endCxn id="84" idx="0"/>
          </p:cNvCxnSpPr>
          <p:nvPr/>
        </p:nvCxnSpPr>
        <p:spPr>
          <a:xfrm>
            <a:off x="4446107" y="5036053"/>
            <a:ext cx="0" cy="2936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1A996A2C-3FC5-DC02-F746-816B5A960299}"/>
              </a:ext>
            </a:extLst>
          </p:cNvPr>
          <p:cNvCxnSpPr>
            <a:cxnSpLocks/>
            <a:stCxn id="86" idx="0"/>
            <a:endCxn id="87" idx="4"/>
          </p:cNvCxnSpPr>
          <p:nvPr/>
        </p:nvCxnSpPr>
        <p:spPr>
          <a:xfrm flipV="1">
            <a:off x="1173358" y="5036053"/>
            <a:ext cx="0" cy="293696"/>
          </a:xfrm>
          <a:prstGeom prst="straightConnector1">
            <a:avLst/>
          </a:prstGeom>
          <a:ln w="25400">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40A06CB0-2879-1191-19B6-6304BD0D14B5}"/>
              </a:ext>
            </a:extLst>
          </p:cNvPr>
          <p:cNvCxnSpPr>
            <a:cxnSpLocks/>
            <a:stCxn id="84" idx="2"/>
            <a:endCxn id="85" idx="6"/>
          </p:cNvCxnSpPr>
          <p:nvPr/>
        </p:nvCxnSpPr>
        <p:spPr>
          <a:xfrm flipH="1">
            <a:off x="3748622" y="5675359"/>
            <a:ext cx="351875" cy="0"/>
          </a:xfrm>
          <a:prstGeom prst="straightConnector1">
            <a:avLst/>
          </a:prstGeom>
          <a:ln w="25400">
            <a:solidFill>
              <a:srgbClr val="FF0000"/>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A10C20B8-3F43-506C-C921-F65950EDE9C1}"/>
              </a:ext>
            </a:extLst>
          </p:cNvPr>
          <p:cNvCxnSpPr>
            <a:cxnSpLocks/>
            <a:stCxn id="85" idx="2"/>
            <a:endCxn id="86" idx="6"/>
          </p:cNvCxnSpPr>
          <p:nvPr/>
        </p:nvCxnSpPr>
        <p:spPr>
          <a:xfrm flipH="1">
            <a:off x="1518967" y="5675359"/>
            <a:ext cx="1538436" cy="0"/>
          </a:xfrm>
          <a:prstGeom prst="straightConnector1">
            <a:avLst/>
          </a:prstGeom>
          <a:ln w="25400">
            <a:solidFill>
              <a:schemeClr val="accent3"/>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98CACAE4-49B5-E632-647C-A7678575FC2E}"/>
              </a:ext>
            </a:extLst>
          </p:cNvPr>
          <p:cNvSpPr txBox="1"/>
          <p:nvPr/>
        </p:nvSpPr>
        <p:spPr>
          <a:xfrm>
            <a:off x="3010024" y="5459848"/>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0110</a:t>
            </a:r>
            <a:endParaRPr lang="zh-CN" altLang="en-US" sz="2000" dirty="0">
              <a:latin typeface="微软雅黑" panose="020B0503020204020204" pitchFamily="34" charset="-122"/>
              <a:ea typeface="微软雅黑" panose="020B0503020204020204" pitchFamily="34" charset="-122"/>
            </a:endParaRPr>
          </a:p>
        </p:txBody>
      </p:sp>
      <p:cxnSp>
        <p:nvCxnSpPr>
          <p:cNvPr id="119" name="直接箭头连接符 118">
            <a:extLst>
              <a:ext uri="{FF2B5EF4-FFF2-40B4-BE49-F238E27FC236}">
                <a16:creationId xmlns:a16="http://schemas.microsoft.com/office/drawing/2014/main" id="{E20733D0-EC1B-427B-0242-81B69739826C}"/>
              </a:ext>
            </a:extLst>
          </p:cNvPr>
          <p:cNvCxnSpPr>
            <a:cxnSpLocks/>
            <a:stCxn id="87" idx="0"/>
            <a:endCxn id="79" idx="4"/>
          </p:cNvCxnSpPr>
          <p:nvPr/>
        </p:nvCxnSpPr>
        <p:spPr>
          <a:xfrm flipV="1">
            <a:off x="1173358" y="4055559"/>
            <a:ext cx="1330" cy="289275"/>
          </a:xfrm>
          <a:prstGeom prst="straightConnector1">
            <a:avLst/>
          </a:prstGeom>
          <a:ln w="25400">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3C1BF85F-627D-1E2A-F27C-9992D178E738}"/>
              </a:ext>
            </a:extLst>
          </p:cNvPr>
          <p:cNvCxnSpPr>
            <a:cxnSpLocks/>
            <a:stCxn id="84" idx="1"/>
            <a:endCxn id="79" idx="5"/>
          </p:cNvCxnSpPr>
          <p:nvPr/>
        </p:nvCxnSpPr>
        <p:spPr>
          <a:xfrm flipH="1" flipV="1">
            <a:off x="1419070" y="3954332"/>
            <a:ext cx="2782654" cy="147664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1" name="直接箭头连接符 120">
            <a:extLst>
              <a:ext uri="{FF2B5EF4-FFF2-40B4-BE49-F238E27FC236}">
                <a16:creationId xmlns:a16="http://schemas.microsoft.com/office/drawing/2014/main" id="{58EFBBCB-8E8D-91A7-A5A0-4BABD5F1133A}"/>
              </a:ext>
            </a:extLst>
          </p:cNvPr>
          <p:cNvCxnSpPr>
            <a:cxnSpLocks/>
          </p:cNvCxnSpPr>
          <p:nvPr/>
        </p:nvCxnSpPr>
        <p:spPr>
          <a:xfrm flipH="1" flipV="1">
            <a:off x="1327618" y="4040103"/>
            <a:ext cx="1826031" cy="1531289"/>
          </a:xfrm>
          <a:prstGeom prst="straightConnector1">
            <a:avLst/>
          </a:prstGeom>
          <a:ln w="25400">
            <a:solidFill>
              <a:srgbClr val="FF0000"/>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122" name="弧形 121">
            <a:extLst>
              <a:ext uri="{FF2B5EF4-FFF2-40B4-BE49-F238E27FC236}">
                <a16:creationId xmlns:a16="http://schemas.microsoft.com/office/drawing/2014/main" id="{27593926-0AE3-76BB-9DB0-D8E060F4AF98}"/>
              </a:ext>
            </a:extLst>
          </p:cNvPr>
          <p:cNvSpPr/>
          <p:nvPr/>
        </p:nvSpPr>
        <p:spPr>
          <a:xfrm rot="18073728">
            <a:off x="3076381" y="3727729"/>
            <a:ext cx="447864" cy="1639463"/>
          </a:xfrm>
          <a:prstGeom prst="arc">
            <a:avLst>
              <a:gd name="adj1" fmla="val 3904725"/>
              <a:gd name="adj2" fmla="val 19170265"/>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5" name="文本框 404">
            <a:extLst>
              <a:ext uri="{FF2B5EF4-FFF2-40B4-BE49-F238E27FC236}">
                <a16:creationId xmlns:a16="http://schemas.microsoft.com/office/drawing/2014/main" id="{0F912725-A346-F828-D69F-C39AF12E3574}"/>
              </a:ext>
            </a:extLst>
          </p:cNvPr>
          <p:cNvSpPr txBox="1"/>
          <p:nvPr/>
        </p:nvSpPr>
        <p:spPr>
          <a:xfrm>
            <a:off x="5760000" y="6048000"/>
            <a:ext cx="5690920" cy="430887"/>
          </a:xfrm>
          <a:prstGeom prst="rect">
            <a:avLst/>
          </a:prstGeom>
          <a:noFill/>
        </p:spPr>
        <p:txBody>
          <a:bodyPr wrap="square">
            <a:spAutoFit/>
          </a:bodyPr>
          <a:lstStyle/>
          <a:p>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从 </a:t>
            </a: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0101 </a:t>
            </a: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到 </a:t>
            </a: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0000 </a:t>
            </a: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转换时短暂地出现了</a:t>
            </a: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 0110</a:t>
            </a:r>
            <a:endParaRPr lang="zh-CN" altLang="en-US" sz="2200" dirty="0">
              <a:solidFill>
                <a:schemeClr val="accent5">
                  <a:lumMod val="75000"/>
                </a:schemeClr>
              </a:solidFill>
            </a:endParaRPr>
          </a:p>
        </p:txBody>
      </p:sp>
      <p:grpSp>
        <p:nvGrpSpPr>
          <p:cNvPr id="124" name="组合 123">
            <a:extLst>
              <a:ext uri="{FF2B5EF4-FFF2-40B4-BE49-F238E27FC236}">
                <a16:creationId xmlns:a16="http://schemas.microsoft.com/office/drawing/2014/main" id="{DF028978-8850-604A-7B77-6B8E73CDDC8F}"/>
              </a:ext>
            </a:extLst>
          </p:cNvPr>
          <p:cNvGrpSpPr/>
          <p:nvPr/>
        </p:nvGrpSpPr>
        <p:grpSpPr>
          <a:xfrm>
            <a:off x="5740590" y="3325183"/>
            <a:ext cx="5779009" cy="2538443"/>
            <a:chOff x="5740590" y="3325183"/>
            <a:chExt cx="5779009" cy="2538443"/>
          </a:xfrm>
        </p:grpSpPr>
        <p:grpSp>
          <p:nvGrpSpPr>
            <p:cNvPr id="13" name="组合 12">
              <a:extLst>
                <a:ext uri="{FF2B5EF4-FFF2-40B4-BE49-F238E27FC236}">
                  <a16:creationId xmlns:a16="http://schemas.microsoft.com/office/drawing/2014/main" id="{7C035B81-0EE1-A83D-A38D-124AEC2F2E3C}"/>
                </a:ext>
              </a:extLst>
            </p:cNvPr>
            <p:cNvGrpSpPr/>
            <p:nvPr/>
          </p:nvGrpSpPr>
          <p:grpSpPr>
            <a:xfrm>
              <a:off x="6733385" y="3325183"/>
              <a:ext cx="3985465" cy="2538443"/>
              <a:chOff x="7265963" y="3404377"/>
              <a:chExt cx="3259219" cy="1289004"/>
            </a:xfrm>
          </p:grpSpPr>
          <p:sp>
            <p:nvSpPr>
              <p:cNvPr id="102" name="Line 27">
                <a:extLst>
                  <a:ext uri="{FF2B5EF4-FFF2-40B4-BE49-F238E27FC236}">
                    <a16:creationId xmlns:a16="http://schemas.microsoft.com/office/drawing/2014/main" id="{090DF25F-8F52-0536-B027-35514A6853E5}"/>
                  </a:ext>
                </a:extLst>
              </p:cNvPr>
              <p:cNvSpPr>
                <a:spLocks noChangeShapeType="1"/>
              </p:cNvSpPr>
              <p:nvPr/>
            </p:nvSpPr>
            <p:spPr bwMode="auto">
              <a:xfrm rot="16200000">
                <a:off x="6621734" y="4049152"/>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Line 27">
                <a:extLst>
                  <a:ext uri="{FF2B5EF4-FFF2-40B4-BE49-F238E27FC236}">
                    <a16:creationId xmlns:a16="http://schemas.microsoft.com/office/drawing/2014/main" id="{D63853AF-3281-9190-9D92-2084DEDB9255}"/>
                  </a:ext>
                </a:extLst>
              </p:cNvPr>
              <p:cNvSpPr>
                <a:spLocks noChangeShapeType="1"/>
              </p:cNvSpPr>
              <p:nvPr/>
            </p:nvSpPr>
            <p:spPr bwMode="auto">
              <a:xfrm rot="16200000">
                <a:off x="727391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6E7EACD8-BA7E-3000-F79E-074FBF1D78A9}"/>
                  </a:ext>
                </a:extLst>
              </p:cNvPr>
              <p:cNvSpPr>
                <a:spLocks noChangeShapeType="1"/>
              </p:cNvSpPr>
              <p:nvPr/>
            </p:nvSpPr>
            <p:spPr bwMode="auto">
              <a:xfrm rot="16200000">
                <a:off x="792609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Line 27">
                <a:extLst>
                  <a:ext uri="{FF2B5EF4-FFF2-40B4-BE49-F238E27FC236}">
                    <a16:creationId xmlns:a16="http://schemas.microsoft.com/office/drawing/2014/main" id="{B108F639-4835-B9AA-51A5-C4731EEA0DCD}"/>
                  </a:ext>
                </a:extLst>
              </p:cNvPr>
              <p:cNvSpPr>
                <a:spLocks noChangeShapeType="1"/>
              </p:cNvSpPr>
              <p:nvPr/>
            </p:nvSpPr>
            <p:spPr bwMode="auto">
              <a:xfrm rot="16200000">
                <a:off x="8578290"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7" name="Line 27">
                <a:extLst>
                  <a:ext uri="{FF2B5EF4-FFF2-40B4-BE49-F238E27FC236}">
                    <a16:creationId xmlns:a16="http://schemas.microsoft.com/office/drawing/2014/main" id="{DD3067EC-C7E8-D2C7-E99E-77A0410D3BB6}"/>
                  </a:ext>
                </a:extLst>
              </p:cNvPr>
              <p:cNvSpPr>
                <a:spLocks noChangeShapeType="1"/>
              </p:cNvSpPr>
              <p:nvPr/>
            </p:nvSpPr>
            <p:spPr bwMode="auto">
              <a:xfrm rot="16200000">
                <a:off x="9228762"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0EA98081-7BA4-464D-69DB-52F284AB2533}"/>
                  </a:ext>
                </a:extLst>
              </p:cNvPr>
              <p:cNvSpPr>
                <a:spLocks noChangeShapeType="1"/>
              </p:cNvSpPr>
              <p:nvPr/>
            </p:nvSpPr>
            <p:spPr bwMode="auto">
              <a:xfrm rot="16200000">
                <a:off x="9880953"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AAD7FA4-5661-793B-6C79-CF3F40AE3052}"/>
                    </a:ext>
                  </a:extLst>
                </p:cNvPr>
                <p:cNvSpPr txBox="1"/>
                <p:nvPr/>
              </p:nvSpPr>
              <p:spPr>
                <a:xfrm>
                  <a:off x="5744059" y="3373036"/>
                  <a:ext cx="528256" cy="363524"/>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15" name="文本框 14">
                  <a:extLst>
                    <a:ext uri="{FF2B5EF4-FFF2-40B4-BE49-F238E27FC236}">
                      <a16:creationId xmlns:a16="http://schemas.microsoft.com/office/drawing/2014/main" id="{AAAD7FA4-5661-793B-6C79-CF3F40AE3052}"/>
                    </a:ext>
                  </a:extLst>
                </p:cNvPr>
                <p:cNvSpPr txBox="1">
                  <a:spLocks noRot="1" noChangeAspect="1" noMove="1" noResize="1" noEditPoints="1" noAdjustHandles="1" noChangeArrowheads="1" noChangeShapeType="1" noTextEdit="1"/>
                </p:cNvSpPr>
                <p:nvPr/>
              </p:nvSpPr>
              <p:spPr>
                <a:xfrm>
                  <a:off x="5744059" y="3373036"/>
                  <a:ext cx="528256" cy="363524"/>
                </a:xfrm>
                <a:prstGeom prst="rect">
                  <a:avLst/>
                </a:prstGeom>
                <a:blipFill>
                  <a:blip r:embed="rId5"/>
                  <a:stretch>
                    <a:fillRect b="-1667"/>
                  </a:stretch>
                </a:blipFill>
              </p:spPr>
              <p:txBody>
                <a:bodyPr/>
                <a:lstStyle/>
                <a:p>
                  <a:r>
                    <a:rPr lang="zh-CN" altLang="en-US">
                      <a:noFill/>
                    </a:rPr>
                    <a:t> </a:t>
                  </a:r>
                </a:p>
              </p:txBody>
            </p:sp>
          </mc:Fallback>
        </mc:AlternateContent>
        <p:sp>
          <p:nvSpPr>
            <p:cNvPr id="16" name="Line 27">
              <a:extLst>
                <a:ext uri="{FF2B5EF4-FFF2-40B4-BE49-F238E27FC236}">
                  <a16:creationId xmlns:a16="http://schemas.microsoft.com/office/drawing/2014/main" id="{F292E987-910F-D2CD-DF78-D969F8C97B8C}"/>
                </a:ext>
              </a:extLst>
            </p:cNvPr>
            <p:cNvSpPr>
              <a:spLocks noChangeShapeType="1"/>
            </p:cNvSpPr>
            <p:nvPr/>
          </p:nvSpPr>
          <p:spPr bwMode="auto">
            <a:xfrm>
              <a:off x="6337057" y="377768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 name="Line 27">
              <a:extLst>
                <a:ext uri="{FF2B5EF4-FFF2-40B4-BE49-F238E27FC236}">
                  <a16:creationId xmlns:a16="http://schemas.microsoft.com/office/drawing/2014/main" id="{CBF65EA7-6160-AAD1-D056-FFEA2F878B18}"/>
                </a:ext>
              </a:extLst>
            </p:cNvPr>
            <p:cNvSpPr>
              <a:spLocks noChangeShapeType="1"/>
            </p:cNvSpPr>
            <p:nvPr/>
          </p:nvSpPr>
          <p:spPr bwMode="auto">
            <a:xfrm rot="5400000">
              <a:off x="6567485" y="361436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 name="Line 27">
              <a:extLst>
                <a:ext uri="{FF2B5EF4-FFF2-40B4-BE49-F238E27FC236}">
                  <a16:creationId xmlns:a16="http://schemas.microsoft.com/office/drawing/2014/main" id="{65C27E72-A3DC-96DF-1FAB-5AEFCAD7B8CF}"/>
                </a:ext>
              </a:extLst>
            </p:cNvPr>
            <p:cNvSpPr>
              <a:spLocks noChangeShapeType="1"/>
            </p:cNvSpPr>
            <p:nvPr/>
          </p:nvSpPr>
          <p:spPr bwMode="auto">
            <a:xfrm>
              <a:off x="6735295" y="3449876"/>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 name="Line 27">
              <a:extLst>
                <a:ext uri="{FF2B5EF4-FFF2-40B4-BE49-F238E27FC236}">
                  <a16:creationId xmlns:a16="http://schemas.microsoft.com/office/drawing/2014/main" id="{E6F8FEE8-CC9D-4C37-7B45-5170079E4B22}"/>
                </a:ext>
              </a:extLst>
            </p:cNvPr>
            <p:cNvSpPr>
              <a:spLocks noChangeShapeType="1"/>
            </p:cNvSpPr>
            <p:nvPr/>
          </p:nvSpPr>
          <p:spPr bwMode="auto">
            <a:xfrm rot="5400000">
              <a:off x="6966540" y="3616503"/>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 name="Line 27">
              <a:extLst>
                <a:ext uri="{FF2B5EF4-FFF2-40B4-BE49-F238E27FC236}">
                  <a16:creationId xmlns:a16="http://schemas.microsoft.com/office/drawing/2014/main" id="{1BEB7E60-91F9-8CC5-B2F3-D240D67979C9}"/>
                </a:ext>
              </a:extLst>
            </p:cNvPr>
            <p:cNvSpPr>
              <a:spLocks noChangeShapeType="1"/>
            </p:cNvSpPr>
            <p:nvPr/>
          </p:nvSpPr>
          <p:spPr bwMode="auto">
            <a:xfrm>
              <a:off x="7132656" y="377768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 name="Line 27">
              <a:extLst>
                <a:ext uri="{FF2B5EF4-FFF2-40B4-BE49-F238E27FC236}">
                  <a16:creationId xmlns:a16="http://schemas.microsoft.com/office/drawing/2014/main" id="{3D408724-8E8B-C68A-2591-38CFE1704C1A}"/>
                </a:ext>
              </a:extLst>
            </p:cNvPr>
            <p:cNvSpPr>
              <a:spLocks noChangeShapeType="1"/>
            </p:cNvSpPr>
            <p:nvPr/>
          </p:nvSpPr>
          <p:spPr bwMode="auto">
            <a:xfrm rot="5400000">
              <a:off x="7364993" y="361382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 name="Line 27">
              <a:extLst>
                <a:ext uri="{FF2B5EF4-FFF2-40B4-BE49-F238E27FC236}">
                  <a16:creationId xmlns:a16="http://schemas.microsoft.com/office/drawing/2014/main" id="{AB5DE2E7-2990-B9E9-FD9C-56F4FD7FB84E}"/>
                </a:ext>
              </a:extLst>
            </p:cNvPr>
            <p:cNvSpPr>
              <a:spLocks noChangeShapeType="1"/>
            </p:cNvSpPr>
            <p:nvPr/>
          </p:nvSpPr>
          <p:spPr bwMode="auto">
            <a:xfrm>
              <a:off x="7532802" y="344933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 name="Line 27">
              <a:extLst>
                <a:ext uri="{FF2B5EF4-FFF2-40B4-BE49-F238E27FC236}">
                  <a16:creationId xmlns:a16="http://schemas.microsoft.com/office/drawing/2014/main" id="{AB832427-6F25-82AD-A0E8-E68D88D48D0D}"/>
                </a:ext>
              </a:extLst>
            </p:cNvPr>
            <p:cNvSpPr>
              <a:spLocks noChangeShapeType="1"/>
            </p:cNvSpPr>
            <p:nvPr/>
          </p:nvSpPr>
          <p:spPr bwMode="auto">
            <a:xfrm rot="5400000">
              <a:off x="7764047" y="361596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 name="Line 27">
              <a:extLst>
                <a:ext uri="{FF2B5EF4-FFF2-40B4-BE49-F238E27FC236}">
                  <a16:creationId xmlns:a16="http://schemas.microsoft.com/office/drawing/2014/main" id="{0384B32B-9484-5AB4-369A-AE1317D18D32}"/>
                </a:ext>
              </a:extLst>
            </p:cNvPr>
            <p:cNvSpPr>
              <a:spLocks noChangeShapeType="1"/>
            </p:cNvSpPr>
            <p:nvPr/>
          </p:nvSpPr>
          <p:spPr bwMode="auto">
            <a:xfrm>
              <a:off x="7930165" y="3777150"/>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 name="Line 27">
              <a:extLst>
                <a:ext uri="{FF2B5EF4-FFF2-40B4-BE49-F238E27FC236}">
                  <a16:creationId xmlns:a16="http://schemas.microsoft.com/office/drawing/2014/main" id="{A062FD41-67F4-C1DD-0795-5AC5DC3C8914}"/>
                </a:ext>
              </a:extLst>
            </p:cNvPr>
            <p:cNvSpPr>
              <a:spLocks noChangeShapeType="1"/>
            </p:cNvSpPr>
            <p:nvPr/>
          </p:nvSpPr>
          <p:spPr bwMode="auto">
            <a:xfrm rot="5400000">
              <a:off x="8160589" y="361382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 name="Line 27">
              <a:extLst>
                <a:ext uri="{FF2B5EF4-FFF2-40B4-BE49-F238E27FC236}">
                  <a16:creationId xmlns:a16="http://schemas.microsoft.com/office/drawing/2014/main" id="{BB45A674-9023-1A92-DE4E-88E8F89BCECD}"/>
                </a:ext>
              </a:extLst>
            </p:cNvPr>
            <p:cNvSpPr>
              <a:spLocks noChangeShapeType="1"/>
            </p:cNvSpPr>
            <p:nvPr/>
          </p:nvSpPr>
          <p:spPr bwMode="auto">
            <a:xfrm>
              <a:off x="8328400" y="344933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 name="Line 27">
              <a:extLst>
                <a:ext uri="{FF2B5EF4-FFF2-40B4-BE49-F238E27FC236}">
                  <a16:creationId xmlns:a16="http://schemas.microsoft.com/office/drawing/2014/main" id="{78EE8550-6F49-FD83-0F23-71D6215C45B7}"/>
                </a:ext>
              </a:extLst>
            </p:cNvPr>
            <p:cNvSpPr>
              <a:spLocks noChangeShapeType="1"/>
            </p:cNvSpPr>
            <p:nvPr/>
          </p:nvSpPr>
          <p:spPr bwMode="auto">
            <a:xfrm rot="5400000">
              <a:off x="8559646" y="361596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 name="Line 27">
              <a:extLst>
                <a:ext uri="{FF2B5EF4-FFF2-40B4-BE49-F238E27FC236}">
                  <a16:creationId xmlns:a16="http://schemas.microsoft.com/office/drawing/2014/main" id="{A4C5A6DB-0669-C759-4404-3676DF4F05DF}"/>
                </a:ext>
              </a:extLst>
            </p:cNvPr>
            <p:cNvSpPr>
              <a:spLocks noChangeShapeType="1"/>
            </p:cNvSpPr>
            <p:nvPr/>
          </p:nvSpPr>
          <p:spPr bwMode="auto">
            <a:xfrm>
              <a:off x="8725764" y="3777150"/>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 name="Line 27">
              <a:extLst>
                <a:ext uri="{FF2B5EF4-FFF2-40B4-BE49-F238E27FC236}">
                  <a16:creationId xmlns:a16="http://schemas.microsoft.com/office/drawing/2014/main" id="{9A16966A-C9DE-53DA-90DE-DB9AF365858F}"/>
                </a:ext>
              </a:extLst>
            </p:cNvPr>
            <p:cNvSpPr>
              <a:spLocks noChangeShapeType="1"/>
            </p:cNvSpPr>
            <p:nvPr/>
          </p:nvSpPr>
          <p:spPr bwMode="auto">
            <a:xfrm rot="5400000">
              <a:off x="8957926" y="3617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 name="Line 27">
              <a:extLst>
                <a:ext uri="{FF2B5EF4-FFF2-40B4-BE49-F238E27FC236}">
                  <a16:creationId xmlns:a16="http://schemas.microsoft.com/office/drawing/2014/main" id="{3510A31E-D8EA-EE44-4E4A-D0C8518FA83D}"/>
                </a:ext>
              </a:extLst>
            </p:cNvPr>
            <p:cNvSpPr>
              <a:spLocks noChangeShapeType="1"/>
            </p:cNvSpPr>
            <p:nvPr/>
          </p:nvSpPr>
          <p:spPr bwMode="auto">
            <a:xfrm>
              <a:off x="9125736" y="3453487"/>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 name="Line 27">
              <a:extLst>
                <a:ext uri="{FF2B5EF4-FFF2-40B4-BE49-F238E27FC236}">
                  <a16:creationId xmlns:a16="http://schemas.microsoft.com/office/drawing/2014/main" id="{E2FF6E93-82B7-22E6-98DA-EF8BA83AE778}"/>
                </a:ext>
              </a:extLst>
            </p:cNvPr>
            <p:cNvSpPr>
              <a:spLocks noChangeShapeType="1"/>
            </p:cNvSpPr>
            <p:nvPr/>
          </p:nvSpPr>
          <p:spPr bwMode="auto">
            <a:xfrm rot="5400000">
              <a:off x="9356981" y="362011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 name="Line 27">
              <a:extLst>
                <a:ext uri="{FF2B5EF4-FFF2-40B4-BE49-F238E27FC236}">
                  <a16:creationId xmlns:a16="http://schemas.microsoft.com/office/drawing/2014/main" id="{09A4CE05-EFC6-9F8F-B5BB-999D6F64B369}"/>
                </a:ext>
              </a:extLst>
            </p:cNvPr>
            <p:cNvSpPr>
              <a:spLocks noChangeShapeType="1"/>
            </p:cNvSpPr>
            <p:nvPr/>
          </p:nvSpPr>
          <p:spPr bwMode="auto">
            <a:xfrm>
              <a:off x="9523098" y="378129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 name="Line 27">
              <a:extLst>
                <a:ext uri="{FF2B5EF4-FFF2-40B4-BE49-F238E27FC236}">
                  <a16:creationId xmlns:a16="http://schemas.microsoft.com/office/drawing/2014/main" id="{5823786E-FFD7-B78F-649E-A56327962B05}"/>
                </a:ext>
              </a:extLst>
            </p:cNvPr>
            <p:cNvSpPr>
              <a:spLocks noChangeShapeType="1"/>
            </p:cNvSpPr>
            <p:nvPr/>
          </p:nvSpPr>
          <p:spPr bwMode="auto">
            <a:xfrm rot="5400000">
              <a:off x="9753521" y="3617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Line 27">
              <a:extLst>
                <a:ext uri="{FF2B5EF4-FFF2-40B4-BE49-F238E27FC236}">
                  <a16:creationId xmlns:a16="http://schemas.microsoft.com/office/drawing/2014/main" id="{3E73CB9D-EBB1-C281-EA58-8DEE94C3CFC0}"/>
                </a:ext>
              </a:extLst>
            </p:cNvPr>
            <p:cNvSpPr>
              <a:spLocks noChangeShapeType="1"/>
            </p:cNvSpPr>
            <p:nvPr/>
          </p:nvSpPr>
          <p:spPr bwMode="auto">
            <a:xfrm>
              <a:off x="9921333" y="3453487"/>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 name="Line 27">
              <a:extLst>
                <a:ext uri="{FF2B5EF4-FFF2-40B4-BE49-F238E27FC236}">
                  <a16:creationId xmlns:a16="http://schemas.microsoft.com/office/drawing/2014/main" id="{280E6CF9-82A6-9D6A-3F9F-907B7257C658}"/>
                </a:ext>
              </a:extLst>
            </p:cNvPr>
            <p:cNvSpPr>
              <a:spLocks noChangeShapeType="1"/>
            </p:cNvSpPr>
            <p:nvPr/>
          </p:nvSpPr>
          <p:spPr bwMode="auto">
            <a:xfrm rot="5400000">
              <a:off x="10152576" y="362011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6" name="Line 27">
              <a:extLst>
                <a:ext uri="{FF2B5EF4-FFF2-40B4-BE49-F238E27FC236}">
                  <a16:creationId xmlns:a16="http://schemas.microsoft.com/office/drawing/2014/main" id="{A7F88D79-8812-09DB-15F6-EA409ECB9C7C}"/>
                </a:ext>
              </a:extLst>
            </p:cNvPr>
            <p:cNvSpPr>
              <a:spLocks noChangeShapeType="1"/>
            </p:cNvSpPr>
            <p:nvPr/>
          </p:nvSpPr>
          <p:spPr bwMode="auto">
            <a:xfrm>
              <a:off x="10318697" y="378129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Line 27">
              <a:extLst>
                <a:ext uri="{FF2B5EF4-FFF2-40B4-BE49-F238E27FC236}">
                  <a16:creationId xmlns:a16="http://schemas.microsoft.com/office/drawing/2014/main" id="{AAE3A4ED-1F22-CBEF-A2C0-BED0842CCC64}"/>
                </a:ext>
              </a:extLst>
            </p:cNvPr>
            <p:cNvSpPr>
              <a:spLocks noChangeShapeType="1"/>
            </p:cNvSpPr>
            <p:nvPr/>
          </p:nvSpPr>
          <p:spPr bwMode="auto">
            <a:xfrm rot="5400000">
              <a:off x="10551031" y="361743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Line 27">
              <a:extLst>
                <a:ext uri="{FF2B5EF4-FFF2-40B4-BE49-F238E27FC236}">
                  <a16:creationId xmlns:a16="http://schemas.microsoft.com/office/drawing/2014/main" id="{58952194-6821-1A97-B0CD-D0D526E521F7}"/>
                </a:ext>
              </a:extLst>
            </p:cNvPr>
            <p:cNvSpPr>
              <a:spLocks noChangeShapeType="1"/>
            </p:cNvSpPr>
            <p:nvPr/>
          </p:nvSpPr>
          <p:spPr bwMode="auto">
            <a:xfrm>
              <a:off x="10718841" y="345294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9" name="Line 27">
              <a:extLst>
                <a:ext uri="{FF2B5EF4-FFF2-40B4-BE49-F238E27FC236}">
                  <a16:creationId xmlns:a16="http://schemas.microsoft.com/office/drawing/2014/main" id="{5EA29A1F-6368-9F7C-38B3-B6081EA1341F}"/>
                </a:ext>
              </a:extLst>
            </p:cNvPr>
            <p:cNvSpPr>
              <a:spLocks noChangeShapeType="1"/>
            </p:cNvSpPr>
            <p:nvPr/>
          </p:nvSpPr>
          <p:spPr bwMode="auto">
            <a:xfrm rot="5400000">
              <a:off x="10950087" y="36195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0" name="Line 27">
              <a:extLst>
                <a:ext uri="{FF2B5EF4-FFF2-40B4-BE49-F238E27FC236}">
                  <a16:creationId xmlns:a16="http://schemas.microsoft.com/office/drawing/2014/main" id="{A4507D16-E9D1-1F81-7CF5-F26482CFFECB}"/>
                </a:ext>
              </a:extLst>
            </p:cNvPr>
            <p:cNvSpPr>
              <a:spLocks noChangeShapeType="1"/>
            </p:cNvSpPr>
            <p:nvPr/>
          </p:nvSpPr>
          <p:spPr bwMode="auto">
            <a:xfrm>
              <a:off x="11116204" y="3780761"/>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57804840-7932-DE68-7A0F-B2E6EF7073D1}"/>
                    </a:ext>
                  </a:extLst>
                </p:cNvPr>
                <p:cNvSpPr txBox="1"/>
                <p:nvPr/>
              </p:nvSpPr>
              <p:spPr>
                <a:xfrm>
                  <a:off x="5745749" y="3854952"/>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b="0" i="0" smtClean="0">
                                <a:solidFill>
                                  <a:schemeClr val="accent5">
                                    <a:lumMod val="75000"/>
                                  </a:schemeClr>
                                </a:solidFill>
                                <a:latin typeface="Cambria Math" panose="02040503050406030204" pitchFamily="18" charset="0"/>
                              </a:rPr>
                              <m:t>0</m:t>
                            </m:r>
                          </m:sub>
                        </m:sSub>
                      </m:oMath>
                    </m:oMathPara>
                  </a14:m>
                  <a:endParaRPr lang="zh-CN" altLang="en-US" sz="2000" dirty="0">
                    <a:solidFill>
                      <a:schemeClr val="accent5">
                        <a:lumMod val="75000"/>
                      </a:schemeClr>
                    </a:solidFill>
                  </a:endParaRPr>
                </a:p>
              </p:txBody>
            </p:sp>
          </mc:Choice>
          <mc:Fallback xmlns="">
            <p:sp>
              <p:nvSpPr>
                <p:cNvPr id="41" name="文本框 40">
                  <a:extLst>
                    <a:ext uri="{FF2B5EF4-FFF2-40B4-BE49-F238E27FC236}">
                      <a16:creationId xmlns:a16="http://schemas.microsoft.com/office/drawing/2014/main" id="{57804840-7932-DE68-7A0F-B2E6EF7073D1}"/>
                    </a:ext>
                  </a:extLst>
                </p:cNvPr>
                <p:cNvSpPr txBox="1">
                  <a:spLocks noRot="1" noChangeAspect="1" noMove="1" noResize="1" noEditPoints="1" noAdjustHandles="1" noChangeArrowheads="1" noChangeShapeType="1" noTextEdit="1"/>
                </p:cNvSpPr>
                <p:nvPr/>
              </p:nvSpPr>
              <p:spPr>
                <a:xfrm>
                  <a:off x="5745749" y="3854952"/>
                  <a:ext cx="528256" cy="323228"/>
                </a:xfrm>
                <a:prstGeom prst="rect">
                  <a:avLst/>
                </a:prstGeom>
                <a:blipFill>
                  <a:blip r:embed="rId6"/>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CE6DB9EA-5F56-B6E0-ECA2-E184E4A015D2}"/>
                    </a:ext>
                  </a:extLst>
                </p:cNvPr>
                <p:cNvSpPr txBox="1"/>
                <p:nvPr/>
              </p:nvSpPr>
              <p:spPr>
                <a:xfrm>
                  <a:off x="5740590" y="4370654"/>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1</m:t>
                            </m:r>
                          </m:sub>
                        </m:sSub>
                      </m:oMath>
                    </m:oMathPara>
                  </a14:m>
                  <a:endParaRPr lang="zh-CN" altLang="en-US" sz="20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CE6DB9EA-5F56-B6E0-ECA2-E184E4A015D2}"/>
                    </a:ext>
                  </a:extLst>
                </p:cNvPr>
                <p:cNvSpPr txBox="1">
                  <a:spLocks noRot="1" noChangeAspect="1" noMove="1" noResize="1" noEditPoints="1" noAdjustHandles="1" noChangeArrowheads="1" noChangeShapeType="1" noTextEdit="1"/>
                </p:cNvSpPr>
                <p:nvPr/>
              </p:nvSpPr>
              <p:spPr>
                <a:xfrm>
                  <a:off x="5740590" y="4370654"/>
                  <a:ext cx="528256" cy="323228"/>
                </a:xfrm>
                <a:prstGeom prst="rect">
                  <a:avLst/>
                </a:prstGeom>
                <a:blipFill>
                  <a:blip r:embed="rId7"/>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1016C37B-B886-EEE7-27CF-6D6785E447FB}"/>
                    </a:ext>
                  </a:extLst>
                </p:cNvPr>
                <p:cNvSpPr txBox="1"/>
                <p:nvPr/>
              </p:nvSpPr>
              <p:spPr>
                <a:xfrm>
                  <a:off x="5753018" y="4840815"/>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2</m:t>
                            </m:r>
                          </m:sub>
                        </m:sSub>
                      </m:oMath>
                    </m:oMathPara>
                  </a14:m>
                  <a:endParaRPr lang="zh-CN" altLang="en-US" sz="2000" dirty="0">
                    <a:solidFill>
                      <a:schemeClr val="accent5">
                        <a:lumMod val="75000"/>
                      </a:schemeClr>
                    </a:solidFill>
                  </a:endParaRPr>
                </a:p>
              </p:txBody>
            </p:sp>
          </mc:Choice>
          <mc:Fallback xmlns="">
            <p:sp>
              <p:nvSpPr>
                <p:cNvPr id="43" name="文本框 42">
                  <a:extLst>
                    <a:ext uri="{FF2B5EF4-FFF2-40B4-BE49-F238E27FC236}">
                      <a16:creationId xmlns:a16="http://schemas.microsoft.com/office/drawing/2014/main" id="{1016C37B-B886-EEE7-27CF-6D6785E447FB}"/>
                    </a:ext>
                  </a:extLst>
                </p:cNvPr>
                <p:cNvSpPr txBox="1">
                  <a:spLocks noRot="1" noChangeAspect="1" noMove="1" noResize="1" noEditPoints="1" noAdjustHandles="1" noChangeArrowheads="1" noChangeShapeType="1" noTextEdit="1"/>
                </p:cNvSpPr>
                <p:nvPr/>
              </p:nvSpPr>
              <p:spPr>
                <a:xfrm>
                  <a:off x="5753018" y="4840815"/>
                  <a:ext cx="528256" cy="323228"/>
                </a:xfrm>
                <a:prstGeom prst="rect">
                  <a:avLst/>
                </a:prstGeom>
                <a:blipFill>
                  <a:blip r:embed="rId8"/>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CF377319-3341-3B40-E186-CCABD48F7668}"/>
                    </a:ext>
                  </a:extLst>
                </p:cNvPr>
                <p:cNvSpPr txBox="1"/>
                <p:nvPr/>
              </p:nvSpPr>
              <p:spPr>
                <a:xfrm>
                  <a:off x="5753016" y="5310976"/>
                  <a:ext cx="528256" cy="363524"/>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m:t>
                        </m:r>
                      </m:oMath>
                    </m:oMathPara>
                  </a14:m>
                  <a:endParaRPr lang="zh-CN" altLang="en-US" sz="2000"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CF377319-3341-3B40-E186-CCABD48F7668}"/>
                    </a:ext>
                  </a:extLst>
                </p:cNvPr>
                <p:cNvSpPr txBox="1">
                  <a:spLocks noRot="1" noChangeAspect="1" noMove="1" noResize="1" noEditPoints="1" noAdjustHandles="1" noChangeArrowheads="1" noChangeShapeType="1" noTextEdit="1"/>
                </p:cNvSpPr>
                <p:nvPr/>
              </p:nvSpPr>
              <p:spPr>
                <a:xfrm>
                  <a:off x="5753016" y="5310976"/>
                  <a:ext cx="528256" cy="363524"/>
                </a:xfrm>
                <a:prstGeom prst="rect">
                  <a:avLst/>
                </a:prstGeom>
                <a:blipFill>
                  <a:blip r:embed="rId9"/>
                  <a:stretch>
                    <a:fillRect b="-1667"/>
                  </a:stretch>
                </a:blipFill>
              </p:spPr>
              <p:txBody>
                <a:bodyPr/>
                <a:lstStyle/>
                <a:p>
                  <a:r>
                    <a:rPr lang="zh-CN" altLang="en-US">
                      <a:noFill/>
                    </a:rPr>
                    <a:t> </a:t>
                  </a:r>
                </a:p>
              </p:txBody>
            </p:sp>
          </mc:Fallback>
        </mc:AlternateContent>
        <p:sp>
          <p:nvSpPr>
            <p:cNvPr id="45" name="Line 27">
              <a:extLst>
                <a:ext uri="{FF2B5EF4-FFF2-40B4-BE49-F238E27FC236}">
                  <a16:creationId xmlns:a16="http://schemas.microsoft.com/office/drawing/2014/main" id="{D69924B8-D0A2-1595-C94C-A2A760F4F5CA}"/>
                </a:ext>
              </a:extLst>
            </p:cNvPr>
            <p:cNvSpPr>
              <a:spLocks noChangeShapeType="1"/>
            </p:cNvSpPr>
            <p:nvPr/>
          </p:nvSpPr>
          <p:spPr bwMode="auto">
            <a:xfrm>
              <a:off x="6337057" y="4252891"/>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Line 27">
              <a:extLst>
                <a:ext uri="{FF2B5EF4-FFF2-40B4-BE49-F238E27FC236}">
                  <a16:creationId xmlns:a16="http://schemas.microsoft.com/office/drawing/2014/main" id="{8B3FBAE8-EB74-4512-D8BC-AD0C71652F6B}"/>
                </a:ext>
              </a:extLst>
            </p:cNvPr>
            <p:cNvSpPr>
              <a:spLocks noChangeShapeType="1"/>
            </p:cNvSpPr>
            <p:nvPr/>
          </p:nvSpPr>
          <p:spPr bwMode="auto">
            <a:xfrm rot="5400000">
              <a:off x="6562321" y="408197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F892D681-45A5-3AA8-C95A-777E595187FE}"/>
                </a:ext>
              </a:extLst>
            </p:cNvPr>
            <p:cNvSpPr>
              <a:spLocks noChangeShapeType="1"/>
            </p:cNvSpPr>
            <p:nvPr/>
          </p:nvSpPr>
          <p:spPr bwMode="auto">
            <a:xfrm>
              <a:off x="6730132" y="3912838"/>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Line 27">
              <a:extLst>
                <a:ext uri="{FF2B5EF4-FFF2-40B4-BE49-F238E27FC236}">
                  <a16:creationId xmlns:a16="http://schemas.microsoft.com/office/drawing/2014/main" id="{38FE00EC-339F-4828-6AF2-0C5160963287}"/>
                </a:ext>
              </a:extLst>
            </p:cNvPr>
            <p:cNvSpPr>
              <a:spLocks noChangeShapeType="1"/>
            </p:cNvSpPr>
            <p:nvPr/>
          </p:nvSpPr>
          <p:spPr bwMode="auto">
            <a:xfrm rot="5400000">
              <a:off x="7363078" y="4081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 name="Line 27">
              <a:extLst>
                <a:ext uri="{FF2B5EF4-FFF2-40B4-BE49-F238E27FC236}">
                  <a16:creationId xmlns:a16="http://schemas.microsoft.com/office/drawing/2014/main" id="{BBDCE357-B03E-37DC-02D5-F31AA68C2168}"/>
                </a:ext>
              </a:extLst>
            </p:cNvPr>
            <p:cNvSpPr>
              <a:spLocks noChangeShapeType="1"/>
            </p:cNvSpPr>
            <p:nvPr/>
          </p:nvSpPr>
          <p:spPr bwMode="auto">
            <a:xfrm>
              <a:off x="7530889" y="4253032"/>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 name="Line 27">
              <a:extLst>
                <a:ext uri="{FF2B5EF4-FFF2-40B4-BE49-F238E27FC236}">
                  <a16:creationId xmlns:a16="http://schemas.microsoft.com/office/drawing/2014/main" id="{4DD25B72-0409-28C5-4060-6964A3D7763E}"/>
                </a:ext>
              </a:extLst>
            </p:cNvPr>
            <p:cNvSpPr>
              <a:spLocks noChangeShapeType="1"/>
            </p:cNvSpPr>
            <p:nvPr/>
          </p:nvSpPr>
          <p:spPr bwMode="auto">
            <a:xfrm rot="5400000">
              <a:off x="8158674" y="4081882"/>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1" name="Line 27">
              <a:extLst>
                <a:ext uri="{FF2B5EF4-FFF2-40B4-BE49-F238E27FC236}">
                  <a16:creationId xmlns:a16="http://schemas.microsoft.com/office/drawing/2014/main" id="{4B4F98F0-6C76-5669-6D57-2F9A9124D17A}"/>
                </a:ext>
              </a:extLst>
            </p:cNvPr>
            <p:cNvSpPr>
              <a:spLocks noChangeShapeType="1"/>
            </p:cNvSpPr>
            <p:nvPr/>
          </p:nvSpPr>
          <p:spPr bwMode="auto">
            <a:xfrm>
              <a:off x="8326485" y="3912746"/>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2" name="Line 27">
              <a:extLst>
                <a:ext uri="{FF2B5EF4-FFF2-40B4-BE49-F238E27FC236}">
                  <a16:creationId xmlns:a16="http://schemas.microsoft.com/office/drawing/2014/main" id="{096CFB76-40E3-8A5E-BABB-33BB933B5273}"/>
                </a:ext>
              </a:extLst>
            </p:cNvPr>
            <p:cNvSpPr>
              <a:spLocks noChangeShapeType="1"/>
            </p:cNvSpPr>
            <p:nvPr/>
          </p:nvSpPr>
          <p:spPr bwMode="auto">
            <a:xfrm rot="5400000">
              <a:off x="8959431" y="4081883"/>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3" name="Line 27">
              <a:extLst>
                <a:ext uri="{FF2B5EF4-FFF2-40B4-BE49-F238E27FC236}">
                  <a16:creationId xmlns:a16="http://schemas.microsoft.com/office/drawing/2014/main" id="{897FF123-8785-BF3B-166B-F0AABD655E20}"/>
                </a:ext>
              </a:extLst>
            </p:cNvPr>
            <p:cNvSpPr>
              <a:spLocks noChangeShapeType="1"/>
            </p:cNvSpPr>
            <p:nvPr/>
          </p:nvSpPr>
          <p:spPr bwMode="auto">
            <a:xfrm>
              <a:off x="9127242" y="4252941"/>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Line 27">
              <a:extLst>
                <a:ext uri="{FF2B5EF4-FFF2-40B4-BE49-F238E27FC236}">
                  <a16:creationId xmlns:a16="http://schemas.microsoft.com/office/drawing/2014/main" id="{0D706BAB-2964-EAF5-997C-D5516FFE7922}"/>
                </a:ext>
              </a:extLst>
            </p:cNvPr>
            <p:cNvSpPr>
              <a:spLocks noChangeShapeType="1"/>
            </p:cNvSpPr>
            <p:nvPr/>
          </p:nvSpPr>
          <p:spPr bwMode="auto">
            <a:xfrm rot="5400000">
              <a:off x="9753520" y="408188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Line 27">
              <a:extLst>
                <a:ext uri="{FF2B5EF4-FFF2-40B4-BE49-F238E27FC236}">
                  <a16:creationId xmlns:a16="http://schemas.microsoft.com/office/drawing/2014/main" id="{DDA63BAC-0ED7-C5C8-DD4B-E20FF6B80858}"/>
                </a:ext>
              </a:extLst>
            </p:cNvPr>
            <p:cNvSpPr>
              <a:spLocks noChangeShapeType="1"/>
            </p:cNvSpPr>
            <p:nvPr/>
          </p:nvSpPr>
          <p:spPr bwMode="auto">
            <a:xfrm>
              <a:off x="9921331" y="3912748"/>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6" name="Line 27">
              <a:extLst>
                <a:ext uri="{FF2B5EF4-FFF2-40B4-BE49-F238E27FC236}">
                  <a16:creationId xmlns:a16="http://schemas.microsoft.com/office/drawing/2014/main" id="{A8DA8321-00BD-F366-D419-0E23EF5D8F7C}"/>
                </a:ext>
              </a:extLst>
            </p:cNvPr>
            <p:cNvSpPr>
              <a:spLocks noChangeShapeType="1"/>
            </p:cNvSpPr>
            <p:nvPr/>
          </p:nvSpPr>
          <p:spPr bwMode="auto">
            <a:xfrm rot="5400000">
              <a:off x="10554277" y="408188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7" name="Line 27">
              <a:extLst>
                <a:ext uri="{FF2B5EF4-FFF2-40B4-BE49-F238E27FC236}">
                  <a16:creationId xmlns:a16="http://schemas.microsoft.com/office/drawing/2014/main" id="{455820A4-85CF-CCFB-3F6E-7847340E1DF7}"/>
                </a:ext>
              </a:extLst>
            </p:cNvPr>
            <p:cNvSpPr>
              <a:spLocks noChangeShapeType="1"/>
            </p:cNvSpPr>
            <p:nvPr/>
          </p:nvSpPr>
          <p:spPr bwMode="auto">
            <a:xfrm>
              <a:off x="10722088" y="4252942"/>
              <a:ext cx="797511"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8" name="Line 27">
              <a:extLst>
                <a:ext uri="{FF2B5EF4-FFF2-40B4-BE49-F238E27FC236}">
                  <a16:creationId xmlns:a16="http://schemas.microsoft.com/office/drawing/2014/main" id="{22C9A7FA-3F32-109F-94B6-2BD9385F405B}"/>
                </a:ext>
              </a:extLst>
            </p:cNvPr>
            <p:cNvSpPr>
              <a:spLocks noChangeShapeType="1"/>
            </p:cNvSpPr>
            <p:nvPr/>
          </p:nvSpPr>
          <p:spPr bwMode="auto">
            <a:xfrm>
              <a:off x="6337057" y="4726156"/>
              <a:ext cx="11878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9" name="Line 27">
              <a:extLst>
                <a:ext uri="{FF2B5EF4-FFF2-40B4-BE49-F238E27FC236}">
                  <a16:creationId xmlns:a16="http://schemas.microsoft.com/office/drawing/2014/main" id="{643D2E9B-DADE-E78B-D056-3B336E178B0D}"/>
                </a:ext>
              </a:extLst>
            </p:cNvPr>
            <p:cNvSpPr>
              <a:spLocks noChangeShapeType="1"/>
            </p:cNvSpPr>
            <p:nvPr/>
          </p:nvSpPr>
          <p:spPr bwMode="auto">
            <a:xfrm rot="5400000">
              <a:off x="7359211" y="4555240"/>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0" name="Line 27">
              <a:extLst>
                <a:ext uri="{FF2B5EF4-FFF2-40B4-BE49-F238E27FC236}">
                  <a16:creationId xmlns:a16="http://schemas.microsoft.com/office/drawing/2014/main" id="{63722617-0B05-7547-B821-7D1BA8F8C4AC}"/>
                </a:ext>
              </a:extLst>
            </p:cNvPr>
            <p:cNvSpPr>
              <a:spLocks noChangeShapeType="1"/>
            </p:cNvSpPr>
            <p:nvPr/>
          </p:nvSpPr>
          <p:spPr bwMode="auto">
            <a:xfrm>
              <a:off x="7524877" y="4386011"/>
              <a:ext cx="1598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 name="Line 27">
              <a:extLst>
                <a:ext uri="{FF2B5EF4-FFF2-40B4-BE49-F238E27FC236}">
                  <a16:creationId xmlns:a16="http://schemas.microsoft.com/office/drawing/2014/main" id="{426278D3-FFF7-81BF-D4D2-45D72D78E8CE}"/>
                </a:ext>
              </a:extLst>
            </p:cNvPr>
            <p:cNvSpPr>
              <a:spLocks noChangeShapeType="1"/>
            </p:cNvSpPr>
            <p:nvPr/>
          </p:nvSpPr>
          <p:spPr bwMode="auto">
            <a:xfrm rot="5400000">
              <a:off x="8955565" y="4555148"/>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4E7AD939-1432-599C-1D73-A23A45650120}"/>
                </a:ext>
              </a:extLst>
            </p:cNvPr>
            <p:cNvSpPr>
              <a:spLocks noChangeShapeType="1"/>
            </p:cNvSpPr>
            <p:nvPr/>
          </p:nvSpPr>
          <p:spPr bwMode="auto">
            <a:xfrm>
              <a:off x="9123375" y="4726206"/>
              <a:ext cx="15935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 name="Line 27">
              <a:extLst>
                <a:ext uri="{FF2B5EF4-FFF2-40B4-BE49-F238E27FC236}">
                  <a16:creationId xmlns:a16="http://schemas.microsoft.com/office/drawing/2014/main" id="{C2C9A5F0-AF59-7F2E-4D72-83C545F84199}"/>
                </a:ext>
              </a:extLst>
            </p:cNvPr>
            <p:cNvSpPr>
              <a:spLocks noChangeShapeType="1"/>
            </p:cNvSpPr>
            <p:nvPr/>
          </p:nvSpPr>
          <p:spPr bwMode="auto">
            <a:xfrm rot="5400000">
              <a:off x="10550410" y="4555150"/>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 name="Line 27">
              <a:extLst>
                <a:ext uri="{FF2B5EF4-FFF2-40B4-BE49-F238E27FC236}">
                  <a16:creationId xmlns:a16="http://schemas.microsoft.com/office/drawing/2014/main" id="{325B491A-58AF-8E02-0528-69021564A318}"/>
                </a:ext>
              </a:extLst>
            </p:cNvPr>
            <p:cNvSpPr>
              <a:spLocks noChangeShapeType="1"/>
            </p:cNvSpPr>
            <p:nvPr/>
          </p:nvSpPr>
          <p:spPr bwMode="auto">
            <a:xfrm>
              <a:off x="10828942" y="4726207"/>
              <a:ext cx="686790"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 name="Line 27">
              <a:extLst>
                <a:ext uri="{FF2B5EF4-FFF2-40B4-BE49-F238E27FC236}">
                  <a16:creationId xmlns:a16="http://schemas.microsoft.com/office/drawing/2014/main" id="{D6B97A67-1201-9DC1-4AE2-9B67A53854CD}"/>
                </a:ext>
              </a:extLst>
            </p:cNvPr>
            <p:cNvSpPr>
              <a:spLocks noChangeShapeType="1"/>
            </p:cNvSpPr>
            <p:nvPr/>
          </p:nvSpPr>
          <p:spPr bwMode="auto">
            <a:xfrm rot="5400000">
              <a:off x="10660726" y="455573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 name="Line 27">
              <a:extLst>
                <a:ext uri="{FF2B5EF4-FFF2-40B4-BE49-F238E27FC236}">
                  <a16:creationId xmlns:a16="http://schemas.microsoft.com/office/drawing/2014/main" id="{724CDE78-9055-DEC1-427F-AC4075DACCD4}"/>
                </a:ext>
              </a:extLst>
            </p:cNvPr>
            <p:cNvSpPr>
              <a:spLocks noChangeShapeType="1"/>
            </p:cNvSpPr>
            <p:nvPr/>
          </p:nvSpPr>
          <p:spPr bwMode="auto">
            <a:xfrm>
              <a:off x="6337057" y="5200463"/>
              <a:ext cx="27869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 name="Line 27">
              <a:extLst>
                <a:ext uri="{FF2B5EF4-FFF2-40B4-BE49-F238E27FC236}">
                  <a16:creationId xmlns:a16="http://schemas.microsoft.com/office/drawing/2014/main" id="{7832AADF-1A6C-21F0-A013-6D5A1A800D19}"/>
                </a:ext>
              </a:extLst>
            </p:cNvPr>
            <p:cNvSpPr>
              <a:spLocks noChangeShapeType="1"/>
            </p:cNvSpPr>
            <p:nvPr/>
          </p:nvSpPr>
          <p:spPr bwMode="auto">
            <a:xfrm>
              <a:off x="9123999" y="4860318"/>
              <a:ext cx="15929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 name="Line 27">
              <a:extLst>
                <a:ext uri="{FF2B5EF4-FFF2-40B4-BE49-F238E27FC236}">
                  <a16:creationId xmlns:a16="http://schemas.microsoft.com/office/drawing/2014/main" id="{A4D7A3D1-9039-8270-B280-4C08404C8646}"/>
                </a:ext>
              </a:extLst>
            </p:cNvPr>
            <p:cNvSpPr>
              <a:spLocks noChangeShapeType="1"/>
            </p:cNvSpPr>
            <p:nvPr/>
          </p:nvSpPr>
          <p:spPr bwMode="auto">
            <a:xfrm rot="5400000">
              <a:off x="8954731" y="502945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2" name="Line 27">
              <a:extLst>
                <a:ext uri="{FF2B5EF4-FFF2-40B4-BE49-F238E27FC236}">
                  <a16:creationId xmlns:a16="http://schemas.microsoft.com/office/drawing/2014/main" id="{FC1B5D8E-495F-EE3F-AD49-4B3CBF8BAFA8}"/>
                </a:ext>
              </a:extLst>
            </p:cNvPr>
            <p:cNvSpPr>
              <a:spLocks noChangeShapeType="1"/>
            </p:cNvSpPr>
            <p:nvPr/>
          </p:nvSpPr>
          <p:spPr bwMode="auto">
            <a:xfrm>
              <a:off x="10828108" y="5200515"/>
              <a:ext cx="686790"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0" name="Line 27">
              <a:extLst>
                <a:ext uri="{FF2B5EF4-FFF2-40B4-BE49-F238E27FC236}">
                  <a16:creationId xmlns:a16="http://schemas.microsoft.com/office/drawing/2014/main" id="{6531CE15-FA8C-9CAD-2411-5B46C3BEE329}"/>
                </a:ext>
              </a:extLst>
            </p:cNvPr>
            <p:cNvSpPr>
              <a:spLocks noChangeShapeType="1"/>
            </p:cNvSpPr>
            <p:nvPr/>
          </p:nvSpPr>
          <p:spPr bwMode="auto">
            <a:xfrm rot="5400000">
              <a:off x="10659892" y="5030043"/>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1" name="Line 27">
              <a:extLst>
                <a:ext uri="{FF2B5EF4-FFF2-40B4-BE49-F238E27FC236}">
                  <a16:creationId xmlns:a16="http://schemas.microsoft.com/office/drawing/2014/main" id="{85778563-E339-DF71-C4AB-4EC7ECD42951}"/>
                </a:ext>
              </a:extLst>
            </p:cNvPr>
            <p:cNvSpPr>
              <a:spLocks noChangeShapeType="1"/>
            </p:cNvSpPr>
            <p:nvPr/>
          </p:nvSpPr>
          <p:spPr bwMode="auto">
            <a:xfrm>
              <a:off x="6319419" y="5685575"/>
              <a:ext cx="36005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4" name="Line 27">
              <a:extLst>
                <a:ext uri="{FF2B5EF4-FFF2-40B4-BE49-F238E27FC236}">
                  <a16:creationId xmlns:a16="http://schemas.microsoft.com/office/drawing/2014/main" id="{4A6BE2D8-2E61-1682-DC8E-B732533BEC4E}"/>
                </a:ext>
              </a:extLst>
            </p:cNvPr>
            <p:cNvSpPr>
              <a:spLocks noChangeShapeType="1"/>
            </p:cNvSpPr>
            <p:nvPr/>
          </p:nvSpPr>
          <p:spPr bwMode="auto">
            <a:xfrm rot="5400000">
              <a:off x="9748751" y="5514518"/>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5" name="Line 27">
              <a:extLst>
                <a:ext uri="{FF2B5EF4-FFF2-40B4-BE49-F238E27FC236}">
                  <a16:creationId xmlns:a16="http://schemas.microsoft.com/office/drawing/2014/main" id="{D181BB6B-29FE-0C85-470C-2B3DB01EA0FC}"/>
                </a:ext>
              </a:extLst>
            </p:cNvPr>
            <p:cNvSpPr>
              <a:spLocks noChangeShapeType="1"/>
            </p:cNvSpPr>
            <p:nvPr/>
          </p:nvSpPr>
          <p:spPr bwMode="auto">
            <a:xfrm>
              <a:off x="9916562" y="5345382"/>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6" name="Line 27">
              <a:extLst>
                <a:ext uri="{FF2B5EF4-FFF2-40B4-BE49-F238E27FC236}">
                  <a16:creationId xmlns:a16="http://schemas.microsoft.com/office/drawing/2014/main" id="{6CD94763-87E2-06D9-F684-7A22A1D3319A}"/>
                </a:ext>
              </a:extLst>
            </p:cNvPr>
            <p:cNvSpPr>
              <a:spLocks noChangeShapeType="1"/>
            </p:cNvSpPr>
            <p:nvPr/>
          </p:nvSpPr>
          <p:spPr bwMode="auto">
            <a:xfrm rot="5400000">
              <a:off x="10549508" y="5514519"/>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8" name="Line 27">
              <a:extLst>
                <a:ext uri="{FF2B5EF4-FFF2-40B4-BE49-F238E27FC236}">
                  <a16:creationId xmlns:a16="http://schemas.microsoft.com/office/drawing/2014/main" id="{A4EDBEF1-E0B6-EF80-30C5-509D11E485D1}"/>
                </a:ext>
              </a:extLst>
            </p:cNvPr>
            <p:cNvSpPr>
              <a:spLocks noChangeShapeType="1"/>
            </p:cNvSpPr>
            <p:nvPr/>
          </p:nvSpPr>
          <p:spPr bwMode="auto">
            <a:xfrm>
              <a:off x="10717319" y="5685576"/>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1" name="Line 27">
              <a:extLst>
                <a:ext uri="{FF2B5EF4-FFF2-40B4-BE49-F238E27FC236}">
                  <a16:creationId xmlns:a16="http://schemas.microsoft.com/office/drawing/2014/main" id="{74EB604F-CBE3-E61D-800B-22CA996DFED6}"/>
                </a:ext>
              </a:extLst>
            </p:cNvPr>
            <p:cNvSpPr>
              <a:spLocks noChangeShapeType="1"/>
            </p:cNvSpPr>
            <p:nvPr/>
          </p:nvSpPr>
          <p:spPr bwMode="auto">
            <a:xfrm>
              <a:off x="10712163" y="5685013"/>
              <a:ext cx="1160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B81ADB70-CBF7-EDFF-72C4-856597096BFE}"/>
                </a:ext>
              </a:extLst>
            </p:cNvPr>
            <p:cNvSpPr>
              <a:spLocks noChangeShapeType="1"/>
            </p:cNvSpPr>
            <p:nvPr/>
          </p:nvSpPr>
          <p:spPr bwMode="auto">
            <a:xfrm>
              <a:off x="6337057" y="4723410"/>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3" name="Line 27">
              <a:extLst>
                <a:ext uri="{FF2B5EF4-FFF2-40B4-BE49-F238E27FC236}">
                  <a16:creationId xmlns:a16="http://schemas.microsoft.com/office/drawing/2014/main" id="{A23D0047-59BD-DECF-BD89-1908E66281A2}"/>
                </a:ext>
              </a:extLst>
            </p:cNvPr>
            <p:cNvSpPr>
              <a:spLocks noChangeShapeType="1"/>
            </p:cNvSpPr>
            <p:nvPr/>
          </p:nvSpPr>
          <p:spPr bwMode="auto">
            <a:xfrm>
              <a:off x="6337057" y="5200846"/>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 name="Line 27">
              <a:extLst>
                <a:ext uri="{FF2B5EF4-FFF2-40B4-BE49-F238E27FC236}">
                  <a16:creationId xmlns:a16="http://schemas.microsoft.com/office/drawing/2014/main" id="{24F9DFDD-590A-6BA0-F119-7C93E5EC663E}"/>
                </a:ext>
              </a:extLst>
            </p:cNvPr>
            <p:cNvSpPr>
              <a:spLocks noChangeShapeType="1"/>
            </p:cNvSpPr>
            <p:nvPr/>
          </p:nvSpPr>
          <p:spPr bwMode="auto">
            <a:xfrm>
              <a:off x="10716932" y="4386340"/>
              <a:ext cx="116053"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7" name="Line 27">
              <a:extLst>
                <a:ext uri="{FF2B5EF4-FFF2-40B4-BE49-F238E27FC236}">
                  <a16:creationId xmlns:a16="http://schemas.microsoft.com/office/drawing/2014/main" id="{0FFB1AD4-0CE0-D8DA-99CF-1751F8C24548}"/>
                </a:ext>
              </a:extLst>
            </p:cNvPr>
            <p:cNvSpPr>
              <a:spLocks noChangeShapeType="1"/>
            </p:cNvSpPr>
            <p:nvPr/>
          </p:nvSpPr>
          <p:spPr bwMode="auto">
            <a:xfrm>
              <a:off x="10716932" y="4252379"/>
              <a:ext cx="116053"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Line 27">
              <a:extLst>
                <a:ext uri="{FF2B5EF4-FFF2-40B4-BE49-F238E27FC236}">
                  <a16:creationId xmlns:a16="http://schemas.microsoft.com/office/drawing/2014/main" id="{B26836D1-CCF8-AFB0-DDFA-0AF77C8AF876}"/>
                </a:ext>
              </a:extLst>
            </p:cNvPr>
            <p:cNvSpPr>
              <a:spLocks noChangeShapeType="1"/>
            </p:cNvSpPr>
            <p:nvPr/>
          </p:nvSpPr>
          <p:spPr bwMode="auto">
            <a:xfrm>
              <a:off x="10716098" y="4860647"/>
              <a:ext cx="116053"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sp>
        <p:nvSpPr>
          <p:cNvPr id="9" name="标题 1">
            <a:extLst>
              <a:ext uri="{FF2B5EF4-FFF2-40B4-BE49-F238E27FC236}">
                <a16:creationId xmlns:a16="http://schemas.microsoft.com/office/drawing/2014/main" id="{01B382CC-7FA2-1638-2E70-E1A1FB00051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pic>
        <p:nvPicPr>
          <p:cNvPr id="10" name="图片 9">
            <a:extLst>
              <a:ext uri="{FF2B5EF4-FFF2-40B4-BE49-F238E27FC236}">
                <a16:creationId xmlns:a16="http://schemas.microsoft.com/office/drawing/2014/main" id="{389F4437-1D66-CD8E-3D2C-5245B8DAC75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920000" y="576000"/>
            <a:ext cx="4229508" cy="2376000"/>
          </a:xfrm>
          <a:prstGeom prst="rect">
            <a:avLst/>
          </a:prstGeom>
        </p:spPr>
      </p:pic>
    </p:spTree>
    <p:extLst>
      <p:ext uri="{BB962C8B-B14F-4D97-AF65-F5344CB8AC3E}">
        <p14:creationId xmlns:p14="http://schemas.microsoft.com/office/powerpoint/2010/main" val="338694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AE0DE6D-48FE-99A9-0684-F143769E8E9E}"/>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a:solidFill>
                          <a:srgbClr val="002060"/>
                        </a:solidFill>
                        <a:latin typeface="Cambria Math" panose="02040503050406030204" pitchFamily="18" charset="0"/>
                        <a:ea typeface="微软雅黑" panose="020B0503020204020204" pitchFamily="34" charset="-122"/>
                      </a:rPr>
                      <m:t>𝑛</m:t>
                    </m:r>
                    <m:r>
                      <a:rPr lang="en-US" altLang="zh-CN" sz="2800" i="1">
                        <a:solidFill>
                          <a:srgbClr val="002060"/>
                        </a:solidFill>
                        <a:latin typeface="Cambria Math" panose="02040503050406030204" pitchFamily="18" charset="0"/>
                        <a:ea typeface="微软雅黑" panose="020B0503020204020204" pitchFamily="34" charset="-122"/>
                      </a:rPr>
                      <m:t>&lt;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时的反馈置数法</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适用于有预置数功能的计数器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5AE0DE6D-48FE-99A9-0684-F143769E8E9E}"/>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31172B9-EB46-5411-AD77-04549D425E9D}"/>
              </a:ext>
            </a:extLst>
          </p:cNvPr>
          <p:cNvSpPr txBox="1"/>
          <p:nvPr/>
        </p:nvSpPr>
        <p:spPr>
          <a:xfrm>
            <a:off x="360000" y="2038709"/>
            <a:ext cx="766818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例：利用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的同步置数端，得到模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sp>
        <p:nvSpPr>
          <p:cNvPr id="5" name="椭圆 4">
            <a:extLst>
              <a:ext uri="{FF2B5EF4-FFF2-40B4-BE49-F238E27FC236}">
                <a16:creationId xmlns:a16="http://schemas.microsoft.com/office/drawing/2014/main" id="{EB18EEE4-AFA4-6FB5-F8BD-CDAECEA615DD}"/>
              </a:ext>
            </a:extLst>
          </p:cNvPr>
          <p:cNvSpPr/>
          <p:nvPr/>
        </p:nvSpPr>
        <p:spPr>
          <a:xfrm>
            <a:off x="2194833" y="2605025"/>
            <a:ext cx="1253685" cy="691219"/>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6" name="直接箭头连接符 5">
            <a:extLst>
              <a:ext uri="{FF2B5EF4-FFF2-40B4-BE49-F238E27FC236}">
                <a16:creationId xmlns:a16="http://schemas.microsoft.com/office/drawing/2014/main" id="{F5DFE650-A46A-DB7E-E6AC-BE505C33E869}"/>
              </a:ext>
            </a:extLst>
          </p:cNvPr>
          <p:cNvCxnSpPr>
            <a:cxnSpLocks/>
            <a:stCxn id="5" idx="6"/>
          </p:cNvCxnSpPr>
          <p:nvPr/>
        </p:nvCxnSpPr>
        <p:spPr>
          <a:xfrm flipV="1">
            <a:off x="3448518" y="2945127"/>
            <a:ext cx="675700" cy="550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7152F8A-64C7-A5B7-4B15-87195834C5B3}"/>
                  </a:ext>
                </a:extLst>
              </p:cNvPr>
              <p:cNvSpPr txBox="1"/>
              <p:nvPr/>
            </p:nvSpPr>
            <p:spPr>
              <a:xfrm>
                <a:off x="2175255" y="2716465"/>
                <a:ext cx="1290993" cy="40011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rPr>
                          </m:ctrlPr>
                        </m:sSubPr>
                        <m:e>
                          <m:r>
                            <m:rPr>
                              <m:sty m:val="p"/>
                            </m:rPr>
                            <a:rPr lang="en-US" altLang="zh-CN" sz="2000" b="0" i="0" dirty="0" smtClean="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3</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2</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1</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0</m:t>
                          </m:r>
                        </m:sub>
                      </m:sSub>
                    </m:oMath>
                  </m:oMathPara>
                </a14:m>
                <a:endParaRPr dirty="0"/>
              </a:p>
            </p:txBody>
          </p:sp>
        </mc:Choice>
        <mc:Fallback xmlns="">
          <p:sp>
            <p:nvSpPr>
              <p:cNvPr id="7" name="文本框 6">
                <a:extLst>
                  <a:ext uri="{FF2B5EF4-FFF2-40B4-BE49-F238E27FC236}">
                    <a16:creationId xmlns:a16="http://schemas.microsoft.com/office/drawing/2014/main" id="{F7152F8A-64C7-A5B7-4B15-87195834C5B3}"/>
                  </a:ext>
                </a:extLst>
              </p:cNvPr>
              <p:cNvSpPr txBox="1">
                <a:spLocks noRot="1" noChangeAspect="1" noMove="1" noResize="1" noEditPoints="1" noAdjustHandles="1" noChangeArrowheads="1" noChangeShapeType="1" noTextEdit="1"/>
              </p:cNvSpPr>
              <p:nvPr/>
            </p:nvSpPr>
            <p:spPr>
              <a:xfrm>
                <a:off x="2175255" y="2716465"/>
                <a:ext cx="1290993" cy="400110"/>
              </a:xfrm>
              <a:prstGeom prst="rect">
                <a:avLst/>
              </a:prstGeom>
              <a:blipFill>
                <a:blip r:embed="rId4"/>
                <a:stretch>
                  <a:fillRect l="-1887" r="-943" b="-12308"/>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0B9D5690-C533-E636-04E3-E65F0233E603}"/>
              </a:ext>
            </a:extLst>
          </p:cNvPr>
          <p:cNvSpPr txBox="1"/>
          <p:nvPr/>
        </p:nvSpPr>
        <p:spPr>
          <a:xfrm>
            <a:off x="1823671" y="6047466"/>
            <a:ext cx="2034247"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状态转换图</a:t>
            </a:r>
            <a:endParaRPr lang="zh-CN" altLang="en-US" sz="2400" dirty="0"/>
          </a:p>
        </p:txBody>
      </p:sp>
      <p:sp>
        <p:nvSpPr>
          <p:cNvPr id="9" name="文本框 8">
            <a:extLst>
              <a:ext uri="{FF2B5EF4-FFF2-40B4-BE49-F238E27FC236}">
                <a16:creationId xmlns:a16="http://schemas.microsoft.com/office/drawing/2014/main" id="{9AF2A7EF-2E7B-8877-2500-042F2C662E6F}"/>
              </a:ext>
            </a:extLst>
          </p:cNvPr>
          <p:cNvSpPr txBox="1"/>
          <p:nvPr/>
        </p:nvSpPr>
        <p:spPr>
          <a:xfrm>
            <a:off x="781699" y="3494439"/>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0000</a:t>
            </a:r>
            <a:endParaRPr lang="zh-CN" altLang="en-US" sz="20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C19ECCF6-D61B-2ED4-348E-EAF3D24F5730}"/>
              </a:ext>
            </a:extLst>
          </p:cNvPr>
          <p:cNvSpPr txBox="1"/>
          <p:nvPr/>
        </p:nvSpPr>
        <p:spPr>
          <a:xfrm>
            <a:off x="1872172" y="3499476"/>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0001</a:t>
            </a:r>
            <a:endParaRPr lang="zh-CN" altLang="en-US"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73A6F51C-8912-BE83-710D-5A41E09E01B7}"/>
              </a:ext>
            </a:extLst>
          </p:cNvPr>
          <p:cNvSpPr txBox="1"/>
          <p:nvPr/>
        </p:nvSpPr>
        <p:spPr>
          <a:xfrm>
            <a:off x="2962645" y="3499475"/>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0010</a:t>
            </a:r>
            <a:endParaRPr lang="zh-CN" altLang="en-US"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79EFB01-137F-4907-B54C-503AC766C498}"/>
              </a:ext>
            </a:extLst>
          </p:cNvPr>
          <p:cNvSpPr txBox="1"/>
          <p:nvPr/>
        </p:nvSpPr>
        <p:spPr>
          <a:xfrm>
            <a:off x="4053118" y="4474933"/>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0100</a:t>
            </a:r>
            <a:endParaRPr lang="zh-CN" altLang="en-US" sz="20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E630365-F12E-B774-8A4C-E65CA2EC8FE1}"/>
              </a:ext>
            </a:extLst>
          </p:cNvPr>
          <p:cNvSpPr txBox="1"/>
          <p:nvPr/>
        </p:nvSpPr>
        <p:spPr>
          <a:xfrm>
            <a:off x="4053118" y="5459848"/>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0101</a:t>
            </a:r>
            <a:endParaRPr lang="zh-CN" altLang="en-US" sz="20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72763033-68BC-E237-5EA2-8B7E6C9A6FE6}"/>
              </a:ext>
            </a:extLst>
          </p:cNvPr>
          <p:cNvSpPr txBox="1"/>
          <p:nvPr/>
        </p:nvSpPr>
        <p:spPr>
          <a:xfrm>
            <a:off x="780369" y="5459848"/>
            <a:ext cx="783318" cy="400110"/>
          </a:xfrm>
          <a:prstGeom prst="rect">
            <a:avLst/>
          </a:prstGeom>
          <a:noFill/>
          <a:ln w="25400">
            <a:noFill/>
          </a:ln>
        </p:spPr>
        <p:txBody>
          <a:bodyPr wrap="square">
            <a:spAutoFit/>
          </a:bodyPr>
          <a:lstStyle/>
          <a:p>
            <a:pPr algn="ctr"/>
            <a:r>
              <a:rPr lang="en-US" altLang="zh-CN" sz="2000" dirty="0">
                <a:solidFill>
                  <a:schemeClr val="accent3"/>
                </a:solidFill>
                <a:latin typeface="微软雅黑" panose="020B0503020204020204" pitchFamily="34" charset="-122"/>
                <a:ea typeface="微软雅黑" panose="020B0503020204020204" pitchFamily="34" charset="-122"/>
              </a:rPr>
              <a:t>1110</a:t>
            </a:r>
            <a:endParaRPr lang="zh-CN" altLang="en-US" sz="2000" dirty="0">
              <a:solidFill>
                <a:schemeClr val="accent3"/>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5915B7CD-8761-A5A2-EAFE-CED4F7E5A2F8}"/>
              </a:ext>
            </a:extLst>
          </p:cNvPr>
          <p:cNvSpPr txBox="1"/>
          <p:nvPr/>
        </p:nvSpPr>
        <p:spPr>
          <a:xfrm>
            <a:off x="780369" y="4474933"/>
            <a:ext cx="783318" cy="400110"/>
          </a:xfrm>
          <a:prstGeom prst="rect">
            <a:avLst/>
          </a:prstGeom>
          <a:noFill/>
          <a:ln w="25400">
            <a:noFill/>
          </a:ln>
        </p:spPr>
        <p:txBody>
          <a:bodyPr wrap="square">
            <a:spAutoFit/>
          </a:bodyPr>
          <a:lstStyle/>
          <a:p>
            <a:pPr algn="ctr"/>
            <a:r>
              <a:rPr lang="en-US" altLang="zh-CN" sz="2000" dirty="0">
                <a:solidFill>
                  <a:schemeClr val="accent3"/>
                </a:solidFill>
                <a:latin typeface="微软雅黑" panose="020B0503020204020204" pitchFamily="34" charset="-122"/>
                <a:ea typeface="微软雅黑" panose="020B0503020204020204" pitchFamily="34" charset="-122"/>
              </a:rPr>
              <a:t>1111</a:t>
            </a:r>
            <a:endParaRPr lang="zh-CN" altLang="en-US" sz="2000" dirty="0">
              <a:solidFill>
                <a:schemeClr val="accent3"/>
              </a:solidFill>
              <a:latin typeface="微软雅黑" panose="020B0503020204020204" pitchFamily="34" charset="-122"/>
              <a:ea typeface="微软雅黑" panose="020B0503020204020204" pitchFamily="34" charset="-122"/>
            </a:endParaRPr>
          </a:p>
        </p:txBody>
      </p:sp>
      <p:sp>
        <p:nvSpPr>
          <p:cNvPr id="16" name="椭圆 15">
            <a:extLst>
              <a:ext uri="{FF2B5EF4-FFF2-40B4-BE49-F238E27FC236}">
                <a16:creationId xmlns:a16="http://schemas.microsoft.com/office/drawing/2014/main" id="{8D42DCA3-517F-6464-7A03-4E8292126010}"/>
              </a:ext>
            </a:extLst>
          </p:cNvPr>
          <p:cNvSpPr/>
          <p:nvPr/>
        </p:nvSpPr>
        <p:spPr>
          <a:xfrm>
            <a:off x="829078" y="3364340"/>
            <a:ext cx="691219" cy="691219"/>
          </a:xfrm>
          <a:prstGeom prst="ellipse">
            <a:avLst/>
          </a:prstGeom>
          <a:noFill/>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17" name="椭圆 16">
            <a:extLst>
              <a:ext uri="{FF2B5EF4-FFF2-40B4-BE49-F238E27FC236}">
                <a16:creationId xmlns:a16="http://schemas.microsoft.com/office/drawing/2014/main" id="{E32CCF37-8CDA-8AC5-0D93-9435B78352F9}"/>
              </a:ext>
            </a:extLst>
          </p:cNvPr>
          <p:cNvSpPr/>
          <p:nvPr/>
        </p:nvSpPr>
        <p:spPr>
          <a:xfrm>
            <a:off x="1919551" y="3369377"/>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18" name="椭圆 17">
            <a:extLst>
              <a:ext uri="{FF2B5EF4-FFF2-40B4-BE49-F238E27FC236}">
                <a16:creationId xmlns:a16="http://schemas.microsoft.com/office/drawing/2014/main" id="{00348822-AF02-00E0-99E5-3B458D6BAC4A}"/>
              </a:ext>
            </a:extLst>
          </p:cNvPr>
          <p:cNvSpPr/>
          <p:nvPr/>
        </p:nvSpPr>
        <p:spPr>
          <a:xfrm>
            <a:off x="3010024" y="3369376"/>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19" name="椭圆 18">
            <a:extLst>
              <a:ext uri="{FF2B5EF4-FFF2-40B4-BE49-F238E27FC236}">
                <a16:creationId xmlns:a16="http://schemas.microsoft.com/office/drawing/2014/main" id="{B4396224-72B5-AAA5-7222-A977A6739924}"/>
              </a:ext>
            </a:extLst>
          </p:cNvPr>
          <p:cNvSpPr/>
          <p:nvPr/>
        </p:nvSpPr>
        <p:spPr>
          <a:xfrm>
            <a:off x="4100497" y="3361294"/>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D47E6C31-0821-934D-B1A7-3E3055EDAD90}"/>
              </a:ext>
            </a:extLst>
          </p:cNvPr>
          <p:cNvSpPr/>
          <p:nvPr/>
        </p:nvSpPr>
        <p:spPr>
          <a:xfrm>
            <a:off x="4100497" y="4344834"/>
            <a:ext cx="691219" cy="691219"/>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21" name="椭圆 20">
            <a:extLst>
              <a:ext uri="{FF2B5EF4-FFF2-40B4-BE49-F238E27FC236}">
                <a16:creationId xmlns:a16="http://schemas.microsoft.com/office/drawing/2014/main" id="{134BF0D6-03C6-1007-6CAB-7B9AEABFDF23}"/>
              </a:ext>
            </a:extLst>
          </p:cNvPr>
          <p:cNvSpPr/>
          <p:nvPr/>
        </p:nvSpPr>
        <p:spPr>
          <a:xfrm>
            <a:off x="4100497" y="5329749"/>
            <a:ext cx="691219" cy="691219"/>
          </a:xfrm>
          <a:prstGeom prst="ellipse">
            <a:avLst/>
          </a:prstGeom>
          <a:noFill/>
          <a:ln w="254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A5D9DC66-16A6-FA00-968E-9FDB0BBD62D9}"/>
              </a:ext>
            </a:extLst>
          </p:cNvPr>
          <p:cNvSpPr/>
          <p:nvPr/>
        </p:nvSpPr>
        <p:spPr>
          <a:xfrm>
            <a:off x="3057403" y="5329749"/>
            <a:ext cx="691219" cy="691219"/>
          </a:xfrm>
          <a:prstGeom prst="ellipse">
            <a:avLst/>
          </a:prstGeom>
          <a:noFill/>
          <a:ln w="25400">
            <a:solidFill>
              <a:schemeClr val="accent3"/>
            </a:solidFill>
            <a:prstDash val="sysDot"/>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17E9D6E9-B429-1E87-DE80-1F875EE66F61}"/>
              </a:ext>
            </a:extLst>
          </p:cNvPr>
          <p:cNvSpPr/>
          <p:nvPr/>
        </p:nvSpPr>
        <p:spPr>
          <a:xfrm>
            <a:off x="827748" y="5329749"/>
            <a:ext cx="691219" cy="691219"/>
          </a:xfrm>
          <a:prstGeom prst="ellipse">
            <a:avLst/>
          </a:prstGeom>
          <a:noFill/>
          <a:ln w="25400">
            <a:solidFill>
              <a:schemeClr val="accent3"/>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sp>
        <p:nvSpPr>
          <p:cNvPr id="24" name="椭圆 23">
            <a:extLst>
              <a:ext uri="{FF2B5EF4-FFF2-40B4-BE49-F238E27FC236}">
                <a16:creationId xmlns:a16="http://schemas.microsoft.com/office/drawing/2014/main" id="{11BD58AE-5D68-5194-EF27-47858367C38B}"/>
              </a:ext>
            </a:extLst>
          </p:cNvPr>
          <p:cNvSpPr/>
          <p:nvPr/>
        </p:nvSpPr>
        <p:spPr>
          <a:xfrm>
            <a:off x="827748" y="4344834"/>
            <a:ext cx="691219" cy="691219"/>
          </a:xfrm>
          <a:prstGeom prst="ellipse">
            <a:avLst/>
          </a:prstGeom>
          <a:noFill/>
          <a:ln w="25400">
            <a:solidFill>
              <a:schemeClr val="accent3"/>
            </a:solidFill>
          </a:ln>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25" name="直接箭头连接符 24">
            <a:extLst>
              <a:ext uri="{FF2B5EF4-FFF2-40B4-BE49-F238E27FC236}">
                <a16:creationId xmlns:a16="http://schemas.microsoft.com/office/drawing/2014/main" id="{F7D6A081-EBC6-3C3E-3537-BC3EE5C38989}"/>
              </a:ext>
            </a:extLst>
          </p:cNvPr>
          <p:cNvCxnSpPr>
            <a:cxnSpLocks/>
            <a:stCxn id="16" idx="6"/>
            <a:endCxn id="17" idx="2"/>
          </p:cNvCxnSpPr>
          <p:nvPr/>
        </p:nvCxnSpPr>
        <p:spPr>
          <a:xfrm>
            <a:off x="1520297" y="3709950"/>
            <a:ext cx="399254" cy="50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892E47A4-FB3A-667E-1CAB-73514E834651}"/>
              </a:ext>
            </a:extLst>
          </p:cNvPr>
          <p:cNvCxnSpPr>
            <a:cxnSpLocks/>
            <a:stCxn id="17" idx="6"/>
            <a:endCxn id="18" idx="2"/>
          </p:cNvCxnSpPr>
          <p:nvPr/>
        </p:nvCxnSpPr>
        <p:spPr>
          <a:xfrm flipV="1">
            <a:off x="2610770" y="3714986"/>
            <a:ext cx="399254"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B4D45CD-4B91-EFE1-38A1-AF0CA4CBEC6C}"/>
              </a:ext>
            </a:extLst>
          </p:cNvPr>
          <p:cNvCxnSpPr>
            <a:cxnSpLocks/>
            <a:stCxn id="18" idx="6"/>
            <a:endCxn id="19" idx="2"/>
          </p:cNvCxnSpPr>
          <p:nvPr/>
        </p:nvCxnSpPr>
        <p:spPr>
          <a:xfrm flipV="1">
            <a:off x="3701243" y="3706904"/>
            <a:ext cx="399254" cy="808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0A99DE46-57E0-3AD8-A5F7-5129E2683C2B}"/>
              </a:ext>
            </a:extLst>
          </p:cNvPr>
          <p:cNvSpPr txBox="1"/>
          <p:nvPr/>
        </p:nvSpPr>
        <p:spPr>
          <a:xfrm>
            <a:off x="4053118" y="3491393"/>
            <a:ext cx="783318" cy="400110"/>
          </a:xfrm>
          <a:prstGeom prst="rect">
            <a:avLst/>
          </a:prstGeom>
          <a:noFill/>
          <a:ln w="25400">
            <a:noFill/>
          </a:ln>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0011</a:t>
            </a:r>
            <a:endParaRPr lang="zh-CN" altLang="en-US" sz="2000" dirty="0">
              <a:latin typeface="微软雅黑" panose="020B0503020204020204" pitchFamily="34" charset="-122"/>
              <a:ea typeface="微软雅黑" panose="020B0503020204020204" pitchFamily="34" charset="-122"/>
            </a:endParaRPr>
          </a:p>
        </p:txBody>
      </p:sp>
      <p:cxnSp>
        <p:nvCxnSpPr>
          <p:cNvPr id="29" name="直接箭头连接符 28">
            <a:extLst>
              <a:ext uri="{FF2B5EF4-FFF2-40B4-BE49-F238E27FC236}">
                <a16:creationId xmlns:a16="http://schemas.microsoft.com/office/drawing/2014/main" id="{C7A3D492-9C84-72B6-3628-F1AA491DB11F}"/>
              </a:ext>
            </a:extLst>
          </p:cNvPr>
          <p:cNvCxnSpPr>
            <a:cxnSpLocks/>
            <a:stCxn id="19" idx="4"/>
            <a:endCxn id="20" idx="0"/>
          </p:cNvCxnSpPr>
          <p:nvPr/>
        </p:nvCxnSpPr>
        <p:spPr>
          <a:xfrm>
            <a:off x="4446107" y="4052513"/>
            <a:ext cx="0" cy="29232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799E2264-FA1E-5E2D-5F4C-4976491F7258}"/>
              </a:ext>
            </a:extLst>
          </p:cNvPr>
          <p:cNvCxnSpPr>
            <a:cxnSpLocks/>
            <a:stCxn id="20" idx="4"/>
            <a:endCxn id="21" idx="0"/>
          </p:cNvCxnSpPr>
          <p:nvPr/>
        </p:nvCxnSpPr>
        <p:spPr>
          <a:xfrm>
            <a:off x="4446107" y="5036053"/>
            <a:ext cx="0" cy="2936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C656657E-735A-CB67-55B1-A5B3481E2DE5}"/>
              </a:ext>
            </a:extLst>
          </p:cNvPr>
          <p:cNvCxnSpPr>
            <a:cxnSpLocks/>
            <a:stCxn id="23" idx="0"/>
            <a:endCxn id="24" idx="4"/>
          </p:cNvCxnSpPr>
          <p:nvPr/>
        </p:nvCxnSpPr>
        <p:spPr>
          <a:xfrm flipV="1">
            <a:off x="1173358" y="5036053"/>
            <a:ext cx="0" cy="293696"/>
          </a:xfrm>
          <a:prstGeom prst="straightConnector1">
            <a:avLst/>
          </a:prstGeom>
          <a:ln w="25400">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D44A645-C784-708D-C5A1-BDCCDDAB55BD}"/>
              </a:ext>
            </a:extLst>
          </p:cNvPr>
          <p:cNvCxnSpPr>
            <a:cxnSpLocks/>
            <a:stCxn id="21" idx="2"/>
            <a:endCxn id="22" idx="6"/>
          </p:cNvCxnSpPr>
          <p:nvPr/>
        </p:nvCxnSpPr>
        <p:spPr>
          <a:xfrm flipH="1">
            <a:off x="3748622" y="5675359"/>
            <a:ext cx="351875" cy="0"/>
          </a:xfrm>
          <a:prstGeom prst="straightConnector1">
            <a:avLst/>
          </a:prstGeom>
          <a:ln w="25400">
            <a:solidFill>
              <a:schemeClr val="accent3"/>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7D6C102C-8878-9B89-DA5D-E233D8FE67FA}"/>
              </a:ext>
            </a:extLst>
          </p:cNvPr>
          <p:cNvCxnSpPr>
            <a:cxnSpLocks/>
            <a:stCxn id="22" idx="2"/>
            <a:endCxn id="23" idx="6"/>
          </p:cNvCxnSpPr>
          <p:nvPr/>
        </p:nvCxnSpPr>
        <p:spPr>
          <a:xfrm flipH="1">
            <a:off x="1518967" y="5675359"/>
            <a:ext cx="1538436" cy="0"/>
          </a:xfrm>
          <a:prstGeom prst="straightConnector1">
            <a:avLst/>
          </a:prstGeom>
          <a:ln w="25400">
            <a:solidFill>
              <a:schemeClr val="accent3"/>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6A74E915-EC69-2B1D-A472-82B6FA6390F8}"/>
              </a:ext>
            </a:extLst>
          </p:cNvPr>
          <p:cNvSpPr txBox="1"/>
          <p:nvPr/>
        </p:nvSpPr>
        <p:spPr>
          <a:xfrm>
            <a:off x="3010024" y="5459848"/>
            <a:ext cx="783318" cy="400110"/>
          </a:xfrm>
          <a:prstGeom prst="rect">
            <a:avLst/>
          </a:prstGeom>
          <a:noFill/>
          <a:ln w="25400">
            <a:noFill/>
          </a:ln>
        </p:spPr>
        <p:txBody>
          <a:bodyPr wrap="square">
            <a:spAutoFit/>
          </a:bodyPr>
          <a:lstStyle/>
          <a:p>
            <a:pPr algn="ctr"/>
            <a:r>
              <a:rPr lang="en-US" altLang="zh-CN" sz="2000" dirty="0">
                <a:solidFill>
                  <a:schemeClr val="accent3"/>
                </a:solidFill>
                <a:latin typeface="微软雅黑" panose="020B0503020204020204" pitchFamily="34" charset="-122"/>
                <a:ea typeface="微软雅黑" panose="020B0503020204020204" pitchFamily="34" charset="-122"/>
              </a:rPr>
              <a:t>0110</a:t>
            </a:r>
            <a:endParaRPr lang="zh-CN" altLang="en-US" sz="2000" dirty="0">
              <a:solidFill>
                <a:schemeClr val="accent3"/>
              </a:solidFill>
              <a:latin typeface="微软雅黑" panose="020B0503020204020204" pitchFamily="34" charset="-122"/>
              <a:ea typeface="微软雅黑" panose="020B0503020204020204" pitchFamily="34" charset="-122"/>
            </a:endParaRPr>
          </a:p>
        </p:txBody>
      </p:sp>
      <p:cxnSp>
        <p:nvCxnSpPr>
          <p:cNvPr id="35" name="直接箭头连接符 34">
            <a:extLst>
              <a:ext uri="{FF2B5EF4-FFF2-40B4-BE49-F238E27FC236}">
                <a16:creationId xmlns:a16="http://schemas.microsoft.com/office/drawing/2014/main" id="{C436F893-4041-0EC0-6BFD-02FACFBD402B}"/>
              </a:ext>
            </a:extLst>
          </p:cNvPr>
          <p:cNvCxnSpPr>
            <a:cxnSpLocks/>
            <a:stCxn id="24" idx="0"/>
            <a:endCxn id="16" idx="4"/>
          </p:cNvCxnSpPr>
          <p:nvPr/>
        </p:nvCxnSpPr>
        <p:spPr>
          <a:xfrm flipV="1">
            <a:off x="1173358" y="4055559"/>
            <a:ext cx="1330" cy="289275"/>
          </a:xfrm>
          <a:prstGeom prst="straightConnector1">
            <a:avLst/>
          </a:prstGeom>
          <a:ln w="25400">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C45041E4-C092-1DA6-A0D0-41A742AADBB1}"/>
              </a:ext>
            </a:extLst>
          </p:cNvPr>
          <p:cNvCxnSpPr>
            <a:cxnSpLocks/>
            <a:stCxn id="21" idx="1"/>
            <a:endCxn id="16" idx="5"/>
          </p:cNvCxnSpPr>
          <p:nvPr/>
        </p:nvCxnSpPr>
        <p:spPr>
          <a:xfrm flipH="1" flipV="1">
            <a:off x="1419070" y="3954332"/>
            <a:ext cx="2782654" cy="1476644"/>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弧形 37">
            <a:extLst>
              <a:ext uri="{FF2B5EF4-FFF2-40B4-BE49-F238E27FC236}">
                <a16:creationId xmlns:a16="http://schemas.microsoft.com/office/drawing/2014/main" id="{F376A2FC-646F-C9D0-F864-EF990676E38D}"/>
              </a:ext>
            </a:extLst>
          </p:cNvPr>
          <p:cNvSpPr/>
          <p:nvPr/>
        </p:nvSpPr>
        <p:spPr>
          <a:xfrm rot="18073728">
            <a:off x="3076381" y="3727729"/>
            <a:ext cx="447864" cy="1639463"/>
          </a:xfrm>
          <a:prstGeom prst="arc">
            <a:avLst>
              <a:gd name="adj1" fmla="val 3904725"/>
              <a:gd name="adj2" fmla="val 19170265"/>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DF66F494-414E-38E1-240C-C8F454AD1D34}"/>
              </a:ext>
            </a:extLst>
          </p:cNvPr>
          <p:cNvGrpSpPr/>
          <p:nvPr/>
        </p:nvGrpSpPr>
        <p:grpSpPr>
          <a:xfrm>
            <a:off x="11449269" y="6198682"/>
            <a:ext cx="786273" cy="548639"/>
            <a:chOff x="11454918" y="5839511"/>
            <a:chExt cx="786273" cy="548639"/>
          </a:xfrm>
        </p:grpSpPr>
        <p:grpSp>
          <p:nvGrpSpPr>
            <p:cNvPr id="42" name="组合 41">
              <a:extLst>
                <a:ext uri="{FF2B5EF4-FFF2-40B4-BE49-F238E27FC236}">
                  <a16:creationId xmlns:a16="http://schemas.microsoft.com/office/drawing/2014/main" id="{57B25933-A484-A86F-4228-BEBF96B865C8}"/>
                </a:ext>
              </a:extLst>
            </p:cNvPr>
            <p:cNvGrpSpPr/>
            <p:nvPr/>
          </p:nvGrpSpPr>
          <p:grpSpPr>
            <a:xfrm>
              <a:off x="11454918" y="5867450"/>
              <a:ext cx="737081" cy="520700"/>
              <a:chOff x="11454918" y="5867450"/>
              <a:chExt cx="737081" cy="520700"/>
            </a:xfrm>
          </p:grpSpPr>
          <p:sp>
            <p:nvSpPr>
              <p:cNvPr id="44" name="箭头: 五边形 43">
                <a:extLst>
                  <a:ext uri="{FF2B5EF4-FFF2-40B4-BE49-F238E27FC236}">
                    <a16:creationId xmlns:a16="http://schemas.microsoft.com/office/drawing/2014/main" id="{0A2CAE24-1B46-D7C2-3ED8-9B1E1FF2F68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箭头: V 形 44">
                <a:extLst>
                  <a:ext uri="{FF2B5EF4-FFF2-40B4-BE49-F238E27FC236}">
                    <a16:creationId xmlns:a16="http://schemas.microsoft.com/office/drawing/2014/main" id="{6CA00F83-5902-551B-B765-A17535BE805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3" name="灯片编号占位符 3">
              <a:extLst>
                <a:ext uri="{FF2B5EF4-FFF2-40B4-BE49-F238E27FC236}">
                  <a16:creationId xmlns:a16="http://schemas.microsoft.com/office/drawing/2014/main" id="{1B43DEA4-E172-2D94-8F01-1605FD5C8D6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19</a:t>
              </a:fld>
              <a:endParaRPr lang="zh-CN" altLang="en-US" sz="3200" dirty="0">
                <a:solidFill>
                  <a:schemeClr val="bg1"/>
                </a:solidFill>
                <a:latin typeface="Candara"/>
                <a:ea typeface="微软雅黑"/>
              </a:endParaRPr>
            </a:p>
          </p:txBody>
        </p:sp>
      </p:grpSp>
      <p:sp>
        <p:nvSpPr>
          <p:cNvPr id="198" name="文本框 197">
            <a:extLst>
              <a:ext uri="{FF2B5EF4-FFF2-40B4-BE49-F238E27FC236}">
                <a16:creationId xmlns:a16="http://schemas.microsoft.com/office/drawing/2014/main" id="{CDA378EE-E4AA-7DC6-D1C2-74A5E333D508}"/>
              </a:ext>
            </a:extLst>
          </p:cNvPr>
          <p:cNvSpPr txBox="1"/>
          <p:nvPr/>
        </p:nvSpPr>
        <p:spPr>
          <a:xfrm>
            <a:off x="6048000" y="6048000"/>
            <a:ext cx="4272329" cy="430887"/>
          </a:xfrm>
          <a:prstGeom prst="rect">
            <a:avLst/>
          </a:prstGeom>
          <a:noFill/>
        </p:spPr>
        <p:txBody>
          <a:bodyPr wrap="square">
            <a:spAutoFit/>
          </a:bodyPr>
          <a:lstStyle/>
          <a:p>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没有出现如 </a:t>
            </a: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0110 </a:t>
            </a:r>
            <a:r>
              <a:rPr lang="zh-CN" altLang="en-US" sz="2200" dirty="0">
                <a:solidFill>
                  <a:schemeClr val="accent5">
                    <a:lumMod val="75000"/>
                  </a:schemeClr>
                </a:solidFill>
                <a:latin typeface="微软雅黑" panose="020B0503020204020204" pitchFamily="34" charset="-122"/>
                <a:ea typeface="微软雅黑" panose="020B0503020204020204" pitchFamily="34" charset="-122"/>
              </a:rPr>
              <a:t>的过渡状态</a:t>
            </a: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200" dirty="0">
              <a:solidFill>
                <a:schemeClr val="accent5">
                  <a:lumMod val="75000"/>
                </a:schemeClr>
              </a:solidFill>
            </a:endParaRPr>
          </a:p>
        </p:txBody>
      </p:sp>
      <p:grpSp>
        <p:nvGrpSpPr>
          <p:cNvPr id="276" name="组合 275">
            <a:extLst>
              <a:ext uri="{FF2B5EF4-FFF2-40B4-BE49-F238E27FC236}">
                <a16:creationId xmlns:a16="http://schemas.microsoft.com/office/drawing/2014/main" id="{18F252C3-8600-8F53-D9F9-6A56CE6FF5B0}"/>
              </a:ext>
            </a:extLst>
          </p:cNvPr>
          <p:cNvGrpSpPr/>
          <p:nvPr/>
        </p:nvGrpSpPr>
        <p:grpSpPr>
          <a:xfrm>
            <a:off x="5740590" y="3325183"/>
            <a:ext cx="5779009" cy="2538443"/>
            <a:chOff x="5740590" y="3325183"/>
            <a:chExt cx="5779009" cy="2538443"/>
          </a:xfrm>
        </p:grpSpPr>
        <p:grpSp>
          <p:nvGrpSpPr>
            <p:cNvPr id="200" name="组合 199">
              <a:extLst>
                <a:ext uri="{FF2B5EF4-FFF2-40B4-BE49-F238E27FC236}">
                  <a16:creationId xmlns:a16="http://schemas.microsoft.com/office/drawing/2014/main" id="{722061E7-EBE4-73AD-611E-FA2EF8023E31}"/>
                </a:ext>
              </a:extLst>
            </p:cNvPr>
            <p:cNvGrpSpPr/>
            <p:nvPr/>
          </p:nvGrpSpPr>
          <p:grpSpPr>
            <a:xfrm>
              <a:off x="6733385" y="3325183"/>
              <a:ext cx="3985465" cy="2538443"/>
              <a:chOff x="7265963" y="3404377"/>
              <a:chExt cx="3259219" cy="1289004"/>
            </a:xfrm>
          </p:grpSpPr>
          <p:sp>
            <p:nvSpPr>
              <p:cNvPr id="268" name="Line 27">
                <a:extLst>
                  <a:ext uri="{FF2B5EF4-FFF2-40B4-BE49-F238E27FC236}">
                    <a16:creationId xmlns:a16="http://schemas.microsoft.com/office/drawing/2014/main" id="{A811F599-708B-852E-8979-12D5B1340D72}"/>
                  </a:ext>
                </a:extLst>
              </p:cNvPr>
              <p:cNvSpPr>
                <a:spLocks noChangeShapeType="1"/>
              </p:cNvSpPr>
              <p:nvPr/>
            </p:nvSpPr>
            <p:spPr bwMode="auto">
              <a:xfrm rot="16200000">
                <a:off x="6621734" y="4049152"/>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9" name="Line 27">
                <a:extLst>
                  <a:ext uri="{FF2B5EF4-FFF2-40B4-BE49-F238E27FC236}">
                    <a16:creationId xmlns:a16="http://schemas.microsoft.com/office/drawing/2014/main" id="{466A0D13-A263-9F6A-483D-64104CD851A3}"/>
                  </a:ext>
                </a:extLst>
              </p:cNvPr>
              <p:cNvSpPr>
                <a:spLocks noChangeShapeType="1"/>
              </p:cNvSpPr>
              <p:nvPr/>
            </p:nvSpPr>
            <p:spPr bwMode="auto">
              <a:xfrm rot="16200000">
                <a:off x="727391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0" name="Line 27">
                <a:extLst>
                  <a:ext uri="{FF2B5EF4-FFF2-40B4-BE49-F238E27FC236}">
                    <a16:creationId xmlns:a16="http://schemas.microsoft.com/office/drawing/2014/main" id="{7F84B022-EA5C-A64F-FAC6-4BED05530B46}"/>
                  </a:ext>
                </a:extLst>
              </p:cNvPr>
              <p:cNvSpPr>
                <a:spLocks noChangeShapeType="1"/>
              </p:cNvSpPr>
              <p:nvPr/>
            </p:nvSpPr>
            <p:spPr bwMode="auto">
              <a:xfrm rot="16200000">
                <a:off x="792609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1" name="Line 27">
                <a:extLst>
                  <a:ext uri="{FF2B5EF4-FFF2-40B4-BE49-F238E27FC236}">
                    <a16:creationId xmlns:a16="http://schemas.microsoft.com/office/drawing/2014/main" id="{76E2AD86-1D24-E24F-BCC2-76EEAA93EBD9}"/>
                  </a:ext>
                </a:extLst>
              </p:cNvPr>
              <p:cNvSpPr>
                <a:spLocks noChangeShapeType="1"/>
              </p:cNvSpPr>
              <p:nvPr/>
            </p:nvSpPr>
            <p:spPr bwMode="auto">
              <a:xfrm rot="16200000">
                <a:off x="8578290"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2" name="Line 27">
                <a:extLst>
                  <a:ext uri="{FF2B5EF4-FFF2-40B4-BE49-F238E27FC236}">
                    <a16:creationId xmlns:a16="http://schemas.microsoft.com/office/drawing/2014/main" id="{E3760832-A835-E2EF-254F-AAA61D9BFEAD}"/>
                  </a:ext>
                </a:extLst>
              </p:cNvPr>
              <p:cNvSpPr>
                <a:spLocks noChangeShapeType="1"/>
              </p:cNvSpPr>
              <p:nvPr/>
            </p:nvSpPr>
            <p:spPr bwMode="auto">
              <a:xfrm rot="16200000">
                <a:off x="9228762"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3" name="Line 27">
                <a:extLst>
                  <a:ext uri="{FF2B5EF4-FFF2-40B4-BE49-F238E27FC236}">
                    <a16:creationId xmlns:a16="http://schemas.microsoft.com/office/drawing/2014/main" id="{1BF5FFDA-2540-762B-6EAF-6931208FDF95}"/>
                  </a:ext>
                </a:extLst>
              </p:cNvPr>
              <p:cNvSpPr>
                <a:spLocks noChangeShapeType="1"/>
              </p:cNvSpPr>
              <p:nvPr/>
            </p:nvSpPr>
            <p:spPr bwMode="auto">
              <a:xfrm rot="16200000">
                <a:off x="9880953"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C38326F7-136E-8925-16E1-A5D5D0B4B832}"/>
                    </a:ext>
                  </a:extLst>
                </p:cNvPr>
                <p:cNvSpPr txBox="1"/>
                <p:nvPr/>
              </p:nvSpPr>
              <p:spPr>
                <a:xfrm>
                  <a:off x="5744059" y="3373036"/>
                  <a:ext cx="528256" cy="363524"/>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201" name="文本框 200">
                  <a:extLst>
                    <a:ext uri="{FF2B5EF4-FFF2-40B4-BE49-F238E27FC236}">
                      <a16:creationId xmlns:a16="http://schemas.microsoft.com/office/drawing/2014/main" id="{C38326F7-136E-8925-16E1-A5D5D0B4B832}"/>
                    </a:ext>
                  </a:extLst>
                </p:cNvPr>
                <p:cNvSpPr txBox="1">
                  <a:spLocks noRot="1" noChangeAspect="1" noMove="1" noResize="1" noEditPoints="1" noAdjustHandles="1" noChangeArrowheads="1" noChangeShapeType="1" noTextEdit="1"/>
                </p:cNvSpPr>
                <p:nvPr/>
              </p:nvSpPr>
              <p:spPr>
                <a:xfrm>
                  <a:off x="5744059" y="3373036"/>
                  <a:ext cx="528256" cy="363524"/>
                </a:xfrm>
                <a:prstGeom prst="rect">
                  <a:avLst/>
                </a:prstGeom>
                <a:blipFill>
                  <a:blip r:embed="rId5"/>
                  <a:stretch>
                    <a:fillRect b="-1667"/>
                  </a:stretch>
                </a:blipFill>
              </p:spPr>
              <p:txBody>
                <a:bodyPr/>
                <a:lstStyle/>
                <a:p>
                  <a:r>
                    <a:rPr lang="zh-CN" altLang="en-US">
                      <a:noFill/>
                    </a:rPr>
                    <a:t> </a:t>
                  </a:r>
                </a:p>
              </p:txBody>
            </p:sp>
          </mc:Fallback>
        </mc:AlternateContent>
        <p:sp>
          <p:nvSpPr>
            <p:cNvPr id="202" name="Line 27">
              <a:extLst>
                <a:ext uri="{FF2B5EF4-FFF2-40B4-BE49-F238E27FC236}">
                  <a16:creationId xmlns:a16="http://schemas.microsoft.com/office/drawing/2014/main" id="{D385DCE0-C210-9A40-DD64-91B2484F3FBF}"/>
                </a:ext>
              </a:extLst>
            </p:cNvPr>
            <p:cNvSpPr>
              <a:spLocks noChangeShapeType="1"/>
            </p:cNvSpPr>
            <p:nvPr/>
          </p:nvSpPr>
          <p:spPr bwMode="auto">
            <a:xfrm>
              <a:off x="6337057" y="377768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3" name="Line 27">
              <a:extLst>
                <a:ext uri="{FF2B5EF4-FFF2-40B4-BE49-F238E27FC236}">
                  <a16:creationId xmlns:a16="http://schemas.microsoft.com/office/drawing/2014/main" id="{FA636B38-A1C8-CB73-6B17-17677F9D6AC0}"/>
                </a:ext>
              </a:extLst>
            </p:cNvPr>
            <p:cNvSpPr>
              <a:spLocks noChangeShapeType="1"/>
            </p:cNvSpPr>
            <p:nvPr/>
          </p:nvSpPr>
          <p:spPr bwMode="auto">
            <a:xfrm rot="5400000">
              <a:off x="6567485" y="361436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4" name="Line 27">
              <a:extLst>
                <a:ext uri="{FF2B5EF4-FFF2-40B4-BE49-F238E27FC236}">
                  <a16:creationId xmlns:a16="http://schemas.microsoft.com/office/drawing/2014/main" id="{E20AACD3-EF08-9A1B-7E34-E1446238E904}"/>
                </a:ext>
              </a:extLst>
            </p:cNvPr>
            <p:cNvSpPr>
              <a:spLocks noChangeShapeType="1"/>
            </p:cNvSpPr>
            <p:nvPr/>
          </p:nvSpPr>
          <p:spPr bwMode="auto">
            <a:xfrm>
              <a:off x="6735295" y="3449876"/>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5" name="Line 27">
              <a:extLst>
                <a:ext uri="{FF2B5EF4-FFF2-40B4-BE49-F238E27FC236}">
                  <a16:creationId xmlns:a16="http://schemas.microsoft.com/office/drawing/2014/main" id="{5CE1CA04-3A94-09AB-D5B0-6BA17B3A7409}"/>
                </a:ext>
              </a:extLst>
            </p:cNvPr>
            <p:cNvSpPr>
              <a:spLocks noChangeShapeType="1"/>
            </p:cNvSpPr>
            <p:nvPr/>
          </p:nvSpPr>
          <p:spPr bwMode="auto">
            <a:xfrm rot="5400000">
              <a:off x="6966540" y="3616503"/>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6" name="Line 27">
              <a:extLst>
                <a:ext uri="{FF2B5EF4-FFF2-40B4-BE49-F238E27FC236}">
                  <a16:creationId xmlns:a16="http://schemas.microsoft.com/office/drawing/2014/main" id="{E544358D-433C-BA6C-18E3-AE13FDC222E0}"/>
                </a:ext>
              </a:extLst>
            </p:cNvPr>
            <p:cNvSpPr>
              <a:spLocks noChangeShapeType="1"/>
            </p:cNvSpPr>
            <p:nvPr/>
          </p:nvSpPr>
          <p:spPr bwMode="auto">
            <a:xfrm>
              <a:off x="7132656" y="377768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7" name="Line 27">
              <a:extLst>
                <a:ext uri="{FF2B5EF4-FFF2-40B4-BE49-F238E27FC236}">
                  <a16:creationId xmlns:a16="http://schemas.microsoft.com/office/drawing/2014/main" id="{43669C1C-A6EB-F1B1-EBD9-B1D1B66436E3}"/>
                </a:ext>
              </a:extLst>
            </p:cNvPr>
            <p:cNvSpPr>
              <a:spLocks noChangeShapeType="1"/>
            </p:cNvSpPr>
            <p:nvPr/>
          </p:nvSpPr>
          <p:spPr bwMode="auto">
            <a:xfrm rot="5400000">
              <a:off x="7364993" y="361382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8" name="Line 27">
              <a:extLst>
                <a:ext uri="{FF2B5EF4-FFF2-40B4-BE49-F238E27FC236}">
                  <a16:creationId xmlns:a16="http://schemas.microsoft.com/office/drawing/2014/main" id="{53511FD3-0A88-3538-4DA2-125ED996C692}"/>
                </a:ext>
              </a:extLst>
            </p:cNvPr>
            <p:cNvSpPr>
              <a:spLocks noChangeShapeType="1"/>
            </p:cNvSpPr>
            <p:nvPr/>
          </p:nvSpPr>
          <p:spPr bwMode="auto">
            <a:xfrm>
              <a:off x="7532802" y="344933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9" name="Line 27">
              <a:extLst>
                <a:ext uri="{FF2B5EF4-FFF2-40B4-BE49-F238E27FC236}">
                  <a16:creationId xmlns:a16="http://schemas.microsoft.com/office/drawing/2014/main" id="{66F6C7AD-138E-40B9-35D2-DC6AC1453FBD}"/>
                </a:ext>
              </a:extLst>
            </p:cNvPr>
            <p:cNvSpPr>
              <a:spLocks noChangeShapeType="1"/>
            </p:cNvSpPr>
            <p:nvPr/>
          </p:nvSpPr>
          <p:spPr bwMode="auto">
            <a:xfrm rot="5400000">
              <a:off x="7764047" y="361596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0" name="Line 27">
              <a:extLst>
                <a:ext uri="{FF2B5EF4-FFF2-40B4-BE49-F238E27FC236}">
                  <a16:creationId xmlns:a16="http://schemas.microsoft.com/office/drawing/2014/main" id="{AD697222-8D17-E11D-7FD2-210F411EF260}"/>
                </a:ext>
              </a:extLst>
            </p:cNvPr>
            <p:cNvSpPr>
              <a:spLocks noChangeShapeType="1"/>
            </p:cNvSpPr>
            <p:nvPr/>
          </p:nvSpPr>
          <p:spPr bwMode="auto">
            <a:xfrm>
              <a:off x="7930165" y="3777150"/>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1" name="Line 27">
              <a:extLst>
                <a:ext uri="{FF2B5EF4-FFF2-40B4-BE49-F238E27FC236}">
                  <a16:creationId xmlns:a16="http://schemas.microsoft.com/office/drawing/2014/main" id="{04DE15CC-8A7F-1C71-879B-A1219AD17234}"/>
                </a:ext>
              </a:extLst>
            </p:cNvPr>
            <p:cNvSpPr>
              <a:spLocks noChangeShapeType="1"/>
            </p:cNvSpPr>
            <p:nvPr/>
          </p:nvSpPr>
          <p:spPr bwMode="auto">
            <a:xfrm rot="5400000">
              <a:off x="8160589" y="361382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2" name="Line 27">
              <a:extLst>
                <a:ext uri="{FF2B5EF4-FFF2-40B4-BE49-F238E27FC236}">
                  <a16:creationId xmlns:a16="http://schemas.microsoft.com/office/drawing/2014/main" id="{7E989CDC-F4D5-9783-614F-A0D0792905C5}"/>
                </a:ext>
              </a:extLst>
            </p:cNvPr>
            <p:cNvSpPr>
              <a:spLocks noChangeShapeType="1"/>
            </p:cNvSpPr>
            <p:nvPr/>
          </p:nvSpPr>
          <p:spPr bwMode="auto">
            <a:xfrm>
              <a:off x="8328400" y="344933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3" name="Line 27">
              <a:extLst>
                <a:ext uri="{FF2B5EF4-FFF2-40B4-BE49-F238E27FC236}">
                  <a16:creationId xmlns:a16="http://schemas.microsoft.com/office/drawing/2014/main" id="{8C3EB485-C305-ADEB-DA05-BABFC8B005B3}"/>
                </a:ext>
              </a:extLst>
            </p:cNvPr>
            <p:cNvSpPr>
              <a:spLocks noChangeShapeType="1"/>
            </p:cNvSpPr>
            <p:nvPr/>
          </p:nvSpPr>
          <p:spPr bwMode="auto">
            <a:xfrm rot="5400000">
              <a:off x="8559646" y="361596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4" name="Line 27">
              <a:extLst>
                <a:ext uri="{FF2B5EF4-FFF2-40B4-BE49-F238E27FC236}">
                  <a16:creationId xmlns:a16="http://schemas.microsoft.com/office/drawing/2014/main" id="{60044FEC-990C-BE2F-0C32-028DB155E361}"/>
                </a:ext>
              </a:extLst>
            </p:cNvPr>
            <p:cNvSpPr>
              <a:spLocks noChangeShapeType="1"/>
            </p:cNvSpPr>
            <p:nvPr/>
          </p:nvSpPr>
          <p:spPr bwMode="auto">
            <a:xfrm>
              <a:off x="8725764" y="3777150"/>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5" name="Line 27">
              <a:extLst>
                <a:ext uri="{FF2B5EF4-FFF2-40B4-BE49-F238E27FC236}">
                  <a16:creationId xmlns:a16="http://schemas.microsoft.com/office/drawing/2014/main" id="{F62E24F8-4577-ECCA-3A6E-1737C2E401BD}"/>
                </a:ext>
              </a:extLst>
            </p:cNvPr>
            <p:cNvSpPr>
              <a:spLocks noChangeShapeType="1"/>
            </p:cNvSpPr>
            <p:nvPr/>
          </p:nvSpPr>
          <p:spPr bwMode="auto">
            <a:xfrm rot="5400000">
              <a:off x="8957926" y="3617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6" name="Line 27">
              <a:extLst>
                <a:ext uri="{FF2B5EF4-FFF2-40B4-BE49-F238E27FC236}">
                  <a16:creationId xmlns:a16="http://schemas.microsoft.com/office/drawing/2014/main" id="{40E3FBB9-DC55-2C3A-4B9C-B50011EA8C2F}"/>
                </a:ext>
              </a:extLst>
            </p:cNvPr>
            <p:cNvSpPr>
              <a:spLocks noChangeShapeType="1"/>
            </p:cNvSpPr>
            <p:nvPr/>
          </p:nvSpPr>
          <p:spPr bwMode="auto">
            <a:xfrm>
              <a:off x="9125736" y="3453487"/>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7" name="Line 27">
              <a:extLst>
                <a:ext uri="{FF2B5EF4-FFF2-40B4-BE49-F238E27FC236}">
                  <a16:creationId xmlns:a16="http://schemas.microsoft.com/office/drawing/2014/main" id="{EB9DEDE1-37FF-F29B-55B4-E2F835ED990D}"/>
                </a:ext>
              </a:extLst>
            </p:cNvPr>
            <p:cNvSpPr>
              <a:spLocks noChangeShapeType="1"/>
            </p:cNvSpPr>
            <p:nvPr/>
          </p:nvSpPr>
          <p:spPr bwMode="auto">
            <a:xfrm rot="5400000">
              <a:off x="9356981" y="362011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8" name="Line 27">
              <a:extLst>
                <a:ext uri="{FF2B5EF4-FFF2-40B4-BE49-F238E27FC236}">
                  <a16:creationId xmlns:a16="http://schemas.microsoft.com/office/drawing/2014/main" id="{DFA926E1-0F59-410B-F7BA-8E2516B575FA}"/>
                </a:ext>
              </a:extLst>
            </p:cNvPr>
            <p:cNvSpPr>
              <a:spLocks noChangeShapeType="1"/>
            </p:cNvSpPr>
            <p:nvPr/>
          </p:nvSpPr>
          <p:spPr bwMode="auto">
            <a:xfrm>
              <a:off x="9523098" y="378129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9" name="Line 27">
              <a:extLst>
                <a:ext uri="{FF2B5EF4-FFF2-40B4-BE49-F238E27FC236}">
                  <a16:creationId xmlns:a16="http://schemas.microsoft.com/office/drawing/2014/main" id="{860991A3-72A7-07E9-FFA3-601F0D328CF6}"/>
                </a:ext>
              </a:extLst>
            </p:cNvPr>
            <p:cNvSpPr>
              <a:spLocks noChangeShapeType="1"/>
            </p:cNvSpPr>
            <p:nvPr/>
          </p:nvSpPr>
          <p:spPr bwMode="auto">
            <a:xfrm rot="5400000">
              <a:off x="9753521" y="3617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0" name="Line 27">
              <a:extLst>
                <a:ext uri="{FF2B5EF4-FFF2-40B4-BE49-F238E27FC236}">
                  <a16:creationId xmlns:a16="http://schemas.microsoft.com/office/drawing/2014/main" id="{7A7E57AF-32D8-FDEA-4512-EE1C20E0525E}"/>
                </a:ext>
              </a:extLst>
            </p:cNvPr>
            <p:cNvSpPr>
              <a:spLocks noChangeShapeType="1"/>
            </p:cNvSpPr>
            <p:nvPr/>
          </p:nvSpPr>
          <p:spPr bwMode="auto">
            <a:xfrm>
              <a:off x="9921333" y="3453487"/>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1" name="Line 27">
              <a:extLst>
                <a:ext uri="{FF2B5EF4-FFF2-40B4-BE49-F238E27FC236}">
                  <a16:creationId xmlns:a16="http://schemas.microsoft.com/office/drawing/2014/main" id="{BDAF8541-F416-3EC2-28F4-786466E87831}"/>
                </a:ext>
              </a:extLst>
            </p:cNvPr>
            <p:cNvSpPr>
              <a:spLocks noChangeShapeType="1"/>
            </p:cNvSpPr>
            <p:nvPr/>
          </p:nvSpPr>
          <p:spPr bwMode="auto">
            <a:xfrm rot="5400000">
              <a:off x="10152576" y="362011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2" name="Line 27">
              <a:extLst>
                <a:ext uri="{FF2B5EF4-FFF2-40B4-BE49-F238E27FC236}">
                  <a16:creationId xmlns:a16="http://schemas.microsoft.com/office/drawing/2014/main" id="{17530C5C-2BC9-9980-1D19-7F17D62DD82D}"/>
                </a:ext>
              </a:extLst>
            </p:cNvPr>
            <p:cNvSpPr>
              <a:spLocks noChangeShapeType="1"/>
            </p:cNvSpPr>
            <p:nvPr/>
          </p:nvSpPr>
          <p:spPr bwMode="auto">
            <a:xfrm>
              <a:off x="10318697" y="3781299"/>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3" name="Line 27">
              <a:extLst>
                <a:ext uri="{FF2B5EF4-FFF2-40B4-BE49-F238E27FC236}">
                  <a16:creationId xmlns:a16="http://schemas.microsoft.com/office/drawing/2014/main" id="{66734EE0-2473-84F3-F5EF-B815DB27CE48}"/>
                </a:ext>
              </a:extLst>
            </p:cNvPr>
            <p:cNvSpPr>
              <a:spLocks noChangeShapeType="1"/>
            </p:cNvSpPr>
            <p:nvPr/>
          </p:nvSpPr>
          <p:spPr bwMode="auto">
            <a:xfrm rot="5400000">
              <a:off x="10551031" y="3617437"/>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4" name="Line 27">
              <a:extLst>
                <a:ext uri="{FF2B5EF4-FFF2-40B4-BE49-F238E27FC236}">
                  <a16:creationId xmlns:a16="http://schemas.microsoft.com/office/drawing/2014/main" id="{10381824-E76C-B975-53D1-D7582331236D}"/>
                </a:ext>
              </a:extLst>
            </p:cNvPr>
            <p:cNvSpPr>
              <a:spLocks noChangeShapeType="1"/>
            </p:cNvSpPr>
            <p:nvPr/>
          </p:nvSpPr>
          <p:spPr bwMode="auto">
            <a:xfrm>
              <a:off x="10718841" y="3452948"/>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5" name="Line 27">
              <a:extLst>
                <a:ext uri="{FF2B5EF4-FFF2-40B4-BE49-F238E27FC236}">
                  <a16:creationId xmlns:a16="http://schemas.microsoft.com/office/drawing/2014/main" id="{DDD23E7E-1612-E9F7-FD0B-A1B0E74E126B}"/>
                </a:ext>
              </a:extLst>
            </p:cNvPr>
            <p:cNvSpPr>
              <a:spLocks noChangeShapeType="1"/>
            </p:cNvSpPr>
            <p:nvPr/>
          </p:nvSpPr>
          <p:spPr bwMode="auto">
            <a:xfrm rot="5400000">
              <a:off x="10950087" y="36195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6" name="Line 27">
              <a:extLst>
                <a:ext uri="{FF2B5EF4-FFF2-40B4-BE49-F238E27FC236}">
                  <a16:creationId xmlns:a16="http://schemas.microsoft.com/office/drawing/2014/main" id="{E6A1140C-455A-68F7-80CD-BB34F437F845}"/>
                </a:ext>
              </a:extLst>
            </p:cNvPr>
            <p:cNvSpPr>
              <a:spLocks noChangeShapeType="1"/>
            </p:cNvSpPr>
            <p:nvPr/>
          </p:nvSpPr>
          <p:spPr bwMode="auto">
            <a:xfrm>
              <a:off x="11116204" y="3780761"/>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27" name="文本框 226">
                  <a:extLst>
                    <a:ext uri="{FF2B5EF4-FFF2-40B4-BE49-F238E27FC236}">
                      <a16:creationId xmlns:a16="http://schemas.microsoft.com/office/drawing/2014/main" id="{877021F6-DCE8-8D68-E7BA-5AF9A235211B}"/>
                    </a:ext>
                  </a:extLst>
                </p:cNvPr>
                <p:cNvSpPr txBox="1"/>
                <p:nvPr/>
              </p:nvSpPr>
              <p:spPr>
                <a:xfrm>
                  <a:off x="5745749" y="3854952"/>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b="0" i="0" smtClean="0">
                                <a:solidFill>
                                  <a:schemeClr val="accent5">
                                    <a:lumMod val="75000"/>
                                  </a:schemeClr>
                                </a:solidFill>
                                <a:latin typeface="Cambria Math" panose="02040503050406030204" pitchFamily="18" charset="0"/>
                              </a:rPr>
                              <m:t>0</m:t>
                            </m:r>
                          </m:sub>
                        </m:sSub>
                      </m:oMath>
                    </m:oMathPara>
                  </a14:m>
                  <a:endParaRPr lang="zh-CN" altLang="en-US" sz="2000" dirty="0">
                    <a:solidFill>
                      <a:schemeClr val="accent5">
                        <a:lumMod val="75000"/>
                      </a:schemeClr>
                    </a:solidFill>
                  </a:endParaRPr>
                </a:p>
              </p:txBody>
            </p:sp>
          </mc:Choice>
          <mc:Fallback xmlns="">
            <p:sp>
              <p:nvSpPr>
                <p:cNvPr id="227" name="文本框 226">
                  <a:extLst>
                    <a:ext uri="{FF2B5EF4-FFF2-40B4-BE49-F238E27FC236}">
                      <a16:creationId xmlns:a16="http://schemas.microsoft.com/office/drawing/2014/main" id="{877021F6-DCE8-8D68-E7BA-5AF9A235211B}"/>
                    </a:ext>
                  </a:extLst>
                </p:cNvPr>
                <p:cNvSpPr txBox="1">
                  <a:spLocks noRot="1" noChangeAspect="1" noMove="1" noResize="1" noEditPoints="1" noAdjustHandles="1" noChangeArrowheads="1" noChangeShapeType="1" noTextEdit="1"/>
                </p:cNvSpPr>
                <p:nvPr/>
              </p:nvSpPr>
              <p:spPr>
                <a:xfrm>
                  <a:off x="5745749" y="3854952"/>
                  <a:ext cx="528256" cy="323228"/>
                </a:xfrm>
                <a:prstGeom prst="rect">
                  <a:avLst/>
                </a:prstGeom>
                <a:blipFill>
                  <a:blip r:embed="rId6"/>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8" name="文本框 227">
                  <a:extLst>
                    <a:ext uri="{FF2B5EF4-FFF2-40B4-BE49-F238E27FC236}">
                      <a16:creationId xmlns:a16="http://schemas.microsoft.com/office/drawing/2014/main" id="{E429B9D4-60BA-F79E-ECA9-D882ABC82A9D}"/>
                    </a:ext>
                  </a:extLst>
                </p:cNvPr>
                <p:cNvSpPr txBox="1"/>
                <p:nvPr/>
              </p:nvSpPr>
              <p:spPr>
                <a:xfrm>
                  <a:off x="5740590" y="4370654"/>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1</m:t>
                            </m:r>
                          </m:sub>
                        </m:sSub>
                      </m:oMath>
                    </m:oMathPara>
                  </a14:m>
                  <a:endParaRPr lang="zh-CN" altLang="en-US" sz="2000" dirty="0">
                    <a:solidFill>
                      <a:schemeClr val="accent5">
                        <a:lumMod val="75000"/>
                      </a:schemeClr>
                    </a:solidFill>
                  </a:endParaRPr>
                </a:p>
              </p:txBody>
            </p:sp>
          </mc:Choice>
          <mc:Fallback xmlns="">
            <p:sp>
              <p:nvSpPr>
                <p:cNvPr id="228" name="文本框 227">
                  <a:extLst>
                    <a:ext uri="{FF2B5EF4-FFF2-40B4-BE49-F238E27FC236}">
                      <a16:creationId xmlns:a16="http://schemas.microsoft.com/office/drawing/2014/main" id="{E429B9D4-60BA-F79E-ECA9-D882ABC82A9D}"/>
                    </a:ext>
                  </a:extLst>
                </p:cNvPr>
                <p:cNvSpPr txBox="1">
                  <a:spLocks noRot="1" noChangeAspect="1" noMove="1" noResize="1" noEditPoints="1" noAdjustHandles="1" noChangeArrowheads="1" noChangeShapeType="1" noTextEdit="1"/>
                </p:cNvSpPr>
                <p:nvPr/>
              </p:nvSpPr>
              <p:spPr>
                <a:xfrm>
                  <a:off x="5740590" y="4370654"/>
                  <a:ext cx="528256" cy="323228"/>
                </a:xfrm>
                <a:prstGeom prst="rect">
                  <a:avLst/>
                </a:prstGeom>
                <a:blipFill>
                  <a:blip r:embed="rId7"/>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9" name="文本框 228">
                  <a:extLst>
                    <a:ext uri="{FF2B5EF4-FFF2-40B4-BE49-F238E27FC236}">
                      <a16:creationId xmlns:a16="http://schemas.microsoft.com/office/drawing/2014/main" id="{0BD85A15-6E01-6957-367F-00D19B453434}"/>
                    </a:ext>
                  </a:extLst>
                </p:cNvPr>
                <p:cNvSpPr txBox="1"/>
                <p:nvPr/>
              </p:nvSpPr>
              <p:spPr>
                <a:xfrm>
                  <a:off x="5753018" y="4840815"/>
                  <a:ext cx="528256" cy="323228"/>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2</m:t>
                            </m:r>
                          </m:sub>
                        </m:sSub>
                      </m:oMath>
                    </m:oMathPara>
                  </a14:m>
                  <a:endParaRPr lang="zh-CN" altLang="en-US" sz="2000" dirty="0">
                    <a:solidFill>
                      <a:schemeClr val="accent5">
                        <a:lumMod val="75000"/>
                      </a:schemeClr>
                    </a:solidFill>
                  </a:endParaRPr>
                </a:p>
              </p:txBody>
            </p:sp>
          </mc:Choice>
          <mc:Fallback xmlns="">
            <p:sp>
              <p:nvSpPr>
                <p:cNvPr id="229" name="文本框 228">
                  <a:extLst>
                    <a:ext uri="{FF2B5EF4-FFF2-40B4-BE49-F238E27FC236}">
                      <a16:creationId xmlns:a16="http://schemas.microsoft.com/office/drawing/2014/main" id="{0BD85A15-6E01-6957-367F-00D19B453434}"/>
                    </a:ext>
                  </a:extLst>
                </p:cNvPr>
                <p:cNvSpPr txBox="1">
                  <a:spLocks noRot="1" noChangeAspect="1" noMove="1" noResize="1" noEditPoints="1" noAdjustHandles="1" noChangeArrowheads="1" noChangeShapeType="1" noTextEdit="1"/>
                </p:cNvSpPr>
                <p:nvPr/>
              </p:nvSpPr>
              <p:spPr>
                <a:xfrm>
                  <a:off x="5753018" y="4840815"/>
                  <a:ext cx="528256" cy="323228"/>
                </a:xfrm>
                <a:prstGeom prst="rect">
                  <a:avLst/>
                </a:prstGeom>
                <a:blipFill>
                  <a:blip r:embed="rId8"/>
                  <a:stretch>
                    <a:fillRect b="-377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0" name="文本框 229">
                  <a:extLst>
                    <a:ext uri="{FF2B5EF4-FFF2-40B4-BE49-F238E27FC236}">
                      <a16:creationId xmlns:a16="http://schemas.microsoft.com/office/drawing/2014/main" id="{6EE2E94C-7700-5E26-676A-8F305A9AC4D3}"/>
                    </a:ext>
                  </a:extLst>
                </p:cNvPr>
                <p:cNvSpPr txBox="1"/>
                <p:nvPr/>
              </p:nvSpPr>
              <p:spPr>
                <a:xfrm>
                  <a:off x="5753016" y="5310976"/>
                  <a:ext cx="528256" cy="363524"/>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m:t>
                        </m:r>
                      </m:oMath>
                    </m:oMathPara>
                  </a14:m>
                  <a:endParaRPr lang="zh-CN" altLang="en-US" sz="2000" dirty="0">
                    <a:solidFill>
                      <a:schemeClr val="accent5">
                        <a:lumMod val="75000"/>
                      </a:schemeClr>
                    </a:solidFill>
                  </a:endParaRPr>
                </a:p>
              </p:txBody>
            </p:sp>
          </mc:Choice>
          <mc:Fallback xmlns="">
            <p:sp>
              <p:nvSpPr>
                <p:cNvPr id="230" name="文本框 229">
                  <a:extLst>
                    <a:ext uri="{FF2B5EF4-FFF2-40B4-BE49-F238E27FC236}">
                      <a16:creationId xmlns:a16="http://schemas.microsoft.com/office/drawing/2014/main" id="{6EE2E94C-7700-5E26-676A-8F305A9AC4D3}"/>
                    </a:ext>
                  </a:extLst>
                </p:cNvPr>
                <p:cNvSpPr txBox="1">
                  <a:spLocks noRot="1" noChangeAspect="1" noMove="1" noResize="1" noEditPoints="1" noAdjustHandles="1" noChangeArrowheads="1" noChangeShapeType="1" noTextEdit="1"/>
                </p:cNvSpPr>
                <p:nvPr/>
              </p:nvSpPr>
              <p:spPr>
                <a:xfrm>
                  <a:off x="5753016" y="5310976"/>
                  <a:ext cx="528256" cy="363524"/>
                </a:xfrm>
                <a:prstGeom prst="rect">
                  <a:avLst/>
                </a:prstGeom>
                <a:blipFill>
                  <a:blip r:embed="rId9"/>
                  <a:stretch>
                    <a:fillRect b="-1667"/>
                  </a:stretch>
                </a:blipFill>
              </p:spPr>
              <p:txBody>
                <a:bodyPr/>
                <a:lstStyle/>
                <a:p>
                  <a:r>
                    <a:rPr lang="zh-CN" altLang="en-US">
                      <a:noFill/>
                    </a:rPr>
                    <a:t> </a:t>
                  </a:r>
                </a:p>
              </p:txBody>
            </p:sp>
          </mc:Fallback>
        </mc:AlternateContent>
        <p:sp>
          <p:nvSpPr>
            <p:cNvPr id="231" name="Line 27">
              <a:extLst>
                <a:ext uri="{FF2B5EF4-FFF2-40B4-BE49-F238E27FC236}">
                  <a16:creationId xmlns:a16="http://schemas.microsoft.com/office/drawing/2014/main" id="{3A4A699E-2989-ECE4-D171-AD8CE877DC8A}"/>
                </a:ext>
              </a:extLst>
            </p:cNvPr>
            <p:cNvSpPr>
              <a:spLocks noChangeShapeType="1"/>
            </p:cNvSpPr>
            <p:nvPr/>
          </p:nvSpPr>
          <p:spPr bwMode="auto">
            <a:xfrm>
              <a:off x="6337057" y="4252891"/>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2" name="Line 27">
              <a:extLst>
                <a:ext uri="{FF2B5EF4-FFF2-40B4-BE49-F238E27FC236}">
                  <a16:creationId xmlns:a16="http://schemas.microsoft.com/office/drawing/2014/main" id="{A0255135-6F5D-0CFA-1126-EDF340B7DD4A}"/>
                </a:ext>
              </a:extLst>
            </p:cNvPr>
            <p:cNvSpPr>
              <a:spLocks noChangeShapeType="1"/>
            </p:cNvSpPr>
            <p:nvPr/>
          </p:nvSpPr>
          <p:spPr bwMode="auto">
            <a:xfrm rot="5400000">
              <a:off x="6562321" y="408197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3" name="Line 27">
              <a:extLst>
                <a:ext uri="{FF2B5EF4-FFF2-40B4-BE49-F238E27FC236}">
                  <a16:creationId xmlns:a16="http://schemas.microsoft.com/office/drawing/2014/main" id="{0565A349-3E5E-8C08-D01F-1D8444553441}"/>
                </a:ext>
              </a:extLst>
            </p:cNvPr>
            <p:cNvSpPr>
              <a:spLocks noChangeShapeType="1"/>
            </p:cNvSpPr>
            <p:nvPr/>
          </p:nvSpPr>
          <p:spPr bwMode="auto">
            <a:xfrm>
              <a:off x="6730132" y="3912838"/>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4" name="Line 27">
              <a:extLst>
                <a:ext uri="{FF2B5EF4-FFF2-40B4-BE49-F238E27FC236}">
                  <a16:creationId xmlns:a16="http://schemas.microsoft.com/office/drawing/2014/main" id="{A40ED845-0C05-EDE4-2130-9CF77C7E023D}"/>
                </a:ext>
              </a:extLst>
            </p:cNvPr>
            <p:cNvSpPr>
              <a:spLocks noChangeShapeType="1"/>
            </p:cNvSpPr>
            <p:nvPr/>
          </p:nvSpPr>
          <p:spPr bwMode="auto">
            <a:xfrm rot="5400000">
              <a:off x="7363078" y="408197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5" name="Line 27">
              <a:extLst>
                <a:ext uri="{FF2B5EF4-FFF2-40B4-BE49-F238E27FC236}">
                  <a16:creationId xmlns:a16="http://schemas.microsoft.com/office/drawing/2014/main" id="{583AE507-AEB9-806B-D0FA-CDB2201D1416}"/>
                </a:ext>
              </a:extLst>
            </p:cNvPr>
            <p:cNvSpPr>
              <a:spLocks noChangeShapeType="1"/>
            </p:cNvSpPr>
            <p:nvPr/>
          </p:nvSpPr>
          <p:spPr bwMode="auto">
            <a:xfrm>
              <a:off x="7530889" y="4253032"/>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6" name="Line 27">
              <a:extLst>
                <a:ext uri="{FF2B5EF4-FFF2-40B4-BE49-F238E27FC236}">
                  <a16:creationId xmlns:a16="http://schemas.microsoft.com/office/drawing/2014/main" id="{62F76BAA-B213-F770-603A-2E7592E7B6E8}"/>
                </a:ext>
              </a:extLst>
            </p:cNvPr>
            <p:cNvSpPr>
              <a:spLocks noChangeShapeType="1"/>
            </p:cNvSpPr>
            <p:nvPr/>
          </p:nvSpPr>
          <p:spPr bwMode="auto">
            <a:xfrm rot="5400000">
              <a:off x="8158674" y="4081882"/>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7" name="Line 27">
              <a:extLst>
                <a:ext uri="{FF2B5EF4-FFF2-40B4-BE49-F238E27FC236}">
                  <a16:creationId xmlns:a16="http://schemas.microsoft.com/office/drawing/2014/main" id="{00150D0B-F0A0-5BD7-66B9-D6E5D7408EBA}"/>
                </a:ext>
              </a:extLst>
            </p:cNvPr>
            <p:cNvSpPr>
              <a:spLocks noChangeShapeType="1"/>
            </p:cNvSpPr>
            <p:nvPr/>
          </p:nvSpPr>
          <p:spPr bwMode="auto">
            <a:xfrm>
              <a:off x="8326485" y="3912746"/>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8" name="Line 27">
              <a:extLst>
                <a:ext uri="{FF2B5EF4-FFF2-40B4-BE49-F238E27FC236}">
                  <a16:creationId xmlns:a16="http://schemas.microsoft.com/office/drawing/2014/main" id="{606EDFA8-AE4C-EBD2-12A0-D34EEBB03913}"/>
                </a:ext>
              </a:extLst>
            </p:cNvPr>
            <p:cNvSpPr>
              <a:spLocks noChangeShapeType="1"/>
            </p:cNvSpPr>
            <p:nvPr/>
          </p:nvSpPr>
          <p:spPr bwMode="auto">
            <a:xfrm rot="5400000">
              <a:off x="8959431" y="4081883"/>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9" name="Line 27">
              <a:extLst>
                <a:ext uri="{FF2B5EF4-FFF2-40B4-BE49-F238E27FC236}">
                  <a16:creationId xmlns:a16="http://schemas.microsoft.com/office/drawing/2014/main" id="{8C094F6C-B1F5-D19C-AAFC-90B46B95F06E}"/>
                </a:ext>
              </a:extLst>
            </p:cNvPr>
            <p:cNvSpPr>
              <a:spLocks noChangeShapeType="1"/>
            </p:cNvSpPr>
            <p:nvPr/>
          </p:nvSpPr>
          <p:spPr bwMode="auto">
            <a:xfrm>
              <a:off x="9127242" y="4252941"/>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0" name="Line 27">
              <a:extLst>
                <a:ext uri="{FF2B5EF4-FFF2-40B4-BE49-F238E27FC236}">
                  <a16:creationId xmlns:a16="http://schemas.microsoft.com/office/drawing/2014/main" id="{F5598495-A4E5-02A0-2442-62DDEE054C84}"/>
                </a:ext>
              </a:extLst>
            </p:cNvPr>
            <p:cNvSpPr>
              <a:spLocks noChangeShapeType="1"/>
            </p:cNvSpPr>
            <p:nvPr/>
          </p:nvSpPr>
          <p:spPr bwMode="auto">
            <a:xfrm rot="5400000">
              <a:off x="9753520" y="408188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2" name="Line 27">
              <a:extLst>
                <a:ext uri="{FF2B5EF4-FFF2-40B4-BE49-F238E27FC236}">
                  <a16:creationId xmlns:a16="http://schemas.microsoft.com/office/drawing/2014/main" id="{2FF0EDED-1060-C957-F107-6774E7CE86F6}"/>
                </a:ext>
              </a:extLst>
            </p:cNvPr>
            <p:cNvSpPr>
              <a:spLocks noChangeShapeType="1"/>
            </p:cNvSpPr>
            <p:nvPr/>
          </p:nvSpPr>
          <p:spPr bwMode="auto">
            <a:xfrm rot="5400000">
              <a:off x="10554277" y="4081885"/>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4" name="Line 27">
              <a:extLst>
                <a:ext uri="{FF2B5EF4-FFF2-40B4-BE49-F238E27FC236}">
                  <a16:creationId xmlns:a16="http://schemas.microsoft.com/office/drawing/2014/main" id="{74EC41B7-9DB4-C44C-963B-5CC0AE6745BC}"/>
                </a:ext>
              </a:extLst>
            </p:cNvPr>
            <p:cNvSpPr>
              <a:spLocks noChangeShapeType="1"/>
            </p:cNvSpPr>
            <p:nvPr/>
          </p:nvSpPr>
          <p:spPr bwMode="auto">
            <a:xfrm>
              <a:off x="6337057" y="4726156"/>
              <a:ext cx="11878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5" name="Line 27">
              <a:extLst>
                <a:ext uri="{FF2B5EF4-FFF2-40B4-BE49-F238E27FC236}">
                  <a16:creationId xmlns:a16="http://schemas.microsoft.com/office/drawing/2014/main" id="{4C864D88-F55B-D342-F909-5A7FD356A46F}"/>
                </a:ext>
              </a:extLst>
            </p:cNvPr>
            <p:cNvSpPr>
              <a:spLocks noChangeShapeType="1"/>
            </p:cNvSpPr>
            <p:nvPr/>
          </p:nvSpPr>
          <p:spPr bwMode="auto">
            <a:xfrm rot="5400000">
              <a:off x="7359211" y="4555240"/>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6" name="Line 27">
              <a:extLst>
                <a:ext uri="{FF2B5EF4-FFF2-40B4-BE49-F238E27FC236}">
                  <a16:creationId xmlns:a16="http://schemas.microsoft.com/office/drawing/2014/main" id="{10238AE3-DC1A-BB0A-D9C9-210C175A5E4D}"/>
                </a:ext>
              </a:extLst>
            </p:cNvPr>
            <p:cNvSpPr>
              <a:spLocks noChangeShapeType="1"/>
            </p:cNvSpPr>
            <p:nvPr/>
          </p:nvSpPr>
          <p:spPr bwMode="auto">
            <a:xfrm>
              <a:off x="7524877" y="4386011"/>
              <a:ext cx="1598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7" name="Line 27">
              <a:extLst>
                <a:ext uri="{FF2B5EF4-FFF2-40B4-BE49-F238E27FC236}">
                  <a16:creationId xmlns:a16="http://schemas.microsoft.com/office/drawing/2014/main" id="{54887375-CE25-730C-AA4D-49BA7FC0FD4C}"/>
                </a:ext>
              </a:extLst>
            </p:cNvPr>
            <p:cNvSpPr>
              <a:spLocks noChangeShapeType="1"/>
            </p:cNvSpPr>
            <p:nvPr/>
          </p:nvSpPr>
          <p:spPr bwMode="auto">
            <a:xfrm rot="5400000">
              <a:off x="8955565" y="4555148"/>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8" name="Line 27">
              <a:extLst>
                <a:ext uri="{FF2B5EF4-FFF2-40B4-BE49-F238E27FC236}">
                  <a16:creationId xmlns:a16="http://schemas.microsoft.com/office/drawing/2014/main" id="{F44BDD21-52CE-617F-41E2-63B3EC3EEF96}"/>
                </a:ext>
              </a:extLst>
            </p:cNvPr>
            <p:cNvSpPr>
              <a:spLocks noChangeShapeType="1"/>
            </p:cNvSpPr>
            <p:nvPr/>
          </p:nvSpPr>
          <p:spPr bwMode="auto">
            <a:xfrm>
              <a:off x="9123375" y="4726206"/>
              <a:ext cx="15935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3" name="Line 27">
              <a:extLst>
                <a:ext uri="{FF2B5EF4-FFF2-40B4-BE49-F238E27FC236}">
                  <a16:creationId xmlns:a16="http://schemas.microsoft.com/office/drawing/2014/main" id="{4694D2DF-180E-BB9C-3336-70F82675BC4B}"/>
                </a:ext>
              </a:extLst>
            </p:cNvPr>
            <p:cNvSpPr>
              <a:spLocks noChangeShapeType="1"/>
            </p:cNvSpPr>
            <p:nvPr/>
          </p:nvSpPr>
          <p:spPr bwMode="auto">
            <a:xfrm>
              <a:off x="10716932" y="4252379"/>
              <a:ext cx="11605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4" name="Line 27">
              <a:extLst>
                <a:ext uri="{FF2B5EF4-FFF2-40B4-BE49-F238E27FC236}">
                  <a16:creationId xmlns:a16="http://schemas.microsoft.com/office/drawing/2014/main" id="{3BBA5516-F614-FC84-89BD-33F8F6998D6B}"/>
                </a:ext>
              </a:extLst>
            </p:cNvPr>
            <p:cNvSpPr>
              <a:spLocks noChangeShapeType="1"/>
            </p:cNvSpPr>
            <p:nvPr/>
          </p:nvSpPr>
          <p:spPr bwMode="auto">
            <a:xfrm>
              <a:off x="6337057" y="5200463"/>
              <a:ext cx="27869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5" name="Line 27">
              <a:extLst>
                <a:ext uri="{FF2B5EF4-FFF2-40B4-BE49-F238E27FC236}">
                  <a16:creationId xmlns:a16="http://schemas.microsoft.com/office/drawing/2014/main" id="{595231D5-98CF-548A-2226-2A41F5B741BF}"/>
                </a:ext>
              </a:extLst>
            </p:cNvPr>
            <p:cNvSpPr>
              <a:spLocks noChangeShapeType="1"/>
            </p:cNvSpPr>
            <p:nvPr/>
          </p:nvSpPr>
          <p:spPr bwMode="auto">
            <a:xfrm>
              <a:off x="9123999" y="4860318"/>
              <a:ext cx="15929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6" name="Line 27">
              <a:extLst>
                <a:ext uri="{FF2B5EF4-FFF2-40B4-BE49-F238E27FC236}">
                  <a16:creationId xmlns:a16="http://schemas.microsoft.com/office/drawing/2014/main" id="{02AD9078-D988-095E-5545-1AF9472FBF2B}"/>
                </a:ext>
              </a:extLst>
            </p:cNvPr>
            <p:cNvSpPr>
              <a:spLocks noChangeShapeType="1"/>
            </p:cNvSpPr>
            <p:nvPr/>
          </p:nvSpPr>
          <p:spPr bwMode="auto">
            <a:xfrm rot="5400000">
              <a:off x="8954731" y="5029456"/>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9" name="Line 27">
              <a:extLst>
                <a:ext uri="{FF2B5EF4-FFF2-40B4-BE49-F238E27FC236}">
                  <a16:creationId xmlns:a16="http://schemas.microsoft.com/office/drawing/2014/main" id="{BB063E2D-930A-7197-C405-05EB6A32E5C0}"/>
                </a:ext>
              </a:extLst>
            </p:cNvPr>
            <p:cNvSpPr>
              <a:spLocks noChangeShapeType="1"/>
            </p:cNvSpPr>
            <p:nvPr/>
          </p:nvSpPr>
          <p:spPr bwMode="auto">
            <a:xfrm rot="5400000">
              <a:off x="10549120" y="5030044"/>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0" name="Line 27">
              <a:extLst>
                <a:ext uri="{FF2B5EF4-FFF2-40B4-BE49-F238E27FC236}">
                  <a16:creationId xmlns:a16="http://schemas.microsoft.com/office/drawing/2014/main" id="{3C0F50F8-CB80-304D-418C-FC4D8BC38585}"/>
                </a:ext>
              </a:extLst>
            </p:cNvPr>
            <p:cNvSpPr>
              <a:spLocks noChangeShapeType="1"/>
            </p:cNvSpPr>
            <p:nvPr/>
          </p:nvSpPr>
          <p:spPr bwMode="auto">
            <a:xfrm>
              <a:off x="6319419" y="5685575"/>
              <a:ext cx="36005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1" name="Line 27">
              <a:extLst>
                <a:ext uri="{FF2B5EF4-FFF2-40B4-BE49-F238E27FC236}">
                  <a16:creationId xmlns:a16="http://schemas.microsoft.com/office/drawing/2014/main" id="{989879A4-6C18-9903-7259-8B1AB75BB608}"/>
                </a:ext>
              </a:extLst>
            </p:cNvPr>
            <p:cNvSpPr>
              <a:spLocks noChangeShapeType="1"/>
            </p:cNvSpPr>
            <p:nvPr/>
          </p:nvSpPr>
          <p:spPr bwMode="auto">
            <a:xfrm rot="5400000">
              <a:off x="9748751" y="5514518"/>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2" name="Line 27">
              <a:extLst>
                <a:ext uri="{FF2B5EF4-FFF2-40B4-BE49-F238E27FC236}">
                  <a16:creationId xmlns:a16="http://schemas.microsoft.com/office/drawing/2014/main" id="{AFC23F3B-9A79-ACCC-82A4-E417EEC486C2}"/>
                </a:ext>
              </a:extLst>
            </p:cNvPr>
            <p:cNvSpPr>
              <a:spLocks noChangeShapeType="1"/>
            </p:cNvSpPr>
            <p:nvPr/>
          </p:nvSpPr>
          <p:spPr bwMode="auto">
            <a:xfrm>
              <a:off x="9916562" y="5345382"/>
              <a:ext cx="8007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3" name="Line 27">
              <a:extLst>
                <a:ext uri="{FF2B5EF4-FFF2-40B4-BE49-F238E27FC236}">
                  <a16:creationId xmlns:a16="http://schemas.microsoft.com/office/drawing/2014/main" id="{E24ED1FC-9E11-ACD2-3BBB-5CE43D6737F4}"/>
                </a:ext>
              </a:extLst>
            </p:cNvPr>
            <p:cNvSpPr>
              <a:spLocks noChangeShapeType="1"/>
            </p:cNvSpPr>
            <p:nvPr/>
          </p:nvSpPr>
          <p:spPr bwMode="auto">
            <a:xfrm rot="5400000">
              <a:off x="10549508" y="5514519"/>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4" name="Line 27">
              <a:extLst>
                <a:ext uri="{FF2B5EF4-FFF2-40B4-BE49-F238E27FC236}">
                  <a16:creationId xmlns:a16="http://schemas.microsoft.com/office/drawing/2014/main" id="{400150E3-FF2E-7513-B710-C4A1B8EB87D9}"/>
                </a:ext>
              </a:extLst>
            </p:cNvPr>
            <p:cNvSpPr>
              <a:spLocks noChangeShapeType="1"/>
            </p:cNvSpPr>
            <p:nvPr/>
          </p:nvSpPr>
          <p:spPr bwMode="auto">
            <a:xfrm>
              <a:off x="10717319" y="5685576"/>
              <a:ext cx="7975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5" name="Line 27">
              <a:extLst>
                <a:ext uri="{FF2B5EF4-FFF2-40B4-BE49-F238E27FC236}">
                  <a16:creationId xmlns:a16="http://schemas.microsoft.com/office/drawing/2014/main" id="{98CE88B3-3F2E-557A-2F13-37F78CE9EE76}"/>
                </a:ext>
              </a:extLst>
            </p:cNvPr>
            <p:cNvSpPr>
              <a:spLocks noChangeShapeType="1"/>
            </p:cNvSpPr>
            <p:nvPr/>
          </p:nvSpPr>
          <p:spPr bwMode="auto">
            <a:xfrm>
              <a:off x="10712163" y="5685013"/>
              <a:ext cx="1160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6" name="Line 27">
              <a:extLst>
                <a:ext uri="{FF2B5EF4-FFF2-40B4-BE49-F238E27FC236}">
                  <a16:creationId xmlns:a16="http://schemas.microsoft.com/office/drawing/2014/main" id="{6F538686-8094-8F45-7927-80DE99936192}"/>
                </a:ext>
              </a:extLst>
            </p:cNvPr>
            <p:cNvSpPr>
              <a:spLocks noChangeShapeType="1"/>
            </p:cNvSpPr>
            <p:nvPr/>
          </p:nvSpPr>
          <p:spPr bwMode="auto">
            <a:xfrm>
              <a:off x="6337057" y="4723410"/>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67" name="Line 27">
              <a:extLst>
                <a:ext uri="{FF2B5EF4-FFF2-40B4-BE49-F238E27FC236}">
                  <a16:creationId xmlns:a16="http://schemas.microsoft.com/office/drawing/2014/main" id="{098C50B4-2999-63A1-10FD-24AE6A9B2447}"/>
                </a:ext>
              </a:extLst>
            </p:cNvPr>
            <p:cNvSpPr>
              <a:spLocks noChangeShapeType="1"/>
            </p:cNvSpPr>
            <p:nvPr/>
          </p:nvSpPr>
          <p:spPr bwMode="auto">
            <a:xfrm>
              <a:off x="6337057" y="5200846"/>
              <a:ext cx="398235"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1" name="Line 27">
              <a:extLst>
                <a:ext uri="{FF2B5EF4-FFF2-40B4-BE49-F238E27FC236}">
                  <a16:creationId xmlns:a16="http://schemas.microsoft.com/office/drawing/2014/main" id="{7EB80F16-B3B0-0884-72EE-98916F9D88A2}"/>
                </a:ext>
              </a:extLst>
            </p:cNvPr>
            <p:cNvSpPr>
              <a:spLocks noChangeShapeType="1"/>
            </p:cNvSpPr>
            <p:nvPr/>
          </p:nvSpPr>
          <p:spPr bwMode="auto">
            <a:xfrm>
              <a:off x="9921331" y="3912748"/>
              <a:ext cx="80075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3" name="Line 27">
              <a:extLst>
                <a:ext uri="{FF2B5EF4-FFF2-40B4-BE49-F238E27FC236}">
                  <a16:creationId xmlns:a16="http://schemas.microsoft.com/office/drawing/2014/main" id="{5FD2956E-262B-F861-4B2C-2005A676FE76}"/>
                </a:ext>
              </a:extLst>
            </p:cNvPr>
            <p:cNvSpPr>
              <a:spLocks noChangeShapeType="1"/>
            </p:cNvSpPr>
            <p:nvPr/>
          </p:nvSpPr>
          <p:spPr bwMode="auto">
            <a:xfrm>
              <a:off x="10722088" y="4252942"/>
              <a:ext cx="797511"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0" name="Line 27">
              <a:extLst>
                <a:ext uri="{FF2B5EF4-FFF2-40B4-BE49-F238E27FC236}">
                  <a16:creationId xmlns:a16="http://schemas.microsoft.com/office/drawing/2014/main" id="{E61B5ECD-4093-42FF-DA66-DB8F7B895CB3}"/>
                </a:ext>
              </a:extLst>
            </p:cNvPr>
            <p:cNvSpPr>
              <a:spLocks noChangeShapeType="1"/>
            </p:cNvSpPr>
            <p:nvPr/>
          </p:nvSpPr>
          <p:spPr bwMode="auto">
            <a:xfrm>
              <a:off x="10716932" y="4726207"/>
              <a:ext cx="798800"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7" name="Line 27">
              <a:extLst>
                <a:ext uri="{FF2B5EF4-FFF2-40B4-BE49-F238E27FC236}">
                  <a16:creationId xmlns:a16="http://schemas.microsoft.com/office/drawing/2014/main" id="{1C20C863-C6DC-451C-422E-006FB045DA0F}"/>
                </a:ext>
              </a:extLst>
            </p:cNvPr>
            <p:cNvSpPr>
              <a:spLocks noChangeShapeType="1"/>
            </p:cNvSpPr>
            <p:nvPr/>
          </p:nvSpPr>
          <p:spPr bwMode="auto">
            <a:xfrm>
              <a:off x="10717335" y="5200516"/>
              <a:ext cx="797103"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4" name="Line 27">
              <a:extLst>
                <a:ext uri="{FF2B5EF4-FFF2-40B4-BE49-F238E27FC236}">
                  <a16:creationId xmlns:a16="http://schemas.microsoft.com/office/drawing/2014/main" id="{5B276DB0-ECFA-9272-8902-A522D98E2C8A}"/>
                </a:ext>
              </a:extLst>
            </p:cNvPr>
            <p:cNvSpPr>
              <a:spLocks noChangeShapeType="1"/>
            </p:cNvSpPr>
            <p:nvPr/>
          </p:nvSpPr>
          <p:spPr bwMode="auto">
            <a:xfrm>
              <a:off x="9917912" y="4725221"/>
              <a:ext cx="80075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5" name="Line 27">
              <a:extLst>
                <a:ext uri="{FF2B5EF4-FFF2-40B4-BE49-F238E27FC236}">
                  <a16:creationId xmlns:a16="http://schemas.microsoft.com/office/drawing/2014/main" id="{56E45F9D-4437-0920-8471-7DE938C8610F}"/>
                </a:ext>
              </a:extLst>
            </p:cNvPr>
            <p:cNvSpPr>
              <a:spLocks noChangeShapeType="1"/>
            </p:cNvSpPr>
            <p:nvPr/>
          </p:nvSpPr>
          <p:spPr bwMode="auto">
            <a:xfrm>
              <a:off x="9918318" y="4861319"/>
              <a:ext cx="80075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sp>
        <p:nvSpPr>
          <p:cNvPr id="37" name="标题 1">
            <a:extLst>
              <a:ext uri="{FF2B5EF4-FFF2-40B4-BE49-F238E27FC236}">
                <a16:creationId xmlns:a16="http://schemas.microsoft.com/office/drawing/2014/main" id="{ED043CF0-3893-FAC4-8D19-0B643741675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pic>
        <p:nvPicPr>
          <p:cNvPr id="39" name="图片 38">
            <a:extLst>
              <a:ext uri="{FF2B5EF4-FFF2-40B4-BE49-F238E27FC236}">
                <a16:creationId xmlns:a16="http://schemas.microsoft.com/office/drawing/2014/main" id="{E67DF8F2-4A1F-8427-F2E5-ECCDD4E08B8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920000" y="576000"/>
            <a:ext cx="4229508" cy="2376000"/>
          </a:xfrm>
          <a:prstGeom prst="rect">
            <a:avLst/>
          </a:prstGeom>
        </p:spPr>
      </p:pic>
    </p:spTree>
    <p:extLst>
      <p:ext uri="{BB962C8B-B14F-4D97-AF65-F5344CB8AC3E}">
        <p14:creationId xmlns:p14="http://schemas.microsoft.com/office/powerpoint/2010/main" val="1586878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59B7C65-EBE3-6DAA-B290-858C55FADCB1}"/>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E59B7C65-EBE3-6DAA-B290-858C55FADCB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8B5B6870-A9CA-F314-C01A-31E5E4B77D71}"/>
              </a:ext>
            </a:extLst>
          </p:cNvPr>
          <p:cNvSpPr txBox="1"/>
          <p:nvPr/>
        </p:nvSpPr>
        <p:spPr>
          <a:xfrm>
            <a:off x="360000" y="2038709"/>
            <a:ext cx="6640930"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256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endParaRPr lang="zh-CN" altLang="en-US" sz="2400" dirty="0"/>
          </a:p>
        </p:txBody>
      </p:sp>
      <p:grpSp>
        <p:nvGrpSpPr>
          <p:cNvPr id="151" name="组合 150">
            <a:extLst>
              <a:ext uri="{FF2B5EF4-FFF2-40B4-BE49-F238E27FC236}">
                <a16:creationId xmlns:a16="http://schemas.microsoft.com/office/drawing/2014/main" id="{E030F242-F158-367A-1853-FD2D65147932}"/>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582587B6-24EC-1462-28B9-02D211F463BF}"/>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346F7318-39B4-89D5-2130-B3097E59E6F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EF5AD48C-D86E-748F-D70A-E845B15B9E6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338C4ECD-C0B0-678D-F251-ABE393BE312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20</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252" name="文本框 251">
                <a:extLst>
                  <a:ext uri="{FF2B5EF4-FFF2-40B4-BE49-F238E27FC236}">
                    <a16:creationId xmlns:a16="http://schemas.microsoft.com/office/drawing/2014/main" id="{1BFC0A05-71DF-0BF5-CE8F-04ED2459A5C5}"/>
                  </a:ext>
                </a:extLst>
              </p:cNvPr>
              <p:cNvSpPr txBox="1"/>
              <p:nvPr/>
            </p:nvSpPr>
            <p:spPr>
              <a:xfrm>
                <a:off x="360000" y="5760000"/>
                <a:ext cx="7721010" cy="830997"/>
              </a:xfrm>
              <a:prstGeom prst="rect">
                <a:avLst/>
              </a:prstGeom>
              <a:noFill/>
            </p:spPr>
            <p:txBody>
              <a:bodyPr wrap="square">
                <a:spAutoFit/>
              </a:bodyPr>
              <a:lstStyle/>
              <a:p>
                <a:pPr lvl="1"/>
                <a:r>
                  <a:rPr lang="zh-CN" altLang="en-US" sz="2400" dirty="0">
                    <a:solidFill>
                      <a:srgbClr val="0000FF"/>
                    </a:solidFill>
                    <a:latin typeface="微软雅黑" panose="020B0503020204020204" pitchFamily="34" charset="-122"/>
                    <a:ea typeface="微软雅黑" panose="020B0503020204020204" pitchFamily="34" charset="-122"/>
                  </a:rPr>
                  <a:t>芯片 </a:t>
                </a:r>
                <a:r>
                  <a:rPr lang="en-US" altLang="zh-CN" sz="2400" dirty="0">
                    <a:solidFill>
                      <a:srgbClr val="0000FF"/>
                    </a:solidFill>
                    <a:latin typeface="微软雅黑" panose="020B0503020204020204" pitchFamily="34" charset="-122"/>
                    <a:ea typeface="微软雅黑" panose="020B0503020204020204" pitchFamily="34" charset="-122"/>
                  </a:rPr>
                  <a:t>(0) </a:t>
                </a:r>
                <a:r>
                  <a:rPr lang="zh-CN" altLang="en-US" sz="2400" dirty="0">
                    <a:solidFill>
                      <a:srgbClr val="0000FF"/>
                    </a:solidFill>
                    <a:latin typeface="微软雅黑" panose="020B0503020204020204" pitchFamily="34" charset="-122"/>
                    <a:ea typeface="微软雅黑" panose="020B0503020204020204" pitchFamily="34" charset="-122"/>
                  </a:rPr>
                  <a:t>的 </a:t>
                </a:r>
                <a14:m>
                  <m:oMath xmlns:m="http://schemas.openxmlformats.org/officeDocument/2006/math">
                    <m:r>
                      <m:rPr>
                        <m:sty m:val="p"/>
                      </m:rPr>
                      <a:rPr lang="en-US" altLang="zh-CN" sz="2400">
                        <a:solidFill>
                          <a:srgbClr val="0000FF"/>
                        </a:solidFill>
                        <a:latin typeface="Cambria Math" panose="02040503050406030204" pitchFamily="18" charset="0"/>
                      </a:rPr>
                      <m:t>TC</m:t>
                    </m:r>
                    <m:r>
                      <a:rPr lang="en-US" altLang="zh-CN" sz="2400">
                        <a:solidFill>
                          <a:srgbClr val="0000FF"/>
                        </a:solidFill>
                        <a:latin typeface="Cambria Math" panose="02040503050406030204" pitchFamily="18" charset="0"/>
                      </a:rPr>
                      <m:t>=0</m:t>
                    </m:r>
                  </m:oMath>
                </a14:m>
                <a:r>
                  <a:rPr lang="zh-CN" altLang="en-US" sz="2400" dirty="0">
                    <a:solidFill>
                      <a:srgbClr val="0000FF"/>
                    </a:solidFill>
                    <a:latin typeface="微软雅黑" panose="020B0503020204020204" pitchFamily="34" charset="-122"/>
                    <a:ea typeface="微软雅黑" panose="020B0503020204020204" pitchFamily="34" charset="-122"/>
                  </a:rPr>
                  <a:t>，芯片 </a:t>
                </a:r>
                <a:r>
                  <a:rPr lang="en-US" altLang="zh-CN" sz="2400" dirty="0">
                    <a:solidFill>
                      <a:srgbClr val="0000FF"/>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保持状态</a:t>
                </a:r>
                <a:endParaRPr lang="en-US" altLang="zh-CN" sz="2400" dirty="0">
                  <a:solidFill>
                    <a:srgbClr val="0000FF"/>
                  </a:solidFill>
                  <a:latin typeface="微软雅黑" panose="020B0503020204020204" pitchFamily="34" charset="-122"/>
                  <a:ea typeface="微软雅黑" panose="020B0503020204020204" pitchFamily="34" charset="-122"/>
                </a:endParaRPr>
              </a:p>
              <a:p>
                <a:pPr lvl="1"/>
                <a:r>
                  <a:rPr lang="zh-CN" altLang="en-US" sz="2400" dirty="0">
                    <a:solidFill>
                      <a:srgbClr val="0000FF"/>
                    </a:solidFill>
                    <a:latin typeface="微软雅黑" panose="020B0503020204020204" pitchFamily="34" charset="-122"/>
                    <a:ea typeface="微软雅黑" panose="020B0503020204020204" pitchFamily="34" charset="-122"/>
                  </a:rPr>
                  <a:t>芯片 </a:t>
                </a:r>
                <a:r>
                  <a:rPr lang="en-US" altLang="zh-CN" sz="2400" dirty="0">
                    <a:solidFill>
                      <a:srgbClr val="0000FF"/>
                    </a:solidFill>
                    <a:latin typeface="微软雅黑" panose="020B0503020204020204" pitchFamily="34" charset="-122"/>
                    <a:ea typeface="微软雅黑" panose="020B0503020204020204" pitchFamily="34" charset="-122"/>
                  </a:rPr>
                  <a:t>(0) </a:t>
                </a:r>
                <a:r>
                  <a:rPr lang="zh-CN" altLang="en-US" sz="2400" dirty="0">
                    <a:solidFill>
                      <a:srgbClr val="0000FF"/>
                    </a:solidFill>
                    <a:latin typeface="微软雅黑" panose="020B0503020204020204" pitchFamily="34" charset="-122"/>
                    <a:ea typeface="微软雅黑" panose="020B0503020204020204" pitchFamily="34" charset="-122"/>
                  </a:rPr>
                  <a:t>的</a:t>
                </a:r>
                <a:r>
                  <a:rPr lang="en-US" altLang="zh-CN" sz="2400" dirty="0">
                    <a:solidFill>
                      <a:srgbClr val="0000FF"/>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rgbClr val="0000FF"/>
                        </a:solidFill>
                        <a:latin typeface="Cambria Math" panose="02040503050406030204" pitchFamily="18" charset="0"/>
                      </a:rPr>
                      <m:t>TC</m:t>
                    </m:r>
                  </m:oMath>
                </a14:m>
                <a:r>
                  <a:rPr lang="zh-CN" altLang="en-US" sz="2400" dirty="0">
                    <a:solidFill>
                      <a:srgbClr val="0000FF"/>
                    </a:solidFill>
                    <a:latin typeface="微软雅黑" panose="020B0503020204020204" pitchFamily="34" charset="-122"/>
                    <a:ea typeface="微软雅黑" panose="020B0503020204020204" pitchFamily="34" charset="-122"/>
                  </a:rPr>
                  <a:t> 输出一次 </a:t>
                </a:r>
                <a:r>
                  <a:rPr lang="en-US" altLang="zh-CN" sz="2400" dirty="0">
                    <a:solidFill>
                      <a:srgbClr val="0000FF"/>
                    </a:solidFill>
                    <a:latin typeface="微软雅黑" panose="020B0503020204020204" pitchFamily="34" charset="-122"/>
                    <a:ea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rPr>
                  <a:t>，芯片 </a:t>
                </a:r>
                <a:r>
                  <a:rPr lang="en-US" altLang="zh-CN" sz="2400" dirty="0">
                    <a:solidFill>
                      <a:srgbClr val="0000FF"/>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计数一次</a:t>
                </a:r>
              </a:p>
            </p:txBody>
          </p:sp>
        </mc:Choice>
        <mc:Fallback xmlns="">
          <p:sp>
            <p:nvSpPr>
              <p:cNvPr id="252" name="文本框 251">
                <a:extLst>
                  <a:ext uri="{FF2B5EF4-FFF2-40B4-BE49-F238E27FC236}">
                    <a16:creationId xmlns:a16="http://schemas.microsoft.com/office/drawing/2014/main" id="{1BFC0A05-71DF-0BF5-CE8F-04ED2459A5C5}"/>
                  </a:ext>
                </a:extLst>
              </p:cNvPr>
              <p:cNvSpPr txBox="1">
                <a:spLocks noRot="1" noChangeAspect="1" noMove="1" noResize="1" noEditPoints="1" noAdjustHandles="1" noChangeArrowheads="1" noChangeShapeType="1" noTextEdit="1"/>
              </p:cNvSpPr>
              <p:nvPr/>
            </p:nvSpPr>
            <p:spPr>
              <a:xfrm>
                <a:off x="360000" y="5760000"/>
                <a:ext cx="7721010" cy="830997"/>
              </a:xfrm>
              <a:prstGeom prst="rect">
                <a:avLst/>
              </a:prstGeom>
              <a:blipFill>
                <a:blip r:embed="rId4"/>
                <a:stretch>
                  <a:fillRect t="-5882" b="-16176"/>
                </a:stretch>
              </a:blipFill>
            </p:spPr>
            <p:txBody>
              <a:bodyPr/>
              <a:lstStyle/>
              <a:p>
                <a:r>
                  <a:rPr lang="zh-CN" altLang="en-US">
                    <a:noFill/>
                  </a:rPr>
                  <a:t> </a:t>
                </a:r>
              </a:p>
            </p:txBody>
          </p:sp>
        </mc:Fallback>
      </mc:AlternateContent>
      <p:pic>
        <p:nvPicPr>
          <p:cNvPr id="254" name="图片 253">
            <a:extLst>
              <a:ext uri="{FF2B5EF4-FFF2-40B4-BE49-F238E27FC236}">
                <a16:creationId xmlns:a16="http://schemas.microsoft.com/office/drawing/2014/main" id="{8575B873-009F-48B8-F6FC-016C5E9627D6}"/>
              </a:ext>
            </a:extLst>
          </p:cNvPr>
          <p:cNvPicPr>
            <a:picLocks noChangeAspect="1"/>
          </p:cNvPicPr>
          <p:nvPr/>
        </p:nvPicPr>
        <p:blipFill>
          <a:blip r:embed="rId5"/>
          <a:stretch>
            <a:fillRect/>
          </a:stretch>
        </p:blipFill>
        <p:spPr>
          <a:xfrm>
            <a:off x="8333508" y="638213"/>
            <a:ext cx="3777113" cy="2054346"/>
          </a:xfrm>
          <a:prstGeom prst="rect">
            <a:avLst/>
          </a:prstGeom>
        </p:spPr>
      </p:pic>
      <p:sp>
        <p:nvSpPr>
          <p:cNvPr id="5" name="标题 1">
            <a:extLst>
              <a:ext uri="{FF2B5EF4-FFF2-40B4-BE49-F238E27FC236}">
                <a16:creationId xmlns:a16="http://schemas.microsoft.com/office/drawing/2014/main" id="{2439C626-941B-64B5-748E-690A0CC211C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grpSp>
        <p:nvGrpSpPr>
          <p:cNvPr id="365" name="组合 364">
            <a:extLst>
              <a:ext uri="{FF2B5EF4-FFF2-40B4-BE49-F238E27FC236}">
                <a16:creationId xmlns:a16="http://schemas.microsoft.com/office/drawing/2014/main" id="{40ED7B5A-EDA4-8090-9FD7-FF786C8C31AD}"/>
              </a:ext>
            </a:extLst>
          </p:cNvPr>
          <p:cNvGrpSpPr/>
          <p:nvPr/>
        </p:nvGrpSpPr>
        <p:grpSpPr>
          <a:xfrm>
            <a:off x="1165322" y="2700000"/>
            <a:ext cx="9861356" cy="3038271"/>
            <a:chOff x="1165322" y="2700000"/>
            <a:chExt cx="9861356" cy="3038271"/>
          </a:xfrm>
        </p:grpSpPr>
        <p:cxnSp>
          <p:nvCxnSpPr>
            <p:cNvPr id="283" name="直接连接符 282">
              <a:extLst>
                <a:ext uri="{FF2B5EF4-FFF2-40B4-BE49-F238E27FC236}">
                  <a16:creationId xmlns:a16="http://schemas.microsoft.com/office/drawing/2014/main" id="{807B81C1-2430-94ED-0324-521AF630889B}"/>
                </a:ext>
              </a:extLst>
            </p:cNvPr>
            <p:cNvCxnSpPr>
              <a:cxnSpLocks/>
            </p:cNvCxnSpPr>
            <p:nvPr/>
          </p:nvCxnSpPr>
          <p:spPr>
            <a:xfrm>
              <a:off x="9281620" y="3065344"/>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4" name="Line 27">
              <a:extLst>
                <a:ext uri="{FF2B5EF4-FFF2-40B4-BE49-F238E27FC236}">
                  <a16:creationId xmlns:a16="http://schemas.microsoft.com/office/drawing/2014/main" id="{BF619684-FA1A-0C9C-1FB7-75D3CD7B040B}"/>
                </a:ext>
              </a:extLst>
            </p:cNvPr>
            <p:cNvSpPr>
              <a:spLocks noChangeShapeType="1"/>
            </p:cNvSpPr>
            <p:nvPr/>
          </p:nvSpPr>
          <p:spPr bwMode="auto">
            <a:xfrm>
              <a:off x="5336708" y="3742696"/>
              <a:ext cx="8325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285" name="直接连接符 284">
              <a:extLst>
                <a:ext uri="{FF2B5EF4-FFF2-40B4-BE49-F238E27FC236}">
                  <a16:creationId xmlns:a16="http://schemas.microsoft.com/office/drawing/2014/main" id="{6775D695-BEF9-92DA-8422-A1625D466B34}"/>
                </a:ext>
              </a:extLst>
            </p:cNvPr>
            <p:cNvCxnSpPr>
              <a:cxnSpLocks/>
            </p:cNvCxnSpPr>
            <p:nvPr/>
          </p:nvCxnSpPr>
          <p:spPr>
            <a:xfrm>
              <a:off x="2936567" y="3067327"/>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a:extLst>
                <a:ext uri="{FF2B5EF4-FFF2-40B4-BE49-F238E27FC236}">
                  <a16:creationId xmlns:a16="http://schemas.microsoft.com/office/drawing/2014/main" id="{2D5AF35B-59AD-1127-3CB1-AEF5BA00A6F5}"/>
                </a:ext>
              </a:extLst>
            </p:cNvPr>
            <p:cNvCxnSpPr>
              <a:cxnSpLocks/>
            </p:cNvCxnSpPr>
            <p:nvPr/>
          </p:nvCxnSpPr>
          <p:spPr>
            <a:xfrm>
              <a:off x="3424182" y="3066272"/>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4E5AC875-5D0E-E243-7A7D-FFB97257BCE1}"/>
                </a:ext>
              </a:extLst>
            </p:cNvPr>
            <p:cNvCxnSpPr>
              <a:cxnSpLocks/>
            </p:cNvCxnSpPr>
            <p:nvPr/>
          </p:nvCxnSpPr>
          <p:spPr>
            <a:xfrm>
              <a:off x="3910182" y="3066272"/>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A1592511-0ECA-E046-79AB-ACBF2BDB6570}"/>
                </a:ext>
              </a:extLst>
            </p:cNvPr>
            <p:cNvCxnSpPr>
              <a:cxnSpLocks/>
            </p:cNvCxnSpPr>
            <p:nvPr/>
          </p:nvCxnSpPr>
          <p:spPr>
            <a:xfrm>
              <a:off x="4396182" y="3066272"/>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矩形 288">
              <a:extLst>
                <a:ext uri="{FF2B5EF4-FFF2-40B4-BE49-F238E27FC236}">
                  <a16:creationId xmlns:a16="http://schemas.microsoft.com/office/drawing/2014/main" id="{4AD9DCAC-804B-F58D-1988-A348C5526757}"/>
                </a:ext>
              </a:extLst>
            </p:cNvPr>
            <p:cNvSpPr/>
            <p:nvPr/>
          </p:nvSpPr>
          <p:spPr>
            <a:xfrm>
              <a:off x="2007650" y="3339099"/>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90" name="文本框 289">
                  <a:extLst>
                    <a:ext uri="{FF2B5EF4-FFF2-40B4-BE49-F238E27FC236}">
                      <a16:creationId xmlns:a16="http://schemas.microsoft.com/office/drawing/2014/main" id="{75BECA4F-D9E0-6DD9-8CD8-00FEA0E70037}"/>
                    </a:ext>
                  </a:extLst>
                </p:cNvPr>
                <p:cNvSpPr txBox="1"/>
                <p:nvPr/>
              </p:nvSpPr>
              <p:spPr>
                <a:xfrm>
                  <a:off x="2715790"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90" name="文本框 289">
                  <a:extLst>
                    <a:ext uri="{FF2B5EF4-FFF2-40B4-BE49-F238E27FC236}">
                      <a16:creationId xmlns:a16="http://schemas.microsoft.com/office/drawing/2014/main" id="{75BECA4F-D9E0-6DD9-8CD8-00FEA0E70037}"/>
                    </a:ext>
                  </a:extLst>
                </p:cNvPr>
                <p:cNvSpPr txBox="1">
                  <a:spLocks noRot="1" noChangeAspect="1" noMove="1" noResize="1" noEditPoints="1" noAdjustHandles="1" noChangeArrowheads="1" noChangeShapeType="1" noTextEdit="1"/>
                </p:cNvSpPr>
                <p:nvPr/>
              </p:nvSpPr>
              <p:spPr>
                <a:xfrm>
                  <a:off x="2715790" y="3284724"/>
                  <a:ext cx="443169" cy="430887"/>
                </a:xfrm>
                <a:prstGeom prst="rect">
                  <a:avLst/>
                </a:prstGeom>
                <a:blipFill>
                  <a:blip r:embed="rId6"/>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1" name="文本框 290">
                  <a:extLst>
                    <a:ext uri="{FF2B5EF4-FFF2-40B4-BE49-F238E27FC236}">
                      <a16:creationId xmlns:a16="http://schemas.microsoft.com/office/drawing/2014/main" id="{EB5E075B-6973-210A-4747-E0802E051912}"/>
                    </a:ext>
                  </a:extLst>
                </p:cNvPr>
                <p:cNvSpPr txBox="1"/>
                <p:nvPr/>
              </p:nvSpPr>
              <p:spPr>
                <a:xfrm>
                  <a:off x="3201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91" name="文本框 290">
                  <a:extLst>
                    <a:ext uri="{FF2B5EF4-FFF2-40B4-BE49-F238E27FC236}">
                      <a16:creationId xmlns:a16="http://schemas.microsoft.com/office/drawing/2014/main" id="{EB5E075B-6973-210A-4747-E0802E051912}"/>
                    </a:ext>
                  </a:extLst>
                </p:cNvPr>
                <p:cNvSpPr txBox="1">
                  <a:spLocks noRot="1" noChangeAspect="1" noMove="1" noResize="1" noEditPoints="1" noAdjustHandles="1" noChangeArrowheads="1" noChangeShapeType="1" noTextEdit="1"/>
                </p:cNvSpPr>
                <p:nvPr/>
              </p:nvSpPr>
              <p:spPr>
                <a:xfrm>
                  <a:off x="3201791" y="3284724"/>
                  <a:ext cx="443169" cy="430887"/>
                </a:xfrm>
                <a:prstGeom prst="rect">
                  <a:avLst/>
                </a:prstGeom>
                <a:blipFill>
                  <a:blip r:embed="rId7"/>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2" name="文本框 291">
                  <a:extLst>
                    <a:ext uri="{FF2B5EF4-FFF2-40B4-BE49-F238E27FC236}">
                      <a16:creationId xmlns:a16="http://schemas.microsoft.com/office/drawing/2014/main" id="{406BC4F4-A79E-79B6-30AE-E3BCB56E26B4}"/>
                    </a:ext>
                  </a:extLst>
                </p:cNvPr>
                <p:cNvSpPr txBox="1"/>
                <p:nvPr/>
              </p:nvSpPr>
              <p:spPr>
                <a:xfrm>
                  <a:off x="3687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292" name="文本框 291">
                  <a:extLst>
                    <a:ext uri="{FF2B5EF4-FFF2-40B4-BE49-F238E27FC236}">
                      <a16:creationId xmlns:a16="http://schemas.microsoft.com/office/drawing/2014/main" id="{406BC4F4-A79E-79B6-30AE-E3BCB56E26B4}"/>
                    </a:ext>
                  </a:extLst>
                </p:cNvPr>
                <p:cNvSpPr txBox="1">
                  <a:spLocks noRot="1" noChangeAspect="1" noMove="1" noResize="1" noEditPoints="1" noAdjustHandles="1" noChangeArrowheads="1" noChangeShapeType="1" noTextEdit="1"/>
                </p:cNvSpPr>
                <p:nvPr/>
              </p:nvSpPr>
              <p:spPr>
                <a:xfrm>
                  <a:off x="3687791" y="3284724"/>
                  <a:ext cx="443169" cy="430887"/>
                </a:xfrm>
                <a:prstGeom prst="rect">
                  <a:avLst/>
                </a:prstGeom>
                <a:blipFill>
                  <a:blip r:embed="rId8"/>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3" name="文本框 292">
                  <a:extLst>
                    <a:ext uri="{FF2B5EF4-FFF2-40B4-BE49-F238E27FC236}">
                      <a16:creationId xmlns:a16="http://schemas.microsoft.com/office/drawing/2014/main" id="{52A85F40-10EA-630B-9BAE-AC14867BD782}"/>
                    </a:ext>
                  </a:extLst>
                </p:cNvPr>
                <p:cNvSpPr txBox="1"/>
                <p:nvPr/>
              </p:nvSpPr>
              <p:spPr>
                <a:xfrm>
                  <a:off x="4173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93" name="文本框 292">
                  <a:extLst>
                    <a:ext uri="{FF2B5EF4-FFF2-40B4-BE49-F238E27FC236}">
                      <a16:creationId xmlns:a16="http://schemas.microsoft.com/office/drawing/2014/main" id="{52A85F40-10EA-630B-9BAE-AC14867BD782}"/>
                    </a:ext>
                  </a:extLst>
                </p:cNvPr>
                <p:cNvSpPr txBox="1">
                  <a:spLocks noRot="1" noChangeAspect="1" noMove="1" noResize="1" noEditPoints="1" noAdjustHandles="1" noChangeArrowheads="1" noChangeShapeType="1" noTextEdit="1"/>
                </p:cNvSpPr>
                <p:nvPr/>
              </p:nvSpPr>
              <p:spPr>
                <a:xfrm>
                  <a:off x="4173791" y="3284724"/>
                  <a:ext cx="443169" cy="430887"/>
                </a:xfrm>
                <a:prstGeom prst="rect">
                  <a:avLst/>
                </a:prstGeom>
                <a:blipFill>
                  <a:blip r:embed="rId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4" name="文本框 293">
                  <a:extLst>
                    <a:ext uri="{FF2B5EF4-FFF2-40B4-BE49-F238E27FC236}">
                      <a16:creationId xmlns:a16="http://schemas.microsoft.com/office/drawing/2014/main" id="{C0B55A00-B6E4-6AFE-BB54-C9DDC19E7644}"/>
                    </a:ext>
                  </a:extLst>
                </p:cNvPr>
                <p:cNvSpPr txBox="1"/>
                <p:nvPr/>
              </p:nvSpPr>
              <p:spPr>
                <a:xfrm>
                  <a:off x="2715790"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94" name="文本框 293">
                  <a:extLst>
                    <a:ext uri="{FF2B5EF4-FFF2-40B4-BE49-F238E27FC236}">
                      <a16:creationId xmlns:a16="http://schemas.microsoft.com/office/drawing/2014/main" id="{C0B55A00-B6E4-6AFE-BB54-C9DDC19E7644}"/>
                    </a:ext>
                  </a:extLst>
                </p:cNvPr>
                <p:cNvSpPr txBox="1">
                  <a:spLocks noRot="1" noChangeAspect="1" noMove="1" noResize="1" noEditPoints="1" noAdjustHandles="1" noChangeArrowheads="1" noChangeShapeType="1" noTextEdit="1"/>
                </p:cNvSpPr>
                <p:nvPr/>
              </p:nvSpPr>
              <p:spPr>
                <a:xfrm>
                  <a:off x="2715790" y="4523615"/>
                  <a:ext cx="443169" cy="430887"/>
                </a:xfrm>
                <a:prstGeom prst="rect">
                  <a:avLst/>
                </a:prstGeom>
                <a:blipFill>
                  <a:blip r:embed="rId10"/>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5" name="文本框 294">
                  <a:extLst>
                    <a:ext uri="{FF2B5EF4-FFF2-40B4-BE49-F238E27FC236}">
                      <a16:creationId xmlns:a16="http://schemas.microsoft.com/office/drawing/2014/main" id="{5867592F-A26E-E875-4487-2FA02ABFF1E2}"/>
                    </a:ext>
                  </a:extLst>
                </p:cNvPr>
                <p:cNvSpPr txBox="1"/>
                <p:nvPr/>
              </p:nvSpPr>
              <p:spPr>
                <a:xfrm>
                  <a:off x="3201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95" name="文本框 294">
                  <a:extLst>
                    <a:ext uri="{FF2B5EF4-FFF2-40B4-BE49-F238E27FC236}">
                      <a16:creationId xmlns:a16="http://schemas.microsoft.com/office/drawing/2014/main" id="{5867592F-A26E-E875-4487-2FA02ABFF1E2}"/>
                    </a:ext>
                  </a:extLst>
                </p:cNvPr>
                <p:cNvSpPr txBox="1">
                  <a:spLocks noRot="1" noChangeAspect="1" noMove="1" noResize="1" noEditPoints="1" noAdjustHandles="1" noChangeArrowheads="1" noChangeShapeType="1" noTextEdit="1"/>
                </p:cNvSpPr>
                <p:nvPr/>
              </p:nvSpPr>
              <p:spPr>
                <a:xfrm>
                  <a:off x="3201791" y="4523615"/>
                  <a:ext cx="443169" cy="430887"/>
                </a:xfrm>
                <a:prstGeom prst="rect">
                  <a:avLst/>
                </a:prstGeom>
                <a:blipFill>
                  <a:blip r:embed="rId11"/>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6" name="文本框 295">
                  <a:extLst>
                    <a:ext uri="{FF2B5EF4-FFF2-40B4-BE49-F238E27FC236}">
                      <a16:creationId xmlns:a16="http://schemas.microsoft.com/office/drawing/2014/main" id="{26C4B9F4-F7FF-D402-32E4-4CB8C27637F7}"/>
                    </a:ext>
                  </a:extLst>
                </p:cNvPr>
                <p:cNvSpPr txBox="1"/>
                <p:nvPr/>
              </p:nvSpPr>
              <p:spPr>
                <a:xfrm>
                  <a:off x="3687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296" name="文本框 295">
                  <a:extLst>
                    <a:ext uri="{FF2B5EF4-FFF2-40B4-BE49-F238E27FC236}">
                      <a16:creationId xmlns:a16="http://schemas.microsoft.com/office/drawing/2014/main" id="{26C4B9F4-F7FF-D402-32E4-4CB8C27637F7}"/>
                    </a:ext>
                  </a:extLst>
                </p:cNvPr>
                <p:cNvSpPr txBox="1">
                  <a:spLocks noRot="1" noChangeAspect="1" noMove="1" noResize="1" noEditPoints="1" noAdjustHandles="1" noChangeArrowheads="1" noChangeShapeType="1" noTextEdit="1"/>
                </p:cNvSpPr>
                <p:nvPr/>
              </p:nvSpPr>
              <p:spPr>
                <a:xfrm>
                  <a:off x="3687791" y="4523615"/>
                  <a:ext cx="443169" cy="430887"/>
                </a:xfrm>
                <a:prstGeom prst="rect">
                  <a:avLst/>
                </a:prstGeom>
                <a:blipFill>
                  <a:blip r:embed="rId12"/>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 name="文本框 296">
                  <a:extLst>
                    <a:ext uri="{FF2B5EF4-FFF2-40B4-BE49-F238E27FC236}">
                      <a16:creationId xmlns:a16="http://schemas.microsoft.com/office/drawing/2014/main" id="{A95EC791-0F46-00BF-3F7E-0B03DF477D5F}"/>
                    </a:ext>
                  </a:extLst>
                </p:cNvPr>
                <p:cNvSpPr txBox="1"/>
                <p:nvPr/>
              </p:nvSpPr>
              <p:spPr>
                <a:xfrm>
                  <a:off x="4173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97" name="文本框 296">
                  <a:extLst>
                    <a:ext uri="{FF2B5EF4-FFF2-40B4-BE49-F238E27FC236}">
                      <a16:creationId xmlns:a16="http://schemas.microsoft.com/office/drawing/2014/main" id="{A95EC791-0F46-00BF-3F7E-0B03DF477D5F}"/>
                    </a:ext>
                  </a:extLst>
                </p:cNvPr>
                <p:cNvSpPr txBox="1">
                  <a:spLocks noRot="1" noChangeAspect="1" noMove="1" noResize="1" noEditPoints="1" noAdjustHandles="1" noChangeArrowheads="1" noChangeShapeType="1" noTextEdit="1"/>
                </p:cNvSpPr>
                <p:nvPr/>
              </p:nvSpPr>
              <p:spPr>
                <a:xfrm>
                  <a:off x="4173791" y="4523615"/>
                  <a:ext cx="443169" cy="430887"/>
                </a:xfrm>
                <a:prstGeom prst="rect">
                  <a:avLst/>
                </a:prstGeom>
                <a:blipFill>
                  <a:blip r:embed="rId1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8" name="文本框 297">
                  <a:extLst>
                    <a:ext uri="{FF2B5EF4-FFF2-40B4-BE49-F238E27FC236}">
                      <a16:creationId xmlns:a16="http://schemas.microsoft.com/office/drawing/2014/main" id="{AC553BB3-F0EF-E040-56A7-6DDA9FAFB6EC}"/>
                    </a:ext>
                  </a:extLst>
                </p:cNvPr>
                <p:cNvSpPr txBox="1"/>
                <p:nvPr/>
              </p:nvSpPr>
              <p:spPr>
                <a:xfrm>
                  <a:off x="2005720" y="3354086"/>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298" name="文本框 297">
                  <a:extLst>
                    <a:ext uri="{FF2B5EF4-FFF2-40B4-BE49-F238E27FC236}">
                      <a16:creationId xmlns:a16="http://schemas.microsoft.com/office/drawing/2014/main" id="{AC553BB3-F0EF-E040-56A7-6DDA9FAFB6EC}"/>
                    </a:ext>
                  </a:extLst>
                </p:cNvPr>
                <p:cNvSpPr txBox="1">
                  <a:spLocks noRot="1" noChangeAspect="1" noMove="1" noResize="1" noEditPoints="1" noAdjustHandles="1" noChangeArrowheads="1" noChangeShapeType="1" noTextEdit="1"/>
                </p:cNvSpPr>
                <p:nvPr/>
              </p:nvSpPr>
              <p:spPr>
                <a:xfrm>
                  <a:off x="2005720" y="3354086"/>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9" name="文本框 298">
                  <a:extLst>
                    <a:ext uri="{FF2B5EF4-FFF2-40B4-BE49-F238E27FC236}">
                      <a16:creationId xmlns:a16="http://schemas.microsoft.com/office/drawing/2014/main" id="{60B0C780-1B76-CB28-43B5-AECF188E201E}"/>
                    </a:ext>
                  </a:extLst>
                </p:cNvPr>
                <p:cNvSpPr txBox="1"/>
                <p:nvPr/>
              </p:nvSpPr>
              <p:spPr>
                <a:xfrm>
                  <a:off x="2005720" y="375150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299" name="文本框 298">
                  <a:extLst>
                    <a:ext uri="{FF2B5EF4-FFF2-40B4-BE49-F238E27FC236}">
                      <a16:creationId xmlns:a16="http://schemas.microsoft.com/office/drawing/2014/main" id="{60B0C780-1B76-CB28-43B5-AECF188E201E}"/>
                    </a:ext>
                  </a:extLst>
                </p:cNvPr>
                <p:cNvSpPr txBox="1">
                  <a:spLocks noRot="1" noChangeAspect="1" noMove="1" noResize="1" noEditPoints="1" noAdjustHandles="1" noChangeArrowheads="1" noChangeShapeType="1" noTextEdit="1"/>
                </p:cNvSpPr>
                <p:nvPr/>
              </p:nvSpPr>
              <p:spPr>
                <a:xfrm>
                  <a:off x="2005720" y="3751504"/>
                  <a:ext cx="774000" cy="430887"/>
                </a:xfrm>
                <a:prstGeom prst="rect">
                  <a:avLst/>
                </a:prstGeom>
                <a:blipFill>
                  <a:blip r:embed="rId15"/>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0" name="文本框 299">
                  <a:extLst>
                    <a:ext uri="{FF2B5EF4-FFF2-40B4-BE49-F238E27FC236}">
                      <a16:creationId xmlns:a16="http://schemas.microsoft.com/office/drawing/2014/main" id="{CA791394-F7A6-0074-7EDB-61542CBE77A7}"/>
                    </a:ext>
                  </a:extLst>
                </p:cNvPr>
                <p:cNvSpPr txBox="1"/>
                <p:nvPr/>
              </p:nvSpPr>
              <p:spPr>
                <a:xfrm>
                  <a:off x="2005720" y="4133772"/>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300" name="文本框 299">
                  <a:extLst>
                    <a:ext uri="{FF2B5EF4-FFF2-40B4-BE49-F238E27FC236}">
                      <a16:creationId xmlns:a16="http://schemas.microsoft.com/office/drawing/2014/main" id="{CA791394-F7A6-0074-7EDB-61542CBE77A7}"/>
                    </a:ext>
                  </a:extLst>
                </p:cNvPr>
                <p:cNvSpPr txBox="1">
                  <a:spLocks noRot="1" noChangeAspect="1" noMove="1" noResize="1" noEditPoints="1" noAdjustHandles="1" noChangeArrowheads="1" noChangeShapeType="1" noTextEdit="1"/>
                </p:cNvSpPr>
                <p:nvPr/>
              </p:nvSpPr>
              <p:spPr>
                <a:xfrm>
                  <a:off x="2005720" y="4133772"/>
                  <a:ext cx="577471" cy="430887"/>
                </a:xfrm>
                <a:prstGeom prst="rect">
                  <a:avLst/>
                </a:prstGeom>
                <a:blipFill>
                  <a:blip r:embed="rId16"/>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1" name="文本框 300">
                  <a:extLst>
                    <a:ext uri="{FF2B5EF4-FFF2-40B4-BE49-F238E27FC236}">
                      <a16:creationId xmlns:a16="http://schemas.microsoft.com/office/drawing/2014/main" id="{64C4FA59-C197-CD1B-5D46-AA0E79348B1A}"/>
                    </a:ext>
                  </a:extLst>
                </p:cNvPr>
                <p:cNvSpPr txBox="1"/>
                <p:nvPr/>
              </p:nvSpPr>
              <p:spPr>
                <a:xfrm>
                  <a:off x="2005720" y="45141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301" name="文本框 300">
                  <a:extLst>
                    <a:ext uri="{FF2B5EF4-FFF2-40B4-BE49-F238E27FC236}">
                      <a16:creationId xmlns:a16="http://schemas.microsoft.com/office/drawing/2014/main" id="{64C4FA59-C197-CD1B-5D46-AA0E79348B1A}"/>
                    </a:ext>
                  </a:extLst>
                </p:cNvPr>
                <p:cNvSpPr txBox="1">
                  <a:spLocks noRot="1" noChangeAspect="1" noMove="1" noResize="1" noEditPoints="1" noAdjustHandles="1" noChangeArrowheads="1" noChangeShapeType="1" noTextEdit="1"/>
                </p:cNvSpPr>
                <p:nvPr/>
              </p:nvSpPr>
              <p:spPr>
                <a:xfrm>
                  <a:off x="2005720" y="4514130"/>
                  <a:ext cx="577471" cy="430887"/>
                </a:xfrm>
                <a:prstGeom prst="rect">
                  <a:avLst/>
                </a:prstGeom>
                <a:blipFill>
                  <a:blip r:embed="rId17"/>
                  <a:stretch>
                    <a:fillRect l="-1053"/>
                  </a:stretch>
                </a:blipFill>
              </p:spPr>
              <p:txBody>
                <a:bodyPr/>
                <a:lstStyle/>
                <a:p>
                  <a:r>
                    <a:rPr lang="zh-CN" altLang="en-US">
                      <a:noFill/>
                    </a:rPr>
                    <a:t> </a:t>
                  </a:r>
                </a:p>
              </p:txBody>
            </p:sp>
          </mc:Fallback>
        </mc:AlternateContent>
        <p:sp>
          <p:nvSpPr>
            <p:cNvPr id="302" name="Line 27">
              <a:extLst>
                <a:ext uri="{FF2B5EF4-FFF2-40B4-BE49-F238E27FC236}">
                  <a16:creationId xmlns:a16="http://schemas.microsoft.com/office/drawing/2014/main" id="{19E460DE-9EC9-2FE2-73B2-504F42268F52}"/>
                </a:ext>
              </a:extLst>
            </p:cNvPr>
            <p:cNvSpPr>
              <a:spLocks noChangeShapeType="1"/>
            </p:cNvSpPr>
            <p:nvPr/>
          </p:nvSpPr>
          <p:spPr bwMode="auto">
            <a:xfrm>
              <a:off x="1446886" y="3570836"/>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3" name="Line 27">
              <a:extLst>
                <a:ext uri="{FF2B5EF4-FFF2-40B4-BE49-F238E27FC236}">
                  <a16:creationId xmlns:a16="http://schemas.microsoft.com/office/drawing/2014/main" id="{F485CF4C-BB28-0F19-238E-6B371B4EE757}"/>
                </a:ext>
              </a:extLst>
            </p:cNvPr>
            <p:cNvSpPr>
              <a:spLocks noChangeShapeType="1"/>
            </p:cNvSpPr>
            <p:nvPr/>
          </p:nvSpPr>
          <p:spPr bwMode="auto">
            <a:xfrm>
              <a:off x="1688920" y="3967504"/>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4" name="Line 27">
              <a:extLst>
                <a:ext uri="{FF2B5EF4-FFF2-40B4-BE49-F238E27FC236}">
                  <a16:creationId xmlns:a16="http://schemas.microsoft.com/office/drawing/2014/main" id="{8C695849-C8F9-2A8D-7569-2F53ECD9C9AD}"/>
                </a:ext>
              </a:extLst>
            </p:cNvPr>
            <p:cNvSpPr>
              <a:spLocks noChangeShapeType="1"/>
            </p:cNvSpPr>
            <p:nvPr/>
          </p:nvSpPr>
          <p:spPr bwMode="auto">
            <a:xfrm>
              <a:off x="1688920" y="4350080"/>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5" name="椭圆 304">
              <a:extLst>
                <a:ext uri="{FF2B5EF4-FFF2-40B4-BE49-F238E27FC236}">
                  <a16:creationId xmlns:a16="http://schemas.microsoft.com/office/drawing/2014/main" id="{84C8E99C-77AA-5919-8708-1A5B40FB20F7}"/>
                </a:ext>
              </a:extLst>
            </p:cNvPr>
            <p:cNvSpPr/>
            <p:nvPr/>
          </p:nvSpPr>
          <p:spPr>
            <a:xfrm flipV="1">
              <a:off x="1878716" y="429045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06" name="Line 27">
              <a:extLst>
                <a:ext uri="{FF2B5EF4-FFF2-40B4-BE49-F238E27FC236}">
                  <a16:creationId xmlns:a16="http://schemas.microsoft.com/office/drawing/2014/main" id="{9833A721-8350-2E55-44A0-FBB7961F930C}"/>
                </a:ext>
              </a:extLst>
            </p:cNvPr>
            <p:cNvSpPr>
              <a:spLocks noChangeShapeType="1"/>
            </p:cNvSpPr>
            <p:nvPr/>
          </p:nvSpPr>
          <p:spPr bwMode="auto">
            <a:xfrm>
              <a:off x="1688920" y="4729257"/>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7" name="椭圆 306">
              <a:extLst>
                <a:ext uri="{FF2B5EF4-FFF2-40B4-BE49-F238E27FC236}">
                  <a16:creationId xmlns:a16="http://schemas.microsoft.com/office/drawing/2014/main" id="{C70DDD03-0D9A-6008-A3F1-05FC99F16DFD}"/>
                </a:ext>
              </a:extLst>
            </p:cNvPr>
            <p:cNvSpPr/>
            <p:nvPr/>
          </p:nvSpPr>
          <p:spPr>
            <a:xfrm flipV="1">
              <a:off x="1878716" y="4669636"/>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08" name="文本框 307">
                  <a:extLst>
                    <a:ext uri="{FF2B5EF4-FFF2-40B4-BE49-F238E27FC236}">
                      <a16:creationId xmlns:a16="http://schemas.microsoft.com/office/drawing/2014/main" id="{F35AE8B0-B7D4-5065-22D6-64997909A02D}"/>
                    </a:ext>
                  </a:extLst>
                </p:cNvPr>
                <p:cNvSpPr txBox="1"/>
                <p:nvPr/>
              </p:nvSpPr>
              <p:spPr>
                <a:xfrm>
                  <a:off x="4688918" y="4334404"/>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308" name="文本框 307">
                  <a:extLst>
                    <a:ext uri="{FF2B5EF4-FFF2-40B4-BE49-F238E27FC236}">
                      <a16:creationId xmlns:a16="http://schemas.microsoft.com/office/drawing/2014/main" id="{F35AE8B0-B7D4-5065-22D6-64997909A02D}"/>
                    </a:ext>
                  </a:extLst>
                </p:cNvPr>
                <p:cNvSpPr txBox="1">
                  <a:spLocks noRot="1" noChangeAspect="1" noMove="1" noResize="1" noEditPoints="1" noAdjustHandles="1" noChangeArrowheads="1" noChangeShapeType="1" noTextEdit="1"/>
                </p:cNvSpPr>
                <p:nvPr/>
              </p:nvSpPr>
              <p:spPr>
                <a:xfrm>
                  <a:off x="4688918" y="4334404"/>
                  <a:ext cx="577471" cy="430887"/>
                </a:xfrm>
                <a:prstGeom prst="rect">
                  <a:avLst/>
                </a:prstGeom>
                <a:blipFill>
                  <a:blip r:embed="rId18"/>
                  <a:stretch>
                    <a:fillRect r="-1053"/>
                  </a:stretch>
                </a:blipFill>
              </p:spPr>
              <p:txBody>
                <a:bodyPr/>
                <a:lstStyle/>
                <a:p>
                  <a:r>
                    <a:rPr lang="zh-CN" altLang="en-US">
                      <a:noFill/>
                    </a:rPr>
                    <a:t> </a:t>
                  </a:r>
                </a:p>
              </p:txBody>
            </p:sp>
          </mc:Fallback>
        </mc:AlternateContent>
        <p:sp>
          <p:nvSpPr>
            <p:cNvPr id="309" name="Line 27">
              <a:extLst>
                <a:ext uri="{FF2B5EF4-FFF2-40B4-BE49-F238E27FC236}">
                  <a16:creationId xmlns:a16="http://schemas.microsoft.com/office/drawing/2014/main" id="{35089478-EC62-AF75-3F97-80FC8A9075B2}"/>
                </a:ext>
              </a:extLst>
            </p:cNvPr>
            <p:cNvSpPr>
              <a:spLocks noChangeShapeType="1"/>
            </p:cNvSpPr>
            <p:nvPr/>
          </p:nvSpPr>
          <p:spPr bwMode="auto">
            <a:xfrm>
              <a:off x="5336708" y="454984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0" name="等腰三角形 309">
              <a:extLst>
                <a:ext uri="{FF2B5EF4-FFF2-40B4-BE49-F238E27FC236}">
                  <a16:creationId xmlns:a16="http://schemas.microsoft.com/office/drawing/2014/main" id="{716A2213-3ECC-068E-853C-805F80C3607B}"/>
                </a:ext>
              </a:extLst>
            </p:cNvPr>
            <p:cNvSpPr/>
            <p:nvPr/>
          </p:nvSpPr>
          <p:spPr>
            <a:xfrm rot="16200000" flipH="1">
              <a:off x="5190038" y="450189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11" name="Line 27">
              <a:extLst>
                <a:ext uri="{FF2B5EF4-FFF2-40B4-BE49-F238E27FC236}">
                  <a16:creationId xmlns:a16="http://schemas.microsoft.com/office/drawing/2014/main" id="{CA78DE0F-C06B-538A-CEB0-3285E7FE04EF}"/>
                </a:ext>
              </a:extLst>
            </p:cNvPr>
            <p:cNvSpPr>
              <a:spLocks noChangeShapeType="1"/>
            </p:cNvSpPr>
            <p:nvPr/>
          </p:nvSpPr>
          <p:spPr bwMode="auto">
            <a:xfrm rot="5400000">
              <a:off x="1117494" y="4152984"/>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2" name="椭圆 311">
              <a:extLst>
                <a:ext uri="{FF2B5EF4-FFF2-40B4-BE49-F238E27FC236}">
                  <a16:creationId xmlns:a16="http://schemas.microsoft.com/office/drawing/2014/main" id="{DA4D50B1-F02D-9D6A-8D3F-673E7D0D0BA0}"/>
                </a:ext>
              </a:extLst>
            </p:cNvPr>
            <p:cNvSpPr/>
            <p:nvPr/>
          </p:nvSpPr>
          <p:spPr>
            <a:xfrm>
              <a:off x="1645274" y="3523348"/>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13" name="椭圆 312">
              <a:extLst>
                <a:ext uri="{FF2B5EF4-FFF2-40B4-BE49-F238E27FC236}">
                  <a16:creationId xmlns:a16="http://schemas.microsoft.com/office/drawing/2014/main" id="{A48EA7BD-6361-B2F4-B11D-ED1118A576BE}"/>
                </a:ext>
              </a:extLst>
            </p:cNvPr>
            <p:cNvSpPr/>
            <p:nvPr/>
          </p:nvSpPr>
          <p:spPr>
            <a:xfrm>
              <a:off x="1645274" y="392101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14" name="文本框 313">
                  <a:extLst>
                    <a:ext uri="{FF2B5EF4-FFF2-40B4-BE49-F238E27FC236}">
                      <a16:creationId xmlns:a16="http://schemas.microsoft.com/office/drawing/2014/main" id="{93FBC7A2-F16A-A455-FF0E-F83B1CFF2E6C}"/>
                    </a:ext>
                  </a:extLst>
                </p:cNvPr>
                <p:cNvSpPr txBox="1"/>
                <p:nvPr/>
              </p:nvSpPr>
              <p:spPr>
                <a:xfrm>
                  <a:off x="4690800" y="5307384"/>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314" name="文本框 313">
                  <a:extLst>
                    <a:ext uri="{FF2B5EF4-FFF2-40B4-BE49-F238E27FC236}">
                      <a16:creationId xmlns:a16="http://schemas.microsoft.com/office/drawing/2014/main" id="{93FBC7A2-F16A-A455-FF0E-F83B1CFF2E6C}"/>
                    </a:ext>
                  </a:extLst>
                </p:cNvPr>
                <p:cNvSpPr txBox="1">
                  <a:spLocks noRot="1" noChangeAspect="1" noMove="1" noResize="1" noEditPoints="1" noAdjustHandles="1" noChangeArrowheads="1" noChangeShapeType="1" noTextEdit="1"/>
                </p:cNvSpPr>
                <p:nvPr/>
              </p:nvSpPr>
              <p:spPr>
                <a:xfrm>
                  <a:off x="4690800" y="5307384"/>
                  <a:ext cx="577471" cy="430887"/>
                </a:xfrm>
                <a:prstGeom prst="rect">
                  <a:avLst/>
                </a:prstGeom>
                <a:blipFill>
                  <a:blip r:embed="rId19"/>
                  <a:stretch>
                    <a:fillRect r="-1053"/>
                  </a:stretch>
                </a:blipFill>
              </p:spPr>
              <p:txBody>
                <a:bodyPr/>
                <a:lstStyle/>
                <a:p>
                  <a:r>
                    <a:rPr lang="zh-CN" altLang="en-US">
                      <a:noFill/>
                    </a:rPr>
                    <a:t> </a:t>
                  </a:r>
                </a:p>
              </p:txBody>
            </p:sp>
          </mc:Fallback>
        </mc:AlternateContent>
        <p:sp>
          <p:nvSpPr>
            <p:cNvPr id="315" name="文本框 314">
              <a:extLst>
                <a:ext uri="{FF2B5EF4-FFF2-40B4-BE49-F238E27FC236}">
                  <a16:creationId xmlns:a16="http://schemas.microsoft.com/office/drawing/2014/main" id="{BDED925B-719A-64AE-6739-46DC8BC86CE3}"/>
                </a:ext>
              </a:extLst>
            </p:cNvPr>
            <p:cNvSpPr txBox="1"/>
            <p:nvPr/>
          </p:nvSpPr>
          <p:spPr>
            <a:xfrm>
              <a:off x="6524412" y="4133206"/>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16" name="Line 27">
              <a:extLst>
                <a:ext uri="{FF2B5EF4-FFF2-40B4-BE49-F238E27FC236}">
                  <a16:creationId xmlns:a16="http://schemas.microsoft.com/office/drawing/2014/main" id="{C08C974B-C90F-8F70-5FA2-56CE1C228830}"/>
                </a:ext>
              </a:extLst>
            </p:cNvPr>
            <p:cNvSpPr>
              <a:spLocks noChangeShapeType="1"/>
            </p:cNvSpPr>
            <p:nvPr/>
          </p:nvSpPr>
          <p:spPr bwMode="auto">
            <a:xfrm flipH="1">
              <a:off x="10012763" y="3742736"/>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317" name="直接连接符 316">
              <a:extLst>
                <a:ext uri="{FF2B5EF4-FFF2-40B4-BE49-F238E27FC236}">
                  <a16:creationId xmlns:a16="http://schemas.microsoft.com/office/drawing/2014/main" id="{A8E39DDB-F002-12E5-658A-EC5DD423A5FD}"/>
                </a:ext>
              </a:extLst>
            </p:cNvPr>
            <p:cNvCxnSpPr>
              <a:cxnSpLocks/>
            </p:cNvCxnSpPr>
            <p:nvPr/>
          </p:nvCxnSpPr>
          <p:spPr>
            <a:xfrm>
              <a:off x="8308812" y="3065344"/>
              <a:ext cx="808"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7A5CE966-6527-C33A-DB54-DC5F395B0D63}"/>
                </a:ext>
              </a:extLst>
            </p:cNvPr>
            <p:cNvCxnSpPr>
              <a:cxnSpLocks/>
            </p:cNvCxnSpPr>
            <p:nvPr/>
          </p:nvCxnSpPr>
          <p:spPr>
            <a:xfrm>
              <a:off x="8796427" y="3065344"/>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26386A7A-21F3-ABAD-C9D4-42C16ECB6C70}"/>
                </a:ext>
              </a:extLst>
            </p:cNvPr>
            <p:cNvCxnSpPr>
              <a:cxnSpLocks/>
            </p:cNvCxnSpPr>
            <p:nvPr/>
          </p:nvCxnSpPr>
          <p:spPr>
            <a:xfrm>
              <a:off x="9768427" y="3065344"/>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0" name="矩形 319">
              <a:extLst>
                <a:ext uri="{FF2B5EF4-FFF2-40B4-BE49-F238E27FC236}">
                  <a16:creationId xmlns:a16="http://schemas.microsoft.com/office/drawing/2014/main" id="{890883F4-149D-2FCB-0829-D98B4D7477EB}"/>
                </a:ext>
              </a:extLst>
            </p:cNvPr>
            <p:cNvSpPr/>
            <p:nvPr/>
          </p:nvSpPr>
          <p:spPr>
            <a:xfrm>
              <a:off x="7379895" y="3339139"/>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21" name="文本框 320">
                  <a:extLst>
                    <a:ext uri="{FF2B5EF4-FFF2-40B4-BE49-F238E27FC236}">
                      <a16:creationId xmlns:a16="http://schemas.microsoft.com/office/drawing/2014/main" id="{447AA680-19B8-FCD6-A8CC-662ABCD8450C}"/>
                    </a:ext>
                  </a:extLst>
                </p:cNvPr>
                <p:cNvSpPr txBox="1"/>
                <p:nvPr/>
              </p:nvSpPr>
              <p:spPr>
                <a:xfrm>
                  <a:off x="8088035"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321" name="文本框 320">
                  <a:extLst>
                    <a:ext uri="{FF2B5EF4-FFF2-40B4-BE49-F238E27FC236}">
                      <a16:creationId xmlns:a16="http://schemas.microsoft.com/office/drawing/2014/main" id="{447AA680-19B8-FCD6-A8CC-662ABCD8450C}"/>
                    </a:ext>
                  </a:extLst>
                </p:cNvPr>
                <p:cNvSpPr txBox="1">
                  <a:spLocks noRot="1" noChangeAspect="1" noMove="1" noResize="1" noEditPoints="1" noAdjustHandles="1" noChangeArrowheads="1" noChangeShapeType="1" noTextEdit="1"/>
                </p:cNvSpPr>
                <p:nvPr/>
              </p:nvSpPr>
              <p:spPr>
                <a:xfrm>
                  <a:off x="8088035" y="3284764"/>
                  <a:ext cx="443169" cy="430887"/>
                </a:xfrm>
                <a:prstGeom prst="rect">
                  <a:avLst/>
                </a:prstGeom>
                <a:blipFill>
                  <a:blip r:embed="rId2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2" name="文本框 321">
                  <a:extLst>
                    <a:ext uri="{FF2B5EF4-FFF2-40B4-BE49-F238E27FC236}">
                      <a16:creationId xmlns:a16="http://schemas.microsoft.com/office/drawing/2014/main" id="{2FA04D01-968E-9D57-C2DD-2CBD07000E20}"/>
                    </a:ext>
                  </a:extLst>
                </p:cNvPr>
                <p:cNvSpPr txBox="1"/>
                <p:nvPr/>
              </p:nvSpPr>
              <p:spPr>
                <a:xfrm>
                  <a:off x="8574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322" name="文本框 321">
                  <a:extLst>
                    <a:ext uri="{FF2B5EF4-FFF2-40B4-BE49-F238E27FC236}">
                      <a16:creationId xmlns:a16="http://schemas.microsoft.com/office/drawing/2014/main" id="{2FA04D01-968E-9D57-C2DD-2CBD07000E20}"/>
                    </a:ext>
                  </a:extLst>
                </p:cNvPr>
                <p:cNvSpPr txBox="1">
                  <a:spLocks noRot="1" noChangeAspect="1" noMove="1" noResize="1" noEditPoints="1" noAdjustHandles="1" noChangeArrowheads="1" noChangeShapeType="1" noTextEdit="1"/>
                </p:cNvSpPr>
                <p:nvPr/>
              </p:nvSpPr>
              <p:spPr>
                <a:xfrm>
                  <a:off x="8574036" y="3284764"/>
                  <a:ext cx="443169" cy="430887"/>
                </a:xfrm>
                <a:prstGeom prst="rect">
                  <a:avLst/>
                </a:prstGeom>
                <a:blipFill>
                  <a:blip r:embed="rId21"/>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3" name="文本框 322">
                  <a:extLst>
                    <a:ext uri="{FF2B5EF4-FFF2-40B4-BE49-F238E27FC236}">
                      <a16:creationId xmlns:a16="http://schemas.microsoft.com/office/drawing/2014/main" id="{7A5101B5-B25F-EA52-8FC3-077147AE893F}"/>
                    </a:ext>
                  </a:extLst>
                </p:cNvPr>
                <p:cNvSpPr txBox="1"/>
                <p:nvPr/>
              </p:nvSpPr>
              <p:spPr>
                <a:xfrm>
                  <a:off x="9060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323" name="文本框 322">
                  <a:extLst>
                    <a:ext uri="{FF2B5EF4-FFF2-40B4-BE49-F238E27FC236}">
                      <a16:creationId xmlns:a16="http://schemas.microsoft.com/office/drawing/2014/main" id="{7A5101B5-B25F-EA52-8FC3-077147AE893F}"/>
                    </a:ext>
                  </a:extLst>
                </p:cNvPr>
                <p:cNvSpPr txBox="1">
                  <a:spLocks noRot="1" noChangeAspect="1" noMove="1" noResize="1" noEditPoints="1" noAdjustHandles="1" noChangeArrowheads="1" noChangeShapeType="1" noTextEdit="1"/>
                </p:cNvSpPr>
                <p:nvPr/>
              </p:nvSpPr>
              <p:spPr>
                <a:xfrm>
                  <a:off x="9060036" y="3284764"/>
                  <a:ext cx="443169" cy="430887"/>
                </a:xfrm>
                <a:prstGeom prst="rect">
                  <a:avLst/>
                </a:prstGeom>
                <a:blipFill>
                  <a:blip r:embed="rId22"/>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4" name="文本框 323">
                  <a:extLst>
                    <a:ext uri="{FF2B5EF4-FFF2-40B4-BE49-F238E27FC236}">
                      <a16:creationId xmlns:a16="http://schemas.microsoft.com/office/drawing/2014/main" id="{D7EC8159-DAA9-97D7-60FD-B0614310FEDF}"/>
                    </a:ext>
                  </a:extLst>
                </p:cNvPr>
                <p:cNvSpPr txBox="1"/>
                <p:nvPr/>
              </p:nvSpPr>
              <p:spPr>
                <a:xfrm>
                  <a:off x="9546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324" name="文本框 323">
                  <a:extLst>
                    <a:ext uri="{FF2B5EF4-FFF2-40B4-BE49-F238E27FC236}">
                      <a16:creationId xmlns:a16="http://schemas.microsoft.com/office/drawing/2014/main" id="{D7EC8159-DAA9-97D7-60FD-B0614310FEDF}"/>
                    </a:ext>
                  </a:extLst>
                </p:cNvPr>
                <p:cNvSpPr txBox="1">
                  <a:spLocks noRot="1" noChangeAspect="1" noMove="1" noResize="1" noEditPoints="1" noAdjustHandles="1" noChangeArrowheads="1" noChangeShapeType="1" noTextEdit="1"/>
                </p:cNvSpPr>
                <p:nvPr/>
              </p:nvSpPr>
              <p:spPr>
                <a:xfrm>
                  <a:off x="9546036" y="3284764"/>
                  <a:ext cx="443169" cy="430887"/>
                </a:xfrm>
                <a:prstGeom prst="rect">
                  <a:avLst/>
                </a:prstGeom>
                <a:blipFill>
                  <a:blip r:embed="rId23"/>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5" name="文本框 324">
                  <a:extLst>
                    <a:ext uri="{FF2B5EF4-FFF2-40B4-BE49-F238E27FC236}">
                      <a16:creationId xmlns:a16="http://schemas.microsoft.com/office/drawing/2014/main" id="{361EB0F1-5549-6AF9-2B52-1CA1DAFBB301}"/>
                    </a:ext>
                  </a:extLst>
                </p:cNvPr>
                <p:cNvSpPr txBox="1"/>
                <p:nvPr/>
              </p:nvSpPr>
              <p:spPr>
                <a:xfrm>
                  <a:off x="8088035"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325" name="文本框 324">
                  <a:extLst>
                    <a:ext uri="{FF2B5EF4-FFF2-40B4-BE49-F238E27FC236}">
                      <a16:creationId xmlns:a16="http://schemas.microsoft.com/office/drawing/2014/main" id="{361EB0F1-5549-6AF9-2B52-1CA1DAFBB301}"/>
                    </a:ext>
                  </a:extLst>
                </p:cNvPr>
                <p:cNvSpPr txBox="1">
                  <a:spLocks noRot="1" noChangeAspect="1" noMove="1" noResize="1" noEditPoints="1" noAdjustHandles="1" noChangeArrowheads="1" noChangeShapeType="1" noTextEdit="1"/>
                </p:cNvSpPr>
                <p:nvPr/>
              </p:nvSpPr>
              <p:spPr>
                <a:xfrm>
                  <a:off x="8088035" y="4523655"/>
                  <a:ext cx="443169" cy="430887"/>
                </a:xfrm>
                <a:prstGeom prst="rect">
                  <a:avLst/>
                </a:prstGeom>
                <a:blipFill>
                  <a:blip r:embed="rId2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6" name="文本框 325">
                  <a:extLst>
                    <a:ext uri="{FF2B5EF4-FFF2-40B4-BE49-F238E27FC236}">
                      <a16:creationId xmlns:a16="http://schemas.microsoft.com/office/drawing/2014/main" id="{8DC1558A-B2E7-0D59-51FB-19992B5A174E}"/>
                    </a:ext>
                  </a:extLst>
                </p:cNvPr>
                <p:cNvSpPr txBox="1"/>
                <p:nvPr/>
              </p:nvSpPr>
              <p:spPr>
                <a:xfrm>
                  <a:off x="8574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326" name="文本框 325">
                  <a:extLst>
                    <a:ext uri="{FF2B5EF4-FFF2-40B4-BE49-F238E27FC236}">
                      <a16:creationId xmlns:a16="http://schemas.microsoft.com/office/drawing/2014/main" id="{8DC1558A-B2E7-0D59-51FB-19992B5A174E}"/>
                    </a:ext>
                  </a:extLst>
                </p:cNvPr>
                <p:cNvSpPr txBox="1">
                  <a:spLocks noRot="1" noChangeAspect="1" noMove="1" noResize="1" noEditPoints="1" noAdjustHandles="1" noChangeArrowheads="1" noChangeShapeType="1" noTextEdit="1"/>
                </p:cNvSpPr>
                <p:nvPr/>
              </p:nvSpPr>
              <p:spPr>
                <a:xfrm>
                  <a:off x="8574036" y="4523655"/>
                  <a:ext cx="443169" cy="430887"/>
                </a:xfrm>
                <a:prstGeom prst="rect">
                  <a:avLst/>
                </a:prstGeom>
                <a:blipFill>
                  <a:blip r:embed="rId25"/>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 name="文本框 326">
                  <a:extLst>
                    <a:ext uri="{FF2B5EF4-FFF2-40B4-BE49-F238E27FC236}">
                      <a16:creationId xmlns:a16="http://schemas.microsoft.com/office/drawing/2014/main" id="{7A5050C7-67F5-B620-305F-9BDB1EA4FF94}"/>
                    </a:ext>
                  </a:extLst>
                </p:cNvPr>
                <p:cNvSpPr txBox="1"/>
                <p:nvPr/>
              </p:nvSpPr>
              <p:spPr>
                <a:xfrm>
                  <a:off x="9060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327" name="文本框 326">
                  <a:extLst>
                    <a:ext uri="{FF2B5EF4-FFF2-40B4-BE49-F238E27FC236}">
                      <a16:creationId xmlns:a16="http://schemas.microsoft.com/office/drawing/2014/main" id="{7A5050C7-67F5-B620-305F-9BDB1EA4FF94}"/>
                    </a:ext>
                  </a:extLst>
                </p:cNvPr>
                <p:cNvSpPr txBox="1">
                  <a:spLocks noRot="1" noChangeAspect="1" noMove="1" noResize="1" noEditPoints="1" noAdjustHandles="1" noChangeArrowheads="1" noChangeShapeType="1" noTextEdit="1"/>
                </p:cNvSpPr>
                <p:nvPr/>
              </p:nvSpPr>
              <p:spPr>
                <a:xfrm>
                  <a:off x="9060036" y="4523655"/>
                  <a:ext cx="443169" cy="430887"/>
                </a:xfrm>
                <a:prstGeom prst="rect">
                  <a:avLst/>
                </a:prstGeom>
                <a:blipFill>
                  <a:blip r:embed="rId26"/>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 name="文本框 327">
                  <a:extLst>
                    <a:ext uri="{FF2B5EF4-FFF2-40B4-BE49-F238E27FC236}">
                      <a16:creationId xmlns:a16="http://schemas.microsoft.com/office/drawing/2014/main" id="{B6C6B2E9-2E6B-DCDB-C84B-F93550FDBCF6}"/>
                    </a:ext>
                  </a:extLst>
                </p:cNvPr>
                <p:cNvSpPr txBox="1"/>
                <p:nvPr/>
              </p:nvSpPr>
              <p:spPr>
                <a:xfrm>
                  <a:off x="9546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328" name="文本框 327">
                  <a:extLst>
                    <a:ext uri="{FF2B5EF4-FFF2-40B4-BE49-F238E27FC236}">
                      <a16:creationId xmlns:a16="http://schemas.microsoft.com/office/drawing/2014/main" id="{B6C6B2E9-2E6B-DCDB-C84B-F93550FDBCF6}"/>
                    </a:ext>
                  </a:extLst>
                </p:cNvPr>
                <p:cNvSpPr txBox="1">
                  <a:spLocks noRot="1" noChangeAspect="1" noMove="1" noResize="1" noEditPoints="1" noAdjustHandles="1" noChangeArrowheads="1" noChangeShapeType="1" noTextEdit="1"/>
                </p:cNvSpPr>
                <p:nvPr/>
              </p:nvSpPr>
              <p:spPr>
                <a:xfrm>
                  <a:off x="9546036" y="4523655"/>
                  <a:ext cx="443169" cy="430887"/>
                </a:xfrm>
                <a:prstGeom prst="rect">
                  <a:avLst/>
                </a:prstGeom>
                <a:blipFill>
                  <a:blip r:embed="rId27"/>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9" name="文本框 328">
                  <a:extLst>
                    <a:ext uri="{FF2B5EF4-FFF2-40B4-BE49-F238E27FC236}">
                      <a16:creationId xmlns:a16="http://schemas.microsoft.com/office/drawing/2014/main" id="{5B8E5EDC-E2F0-70CA-5FA4-3061B8CAC6FC}"/>
                    </a:ext>
                  </a:extLst>
                </p:cNvPr>
                <p:cNvSpPr txBox="1"/>
                <p:nvPr/>
              </p:nvSpPr>
              <p:spPr>
                <a:xfrm>
                  <a:off x="7377965" y="3354126"/>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329" name="文本框 328">
                  <a:extLst>
                    <a:ext uri="{FF2B5EF4-FFF2-40B4-BE49-F238E27FC236}">
                      <a16:creationId xmlns:a16="http://schemas.microsoft.com/office/drawing/2014/main" id="{5B8E5EDC-E2F0-70CA-5FA4-3061B8CAC6FC}"/>
                    </a:ext>
                  </a:extLst>
                </p:cNvPr>
                <p:cNvSpPr txBox="1">
                  <a:spLocks noRot="1" noChangeAspect="1" noMove="1" noResize="1" noEditPoints="1" noAdjustHandles="1" noChangeArrowheads="1" noChangeShapeType="1" noTextEdit="1"/>
                </p:cNvSpPr>
                <p:nvPr/>
              </p:nvSpPr>
              <p:spPr>
                <a:xfrm>
                  <a:off x="7377965" y="3354126"/>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0" name="文本框 329">
                  <a:extLst>
                    <a:ext uri="{FF2B5EF4-FFF2-40B4-BE49-F238E27FC236}">
                      <a16:creationId xmlns:a16="http://schemas.microsoft.com/office/drawing/2014/main" id="{E25E6090-12DD-9192-CF1B-2D5F77D9B24C}"/>
                    </a:ext>
                  </a:extLst>
                </p:cNvPr>
                <p:cNvSpPr txBox="1"/>
                <p:nvPr/>
              </p:nvSpPr>
              <p:spPr>
                <a:xfrm>
                  <a:off x="7377965" y="37515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330" name="文本框 329">
                  <a:extLst>
                    <a:ext uri="{FF2B5EF4-FFF2-40B4-BE49-F238E27FC236}">
                      <a16:creationId xmlns:a16="http://schemas.microsoft.com/office/drawing/2014/main" id="{E25E6090-12DD-9192-CF1B-2D5F77D9B24C}"/>
                    </a:ext>
                  </a:extLst>
                </p:cNvPr>
                <p:cNvSpPr txBox="1">
                  <a:spLocks noRot="1" noChangeAspect="1" noMove="1" noResize="1" noEditPoints="1" noAdjustHandles="1" noChangeArrowheads="1" noChangeShapeType="1" noTextEdit="1"/>
                </p:cNvSpPr>
                <p:nvPr/>
              </p:nvSpPr>
              <p:spPr>
                <a:xfrm>
                  <a:off x="7377965" y="3751544"/>
                  <a:ext cx="774000" cy="430887"/>
                </a:xfrm>
                <a:prstGeom prst="rect">
                  <a:avLst/>
                </a:prstGeom>
                <a:blipFill>
                  <a:blip r:embed="rId29"/>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1" name="文本框 330">
                  <a:extLst>
                    <a:ext uri="{FF2B5EF4-FFF2-40B4-BE49-F238E27FC236}">
                      <a16:creationId xmlns:a16="http://schemas.microsoft.com/office/drawing/2014/main" id="{40BA388F-62CE-4EAD-CC1B-2B0A06F669AF}"/>
                    </a:ext>
                  </a:extLst>
                </p:cNvPr>
                <p:cNvSpPr txBox="1"/>
                <p:nvPr/>
              </p:nvSpPr>
              <p:spPr>
                <a:xfrm>
                  <a:off x="7377965" y="4133812"/>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331" name="文本框 330">
                  <a:extLst>
                    <a:ext uri="{FF2B5EF4-FFF2-40B4-BE49-F238E27FC236}">
                      <a16:creationId xmlns:a16="http://schemas.microsoft.com/office/drawing/2014/main" id="{40BA388F-62CE-4EAD-CC1B-2B0A06F669AF}"/>
                    </a:ext>
                  </a:extLst>
                </p:cNvPr>
                <p:cNvSpPr txBox="1">
                  <a:spLocks noRot="1" noChangeAspect="1" noMove="1" noResize="1" noEditPoints="1" noAdjustHandles="1" noChangeArrowheads="1" noChangeShapeType="1" noTextEdit="1"/>
                </p:cNvSpPr>
                <p:nvPr/>
              </p:nvSpPr>
              <p:spPr>
                <a:xfrm>
                  <a:off x="7377965" y="4133812"/>
                  <a:ext cx="577471" cy="430887"/>
                </a:xfrm>
                <a:prstGeom prst="rect">
                  <a:avLst/>
                </a:prstGeom>
                <a:blipFill>
                  <a:blip r:embed="rId30"/>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2" name="文本框 331">
                  <a:extLst>
                    <a:ext uri="{FF2B5EF4-FFF2-40B4-BE49-F238E27FC236}">
                      <a16:creationId xmlns:a16="http://schemas.microsoft.com/office/drawing/2014/main" id="{388721CA-5D4F-76F4-6A64-F14BA790868E}"/>
                    </a:ext>
                  </a:extLst>
                </p:cNvPr>
                <p:cNvSpPr txBox="1"/>
                <p:nvPr/>
              </p:nvSpPr>
              <p:spPr>
                <a:xfrm>
                  <a:off x="7377965" y="451417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332" name="文本框 331">
                  <a:extLst>
                    <a:ext uri="{FF2B5EF4-FFF2-40B4-BE49-F238E27FC236}">
                      <a16:creationId xmlns:a16="http://schemas.microsoft.com/office/drawing/2014/main" id="{388721CA-5D4F-76F4-6A64-F14BA790868E}"/>
                    </a:ext>
                  </a:extLst>
                </p:cNvPr>
                <p:cNvSpPr txBox="1">
                  <a:spLocks noRot="1" noChangeAspect="1" noMove="1" noResize="1" noEditPoints="1" noAdjustHandles="1" noChangeArrowheads="1" noChangeShapeType="1" noTextEdit="1"/>
                </p:cNvSpPr>
                <p:nvPr/>
              </p:nvSpPr>
              <p:spPr>
                <a:xfrm>
                  <a:off x="7377965" y="4514170"/>
                  <a:ext cx="577471" cy="430887"/>
                </a:xfrm>
                <a:prstGeom prst="rect">
                  <a:avLst/>
                </a:prstGeom>
                <a:blipFill>
                  <a:blip r:embed="rId31"/>
                  <a:stretch>
                    <a:fillRect l="-1053"/>
                  </a:stretch>
                </a:blipFill>
              </p:spPr>
              <p:txBody>
                <a:bodyPr/>
                <a:lstStyle/>
                <a:p>
                  <a:r>
                    <a:rPr lang="zh-CN" altLang="en-US">
                      <a:noFill/>
                    </a:rPr>
                    <a:t> </a:t>
                  </a:r>
                </a:p>
              </p:txBody>
            </p:sp>
          </mc:Fallback>
        </mc:AlternateContent>
        <p:sp>
          <p:nvSpPr>
            <p:cNvPr id="333" name="Line 27">
              <a:extLst>
                <a:ext uri="{FF2B5EF4-FFF2-40B4-BE49-F238E27FC236}">
                  <a16:creationId xmlns:a16="http://schemas.microsoft.com/office/drawing/2014/main" id="{0D0B688A-97FC-1466-3F56-92844E31B681}"/>
                </a:ext>
              </a:extLst>
            </p:cNvPr>
            <p:cNvSpPr>
              <a:spLocks noChangeShapeType="1"/>
            </p:cNvSpPr>
            <p:nvPr/>
          </p:nvSpPr>
          <p:spPr bwMode="auto">
            <a:xfrm>
              <a:off x="6165862" y="3570876"/>
              <a:ext cx="12121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4" name="Line 27">
              <a:extLst>
                <a:ext uri="{FF2B5EF4-FFF2-40B4-BE49-F238E27FC236}">
                  <a16:creationId xmlns:a16="http://schemas.microsoft.com/office/drawing/2014/main" id="{EA1E8518-2604-5FD8-CDAA-759D81A38300}"/>
                </a:ext>
              </a:extLst>
            </p:cNvPr>
            <p:cNvSpPr>
              <a:spLocks noChangeShapeType="1"/>
            </p:cNvSpPr>
            <p:nvPr/>
          </p:nvSpPr>
          <p:spPr bwMode="auto">
            <a:xfrm>
              <a:off x="6165862" y="3967544"/>
              <a:ext cx="12121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5" name="Line 27">
              <a:extLst>
                <a:ext uri="{FF2B5EF4-FFF2-40B4-BE49-F238E27FC236}">
                  <a16:creationId xmlns:a16="http://schemas.microsoft.com/office/drawing/2014/main" id="{7CA31506-F9A0-E683-95BA-113BD295ADE1}"/>
                </a:ext>
              </a:extLst>
            </p:cNvPr>
            <p:cNvSpPr>
              <a:spLocks noChangeShapeType="1"/>
            </p:cNvSpPr>
            <p:nvPr/>
          </p:nvSpPr>
          <p:spPr bwMode="auto">
            <a:xfrm>
              <a:off x="6815210" y="4350120"/>
              <a:ext cx="5627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6" name="椭圆 335">
              <a:extLst>
                <a:ext uri="{FF2B5EF4-FFF2-40B4-BE49-F238E27FC236}">
                  <a16:creationId xmlns:a16="http://schemas.microsoft.com/office/drawing/2014/main" id="{F4F5E50D-1802-12C8-E509-BC99DED4A333}"/>
                </a:ext>
              </a:extLst>
            </p:cNvPr>
            <p:cNvSpPr/>
            <p:nvPr/>
          </p:nvSpPr>
          <p:spPr>
            <a:xfrm flipV="1">
              <a:off x="7250961" y="429049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7" name="Line 27">
              <a:extLst>
                <a:ext uri="{FF2B5EF4-FFF2-40B4-BE49-F238E27FC236}">
                  <a16:creationId xmlns:a16="http://schemas.microsoft.com/office/drawing/2014/main" id="{95420757-4F66-E94B-C4AE-0A1079A35559}"/>
                </a:ext>
              </a:extLst>
            </p:cNvPr>
            <p:cNvSpPr>
              <a:spLocks noChangeShapeType="1"/>
            </p:cNvSpPr>
            <p:nvPr/>
          </p:nvSpPr>
          <p:spPr bwMode="auto">
            <a:xfrm>
              <a:off x="7061165" y="4729297"/>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8" name="椭圆 337">
              <a:extLst>
                <a:ext uri="{FF2B5EF4-FFF2-40B4-BE49-F238E27FC236}">
                  <a16:creationId xmlns:a16="http://schemas.microsoft.com/office/drawing/2014/main" id="{AE52CDD8-25CA-8E85-FC8C-D0645789B885}"/>
                </a:ext>
              </a:extLst>
            </p:cNvPr>
            <p:cNvSpPr/>
            <p:nvPr/>
          </p:nvSpPr>
          <p:spPr>
            <a:xfrm flipV="1">
              <a:off x="7250961" y="4669676"/>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39" name="文本框 338">
                  <a:extLst>
                    <a:ext uri="{FF2B5EF4-FFF2-40B4-BE49-F238E27FC236}">
                      <a16:creationId xmlns:a16="http://schemas.microsoft.com/office/drawing/2014/main" id="{ABFCB9AB-20BB-1A93-4C64-BD7152B65E6D}"/>
                    </a:ext>
                  </a:extLst>
                </p:cNvPr>
                <p:cNvSpPr txBox="1"/>
                <p:nvPr/>
              </p:nvSpPr>
              <p:spPr>
                <a:xfrm>
                  <a:off x="10141290" y="352729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339" name="文本框 338">
                  <a:extLst>
                    <a:ext uri="{FF2B5EF4-FFF2-40B4-BE49-F238E27FC236}">
                      <a16:creationId xmlns:a16="http://schemas.microsoft.com/office/drawing/2014/main" id="{ABFCB9AB-20BB-1A93-4C64-BD7152B65E6D}"/>
                    </a:ext>
                  </a:extLst>
                </p:cNvPr>
                <p:cNvSpPr txBox="1">
                  <a:spLocks noRot="1" noChangeAspect="1" noMove="1" noResize="1" noEditPoints="1" noAdjustHandles="1" noChangeArrowheads="1" noChangeShapeType="1" noTextEdit="1"/>
                </p:cNvSpPr>
                <p:nvPr/>
              </p:nvSpPr>
              <p:spPr>
                <a:xfrm>
                  <a:off x="10141290" y="3527292"/>
                  <a:ext cx="577471" cy="430887"/>
                </a:xfrm>
                <a:prstGeom prst="rect">
                  <a:avLst/>
                </a:prstGeom>
                <a:blipFill>
                  <a:blip r:embed="rId32"/>
                  <a:stretch>
                    <a:fillRect r="-2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0" name="文本框 339">
                  <a:extLst>
                    <a:ext uri="{FF2B5EF4-FFF2-40B4-BE49-F238E27FC236}">
                      <a16:creationId xmlns:a16="http://schemas.microsoft.com/office/drawing/2014/main" id="{3217243C-1AA1-311A-AF30-1618EDC23B7E}"/>
                    </a:ext>
                  </a:extLst>
                </p:cNvPr>
                <p:cNvSpPr txBox="1"/>
                <p:nvPr/>
              </p:nvSpPr>
              <p:spPr>
                <a:xfrm>
                  <a:off x="10061163" y="4334444"/>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340" name="文本框 339">
                  <a:extLst>
                    <a:ext uri="{FF2B5EF4-FFF2-40B4-BE49-F238E27FC236}">
                      <a16:creationId xmlns:a16="http://schemas.microsoft.com/office/drawing/2014/main" id="{3217243C-1AA1-311A-AF30-1618EDC23B7E}"/>
                    </a:ext>
                  </a:extLst>
                </p:cNvPr>
                <p:cNvSpPr txBox="1">
                  <a:spLocks noRot="1" noChangeAspect="1" noMove="1" noResize="1" noEditPoints="1" noAdjustHandles="1" noChangeArrowheads="1" noChangeShapeType="1" noTextEdit="1"/>
                </p:cNvSpPr>
                <p:nvPr/>
              </p:nvSpPr>
              <p:spPr>
                <a:xfrm>
                  <a:off x="10061163" y="4334444"/>
                  <a:ext cx="577471" cy="430887"/>
                </a:xfrm>
                <a:prstGeom prst="rect">
                  <a:avLst/>
                </a:prstGeom>
                <a:blipFill>
                  <a:blip r:embed="rId33"/>
                  <a:stretch>
                    <a:fillRect r="-1053"/>
                  </a:stretch>
                </a:blipFill>
              </p:spPr>
              <p:txBody>
                <a:bodyPr/>
                <a:lstStyle/>
                <a:p>
                  <a:r>
                    <a:rPr lang="zh-CN" altLang="en-US">
                      <a:noFill/>
                    </a:rPr>
                    <a:t> </a:t>
                  </a:r>
                </a:p>
              </p:txBody>
            </p:sp>
          </mc:Fallback>
        </mc:AlternateContent>
        <p:sp>
          <p:nvSpPr>
            <p:cNvPr id="341" name="Line 27">
              <a:extLst>
                <a:ext uri="{FF2B5EF4-FFF2-40B4-BE49-F238E27FC236}">
                  <a16:creationId xmlns:a16="http://schemas.microsoft.com/office/drawing/2014/main" id="{2582A4B2-6762-A753-72D3-2ECF3F7C9ADF}"/>
                </a:ext>
              </a:extLst>
            </p:cNvPr>
            <p:cNvSpPr>
              <a:spLocks noChangeShapeType="1"/>
            </p:cNvSpPr>
            <p:nvPr/>
          </p:nvSpPr>
          <p:spPr bwMode="auto">
            <a:xfrm>
              <a:off x="10708953" y="454988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2" name="等腰三角形 341">
              <a:extLst>
                <a:ext uri="{FF2B5EF4-FFF2-40B4-BE49-F238E27FC236}">
                  <a16:creationId xmlns:a16="http://schemas.microsoft.com/office/drawing/2014/main" id="{0205C860-6E11-D48F-F705-577A56001662}"/>
                </a:ext>
              </a:extLst>
            </p:cNvPr>
            <p:cNvSpPr/>
            <p:nvPr/>
          </p:nvSpPr>
          <p:spPr>
            <a:xfrm rot="16200000" flipH="1">
              <a:off x="10562283" y="450193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44" name="椭圆 343">
              <a:extLst>
                <a:ext uri="{FF2B5EF4-FFF2-40B4-BE49-F238E27FC236}">
                  <a16:creationId xmlns:a16="http://schemas.microsoft.com/office/drawing/2014/main" id="{5B9A4A77-36C6-FAD4-7664-B3BFF313A715}"/>
                </a:ext>
              </a:extLst>
            </p:cNvPr>
            <p:cNvSpPr/>
            <p:nvPr/>
          </p:nvSpPr>
          <p:spPr>
            <a:xfrm>
              <a:off x="6118483" y="369636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45" name="Line 27">
              <a:extLst>
                <a:ext uri="{FF2B5EF4-FFF2-40B4-BE49-F238E27FC236}">
                  <a16:creationId xmlns:a16="http://schemas.microsoft.com/office/drawing/2014/main" id="{74CC3313-864E-6957-D4C7-56AACF0D1F45}"/>
                </a:ext>
              </a:extLst>
            </p:cNvPr>
            <p:cNvSpPr>
              <a:spLocks noChangeShapeType="1"/>
            </p:cNvSpPr>
            <p:nvPr/>
          </p:nvSpPr>
          <p:spPr bwMode="auto">
            <a:xfrm rot="5400000">
              <a:off x="6869942" y="4545926"/>
              <a:ext cx="3916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6" name="Line 27">
              <a:extLst>
                <a:ext uri="{FF2B5EF4-FFF2-40B4-BE49-F238E27FC236}">
                  <a16:creationId xmlns:a16="http://schemas.microsoft.com/office/drawing/2014/main" id="{4976F4A1-93A7-528B-7E9D-217F6716E1C8}"/>
                </a:ext>
              </a:extLst>
            </p:cNvPr>
            <p:cNvSpPr>
              <a:spLocks noChangeShapeType="1"/>
            </p:cNvSpPr>
            <p:nvPr/>
          </p:nvSpPr>
          <p:spPr bwMode="auto">
            <a:xfrm>
              <a:off x="5229187" y="5522828"/>
              <a:ext cx="57965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7" name="Line 27">
              <a:extLst>
                <a:ext uri="{FF2B5EF4-FFF2-40B4-BE49-F238E27FC236}">
                  <a16:creationId xmlns:a16="http://schemas.microsoft.com/office/drawing/2014/main" id="{192F6AD3-7898-C5D7-63A8-4CF630D567DB}"/>
                </a:ext>
              </a:extLst>
            </p:cNvPr>
            <p:cNvSpPr>
              <a:spLocks noChangeShapeType="1"/>
            </p:cNvSpPr>
            <p:nvPr/>
          </p:nvSpPr>
          <p:spPr bwMode="auto">
            <a:xfrm rot="5400000">
              <a:off x="5165224" y="5034544"/>
              <a:ext cx="9765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48" name="文本框 347">
                  <a:extLst>
                    <a:ext uri="{FF2B5EF4-FFF2-40B4-BE49-F238E27FC236}">
                      <a16:creationId xmlns:a16="http://schemas.microsoft.com/office/drawing/2014/main" id="{F5329886-B0DA-591D-E980-5D1D5135163F}"/>
                    </a:ext>
                  </a:extLst>
                </p:cNvPr>
                <p:cNvSpPr txBox="1"/>
                <p:nvPr/>
              </p:nvSpPr>
              <p:spPr>
                <a:xfrm>
                  <a:off x="4769045" y="352725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348" name="文本框 347">
                  <a:extLst>
                    <a:ext uri="{FF2B5EF4-FFF2-40B4-BE49-F238E27FC236}">
                      <a16:creationId xmlns:a16="http://schemas.microsoft.com/office/drawing/2014/main" id="{F5329886-B0DA-591D-E980-5D1D5135163F}"/>
                    </a:ext>
                  </a:extLst>
                </p:cNvPr>
                <p:cNvSpPr txBox="1">
                  <a:spLocks noRot="1" noChangeAspect="1" noMove="1" noResize="1" noEditPoints="1" noAdjustHandles="1" noChangeArrowheads="1" noChangeShapeType="1" noTextEdit="1"/>
                </p:cNvSpPr>
                <p:nvPr/>
              </p:nvSpPr>
              <p:spPr>
                <a:xfrm>
                  <a:off x="4769045" y="3527252"/>
                  <a:ext cx="577471" cy="430887"/>
                </a:xfrm>
                <a:prstGeom prst="rect">
                  <a:avLst/>
                </a:prstGeom>
                <a:blipFill>
                  <a:blip r:embed="rId34"/>
                  <a:stretch>
                    <a:fillRect r="-1053"/>
                  </a:stretch>
                </a:blipFill>
              </p:spPr>
              <p:txBody>
                <a:bodyPr/>
                <a:lstStyle/>
                <a:p>
                  <a:r>
                    <a:rPr lang="zh-CN" altLang="en-US">
                      <a:noFill/>
                    </a:rPr>
                    <a:t> </a:t>
                  </a:r>
                </a:p>
              </p:txBody>
            </p:sp>
          </mc:Fallback>
        </mc:AlternateContent>
        <p:sp>
          <p:nvSpPr>
            <p:cNvPr id="349" name="椭圆 348">
              <a:extLst>
                <a:ext uri="{FF2B5EF4-FFF2-40B4-BE49-F238E27FC236}">
                  <a16:creationId xmlns:a16="http://schemas.microsoft.com/office/drawing/2014/main" id="{30303A79-CD49-D3B6-FA23-A0E6D69A5316}"/>
                </a:ext>
              </a:extLst>
            </p:cNvPr>
            <p:cNvSpPr/>
            <p:nvPr/>
          </p:nvSpPr>
          <p:spPr>
            <a:xfrm>
              <a:off x="7020074" y="430241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0" name="Line 27">
              <a:extLst>
                <a:ext uri="{FF2B5EF4-FFF2-40B4-BE49-F238E27FC236}">
                  <a16:creationId xmlns:a16="http://schemas.microsoft.com/office/drawing/2014/main" id="{583FCA8E-5BEB-0961-AAD3-CE24AF0226E8}"/>
                </a:ext>
              </a:extLst>
            </p:cNvPr>
            <p:cNvSpPr>
              <a:spLocks noChangeShapeType="1"/>
            </p:cNvSpPr>
            <p:nvPr/>
          </p:nvSpPr>
          <p:spPr bwMode="auto">
            <a:xfrm rot="5400000">
              <a:off x="10538394" y="5034544"/>
              <a:ext cx="9765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1" name="椭圆 350">
              <a:extLst>
                <a:ext uri="{FF2B5EF4-FFF2-40B4-BE49-F238E27FC236}">
                  <a16:creationId xmlns:a16="http://schemas.microsoft.com/office/drawing/2014/main" id="{1CD8B049-9E58-0D7F-BD7A-8D6005AE2981}"/>
                </a:ext>
              </a:extLst>
            </p:cNvPr>
            <p:cNvSpPr/>
            <p:nvPr/>
          </p:nvSpPr>
          <p:spPr>
            <a:xfrm>
              <a:off x="5606127" y="547602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52" name="文本框 351">
              <a:extLst>
                <a:ext uri="{FF2B5EF4-FFF2-40B4-BE49-F238E27FC236}">
                  <a16:creationId xmlns:a16="http://schemas.microsoft.com/office/drawing/2014/main" id="{FE8F3170-AB52-EF1A-0126-6F6E5BB8C663}"/>
                </a:ext>
              </a:extLst>
            </p:cNvPr>
            <p:cNvSpPr txBox="1"/>
            <p:nvPr/>
          </p:nvSpPr>
          <p:spPr>
            <a:xfrm>
              <a:off x="1165322" y="3354717"/>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53" name="椭圆 352">
              <a:extLst>
                <a:ext uri="{FF2B5EF4-FFF2-40B4-BE49-F238E27FC236}">
                  <a16:creationId xmlns:a16="http://schemas.microsoft.com/office/drawing/2014/main" id="{F7771035-BAB1-33D8-2614-2264033D532B}"/>
                </a:ext>
              </a:extLst>
            </p:cNvPr>
            <p:cNvSpPr/>
            <p:nvPr/>
          </p:nvSpPr>
          <p:spPr>
            <a:xfrm>
              <a:off x="1645274" y="4304123"/>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354" name="组合 353">
              <a:extLst>
                <a:ext uri="{FF2B5EF4-FFF2-40B4-BE49-F238E27FC236}">
                  <a16:creationId xmlns:a16="http://schemas.microsoft.com/office/drawing/2014/main" id="{959CC3AE-B724-C88C-678D-8F61547F579D}"/>
                </a:ext>
              </a:extLst>
            </p:cNvPr>
            <p:cNvGrpSpPr/>
            <p:nvPr/>
          </p:nvGrpSpPr>
          <p:grpSpPr>
            <a:xfrm>
              <a:off x="2798251" y="2701744"/>
              <a:ext cx="1735439" cy="430887"/>
              <a:chOff x="2362577" y="1209600"/>
              <a:chExt cx="1735439" cy="430887"/>
            </a:xfrm>
          </p:grpSpPr>
          <p:sp>
            <p:nvSpPr>
              <p:cNvPr id="355" name="文本框 354">
                <a:extLst>
                  <a:ext uri="{FF2B5EF4-FFF2-40B4-BE49-F238E27FC236}">
                    <a16:creationId xmlns:a16="http://schemas.microsoft.com/office/drawing/2014/main" id="{27D7ED50-AF8D-C6EC-EAA1-A00985FFDCDA}"/>
                  </a:ext>
                </a:extLst>
              </p:cNvPr>
              <p:cNvSpPr txBox="1"/>
              <p:nvPr/>
            </p:nvSpPr>
            <p:spPr>
              <a:xfrm>
                <a:off x="2362577"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56" name="文本框 355">
                <a:extLst>
                  <a:ext uri="{FF2B5EF4-FFF2-40B4-BE49-F238E27FC236}">
                    <a16:creationId xmlns:a16="http://schemas.microsoft.com/office/drawing/2014/main" id="{FFF65EB8-2EFC-C6CE-4938-A3C326EF247B}"/>
                  </a:ext>
                </a:extLst>
              </p:cNvPr>
              <p:cNvSpPr txBox="1"/>
              <p:nvPr/>
            </p:nvSpPr>
            <p:spPr>
              <a:xfrm>
                <a:off x="2849057"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57" name="文本框 356">
                <a:extLst>
                  <a:ext uri="{FF2B5EF4-FFF2-40B4-BE49-F238E27FC236}">
                    <a16:creationId xmlns:a16="http://schemas.microsoft.com/office/drawing/2014/main" id="{D0F5EB4F-D153-BF51-6BC5-31C255CDC0A7}"/>
                  </a:ext>
                </a:extLst>
              </p:cNvPr>
              <p:cNvSpPr txBox="1"/>
              <p:nvPr/>
            </p:nvSpPr>
            <p:spPr>
              <a:xfrm>
                <a:off x="3335445"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58" name="文本框 357">
                <a:extLst>
                  <a:ext uri="{FF2B5EF4-FFF2-40B4-BE49-F238E27FC236}">
                    <a16:creationId xmlns:a16="http://schemas.microsoft.com/office/drawing/2014/main" id="{1F28EE3F-FBA4-969C-2B1B-B72F04AE347A}"/>
                  </a:ext>
                </a:extLst>
              </p:cNvPr>
              <p:cNvSpPr txBox="1"/>
              <p:nvPr/>
            </p:nvSpPr>
            <p:spPr>
              <a:xfrm>
                <a:off x="3821385"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grpSp>
        <p:sp>
          <p:nvSpPr>
            <p:cNvPr id="359" name="文本框 358">
              <a:extLst>
                <a:ext uri="{FF2B5EF4-FFF2-40B4-BE49-F238E27FC236}">
                  <a16:creationId xmlns:a16="http://schemas.microsoft.com/office/drawing/2014/main" id="{F41CAF93-EE95-1F0C-F9F2-57A188DCB23A}"/>
                </a:ext>
              </a:extLst>
            </p:cNvPr>
            <p:cNvSpPr txBox="1"/>
            <p:nvPr/>
          </p:nvSpPr>
          <p:spPr>
            <a:xfrm>
              <a:off x="8169523"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60" name="文本框 359">
              <a:extLst>
                <a:ext uri="{FF2B5EF4-FFF2-40B4-BE49-F238E27FC236}">
                  <a16:creationId xmlns:a16="http://schemas.microsoft.com/office/drawing/2014/main" id="{89E2B35D-59ED-7413-04E0-054DE144DD52}"/>
                </a:ext>
              </a:extLst>
            </p:cNvPr>
            <p:cNvSpPr txBox="1"/>
            <p:nvPr/>
          </p:nvSpPr>
          <p:spPr>
            <a:xfrm>
              <a:off x="8657380"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61" name="文本框 360">
              <a:extLst>
                <a:ext uri="{FF2B5EF4-FFF2-40B4-BE49-F238E27FC236}">
                  <a16:creationId xmlns:a16="http://schemas.microsoft.com/office/drawing/2014/main" id="{52D73F31-40F5-F620-B934-4CCE9EF7285B}"/>
                </a:ext>
              </a:extLst>
            </p:cNvPr>
            <p:cNvSpPr txBox="1"/>
            <p:nvPr/>
          </p:nvSpPr>
          <p:spPr>
            <a:xfrm>
              <a:off x="9143768"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62" name="文本框 361">
              <a:extLst>
                <a:ext uri="{FF2B5EF4-FFF2-40B4-BE49-F238E27FC236}">
                  <a16:creationId xmlns:a16="http://schemas.microsoft.com/office/drawing/2014/main" id="{6E8E34EF-478A-E65F-2C05-5AF3CAD894C1}"/>
                </a:ext>
              </a:extLst>
            </p:cNvPr>
            <p:cNvSpPr txBox="1"/>
            <p:nvPr/>
          </p:nvSpPr>
          <p:spPr>
            <a:xfrm>
              <a:off x="9629708"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64" name="Line 27">
              <a:extLst>
                <a:ext uri="{FF2B5EF4-FFF2-40B4-BE49-F238E27FC236}">
                  <a16:creationId xmlns:a16="http://schemas.microsoft.com/office/drawing/2014/main" id="{96969039-7B45-DEAF-DC19-ACF833F6F1EB}"/>
                </a:ext>
              </a:extLst>
            </p:cNvPr>
            <p:cNvSpPr>
              <a:spLocks noChangeShapeType="1"/>
            </p:cNvSpPr>
            <p:nvPr/>
          </p:nvSpPr>
          <p:spPr bwMode="auto">
            <a:xfrm rot="5400000">
              <a:off x="5968257" y="3768010"/>
              <a:ext cx="394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spTree>
    <p:extLst>
      <p:ext uri="{BB962C8B-B14F-4D97-AF65-F5344CB8AC3E}">
        <p14:creationId xmlns:p14="http://schemas.microsoft.com/office/powerpoint/2010/main" val="2175726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6EED6-3A30-7303-D9DA-1A431F3BAC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0BFCB0-C39D-E510-BC3D-B5194EC5AA81}"/>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0BFCB0-C39D-E510-BC3D-B5194EC5AA8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EDEF024-E8F0-A1C7-CA8F-6A26D06E853C}"/>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B15DB121-15A7-C72B-E3D0-0A8B02BD6187}"/>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2B85B96E-D664-229F-CB3D-B24772BF7397}"/>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CEAD9F5A-C0AA-D8BB-578A-13F94BF7219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3837E50C-476D-2AD7-BCCF-5561663AE32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9F417575-DA70-B0B6-CABA-61449FF8EC8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21</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8169E4C0-21F1-462A-0D30-366C6EA9E6BD}"/>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392" name="文本框 391">
            <a:extLst>
              <a:ext uri="{FF2B5EF4-FFF2-40B4-BE49-F238E27FC236}">
                <a16:creationId xmlns:a16="http://schemas.microsoft.com/office/drawing/2014/main" id="{51DEEEB0-EF21-4DAD-F6F7-D05843EF6F3E}"/>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异步清零</a:t>
            </a:r>
          </a:p>
        </p:txBody>
      </p:sp>
      <p:sp>
        <p:nvSpPr>
          <p:cNvPr id="5" name="标题 1">
            <a:extLst>
              <a:ext uri="{FF2B5EF4-FFF2-40B4-BE49-F238E27FC236}">
                <a16:creationId xmlns:a16="http://schemas.microsoft.com/office/drawing/2014/main" id="{F8E788EA-6DDE-DBD7-AC9F-FE6523FEECB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5F1A1E91-88A6-A403-A58E-FA5A528C61EC}"/>
                  </a:ext>
                </a:extLst>
              </p:cNvPr>
              <p:cNvSpPr txBox="1"/>
              <p:nvPr/>
            </p:nvSpPr>
            <p:spPr>
              <a:xfrm>
                <a:off x="5400000" y="496800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b="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i="1">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196" name="文本框 195">
                <a:extLst>
                  <a:ext uri="{FF2B5EF4-FFF2-40B4-BE49-F238E27FC236}">
                    <a16:creationId xmlns:a16="http://schemas.microsoft.com/office/drawing/2014/main" id="{5F1A1E91-88A6-A403-A58E-FA5A528C61EC}"/>
                  </a:ext>
                </a:extLst>
              </p:cNvPr>
              <p:cNvSpPr txBox="1">
                <a:spLocks noRot="1" noChangeAspect="1" noMove="1" noResize="1" noEditPoints="1" noAdjustHandles="1" noChangeArrowheads="1" noChangeShapeType="1" noTextEdit="1"/>
              </p:cNvSpPr>
              <p:nvPr/>
            </p:nvSpPr>
            <p:spPr>
              <a:xfrm>
                <a:off x="5400000" y="4968000"/>
                <a:ext cx="577471" cy="430887"/>
              </a:xfrm>
              <a:prstGeom prst="rect">
                <a:avLst/>
              </a:prstGeom>
              <a:blipFill>
                <a:blip r:embed="rId5"/>
                <a:stretch>
                  <a:fillRect/>
                </a:stretch>
              </a:blipFill>
            </p:spPr>
            <p:txBody>
              <a:bodyPr/>
              <a:lstStyle/>
              <a:p>
                <a:r>
                  <a:rPr lang="zh-CN" altLang="en-US">
                    <a:noFill/>
                  </a:rPr>
                  <a:t> </a:t>
                </a:r>
              </a:p>
            </p:txBody>
          </p:sp>
        </mc:Fallback>
      </mc:AlternateContent>
      <p:sp>
        <p:nvSpPr>
          <p:cNvPr id="616" name="Line 27">
            <a:extLst>
              <a:ext uri="{FF2B5EF4-FFF2-40B4-BE49-F238E27FC236}">
                <a16:creationId xmlns:a16="http://schemas.microsoft.com/office/drawing/2014/main" id="{A4CB95F3-B3B5-D64E-8042-CC93005A3EF6}"/>
              </a:ext>
            </a:extLst>
          </p:cNvPr>
          <p:cNvSpPr>
            <a:spLocks noChangeShapeType="1"/>
          </p:cNvSpPr>
          <p:nvPr/>
        </p:nvSpPr>
        <p:spPr bwMode="auto">
          <a:xfrm flipH="1">
            <a:off x="4640221"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7" name="Line 27">
            <a:extLst>
              <a:ext uri="{FF2B5EF4-FFF2-40B4-BE49-F238E27FC236}">
                <a16:creationId xmlns:a16="http://schemas.microsoft.com/office/drawing/2014/main" id="{CC359FFB-BC38-4C77-2B57-8802E32B93FB}"/>
              </a:ext>
            </a:extLst>
          </p:cNvPr>
          <p:cNvSpPr>
            <a:spLocks noChangeShapeType="1"/>
          </p:cNvSpPr>
          <p:nvPr/>
        </p:nvSpPr>
        <p:spPr bwMode="auto">
          <a:xfrm>
            <a:off x="5452717" y="5392030"/>
            <a:ext cx="7158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8" name="Line 27">
            <a:extLst>
              <a:ext uri="{FF2B5EF4-FFF2-40B4-BE49-F238E27FC236}">
                <a16:creationId xmlns:a16="http://schemas.microsoft.com/office/drawing/2014/main" id="{3286479B-3F22-0D9F-00D0-D87BEA118E3A}"/>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9" name="Line 27">
            <a:extLst>
              <a:ext uri="{FF2B5EF4-FFF2-40B4-BE49-F238E27FC236}">
                <a16:creationId xmlns:a16="http://schemas.microsoft.com/office/drawing/2014/main" id="{D45B228B-6F0C-2CCF-AC61-A4EDF6B4864E}"/>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20" name="直接连接符 619">
            <a:extLst>
              <a:ext uri="{FF2B5EF4-FFF2-40B4-BE49-F238E27FC236}">
                <a16:creationId xmlns:a16="http://schemas.microsoft.com/office/drawing/2014/main" id="{A70D3591-F7F9-16D6-7A79-8CF78AF092EF}"/>
              </a:ext>
            </a:extLst>
          </p:cNvPr>
          <p:cNvCxnSpPr>
            <a:cxnSpLocks/>
            <a:endCxn id="629" idx="0"/>
          </p:cNvCxnSpPr>
          <p:nvPr/>
        </p:nvCxnSpPr>
        <p:spPr>
          <a:xfrm>
            <a:off x="2936270"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1240D73B-7D7E-0B1F-4EE1-7DDB913310B4}"/>
              </a:ext>
            </a:extLst>
          </p:cNvPr>
          <p:cNvCxnSpPr>
            <a:cxnSpLocks/>
          </p:cNvCxnSpPr>
          <p:nvPr/>
        </p:nvCxnSpPr>
        <p:spPr>
          <a:xfrm>
            <a:off x="3423885" y="3066430"/>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直接连接符 621">
            <a:extLst>
              <a:ext uri="{FF2B5EF4-FFF2-40B4-BE49-F238E27FC236}">
                <a16:creationId xmlns:a16="http://schemas.microsoft.com/office/drawing/2014/main" id="{D1EA568D-BD31-5DAE-C6C7-DE9C2630ADBE}"/>
              </a:ext>
            </a:extLst>
          </p:cNvPr>
          <p:cNvCxnSpPr>
            <a:cxnSpLocks/>
          </p:cNvCxnSpPr>
          <p:nvPr/>
        </p:nvCxnSpPr>
        <p:spPr>
          <a:xfrm>
            <a:off x="3909885" y="3066430"/>
            <a:ext cx="0" cy="24864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a:extLst>
              <a:ext uri="{FF2B5EF4-FFF2-40B4-BE49-F238E27FC236}">
                <a16:creationId xmlns:a16="http://schemas.microsoft.com/office/drawing/2014/main" id="{6FACB1D1-7B3E-B770-EE05-3EA96064B17A}"/>
              </a:ext>
            </a:extLst>
          </p:cNvPr>
          <p:cNvCxnSpPr>
            <a:cxnSpLocks/>
            <a:endCxn id="652" idx="0"/>
          </p:cNvCxnSpPr>
          <p:nvPr/>
        </p:nvCxnSpPr>
        <p:spPr>
          <a:xfrm>
            <a:off x="4395885" y="3066430"/>
            <a:ext cx="776"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4" name="矩形 623">
            <a:extLst>
              <a:ext uri="{FF2B5EF4-FFF2-40B4-BE49-F238E27FC236}">
                <a16:creationId xmlns:a16="http://schemas.microsoft.com/office/drawing/2014/main" id="{111A140B-728F-FE0A-8745-FBB6AFA7617C}"/>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25" name="文本框 624">
                <a:extLst>
                  <a:ext uri="{FF2B5EF4-FFF2-40B4-BE49-F238E27FC236}">
                    <a16:creationId xmlns:a16="http://schemas.microsoft.com/office/drawing/2014/main" id="{6C4615B5-3BCE-75F3-D608-2030B0DE21B8}"/>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25" name="文本框 624">
                <a:extLst>
                  <a:ext uri="{FF2B5EF4-FFF2-40B4-BE49-F238E27FC236}">
                    <a16:creationId xmlns:a16="http://schemas.microsoft.com/office/drawing/2014/main" id="{6C4615B5-3BCE-75F3-D608-2030B0DE21B8}"/>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6" name="文本框 625">
                <a:extLst>
                  <a:ext uri="{FF2B5EF4-FFF2-40B4-BE49-F238E27FC236}">
                    <a16:creationId xmlns:a16="http://schemas.microsoft.com/office/drawing/2014/main" id="{A81E8FC6-2BB2-73FC-4FD3-9AEEBFEBFC13}"/>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26" name="文本框 625">
                <a:extLst>
                  <a:ext uri="{FF2B5EF4-FFF2-40B4-BE49-F238E27FC236}">
                    <a16:creationId xmlns:a16="http://schemas.microsoft.com/office/drawing/2014/main" id="{A81E8FC6-2BB2-73FC-4FD3-9AEEBFEBFC13}"/>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7"/>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7" name="文本框 626">
                <a:extLst>
                  <a:ext uri="{FF2B5EF4-FFF2-40B4-BE49-F238E27FC236}">
                    <a16:creationId xmlns:a16="http://schemas.microsoft.com/office/drawing/2014/main" id="{9E9D88E4-F955-AF22-E39F-6B3D91E2AF29}"/>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27" name="文本框 626">
                <a:extLst>
                  <a:ext uri="{FF2B5EF4-FFF2-40B4-BE49-F238E27FC236}">
                    <a16:creationId xmlns:a16="http://schemas.microsoft.com/office/drawing/2014/main" id="{9E9D88E4-F955-AF22-E39F-6B3D91E2AF29}"/>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8"/>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8" name="文本框 627">
                <a:extLst>
                  <a:ext uri="{FF2B5EF4-FFF2-40B4-BE49-F238E27FC236}">
                    <a16:creationId xmlns:a16="http://schemas.microsoft.com/office/drawing/2014/main" id="{2B696E37-E289-4113-9BE4-D00968EEBD0D}"/>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28" name="文本框 627">
                <a:extLst>
                  <a:ext uri="{FF2B5EF4-FFF2-40B4-BE49-F238E27FC236}">
                    <a16:creationId xmlns:a16="http://schemas.microsoft.com/office/drawing/2014/main" id="{2B696E37-E289-4113-9BE4-D00968EEBD0D}"/>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9" name="文本框 628">
                <a:extLst>
                  <a:ext uri="{FF2B5EF4-FFF2-40B4-BE49-F238E27FC236}">
                    <a16:creationId xmlns:a16="http://schemas.microsoft.com/office/drawing/2014/main" id="{F43164EF-27A0-9F85-2ECC-E65BC72920C3}"/>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29" name="文本框 628">
                <a:extLst>
                  <a:ext uri="{FF2B5EF4-FFF2-40B4-BE49-F238E27FC236}">
                    <a16:creationId xmlns:a16="http://schemas.microsoft.com/office/drawing/2014/main" id="{F43164EF-27A0-9F85-2ECC-E65BC72920C3}"/>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0" name="文本框 629">
                <a:extLst>
                  <a:ext uri="{FF2B5EF4-FFF2-40B4-BE49-F238E27FC236}">
                    <a16:creationId xmlns:a16="http://schemas.microsoft.com/office/drawing/2014/main" id="{351114E2-E2B4-F971-A75D-1B2EDD3EBC93}"/>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30" name="文本框 629">
                <a:extLst>
                  <a:ext uri="{FF2B5EF4-FFF2-40B4-BE49-F238E27FC236}">
                    <a16:creationId xmlns:a16="http://schemas.microsoft.com/office/drawing/2014/main" id="{351114E2-E2B4-F971-A75D-1B2EDD3EBC93}"/>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11"/>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1" name="文本框 630">
                <a:extLst>
                  <a:ext uri="{FF2B5EF4-FFF2-40B4-BE49-F238E27FC236}">
                    <a16:creationId xmlns:a16="http://schemas.microsoft.com/office/drawing/2014/main" id="{570FBAA8-51B8-52F7-6029-851889671D51}"/>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31" name="文本框 630">
                <a:extLst>
                  <a:ext uri="{FF2B5EF4-FFF2-40B4-BE49-F238E27FC236}">
                    <a16:creationId xmlns:a16="http://schemas.microsoft.com/office/drawing/2014/main" id="{570FBAA8-51B8-52F7-6029-851889671D51}"/>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12"/>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2" name="文本框 631">
                <a:extLst>
                  <a:ext uri="{FF2B5EF4-FFF2-40B4-BE49-F238E27FC236}">
                    <a16:creationId xmlns:a16="http://schemas.microsoft.com/office/drawing/2014/main" id="{AD1BEF2E-35B4-ABBF-73ED-46B843D3CFA2}"/>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32" name="文本框 631">
                <a:extLst>
                  <a:ext uri="{FF2B5EF4-FFF2-40B4-BE49-F238E27FC236}">
                    <a16:creationId xmlns:a16="http://schemas.microsoft.com/office/drawing/2014/main" id="{AD1BEF2E-35B4-ABBF-73ED-46B843D3CFA2}"/>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1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3" name="文本框 632">
                <a:extLst>
                  <a:ext uri="{FF2B5EF4-FFF2-40B4-BE49-F238E27FC236}">
                    <a16:creationId xmlns:a16="http://schemas.microsoft.com/office/drawing/2014/main" id="{74EE96FA-EFBB-1153-579E-F44E5BFE7615}"/>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633" name="文本框 632">
                <a:extLst>
                  <a:ext uri="{FF2B5EF4-FFF2-40B4-BE49-F238E27FC236}">
                    <a16:creationId xmlns:a16="http://schemas.microsoft.com/office/drawing/2014/main" id="{74EE96FA-EFBB-1153-579E-F44E5BFE7615}"/>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4" name="文本框 633">
                <a:extLst>
                  <a:ext uri="{FF2B5EF4-FFF2-40B4-BE49-F238E27FC236}">
                    <a16:creationId xmlns:a16="http://schemas.microsoft.com/office/drawing/2014/main" id="{D1F4C4E6-B02B-C613-05A2-C185705CD792}"/>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634" name="文本框 633">
                <a:extLst>
                  <a:ext uri="{FF2B5EF4-FFF2-40B4-BE49-F238E27FC236}">
                    <a16:creationId xmlns:a16="http://schemas.microsoft.com/office/drawing/2014/main" id="{D1F4C4E6-B02B-C613-05A2-C185705CD792}"/>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15"/>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5" name="文本框 634">
                <a:extLst>
                  <a:ext uri="{FF2B5EF4-FFF2-40B4-BE49-F238E27FC236}">
                    <a16:creationId xmlns:a16="http://schemas.microsoft.com/office/drawing/2014/main" id="{97E6D914-BBAC-8497-5FA3-B9EC0C108680}"/>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635" name="文本框 634">
                <a:extLst>
                  <a:ext uri="{FF2B5EF4-FFF2-40B4-BE49-F238E27FC236}">
                    <a16:creationId xmlns:a16="http://schemas.microsoft.com/office/drawing/2014/main" id="{97E6D914-BBAC-8497-5FA3-B9EC0C108680}"/>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16"/>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6" name="文本框 635">
                <a:extLst>
                  <a:ext uri="{FF2B5EF4-FFF2-40B4-BE49-F238E27FC236}">
                    <a16:creationId xmlns:a16="http://schemas.microsoft.com/office/drawing/2014/main" id="{77E66572-B0B2-6981-3AFC-67D83DDF5954}"/>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636" name="文本框 635">
                <a:extLst>
                  <a:ext uri="{FF2B5EF4-FFF2-40B4-BE49-F238E27FC236}">
                    <a16:creationId xmlns:a16="http://schemas.microsoft.com/office/drawing/2014/main" id="{77E66572-B0B2-6981-3AFC-67D83DDF5954}"/>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17"/>
                <a:stretch>
                  <a:fillRect l="-1053"/>
                </a:stretch>
              </a:blipFill>
            </p:spPr>
            <p:txBody>
              <a:bodyPr/>
              <a:lstStyle/>
              <a:p>
                <a:r>
                  <a:rPr lang="zh-CN" altLang="en-US">
                    <a:noFill/>
                  </a:rPr>
                  <a:t> </a:t>
                </a:r>
              </a:p>
            </p:txBody>
          </p:sp>
        </mc:Fallback>
      </mc:AlternateContent>
      <p:sp>
        <p:nvSpPr>
          <p:cNvPr id="637" name="Line 27">
            <a:extLst>
              <a:ext uri="{FF2B5EF4-FFF2-40B4-BE49-F238E27FC236}">
                <a16:creationId xmlns:a16="http://schemas.microsoft.com/office/drawing/2014/main" id="{A26CB9F1-62C6-8BF0-E629-E64F86BA657A}"/>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8" name="Line 27">
            <a:extLst>
              <a:ext uri="{FF2B5EF4-FFF2-40B4-BE49-F238E27FC236}">
                <a16:creationId xmlns:a16="http://schemas.microsoft.com/office/drawing/2014/main" id="{FCF86BA6-9007-3720-5657-DC4B3C3378A0}"/>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9" name="Line 27">
            <a:extLst>
              <a:ext uri="{FF2B5EF4-FFF2-40B4-BE49-F238E27FC236}">
                <a16:creationId xmlns:a16="http://schemas.microsoft.com/office/drawing/2014/main" id="{2F6D702E-7E62-7491-39FF-4AED2A4D1518}"/>
              </a:ext>
            </a:extLst>
          </p:cNvPr>
          <p:cNvSpPr>
            <a:spLocks noChangeShapeType="1"/>
          </p:cNvSpPr>
          <p:nvPr/>
        </p:nvSpPr>
        <p:spPr bwMode="auto">
          <a:xfrm>
            <a:off x="1688623"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0" name="椭圆 639">
            <a:extLst>
              <a:ext uri="{FF2B5EF4-FFF2-40B4-BE49-F238E27FC236}">
                <a16:creationId xmlns:a16="http://schemas.microsoft.com/office/drawing/2014/main" id="{F81E4038-AFF0-5F5F-7062-716F77A69F56}"/>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41" name="Line 27">
            <a:extLst>
              <a:ext uri="{FF2B5EF4-FFF2-40B4-BE49-F238E27FC236}">
                <a16:creationId xmlns:a16="http://schemas.microsoft.com/office/drawing/2014/main" id="{49602BF9-2D13-DF9F-7E94-8A2F3381CE5F}"/>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2" name="椭圆 641">
            <a:extLst>
              <a:ext uri="{FF2B5EF4-FFF2-40B4-BE49-F238E27FC236}">
                <a16:creationId xmlns:a16="http://schemas.microsoft.com/office/drawing/2014/main" id="{4E994ECE-77C8-E92F-E8FD-5CC7E6145E06}"/>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43" name="文本框 642">
                <a:extLst>
                  <a:ext uri="{FF2B5EF4-FFF2-40B4-BE49-F238E27FC236}">
                    <a16:creationId xmlns:a16="http://schemas.microsoft.com/office/drawing/2014/main" id="{2B47E142-9C1F-336E-19A5-FBF8F2160834}"/>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643" name="文本框 642">
                <a:extLst>
                  <a:ext uri="{FF2B5EF4-FFF2-40B4-BE49-F238E27FC236}">
                    <a16:creationId xmlns:a16="http://schemas.microsoft.com/office/drawing/2014/main" id="{2B47E142-9C1F-336E-19A5-FBF8F2160834}"/>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18"/>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4" name="文本框 643">
                <a:extLst>
                  <a:ext uri="{FF2B5EF4-FFF2-40B4-BE49-F238E27FC236}">
                    <a16:creationId xmlns:a16="http://schemas.microsoft.com/office/drawing/2014/main" id="{9DA7E8A2-2D98-7FB2-E067-90D62CC1CC0A}"/>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644" name="文本框 643">
                <a:extLst>
                  <a:ext uri="{FF2B5EF4-FFF2-40B4-BE49-F238E27FC236}">
                    <a16:creationId xmlns:a16="http://schemas.microsoft.com/office/drawing/2014/main" id="{9DA7E8A2-2D98-7FB2-E067-90D62CC1CC0A}"/>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19"/>
                <a:stretch>
                  <a:fillRect r="-1053"/>
                </a:stretch>
              </a:blipFill>
            </p:spPr>
            <p:txBody>
              <a:bodyPr/>
              <a:lstStyle/>
              <a:p>
                <a:r>
                  <a:rPr lang="zh-CN" altLang="en-US">
                    <a:noFill/>
                  </a:rPr>
                  <a:t> </a:t>
                </a:r>
              </a:p>
            </p:txBody>
          </p:sp>
        </mc:Fallback>
      </mc:AlternateContent>
      <p:sp>
        <p:nvSpPr>
          <p:cNvPr id="645" name="Line 27">
            <a:extLst>
              <a:ext uri="{FF2B5EF4-FFF2-40B4-BE49-F238E27FC236}">
                <a16:creationId xmlns:a16="http://schemas.microsoft.com/office/drawing/2014/main" id="{82ABFFA3-09BE-40A2-B84E-0F680B8D41F9}"/>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6" name="等腰三角形 645">
            <a:extLst>
              <a:ext uri="{FF2B5EF4-FFF2-40B4-BE49-F238E27FC236}">
                <a16:creationId xmlns:a16="http://schemas.microsoft.com/office/drawing/2014/main" id="{56424489-54D1-7534-7730-65FBD66AC15F}"/>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647" name="Line 27">
            <a:extLst>
              <a:ext uri="{FF2B5EF4-FFF2-40B4-BE49-F238E27FC236}">
                <a16:creationId xmlns:a16="http://schemas.microsoft.com/office/drawing/2014/main" id="{78BA28D2-49EF-1547-5BBF-27051F866388}"/>
              </a:ext>
            </a:extLst>
          </p:cNvPr>
          <p:cNvSpPr>
            <a:spLocks noChangeShapeType="1"/>
          </p:cNvSpPr>
          <p:nvPr/>
        </p:nvSpPr>
        <p:spPr bwMode="auto">
          <a:xfrm rot="5400000">
            <a:off x="1310012" y="3960328"/>
            <a:ext cx="7669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8" name="椭圆 647">
            <a:extLst>
              <a:ext uri="{FF2B5EF4-FFF2-40B4-BE49-F238E27FC236}">
                <a16:creationId xmlns:a16="http://schemas.microsoft.com/office/drawing/2014/main" id="{2CD4FAE6-FF48-E010-4D3D-2CB0E3A0D4B1}"/>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49" name="椭圆 648">
            <a:extLst>
              <a:ext uri="{FF2B5EF4-FFF2-40B4-BE49-F238E27FC236}">
                <a16:creationId xmlns:a16="http://schemas.microsoft.com/office/drawing/2014/main" id="{0C7F99A9-743F-7884-5AAF-E3D27444A5AB}"/>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0" name="Line 27">
            <a:extLst>
              <a:ext uri="{FF2B5EF4-FFF2-40B4-BE49-F238E27FC236}">
                <a16:creationId xmlns:a16="http://schemas.microsoft.com/office/drawing/2014/main" id="{57E3EBFC-F468-E604-0F00-3CE769DDB172}"/>
              </a:ext>
            </a:extLst>
          </p:cNvPr>
          <p:cNvSpPr>
            <a:spLocks noChangeShapeType="1"/>
          </p:cNvSpPr>
          <p:nvPr/>
        </p:nvSpPr>
        <p:spPr bwMode="auto">
          <a:xfrm>
            <a:off x="2442070" y="5236181"/>
            <a:ext cx="2549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1" name="Line 27">
            <a:extLst>
              <a:ext uri="{FF2B5EF4-FFF2-40B4-BE49-F238E27FC236}">
                <a16:creationId xmlns:a16="http://schemas.microsoft.com/office/drawing/2014/main" id="{2B2F9FCA-35C4-9C6C-E2D7-446C26353ED3}"/>
              </a:ext>
            </a:extLst>
          </p:cNvPr>
          <p:cNvSpPr>
            <a:spLocks noChangeShapeType="1"/>
          </p:cNvSpPr>
          <p:nvPr/>
        </p:nvSpPr>
        <p:spPr bwMode="auto">
          <a:xfrm>
            <a:off x="2436094" y="5548070"/>
            <a:ext cx="14790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2" name="Line 27">
            <a:extLst>
              <a:ext uri="{FF2B5EF4-FFF2-40B4-BE49-F238E27FC236}">
                <a16:creationId xmlns:a16="http://schemas.microsoft.com/office/drawing/2014/main" id="{96DEC7FD-1305-5C52-B802-36A550B9F98E}"/>
              </a:ext>
            </a:extLst>
          </p:cNvPr>
          <p:cNvSpPr>
            <a:spLocks noChangeShapeType="1"/>
          </p:cNvSpPr>
          <p:nvPr/>
        </p:nvSpPr>
        <p:spPr bwMode="auto">
          <a:xfrm>
            <a:off x="4396661" y="5547615"/>
            <a:ext cx="5890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3" name="流程图: 延期 652">
            <a:extLst>
              <a:ext uri="{FF2B5EF4-FFF2-40B4-BE49-F238E27FC236}">
                <a16:creationId xmlns:a16="http://schemas.microsoft.com/office/drawing/2014/main" id="{BE3B198C-4802-D617-C286-61188DD4589D}"/>
              </a:ext>
            </a:extLst>
          </p:cNvPr>
          <p:cNvSpPr/>
          <p:nvPr/>
        </p:nvSpPr>
        <p:spPr>
          <a:xfrm>
            <a:off x="4933697"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54" name="椭圆 653">
            <a:extLst>
              <a:ext uri="{FF2B5EF4-FFF2-40B4-BE49-F238E27FC236}">
                <a16:creationId xmlns:a16="http://schemas.microsoft.com/office/drawing/2014/main" id="{DFE986F7-CEE0-ECA8-24E8-813383D2BFC8}"/>
              </a:ext>
            </a:extLst>
          </p:cNvPr>
          <p:cNvSpPr/>
          <p:nvPr/>
        </p:nvSpPr>
        <p:spPr>
          <a:xfrm>
            <a:off x="3377088" y="5190369"/>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5" name="Line 27">
            <a:extLst>
              <a:ext uri="{FF2B5EF4-FFF2-40B4-BE49-F238E27FC236}">
                <a16:creationId xmlns:a16="http://schemas.microsoft.com/office/drawing/2014/main" id="{35EBCE79-ADD0-E0C4-0E12-76B923B34F68}"/>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6" name="椭圆 655">
            <a:extLst>
              <a:ext uri="{FF2B5EF4-FFF2-40B4-BE49-F238E27FC236}">
                <a16:creationId xmlns:a16="http://schemas.microsoft.com/office/drawing/2014/main" id="{681CC660-7321-6E62-8171-FB3D24295E2E}"/>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7" name="椭圆 656">
            <a:extLst>
              <a:ext uri="{FF2B5EF4-FFF2-40B4-BE49-F238E27FC236}">
                <a16:creationId xmlns:a16="http://schemas.microsoft.com/office/drawing/2014/main" id="{80EA0067-1C3E-13A5-75B1-B490F8A16A07}"/>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8" name="椭圆 657">
            <a:extLst>
              <a:ext uri="{FF2B5EF4-FFF2-40B4-BE49-F238E27FC236}">
                <a16:creationId xmlns:a16="http://schemas.microsoft.com/office/drawing/2014/main" id="{8721D81E-6172-AC6E-A96B-10B5A828C454}"/>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9" name="文本框 658">
            <a:extLst>
              <a:ext uri="{FF2B5EF4-FFF2-40B4-BE49-F238E27FC236}">
                <a16:creationId xmlns:a16="http://schemas.microsoft.com/office/drawing/2014/main" id="{A575C90D-7FFD-12BE-D714-31DCFB82E487}"/>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660" name="Line 27">
            <a:extLst>
              <a:ext uri="{FF2B5EF4-FFF2-40B4-BE49-F238E27FC236}">
                <a16:creationId xmlns:a16="http://schemas.microsoft.com/office/drawing/2014/main" id="{C1D47F0E-0283-3A74-C59F-6B09FC506829}"/>
              </a:ext>
            </a:extLst>
          </p:cNvPr>
          <p:cNvSpPr>
            <a:spLocks noChangeShapeType="1"/>
          </p:cNvSpPr>
          <p:nvPr/>
        </p:nvSpPr>
        <p:spPr bwMode="auto">
          <a:xfrm rot="5400000">
            <a:off x="1359090" y="5057445"/>
            <a:ext cx="6691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1" name="Line 27">
            <a:extLst>
              <a:ext uri="{FF2B5EF4-FFF2-40B4-BE49-F238E27FC236}">
                <a16:creationId xmlns:a16="http://schemas.microsoft.com/office/drawing/2014/main" id="{82345849-291B-9885-0BD0-F6A8CE0B61AA}"/>
              </a:ext>
            </a:extLst>
          </p:cNvPr>
          <p:cNvSpPr>
            <a:spLocks noChangeShapeType="1"/>
          </p:cNvSpPr>
          <p:nvPr/>
        </p:nvSpPr>
        <p:spPr bwMode="auto">
          <a:xfrm>
            <a:off x="1693913" y="5392030"/>
            <a:ext cx="325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2" name="椭圆 661">
            <a:extLst>
              <a:ext uri="{FF2B5EF4-FFF2-40B4-BE49-F238E27FC236}">
                <a16:creationId xmlns:a16="http://schemas.microsoft.com/office/drawing/2014/main" id="{1070FDC8-F581-6AE8-A10D-319BAEFB05F9}"/>
              </a:ext>
            </a:extLst>
          </p:cNvPr>
          <p:cNvSpPr/>
          <p:nvPr/>
        </p:nvSpPr>
        <p:spPr>
          <a:xfrm>
            <a:off x="1879423"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63" name="流程图: 延期 662">
            <a:extLst>
              <a:ext uri="{FF2B5EF4-FFF2-40B4-BE49-F238E27FC236}">
                <a16:creationId xmlns:a16="http://schemas.microsoft.com/office/drawing/2014/main" id="{20A499B2-C0B6-56AE-CD50-2541A205C914}"/>
              </a:ext>
            </a:extLst>
          </p:cNvPr>
          <p:cNvSpPr/>
          <p:nvPr/>
        </p:nvSpPr>
        <p:spPr>
          <a:xfrm flipH="1">
            <a:off x="2009023"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65" name="Line 27">
            <a:extLst>
              <a:ext uri="{FF2B5EF4-FFF2-40B4-BE49-F238E27FC236}">
                <a16:creationId xmlns:a16="http://schemas.microsoft.com/office/drawing/2014/main" id="{A3A9EFA6-C9E8-B693-7EC1-49333F033B92}"/>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6" name="Line 27">
            <a:extLst>
              <a:ext uri="{FF2B5EF4-FFF2-40B4-BE49-F238E27FC236}">
                <a16:creationId xmlns:a16="http://schemas.microsoft.com/office/drawing/2014/main" id="{A03D8506-9162-2D52-2092-16F1B50674D1}"/>
              </a:ext>
            </a:extLst>
          </p:cNvPr>
          <p:cNvSpPr>
            <a:spLocks noChangeShapeType="1"/>
          </p:cNvSpPr>
          <p:nvPr/>
        </p:nvSpPr>
        <p:spPr bwMode="auto">
          <a:xfrm>
            <a:off x="10824612" y="5392030"/>
            <a:ext cx="20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7" name="Line 27">
            <a:extLst>
              <a:ext uri="{FF2B5EF4-FFF2-40B4-BE49-F238E27FC236}">
                <a16:creationId xmlns:a16="http://schemas.microsoft.com/office/drawing/2014/main" id="{CD0D1B23-4FCD-75AD-BE54-6CE71977EEE9}"/>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8" name="Line 27">
            <a:extLst>
              <a:ext uri="{FF2B5EF4-FFF2-40B4-BE49-F238E27FC236}">
                <a16:creationId xmlns:a16="http://schemas.microsoft.com/office/drawing/2014/main" id="{ACFC4AD6-8C1E-02B0-3875-4B33EF530DCE}"/>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69" name="直接连接符 668">
            <a:extLst>
              <a:ext uri="{FF2B5EF4-FFF2-40B4-BE49-F238E27FC236}">
                <a16:creationId xmlns:a16="http://schemas.microsoft.com/office/drawing/2014/main" id="{4A2069BD-158E-0F01-31EF-1A43E9F0E6E8}"/>
              </a:ext>
            </a:extLst>
          </p:cNvPr>
          <p:cNvCxnSpPr>
            <a:cxnSpLocks/>
            <a:endCxn id="678"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0" name="直接连接符 669">
            <a:extLst>
              <a:ext uri="{FF2B5EF4-FFF2-40B4-BE49-F238E27FC236}">
                <a16:creationId xmlns:a16="http://schemas.microsoft.com/office/drawing/2014/main" id="{C109FD19-CDCA-D791-1D45-055F0975557D}"/>
              </a:ext>
            </a:extLst>
          </p:cNvPr>
          <p:cNvCxnSpPr>
            <a:cxnSpLocks/>
          </p:cNvCxnSpPr>
          <p:nvPr/>
        </p:nvCxnSpPr>
        <p:spPr>
          <a:xfrm>
            <a:off x="8795780" y="3066430"/>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1" name="直接连接符 670">
            <a:extLst>
              <a:ext uri="{FF2B5EF4-FFF2-40B4-BE49-F238E27FC236}">
                <a16:creationId xmlns:a16="http://schemas.microsoft.com/office/drawing/2014/main" id="{4585A462-D572-779B-0396-8FB8F23B71C6}"/>
              </a:ext>
            </a:extLst>
          </p:cNvPr>
          <p:cNvCxnSpPr>
            <a:cxnSpLocks/>
          </p:cNvCxnSpPr>
          <p:nvPr/>
        </p:nvCxnSpPr>
        <p:spPr>
          <a:xfrm>
            <a:off x="9281780" y="3066430"/>
            <a:ext cx="0" cy="24864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2" name="直接连接符 671">
            <a:extLst>
              <a:ext uri="{FF2B5EF4-FFF2-40B4-BE49-F238E27FC236}">
                <a16:creationId xmlns:a16="http://schemas.microsoft.com/office/drawing/2014/main" id="{829D3082-AE7E-1438-9BF8-901B48997B7F}"/>
              </a:ext>
            </a:extLst>
          </p:cNvPr>
          <p:cNvCxnSpPr>
            <a:cxnSpLocks/>
            <a:endCxn id="701" idx="0"/>
          </p:cNvCxnSpPr>
          <p:nvPr/>
        </p:nvCxnSpPr>
        <p:spPr>
          <a:xfrm>
            <a:off x="9767780" y="3066430"/>
            <a:ext cx="776"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3" name="矩形 672">
            <a:extLst>
              <a:ext uri="{FF2B5EF4-FFF2-40B4-BE49-F238E27FC236}">
                <a16:creationId xmlns:a16="http://schemas.microsoft.com/office/drawing/2014/main" id="{E1D01354-970A-7AAA-7D77-FCC5B47B49BD}"/>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74" name="文本框 673">
                <a:extLst>
                  <a:ext uri="{FF2B5EF4-FFF2-40B4-BE49-F238E27FC236}">
                    <a16:creationId xmlns:a16="http://schemas.microsoft.com/office/drawing/2014/main" id="{71A8680C-FD85-1DCC-A314-914BE8548018}"/>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74" name="文本框 673">
                <a:extLst>
                  <a:ext uri="{FF2B5EF4-FFF2-40B4-BE49-F238E27FC236}">
                    <a16:creationId xmlns:a16="http://schemas.microsoft.com/office/drawing/2014/main" id="{71A8680C-FD85-1DCC-A314-914BE8548018}"/>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2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5" name="文本框 674">
                <a:extLst>
                  <a:ext uri="{FF2B5EF4-FFF2-40B4-BE49-F238E27FC236}">
                    <a16:creationId xmlns:a16="http://schemas.microsoft.com/office/drawing/2014/main" id="{3CB2CFE0-9464-B925-5921-128FD7114768}"/>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75" name="文本框 674">
                <a:extLst>
                  <a:ext uri="{FF2B5EF4-FFF2-40B4-BE49-F238E27FC236}">
                    <a16:creationId xmlns:a16="http://schemas.microsoft.com/office/drawing/2014/main" id="{3CB2CFE0-9464-B925-5921-128FD7114768}"/>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21"/>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6" name="文本框 675">
                <a:extLst>
                  <a:ext uri="{FF2B5EF4-FFF2-40B4-BE49-F238E27FC236}">
                    <a16:creationId xmlns:a16="http://schemas.microsoft.com/office/drawing/2014/main" id="{0EBB4866-AEE4-8FD6-6116-A6EEA2A864F5}"/>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76" name="文本框 675">
                <a:extLst>
                  <a:ext uri="{FF2B5EF4-FFF2-40B4-BE49-F238E27FC236}">
                    <a16:creationId xmlns:a16="http://schemas.microsoft.com/office/drawing/2014/main" id="{0EBB4866-AEE4-8FD6-6116-A6EEA2A864F5}"/>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22"/>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7" name="文本框 676">
                <a:extLst>
                  <a:ext uri="{FF2B5EF4-FFF2-40B4-BE49-F238E27FC236}">
                    <a16:creationId xmlns:a16="http://schemas.microsoft.com/office/drawing/2014/main" id="{481AE90C-BFAB-B33B-00C5-0BA91E77C0A1}"/>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77" name="文本框 676">
                <a:extLst>
                  <a:ext uri="{FF2B5EF4-FFF2-40B4-BE49-F238E27FC236}">
                    <a16:creationId xmlns:a16="http://schemas.microsoft.com/office/drawing/2014/main" id="{481AE90C-BFAB-B33B-00C5-0BA91E77C0A1}"/>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23"/>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8" name="文本框 677">
                <a:extLst>
                  <a:ext uri="{FF2B5EF4-FFF2-40B4-BE49-F238E27FC236}">
                    <a16:creationId xmlns:a16="http://schemas.microsoft.com/office/drawing/2014/main" id="{F316E058-0C84-E8D8-1053-72F2DECC4B0F}"/>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78" name="文本框 677">
                <a:extLst>
                  <a:ext uri="{FF2B5EF4-FFF2-40B4-BE49-F238E27FC236}">
                    <a16:creationId xmlns:a16="http://schemas.microsoft.com/office/drawing/2014/main" id="{F316E058-0C84-E8D8-1053-72F2DECC4B0F}"/>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2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9" name="文本框 678">
                <a:extLst>
                  <a:ext uri="{FF2B5EF4-FFF2-40B4-BE49-F238E27FC236}">
                    <a16:creationId xmlns:a16="http://schemas.microsoft.com/office/drawing/2014/main" id="{3B93A353-7E9B-8E14-9C15-4B5C2E4541DC}"/>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79" name="文本框 678">
                <a:extLst>
                  <a:ext uri="{FF2B5EF4-FFF2-40B4-BE49-F238E27FC236}">
                    <a16:creationId xmlns:a16="http://schemas.microsoft.com/office/drawing/2014/main" id="{3B93A353-7E9B-8E14-9C15-4B5C2E4541DC}"/>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25"/>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0" name="文本框 679">
                <a:extLst>
                  <a:ext uri="{FF2B5EF4-FFF2-40B4-BE49-F238E27FC236}">
                    <a16:creationId xmlns:a16="http://schemas.microsoft.com/office/drawing/2014/main" id="{560525EC-868D-2AC1-1EB9-16B800520E4C}"/>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80" name="文本框 679">
                <a:extLst>
                  <a:ext uri="{FF2B5EF4-FFF2-40B4-BE49-F238E27FC236}">
                    <a16:creationId xmlns:a16="http://schemas.microsoft.com/office/drawing/2014/main" id="{560525EC-868D-2AC1-1EB9-16B800520E4C}"/>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26"/>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1" name="文本框 680">
                <a:extLst>
                  <a:ext uri="{FF2B5EF4-FFF2-40B4-BE49-F238E27FC236}">
                    <a16:creationId xmlns:a16="http://schemas.microsoft.com/office/drawing/2014/main" id="{2DF20A02-F28E-5817-9ED7-7C84064EF6BE}"/>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81" name="文本框 680">
                <a:extLst>
                  <a:ext uri="{FF2B5EF4-FFF2-40B4-BE49-F238E27FC236}">
                    <a16:creationId xmlns:a16="http://schemas.microsoft.com/office/drawing/2014/main" id="{2DF20A02-F28E-5817-9ED7-7C84064EF6BE}"/>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27"/>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2" name="文本框 681">
                <a:extLst>
                  <a:ext uri="{FF2B5EF4-FFF2-40B4-BE49-F238E27FC236}">
                    <a16:creationId xmlns:a16="http://schemas.microsoft.com/office/drawing/2014/main" id="{D3B25266-C852-2110-81E6-73A758FC77B2}"/>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682" name="文本框 681">
                <a:extLst>
                  <a:ext uri="{FF2B5EF4-FFF2-40B4-BE49-F238E27FC236}">
                    <a16:creationId xmlns:a16="http://schemas.microsoft.com/office/drawing/2014/main" id="{D3B25266-C852-2110-81E6-73A758FC77B2}"/>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3" name="文本框 682">
                <a:extLst>
                  <a:ext uri="{FF2B5EF4-FFF2-40B4-BE49-F238E27FC236}">
                    <a16:creationId xmlns:a16="http://schemas.microsoft.com/office/drawing/2014/main" id="{6956F2B5-FCFC-6F85-D854-24DF185DB932}"/>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683" name="文本框 682">
                <a:extLst>
                  <a:ext uri="{FF2B5EF4-FFF2-40B4-BE49-F238E27FC236}">
                    <a16:creationId xmlns:a16="http://schemas.microsoft.com/office/drawing/2014/main" id="{6956F2B5-FCFC-6F85-D854-24DF185DB932}"/>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29"/>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4" name="文本框 683">
                <a:extLst>
                  <a:ext uri="{FF2B5EF4-FFF2-40B4-BE49-F238E27FC236}">
                    <a16:creationId xmlns:a16="http://schemas.microsoft.com/office/drawing/2014/main" id="{EB05778A-7846-5EEF-0442-2F4F60EA6132}"/>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684" name="文本框 683">
                <a:extLst>
                  <a:ext uri="{FF2B5EF4-FFF2-40B4-BE49-F238E27FC236}">
                    <a16:creationId xmlns:a16="http://schemas.microsoft.com/office/drawing/2014/main" id="{EB05778A-7846-5EEF-0442-2F4F60EA6132}"/>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30"/>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5" name="文本框 684">
                <a:extLst>
                  <a:ext uri="{FF2B5EF4-FFF2-40B4-BE49-F238E27FC236}">
                    <a16:creationId xmlns:a16="http://schemas.microsoft.com/office/drawing/2014/main" id="{AA1DCA58-E352-1B97-2905-A0E746907CC1}"/>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685" name="文本框 684">
                <a:extLst>
                  <a:ext uri="{FF2B5EF4-FFF2-40B4-BE49-F238E27FC236}">
                    <a16:creationId xmlns:a16="http://schemas.microsoft.com/office/drawing/2014/main" id="{AA1DCA58-E352-1B97-2905-A0E746907CC1}"/>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31"/>
                <a:stretch>
                  <a:fillRect l="-1053"/>
                </a:stretch>
              </a:blipFill>
            </p:spPr>
            <p:txBody>
              <a:bodyPr/>
              <a:lstStyle/>
              <a:p>
                <a:r>
                  <a:rPr lang="zh-CN" altLang="en-US">
                    <a:noFill/>
                  </a:rPr>
                  <a:t> </a:t>
                </a:r>
              </a:p>
            </p:txBody>
          </p:sp>
        </mc:Fallback>
      </mc:AlternateContent>
      <p:sp>
        <p:nvSpPr>
          <p:cNvPr id="686" name="Line 27">
            <a:extLst>
              <a:ext uri="{FF2B5EF4-FFF2-40B4-BE49-F238E27FC236}">
                <a16:creationId xmlns:a16="http://schemas.microsoft.com/office/drawing/2014/main" id="{CED07829-A725-CACA-C2C2-9E50E7C69097}"/>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7" name="Line 27">
            <a:extLst>
              <a:ext uri="{FF2B5EF4-FFF2-40B4-BE49-F238E27FC236}">
                <a16:creationId xmlns:a16="http://schemas.microsoft.com/office/drawing/2014/main" id="{E6512C2C-EF50-B85E-DC03-D25FC0DF714E}"/>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8" name="Line 27">
            <a:extLst>
              <a:ext uri="{FF2B5EF4-FFF2-40B4-BE49-F238E27FC236}">
                <a16:creationId xmlns:a16="http://schemas.microsoft.com/office/drawing/2014/main" id="{550CC621-72B2-483E-11EB-CD85317435A7}"/>
              </a:ext>
            </a:extLst>
          </p:cNvPr>
          <p:cNvSpPr>
            <a:spLocks noChangeShapeType="1"/>
          </p:cNvSpPr>
          <p:nvPr/>
        </p:nvSpPr>
        <p:spPr bwMode="auto">
          <a:xfrm>
            <a:off x="7060518"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9" name="椭圆 688">
            <a:extLst>
              <a:ext uri="{FF2B5EF4-FFF2-40B4-BE49-F238E27FC236}">
                <a16:creationId xmlns:a16="http://schemas.microsoft.com/office/drawing/2014/main" id="{3F2D95F3-CB97-5DD0-04A4-DE091C9732A0}"/>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90" name="Line 27">
            <a:extLst>
              <a:ext uri="{FF2B5EF4-FFF2-40B4-BE49-F238E27FC236}">
                <a16:creationId xmlns:a16="http://schemas.microsoft.com/office/drawing/2014/main" id="{943C9296-193F-055D-0061-4F622CC132D8}"/>
              </a:ext>
            </a:extLst>
          </p:cNvPr>
          <p:cNvSpPr>
            <a:spLocks noChangeShapeType="1"/>
          </p:cNvSpPr>
          <p:nvPr/>
        </p:nvSpPr>
        <p:spPr bwMode="auto">
          <a:xfrm>
            <a:off x="7060518"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1" name="椭圆 690">
            <a:extLst>
              <a:ext uri="{FF2B5EF4-FFF2-40B4-BE49-F238E27FC236}">
                <a16:creationId xmlns:a16="http://schemas.microsoft.com/office/drawing/2014/main" id="{43FFBEB7-C806-05BF-40B2-EDB8DB07A0B3}"/>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92" name="文本框 691">
                <a:extLst>
                  <a:ext uri="{FF2B5EF4-FFF2-40B4-BE49-F238E27FC236}">
                    <a16:creationId xmlns:a16="http://schemas.microsoft.com/office/drawing/2014/main" id="{3916E94F-0E93-20C9-97A7-8FFB7CF6CCB0}"/>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692" name="文本框 691">
                <a:extLst>
                  <a:ext uri="{FF2B5EF4-FFF2-40B4-BE49-F238E27FC236}">
                    <a16:creationId xmlns:a16="http://schemas.microsoft.com/office/drawing/2014/main" id="{3916E94F-0E93-20C9-97A7-8FFB7CF6CCB0}"/>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32"/>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3" name="文本框 692">
                <a:extLst>
                  <a:ext uri="{FF2B5EF4-FFF2-40B4-BE49-F238E27FC236}">
                    <a16:creationId xmlns:a16="http://schemas.microsoft.com/office/drawing/2014/main" id="{EE932677-1A3A-9E55-6308-F74AFE65682F}"/>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693" name="文本框 692">
                <a:extLst>
                  <a:ext uri="{FF2B5EF4-FFF2-40B4-BE49-F238E27FC236}">
                    <a16:creationId xmlns:a16="http://schemas.microsoft.com/office/drawing/2014/main" id="{EE932677-1A3A-9E55-6308-F74AFE65682F}"/>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33"/>
                <a:stretch>
                  <a:fillRect r="-1053"/>
                </a:stretch>
              </a:blipFill>
            </p:spPr>
            <p:txBody>
              <a:bodyPr/>
              <a:lstStyle/>
              <a:p>
                <a:r>
                  <a:rPr lang="zh-CN" altLang="en-US">
                    <a:noFill/>
                  </a:rPr>
                  <a:t> </a:t>
                </a:r>
              </a:p>
            </p:txBody>
          </p:sp>
        </mc:Fallback>
      </mc:AlternateContent>
      <p:sp>
        <p:nvSpPr>
          <p:cNvPr id="694" name="Line 27">
            <a:extLst>
              <a:ext uri="{FF2B5EF4-FFF2-40B4-BE49-F238E27FC236}">
                <a16:creationId xmlns:a16="http://schemas.microsoft.com/office/drawing/2014/main" id="{0D80F265-BF01-A0A2-64F5-4955C4F5221F}"/>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5" name="等腰三角形 694">
            <a:extLst>
              <a:ext uri="{FF2B5EF4-FFF2-40B4-BE49-F238E27FC236}">
                <a16:creationId xmlns:a16="http://schemas.microsoft.com/office/drawing/2014/main" id="{2538E374-BE33-7D49-D948-529D5AF6B6BB}"/>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698" name="椭圆 697">
            <a:extLst>
              <a:ext uri="{FF2B5EF4-FFF2-40B4-BE49-F238E27FC236}">
                <a16:creationId xmlns:a16="http://schemas.microsoft.com/office/drawing/2014/main" id="{6603E6D2-CDCA-A4EA-C22F-CD5D8FD7DBD9}"/>
              </a:ext>
            </a:extLst>
          </p:cNvPr>
          <p:cNvSpPr/>
          <p:nvPr/>
        </p:nvSpPr>
        <p:spPr>
          <a:xfrm>
            <a:off x="6118809" y="391998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99" name="Line 27">
            <a:extLst>
              <a:ext uri="{FF2B5EF4-FFF2-40B4-BE49-F238E27FC236}">
                <a16:creationId xmlns:a16="http://schemas.microsoft.com/office/drawing/2014/main" id="{594AB9CE-CF81-2831-CF92-3756B17AA6AB}"/>
              </a:ext>
            </a:extLst>
          </p:cNvPr>
          <p:cNvSpPr>
            <a:spLocks noChangeShapeType="1"/>
          </p:cNvSpPr>
          <p:nvPr/>
        </p:nvSpPr>
        <p:spPr bwMode="auto">
          <a:xfrm>
            <a:off x="7813965" y="5236181"/>
            <a:ext cx="2549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0" name="Line 27">
            <a:extLst>
              <a:ext uri="{FF2B5EF4-FFF2-40B4-BE49-F238E27FC236}">
                <a16:creationId xmlns:a16="http://schemas.microsoft.com/office/drawing/2014/main" id="{16A9D1C8-14D0-A875-163D-826695D6C0FB}"/>
              </a:ext>
            </a:extLst>
          </p:cNvPr>
          <p:cNvSpPr>
            <a:spLocks noChangeShapeType="1"/>
          </p:cNvSpPr>
          <p:nvPr/>
        </p:nvSpPr>
        <p:spPr bwMode="auto">
          <a:xfrm>
            <a:off x="7807989" y="5548070"/>
            <a:ext cx="14790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1" name="Line 27">
            <a:extLst>
              <a:ext uri="{FF2B5EF4-FFF2-40B4-BE49-F238E27FC236}">
                <a16:creationId xmlns:a16="http://schemas.microsoft.com/office/drawing/2014/main" id="{7FA51801-3CA0-7A04-7025-A86100D553AD}"/>
              </a:ext>
            </a:extLst>
          </p:cNvPr>
          <p:cNvSpPr>
            <a:spLocks noChangeShapeType="1"/>
          </p:cNvSpPr>
          <p:nvPr/>
        </p:nvSpPr>
        <p:spPr bwMode="auto">
          <a:xfrm>
            <a:off x="9768556" y="5547615"/>
            <a:ext cx="5890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2" name="流程图: 延期 701">
            <a:extLst>
              <a:ext uri="{FF2B5EF4-FFF2-40B4-BE49-F238E27FC236}">
                <a16:creationId xmlns:a16="http://schemas.microsoft.com/office/drawing/2014/main" id="{F5778D4B-FC9A-230D-DA9B-276A59BED939}"/>
              </a:ext>
            </a:extLst>
          </p:cNvPr>
          <p:cNvSpPr/>
          <p:nvPr/>
        </p:nvSpPr>
        <p:spPr>
          <a:xfrm>
            <a:off x="10305592"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03" name="椭圆 702">
            <a:extLst>
              <a:ext uri="{FF2B5EF4-FFF2-40B4-BE49-F238E27FC236}">
                <a16:creationId xmlns:a16="http://schemas.microsoft.com/office/drawing/2014/main" id="{8410A689-74C0-29D3-09E4-E4BE905EC60C}"/>
              </a:ext>
            </a:extLst>
          </p:cNvPr>
          <p:cNvSpPr/>
          <p:nvPr/>
        </p:nvSpPr>
        <p:spPr>
          <a:xfrm>
            <a:off x="8748983" y="5190369"/>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4" name="Line 27">
            <a:extLst>
              <a:ext uri="{FF2B5EF4-FFF2-40B4-BE49-F238E27FC236}">
                <a16:creationId xmlns:a16="http://schemas.microsoft.com/office/drawing/2014/main" id="{1E1FC8AE-6BE0-2487-92DB-8DC57664DC7F}"/>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5" name="椭圆 704">
            <a:extLst>
              <a:ext uri="{FF2B5EF4-FFF2-40B4-BE49-F238E27FC236}">
                <a16:creationId xmlns:a16="http://schemas.microsoft.com/office/drawing/2014/main" id="{F19A6AF8-C087-DA98-3AEC-7077DA007CAC}"/>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6" name="椭圆 705">
            <a:extLst>
              <a:ext uri="{FF2B5EF4-FFF2-40B4-BE49-F238E27FC236}">
                <a16:creationId xmlns:a16="http://schemas.microsoft.com/office/drawing/2014/main" id="{7C06473C-841D-3E20-DBB0-5BECE92202BE}"/>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7" name="椭圆 706">
            <a:extLst>
              <a:ext uri="{FF2B5EF4-FFF2-40B4-BE49-F238E27FC236}">
                <a16:creationId xmlns:a16="http://schemas.microsoft.com/office/drawing/2014/main" id="{39B5EACC-3DF3-7232-EC1C-34A1639FEA7A}"/>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8" name="文本框 707">
            <a:extLst>
              <a:ext uri="{FF2B5EF4-FFF2-40B4-BE49-F238E27FC236}">
                <a16:creationId xmlns:a16="http://schemas.microsoft.com/office/drawing/2014/main" id="{E226B2D7-5B33-E91A-19E0-7EB29BE6F633}"/>
              </a:ext>
            </a:extLst>
          </p:cNvPr>
          <p:cNvSpPr txBox="1"/>
          <p:nvPr/>
        </p:nvSpPr>
        <p:spPr>
          <a:xfrm>
            <a:off x="6770944" y="4134794"/>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09" name="Line 27">
            <a:extLst>
              <a:ext uri="{FF2B5EF4-FFF2-40B4-BE49-F238E27FC236}">
                <a16:creationId xmlns:a16="http://schemas.microsoft.com/office/drawing/2014/main" id="{47A6F502-C8D7-91B0-1494-76EE52218C52}"/>
              </a:ext>
            </a:extLst>
          </p:cNvPr>
          <p:cNvSpPr>
            <a:spLocks noChangeShapeType="1"/>
          </p:cNvSpPr>
          <p:nvPr/>
        </p:nvSpPr>
        <p:spPr bwMode="auto">
          <a:xfrm rot="5400000">
            <a:off x="6730985" y="5057445"/>
            <a:ext cx="6691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0" name="Line 27">
            <a:extLst>
              <a:ext uri="{FF2B5EF4-FFF2-40B4-BE49-F238E27FC236}">
                <a16:creationId xmlns:a16="http://schemas.microsoft.com/office/drawing/2014/main" id="{6F6EFE7A-3E24-9FE9-A484-E3BF75DA3FDA}"/>
              </a:ext>
            </a:extLst>
          </p:cNvPr>
          <p:cNvSpPr>
            <a:spLocks noChangeShapeType="1"/>
          </p:cNvSpPr>
          <p:nvPr/>
        </p:nvSpPr>
        <p:spPr bwMode="auto">
          <a:xfrm>
            <a:off x="7065808" y="5392030"/>
            <a:ext cx="325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1" name="椭圆 710">
            <a:extLst>
              <a:ext uri="{FF2B5EF4-FFF2-40B4-BE49-F238E27FC236}">
                <a16:creationId xmlns:a16="http://schemas.microsoft.com/office/drawing/2014/main" id="{4ACF10BA-F123-354F-F81E-5F0C2098A8EF}"/>
              </a:ext>
            </a:extLst>
          </p:cNvPr>
          <p:cNvSpPr/>
          <p:nvPr/>
        </p:nvSpPr>
        <p:spPr>
          <a:xfrm>
            <a:off x="7251318"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12" name="流程图: 延期 711">
            <a:extLst>
              <a:ext uri="{FF2B5EF4-FFF2-40B4-BE49-F238E27FC236}">
                <a16:creationId xmlns:a16="http://schemas.microsoft.com/office/drawing/2014/main" id="{AC5CAB31-46E9-0642-36B3-9987AC8AE9C2}"/>
              </a:ext>
            </a:extLst>
          </p:cNvPr>
          <p:cNvSpPr/>
          <p:nvPr/>
        </p:nvSpPr>
        <p:spPr>
          <a:xfrm flipH="1">
            <a:off x="7380918"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13" name="Line 27">
            <a:extLst>
              <a:ext uri="{FF2B5EF4-FFF2-40B4-BE49-F238E27FC236}">
                <a16:creationId xmlns:a16="http://schemas.microsoft.com/office/drawing/2014/main" id="{2F6481F6-4037-C86C-8096-D10D41AB29D7}"/>
              </a:ext>
            </a:extLst>
          </p:cNvPr>
          <p:cNvSpPr>
            <a:spLocks noChangeShapeType="1"/>
          </p:cNvSpPr>
          <p:nvPr/>
        </p:nvSpPr>
        <p:spPr bwMode="auto">
          <a:xfrm rot="5400000">
            <a:off x="5254259" y="4480862"/>
            <a:ext cx="18223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4" name="Line 27">
            <a:extLst>
              <a:ext uri="{FF2B5EF4-FFF2-40B4-BE49-F238E27FC236}">
                <a16:creationId xmlns:a16="http://schemas.microsoft.com/office/drawing/2014/main" id="{193D6C62-51BB-FB8B-5D8E-68F78AF7CBB8}"/>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5" name="Line 27">
            <a:extLst>
              <a:ext uri="{FF2B5EF4-FFF2-40B4-BE49-F238E27FC236}">
                <a16:creationId xmlns:a16="http://schemas.microsoft.com/office/drawing/2014/main" id="{31AD3F25-35B8-F4D6-D757-5EF1E141D8B0}"/>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6" name="Line 27">
            <a:extLst>
              <a:ext uri="{FF2B5EF4-FFF2-40B4-BE49-F238E27FC236}">
                <a16:creationId xmlns:a16="http://schemas.microsoft.com/office/drawing/2014/main" id="{EA829A2E-7EC2-32CA-2DD0-A1132966024F}"/>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717" name="文本框 716">
                <a:extLst>
                  <a:ext uri="{FF2B5EF4-FFF2-40B4-BE49-F238E27FC236}">
                    <a16:creationId xmlns:a16="http://schemas.microsoft.com/office/drawing/2014/main" id="{300BCFCF-019E-80E5-A4C9-1D55B3480013}"/>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717" name="文本框 716">
                <a:extLst>
                  <a:ext uri="{FF2B5EF4-FFF2-40B4-BE49-F238E27FC236}">
                    <a16:creationId xmlns:a16="http://schemas.microsoft.com/office/drawing/2014/main" id="{300BCFCF-019E-80E5-A4C9-1D55B3480013}"/>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34"/>
                <a:stretch>
                  <a:fillRect r="-2128"/>
                </a:stretch>
              </a:blipFill>
            </p:spPr>
            <p:txBody>
              <a:bodyPr/>
              <a:lstStyle/>
              <a:p>
                <a:r>
                  <a:rPr lang="zh-CN" altLang="en-US">
                    <a:noFill/>
                  </a:rPr>
                  <a:t> </a:t>
                </a:r>
              </a:p>
            </p:txBody>
          </p:sp>
        </mc:Fallback>
      </mc:AlternateContent>
      <p:sp>
        <p:nvSpPr>
          <p:cNvPr id="718" name="椭圆 717">
            <a:extLst>
              <a:ext uri="{FF2B5EF4-FFF2-40B4-BE49-F238E27FC236}">
                <a16:creationId xmlns:a16="http://schemas.microsoft.com/office/drawing/2014/main" id="{BE75991F-59B7-F39B-3400-87494410AB9C}"/>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719" name="文本框 718">
                <a:extLst>
                  <a:ext uri="{FF2B5EF4-FFF2-40B4-BE49-F238E27FC236}">
                    <a16:creationId xmlns:a16="http://schemas.microsoft.com/office/drawing/2014/main" id="{E15B8D0B-27DD-55E3-7077-C274857BB03D}"/>
                  </a:ext>
                </a:extLst>
              </p:cNvPr>
              <p:cNvSpPr txBox="1"/>
              <p:nvPr/>
            </p:nvSpPr>
            <p:spPr>
              <a:xfrm>
                <a:off x="10944000" y="517574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719" name="文本框 718">
                <a:extLst>
                  <a:ext uri="{FF2B5EF4-FFF2-40B4-BE49-F238E27FC236}">
                    <a16:creationId xmlns:a16="http://schemas.microsoft.com/office/drawing/2014/main" id="{E15B8D0B-27DD-55E3-7077-C274857BB03D}"/>
                  </a:ext>
                </a:extLst>
              </p:cNvPr>
              <p:cNvSpPr txBox="1">
                <a:spLocks noRot="1" noChangeAspect="1" noMove="1" noResize="1" noEditPoints="1" noAdjustHandles="1" noChangeArrowheads="1" noChangeShapeType="1" noTextEdit="1"/>
              </p:cNvSpPr>
              <p:nvPr/>
            </p:nvSpPr>
            <p:spPr>
              <a:xfrm>
                <a:off x="10944000" y="5175740"/>
                <a:ext cx="577471" cy="430887"/>
              </a:xfrm>
              <a:prstGeom prst="rect">
                <a:avLst/>
              </a:prstGeom>
              <a:blipFill>
                <a:blip r:embed="rId35"/>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EFF0B86F-9CEE-7490-20A0-D0C4A5E51EB3}"/>
              </a:ext>
            </a:extLst>
          </p:cNvPr>
          <p:cNvSpPr/>
          <p:nvPr/>
        </p:nvSpPr>
        <p:spPr>
          <a:xfrm>
            <a:off x="10181433" y="5040000"/>
            <a:ext cx="745848" cy="697117"/>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B653197-4DB2-DFC8-BB16-3ABC522ECE28}"/>
                  </a:ext>
                </a:extLst>
              </p:cNvPr>
              <p:cNvSpPr txBox="1"/>
              <p:nvPr/>
            </p:nvSpPr>
            <p:spPr>
              <a:xfrm>
                <a:off x="4572000" y="5976000"/>
                <a:ext cx="6827107" cy="730841"/>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该电路在芯片 </a:t>
                </a:r>
                <a:r>
                  <a:rPr lang="en-US" altLang="zh-CN" sz="2000" dirty="0">
                    <a:solidFill>
                      <a:srgbClr val="FF0000"/>
                    </a:solidFill>
                    <a:latin typeface="微软雅黑" panose="020B0503020204020204" pitchFamily="34" charset="-122"/>
                    <a:ea typeface="微软雅黑" panose="020B0503020204020204" pitchFamily="34" charset="-122"/>
                  </a:rPr>
                  <a:t>(1) </a:t>
                </a:r>
                <a:r>
                  <a:rPr lang="zh-CN" altLang="en-US" sz="2000" dirty="0">
                    <a:solidFill>
                      <a:srgbClr val="FF0000"/>
                    </a:solidFill>
                    <a:latin typeface="微软雅黑" panose="020B0503020204020204" pitchFamily="34" charset="-122"/>
                    <a:ea typeface="微软雅黑" panose="020B0503020204020204" pitchFamily="34" charset="-122"/>
                  </a:rPr>
                  <a:t>状态为 </a:t>
                </a:r>
                <a:r>
                  <a:rPr lang="en-US" altLang="zh-CN" sz="2000" dirty="0">
                    <a:solidFill>
                      <a:srgbClr val="FF0000"/>
                    </a:solidFill>
                    <a:latin typeface="微软雅黑" panose="020B0503020204020204" pitchFamily="34" charset="-122"/>
                    <a:ea typeface="微软雅黑" panose="020B0503020204020204" pitchFamily="34" charset="-122"/>
                  </a:rPr>
                  <a:t>0101 </a:t>
                </a:r>
                <a:r>
                  <a:rPr lang="zh-CN" altLang="en-US" sz="2000" dirty="0">
                    <a:solidFill>
                      <a:srgbClr val="FF0000"/>
                    </a:solidFill>
                    <a:latin typeface="微软雅黑" panose="020B0503020204020204" pitchFamily="34" charset="-122"/>
                    <a:ea typeface="微软雅黑" panose="020B0503020204020204" pitchFamily="34" charset="-122"/>
                  </a:rPr>
                  <a:t>时，无论芯片 </a:t>
                </a:r>
                <a:r>
                  <a:rPr lang="en-US" altLang="zh-CN" sz="2000" dirty="0">
                    <a:solidFill>
                      <a:srgbClr val="FF0000"/>
                    </a:solidFill>
                    <a:latin typeface="微软雅黑" panose="020B0503020204020204" pitchFamily="34" charset="-122"/>
                    <a:ea typeface="微软雅黑" panose="020B0503020204020204" pitchFamily="34" charset="-122"/>
                  </a:rPr>
                  <a:t>(0) </a:t>
                </a:r>
                <a:r>
                  <a:rPr lang="zh-CN" altLang="en-US" sz="2000" dirty="0">
                    <a:solidFill>
                      <a:srgbClr val="FF0000"/>
                    </a:solidFill>
                    <a:latin typeface="微软雅黑" panose="020B0503020204020204" pitchFamily="34" charset="-122"/>
                    <a:ea typeface="微软雅黑" panose="020B0503020204020204" pitchFamily="34" charset="-122"/>
                  </a:rPr>
                  <a:t>状态如何，进位信号 </a:t>
                </a:r>
                <a14:m>
                  <m:oMath xmlns:m="http://schemas.openxmlformats.org/officeDocument/2006/math">
                    <m:sSub>
                      <m:sSubPr>
                        <m:ctrlPr>
                          <a:rPr lang="en-US" altLang="zh-CN" sz="2000" i="1">
                            <a:solidFill>
                              <a:srgbClr val="FF0000"/>
                            </a:solidFill>
                            <a:latin typeface="Cambria Math" panose="02040503050406030204" pitchFamily="18" charset="0"/>
                          </a:rPr>
                        </m:ctrlPr>
                      </m:sSubPr>
                      <m:e>
                        <m:r>
                          <m:rPr>
                            <m:sty m:val="p"/>
                          </m:rPr>
                          <a:rPr lang="en-US" altLang="zh-CN" sz="2000">
                            <a:solidFill>
                              <a:srgbClr val="FF0000"/>
                            </a:solidFill>
                            <a:latin typeface="Cambria Math" panose="02040503050406030204" pitchFamily="18" charset="0"/>
                          </a:rPr>
                          <m:t>C</m:t>
                        </m:r>
                      </m:e>
                      <m:sub>
                        <m:r>
                          <a:rPr lang="en-US" altLang="zh-CN" sz="2000" i="1">
                            <a:solidFill>
                              <a:srgbClr val="FF0000"/>
                            </a:solidFill>
                            <a:latin typeface="Cambria Math" panose="02040503050406030204" pitchFamily="18" charset="0"/>
                          </a:rPr>
                          <m:t>1</m:t>
                        </m:r>
                      </m:sub>
                    </m:sSub>
                  </m:oMath>
                </a14:m>
                <a:r>
                  <a:rPr lang="zh-CN" altLang="en-US" sz="2000" dirty="0">
                    <a:solidFill>
                      <a:srgbClr val="FF0000"/>
                    </a:solidFill>
                    <a:latin typeface="微软雅黑" panose="020B0503020204020204" pitchFamily="34" charset="-122"/>
                    <a:ea typeface="微软雅黑" panose="020B0503020204020204" pitchFamily="34" charset="-122"/>
                  </a:rPr>
                  <a:t> 都为 </a:t>
                </a:r>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en-US" sz="2000" dirty="0">
                    <a:solidFill>
                      <a:srgbClr val="FF0000"/>
                    </a:solidFill>
                    <a:latin typeface="微软雅黑" panose="020B0503020204020204" pitchFamily="34" charset="-122"/>
                    <a:ea typeface="微软雅黑" panose="020B0503020204020204" pitchFamily="34" charset="-122"/>
                  </a:rPr>
                  <a:t>，不正确，需修改</a:t>
                </a:r>
              </a:p>
            </p:txBody>
          </p:sp>
        </mc:Choice>
        <mc:Fallback xmlns="">
          <p:sp>
            <p:nvSpPr>
              <p:cNvPr id="6" name="文本框 5">
                <a:extLst>
                  <a:ext uri="{FF2B5EF4-FFF2-40B4-BE49-F238E27FC236}">
                    <a16:creationId xmlns:a16="http://schemas.microsoft.com/office/drawing/2014/main" id="{FB653197-4DB2-DFC8-BB16-3ABC522ECE28}"/>
                  </a:ext>
                </a:extLst>
              </p:cNvPr>
              <p:cNvSpPr txBox="1">
                <a:spLocks noRot="1" noChangeAspect="1" noMove="1" noResize="1" noEditPoints="1" noAdjustHandles="1" noChangeArrowheads="1" noChangeShapeType="1" noTextEdit="1"/>
              </p:cNvSpPr>
              <p:nvPr/>
            </p:nvSpPr>
            <p:spPr>
              <a:xfrm>
                <a:off x="4572000" y="5976000"/>
                <a:ext cx="6827107" cy="730841"/>
              </a:xfrm>
              <a:prstGeom prst="rect">
                <a:avLst/>
              </a:prstGeom>
              <a:blipFill>
                <a:blip r:embed="rId36"/>
                <a:stretch>
                  <a:fillRect l="-893" t="-4167" r="-2589" b="-108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38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6EED6-3A30-7303-D9DA-1A431F3BAC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0BFCB0-C39D-E510-BC3D-B5194EC5AA81}"/>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0BFCB0-C39D-E510-BC3D-B5194EC5AA8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EDEF024-E8F0-A1C7-CA8F-6A26D06E853C}"/>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B15DB121-15A7-C72B-E3D0-0A8B02BD6187}"/>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2B85B96E-D664-229F-CB3D-B24772BF7397}"/>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CEAD9F5A-C0AA-D8BB-578A-13F94BF7219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3837E50C-476D-2AD7-BCCF-5561663AE32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9F417575-DA70-B0B6-CABA-61449FF8EC8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22</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8169E4C0-21F1-462A-0D30-366C6EA9E6BD}"/>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392" name="文本框 391">
            <a:extLst>
              <a:ext uri="{FF2B5EF4-FFF2-40B4-BE49-F238E27FC236}">
                <a16:creationId xmlns:a16="http://schemas.microsoft.com/office/drawing/2014/main" id="{51DEEEB0-EF21-4DAD-F6F7-D05843EF6F3E}"/>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异步清零</a:t>
            </a:r>
          </a:p>
        </p:txBody>
      </p:sp>
      <p:sp>
        <p:nvSpPr>
          <p:cNvPr id="5" name="标题 1">
            <a:extLst>
              <a:ext uri="{FF2B5EF4-FFF2-40B4-BE49-F238E27FC236}">
                <a16:creationId xmlns:a16="http://schemas.microsoft.com/office/drawing/2014/main" id="{F8E788EA-6DDE-DBD7-AC9F-FE6523FEECB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3" name="文本框 2">
            <a:extLst>
              <a:ext uri="{FF2B5EF4-FFF2-40B4-BE49-F238E27FC236}">
                <a16:creationId xmlns:a16="http://schemas.microsoft.com/office/drawing/2014/main" id="{85A42534-AF07-34CB-5EDE-7ACD149F4183}"/>
              </a:ext>
            </a:extLst>
          </p:cNvPr>
          <p:cNvSpPr txBox="1"/>
          <p:nvPr/>
        </p:nvSpPr>
        <p:spPr>
          <a:xfrm>
            <a:off x="4680000" y="6192000"/>
            <a:ext cx="6501139"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该电路中每个芯片使用 </a:t>
            </a:r>
            <a:r>
              <a:rPr lang="en-US" altLang="zh-CN" sz="2000" dirty="0">
                <a:solidFill>
                  <a:srgbClr val="002060"/>
                </a:solidFill>
                <a:latin typeface="微软雅黑" panose="020B0503020204020204" pitchFamily="34" charset="-122"/>
                <a:ea typeface="微软雅黑" panose="020B0503020204020204" pitchFamily="34" charset="-122"/>
              </a:rPr>
              <a:t>6 </a:t>
            </a:r>
            <a:r>
              <a:rPr lang="zh-CN" altLang="en-US" sz="2000" dirty="0">
                <a:solidFill>
                  <a:srgbClr val="002060"/>
                </a:solidFill>
                <a:latin typeface="微软雅黑" panose="020B0503020204020204" pitchFamily="34" charset="-122"/>
                <a:ea typeface="微软雅黑" panose="020B0503020204020204" pitchFamily="34" charset="-122"/>
              </a:rPr>
              <a:t>个状态：</a:t>
            </a:r>
            <a:r>
              <a:rPr lang="en-US" altLang="zh-CN" sz="2000" dirty="0">
                <a:solidFill>
                  <a:srgbClr val="002060"/>
                </a:solidFill>
                <a:latin typeface="微软雅黑" panose="020B0503020204020204" pitchFamily="34" charset="-122"/>
                <a:ea typeface="微软雅黑" panose="020B0503020204020204" pitchFamily="34" charset="-122"/>
              </a:rPr>
              <a:t>0000 ~ 0101 </a:t>
            </a:r>
          </a:p>
        </p:txBody>
      </p:sp>
      <p:sp>
        <p:nvSpPr>
          <p:cNvPr id="14" name="Line 27">
            <a:extLst>
              <a:ext uri="{FF2B5EF4-FFF2-40B4-BE49-F238E27FC236}">
                <a16:creationId xmlns:a16="http://schemas.microsoft.com/office/drawing/2014/main" id="{7FA51801-3CA0-7A04-7025-A86100D553AD}"/>
              </a:ext>
            </a:extLst>
          </p:cNvPr>
          <p:cNvSpPr>
            <a:spLocks noChangeShapeType="1"/>
          </p:cNvSpPr>
          <p:nvPr/>
        </p:nvSpPr>
        <p:spPr bwMode="auto">
          <a:xfrm>
            <a:off x="9768541" y="5547615"/>
            <a:ext cx="5890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6" name="Line 27">
            <a:extLst>
              <a:ext uri="{FF2B5EF4-FFF2-40B4-BE49-F238E27FC236}">
                <a16:creationId xmlns:a16="http://schemas.microsoft.com/office/drawing/2014/main" id="{A4CB95F3-B3B5-D64E-8042-CC93005A3EF6}"/>
              </a:ext>
            </a:extLst>
          </p:cNvPr>
          <p:cNvSpPr>
            <a:spLocks noChangeShapeType="1"/>
          </p:cNvSpPr>
          <p:nvPr/>
        </p:nvSpPr>
        <p:spPr bwMode="auto">
          <a:xfrm flipH="1">
            <a:off x="4640221"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7" name="Line 27">
            <a:extLst>
              <a:ext uri="{FF2B5EF4-FFF2-40B4-BE49-F238E27FC236}">
                <a16:creationId xmlns:a16="http://schemas.microsoft.com/office/drawing/2014/main" id="{CC359FFB-BC38-4C77-2B57-8802E32B93FB}"/>
              </a:ext>
            </a:extLst>
          </p:cNvPr>
          <p:cNvSpPr>
            <a:spLocks noChangeShapeType="1"/>
          </p:cNvSpPr>
          <p:nvPr/>
        </p:nvSpPr>
        <p:spPr bwMode="auto">
          <a:xfrm>
            <a:off x="5452717" y="5392030"/>
            <a:ext cx="7158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8" name="Line 27">
            <a:extLst>
              <a:ext uri="{FF2B5EF4-FFF2-40B4-BE49-F238E27FC236}">
                <a16:creationId xmlns:a16="http://schemas.microsoft.com/office/drawing/2014/main" id="{3286479B-3F22-0D9F-00D0-D87BEA118E3A}"/>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9" name="Line 27">
            <a:extLst>
              <a:ext uri="{FF2B5EF4-FFF2-40B4-BE49-F238E27FC236}">
                <a16:creationId xmlns:a16="http://schemas.microsoft.com/office/drawing/2014/main" id="{D45B228B-6F0C-2CCF-AC61-A4EDF6B4864E}"/>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20" name="直接连接符 619">
            <a:extLst>
              <a:ext uri="{FF2B5EF4-FFF2-40B4-BE49-F238E27FC236}">
                <a16:creationId xmlns:a16="http://schemas.microsoft.com/office/drawing/2014/main" id="{A70D3591-F7F9-16D6-7A79-8CF78AF092EF}"/>
              </a:ext>
            </a:extLst>
          </p:cNvPr>
          <p:cNvCxnSpPr>
            <a:cxnSpLocks/>
            <a:endCxn id="629" idx="0"/>
          </p:cNvCxnSpPr>
          <p:nvPr/>
        </p:nvCxnSpPr>
        <p:spPr>
          <a:xfrm>
            <a:off x="2936270"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1240D73B-7D7E-0B1F-4EE1-7DDB913310B4}"/>
              </a:ext>
            </a:extLst>
          </p:cNvPr>
          <p:cNvCxnSpPr>
            <a:cxnSpLocks/>
          </p:cNvCxnSpPr>
          <p:nvPr/>
        </p:nvCxnSpPr>
        <p:spPr>
          <a:xfrm>
            <a:off x="3423885" y="3066430"/>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直接连接符 621">
            <a:extLst>
              <a:ext uri="{FF2B5EF4-FFF2-40B4-BE49-F238E27FC236}">
                <a16:creationId xmlns:a16="http://schemas.microsoft.com/office/drawing/2014/main" id="{D1EA568D-BD31-5DAE-C6C7-DE9C2630ADBE}"/>
              </a:ext>
            </a:extLst>
          </p:cNvPr>
          <p:cNvCxnSpPr>
            <a:cxnSpLocks/>
          </p:cNvCxnSpPr>
          <p:nvPr/>
        </p:nvCxnSpPr>
        <p:spPr>
          <a:xfrm>
            <a:off x="3909885" y="3066430"/>
            <a:ext cx="0" cy="24864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a:extLst>
              <a:ext uri="{FF2B5EF4-FFF2-40B4-BE49-F238E27FC236}">
                <a16:creationId xmlns:a16="http://schemas.microsoft.com/office/drawing/2014/main" id="{6FACB1D1-7B3E-B770-EE05-3EA96064B17A}"/>
              </a:ext>
            </a:extLst>
          </p:cNvPr>
          <p:cNvCxnSpPr>
            <a:cxnSpLocks/>
            <a:endCxn id="652" idx="0"/>
          </p:cNvCxnSpPr>
          <p:nvPr/>
        </p:nvCxnSpPr>
        <p:spPr>
          <a:xfrm>
            <a:off x="4395885" y="3066430"/>
            <a:ext cx="776"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4" name="矩形 623">
            <a:extLst>
              <a:ext uri="{FF2B5EF4-FFF2-40B4-BE49-F238E27FC236}">
                <a16:creationId xmlns:a16="http://schemas.microsoft.com/office/drawing/2014/main" id="{111A140B-728F-FE0A-8745-FBB6AFA7617C}"/>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25" name="文本框 624">
                <a:extLst>
                  <a:ext uri="{FF2B5EF4-FFF2-40B4-BE49-F238E27FC236}">
                    <a16:creationId xmlns:a16="http://schemas.microsoft.com/office/drawing/2014/main" id="{6C4615B5-3BCE-75F3-D608-2030B0DE21B8}"/>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25" name="文本框 624">
                <a:extLst>
                  <a:ext uri="{FF2B5EF4-FFF2-40B4-BE49-F238E27FC236}">
                    <a16:creationId xmlns:a16="http://schemas.microsoft.com/office/drawing/2014/main" id="{6C4615B5-3BCE-75F3-D608-2030B0DE21B8}"/>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5"/>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6" name="文本框 625">
                <a:extLst>
                  <a:ext uri="{FF2B5EF4-FFF2-40B4-BE49-F238E27FC236}">
                    <a16:creationId xmlns:a16="http://schemas.microsoft.com/office/drawing/2014/main" id="{A81E8FC6-2BB2-73FC-4FD3-9AEEBFEBFC13}"/>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26" name="文本框 625">
                <a:extLst>
                  <a:ext uri="{FF2B5EF4-FFF2-40B4-BE49-F238E27FC236}">
                    <a16:creationId xmlns:a16="http://schemas.microsoft.com/office/drawing/2014/main" id="{A81E8FC6-2BB2-73FC-4FD3-9AEEBFEBFC13}"/>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7" name="文本框 626">
                <a:extLst>
                  <a:ext uri="{FF2B5EF4-FFF2-40B4-BE49-F238E27FC236}">
                    <a16:creationId xmlns:a16="http://schemas.microsoft.com/office/drawing/2014/main" id="{9E9D88E4-F955-AF22-E39F-6B3D91E2AF29}"/>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27" name="文本框 626">
                <a:extLst>
                  <a:ext uri="{FF2B5EF4-FFF2-40B4-BE49-F238E27FC236}">
                    <a16:creationId xmlns:a16="http://schemas.microsoft.com/office/drawing/2014/main" id="{9E9D88E4-F955-AF22-E39F-6B3D91E2AF29}"/>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7"/>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8" name="文本框 627">
                <a:extLst>
                  <a:ext uri="{FF2B5EF4-FFF2-40B4-BE49-F238E27FC236}">
                    <a16:creationId xmlns:a16="http://schemas.microsoft.com/office/drawing/2014/main" id="{2B696E37-E289-4113-9BE4-D00968EEBD0D}"/>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28" name="文本框 627">
                <a:extLst>
                  <a:ext uri="{FF2B5EF4-FFF2-40B4-BE49-F238E27FC236}">
                    <a16:creationId xmlns:a16="http://schemas.microsoft.com/office/drawing/2014/main" id="{2B696E37-E289-4113-9BE4-D00968EEBD0D}"/>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8"/>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9" name="文本框 628">
                <a:extLst>
                  <a:ext uri="{FF2B5EF4-FFF2-40B4-BE49-F238E27FC236}">
                    <a16:creationId xmlns:a16="http://schemas.microsoft.com/office/drawing/2014/main" id="{F43164EF-27A0-9F85-2ECC-E65BC72920C3}"/>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29" name="文本框 628">
                <a:extLst>
                  <a:ext uri="{FF2B5EF4-FFF2-40B4-BE49-F238E27FC236}">
                    <a16:creationId xmlns:a16="http://schemas.microsoft.com/office/drawing/2014/main" id="{F43164EF-27A0-9F85-2ECC-E65BC72920C3}"/>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9"/>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0" name="文本框 629">
                <a:extLst>
                  <a:ext uri="{FF2B5EF4-FFF2-40B4-BE49-F238E27FC236}">
                    <a16:creationId xmlns:a16="http://schemas.microsoft.com/office/drawing/2014/main" id="{351114E2-E2B4-F971-A75D-1B2EDD3EBC93}"/>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30" name="文本框 629">
                <a:extLst>
                  <a:ext uri="{FF2B5EF4-FFF2-40B4-BE49-F238E27FC236}">
                    <a16:creationId xmlns:a16="http://schemas.microsoft.com/office/drawing/2014/main" id="{351114E2-E2B4-F971-A75D-1B2EDD3EBC93}"/>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1" name="文本框 630">
                <a:extLst>
                  <a:ext uri="{FF2B5EF4-FFF2-40B4-BE49-F238E27FC236}">
                    <a16:creationId xmlns:a16="http://schemas.microsoft.com/office/drawing/2014/main" id="{570FBAA8-51B8-52F7-6029-851889671D51}"/>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31" name="文本框 630">
                <a:extLst>
                  <a:ext uri="{FF2B5EF4-FFF2-40B4-BE49-F238E27FC236}">
                    <a16:creationId xmlns:a16="http://schemas.microsoft.com/office/drawing/2014/main" id="{570FBAA8-51B8-52F7-6029-851889671D51}"/>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11"/>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2" name="文本框 631">
                <a:extLst>
                  <a:ext uri="{FF2B5EF4-FFF2-40B4-BE49-F238E27FC236}">
                    <a16:creationId xmlns:a16="http://schemas.microsoft.com/office/drawing/2014/main" id="{AD1BEF2E-35B4-ABBF-73ED-46B843D3CFA2}"/>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32" name="文本框 631">
                <a:extLst>
                  <a:ext uri="{FF2B5EF4-FFF2-40B4-BE49-F238E27FC236}">
                    <a16:creationId xmlns:a16="http://schemas.microsoft.com/office/drawing/2014/main" id="{AD1BEF2E-35B4-ABBF-73ED-46B843D3CFA2}"/>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12"/>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3" name="文本框 632">
                <a:extLst>
                  <a:ext uri="{FF2B5EF4-FFF2-40B4-BE49-F238E27FC236}">
                    <a16:creationId xmlns:a16="http://schemas.microsoft.com/office/drawing/2014/main" id="{74EE96FA-EFBB-1153-579E-F44E5BFE7615}"/>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633" name="文本框 632">
                <a:extLst>
                  <a:ext uri="{FF2B5EF4-FFF2-40B4-BE49-F238E27FC236}">
                    <a16:creationId xmlns:a16="http://schemas.microsoft.com/office/drawing/2014/main" id="{74EE96FA-EFBB-1153-579E-F44E5BFE7615}"/>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13"/>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4" name="文本框 633">
                <a:extLst>
                  <a:ext uri="{FF2B5EF4-FFF2-40B4-BE49-F238E27FC236}">
                    <a16:creationId xmlns:a16="http://schemas.microsoft.com/office/drawing/2014/main" id="{D1F4C4E6-B02B-C613-05A2-C185705CD792}"/>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634" name="文本框 633">
                <a:extLst>
                  <a:ext uri="{FF2B5EF4-FFF2-40B4-BE49-F238E27FC236}">
                    <a16:creationId xmlns:a16="http://schemas.microsoft.com/office/drawing/2014/main" id="{D1F4C4E6-B02B-C613-05A2-C185705CD792}"/>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5" name="文本框 634">
                <a:extLst>
                  <a:ext uri="{FF2B5EF4-FFF2-40B4-BE49-F238E27FC236}">
                    <a16:creationId xmlns:a16="http://schemas.microsoft.com/office/drawing/2014/main" id="{97E6D914-BBAC-8497-5FA3-B9EC0C108680}"/>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635" name="文本框 634">
                <a:extLst>
                  <a:ext uri="{FF2B5EF4-FFF2-40B4-BE49-F238E27FC236}">
                    <a16:creationId xmlns:a16="http://schemas.microsoft.com/office/drawing/2014/main" id="{97E6D914-BBAC-8497-5FA3-B9EC0C108680}"/>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15"/>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6" name="文本框 635">
                <a:extLst>
                  <a:ext uri="{FF2B5EF4-FFF2-40B4-BE49-F238E27FC236}">
                    <a16:creationId xmlns:a16="http://schemas.microsoft.com/office/drawing/2014/main" id="{77E66572-B0B2-6981-3AFC-67D83DDF5954}"/>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636" name="文本框 635">
                <a:extLst>
                  <a:ext uri="{FF2B5EF4-FFF2-40B4-BE49-F238E27FC236}">
                    <a16:creationId xmlns:a16="http://schemas.microsoft.com/office/drawing/2014/main" id="{77E66572-B0B2-6981-3AFC-67D83DDF5954}"/>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16"/>
                <a:stretch>
                  <a:fillRect l="-1053"/>
                </a:stretch>
              </a:blipFill>
            </p:spPr>
            <p:txBody>
              <a:bodyPr/>
              <a:lstStyle/>
              <a:p>
                <a:r>
                  <a:rPr lang="zh-CN" altLang="en-US">
                    <a:noFill/>
                  </a:rPr>
                  <a:t> </a:t>
                </a:r>
              </a:p>
            </p:txBody>
          </p:sp>
        </mc:Fallback>
      </mc:AlternateContent>
      <p:sp>
        <p:nvSpPr>
          <p:cNvPr id="637" name="Line 27">
            <a:extLst>
              <a:ext uri="{FF2B5EF4-FFF2-40B4-BE49-F238E27FC236}">
                <a16:creationId xmlns:a16="http://schemas.microsoft.com/office/drawing/2014/main" id="{A26CB9F1-62C6-8BF0-E629-E64F86BA657A}"/>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8" name="Line 27">
            <a:extLst>
              <a:ext uri="{FF2B5EF4-FFF2-40B4-BE49-F238E27FC236}">
                <a16:creationId xmlns:a16="http://schemas.microsoft.com/office/drawing/2014/main" id="{FCF86BA6-9007-3720-5657-DC4B3C3378A0}"/>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39" name="Line 27">
            <a:extLst>
              <a:ext uri="{FF2B5EF4-FFF2-40B4-BE49-F238E27FC236}">
                <a16:creationId xmlns:a16="http://schemas.microsoft.com/office/drawing/2014/main" id="{2F6D702E-7E62-7491-39FF-4AED2A4D1518}"/>
              </a:ext>
            </a:extLst>
          </p:cNvPr>
          <p:cNvSpPr>
            <a:spLocks noChangeShapeType="1"/>
          </p:cNvSpPr>
          <p:nvPr/>
        </p:nvSpPr>
        <p:spPr bwMode="auto">
          <a:xfrm>
            <a:off x="1688623"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0" name="椭圆 639">
            <a:extLst>
              <a:ext uri="{FF2B5EF4-FFF2-40B4-BE49-F238E27FC236}">
                <a16:creationId xmlns:a16="http://schemas.microsoft.com/office/drawing/2014/main" id="{F81E4038-AFF0-5F5F-7062-716F77A69F56}"/>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41" name="Line 27">
            <a:extLst>
              <a:ext uri="{FF2B5EF4-FFF2-40B4-BE49-F238E27FC236}">
                <a16:creationId xmlns:a16="http://schemas.microsoft.com/office/drawing/2014/main" id="{49602BF9-2D13-DF9F-7E94-8A2F3381CE5F}"/>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2" name="椭圆 641">
            <a:extLst>
              <a:ext uri="{FF2B5EF4-FFF2-40B4-BE49-F238E27FC236}">
                <a16:creationId xmlns:a16="http://schemas.microsoft.com/office/drawing/2014/main" id="{4E994ECE-77C8-E92F-E8FD-5CC7E6145E06}"/>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43" name="文本框 642">
                <a:extLst>
                  <a:ext uri="{FF2B5EF4-FFF2-40B4-BE49-F238E27FC236}">
                    <a16:creationId xmlns:a16="http://schemas.microsoft.com/office/drawing/2014/main" id="{2B47E142-9C1F-336E-19A5-FBF8F2160834}"/>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643" name="文本框 642">
                <a:extLst>
                  <a:ext uri="{FF2B5EF4-FFF2-40B4-BE49-F238E27FC236}">
                    <a16:creationId xmlns:a16="http://schemas.microsoft.com/office/drawing/2014/main" id="{2B47E142-9C1F-336E-19A5-FBF8F2160834}"/>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17"/>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4" name="文本框 643">
                <a:extLst>
                  <a:ext uri="{FF2B5EF4-FFF2-40B4-BE49-F238E27FC236}">
                    <a16:creationId xmlns:a16="http://schemas.microsoft.com/office/drawing/2014/main" id="{9DA7E8A2-2D98-7FB2-E067-90D62CC1CC0A}"/>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644" name="文本框 643">
                <a:extLst>
                  <a:ext uri="{FF2B5EF4-FFF2-40B4-BE49-F238E27FC236}">
                    <a16:creationId xmlns:a16="http://schemas.microsoft.com/office/drawing/2014/main" id="{9DA7E8A2-2D98-7FB2-E067-90D62CC1CC0A}"/>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18"/>
                <a:stretch>
                  <a:fillRect r="-1053"/>
                </a:stretch>
              </a:blipFill>
            </p:spPr>
            <p:txBody>
              <a:bodyPr/>
              <a:lstStyle/>
              <a:p>
                <a:r>
                  <a:rPr lang="zh-CN" altLang="en-US">
                    <a:noFill/>
                  </a:rPr>
                  <a:t> </a:t>
                </a:r>
              </a:p>
            </p:txBody>
          </p:sp>
        </mc:Fallback>
      </mc:AlternateContent>
      <p:sp>
        <p:nvSpPr>
          <p:cNvPr id="645" name="Line 27">
            <a:extLst>
              <a:ext uri="{FF2B5EF4-FFF2-40B4-BE49-F238E27FC236}">
                <a16:creationId xmlns:a16="http://schemas.microsoft.com/office/drawing/2014/main" id="{82ABFFA3-09BE-40A2-B84E-0F680B8D41F9}"/>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6" name="等腰三角形 645">
            <a:extLst>
              <a:ext uri="{FF2B5EF4-FFF2-40B4-BE49-F238E27FC236}">
                <a16:creationId xmlns:a16="http://schemas.microsoft.com/office/drawing/2014/main" id="{56424489-54D1-7534-7730-65FBD66AC15F}"/>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647" name="Line 27">
            <a:extLst>
              <a:ext uri="{FF2B5EF4-FFF2-40B4-BE49-F238E27FC236}">
                <a16:creationId xmlns:a16="http://schemas.microsoft.com/office/drawing/2014/main" id="{78BA28D2-49EF-1547-5BBF-27051F866388}"/>
              </a:ext>
            </a:extLst>
          </p:cNvPr>
          <p:cNvSpPr>
            <a:spLocks noChangeShapeType="1"/>
          </p:cNvSpPr>
          <p:nvPr/>
        </p:nvSpPr>
        <p:spPr bwMode="auto">
          <a:xfrm rot="5400000">
            <a:off x="1310012" y="3960328"/>
            <a:ext cx="7669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48" name="椭圆 647">
            <a:extLst>
              <a:ext uri="{FF2B5EF4-FFF2-40B4-BE49-F238E27FC236}">
                <a16:creationId xmlns:a16="http://schemas.microsoft.com/office/drawing/2014/main" id="{2CD4FAE6-FF48-E010-4D3D-2CB0E3A0D4B1}"/>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49" name="椭圆 648">
            <a:extLst>
              <a:ext uri="{FF2B5EF4-FFF2-40B4-BE49-F238E27FC236}">
                <a16:creationId xmlns:a16="http://schemas.microsoft.com/office/drawing/2014/main" id="{0C7F99A9-743F-7884-5AAF-E3D27444A5AB}"/>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0" name="Line 27">
            <a:extLst>
              <a:ext uri="{FF2B5EF4-FFF2-40B4-BE49-F238E27FC236}">
                <a16:creationId xmlns:a16="http://schemas.microsoft.com/office/drawing/2014/main" id="{57E3EBFC-F468-E604-0F00-3CE769DDB172}"/>
              </a:ext>
            </a:extLst>
          </p:cNvPr>
          <p:cNvSpPr>
            <a:spLocks noChangeShapeType="1"/>
          </p:cNvSpPr>
          <p:nvPr/>
        </p:nvSpPr>
        <p:spPr bwMode="auto">
          <a:xfrm>
            <a:off x="2442070" y="5236181"/>
            <a:ext cx="2549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1" name="Line 27">
            <a:extLst>
              <a:ext uri="{FF2B5EF4-FFF2-40B4-BE49-F238E27FC236}">
                <a16:creationId xmlns:a16="http://schemas.microsoft.com/office/drawing/2014/main" id="{2B2F9FCA-35C4-9C6C-E2D7-446C26353ED3}"/>
              </a:ext>
            </a:extLst>
          </p:cNvPr>
          <p:cNvSpPr>
            <a:spLocks noChangeShapeType="1"/>
          </p:cNvSpPr>
          <p:nvPr/>
        </p:nvSpPr>
        <p:spPr bwMode="auto">
          <a:xfrm>
            <a:off x="2436094" y="5548070"/>
            <a:ext cx="14790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2" name="Line 27">
            <a:extLst>
              <a:ext uri="{FF2B5EF4-FFF2-40B4-BE49-F238E27FC236}">
                <a16:creationId xmlns:a16="http://schemas.microsoft.com/office/drawing/2014/main" id="{96DEC7FD-1305-5C52-B802-36A550B9F98E}"/>
              </a:ext>
            </a:extLst>
          </p:cNvPr>
          <p:cNvSpPr>
            <a:spLocks noChangeShapeType="1"/>
          </p:cNvSpPr>
          <p:nvPr/>
        </p:nvSpPr>
        <p:spPr bwMode="auto">
          <a:xfrm>
            <a:off x="4396661" y="5547615"/>
            <a:ext cx="5890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3" name="流程图: 延期 652">
            <a:extLst>
              <a:ext uri="{FF2B5EF4-FFF2-40B4-BE49-F238E27FC236}">
                <a16:creationId xmlns:a16="http://schemas.microsoft.com/office/drawing/2014/main" id="{BE3B198C-4802-D617-C286-61188DD4589D}"/>
              </a:ext>
            </a:extLst>
          </p:cNvPr>
          <p:cNvSpPr/>
          <p:nvPr/>
        </p:nvSpPr>
        <p:spPr>
          <a:xfrm>
            <a:off x="4933697"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54" name="椭圆 653">
            <a:extLst>
              <a:ext uri="{FF2B5EF4-FFF2-40B4-BE49-F238E27FC236}">
                <a16:creationId xmlns:a16="http://schemas.microsoft.com/office/drawing/2014/main" id="{DFE986F7-CEE0-ECA8-24E8-813383D2BFC8}"/>
              </a:ext>
            </a:extLst>
          </p:cNvPr>
          <p:cNvSpPr/>
          <p:nvPr/>
        </p:nvSpPr>
        <p:spPr>
          <a:xfrm>
            <a:off x="3377088" y="5190369"/>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5" name="Line 27">
            <a:extLst>
              <a:ext uri="{FF2B5EF4-FFF2-40B4-BE49-F238E27FC236}">
                <a16:creationId xmlns:a16="http://schemas.microsoft.com/office/drawing/2014/main" id="{35EBCE79-ADD0-E0C4-0E12-76B923B34F68}"/>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56" name="椭圆 655">
            <a:extLst>
              <a:ext uri="{FF2B5EF4-FFF2-40B4-BE49-F238E27FC236}">
                <a16:creationId xmlns:a16="http://schemas.microsoft.com/office/drawing/2014/main" id="{681CC660-7321-6E62-8171-FB3D24295E2E}"/>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7" name="椭圆 656">
            <a:extLst>
              <a:ext uri="{FF2B5EF4-FFF2-40B4-BE49-F238E27FC236}">
                <a16:creationId xmlns:a16="http://schemas.microsoft.com/office/drawing/2014/main" id="{80EA0067-1C3E-13A5-75B1-B490F8A16A07}"/>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8" name="椭圆 657">
            <a:extLst>
              <a:ext uri="{FF2B5EF4-FFF2-40B4-BE49-F238E27FC236}">
                <a16:creationId xmlns:a16="http://schemas.microsoft.com/office/drawing/2014/main" id="{8721D81E-6172-AC6E-A96B-10B5A828C454}"/>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59" name="文本框 658">
            <a:extLst>
              <a:ext uri="{FF2B5EF4-FFF2-40B4-BE49-F238E27FC236}">
                <a16:creationId xmlns:a16="http://schemas.microsoft.com/office/drawing/2014/main" id="{A575C90D-7FFD-12BE-D714-31DCFB82E487}"/>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660" name="Line 27">
            <a:extLst>
              <a:ext uri="{FF2B5EF4-FFF2-40B4-BE49-F238E27FC236}">
                <a16:creationId xmlns:a16="http://schemas.microsoft.com/office/drawing/2014/main" id="{C1D47F0E-0283-3A74-C59F-6B09FC506829}"/>
              </a:ext>
            </a:extLst>
          </p:cNvPr>
          <p:cNvSpPr>
            <a:spLocks noChangeShapeType="1"/>
          </p:cNvSpPr>
          <p:nvPr/>
        </p:nvSpPr>
        <p:spPr bwMode="auto">
          <a:xfrm rot="5400000">
            <a:off x="1359090" y="5057445"/>
            <a:ext cx="6691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1" name="Line 27">
            <a:extLst>
              <a:ext uri="{FF2B5EF4-FFF2-40B4-BE49-F238E27FC236}">
                <a16:creationId xmlns:a16="http://schemas.microsoft.com/office/drawing/2014/main" id="{82345849-291B-9885-0BD0-F6A8CE0B61AA}"/>
              </a:ext>
            </a:extLst>
          </p:cNvPr>
          <p:cNvSpPr>
            <a:spLocks noChangeShapeType="1"/>
          </p:cNvSpPr>
          <p:nvPr/>
        </p:nvSpPr>
        <p:spPr bwMode="auto">
          <a:xfrm>
            <a:off x="1693913" y="5392030"/>
            <a:ext cx="325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2" name="椭圆 661">
            <a:extLst>
              <a:ext uri="{FF2B5EF4-FFF2-40B4-BE49-F238E27FC236}">
                <a16:creationId xmlns:a16="http://schemas.microsoft.com/office/drawing/2014/main" id="{1070FDC8-F581-6AE8-A10D-319BAEFB05F9}"/>
              </a:ext>
            </a:extLst>
          </p:cNvPr>
          <p:cNvSpPr/>
          <p:nvPr/>
        </p:nvSpPr>
        <p:spPr>
          <a:xfrm>
            <a:off x="1879423"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63" name="流程图: 延期 662">
            <a:extLst>
              <a:ext uri="{FF2B5EF4-FFF2-40B4-BE49-F238E27FC236}">
                <a16:creationId xmlns:a16="http://schemas.microsoft.com/office/drawing/2014/main" id="{20A499B2-C0B6-56AE-CD50-2541A205C914}"/>
              </a:ext>
            </a:extLst>
          </p:cNvPr>
          <p:cNvSpPr/>
          <p:nvPr/>
        </p:nvSpPr>
        <p:spPr>
          <a:xfrm flipH="1">
            <a:off x="2009023"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665" name="Line 27">
            <a:extLst>
              <a:ext uri="{FF2B5EF4-FFF2-40B4-BE49-F238E27FC236}">
                <a16:creationId xmlns:a16="http://schemas.microsoft.com/office/drawing/2014/main" id="{A3A9EFA6-C9E8-B693-7EC1-49333F033B92}"/>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6" name="Line 27">
            <a:extLst>
              <a:ext uri="{FF2B5EF4-FFF2-40B4-BE49-F238E27FC236}">
                <a16:creationId xmlns:a16="http://schemas.microsoft.com/office/drawing/2014/main" id="{A03D8506-9162-2D52-2092-16F1B50674D1}"/>
              </a:ext>
            </a:extLst>
          </p:cNvPr>
          <p:cNvSpPr>
            <a:spLocks noChangeShapeType="1"/>
          </p:cNvSpPr>
          <p:nvPr/>
        </p:nvSpPr>
        <p:spPr bwMode="auto">
          <a:xfrm>
            <a:off x="9766973" y="5392030"/>
            <a:ext cx="12629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7" name="Line 27">
            <a:extLst>
              <a:ext uri="{FF2B5EF4-FFF2-40B4-BE49-F238E27FC236}">
                <a16:creationId xmlns:a16="http://schemas.microsoft.com/office/drawing/2014/main" id="{CD0D1B23-4FCD-75AD-BE54-6CE71977EEE9}"/>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68" name="Line 27">
            <a:extLst>
              <a:ext uri="{FF2B5EF4-FFF2-40B4-BE49-F238E27FC236}">
                <a16:creationId xmlns:a16="http://schemas.microsoft.com/office/drawing/2014/main" id="{ACFC4AD6-8C1E-02B0-3875-4B33EF530DCE}"/>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69" name="直接连接符 668">
            <a:extLst>
              <a:ext uri="{FF2B5EF4-FFF2-40B4-BE49-F238E27FC236}">
                <a16:creationId xmlns:a16="http://schemas.microsoft.com/office/drawing/2014/main" id="{4A2069BD-158E-0F01-31EF-1A43E9F0E6E8}"/>
              </a:ext>
            </a:extLst>
          </p:cNvPr>
          <p:cNvCxnSpPr>
            <a:cxnSpLocks/>
            <a:endCxn id="678"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0" name="直接连接符 669">
            <a:extLst>
              <a:ext uri="{FF2B5EF4-FFF2-40B4-BE49-F238E27FC236}">
                <a16:creationId xmlns:a16="http://schemas.microsoft.com/office/drawing/2014/main" id="{C109FD19-CDCA-D791-1D45-055F0975557D}"/>
              </a:ext>
            </a:extLst>
          </p:cNvPr>
          <p:cNvCxnSpPr>
            <a:cxnSpLocks/>
          </p:cNvCxnSpPr>
          <p:nvPr/>
        </p:nvCxnSpPr>
        <p:spPr>
          <a:xfrm>
            <a:off x="8795780" y="3066430"/>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1" name="直接连接符 670">
            <a:extLst>
              <a:ext uri="{FF2B5EF4-FFF2-40B4-BE49-F238E27FC236}">
                <a16:creationId xmlns:a16="http://schemas.microsoft.com/office/drawing/2014/main" id="{4585A462-D572-779B-0396-8FB8F23B71C6}"/>
              </a:ext>
            </a:extLst>
          </p:cNvPr>
          <p:cNvCxnSpPr>
            <a:cxnSpLocks/>
          </p:cNvCxnSpPr>
          <p:nvPr/>
        </p:nvCxnSpPr>
        <p:spPr>
          <a:xfrm>
            <a:off x="9281780" y="3066430"/>
            <a:ext cx="0" cy="24864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2" name="直接连接符 671">
            <a:extLst>
              <a:ext uri="{FF2B5EF4-FFF2-40B4-BE49-F238E27FC236}">
                <a16:creationId xmlns:a16="http://schemas.microsoft.com/office/drawing/2014/main" id="{829D3082-AE7E-1438-9BF8-901B48997B7F}"/>
              </a:ext>
            </a:extLst>
          </p:cNvPr>
          <p:cNvCxnSpPr>
            <a:cxnSpLocks/>
          </p:cNvCxnSpPr>
          <p:nvPr/>
        </p:nvCxnSpPr>
        <p:spPr>
          <a:xfrm>
            <a:off x="9767780" y="3066430"/>
            <a:ext cx="0" cy="23256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3" name="矩形 672">
            <a:extLst>
              <a:ext uri="{FF2B5EF4-FFF2-40B4-BE49-F238E27FC236}">
                <a16:creationId xmlns:a16="http://schemas.microsoft.com/office/drawing/2014/main" id="{E1D01354-970A-7AAA-7D77-FCC5B47B49BD}"/>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74" name="文本框 673">
                <a:extLst>
                  <a:ext uri="{FF2B5EF4-FFF2-40B4-BE49-F238E27FC236}">
                    <a16:creationId xmlns:a16="http://schemas.microsoft.com/office/drawing/2014/main" id="{71A8680C-FD85-1DCC-A314-914BE8548018}"/>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74" name="文本框 673">
                <a:extLst>
                  <a:ext uri="{FF2B5EF4-FFF2-40B4-BE49-F238E27FC236}">
                    <a16:creationId xmlns:a16="http://schemas.microsoft.com/office/drawing/2014/main" id="{71A8680C-FD85-1DCC-A314-914BE8548018}"/>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1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5" name="文本框 674">
                <a:extLst>
                  <a:ext uri="{FF2B5EF4-FFF2-40B4-BE49-F238E27FC236}">
                    <a16:creationId xmlns:a16="http://schemas.microsoft.com/office/drawing/2014/main" id="{3CB2CFE0-9464-B925-5921-128FD7114768}"/>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75" name="文本框 674">
                <a:extLst>
                  <a:ext uri="{FF2B5EF4-FFF2-40B4-BE49-F238E27FC236}">
                    <a16:creationId xmlns:a16="http://schemas.microsoft.com/office/drawing/2014/main" id="{3CB2CFE0-9464-B925-5921-128FD7114768}"/>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20"/>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6" name="文本框 675">
                <a:extLst>
                  <a:ext uri="{FF2B5EF4-FFF2-40B4-BE49-F238E27FC236}">
                    <a16:creationId xmlns:a16="http://schemas.microsoft.com/office/drawing/2014/main" id="{0EBB4866-AEE4-8FD6-6116-A6EEA2A864F5}"/>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76" name="文本框 675">
                <a:extLst>
                  <a:ext uri="{FF2B5EF4-FFF2-40B4-BE49-F238E27FC236}">
                    <a16:creationId xmlns:a16="http://schemas.microsoft.com/office/drawing/2014/main" id="{0EBB4866-AEE4-8FD6-6116-A6EEA2A864F5}"/>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21"/>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7" name="文本框 676">
                <a:extLst>
                  <a:ext uri="{FF2B5EF4-FFF2-40B4-BE49-F238E27FC236}">
                    <a16:creationId xmlns:a16="http://schemas.microsoft.com/office/drawing/2014/main" id="{481AE90C-BFAB-B33B-00C5-0BA91E77C0A1}"/>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77" name="文本框 676">
                <a:extLst>
                  <a:ext uri="{FF2B5EF4-FFF2-40B4-BE49-F238E27FC236}">
                    <a16:creationId xmlns:a16="http://schemas.microsoft.com/office/drawing/2014/main" id="{481AE90C-BFAB-B33B-00C5-0BA91E77C0A1}"/>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22"/>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8" name="文本框 677">
                <a:extLst>
                  <a:ext uri="{FF2B5EF4-FFF2-40B4-BE49-F238E27FC236}">
                    <a16:creationId xmlns:a16="http://schemas.microsoft.com/office/drawing/2014/main" id="{F316E058-0C84-E8D8-1053-72F2DECC4B0F}"/>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78" name="文本框 677">
                <a:extLst>
                  <a:ext uri="{FF2B5EF4-FFF2-40B4-BE49-F238E27FC236}">
                    <a16:creationId xmlns:a16="http://schemas.microsoft.com/office/drawing/2014/main" id="{F316E058-0C84-E8D8-1053-72F2DECC4B0F}"/>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2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9" name="文本框 678">
                <a:extLst>
                  <a:ext uri="{FF2B5EF4-FFF2-40B4-BE49-F238E27FC236}">
                    <a16:creationId xmlns:a16="http://schemas.microsoft.com/office/drawing/2014/main" id="{3B93A353-7E9B-8E14-9C15-4B5C2E4541DC}"/>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79" name="文本框 678">
                <a:extLst>
                  <a:ext uri="{FF2B5EF4-FFF2-40B4-BE49-F238E27FC236}">
                    <a16:creationId xmlns:a16="http://schemas.microsoft.com/office/drawing/2014/main" id="{3B93A353-7E9B-8E14-9C15-4B5C2E4541DC}"/>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24"/>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0" name="文本框 679">
                <a:extLst>
                  <a:ext uri="{FF2B5EF4-FFF2-40B4-BE49-F238E27FC236}">
                    <a16:creationId xmlns:a16="http://schemas.microsoft.com/office/drawing/2014/main" id="{560525EC-868D-2AC1-1EB9-16B800520E4C}"/>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680" name="文本框 679">
                <a:extLst>
                  <a:ext uri="{FF2B5EF4-FFF2-40B4-BE49-F238E27FC236}">
                    <a16:creationId xmlns:a16="http://schemas.microsoft.com/office/drawing/2014/main" id="{560525EC-868D-2AC1-1EB9-16B800520E4C}"/>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25"/>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1" name="文本框 680">
                <a:extLst>
                  <a:ext uri="{FF2B5EF4-FFF2-40B4-BE49-F238E27FC236}">
                    <a16:creationId xmlns:a16="http://schemas.microsoft.com/office/drawing/2014/main" id="{2DF20A02-F28E-5817-9ED7-7C84064EF6BE}"/>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681" name="文本框 680">
                <a:extLst>
                  <a:ext uri="{FF2B5EF4-FFF2-40B4-BE49-F238E27FC236}">
                    <a16:creationId xmlns:a16="http://schemas.microsoft.com/office/drawing/2014/main" id="{2DF20A02-F28E-5817-9ED7-7C84064EF6BE}"/>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26"/>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2" name="文本框 681">
                <a:extLst>
                  <a:ext uri="{FF2B5EF4-FFF2-40B4-BE49-F238E27FC236}">
                    <a16:creationId xmlns:a16="http://schemas.microsoft.com/office/drawing/2014/main" id="{D3B25266-C852-2110-81E6-73A758FC77B2}"/>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682" name="文本框 681">
                <a:extLst>
                  <a:ext uri="{FF2B5EF4-FFF2-40B4-BE49-F238E27FC236}">
                    <a16:creationId xmlns:a16="http://schemas.microsoft.com/office/drawing/2014/main" id="{D3B25266-C852-2110-81E6-73A758FC77B2}"/>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27"/>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3" name="文本框 682">
                <a:extLst>
                  <a:ext uri="{FF2B5EF4-FFF2-40B4-BE49-F238E27FC236}">
                    <a16:creationId xmlns:a16="http://schemas.microsoft.com/office/drawing/2014/main" id="{6956F2B5-FCFC-6F85-D854-24DF185DB932}"/>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683" name="文本框 682">
                <a:extLst>
                  <a:ext uri="{FF2B5EF4-FFF2-40B4-BE49-F238E27FC236}">
                    <a16:creationId xmlns:a16="http://schemas.microsoft.com/office/drawing/2014/main" id="{6956F2B5-FCFC-6F85-D854-24DF185DB932}"/>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4" name="文本框 683">
                <a:extLst>
                  <a:ext uri="{FF2B5EF4-FFF2-40B4-BE49-F238E27FC236}">
                    <a16:creationId xmlns:a16="http://schemas.microsoft.com/office/drawing/2014/main" id="{EB05778A-7846-5EEF-0442-2F4F60EA6132}"/>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684" name="文本框 683">
                <a:extLst>
                  <a:ext uri="{FF2B5EF4-FFF2-40B4-BE49-F238E27FC236}">
                    <a16:creationId xmlns:a16="http://schemas.microsoft.com/office/drawing/2014/main" id="{EB05778A-7846-5EEF-0442-2F4F60EA6132}"/>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29"/>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5" name="文本框 684">
                <a:extLst>
                  <a:ext uri="{FF2B5EF4-FFF2-40B4-BE49-F238E27FC236}">
                    <a16:creationId xmlns:a16="http://schemas.microsoft.com/office/drawing/2014/main" id="{AA1DCA58-E352-1B97-2905-A0E746907CC1}"/>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685" name="文本框 684">
                <a:extLst>
                  <a:ext uri="{FF2B5EF4-FFF2-40B4-BE49-F238E27FC236}">
                    <a16:creationId xmlns:a16="http://schemas.microsoft.com/office/drawing/2014/main" id="{AA1DCA58-E352-1B97-2905-A0E746907CC1}"/>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30"/>
                <a:stretch>
                  <a:fillRect l="-1053"/>
                </a:stretch>
              </a:blipFill>
            </p:spPr>
            <p:txBody>
              <a:bodyPr/>
              <a:lstStyle/>
              <a:p>
                <a:r>
                  <a:rPr lang="zh-CN" altLang="en-US">
                    <a:noFill/>
                  </a:rPr>
                  <a:t> </a:t>
                </a:r>
              </a:p>
            </p:txBody>
          </p:sp>
        </mc:Fallback>
      </mc:AlternateContent>
      <p:sp>
        <p:nvSpPr>
          <p:cNvPr id="686" name="Line 27">
            <a:extLst>
              <a:ext uri="{FF2B5EF4-FFF2-40B4-BE49-F238E27FC236}">
                <a16:creationId xmlns:a16="http://schemas.microsoft.com/office/drawing/2014/main" id="{CED07829-A725-CACA-C2C2-9E50E7C69097}"/>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7" name="Line 27">
            <a:extLst>
              <a:ext uri="{FF2B5EF4-FFF2-40B4-BE49-F238E27FC236}">
                <a16:creationId xmlns:a16="http://schemas.microsoft.com/office/drawing/2014/main" id="{E6512C2C-EF50-B85E-DC03-D25FC0DF714E}"/>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8" name="Line 27">
            <a:extLst>
              <a:ext uri="{FF2B5EF4-FFF2-40B4-BE49-F238E27FC236}">
                <a16:creationId xmlns:a16="http://schemas.microsoft.com/office/drawing/2014/main" id="{550CC621-72B2-483E-11EB-CD85317435A7}"/>
              </a:ext>
            </a:extLst>
          </p:cNvPr>
          <p:cNvSpPr>
            <a:spLocks noChangeShapeType="1"/>
          </p:cNvSpPr>
          <p:nvPr/>
        </p:nvSpPr>
        <p:spPr bwMode="auto">
          <a:xfrm>
            <a:off x="7060518"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9" name="椭圆 688">
            <a:extLst>
              <a:ext uri="{FF2B5EF4-FFF2-40B4-BE49-F238E27FC236}">
                <a16:creationId xmlns:a16="http://schemas.microsoft.com/office/drawing/2014/main" id="{3F2D95F3-CB97-5DD0-04A4-DE091C9732A0}"/>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90" name="Line 27">
            <a:extLst>
              <a:ext uri="{FF2B5EF4-FFF2-40B4-BE49-F238E27FC236}">
                <a16:creationId xmlns:a16="http://schemas.microsoft.com/office/drawing/2014/main" id="{943C9296-193F-055D-0061-4F622CC132D8}"/>
              </a:ext>
            </a:extLst>
          </p:cNvPr>
          <p:cNvSpPr>
            <a:spLocks noChangeShapeType="1"/>
          </p:cNvSpPr>
          <p:nvPr/>
        </p:nvSpPr>
        <p:spPr bwMode="auto">
          <a:xfrm>
            <a:off x="7060518"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1" name="椭圆 690">
            <a:extLst>
              <a:ext uri="{FF2B5EF4-FFF2-40B4-BE49-F238E27FC236}">
                <a16:creationId xmlns:a16="http://schemas.microsoft.com/office/drawing/2014/main" id="{43FFBEB7-C806-05BF-40B2-EDB8DB07A0B3}"/>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92" name="文本框 691">
                <a:extLst>
                  <a:ext uri="{FF2B5EF4-FFF2-40B4-BE49-F238E27FC236}">
                    <a16:creationId xmlns:a16="http://schemas.microsoft.com/office/drawing/2014/main" id="{3916E94F-0E93-20C9-97A7-8FFB7CF6CCB0}"/>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692" name="文本框 691">
                <a:extLst>
                  <a:ext uri="{FF2B5EF4-FFF2-40B4-BE49-F238E27FC236}">
                    <a16:creationId xmlns:a16="http://schemas.microsoft.com/office/drawing/2014/main" id="{3916E94F-0E93-20C9-97A7-8FFB7CF6CCB0}"/>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31"/>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3" name="文本框 692">
                <a:extLst>
                  <a:ext uri="{FF2B5EF4-FFF2-40B4-BE49-F238E27FC236}">
                    <a16:creationId xmlns:a16="http://schemas.microsoft.com/office/drawing/2014/main" id="{EE932677-1A3A-9E55-6308-F74AFE65682F}"/>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693" name="文本框 692">
                <a:extLst>
                  <a:ext uri="{FF2B5EF4-FFF2-40B4-BE49-F238E27FC236}">
                    <a16:creationId xmlns:a16="http://schemas.microsoft.com/office/drawing/2014/main" id="{EE932677-1A3A-9E55-6308-F74AFE65682F}"/>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32"/>
                <a:stretch>
                  <a:fillRect r="-1053"/>
                </a:stretch>
              </a:blipFill>
            </p:spPr>
            <p:txBody>
              <a:bodyPr/>
              <a:lstStyle/>
              <a:p>
                <a:r>
                  <a:rPr lang="zh-CN" altLang="en-US">
                    <a:noFill/>
                  </a:rPr>
                  <a:t> </a:t>
                </a:r>
              </a:p>
            </p:txBody>
          </p:sp>
        </mc:Fallback>
      </mc:AlternateContent>
      <p:sp>
        <p:nvSpPr>
          <p:cNvPr id="694" name="Line 27">
            <a:extLst>
              <a:ext uri="{FF2B5EF4-FFF2-40B4-BE49-F238E27FC236}">
                <a16:creationId xmlns:a16="http://schemas.microsoft.com/office/drawing/2014/main" id="{0D80F265-BF01-A0A2-64F5-4955C4F5221F}"/>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95" name="等腰三角形 694">
            <a:extLst>
              <a:ext uri="{FF2B5EF4-FFF2-40B4-BE49-F238E27FC236}">
                <a16:creationId xmlns:a16="http://schemas.microsoft.com/office/drawing/2014/main" id="{2538E374-BE33-7D49-D948-529D5AF6B6BB}"/>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698" name="椭圆 697">
            <a:extLst>
              <a:ext uri="{FF2B5EF4-FFF2-40B4-BE49-F238E27FC236}">
                <a16:creationId xmlns:a16="http://schemas.microsoft.com/office/drawing/2014/main" id="{6603E6D2-CDCA-A4EA-C22F-CD5D8FD7DBD9}"/>
              </a:ext>
            </a:extLst>
          </p:cNvPr>
          <p:cNvSpPr/>
          <p:nvPr/>
        </p:nvSpPr>
        <p:spPr>
          <a:xfrm>
            <a:off x="6118809" y="391998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99" name="Line 27">
            <a:extLst>
              <a:ext uri="{FF2B5EF4-FFF2-40B4-BE49-F238E27FC236}">
                <a16:creationId xmlns:a16="http://schemas.microsoft.com/office/drawing/2014/main" id="{594AB9CE-CF81-2831-CF92-3756B17AA6AB}"/>
              </a:ext>
            </a:extLst>
          </p:cNvPr>
          <p:cNvSpPr>
            <a:spLocks noChangeShapeType="1"/>
          </p:cNvSpPr>
          <p:nvPr/>
        </p:nvSpPr>
        <p:spPr bwMode="auto">
          <a:xfrm>
            <a:off x="7813965" y="5236181"/>
            <a:ext cx="25494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0" name="Line 27">
            <a:extLst>
              <a:ext uri="{FF2B5EF4-FFF2-40B4-BE49-F238E27FC236}">
                <a16:creationId xmlns:a16="http://schemas.microsoft.com/office/drawing/2014/main" id="{16A9D1C8-14D0-A875-163D-826695D6C0FB}"/>
              </a:ext>
            </a:extLst>
          </p:cNvPr>
          <p:cNvSpPr>
            <a:spLocks noChangeShapeType="1"/>
          </p:cNvSpPr>
          <p:nvPr/>
        </p:nvSpPr>
        <p:spPr bwMode="auto">
          <a:xfrm>
            <a:off x="7807989" y="5548070"/>
            <a:ext cx="14790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2" name="流程图: 延期 701">
            <a:extLst>
              <a:ext uri="{FF2B5EF4-FFF2-40B4-BE49-F238E27FC236}">
                <a16:creationId xmlns:a16="http://schemas.microsoft.com/office/drawing/2014/main" id="{F5778D4B-FC9A-230D-DA9B-276A59BED939}"/>
              </a:ext>
            </a:extLst>
          </p:cNvPr>
          <p:cNvSpPr/>
          <p:nvPr/>
        </p:nvSpPr>
        <p:spPr>
          <a:xfrm>
            <a:off x="10305592"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03" name="椭圆 702">
            <a:extLst>
              <a:ext uri="{FF2B5EF4-FFF2-40B4-BE49-F238E27FC236}">
                <a16:creationId xmlns:a16="http://schemas.microsoft.com/office/drawing/2014/main" id="{8410A689-74C0-29D3-09E4-E4BE905EC60C}"/>
              </a:ext>
            </a:extLst>
          </p:cNvPr>
          <p:cNvSpPr/>
          <p:nvPr/>
        </p:nvSpPr>
        <p:spPr>
          <a:xfrm>
            <a:off x="8748983" y="5190369"/>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4" name="Line 27">
            <a:extLst>
              <a:ext uri="{FF2B5EF4-FFF2-40B4-BE49-F238E27FC236}">
                <a16:creationId xmlns:a16="http://schemas.microsoft.com/office/drawing/2014/main" id="{1E1FC8AE-6BE0-2487-92DB-8DC57664DC7F}"/>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05" name="椭圆 704">
            <a:extLst>
              <a:ext uri="{FF2B5EF4-FFF2-40B4-BE49-F238E27FC236}">
                <a16:creationId xmlns:a16="http://schemas.microsoft.com/office/drawing/2014/main" id="{F19A6AF8-C087-DA98-3AEC-7077DA007CAC}"/>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6" name="椭圆 705">
            <a:extLst>
              <a:ext uri="{FF2B5EF4-FFF2-40B4-BE49-F238E27FC236}">
                <a16:creationId xmlns:a16="http://schemas.microsoft.com/office/drawing/2014/main" id="{7C06473C-841D-3E20-DBB0-5BECE92202BE}"/>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7" name="椭圆 706">
            <a:extLst>
              <a:ext uri="{FF2B5EF4-FFF2-40B4-BE49-F238E27FC236}">
                <a16:creationId xmlns:a16="http://schemas.microsoft.com/office/drawing/2014/main" id="{39B5EACC-3DF3-7232-EC1C-34A1639FEA7A}"/>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08" name="文本框 707">
            <a:extLst>
              <a:ext uri="{FF2B5EF4-FFF2-40B4-BE49-F238E27FC236}">
                <a16:creationId xmlns:a16="http://schemas.microsoft.com/office/drawing/2014/main" id="{E226B2D7-5B33-E91A-19E0-7EB29BE6F633}"/>
              </a:ext>
            </a:extLst>
          </p:cNvPr>
          <p:cNvSpPr txBox="1"/>
          <p:nvPr/>
        </p:nvSpPr>
        <p:spPr>
          <a:xfrm>
            <a:off x="6770944" y="4134794"/>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09" name="Line 27">
            <a:extLst>
              <a:ext uri="{FF2B5EF4-FFF2-40B4-BE49-F238E27FC236}">
                <a16:creationId xmlns:a16="http://schemas.microsoft.com/office/drawing/2014/main" id="{47A6F502-C8D7-91B0-1494-76EE52218C52}"/>
              </a:ext>
            </a:extLst>
          </p:cNvPr>
          <p:cNvSpPr>
            <a:spLocks noChangeShapeType="1"/>
          </p:cNvSpPr>
          <p:nvPr/>
        </p:nvSpPr>
        <p:spPr bwMode="auto">
          <a:xfrm rot="5400000">
            <a:off x="6730985" y="5057445"/>
            <a:ext cx="6691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0" name="Line 27">
            <a:extLst>
              <a:ext uri="{FF2B5EF4-FFF2-40B4-BE49-F238E27FC236}">
                <a16:creationId xmlns:a16="http://schemas.microsoft.com/office/drawing/2014/main" id="{6F6EFE7A-3E24-9FE9-A484-E3BF75DA3FDA}"/>
              </a:ext>
            </a:extLst>
          </p:cNvPr>
          <p:cNvSpPr>
            <a:spLocks noChangeShapeType="1"/>
          </p:cNvSpPr>
          <p:nvPr/>
        </p:nvSpPr>
        <p:spPr bwMode="auto">
          <a:xfrm>
            <a:off x="7065808" y="5392030"/>
            <a:ext cx="325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1" name="椭圆 710">
            <a:extLst>
              <a:ext uri="{FF2B5EF4-FFF2-40B4-BE49-F238E27FC236}">
                <a16:creationId xmlns:a16="http://schemas.microsoft.com/office/drawing/2014/main" id="{4ACF10BA-F123-354F-F81E-5F0C2098A8EF}"/>
              </a:ext>
            </a:extLst>
          </p:cNvPr>
          <p:cNvSpPr/>
          <p:nvPr/>
        </p:nvSpPr>
        <p:spPr>
          <a:xfrm>
            <a:off x="7251318"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12" name="流程图: 延期 711">
            <a:extLst>
              <a:ext uri="{FF2B5EF4-FFF2-40B4-BE49-F238E27FC236}">
                <a16:creationId xmlns:a16="http://schemas.microsoft.com/office/drawing/2014/main" id="{AC5CAB31-46E9-0642-36B3-9987AC8AE9C2}"/>
              </a:ext>
            </a:extLst>
          </p:cNvPr>
          <p:cNvSpPr/>
          <p:nvPr/>
        </p:nvSpPr>
        <p:spPr>
          <a:xfrm flipH="1">
            <a:off x="7380918"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713" name="Line 27">
            <a:extLst>
              <a:ext uri="{FF2B5EF4-FFF2-40B4-BE49-F238E27FC236}">
                <a16:creationId xmlns:a16="http://schemas.microsoft.com/office/drawing/2014/main" id="{2F6481F6-4037-C86C-8096-D10D41AB29D7}"/>
              </a:ext>
            </a:extLst>
          </p:cNvPr>
          <p:cNvSpPr>
            <a:spLocks noChangeShapeType="1"/>
          </p:cNvSpPr>
          <p:nvPr/>
        </p:nvSpPr>
        <p:spPr bwMode="auto">
          <a:xfrm rot="5400000">
            <a:off x="5020808" y="4714311"/>
            <a:ext cx="2289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4" name="Line 27">
            <a:extLst>
              <a:ext uri="{FF2B5EF4-FFF2-40B4-BE49-F238E27FC236}">
                <a16:creationId xmlns:a16="http://schemas.microsoft.com/office/drawing/2014/main" id="{193D6C62-51BB-FB8B-5D8E-68F78AF7CBB8}"/>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5" name="Line 27">
            <a:extLst>
              <a:ext uri="{FF2B5EF4-FFF2-40B4-BE49-F238E27FC236}">
                <a16:creationId xmlns:a16="http://schemas.microsoft.com/office/drawing/2014/main" id="{31AD3F25-35B8-F4D6-D757-5EF1E141D8B0}"/>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16" name="Line 27">
            <a:extLst>
              <a:ext uri="{FF2B5EF4-FFF2-40B4-BE49-F238E27FC236}">
                <a16:creationId xmlns:a16="http://schemas.microsoft.com/office/drawing/2014/main" id="{EA829A2E-7EC2-32CA-2DD0-A1132966024F}"/>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717" name="文本框 716">
                <a:extLst>
                  <a:ext uri="{FF2B5EF4-FFF2-40B4-BE49-F238E27FC236}">
                    <a16:creationId xmlns:a16="http://schemas.microsoft.com/office/drawing/2014/main" id="{300BCFCF-019E-80E5-A4C9-1D55B3480013}"/>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717" name="文本框 716">
                <a:extLst>
                  <a:ext uri="{FF2B5EF4-FFF2-40B4-BE49-F238E27FC236}">
                    <a16:creationId xmlns:a16="http://schemas.microsoft.com/office/drawing/2014/main" id="{300BCFCF-019E-80E5-A4C9-1D55B3480013}"/>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33"/>
                <a:stretch>
                  <a:fillRect r="-2128"/>
                </a:stretch>
              </a:blipFill>
            </p:spPr>
            <p:txBody>
              <a:bodyPr/>
              <a:lstStyle/>
              <a:p>
                <a:r>
                  <a:rPr lang="zh-CN" altLang="en-US">
                    <a:noFill/>
                  </a:rPr>
                  <a:t> </a:t>
                </a:r>
              </a:p>
            </p:txBody>
          </p:sp>
        </mc:Fallback>
      </mc:AlternateContent>
      <p:sp>
        <p:nvSpPr>
          <p:cNvPr id="718" name="椭圆 717">
            <a:extLst>
              <a:ext uri="{FF2B5EF4-FFF2-40B4-BE49-F238E27FC236}">
                <a16:creationId xmlns:a16="http://schemas.microsoft.com/office/drawing/2014/main" id="{BE75991F-59B7-F39B-3400-87494410AB9C}"/>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Line 27">
            <a:extLst>
              <a:ext uri="{FF2B5EF4-FFF2-40B4-BE49-F238E27FC236}">
                <a16:creationId xmlns:a16="http://schemas.microsoft.com/office/drawing/2014/main" id="{826A43B2-515E-E07C-47D0-64458157A42B}"/>
              </a:ext>
            </a:extLst>
          </p:cNvPr>
          <p:cNvSpPr>
            <a:spLocks noChangeShapeType="1"/>
          </p:cNvSpPr>
          <p:nvPr/>
        </p:nvSpPr>
        <p:spPr bwMode="auto">
          <a:xfrm>
            <a:off x="6156220" y="5872054"/>
            <a:ext cx="36153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 name="椭圆 6">
            <a:extLst>
              <a:ext uri="{FF2B5EF4-FFF2-40B4-BE49-F238E27FC236}">
                <a16:creationId xmlns:a16="http://schemas.microsoft.com/office/drawing/2014/main" id="{104C3560-9B67-6983-7556-6A5F223F74F5}"/>
              </a:ext>
            </a:extLst>
          </p:cNvPr>
          <p:cNvSpPr/>
          <p:nvPr/>
        </p:nvSpPr>
        <p:spPr>
          <a:xfrm>
            <a:off x="6118809" y="5346421"/>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Line 27">
            <a:extLst>
              <a:ext uri="{FF2B5EF4-FFF2-40B4-BE49-F238E27FC236}">
                <a16:creationId xmlns:a16="http://schemas.microsoft.com/office/drawing/2014/main" id="{16EBB850-4271-8843-3EB2-F288875E7A8A}"/>
              </a:ext>
            </a:extLst>
          </p:cNvPr>
          <p:cNvSpPr>
            <a:spLocks noChangeShapeType="1"/>
          </p:cNvSpPr>
          <p:nvPr/>
        </p:nvSpPr>
        <p:spPr bwMode="auto">
          <a:xfrm rot="5400000">
            <a:off x="9602728" y="5712012"/>
            <a:ext cx="3287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 name="文本框 7">
            <a:extLst>
              <a:ext uri="{FF2B5EF4-FFF2-40B4-BE49-F238E27FC236}">
                <a16:creationId xmlns:a16="http://schemas.microsoft.com/office/drawing/2014/main" id="{AE76912C-753C-7A4A-6EEF-0FA8F7ADE0BF}"/>
              </a:ext>
            </a:extLst>
          </p:cNvPr>
          <p:cNvSpPr txBox="1"/>
          <p:nvPr/>
        </p:nvSpPr>
        <p:spPr>
          <a:xfrm>
            <a:off x="10080000" y="5760000"/>
            <a:ext cx="976407" cy="400110"/>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修改后</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D5C3FA2-974C-A9FA-B59A-67835A21BA3A}"/>
                  </a:ext>
                </a:extLst>
              </p:cNvPr>
              <p:cNvSpPr txBox="1"/>
              <p:nvPr/>
            </p:nvSpPr>
            <p:spPr>
              <a:xfrm>
                <a:off x="5400000" y="496800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b="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i="1">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9" name="文本框 8">
                <a:extLst>
                  <a:ext uri="{FF2B5EF4-FFF2-40B4-BE49-F238E27FC236}">
                    <a16:creationId xmlns:a16="http://schemas.microsoft.com/office/drawing/2014/main" id="{BD5C3FA2-974C-A9FA-B59A-67835A21BA3A}"/>
                  </a:ext>
                </a:extLst>
              </p:cNvPr>
              <p:cNvSpPr txBox="1">
                <a:spLocks noRot="1" noChangeAspect="1" noMove="1" noResize="1" noEditPoints="1" noAdjustHandles="1" noChangeArrowheads="1" noChangeShapeType="1" noTextEdit="1"/>
              </p:cNvSpPr>
              <p:nvPr/>
            </p:nvSpPr>
            <p:spPr>
              <a:xfrm>
                <a:off x="5400000" y="4968000"/>
                <a:ext cx="577471" cy="43088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939D38B-88C0-22C8-BBB4-8A3A7A38B62C}"/>
                  </a:ext>
                </a:extLst>
              </p:cNvPr>
              <p:cNvSpPr txBox="1"/>
              <p:nvPr/>
            </p:nvSpPr>
            <p:spPr>
              <a:xfrm>
                <a:off x="10944000" y="517574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11" name="文本框 10">
                <a:extLst>
                  <a:ext uri="{FF2B5EF4-FFF2-40B4-BE49-F238E27FC236}">
                    <a16:creationId xmlns:a16="http://schemas.microsoft.com/office/drawing/2014/main" id="{6939D38B-88C0-22C8-BBB4-8A3A7A38B62C}"/>
                  </a:ext>
                </a:extLst>
              </p:cNvPr>
              <p:cNvSpPr txBox="1">
                <a:spLocks noRot="1" noChangeAspect="1" noMove="1" noResize="1" noEditPoints="1" noAdjustHandles="1" noChangeArrowheads="1" noChangeShapeType="1" noTextEdit="1"/>
              </p:cNvSpPr>
              <p:nvPr/>
            </p:nvSpPr>
            <p:spPr>
              <a:xfrm>
                <a:off x="10944000" y="5175740"/>
                <a:ext cx="577471" cy="430887"/>
              </a:xfrm>
              <a:prstGeom prst="rect">
                <a:avLst/>
              </a:prstGeom>
              <a:blipFill>
                <a:blip r:embed="rId3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2177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4CAB6-AB10-3FA0-7E76-B058CC7FB283}"/>
            </a:ext>
          </a:extLst>
        </p:cNvPr>
        <p:cNvGrpSpPr/>
        <p:nvPr/>
      </p:nvGrpSpPr>
      <p:grpSpPr>
        <a:xfrm>
          <a:off x="0" y="0"/>
          <a:ext cx="0" cy="0"/>
          <a:chOff x="0" y="0"/>
          <a:chExt cx="0" cy="0"/>
        </a:xfrm>
      </p:grpSpPr>
      <p:grpSp>
        <p:nvGrpSpPr>
          <p:cNvPr id="151" name="组合 150">
            <a:extLst>
              <a:ext uri="{FF2B5EF4-FFF2-40B4-BE49-F238E27FC236}">
                <a16:creationId xmlns:a16="http://schemas.microsoft.com/office/drawing/2014/main" id="{CCABD955-86B1-6D3B-2FA3-70756D246403}"/>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C7B36F97-44F9-0A94-D837-2BE91A69E4E5}"/>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7A0AA02E-CA9C-2A2A-704A-1575CD054B0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F4DD3184-3F7D-6C9A-D39D-8F558C1DBB0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EA3B949D-C80F-D921-7CDE-3CCE0BA7533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23</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6C897785-E5FD-E01A-452A-7A993AA8E5DB}"/>
              </a:ext>
            </a:extLst>
          </p:cNvPr>
          <p:cNvPicPr>
            <a:picLocks noChangeAspect="1"/>
          </p:cNvPicPr>
          <p:nvPr/>
        </p:nvPicPr>
        <p:blipFill>
          <a:blip r:embed="rId3"/>
          <a:stretch>
            <a:fillRect/>
          </a:stretch>
        </p:blipFill>
        <p:spPr>
          <a:xfrm>
            <a:off x="8333508" y="638213"/>
            <a:ext cx="3777113" cy="205434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928792F-3558-FCB8-E6C5-D93C4ED368D3}"/>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2928792F-3558-FCB8-E6C5-D93C4ED368D3}"/>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5"/>
                <a:stretch>
                  <a:fillRect t="-2235" b="-1229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58C8FA13-C77F-ED14-E97C-A83876D0BA48}"/>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sp>
        <p:nvSpPr>
          <p:cNvPr id="7" name="标题 1">
            <a:extLst>
              <a:ext uri="{FF2B5EF4-FFF2-40B4-BE49-F238E27FC236}">
                <a16:creationId xmlns:a16="http://schemas.microsoft.com/office/drawing/2014/main" id="{4161461F-4857-6B6F-D2C6-379D232F49F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99" name="文本框 98">
            <a:extLst>
              <a:ext uri="{FF2B5EF4-FFF2-40B4-BE49-F238E27FC236}">
                <a16:creationId xmlns:a16="http://schemas.microsoft.com/office/drawing/2014/main" id="{1908E4B8-835F-AD1D-922C-83F4D35B2545}"/>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同步置数</a:t>
            </a:r>
          </a:p>
        </p:txBody>
      </p:sp>
      <p:sp>
        <p:nvSpPr>
          <p:cNvPr id="8" name="Line 27">
            <a:extLst>
              <a:ext uri="{FF2B5EF4-FFF2-40B4-BE49-F238E27FC236}">
                <a16:creationId xmlns:a16="http://schemas.microsoft.com/office/drawing/2014/main" id="{6E09FB31-F78E-F2A7-1348-25C1A5A15D5C}"/>
              </a:ext>
            </a:extLst>
          </p:cNvPr>
          <p:cNvSpPr>
            <a:spLocks noChangeShapeType="1"/>
          </p:cNvSpPr>
          <p:nvPr/>
        </p:nvSpPr>
        <p:spPr bwMode="auto">
          <a:xfrm flipH="1">
            <a:off x="4640221"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 name="Line 27">
            <a:extLst>
              <a:ext uri="{FF2B5EF4-FFF2-40B4-BE49-F238E27FC236}">
                <a16:creationId xmlns:a16="http://schemas.microsoft.com/office/drawing/2014/main" id="{24FAEE1B-865B-19FD-A73F-482A3C87DAED}"/>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 name="Line 27">
            <a:extLst>
              <a:ext uri="{FF2B5EF4-FFF2-40B4-BE49-F238E27FC236}">
                <a16:creationId xmlns:a16="http://schemas.microsoft.com/office/drawing/2014/main" id="{389F92F2-1170-304E-44D0-2619CE6F3E12}"/>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12" name="直接连接符 11">
            <a:extLst>
              <a:ext uri="{FF2B5EF4-FFF2-40B4-BE49-F238E27FC236}">
                <a16:creationId xmlns:a16="http://schemas.microsoft.com/office/drawing/2014/main" id="{9FB8E41D-F625-D70A-D51C-256F19B7BADD}"/>
              </a:ext>
            </a:extLst>
          </p:cNvPr>
          <p:cNvCxnSpPr>
            <a:cxnSpLocks/>
            <a:endCxn id="21" idx="0"/>
          </p:cNvCxnSpPr>
          <p:nvPr/>
        </p:nvCxnSpPr>
        <p:spPr>
          <a:xfrm>
            <a:off x="2936270"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F601F39-1CA7-9FA6-EBD8-99FD8D7AE93F}"/>
              </a:ext>
            </a:extLst>
          </p:cNvPr>
          <p:cNvCxnSpPr>
            <a:cxnSpLocks/>
          </p:cNvCxnSpPr>
          <p:nvPr/>
        </p:nvCxnSpPr>
        <p:spPr>
          <a:xfrm>
            <a:off x="3423885" y="3066430"/>
            <a:ext cx="0" cy="2169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A3A5AA1-2CD3-9A97-45BC-081B28469D88}"/>
              </a:ext>
            </a:extLst>
          </p:cNvPr>
          <p:cNvCxnSpPr>
            <a:cxnSpLocks/>
          </p:cNvCxnSpPr>
          <p:nvPr/>
        </p:nvCxnSpPr>
        <p:spPr>
          <a:xfrm>
            <a:off x="3909885" y="3066430"/>
            <a:ext cx="0" cy="16033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A3C7467-23D4-EA78-80B6-081D8B85CEC6}"/>
              </a:ext>
            </a:extLst>
          </p:cNvPr>
          <p:cNvCxnSpPr>
            <a:cxnSpLocks/>
          </p:cNvCxnSpPr>
          <p:nvPr/>
        </p:nvCxnSpPr>
        <p:spPr>
          <a:xfrm>
            <a:off x="4395885" y="3066430"/>
            <a:ext cx="0"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56288821-0309-B605-59FA-CD7BD047B898}"/>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D9C4C134-CC63-A001-3A33-CB7F1ACD072B}"/>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7" name="文本框 16">
                <a:extLst>
                  <a:ext uri="{FF2B5EF4-FFF2-40B4-BE49-F238E27FC236}">
                    <a16:creationId xmlns:a16="http://schemas.microsoft.com/office/drawing/2014/main" id="{D9C4C134-CC63-A001-3A33-CB7F1ACD072B}"/>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3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818CF1BF-4D6E-9F0E-7F99-763DB82EE85A}"/>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8" name="文本框 17">
                <a:extLst>
                  <a:ext uri="{FF2B5EF4-FFF2-40B4-BE49-F238E27FC236}">
                    <a16:creationId xmlns:a16="http://schemas.microsoft.com/office/drawing/2014/main" id="{818CF1BF-4D6E-9F0E-7F99-763DB82EE85A}"/>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37"/>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C0EC628E-77C0-8FCF-9FFB-6DCF8E816920}"/>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9" name="文本框 18">
                <a:extLst>
                  <a:ext uri="{FF2B5EF4-FFF2-40B4-BE49-F238E27FC236}">
                    <a16:creationId xmlns:a16="http://schemas.microsoft.com/office/drawing/2014/main" id="{C0EC628E-77C0-8FCF-9FFB-6DCF8E816920}"/>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38"/>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F6481C9-5897-D1FD-538A-3B4A98FEBEC9}"/>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0" name="文本框 19">
                <a:extLst>
                  <a:ext uri="{FF2B5EF4-FFF2-40B4-BE49-F238E27FC236}">
                    <a16:creationId xmlns:a16="http://schemas.microsoft.com/office/drawing/2014/main" id="{6F6481C9-5897-D1FD-538A-3B4A98FEBEC9}"/>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3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5952624-5731-751C-4583-6C34DF40B1E9}"/>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1" name="文本框 20">
                <a:extLst>
                  <a:ext uri="{FF2B5EF4-FFF2-40B4-BE49-F238E27FC236}">
                    <a16:creationId xmlns:a16="http://schemas.microsoft.com/office/drawing/2014/main" id="{95952624-5731-751C-4583-6C34DF40B1E9}"/>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4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510554E-0388-FEC3-2FC3-60BA1C05CC93}"/>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2" name="文本框 21">
                <a:extLst>
                  <a:ext uri="{FF2B5EF4-FFF2-40B4-BE49-F238E27FC236}">
                    <a16:creationId xmlns:a16="http://schemas.microsoft.com/office/drawing/2014/main" id="{1510554E-0388-FEC3-2FC3-60BA1C05CC93}"/>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41"/>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4796C57-E525-F381-A305-DD0DB4764C51}"/>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23" name="文本框 22">
                <a:extLst>
                  <a:ext uri="{FF2B5EF4-FFF2-40B4-BE49-F238E27FC236}">
                    <a16:creationId xmlns:a16="http://schemas.microsoft.com/office/drawing/2014/main" id="{34796C57-E525-F381-A305-DD0DB4764C51}"/>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42"/>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103C6A9-1621-36A5-50B9-DEA3ECCBD2ED}"/>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4" name="文本框 23">
                <a:extLst>
                  <a:ext uri="{FF2B5EF4-FFF2-40B4-BE49-F238E27FC236}">
                    <a16:creationId xmlns:a16="http://schemas.microsoft.com/office/drawing/2014/main" id="{B103C6A9-1621-36A5-50B9-DEA3ECCBD2ED}"/>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4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8645D24-FB92-0456-7009-1DED83A23CD5}"/>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25" name="文本框 24">
                <a:extLst>
                  <a:ext uri="{FF2B5EF4-FFF2-40B4-BE49-F238E27FC236}">
                    <a16:creationId xmlns:a16="http://schemas.microsoft.com/office/drawing/2014/main" id="{38645D24-FB92-0456-7009-1DED83A23CD5}"/>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4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E04B81F-DB78-9420-E70B-B2E4547EEF8F}"/>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26" name="文本框 25">
                <a:extLst>
                  <a:ext uri="{FF2B5EF4-FFF2-40B4-BE49-F238E27FC236}">
                    <a16:creationId xmlns:a16="http://schemas.microsoft.com/office/drawing/2014/main" id="{EE04B81F-DB78-9420-E70B-B2E4547EEF8F}"/>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45"/>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292EED1-9377-ECAD-70DF-EBC34BF539DE}"/>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27" name="文本框 26">
                <a:extLst>
                  <a:ext uri="{FF2B5EF4-FFF2-40B4-BE49-F238E27FC236}">
                    <a16:creationId xmlns:a16="http://schemas.microsoft.com/office/drawing/2014/main" id="{4292EED1-9377-ECAD-70DF-EBC34BF539DE}"/>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46"/>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7BD49FE-DB8B-4C3B-25F9-B3BB823E57FE}"/>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28" name="文本框 27">
                <a:extLst>
                  <a:ext uri="{FF2B5EF4-FFF2-40B4-BE49-F238E27FC236}">
                    <a16:creationId xmlns:a16="http://schemas.microsoft.com/office/drawing/2014/main" id="{E7BD49FE-DB8B-4C3B-25F9-B3BB823E57FE}"/>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47"/>
                <a:stretch>
                  <a:fillRect l="-1053"/>
                </a:stretch>
              </a:blipFill>
            </p:spPr>
            <p:txBody>
              <a:bodyPr/>
              <a:lstStyle/>
              <a:p>
                <a:r>
                  <a:rPr lang="zh-CN" altLang="en-US">
                    <a:noFill/>
                  </a:rPr>
                  <a:t> </a:t>
                </a:r>
              </a:p>
            </p:txBody>
          </p:sp>
        </mc:Fallback>
      </mc:AlternateContent>
      <p:sp>
        <p:nvSpPr>
          <p:cNvPr id="29" name="Line 27">
            <a:extLst>
              <a:ext uri="{FF2B5EF4-FFF2-40B4-BE49-F238E27FC236}">
                <a16:creationId xmlns:a16="http://schemas.microsoft.com/office/drawing/2014/main" id="{5DD67CAC-5C05-39C9-6362-98D09E17C2A4}"/>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 name="Line 27">
            <a:extLst>
              <a:ext uri="{FF2B5EF4-FFF2-40B4-BE49-F238E27FC236}">
                <a16:creationId xmlns:a16="http://schemas.microsoft.com/office/drawing/2014/main" id="{9D5CEC84-70BA-41C4-A383-8F0AB548955B}"/>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 name="Line 27">
            <a:extLst>
              <a:ext uri="{FF2B5EF4-FFF2-40B4-BE49-F238E27FC236}">
                <a16:creationId xmlns:a16="http://schemas.microsoft.com/office/drawing/2014/main" id="{1F9B7290-7B38-FDA0-8E2F-A6633644FF0B}"/>
              </a:ext>
            </a:extLst>
          </p:cNvPr>
          <p:cNvSpPr>
            <a:spLocks noChangeShapeType="1"/>
          </p:cNvSpPr>
          <p:nvPr/>
        </p:nvSpPr>
        <p:spPr bwMode="auto">
          <a:xfrm>
            <a:off x="1529280" y="4350238"/>
            <a:ext cx="476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 name="椭圆 31">
            <a:extLst>
              <a:ext uri="{FF2B5EF4-FFF2-40B4-BE49-F238E27FC236}">
                <a16:creationId xmlns:a16="http://schemas.microsoft.com/office/drawing/2014/main" id="{67DDC6E4-92FA-27E1-5DAB-2583F0E10C4D}"/>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 name="Line 27">
            <a:extLst>
              <a:ext uri="{FF2B5EF4-FFF2-40B4-BE49-F238E27FC236}">
                <a16:creationId xmlns:a16="http://schemas.microsoft.com/office/drawing/2014/main" id="{2B460469-DB77-BB51-D29B-4456B1FF7B8D}"/>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椭圆 33">
            <a:extLst>
              <a:ext uri="{FF2B5EF4-FFF2-40B4-BE49-F238E27FC236}">
                <a16:creationId xmlns:a16="http://schemas.microsoft.com/office/drawing/2014/main" id="{836827D4-3D85-A4BC-55A6-8016EFB417B4}"/>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353CD949-C8E2-DE11-87E0-1D4156EF3A4B}"/>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35" name="文本框 34">
                <a:extLst>
                  <a:ext uri="{FF2B5EF4-FFF2-40B4-BE49-F238E27FC236}">
                    <a16:creationId xmlns:a16="http://schemas.microsoft.com/office/drawing/2014/main" id="{353CD949-C8E2-DE11-87E0-1D4156EF3A4B}"/>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48"/>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EC1E3FE-C03D-0065-61CF-7B77D9EDE56F}"/>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36" name="文本框 35">
                <a:extLst>
                  <a:ext uri="{FF2B5EF4-FFF2-40B4-BE49-F238E27FC236}">
                    <a16:creationId xmlns:a16="http://schemas.microsoft.com/office/drawing/2014/main" id="{0EC1E3FE-C03D-0065-61CF-7B77D9EDE56F}"/>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49"/>
                <a:stretch>
                  <a:fillRect r="-1053"/>
                </a:stretch>
              </a:blipFill>
            </p:spPr>
            <p:txBody>
              <a:bodyPr/>
              <a:lstStyle/>
              <a:p>
                <a:r>
                  <a:rPr lang="zh-CN" altLang="en-US">
                    <a:noFill/>
                  </a:rPr>
                  <a:t> </a:t>
                </a:r>
              </a:p>
            </p:txBody>
          </p:sp>
        </mc:Fallback>
      </mc:AlternateContent>
      <p:sp>
        <p:nvSpPr>
          <p:cNvPr id="37" name="Line 27">
            <a:extLst>
              <a:ext uri="{FF2B5EF4-FFF2-40B4-BE49-F238E27FC236}">
                <a16:creationId xmlns:a16="http://schemas.microsoft.com/office/drawing/2014/main" id="{A4FFB1EC-7AED-07F3-C3B0-286AF1D4E7B3}"/>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等腰三角形 37">
            <a:extLst>
              <a:ext uri="{FF2B5EF4-FFF2-40B4-BE49-F238E27FC236}">
                <a16:creationId xmlns:a16="http://schemas.microsoft.com/office/drawing/2014/main" id="{6303EE8B-8D3A-DB38-8C11-C546DC1F9FDC}"/>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9" name="Line 27">
            <a:extLst>
              <a:ext uri="{FF2B5EF4-FFF2-40B4-BE49-F238E27FC236}">
                <a16:creationId xmlns:a16="http://schemas.microsoft.com/office/drawing/2014/main" id="{8B2ED643-B547-4E37-4BE2-3E16CC9862E3}"/>
              </a:ext>
            </a:extLst>
          </p:cNvPr>
          <p:cNvSpPr>
            <a:spLocks noChangeShapeType="1"/>
          </p:cNvSpPr>
          <p:nvPr/>
        </p:nvSpPr>
        <p:spPr bwMode="auto">
          <a:xfrm rot="5400000">
            <a:off x="1117197" y="4153142"/>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0" name="椭圆 39">
            <a:extLst>
              <a:ext uri="{FF2B5EF4-FFF2-40B4-BE49-F238E27FC236}">
                <a16:creationId xmlns:a16="http://schemas.microsoft.com/office/drawing/2014/main" id="{4FD257DF-4840-956F-6161-9FECFD50E358}"/>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1" name="椭圆 40">
            <a:extLst>
              <a:ext uri="{FF2B5EF4-FFF2-40B4-BE49-F238E27FC236}">
                <a16:creationId xmlns:a16="http://schemas.microsoft.com/office/drawing/2014/main" id="{1687B80F-8C41-E9D2-23D1-930E7917A462}"/>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2" name="Line 27">
            <a:extLst>
              <a:ext uri="{FF2B5EF4-FFF2-40B4-BE49-F238E27FC236}">
                <a16:creationId xmlns:a16="http://schemas.microsoft.com/office/drawing/2014/main" id="{D08BA954-3770-7610-AA83-E349246E998C}"/>
              </a:ext>
            </a:extLst>
          </p:cNvPr>
          <p:cNvSpPr>
            <a:spLocks noChangeShapeType="1"/>
          </p:cNvSpPr>
          <p:nvPr/>
        </p:nvSpPr>
        <p:spPr bwMode="auto">
          <a:xfrm>
            <a:off x="2442071" y="5236181"/>
            <a:ext cx="9810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3" name="Line 27">
            <a:extLst>
              <a:ext uri="{FF2B5EF4-FFF2-40B4-BE49-F238E27FC236}">
                <a16:creationId xmlns:a16="http://schemas.microsoft.com/office/drawing/2014/main" id="{A30D7997-935E-4A55-811F-0E402DA717F7}"/>
              </a:ext>
            </a:extLst>
          </p:cNvPr>
          <p:cNvSpPr>
            <a:spLocks noChangeShapeType="1"/>
          </p:cNvSpPr>
          <p:nvPr/>
        </p:nvSpPr>
        <p:spPr bwMode="auto">
          <a:xfrm>
            <a:off x="2436094" y="5548070"/>
            <a:ext cx="19589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5ED182A8-B1BC-7942-0B80-DE49DAA788EA}"/>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椭圆 47">
            <a:extLst>
              <a:ext uri="{FF2B5EF4-FFF2-40B4-BE49-F238E27FC236}">
                <a16:creationId xmlns:a16="http://schemas.microsoft.com/office/drawing/2014/main" id="{4698E14E-34C1-84C3-3C98-922D9C49FE37}"/>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 name="椭圆 48">
            <a:extLst>
              <a:ext uri="{FF2B5EF4-FFF2-40B4-BE49-F238E27FC236}">
                <a16:creationId xmlns:a16="http://schemas.microsoft.com/office/drawing/2014/main" id="{7B661865-B7A4-A2D2-5519-1994D070A932}"/>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 name="椭圆 49">
            <a:extLst>
              <a:ext uri="{FF2B5EF4-FFF2-40B4-BE49-F238E27FC236}">
                <a16:creationId xmlns:a16="http://schemas.microsoft.com/office/drawing/2014/main" id="{14B2ED59-B947-343D-2CB6-76610233364A}"/>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1" name="文本框 50">
            <a:extLst>
              <a:ext uri="{FF2B5EF4-FFF2-40B4-BE49-F238E27FC236}">
                <a16:creationId xmlns:a16="http://schemas.microsoft.com/office/drawing/2014/main" id="{301B9737-7218-8529-DF06-E2C6272A1DB9}"/>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2" name="Line 27">
            <a:extLst>
              <a:ext uri="{FF2B5EF4-FFF2-40B4-BE49-F238E27FC236}">
                <a16:creationId xmlns:a16="http://schemas.microsoft.com/office/drawing/2014/main" id="{62421184-4065-6B27-9B21-48B4482F04BF}"/>
              </a:ext>
            </a:extLst>
          </p:cNvPr>
          <p:cNvSpPr>
            <a:spLocks noChangeShapeType="1"/>
          </p:cNvSpPr>
          <p:nvPr/>
        </p:nvSpPr>
        <p:spPr bwMode="auto">
          <a:xfrm rot="5400000">
            <a:off x="770557" y="5112329"/>
            <a:ext cx="15241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3" name="Line 27">
            <a:extLst>
              <a:ext uri="{FF2B5EF4-FFF2-40B4-BE49-F238E27FC236}">
                <a16:creationId xmlns:a16="http://schemas.microsoft.com/office/drawing/2014/main" id="{6CCCB4AF-35A1-E26E-F6E4-7942EFCC338F}"/>
              </a:ext>
            </a:extLst>
          </p:cNvPr>
          <p:cNvSpPr>
            <a:spLocks noChangeShapeType="1"/>
          </p:cNvSpPr>
          <p:nvPr/>
        </p:nvSpPr>
        <p:spPr bwMode="auto">
          <a:xfrm>
            <a:off x="1529281" y="5392030"/>
            <a:ext cx="489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椭圆 53">
            <a:extLst>
              <a:ext uri="{FF2B5EF4-FFF2-40B4-BE49-F238E27FC236}">
                <a16:creationId xmlns:a16="http://schemas.microsoft.com/office/drawing/2014/main" id="{31BFDA28-3F56-7BFB-1DFA-DAB06EED9CB4}"/>
              </a:ext>
            </a:extLst>
          </p:cNvPr>
          <p:cNvSpPr/>
          <p:nvPr/>
        </p:nvSpPr>
        <p:spPr>
          <a:xfrm>
            <a:off x="1879423"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5" name="流程图: 延期 54">
            <a:extLst>
              <a:ext uri="{FF2B5EF4-FFF2-40B4-BE49-F238E27FC236}">
                <a16:creationId xmlns:a16="http://schemas.microsoft.com/office/drawing/2014/main" id="{45CC5A42-4A39-8449-B338-65B3C401B879}"/>
              </a:ext>
            </a:extLst>
          </p:cNvPr>
          <p:cNvSpPr/>
          <p:nvPr/>
        </p:nvSpPr>
        <p:spPr>
          <a:xfrm flipH="1">
            <a:off x="2009023"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56" name="Line 27">
            <a:extLst>
              <a:ext uri="{FF2B5EF4-FFF2-40B4-BE49-F238E27FC236}">
                <a16:creationId xmlns:a16="http://schemas.microsoft.com/office/drawing/2014/main" id="{64C54E17-B7B9-045F-3889-125090BD2EAC}"/>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2" name="Line 27">
            <a:extLst>
              <a:ext uri="{FF2B5EF4-FFF2-40B4-BE49-F238E27FC236}">
                <a16:creationId xmlns:a16="http://schemas.microsoft.com/office/drawing/2014/main" id="{401254A6-F298-1037-4A9E-D69665D87EF3}"/>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3" name="Line 27">
            <a:extLst>
              <a:ext uri="{FF2B5EF4-FFF2-40B4-BE49-F238E27FC236}">
                <a16:creationId xmlns:a16="http://schemas.microsoft.com/office/drawing/2014/main" id="{43EE4480-B149-5B81-91BD-049E0FA3F530}"/>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464" name="直接连接符 463">
            <a:extLst>
              <a:ext uri="{FF2B5EF4-FFF2-40B4-BE49-F238E27FC236}">
                <a16:creationId xmlns:a16="http://schemas.microsoft.com/office/drawing/2014/main" id="{2A0C36E6-1C9D-57A7-42AF-41541BBAF4A1}"/>
              </a:ext>
            </a:extLst>
          </p:cNvPr>
          <p:cNvCxnSpPr>
            <a:cxnSpLocks/>
            <a:endCxn id="473"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直接连接符 464">
            <a:extLst>
              <a:ext uri="{FF2B5EF4-FFF2-40B4-BE49-F238E27FC236}">
                <a16:creationId xmlns:a16="http://schemas.microsoft.com/office/drawing/2014/main" id="{BF113705-49ED-04C3-39C9-BA84D807C296}"/>
              </a:ext>
            </a:extLst>
          </p:cNvPr>
          <p:cNvCxnSpPr>
            <a:cxnSpLocks/>
          </p:cNvCxnSpPr>
          <p:nvPr/>
        </p:nvCxnSpPr>
        <p:spPr>
          <a:xfrm>
            <a:off x="8795780" y="3066430"/>
            <a:ext cx="0" cy="2169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6" name="直接连接符 465">
            <a:extLst>
              <a:ext uri="{FF2B5EF4-FFF2-40B4-BE49-F238E27FC236}">
                <a16:creationId xmlns:a16="http://schemas.microsoft.com/office/drawing/2014/main" id="{FD6D1088-8466-5089-D80D-6AEB4583BC34}"/>
              </a:ext>
            </a:extLst>
          </p:cNvPr>
          <p:cNvCxnSpPr>
            <a:cxnSpLocks/>
            <a:endCxn id="475" idx="0"/>
          </p:cNvCxnSpPr>
          <p:nvPr/>
        </p:nvCxnSpPr>
        <p:spPr>
          <a:xfrm flipH="1">
            <a:off x="9280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直接连接符 466">
            <a:extLst>
              <a:ext uri="{FF2B5EF4-FFF2-40B4-BE49-F238E27FC236}">
                <a16:creationId xmlns:a16="http://schemas.microsoft.com/office/drawing/2014/main" id="{C6C44499-73C7-F6B5-13FA-D8C034C30AFA}"/>
              </a:ext>
            </a:extLst>
          </p:cNvPr>
          <p:cNvCxnSpPr>
            <a:cxnSpLocks/>
          </p:cNvCxnSpPr>
          <p:nvPr/>
        </p:nvCxnSpPr>
        <p:spPr>
          <a:xfrm>
            <a:off x="9767780" y="3066430"/>
            <a:ext cx="776"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8" name="矩形 467">
            <a:extLst>
              <a:ext uri="{FF2B5EF4-FFF2-40B4-BE49-F238E27FC236}">
                <a16:creationId xmlns:a16="http://schemas.microsoft.com/office/drawing/2014/main" id="{EC7F71B4-F730-5D36-CE20-07A13F3FB1C5}"/>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69" name="文本框 468">
                <a:extLst>
                  <a:ext uri="{FF2B5EF4-FFF2-40B4-BE49-F238E27FC236}">
                    <a16:creationId xmlns:a16="http://schemas.microsoft.com/office/drawing/2014/main" id="{4C2E491D-1E53-1FAD-6CD9-7D168C642728}"/>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469" name="文本框 468">
                <a:extLst>
                  <a:ext uri="{FF2B5EF4-FFF2-40B4-BE49-F238E27FC236}">
                    <a16:creationId xmlns:a16="http://schemas.microsoft.com/office/drawing/2014/main" id="{4C2E491D-1E53-1FAD-6CD9-7D168C642728}"/>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5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0" name="文本框 469">
                <a:extLst>
                  <a:ext uri="{FF2B5EF4-FFF2-40B4-BE49-F238E27FC236}">
                    <a16:creationId xmlns:a16="http://schemas.microsoft.com/office/drawing/2014/main" id="{5E5031A6-9463-C67B-3E61-59DE3370EF8C}"/>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470" name="文本框 469">
                <a:extLst>
                  <a:ext uri="{FF2B5EF4-FFF2-40B4-BE49-F238E27FC236}">
                    <a16:creationId xmlns:a16="http://schemas.microsoft.com/office/drawing/2014/main" id="{5E5031A6-9463-C67B-3E61-59DE3370EF8C}"/>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51"/>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1" name="文本框 470">
                <a:extLst>
                  <a:ext uri="{FF2B5EF4-FFF2-40B4-BE49-F238E27FC236}">
                    <a16:creationId xmlns:a16="http://schemas.microsoft.com/office/drawing/2014/main" id="{9A0FA38B-6A74-95F7-72E6-66B88FD9BAC7}"/>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471" name="文本框 470">
                <a:extLst>
                  <a:ext uri="{FF2B5EF4-FFF2-40B4-BE49-F238E27FC236}">
                    <a16:creationId xmlns:a16="http://schemas.microsoft.com/office/drawing/2014/main" id="{9A0FA38B-6A74-95F7-72E6-66B88FD9BAC7}"/>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52"/>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2" name="文本框 471">
                <a:extLst>
                  <a:ext uri="{FF2B5EF4-FFF2-40B4-BE49-F238E27FC236}">
                    <a16:creationId xmlns:a16="http://schemas.microsoft.com/office/drawing/2014/main" id="{82BD044F-2FA9-CEAD-0096-3C0D30529FFD}"/>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472" name="文本框 471">
                <a:extLst>
                  <a:ext uri="{FF2B5EF4-FFF2-40B4-BE49-F238E27FC236}">
                    <a16:creationId xmlns:a16="http://schemas.microsoft.com/office/drawing/2014/main" id="{82BD044F-2FA9-CEAD-0096-3C0D30529FFD}"/>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53"/>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3" name="文本框 472">
                <a:extLst>
                  <a:ext uri="{FF2B5EF4-FFF2-40B4-BE49-F238E27FC236}">
                    <a16:creationId xmlns:a16="http://schemas.microsoft.com/office/drawing/2014/main" id="{979132D2-38ED-D732-8988-A2C5DAA7F335}"/>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473" name="文本框 472">
                <a:extLst>
                  <a:ext uri="{FF2B5EF4-FFF2-40B4-BE49-F238E27FC236}">
                    <a16:creationId xmlns:a16="http://schemas.microsoft.com/office/drawing/2014/main" id="{979132D2-38ED-D732-8988-A2C5DAA7F335}"/>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5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4" name="文本框 473">
                <a:extLst>
                  <a:ext uri="{FF2B5EF4-FFF2-40B4-BE49-F238E27FC236}">
                    <a16:creationId xmlns:a16="http://schemas.microsoft.com/office/drawing/2014/main" id="{DDF29DCC-F2D9-0C9E-3172-B0045E806AA7}"/>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474" name="文本框 473">
                <a:extLst>
                  <a:ext uri="{FF2B5EF4-FFF2-40B4-BE49-F238E27FC236}">
                    <a16:creationId xmlns:a16="http://schemas.microsoft.com/office/drawing/2014/main" id="{DDF29DCC-F2D9-0C9E-3172-B0045E806AA7}"/>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55"/>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5" name="文本框 474">
                <a:extLst>
                  <a:ext uri="{FF2B5EF4-FFF2-40B4-BE49-F238E27FC236}">
                    <a16:creationId xmlns:a16="http://schemas.microsoft.com/office/drawing/2014/main" id="{AEAC4535-7389-95C4-D7CA-ED7EA4081FA4}"/>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475" name="文本框 474">
                <a:extLst>
                  <a:ext uri="{FF2B5EF4-FFF2-40B4-BE49-F238E27FC236}">
                    <a16:creationId xmlns:a16="http://schemas.microsoft.com/office/drawing/2014/main" id="{AEAC4535-7389-95C4-D7CA-ED7EA4081FA4}"/>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56"/>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6" name="文本框 475">
                <a:extLst>
                  <a:ext uri="{FF2B5EF4-FFF2-40B4-BE49-F238E27FC236}">
                    <a16:creationId xmlns:a16="http://schemas.microsoft.com/office/drawing/2014/main" id="{C0527B3E-6B30-2DF9-5D81-8F0BD870CD8E}"/>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476" name="文本框 475">
                <a:extLst>
                  <a:ext uri="{FF2B5EF4-FFF2-40B4-BE49-F238E27FC236}">
                    <a16:creationId xmlns:a16="http://schemas.microsoft.com/office/drawing/2014/main" id="{C0527B3E-6B30-2DF9-5D81-8F0BD870CD8E}"/>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57"/>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7" name="文本框 476">
                <a:extLst>
                  <a:ext uri="{FF2B5EF4-FFF2-40B4-BE49-F238E27FC236}">
                    <a16:creationId xmlns:a16="http://schemas.microsoft.com/office/drawing/2014/main" id="{667ED242-CE28-BC30-1FB8-52F329962127}"/>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477" name="文本框 476">
                <a:extLst>
                  <a:ext uri="{FF2B5EF4-FFF2-40B4-BE49-F238E27FC236}">
                    <a16:creationId xmlns:a16="http://schemas.microsoft.com/office/drawing/2014/main" id="{667ED242-CE28-BC30-1FB8-52F329962127}"/>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5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文本框 477">
                <a:extLst>
                  <a:ext uri="{FF2B5EF4-FFF2-40B4-BE49-F238E27FC236}">
                    <a16:creationId xmlns:a16="http://schemas.microsoft.com/office/drawing/2014/main" id="{304BA771-D6FA-9B04-C8B1-7D211FED8CBB}"/>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478" name="文本框 477">
                <a:extLst>
                  <a:ext uri="{FF2B5EF4-FFF2-40B4-BE49-F238E27FC236}">
                    <a16:creationId xmlns:a16="http://schemas.microsoft.com/office/drawing/2014/main" id="{304BA771-D6FA-9B04-C8B1-7D211FED8CBB}"/>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59"/>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9" name="文本框 478">
                <a:extLst>
                  <a:ext uri="{FF2B5EF4-FFF2-40B4-BE49-F238E27FC236}">
                    <a16:creationId xmlns:a16="http://schemas.microsoft.com/office/drawing/2014/main" id="{9F89452D-F56E-E2BD-E105-E4F75D6D4786}"/>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479" name="文本框 478">
                <a:extLst>
                  <a:ext uri="{FF2B5EF4-FFF2-40B4-BE49-F238E27FC236}">
                    <a16:creationId xmlns:a16="http://schemas.microsoft.com/office/drawing/2014/main" id="{9F89452D-F56E-E2BD-E105-E4F75D6D4786}"/>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60"/>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0" name="文本框 479">
                <a:extLst>
                  <a:ext uri="{FF2B5EF4-FFF2-40B4-BE49-F238E27FC236}">
                    <a16:creationId xmlns:a16="http://schemas.microsoft.com/office/drawing/2014/main" id="{EF1D5E62-A63A-147D-8E24-34A8D8CBC6A3}"/>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480" name="文本框 479">
                <a:extLst>
                  <a:ext uri="{FF2B5EF4-FFF2-40B4-BE49-F238E27FC236}">
                    <a16:creationId xmlns:a16="http://schemas.microsoft.com/office/drawing/2014/main" id="{EF1D5E62-A63A-147D-8E24-34A8D8CBC6A3}"/>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61"/>
                <a:stretch>
                  <a:fillRect l="-1053"/>
                </a:stretch>
              </a:blipFill>
            </p:spPr>
            <p:txBody>
              <a:bodyPr/>
              <a:lstStyle/>
              <a:p>
                <a:r>
                  <a:rPr lang="zh-CN" altLang="en-US">
                    <a:noFill/>
                  </a:rPr>
                  <a:t> </a:t>
                </a:r>
              </a:p>
            </p:txBody>
          </p:sp>
        </mc:Fallback>
      </mc:AlternateContent>
      <p:sp>
        <p:nvSpPr>
          <p:cNvPr id="481" name="Line 27">
            <a:extLst>
              <a:ext uri="{FF2B5EF4-FFF2-40B4-BE49-F238E27FC236}">
                <a16:creationId xmlns:a16="http://schemas.microsoft.com/office/drawing/2014/main" id="{A9A7783F-A595-AFB2-058C-528E13BF197E}"/>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2" name="Line 27">
            <a:extLst>
              <a:ext uri="{FF2B5EF4-FFF2-40B4-BE49-F238E27FC236}">
                <a16:creationId xmlns:a16="http://schemas.microsoft.com/office/drawing/2014/main" id="{F167CB7C-DDA2-FD16-D418-458D36833EB5}"/>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5" name="Line 27">
            <a:extLst>
              <a:ext uri="{FF2B5EF4-FFF2-40B4-BE49-F238E27FC236}">
                <a16:creationId xmlns:a16="http://schemas.microsoft.com/office/drawing/2014/main" id="{8E5AFA29-E610-17F8-CF3F-1E91AF84739E}"/>
              </a:ext>
            </a:extLst>
          </p:cNvPr>
          <p:cNvSpPr>
            <a:spLocks noChangeShapeType="1"/>
          </p:cNvSpPr>
          <p:nvPr/>
        </p:nvSpPr>
        <p:spPr bwMode="auto">
          <a:xfrm>
            <a:off x="6714377" y="4729415"/>
            <a:ext cx="6629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6" name="椭圆 485">
            <a:extLst>
              <a:ext uri="{FF2B5EF4-FFF2-40B4-BE49-F238E27FC236}">
                <a16:creationId xmlns:a16="http://schemas.microsoft.com/office/drawing/2014/main" id="{361429FC-B713-AA91-3877-6BF657AA0C0D}"/>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487" name="文本框 486">
                <a:extLst>
                  <a:ext uri="{FF2B5EF4-FFF2-40B4-BE49-F238E27FC236}">
                    <a16:creationId xmlns:a16="http://schemas.microsoft.com/office/drawing/2014/main" id="{D0C9682A-3703-B5BD-5E51-30F3089283F3}"/>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487" name="文本框 486">
                <a:extLst>
                  <a:ext uri="{FF2B5EF4-FFF2-40B4-BE49-F238E27FC236}">
                    <a16:creationId xmlns:a16="http://schemas.microsoft.com/office/drawing/2014/main" id="{D0C9682A-3703-B5BD-5E51-30F3089283F3}"/>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62"/>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8" name="文本框 487">
                <a:extLst>
                  <a:ext uri="{FF2B5EF4-FFF2-40B4-BE49-F238E27FC236}">
                    <a16:creationId xmlns:a16="http://schemas.microsoft.com/office/drawing/2014/main" id="{1B5C42B8-AC82-B3E2-24C1-BCFD3034F2F0}"/>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488" name="文本框 487">
                <a:extLst>
                  <a:ext uri="{FF2B5EF4-FFF2-40B4-BE49-F238E27FC236}">
                    <a16:creationId xmlns:a16="http://schemas.microsoft.com/office/drawing/2014/main" id="{1B5C42B8-AC82-B3E2-24C1-BCFD3034F2F0}"/>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63"/>
                <a:stretch>
                  <a:fillRect r="-1053"/>
                </a:stretch>
              </a:blipFill>
            </p:spPr>
            <p:txBody>
              <a:bodyPr/>
              <a:lstStyle/>
              <a:p>
                <a:r>
                  <a:rPr lang="zh-CN" altLang="en-US">
                    <a:noFill/>
                  </a:rPr>
                  <a:t> </a:t>
                </a:r>
              </a:p>
            </p:txBody>
          </p:sp>
        </mc:Fallback>
      </mc:AlternateContent>
      <p:sp>
        <p:nvSpPr>
          <p:cNvPr id="489" name="Line 27">
            <a:extLst>
              <a:ext uri="{FF2B5EF4-FFF2-40B4-BE49-F238E27FC236}">
                <a16:creationId xmlns:a16="http://schemas.microsoft.com/office/drawing/2014/main" id="{8A6F153B-8720-9E37-966B-2272CE63B851}"/>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0" name="等腰三角形 489">
            <a:extLst>
              <a:ext uri="{FF2B5EF4-FFF2-40B4-BE49-F238E27FC236}">
                <a16:creationId xmlns:a16="http://schemas.microsoft.com/office/drawing/2014/main" id="{56C46F99-DD6D-2EB2-9DD8-7EFBFA7C8D8D}"/>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491" name="椭圆 490">
            <a:extLst>
              <a:ext uri="{FF2B5EF4-FFF2-40B4-BE49-F238E27FC236}">
                <a16:creationId xmlns:a16="http://schemas.microsoft.com/office/drawing/2014/main" id="{436E75A9-AE32-B144-FBF7-9CAE6BB3D75D}"/>
              </a:ext>
            </a:extLst>
          </p:cNvPr>
          <p:cNvSpPr/>
          <p:nvPr/>
        </p:nvSpPr>
        <p:spPr>
          <a:xfrm>
            <a:off x="6116778" y="391998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2" name="Line 27">
            <a:extLst>
              <a:ext uri="{FF2B5EF4-FFF2-40B4-BE49-F238E27FC236}">
                <a16:creationId xmlns:a16="http://schemas.microsoft.com/office/drawing/2014/main" id="{825B543C-D452-EA94-6226-2B1DE9DEFF22}"/>
              </a:ext>
            </a:extLst>
          </p:cNvPr>
          <p:cNvSpPr>
            <a:spLocks noChangeShapeType="1"/>
          </p:cNvSpPr>
          <p:nvPr/>
        </p:nvSpPr>
        <p:spPr bwMode="auto">
          <a:xfrm>
            <a:off x="7813966" y="5236181"/>
            <a:ext cx="98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3" name="Line 27">
            <a:extLst>
              <a:ext uri="{FF2B5EF4-FFF2-40B4-BE49-F238E27FC236}">
                <a16:creationId xmlns:a16="http://schemas.microsoft.com/office/drawing/2014/main" id="{778FA5A5-1109-6C3A-9984-E3F7C17E2B87}"/>
              </a:ext>
            </a:extLst>
          </p:cNvPr>
          <p:cNvSpPr>
            <a:spLocks noChangeShapeType="1"/>
          </p:cNvSpPr>
          <p:nvPr/>
        </p:nvSpPr>
        <p:spPr bwMode="auto">
          <a:xfrm>
            <a:off x="7807989" y="5548070"/>
            <a:ext cx="19589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7" name="Line 27">
            <a:extLst>
              <a:ext uri="{FF2B5EF4-FFF2-40B4-BE49-F238E27FC236}">
                <a16:creationId xmlns:a16="http://schemas.microsoft.com/office/drawing/2014/main" id="{5C7125AD-5000-0C5C-F79C-98CAFC00AD6C}"/>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8" name="椭圆 497">
            <a:extLst>
              <a:ext uri="{FF2B5EF4-FFF2-40B4-BE49-F238E27FC236}">
                <a16:creationId xmlns:a16="http://schemas.microsoft.com/office/drawing/2014/main" id="{87703512-AEC5-C9CD-5427-DA01C7D4EF63}"/>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9" name="椭圆 498">
            <a:extLst>
              <a:ext uri="{FF2B5EF4-FFF2-40B4-BE49-F238E27FC236}">
                <a16:creationId xmlns:a16="http://schemas.microsoft.com/office/drawing/2014/main" id="{B7FC4FDE-7255-9B63-D01D-4D4F65FA6B65}"/>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0" name="椭圆 499">
            <a:extLst>
              <a:ext uri="{FF2B5EF4-FFF2-40B4-BE49-F238E27FC236}">
                <a16:creationId xmlns:a16="http://schemas.microsoft.com/office/drawing/2014/main" id="{DA31879C-81C1-7E8A-F8B7-B0548A5E6AFE}"/>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1" name="文本框 500">
            <a:extLst>
              <a:ext uri="{FF2B5EF4-FFF2-40B4-BE49-F238E27FC236}">
                <a16:creationId xmlns:a16="http://schemas.microsoft.com/office/drawing/2014/main" id="{A0BB38F7-B5AE-4F95-40A5-5EB15A3A367F}"/>
              </a:ext>
            </a:extLst>
          </p:cNvPr>
          <p:cNvSpPr txBox="1"/>
          <p:nvPr/>
        </p:nvSpPr>
        <p:spPr>
          <a:xfrm>
            <a:off x="6467413" y="451375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03" name="Line 27">
            <a:extLst>
              <a:ext uri="{FF2B5EF4-FFF2-40B4-BE49-F238E27FC236}">
                <a16:creationId xmlns:a16="http://schemas.microsoft.com/office/drawing/2014/main" id="{5761DC1B-32B3-5DB0-26C7-31D60755DF6D}"/>
              </a:ext>
            </a:extLst>
          </p:cNvPr>
          <p:cNvSpPr>
            <a:spLocks noChangeShapeType="1"/>
          </p:cNvSpPr>
          <p:nvPr/>
        </p:nvSpPr>
        <p:spPr bwMode="auto">
          <a:xfrm>
            <a:off x="6897292" y="5392030"/>
            <a:ext cx="4938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4" name="椭圆 503">
            <a:extLst>
              <a:ext uri="{FF2B5EF4-FFF2-40B4-BE49-F238E27FC236}">
                <a16:creationId xmlns:a16="http://schemas.microsoft.com/office/drawing/2014/main" id="{D085A8C1-960F-D158-F71D-557A1C04D013}"/>
              </a:ext>
            </a:extLst>
          </p:cNvPr>
          <p:cNvSpPr/>
          <p:nvPr/>
        </p:nvSpPr>
        <p:spPr>
          <a:xfrm>
            <a:off x="7251318"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5" name="流程图: 延期 504">
            <a:extLst>
              <a:ext uri="{FF2B5EF4-FFF2-40B4-BE49-F238E27FC236}">
                <a16:creationId xmlns:a16="http://schemas.microsoft.com/office/drawing/2014/main" id="{0F3D6CD4-7997-CF6B-5E5B-110ACF5DAEDA}"/>
              </a:ext>
            </a:extLst>
          </p:cNvPr>
          <p:cNvSpPr/>
          <p:nvPr/>
        </p:nvSpPr>
        <p:spPr>
          <a:xfrm flipH="1">
            <a:off x="7380918"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506" name="Line 27">
            <a:extLst>
              <a:ext uri="{FF2B5EF4-FFF2-40B4-BE49-F238E27FC236}">
                <a16:creationId xmlns:a16="http://schemas.microsoft.com/office/drawing/2014/main" id="{32574CD2-8F9C-5586-C36D-F8679DF947CB}"/>
              </a:ext>
            </a:extLst>
          </p:cNvPr>
          <p:cNvSpPr>
            <a:spLocks noChangeShapeType="1"/>
          </p:cNvSpPr>
          <p:nvPr/>
        </p:nvSpPr>
        <p:spPr bwMode="auto">
          <a:xfrm rot="5400000">
            <a:off x="5013066" y="4722054"/>
            <a:ext cx="23047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椭圆 114">
            <a:extLst>
              <a:ext uri="{FF2B5EF4-FFF2-40B4-BE49-F238E27FC236}">
                <a16:creationId xmlns:a16="http://schemas.microsoft.com/office/drawing/2014/main" id="{0A1FB920-6CA6-B494-C408-610A35E8005D}"/>
              </a:ext>
            </a:extLst>
          </p:cNvPr>
          <p:cNvSpPr/>
          <p:nvPr/>
        </p:nvSpPr>
        <p:spPr>
          <a:xfrm>
            <a:off x="1485473" y="53452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18" name="Line 27">
            <a:extLst>
              <a:ext uri="{FF2B5EF4-FFF2-40B4-BE49-F238E27FC236}">
                <a16:creationId xmlns:a16="http://schemas.microsoft.com/office/drawing/2014/main" id="{39467831-B754-1921-91ED-24BCE95ADC09}"/>
              </a:ext>
            </a:extLst>
          </p:cNvPr>
          <p:cNvSpPr>
            <a:spLocks noChangeShapeType="1"/>
          </p:cNvSpPr>
          <p:nvPr/>
        </p:nvSpPr>
        <p:spPr bwMode="auto">
          <a:xfrm>
            <a:off x="1529280" y="5871920"/>
            <a:ext cx="46392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等腰三角形 112">
            <a:extLst>
              <a:ext uri="{FF2B5EF4-FFF2-40B4-BE49-F238E27FC236}">
                <a16:creationId xmlns:a16="http://schemas.microsoft.com/office/drawing/2014/main" id="{7EC0AFD5-C881-4547-1CDB-3526033ED62B}"/>
              </a:ext>
            </a:extLst>
          </p:cNvPr>
          <p:cNvSpPr/>
          <p:nvPr/>
        </p:nvSpPr>
        <p:spPr>
          <a:xfrm rot="5400000" flipH="1">
            <a:off x="2852771" y="5656904"/>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7ED05119-D817-1DCD-C732-40AAE0532943}"/>
              </a:ext>
            </a:extLst>
          </p:cNvPr>
          <p:cNvSpPr/>
          <p:nvPr/>
        </p:nvSpPr>
        <p:spPr>
          <a:xfrm flipH="1" flipV="1">
            <a:off x="3308895" y="5810738"/>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0" name="Line 27">
            <a:extLst>
              <a:ext uri="{FF2B5EF4-FFF2-40B4-BE49-F238E27FC236}">
                <a16:creationId xmlns:a16="http://schemas.microsoft.com/office/drawing/2014/main" id="{A3199201-8A8C-A757-A149-52B862E8FF01}"/>
              </a:ext>
            </a:extLst>
          </p:cNvPr>
          <p:cNvSpPr>
            <a:spLocks noChangeShapeType="1"/>
          </p:cNvSpPr>
          <p:nvPr/>
        </p:nvSpPr>
        <p:spPr bwMode="auto">
          <a:xfrm rot="5400000">
            <a:off x="6139484" y="5112463"/>
            <a:ext cx="15241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椭圆 120">
            <a:extLst>
              <a:ext uri="{FF2B5EF4-FFF2-40B4-BE49-F238E27FC236}">
                <a16:creationId xmlns:a16="http://schemas.microsoft.com/office/drawing/2014/main" id="{222DCB22-F7E3-5917-D070-943E6BFDB163}"/>
              </a:ext>
            </a:extLst>
          </p:cNvPr>
          <p:cNvSpPr/>
          <p:nvPr/>
        </p:nvSpPr>
        <p:spPr>
          <a:xfrm>
            <a:off x="6854400" y="534536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2" name="Line 27">
            <a:extLst>
              <a:ext uri="{FF2B5EF4-FFF2-40B4-BE49-F238E27FC236}">
                <a16:creationId xmlns:a16="http://schemas.microsoft.com/office/drawing/2014/main" id="{C9D9C450-0CF1-498E-FABB-16259126B9F3}"/>
              </a:ext>
            </a:extLst>
          </p:cNvPr>
          <p:cNvSpPr>
            <a:spLocks noChangeShapeType="1"/>
          </p:cNvSpPr>
          <p:nvPr/>
        </p:nvSpPr>
        <p:spPr bwMode="auto">
          <a:xfrm>
            <a:off x="6898208" y="5872054"/>
            <a:ext cx="41317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4" name="等腰三角形 123">
            <a:extLst>
              <a:ext uri="{FF2B5EF4-FFF2-40B4-BE49-F238E27FC236}">
                <a16:creationId xmlns:a16="http://schemas.microsoft.com/office/drawing/2014/main" id="{004DA31F-2946-E7B0-63D3-B8673C9179F0}"/>
              </a:ext>
            </a:extLst>
          </p:cNvPr>
          <p:cNvSpPr/>
          <p:nvPr/>
        </p:nvSpPr>
        <p:spPr>
          <a:xfrm rot="5400000" flipH="1">
            <a:off x="10185328" y="5657038"/>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E497B1D5-4BF9-B8E1-21C4-1008593C6ABB}"/>
              </a:ext>
            </a:extLst>
          </p:cNvPr>
          <p:cNvSpPr/>
          <p:nvPr/>
        </p:nvSpPr>
        <p:spPr>
          <a:xfrm flipH="1" flipV="1">
            <a:off x="10641452" y="5810872"/>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7" name="Line 27">
            <a:extLst>
              <a:ext uri="{FF2B5EF4-FFF2-40B4-BE49-F238E27FC236}">
                <a16:creationId xmlns:a16="http://schemas.microsoft.com/office/drawing/2014/main" id="{67F40A20-78A7-1164-B7ED-17702C5CF1E4}"/>
              </a:ext>
            </a:extLst>
          </p:cNvPr>
          <p:cNvSpPr>
            <a:spLocks noChangeShapeType="1"/>
          </p:cNvSpPr>
          <p:nvPr/>
        </p:nvSpPr>
        <p:spPr bwMode="auto">
          <a:xfrm>
            <a:off x="6898207" y="4350372"/>
            <a:ext cx="476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4" name="椭圆 483">
            <a:extLst>
              <a:ext uri="{FF2B5EF4-FFF2-40B4-BE49-F238E27FC236}">
                <a16:creationId xmlns:a16="http://schemas.microsoft.com/office/drawing/2014/main" id="{0E067DA0-8397-A530-1DA1-0505AC0ADE8B}"/>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5" name="Line 27">
            <a:extLst>
              <a:ext uri="{FF2B5EF4-FFF2-40B4-BE49-F238E27FC236}">
                <a16:creationId xmlns:a16="http://schemas.microsoft.com/office/drawing/2014/main" id="{ADFFCEB6-B812-EB79-A3B5-1C029FD0B449}"/>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28F5AA5B-090F-174E-C360-9D8A08D0D1D9}"/>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7" name="Line 27">
            <a:extLst>
              <a:ext uri="{FF2B5EF4-FFF2-40B4-BE49-F238E27FC236}">
                <a16:creationId xmlns:a16="http://schemas.microsoft.com/office/drawing/2014/main" id="{30CC2E4B-039F-7E17-7829-569A1AD181E9}"/>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63A75250-DE17-1029-11E5-1E47B6567750}"/>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138" name="文本框 137">
                <a:extLst>
                  <a:ext uri="{FF2B5EF4-FFF2-40B4-BE49-F238E27FC236}">
                    <a16:creationId xmlns:a16="http://schemas.microsoft.com/office/drawing/2014/main" id="{63A75250-DE17-1029-11E5-1E47B6567750}"/>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64"/>
                <a:stretch>
                  <a:fillRect r="-2128"/>
                </a:stretch>
              </a:blipFill>
            </p:spPr>
            <p:txBody>
              <a:bodyPr/>
              <a:lstStyle/>
              <a:p>
                <a:r>
                  <a:rPr lang="zh-CN" altLang="en-US">
                    <a:noFill/>
                  </a:rPr>
                  <a:t> </a:t>
                </a:r>
              </a:p>
            </p:txBody>
          </p:sp>
        </mc:Fallback>
      </mc:AlternateContent>
      <p:sp>
        <p:nvSpPr>
          <p:cNvPr id="139" name="椭圆 138">
            <a:extLst>
              <a:ext uri="{FF2B5EF4-FFF2-40B4-BE49-F238E27FC236}">
                <a16:creationId xmlns:a16="http://schemas.microsoft.com/office/drawing/2014/main" id="{0971FED3-5311-0304-30E7-D372620AB485}"/>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 name="矩形 8">
            <a:extLst>
              <a:ext uri="{FF2B5EF4-FFF2-40B4-BE49-F238E27FC236}">
                <a16:creationId xmlns:a16="http://schemas.microsoft.com/office/drawing/2014/main" id="{2C8A693D-5683-1844-7C58-11BB9349EB60}"/>
              </a:ext>
            </a:extLst>
          </p:cNvPr>
          <p:cNvSpPr/>
          <p:nvPr/>
        </p:nvSpPr>
        <p:spPr>
          <a:xfrm>
            <a:off x="7138800" y="5040000"/>
            <a:ext cx="898942" cy="697117"/>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D4409D47-8C79-A59B-3213-E329F7956721}"/>
              </a:ext>
            </a:extLst>
          </p:cNvPr>
          <p:cNvSpPr txBox="1"/>
          <p:nvPr/>
        </p:nvSpPr>
        <p:spPr>
          <a:xfrm>
            <a:off x="5670788" y="5976000"/>
            <a:ext cx="3874598" cy="707886"/>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该电路使得芯片 </a:t>
            </a:r>
            <a:r>
              <a:rPr lang="en-US" altLang="zh-CN" sz="2000" dirty="0">
                <a:solidFill>
                  <a:srgbClr val="FF0000"/>
                </a:solidFill>
                <a:latin typeface="微软雅黑" panose="020B0503020204020204" pitchFamily="34" charset="-122"/>
                <a:ea typeface="微软雅黑" panose="020B0503020204020204" pitchFamily="34" charset="-122"/>
              </a:rPr>
              <a:t>(1) </a:t>
            </a:r>
            <a:r>
              <a:rPr lang="zh-CN" altLang="en-US" sz="2000" dirty="0">
                <a:solidFill>
                  <a:srgbClr val="FF0000"/>
                </a:solidFill>
                <a:latin typeface="微软雅黑" panose="020B0503020204020204" pitchFamily="34" charset="-122"/>
                <a:ea typeface="微软雅黑" panose="020B0503020204020204" pitchFamily="34" charset="-122"/>
              </a:rPr>
              <a:t>的状态 </a:t>
            </a:r>
            <a:r>
              <a:rPr lang="en-US" altLang="zh-CN" sz="2000" dirty="0">
                <a:solidFill>
                  <a:srgbClr val="FF0000"/>
                </a:solidFill>
                <a:latin typeface="微软雅黑" panose="020B0503020204020204" pitchFamily="34" charset="-122"/>
                <a:ea typeface="微软雅黑" panose="020B0503020204020204" pitchFamily="34" charset="-122"/>
              </a:rPr>
              <a:t>0101 </a:t>
            </a:r>
            <a:r>
              <a:rPr lang="zh-CN" altLang="en-US" sz="2000" dirty="0">
                <a:solidFill>
                  <a:srgbClr val="FF0000"/>
                </a:solidFill>
                <a:latin typeface="微软雅黑" panose="020B0503020204020204" pitchFamily="34" charset="-122"/>
                <a:ea typeface="微软雅黑" panose="020B0503020204020204" pitchFamily="34" charset="-122"/>
              </a:rPr>
              <a:t>只能保持一个时钟周期，需修改</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ABC498A-8AE7-C1DD-0EE9-E8C281720C92}"/>
                  </a:ext>
                </a:extLst>
              </p:cNvPr>
              <p:cNvSpPr txBox="1"/>
              <p:nvPr/>
            </p:nvSpPr>
            <p:spPr>
              <a:xfrm>
                <a:off x="5400000" y="543600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b="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i="1">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2" name="文本框 1">
                <a:extLst>
                  <a:ext uri="{FF2B5EF4-FFF2-40B4-BE49-F238E27FC236}">
                    <a16:creationId xmlns:a16="http://schemas.microsoft.com/office/drawing/2014/main" id="{EABC498A-8AE7-C1DD-0EE9-E8C281720C92}"/>
                  </a:ext>
                </a:extLst>
              </p:cNvPr>
              <p:cNvSpPr txBox="1">
                <a:spLocks noRot="1" noChangeAspect="1" noMove="1" noResize="1" noEditPoints="1" noAdjustHandles="1" noChangeArrowheads="1" noChangeShapeType="1" noTextEdit="1"/>
              </p:cNvSpPr>
              <p:nvPr/>
            </p:nvSpPr>
            <p:spPr>
              <a:xfrm>
                <a:off x="5400000" y="5436000"/>
                <a:ext cx="577471" cy="430887"/>
              </a:xfrm>
              <a:prstGeom prst="rect">
                <a:avLst/>
              </a:prstGeom>
              <a:blipFill>
                <a:blip r:embed="rId6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A70FD3F-81CA-21E5-4787-270B3C350BE4}"/>
                  </a:ext>
                </a:extLst>
              </p:cNvPr>
              <p:cNvSpPr txBox="1"/>
              <p:nvPr/>
            </p:nvSpPr>
            <p:spPr>
              <a:xfrm>
                <a:off x="10944000" y="565483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b="0" i="1" smtClean="0">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3" name="文本框 2">
                <a:extLst>
                  <a:ext uri="{FF2B5EF4-FFF2-40B4-BE49-F238E27FC236}">
                    <a16:creationId xmlns:a16="http://schemas.microsoft.com/office/drawing/2014/main" id="{DA70FD3F-81CA-21E5-4787-270B3C350BE4}"/>
                  </a:ext>
                </a:extLst>
              </p:cNvPr>
              <p:cNvSpPr txBox="1">
                <a:spLocks noRot="1" noChangeAspect="1" noMove="1" noResize="1" noEditPoints="1" noAdjustHandles="1" noChangeArrowheads="1" noChangeShapeType="1" noTextEdit="1"/>
              </p:cNvSpPr>
              <p:nvPr/>
            </p:nvSpPr>
            <p:spPr>
              <a:xfrm>
                <a:off x="10944000" y="5654830"/>
                <a:ext cx="577471" cy="430887"/>
              </a:xfrm>
              <a:prstGeom prst="rect">
                <a:avLst/>
              </a:prstGeom>
              <a:blipFill>
                <a:blip r:embed="rId6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228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randombar(horizontal)">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D3D9-8857-00BB-5305-F46B5501B6C5}"/>
            </a:ext>
          </a:extLst>
        </p:cNvPr>
        <p:cNvGrpSpPr/>
        <p:nvPr/>
      </p:nvGrpSpPr>
      <p:grpSpPr>
        <a:xfrm>
          <a:off x="0" y="0"/>
          <a:ext cx="0" cy="0"/>
          <a:chOff x="0" y="0"/>
          <a:chExt cx="0" cy="0"/>
        </a:xfrm>
      </p:grpSpPr>
      <p:grpSp>
        <p:nvGrpSpPr>
          <p:cNvPr id="151" name="组合 150">
            <a:extLst>
              <a:ext uri="{FF2B5EF4-FFF2-40B4-BE49-F238E27FC236}">
                <a16:creationId xmlns:a16="http://schemas.microsoft.com/office/drawing/2014/main" id="{D206FA31-5585-D375-962E-5A63E5859400}"/>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2842B680-A5C9-AF41-A9D4-7F58AC69892E}"/>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115567DB-0E4E-0255-0980-21BE08FD998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865ECBFD-682B-C0DF-E2C5-E2D699310CB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51E92F32-54CE-A8B4-0847-38FAF0CEB11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24</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5E52EBDB-2922-22E9-AB66-7BC150E448C5}"/>
              </a:ext>
            </a:extLst>
          </p:cNvPr>
          <p:cNvPicPr>
            <a:picLocks noChangeAspect="1"/>
          </p:cNvPicPr>
          <p:nvPr/>
        </p:nvPicPr>
        <p:blipFill>
          <a:blip r:embed="rId3"/>
          <a:stretch>
            <a:fillRect/>
          </a:stretch>
        </p:blipFill>
        <p:spPr>
          <a:xfrm>
            <a:off x="8333508" y="638213"/>
            <a:ext cx="3777113" cy="205434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5712F50-39E7-82CC-2452-4C2D71EED5E8}"/>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2928792F-3558-FCB8-E6C5-D93C4ED368D3}"/>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5"/>
                <a:stretch>
                  <a:fillRect t="-2235" b="-1229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EE91162-9C86-0956-8EC3-A4A6AA9D30F0}"/>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sp>
        <p:nvSpPr>
          <p:cNvPr id="7" name="标题 1">
            <a:extLst>
              <a:ext uri="{FF2B5EF4-FFF2-40B4-BE49-F238E27FC236}">
                <a16:creationId xmlns:a16="http://schemas.microsoft.com/office/drawing/2014/main" id="{21190C37-FECA-0919-7912-07C623091AF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99" name="文本框 98">
            <a:extLst>
              <a:ext uri="{FF2B5EF4-FFF2-40B4-BE49-F238E27FC236}">
                <a16:creationId xmlns:a16="http://schemas.microsoft.com/office/drawing/2014/main" id="{E6173FBF-83E7-1BA7-CAD0-09937F4C9D90}"/>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同步置数</a:t>
            </a:r>
          </a:p>
        </p:txBody>
      </p:sp>
      <p:sp>
        <p:nvSpPr>
          <p:cNvPr id="8" name="Line 27">
            <a:extLst>
              <a:ext uri="{FF2B5EF4-FFF2-40B4-BE49-F238E27FC236}">
                <a16:creationId xmlns:a16="http://schemas.microsoft.com/office/drawing/2014/main" id="{D04FB7DC-C929-7CE0-7822-F97B5C3381B7}"/>
              </a:ext>
            </a:extLst>
          </p:cNvPr>
          <p:cNvSpPr>
            <a:spLocks noChangeShapeType="1"/>
          </p:cNvSpPr>
          <p:nvPr/>
        </p:nvSpPr>
        <p:spPr bwMode="auto">
          <a:xfrm flipH="1">
            <a:off x="4640221"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 name="Line 27">
            <a:extLst>
              <a:ext uri="{FF2B5EF4-FFF2-40B4-BE49-F238E27FC236}">
                <a16:creationId xmlns:a16="http://schemas.microsoft.com/office/drawing/2014/main" id="{F8E2A8E3-9E76-63EA-D84C-826CDE3C1CC8}"/>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 name="Line 27">
            <a:extLst>
              <a:ext uri="{FF2B5EF4-FFF2-40B4-BE49-F238E27FC236}">
                <a16:creationId xmlns:a16="http://schemas.microsoft.com/office/drawing/2014/main" id="{307E1C87-1DE0-5E87-5B1E-A8E680A1B2E1}"/>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12" name="直接连接符 11">
            <a:extLst>
              <a:ext uri="{FF2B5EF4-FFF2-40B4-BE49-F238E27FC236}">
                <a16:creationId xmlns:a16="http://schemas.microsoft.com/office/drawing/2014/main" id="{5BE662D8-5848-F5C7-1F33-3126DF35CB47}"/>
              </a:ext>
            </a:extLst>
          </p:cNvPr>
          <p:cNvCxnSpPr>
            <a:cxnSpLocks/>
            <a:endCxn id="21" idx="0"/>
          </p:cNvCxnSpPr>
          <p:nvPr/>
        </p:nvCxnSpPr>
        <p:spPr>
          <a:xfrm>
            <a:off x="2936270"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09627190-0C3A-DCE4-6A66-30C9F7270EF9}"/>
              </a:ext>
            </a:extLst>
          </p:cNvPr>
          <p:cNvCxnSpPr>
            <a:cxnSpLocks/>
          </p:cNvCxnSpPr>
          <p:nvPr/>
        </p:nvCxnSpPr>
        <p:spPr>
          <a:xfrm>
            <a:off x="3423885" y="3066430"/>
            <a:ext cx="0" cy="2169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0B6932C-534D-74DB-225F-29F60D0ABC87}"/>
              </a:ext>
            </a:extLst>
          </p:cNvPr>
          <p:cNvCxnSpPr>
            <a:cxnSpLocks/>
          </p:cNvCxnSpPr>
          <p:nvPr/>
        </p:nvCxnSpPr>
        <p:spPr>
          <a:xfrm>
            <a:off x="3909885" y="3066430"/>
            <a:ext cx="0" cy="16033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4E2D285-13F3-F4D5-D5C4-78E8C1555CFC}"/>
              </a:ext>
            </a:extLst>
          </p:cNvPr>
          <p:cNvCxnSpPr>
            <a:cxnSpLocks/>
          </p:cNvCxnSpPr>
          <p:nvPr/>
        </p:nvCxnSpPr>
        <p:spPr>
          <a:xfrm>
            <a:off x="4395885" y="3066430"/>
            <a:ext cx="0" cy="24811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8521D25-6BC3-452B-830C-71E691839218}"/>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C1AEBC0-E2CA-17D3-2200-8DAE989E4521}"/>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7" name="文本框 16">
                <a:extLst>
                  <a:ext uri="{FF2B5EF4-FFF2-40B4-BE49-F238E27FC236}">
                    <a16:creationId xmlns:a16="http://schemas.microsoft.com/office/drawing/2014/main" id="{BC1AEBC0-E2CA-17D3-2200-8DAE989E4521}"/>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3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55DF2E1-3699-A4C0-B1CD-9349255BC837}"/>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8" name="文本框 17">
                <a:extLst>
                  <a:ext uri="{FF2B5EF4-FFF2-40B4-BE49-F238E27FC236}">
                    <a16:creationId xmlns:a16="http://schemas.microsoft.com/office/drawing/2014/main" id="{755DF2E1-3699-A4C0-B1CD-9349255BC837}"/>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37"/>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CC312E3-628B-50D5-0A67-378A15CB4703}"/>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9" name="文本框 18">
                <a:extLst>
                  <a:ext uri="{FF2B5EF4-FFF2-40B4-BE49-F238E27FC236}">
                    <a16:creationId xmlns:a16="http://schemas.microsoft.com/office/drawing/2014/main" id="{0CC312E3-628B-50D5-0A67-378A15CB4703}"/>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38"/>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1816116-588E-E594-6E78-0F9D788134E3}"/>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0" name="文本框 19">
                <a:extLst>
                  <a:ext uri="{FF2B5EF4-FFF2-40B4-BE49-F238E27FC236}">
                    <a16:creationId xmlns:a16="http://schemas.microsoft.com/office/drawing/2014/main" id="{21816116-588E-E594-6E78-0F9D788134E3}"/>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3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9E370F4-0E1C-CB87-50E3-1FB7F0B9954E}"/>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21" name="文本框 20">
                <a:extLst>
                  <a:ext uri="{FF2B5EF4-FFF2-40B4-BE49-F238E27FC236}">
                    <a16:creationId xmlns:a16="http://schemas.microsoft.com/office/drawing/2014/main" id="{89E370F4-0E1C-CB87-50E3-1FB7F0B9954E}"/>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4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BB1D821-FB27-579B-0F87-D36C7C311F75}"/>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22" name="文本框 21">
                <a:extLst>
                  <a:ext uri="{FF2B5EF4-FFF2-40B4-BE49-F238E27FC236}">
                    <a16:creationId xmlns:a16="http://schemas.microsoft.com/office/drawing/2014/main" id="{0BB1D821-FB27-579B-0F87-D36C7C311F75}"/>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41"/>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78F209F7-ABAF-0CBE-DC14-83138687139F}"/>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23" name="文本框 22">
                <a:extLst>
                  <a:ext uri="{FF2B5EF4-FFF2-40B4-BE49-F238E27FC236}">
                    <a16:creationId xmlns:a16="http://schemas.microsoft.com/office/drawing/2014/main" id="{78F209F7-ABAF-0CBE-DC14-83138687139F}"/>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42"/>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6751635-C782-43D9-1D30-5CE757B00A90}"/>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24" name="文本框 23">
                <a:extLst>
                  <a:ext uri="{FF2B5EF4-FFF2-40B4-BE49-F238E27FC236}">
                    <a16:creationId xmlns:a16="http://schemas.microsoft.com/office/drawing/2014/main" id="{66751635-C782-43D9-1D30-5CE757B00A90}"/>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4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B1F701A7-E698-73DC-1B69-6B7F3547D4EB}"/>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25" name="文本框 24">
                <a:extLst>
                  <a:ext uri="{FF2B5EF4-FFF2-40B4-BE49-F238E27FC236}">
                    <a16:creationId xmlns:a16="http://schemas.microsoft.com/office/drawing/2014/main" id="{B1F701A7-E698-73DC-1B69-6B7F3547D4EB}"/>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4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54A01AB-8DD1-5607-1E92-827ED39A607C}"/>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26" name="文本框 25">
                <a:extLst>
                  <a:ext uri="{FF2B5EF4-FFF2-40B4-BE49-F238E27FC236}">
                    <a16:creationId xmlns:a16="http://schemas.microsoft.com/office/drawing/2014/main" id="{554A01AB-8DD1-5607-1E92-827ED39A607C}"/>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45"/>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73F4091F-9098-EFA1-0649-49582DD8063D}"/>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27" name="文本框 26">
                <a:extLst>
                  <a:ext uri="{FF2B5EF4-FFF2-40B4-BE49-F238E27FC236}">
                    <a16:creationId xmlns:a16="http://schemas.microsoft.com/office/drawing/2014/main" id="{73F4091F-9098-EFA1-0649-49582DD8063D}"/>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46"/>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2F8B0FD1-BCAF-0D66-0113-984696DF7769}"/>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28" name="文本框 27">
                <a:extLst>
                  <a:ext uri="{FF2B5EF4-FFF2-40B4-BE49-F238E27FC236}">
                    <a16:creationId xmlns:a16="http://schemas.microsoft.com/office/drawing/2014/main" id="{2F8B0FD1-BCAF-0D66-0113-984696DF7769}"/>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47"/>
                <a:stretch>
                  <a:fillRect l="-1053"/>
                </a:stretch>
              </a:blipFill>
            </p:spPr>
            <p:txBody>
              <a:bodyPr/>
              <a:lstStyle/>
              <a:p>
                <a:r>
                  <a:rPr lang="zh-CN" altLang="en-US">
                    <a:noFill/>
                  </a:rPr>
                  <a:t> </a:t>
                </a:r>
              </a:p>
            </p:txBody>
          </p:sp>
        </mc:Fallback>
      </mc:AlternateContent>
      <p:sp>
        <p:nvSpPr>
          <p:cNvPr id="29" name="Line 27">
            <a:extLst>
              <a:ext uri="{FF2B5EF4-FFF2-40B4-BE49-F238E27FC236}">
                <a16:creationId xmlns:a16="http://schemas.microsoft.com/office/drawing/2014/main" id="{63EBA4EA-72D9-807F-CE1E-18F0D0033530}"/>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 name="Line 27">
            <a:extLst>
              <a:ext uri="{FF2B5EF4-FFF2-40B4-BE49-F238E27FC236}">
                <a16:creationId xmlns:a16="http://schemas.microsoft.com/office/drawing/2014/main" id="{BF6C3B19-D675-8CA3-92CC-B60064C8EB88}"/>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1" name="Line 27">
            <a:extLst>
              <a:ext uri="{FF2B5EF4-FFF2-40B4-BE49-F238E27FC236}">
                <a16:creationId xmlns:a16="http://schemas.microsoft.com/office/drawing/2014/main" id="{B394CC5A-2769-03FC-C4A8-FBFE87C99FDE}"/>
              </a:ext>
            </a:extLst>
          </p:cNvPr>
          <p:cNvSpPr>
            <a:spLocks noChangeShapeType="1"/>
          </p:cNvSpPr>
          <p:nvPr/>
        </p:nvSpPr>
        <p:spPr bwMode="auto">
          <a:xfrm>
            <a:off x="1529280" y="4350238"/>
            <a:ext cx="476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 name="椭圆 31">
            <a:extLst>
              <a:ext uri="{FF2B5EF4-FFF2-40B4-BE49-F238E27FC236}">
                <a16:creationId xmlns:a16="http://schemas.microsoft.com/office/drawing/2014/main" id="{E8040C3C-431F-4B1D-340D-B8415B58D076}"/>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3" name="Line 27">
            <a:extLst>
              <a:ext uri="{FF2B5EF4-FFF2-40B4-BE49-F238E27FC236}">
                <a16:creationId xmlns:a16="http://schemas.microsoft.com/office/drawing/2014/main" id="{7A3BDBC9-7F60-1F0B-0F77-3ECEDE5B2537}"/>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椭圆 33">
            <a:extLst>
              <a:ext uri="{FF2B5EF4-FFF2-40B4-BE49-F238E27FC236}">
                <a16:creationId xmlns:a16="http://schemas.microsoft.com/office/drawing/2014/main" id="{C5C7D8FF-97E3-5B7D-3C14-6BA9DFC2E2C9}"/>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FEADF42F-F467-E45F-3179-34755771E768}"/>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35" name="文本框 34">
                <a:extLst>
                  <a:ext uri="{FF2B5EF4-FFF2-40B4-BE49-F238E27FC236}">
                    <a16:creationId xmlns:a16="http://schemas.microsoft.com/office/drawing/2014/main" id="{FEADF42F-F467-E45F-3179-34755771E768}"/>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48"/>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B4F56665-E3FE-A6C2-A17B-F2F17340E43B}"/>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36" name="文本框 35">
                <a:extLst>
                  <a:ext uri="{FF2B5EF4-FFF2-40B4-BE49-F238E27FC236}">
                    <a16:creationId xmlns:a16="http://schemas.microsoft.com/office/drawing/2014/main" id="{B4F56665-E3FE-A6C2-A17B-F2F17340E43B}"/>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49"/>
                <a:stretch>
                  <a:fillRect r="-1053"/>
                </a:stretch>
              </a:blipFill>
            </p:spPr>
            <p:txBody>
              <a:bodyPr/>
              <a:lstStyle/>
              <a:p>
                <a:r>
                  <a:rPr lang="zh-CN" altLang="en-US">
                    <a:noFill/>
                  </a:rPr>
                  <a:t> </a:t>
                </a:r>
              </a:p>
            </p:txBody>
          </p:sp>
        </mc:Fallback>
      </mc:AlternateContent>
      <p:sp>
        <p:nvSpPr>
          <p:cNvPr id="37" name="Line 27">
            <a:extLst>
              <a:ext uri="{FF2B5EF4-FFF2-40B4-BE49-F238E27FC236}">
                <a16:creationId xmlns:a16="http://schemas.microsoft.com/office/drawing/2014/main" id="{DB2568CA-8DEC-2FEC-E996-84CB292ABA17}"/>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等腰三角形 37">
            <a:extLst>
              <a:ext uri="{FF2B5EF4-FFF2-40B4-BE49-F238E27FC236}">
                <a16:creationId xmlns:a16="http://schemas.microsoft.com/office/drawing/2014/main" id="{E709DE2A-1A07-E41A-4323-E1602AF623BE}"/>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39" name="Line 27">
            <a:extLst>
              <a:ext uri="{FF2B5EF4-FFF2-40B4-BE49-F238E27FC236}">
                <a16:creationId xmlns:a16="http://schemas.microsoft.com/office/drawing/2014/main" id="{1B2BDB8A-70F9-5628-1033-A7AE06B89BD2}"/>
              </a:ext>
            </a:extLst>
          </p:cNvPr>
          <p:cNvSpPr>
            <a:spLocks noChangeShapeType="1"/>
          </p:cNvSpPr>
          <p:nvPr/>
        </p:nvSpPr>
        <p:spPr bwMode="auto">
          <a:xfrm rot="5400000">
            <a:off x="1117197" y="4153142"/>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0" name="椭圆 39">
            <a:extLst>
              <a:ext uri="{FF2B5EF4-FFF2-40B4-BE49-F238E27FC236}">
                <a16:creationId xmlns:a16="http://schemas.microsoft.com/office/drawing/2014/main" id="{D5544972-66BF-3C64-5073-CCDB3A266398}"/>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1" name="椭圆 40">
            <a:extLst>
              <a:ext uri="{FF2B5EF4-FFF2-40B4-BE49-F238E27FC236}">
                <a16:creationId xmlns:a16="http://schemas.microsoft.com/office/drawing/2014/main" id="{CC2042D7-C4DB-9853-285E-FB77DA57599A}"/>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2" name="Line 27">
            <a:extLst>
              <a:ext uri="{FF2B5EF4-FFF2-40B4-BE49-F238E27FC236}">
                <a16:creationId xmlns:a16="http://schemas.microsoft.com/office/drawing/2014/main" id="{66C3CB88-B18D-3A8F-1693-8DABECB91520}"/>
              </a:ext>
            </a:extLst>
          </p:cNvPr>
          <p:cNvSpPr>
            <a:spLocks noChangeShapeType="1"/>
          </p:cNvSpPr>
          <p:nvPr/>
        </p:nvSpPr>
        <p:spPr bwMode="auto">
          <a:xfrm>
            <a:off x="2442071" y="5236181"/>
            <a:ext cx="9810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3" name="Line 27">
            <a:extLst>
              <a:ext uri="{FF2B5EF4-FFF2-40B4-BE49-F238E27FC236}">
                <a16:creationId xmlns:a16="http://schemas.microsoft.com/office/drawing/2014/main" id="{FDA79E84-F780-6DB3-6576-1440C97B24C4}"/>
              </a:ext>
            </a:extLst>
          </p:cNvPr>
          <p:cNvSpPr>
            <a:spLocks noChangeShapeType="1"/>
          </p:cNvSpPr>
          <p:nvPr/>
        </p:nvSpPr>
        <p:spPr bwMode="auto">
          <a:xfrm>
            <a:off x="2436094" y="5548070"/>
            <a:ext cx="19589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7B19DC84-8DD9-C470-6120-1D29BA6F3CA8}"/>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椭圆 47">
            <a:extLst>
              <a:ext uri="{FF2B5EF4-FFF2-40B4-BE49-F238E27FC236}">
                <a16:creationId xmlns:a16="http://schemas.microsoft.com/office/drawing/2014/main" id="{B1AB6913-4EBD-3432-1FD9-822B99BF7F3C}"/>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 name="椭圆 48">
            <a:extLst>
              <a:ext uri="{FF2B5EF4-FFF2-40B4-BE49-F238E27FC236}">
                <a16:creationId xmlns:a16="http://schemas.microsoft.com/office/drawing/2014/main" id="{106DDEDC-178B-5363-71FC-39307F7138DE}"/>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 name="椭圆 49">
            <a:extLst>
              <a:ext uri="{FF2B5EF4-FFF2-40B4-BE49-F238E27FC236}">
                <a16:creationId xmlns:a16="http://schemas.microsoft.com/office/drawing/2014/main" id="{2A244503-B222-2B84-7731-330C522679FA}"/>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1" name="文本框 50">
            <a:extLst>
              <a:ext uri="{FF2B5EF4-FFF2-40B4-BE49-F238E27FC236}">
                <a16:creationId xmlns:a16="http://schemas.microsoft.com/office/drawing/2014/main" id="{F0F75F4C-C09F-E62D-D414-2CC98912B5CB}"/>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2" name="Line 27">
            <a:extLst>
              <a:ext uri="{FF2B5EF4-FFF2-40B4-BE49-F238E27FC236}">
                <a16:creationId xmlns:a16="http://schemas.microsoft.com/office/drawing/2014/main" id="{1DD8351A-644A-FCD5-06EF-79CFB1C9B3E5}"/>
              </a:ext>
            </a:extLst>
          </p:cNvPr>
          <p:cNvSpPr>
            <a:spLocks noChangeShapeType="1"/>
          </p:cNvSpPr>
          <p:nvPr/>
        </p:nvSpPr>
        <p:spPr bwMode="auto">
          <a:xfrm rot="5400000">
            <a:off x="770557" y="5112329"/>
            <a:ext cx="15241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3" name="Line 27">
            <a:extLst>
              <a:ext uri="{FF2B5EF4-FFF2-40B4-BE49-F238E27FC236}">
                <a16:creationId xmlns:a16="http://schemas.microsoft.com/office/drawing/2014/main" id="{1C1D77E9-970D-5F77-330A-108C76182836}"/>
              </a:ext>
            </a:extLst>
          </p:cNvPr>
          <p:cNvSpPr>
            <a:spLocks noChangeShapeType="1"/>
          </p:cNvSpPr>
          <p:nvPr/>
        </p:nvSpPr>
        <p:spPr bwMode="auto">
          <a:xfrm>
            <a:off x="1529281" y="5392030"/>
            <a:ext cx="489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椭圆 53">
            <a:extLst>
              <a:ext uri="{FF2B5EF4-FFF2-40B4-BE49-F238E27FC236}">
                <a16:creationId xmlns:a16="http://schemas.microsoft.com/office/drawing/2014/main" id="{B34BE29B-C16F-355F-552E-A5F643F489C3}"/>
              </a:ext>
            </a:extLst>
          </p:cNvPr>
          <p:cNvSpPr/>
          <p:nvPr/>
        </p:nvSpPr>
        <p:spPr>
          <a:xfrm>
            <a:off x="1879423"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5" name="流程图: 延期 54">
            <a:extLst>
              <a:ext uri="{FF2B5EF4-FFF2-40B4-BE49-F238E27FC236}">
                <a16:creationId xmlns:a16="http://schemas.microsoft.com/office/drawing/2014/main" id="{DF3E2906-CE92-D663-5917-706F6FD23E0E}"/>
              </a:ext>
            </a:extLst>
          </p:cNvPr>
          <p:cNvSpPr/>
          <p:nvPr/>
        </p:nvSpPr>
        <p:spPr>
          <a:xfrm flipH="1">
            <a:off x="2009023"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56" name="Line 27">
            <a:extLst>
              <a:ext uri="{FF2B5EF4-FFF2-40B4-BE49-F238E27FC236}">
                <a16:creationId xmlns:a16="http://schemas.microsoft.com/office/drawing/2014/main" id="{18E80268-2112-4EC5-13DF-F5DD73F6680D}"/>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2" name="Line 27">
            <a:extLst>
              <a:ext uri="{FF2B5EF4-FFF2-40B4-BE49-F238E27FC236}">
                <a16:creationId xmlns:a16="http://schemas.microsoft.com/office/drawing/2014/main" id="{DB6190CB-886F-E4C9-D6C5-D99AE7FA84A0}"/>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3" name="Line 27">
            <a:extLst>
              <a:ext uri="{FF2B5EF4-FFF2-40B4-BE49-F238E27FC236}">
                <a16:creationId xmlns:a16="http://schemas.microsoft.com/office/drawing/2014/main" id="{B381F171-7F40-4AD0-B224-1937FAE2FD7F}"/>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464" name="直接连接符 463">
            <a:extLst>
              <a:ext uri="{FF2B5EF4-FFF2-40B4-BE49-F238E27FC236}">
                <a16:creationId xmlns:a16="http://schemas.microsoft.com/office/drawing/2014/main" id="{623FE819-4598-2FF3-2028-EFAF5CD1A766}"/>
              </a:ext>
            </a:extLst>
          </p:cNvPr>
          <p:cNvCxnSpPr>
            <a:cxnSpLocks/>
            <a:endCxn id="473"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直接连接符 464">
            <a:extLst>
              <a:ext uri="{FF2B5EF4-FFF2-40B4-BE49-F238E27FC236}">
                <a16:creationId xmlns:a16="http://schemas.microsoft.com/office/drawing/2014/main" id="{6066BD76-963E-0D3A-57AD-9427129E5FFA}"/>
              </a:ext>
            </a:extLst>
          </p:cNvPr>
          <p:cNvCxnSpPr>
            <a:cxnSpLocks/>
          </p:cNvCxnSpPr>
          <p:nvPr/>
        </p:nvCxnSpPr>
        <p:spPr>
          <a:xfrm>
            <a:off x="8795780" y="3066430"/>
            <a:ext cx="0" cy="216975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6" name="直接连接符 465">
            <a:extLst>
              <a:ext uri="{FF2B5EF4-FFF2-40B4-BE49-F238E27FC236}">
                <a16:creationId xmlns:a16="http://schemas.microsoft.com/office/drawing/2014/main" id="{EFB16F70-28EB-689D-2936-87E58136F65A}"/>
              </a:ext>
            </a:extLst>
          </p:cNvPr>
          <p:cNvCxnSpPr>
            <a:cxnSpLocks/>
            <a:endCxn id="475" idx="0"/>
          </p:cNvCxnSpPr>
          <p:nvPr/>
        </p:nvCxnSpPr>
        <p:spPr>
          <a:xfrm flipH="1">
            <a:off x="9280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直接连接符 466">
            <a:extLst>
              <a:ext uri="{FF2B5EF4-FFF2-40B4-BE49-F238E27FC236}">
                <a16:creationId xmlns:a16="http://schemas.microsoft.com/office/drawing/2014/main" id="{111976F9-1A28-008D-F2A2-5A863B4B8624}"/>
              </a:ext>
            </a:extLst>
          </p:cNvPr>
          <p:cNvCxnSpPr>
            <a:cxnSpLocks/>
          </p:cNvCxnSpPr>
          <p:nvPr/>
        </p:nvCxnSpPr>
        <p:spPr>
          <a:xfrm>
            <a:off x="9767780" y="3066430"/>
            <a:ext cx="0" cy="23256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8" name="矩形 467">
            <a:extLst>
              <a:ext uri="{FF2B5EF4-FFF2-40B4-BE49-F238E27FC236}">
                <a16:creationId xmlns:a16="http://schemas.microsoft.com/office/drawing/2014/main" id="{39756F03-E8E0-3B09-3463-548E30072C6C}"/>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69" name="文本框 468">
                <a:extLst>
                  <a:ext uri="{FF2B5EF4-FFF2-40B4-BE49-F238E27FC236}">
                    <a16:creationId xmlns:a16="http://schemas.microsoft.com/office/drawing/2014/main" id="{2E41AFD9-41A0-046C-73DD-1944DF0F8117}"/>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469" name="文本框 468">
                <a:extLst>
                  <a:ext uri="{FF2B5EF4-FFF2-40B4-BE49-F238E27FC236}">
                    <a16:creationId xmlns:a16="http://schemas.microsoft.com/office/drawing/2014/main" id="{2E41AFD9-41A0-046C-73DD-1944DF0F8117}"/>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5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0" name="文本框 469">
                <a:extLst>
                  <a:ext uri="{FF2B5EF4-FFF2-40B4-BE49-F238E27FC236}">
                    <a16:creationId xmlns:a16="http://schemas.microsoft.com/office/drawing/2014/main" id="{11C791BD-BDE9-83A5-5C23-8273D1470DBD}"/>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470" name="文本框 469">
                <a:extLst>
                  <a:ext uri="{FF2B5EF4-FFF2-40B4-BE49-F238E27FC236}">
                    <a16:creationId xmlns:a16="http://schemas.microsoft.com/office/drawing/2014/main" id="{11C791BD-BDE9-83A5-5C23-8273D1470DBD}"/>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51"/>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1" name="文本框 470">
                <a:extLst>
                  <a:ext uri="{FF2B5EF4-FFF2-40B4-BE49-F238E27FC236}">
                    <a16:creationId xmlns:a16="http://schemas.microsoft.com/office/drawing/2014/main" id="{BB4E4E7E-75F1-9669-572C-C8BAAD8960EA}"/>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471" name="文本框 470">
                <a:extLst>
                  <a:ext uri="{FF2B5EF4-FFF2-40B4-BE49-F238E27FC236}">
                    <a16:creationId xmlns:a16="http://schemas.microsoft.com/office/drawing/2014/main" id="{BB4E4E7E-75F1-9669-572C-C8BAAD8960EA}"/>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52"/>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2" name="文本框 471">
                <a:extLst>
                  <a:ext uri="{FF2B5EF4-FFF2-40B4-BE49-F238E27FC236}">
                    <a16:creationId xmlns:a16="http://schemas.microsoft.com/office/drawing/2014/main" id="{DB45F6EF-1AF5-6307-64FA-B8EDF6FA6F2A}"/>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472" name="文本框 471">
                <a:extLst>
                  <a:ext uri="{FF2B5EF4-FFF2-40B4-BE49-F238E27FC236}">
                    <a16:creationId xmlns:a16="http://schemas.microsoft.com/office/drawing/2014/main" id="{DB45F6EF-1AF5-6307-64FA-B8EDF6FA6F2A}"/>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53"/>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3" name="文本框 472">
                <a:extLst>
                  <a:ext uri="{FF2B5EF4-FFF2-40B4-BE49-F238E27FC236}">
                    <a16:creationId xmlns:a16="http://schemas.microsoft.com/office/drawing/2014/main" id="{BE4B356E-2653-2CDF-ABC7-C0CBE443A061}"/>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473" name="文本框 472">
                <a:extLst>
                  <a:ext uri="{FF2B5EF4-FFF2-40B4-BE49-F238E27FC236}">
                    <a16:creationId xmlns:a16="http://schemas.microsoft.com/office/drawing/2014/main" id="{BE4B356E-2653-2CDF-ABC7-C0CBE443A061}"/>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5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4" name="文本框 473">
                <a:extLst>
                  <a:ext uri="{FF2B5EF4-FFF2-40B4-BE49-F238E27FC236}">
                    <a16:creationId xmlns:a16="http://schemas.microsoft.com/office/drawing/2014/main" id="{EAB463C9-CE13-216A-89B5-A4FE326C6DA8}"/>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474" name="文本框 473">
                <a:extLst>
                  <a:ext uri="{FF2B5EF4-FFF2-40B4-BE49-F238E27FC236}">
                    <a16:creationId xmlns:a16="http://schemas.microsoft.com/office/drawing/2014/main" id="{EAB463C9-CE13-216A-89B5-A4FE326C6DA8}"/>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55"/>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5" name="文本框 474">
                <a:extLst>
                  <a:ext uri="{FF2B5EF4-FFF2-40B4-BE49-F238E27FC236}">
                    <a16:creationId xmlns:a16="http://schemas.microsoft.com/office/drawing/2014/main" id="{C550099E-265A-90A9-DD1E-A0CE95807415}"/>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475" name="文本框 474">
                <a:extLst>
                  <a:ext uri="{FF2B5EF4-FFF2-40B4-BE49-F238E27FC236}">
                    <a16:creationId xmlns:a16="http://schemas.microsoft.com/office/drawing/2014/main" id="{C550099E-265A-90A9-DD1E-A0CE95807415}"/>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56"/>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6" name="文本框 475">
                <a:extLst>
                  <a:ext uri="{FF2B5EF4-FFF2-40B4-BE49-F238E27FC236}">
                    <a16:creationId xmlns:a16="http://schemas.microsoft.com/office/drawing/2014/main" id="{3B703A51-2411-8D58-F86A-2FA2F6F77639}"/>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476" name="文本框 475">
                <a:extLst>
                  <a:ext uri="{FF2B5EF4-FFF2-40B4-BE49-F238E27FC236}">
                    <a16:creationId xmlns:a16="http://schemas.microsoft.com/office/drawing/2014/main" id="{3B703A51-2411-8D58-F86A-2FA2F6F77639}"/>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57"/>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7" name="文本框 476">
                <a:extLst>
                  <a:ext uri="{FF2B5EF4-FFF2-40B4-BE49-F238E27FC236}">
                    <a16:creationId xmlns:a16="http://schemas.microsoft.com/office/drawing/2014/main" id="{CDDCE6D1-86C3-89C9-9390-193D92A46652}"/>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477" name="文本框 476">
                <a:extLst>
                  <a:ext uri="{FF2B5EF4-FFF2-40B4-BE49-F238E27FC236}">
                    <a16:creationId xmlns:a16="http://schemas.microsoft.com/office/drawing/2014/main" id="{CDDCE6D1-86C3-89C9-9390-193D92A46652}"/>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5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文本框 477">
                <a:extLst>
                  <a:ext uri="{FF2B5EF4-FFF2-40B4-BE49-F238E27FC236}">
                    <a16:creationId xmlns:a16="http://schemas.microsoft.com/office/drawing/2014/main" id="{00F50EE5-3B5F-B397-2D58-ED9AF464207D}"/>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478" name="文本框 477">
                <a:extLst>
                  <a:ext uri="{FF2B5EF4-FFF2-40B4-BE49-F238E27FC236}">
                    <a16:creationId xmlns:a16="http://schemas.microsoft.com/office/drawing/2014/main" id="{00F50EE5-3B5F-B397-2D58-ED9AF464207D}"/>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59"/>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9" name="文本框 478">
                <a:extLst>
                  <a:ext uri="{FF2B5EF4-FFF2-40B4-BE49-F238E27FC236}">
                    <a16:creationId xmlns:a16="http://schemas.microsoft.com/office/drawing/2014/main" id="{C7F52763-E97E-5038-7EA3-F3F24C92D65F}"/>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479" name="文本框 478">
                <a:extLst>
                  <a:ext uri="{FF2B5EF4-FFF2-40B4-BE49-F238E27FC236}">
                    <a16:creationId xmlns:a16="http://schemas.microsoft.com/office/drawing/2014/main" id="{C7F52763-E97E-5038-7EA3-F3F24C92D65F}"/>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60"/>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0" name="文本框 479">
                <a:extLst>
                  <a:ext uri="{FF2B5EF4-FFF2-40B4-BE49-F238E27FC236}">
                    <a16:creationId xmlns:a16="http://schemas.microsoft.com/office/drawing/2014/main" id="{E56CF627-2BC2-4BC3-1263-D62602741931}"/>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480" name="文本框 479">
                <a:extLst>
                  <a:ext uri="{FF2B5EF4-FFF2-40B4-BE49-F238E27FC236}">
                    <a16:creationId xmlns:a16="http://schemas.microsoft.com/office/drawing/2014/main" id="{E56CF627-2BC2-4BC3-1263-D62602741931}"/>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61"/>
                <a:stretch>
                  <a:fillRect l="-1053"/>
                </a:stretch>
              </a:blipFill>
            </p:spPr>
            <p:txBody>
              <a:bodyPr/>
              <a:lstStyle/>
              <a:p>
                <a:r>
                  <a:rPr lang="zh-CN" altLang="en-US">
                    <a:noFill/>
                  </a:rPr>
                  <a:t> </a:t>
                </a:r>
              </a:p>
            </p:txBody>
          </p:sp>
        </mc:Fallback>
      </mc:AlternateContent>
      <p:sp>
        <p:nvSpPr>
          <p:cNvPr id="481" name="Line 27">
            <a:extLst>
              <a:ext uri="{FF2B5EF4-FFF2-40B4-BE49-F238E27FC236}">
                <a16:creationId xmlns:a16="http://schemas.microsoft.com/office/drawing/2014/main" id="{1524D812-9123-F864-611B-CB1D6167F135}"/>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2" name="Line 27">
            <a:extLst>
              <a:ext uri="{FF2B5EF4-FFF2-40B4-BE49-F238E27FC236}">
                <a16:creationId xmlns:a16="http://schemas.microsoft.com/office/drawing/2014/main" id="{366A35D2-1878-0E27-F6ED-8136DEBCCF9E}"/>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5" name="Line 27">
            <a:extLst>
              <a:ext uri="{FF2B5EF4-FFF2-40B4-BE49-F238E27FC236}">
                <a16:creationId xmlns:a16="http://schemas.microsoft.com/office/drawing/2014/main" id="{CDBB28F9-B88D-1CBC-0AF6-B2075545B3F3}"/>
              </a:ext>
            </a:extLst>
          </p:cNvPr>
          <p:cNvSpPr>
            <a:spLocks noChangeShapeType="1"/>
          </p:cNvSpPr>
          <p:nvPr/>
        </p:nvSpPr>
        <p:spPr bwMode="auto">
          <a:xfrm>
            <a:off x="6714377" y="4729415"/>
            <a:ext cx="6629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6" name="椭圆 485">
            <a:extLst>
              <a:ext uri="{FF2B5EF4-FFF2-40B4-BE49-F238E27FC236}">
                <a16:creationId xmlns:a16="http://schemas.microsoft.com/office/drawing/2014/main" id="{89D54B28-08E3-AA0A-0FF3-F89E6E0F32C2}"/>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487" name="文本框 486">
                <a:extLst>
                  <a:ext uri="{FF2B5EF4-FFF2-40B4-BE49-F238E27FC236}">
                    <a16:creationId xmlns:a16="http://schemas.microsoft.com/office/drawing/2014/main" id="{A22A5E3A-6780-E2E0-C206-3DF3CE99433C}"/>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487" name="文本框 486">
                <a:extLst>
                  <a:ext uri="{FF2B5EF4-FFF2-40B4-BE49-F238E27FC236}">
                    <a16:creationId xmlns:a16="http://schemas.microsoft.com/office/drawing/2014/main" id="{A22A5E3A-6780-E2E0-C206-3DF3CE99433C}"/>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62"/>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8" name="文本框 487">
                <a:extLst>
                  <a:ext uri="{FF2B5EF4-FFF2-40B4-BE49-F238E27FC236}">
                    <a16:creationId xmlns:a16="http://schemas.microsoft.com/office/drawing/2014/main" id="{D6D43713-BD23-CA82-EF2D-BD6F1452ED10}"/>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488" name="文本框 487">
                <a:extLst>
                  <a:ext uri="{FF2B5EF4-FFF2-40B4-BE49-F238E27FC236}">
                    <a16:creationId xmlns:a16="http://schemas.microsoft.com/office/drawing/2014/main" id="{D6D43713-BD23-CA82-EF2D-BD6F1452ED10}"/>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63"/>
                <a:stretch>
                  <a:fillRect r="-1053"/>
                </a:stretch>
              </a:blipFill>
            </p:spPr>
            <p:txBody>
              <a:bodyPr/>
              <a:lstStyle/>
              <a:p>
                <a:r>
                  <a:rPr lang="zh-CN" altLang="en-US">
                    <a:noFill/>
                  </a:rPr>
                  <a:t> </a:t>
                </a:r>
              </a:p>
            </p:txBody>
          </p:sp>
        </mc:Fallback>
      </mc:AlternateContent>
      <p:sp>
        <p:nvSpPr>
          <p:cNvPr id="489" name="Line 27">
            <a:extLst>
              <a:ext uri="{FF2B5EF4-FFF2-40B4-BE49-F238E27FC236}">
                <a16:creationId xmlns:a16="http://schemas.microsoft.com/office/drawing/2014/main" id="{DD1D1A47-C5EE-30F0-1F03-51676DCADC45}"/>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0" name="等腰三角形 489">
            <a:extLst>
              <a:ext uri="{FF2B5EF4-FFF2-40B4-BE49-F238E27FC236}">
                <a16:creationId xmlns:a16="http://schemas.microsoft.com/office/drawing/2014/main" id="{D32D3E5C-1C3D-7123-6763-B1A15608E297}"/>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491" name="椭圆 490">
            <a:extLst>
              <a:ext uri="{FF2B5EF4-FFF2-40B4-BE49-F238E27FC236}">
                <a16:creationId xmlns:a16="http://schemas.microsoft.com/office/drawing/2014/main" id="{B018C9D3-38AB-C767-A1E3-4638D43F82CD}"/>
              </a:ext>
            </a:extLst>
          </p:cNvPr>
          <p:cNvSpPr/>
          <p:nvPr/>
        </p:nvSpPr>
        <p:spPr>
          <a:xfrm>
            <a:off x="6116778" y="391998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2" name="Line 27">
            <a:extLst>
              <a:ext uri="{FF2B5EF4-FFF2-40B4-BE49-F238E27FC236}">
                <a16:creationId xmlns:a16="http://schemas.microsoft.com/office/drawing/2014/main" id="{974795E4-CDCE-7913-EE11-81C23A6F92A5}"/>
              </a:ext>
            </a:extLst>
          </p:cNvPr>
          <p:cNvSpPr>
            <a:spLocks noChangeShapeType="1"/>
          </p:cNvSpPr>
          <p:nvPr/>
        </p:nvSpPr>
        <p:spPr bwMode="auto">
          <a:xfrm>
            <a:off x="7813966" y="5236181"/>
            <a:ext cx="98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3" name="Line 27">
            <a:extLst>
              <a:ext uri="{FF2B5EF4-FFF2-40B4-BE49-F238E27FC236}">
                <a16:creationId xmlns:a16="http://schemas.microsoft.com/office/drawing/2014/main" id="{E85A4D41-0B49-D96F-A1FC-361938130CE5}"/>
              </a:ext>
            </a:extLst>
          </p:cNvPr>
          <p:cNvSpPr>
            <a:spLocks noChangeShapeType="1"/>
          </p:cNvSpPr>
          <p:nvPr/>
        </p:nvSpPr>
        <p:spPr bwMode="auto">
          <a:xfrm>
            <a:off x="7807989" y="5548070"/>
            <a:ext cx="9877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7" name="Line 27">
            <a:extLst>
              <a:ext uri="{FF2B5EF4-FFF2-40B4-BE49-F238E27FC236}">
                <a16:creationId xmlns:a16="http://schemas.microsoft.com/office/drawing/2014/main" id="{56371952-0B7A-1626-71DC-FB3BCBDD39FA}"/>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98" name="椭圆 497">
            <a:extLst>
              <a:ext uri="{FF2B5EF4-FFF2-40B4-BE49-F238E27FC236}">
                <a16:creationId xmlns:a16="http://schemas.microsoft.com/office/drawing/2014/main" id="{4E3A2167-2B59-4271-8374-8197FF08C6F8}"/>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9" name="椭圆 498">
            <a:extLst>
              <a:ext uri="{FF2B5EF4-FFF2-40B4-BE49-F238E27FC236}">
                <a16:creationId xmlns:a16="http://schemas.microsoft.com/office/drawing/2014/main" id="{54BF4B3A-EFD9-F83D-E101-7AA2E5A6BBB6}"/>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0" name="椭圆 499">
            <a:extLst>
              <a:ext uri="{FF2B5EF4-FFF2-40B4-BE49-F238E27FC236}">
                <a16:creationId xmlns:a16="http://schemas.microsoft.com/office/drawing/2014/main" id="{23EB3C19-9F66-AD7A-C932-DAC9925CFE99}"/>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1" name="文本框 500">
            <a:extLst>
              <a:ext uri="{FF2B5EF4-FFF2-40B4-BE49-F238E27FC236}">
                <a16:creationId xmlns:a16="http://schemas.microsoft.com/office/drawing/2014/main" id="{8CEB1016-D72F-F906-62B1-C82EC5254178}"/>
              </a:ext>
            </a:extLst>
          </p:cNvPr>
          <p:cNvSpPr txBox="1"/>
          <p:nvPr/>
        </p:nvSpPr>
        <p:spPr>
          <a:xfrm>
            <a:off x="6467413" y="451375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03" name="Line 27">
            <a:extLst>
              <a:ext uri="{FF2B5EF4-FFF2-40B4-BE49-F238E27FC236}">
                <a16:creationId xmlns:a16="http://schemas.microsoft.com/office/drawing/2014/main" id="{6CDEECDC-DA83-316F-A35E-C414873C9BFE}"/>
              </a:ext>
            </a:extLst>
          </p:cNvPr>
          <p:cNvSpPr>
            <a:spLocks noChangeShapeType="1"/>
          </p:cNvSpPr>
          <p:nvPr/>
        </p:nvSpPr>
        <p:spPr bwMode="auto">
          <a:xfrm>
            <a:off x="6897292" y="5392030"/>
            <a:ext cx="28704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4" name="椭圆 503">
            <a:extLst>
              <a:ext uri="{FF2B5EF4-FFF2-40B4-BE49-F238E27FC236}">
                <a16:creationId xmlns:a16="http://schemas.microsoft.com/office/drawing/2014/main" id="{D8377093-B068-D622-EC49-6BAA0026AD48}"/>
              </a:ext>
            </a:extLst>
          </p:cNvPr>
          <p:cNvSpPr/>
          <p:nvPr/>
        </p:nvSpPr>
        <p:spPr>
          <a:xfrm>
            <a:off x="7251318" y="5332630"/>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05" name="流程图: 延期 504">
            <a:extLst>
              <a:ext uri="{FF2B5EF4-FFF2-40B4-BE49-F238E27FC236}">
                <a16:creationId xmlns:a16="http://schemas.microsoft.com/office/drawing/2014/main" id="{C7A89FC5-C07F-16D5-4876-9536D757A5F4}"/>
              </a:ext>
            </a:extLst>
          </p:cNvPr>
          <p:cNvSpPr/>
          <p:nvPr/>
        </p:nvSpPr>
        <p:spPr>
          <a:xfrm flipH="1">
            <a:off x="7380918" y="5114830"/>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506" name="Line 27">
            <a:extLst>
              <a:ext uri="{FF2B5EF4-FFF2-40B4-BE49-F238E27FC236}">
                <a16:creationId xmlns:a16="http://schemas.microsoft.com/office/drawing/2014/main" id="{86619FE3-F9F8-07EA-659C-20754248CF76}"/>
              </a:ext>
            </a:extLst>
          </p:cNvPr>
          <p:cNvSpPr>
            <a:spLocks noChangeShapeType="1"/>
          </p:cNvSpPr>
          <p:nvPr/>
        </p:nvSpPr>
        <p:spPr bwMode="auto">
          <a:xfrm rot="5400000">
            <a:off x="5013066" y="4722054"/>
            <a:ext cx="23047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椭圆 114">
            <a:extLst>
              <a:ext uri="{FF2B5EF4-FFF2-40B4-BE49-F238E27FC236}">
                <a16:creationId xmlns:a16="http://schemas.microsoft.com/office/drawing/2014/main" id="{DB220233-F59A-791B-F2DE-735EC14322D8}"/>
              </a:ext>
            </a:extLst>
          </p:cNvPr>
          <p:cNvSpPr/>
          <p:nvPr/>
        </p:nvSpPr>
        <p:spPr>
          <a:xfrm>
            <a:off x="1485473" y="53452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18" name="Line 27">
            <a:extLst>
              <a:ext uri="{FF2B5EF4-FFF2-40B4-BE49-F238E27FC236}">
                <a16:creationId xmlns:a16="http://schemas.microsoft.com/office/drawing/2014/main" id="{5525239B-B533-A2B0-6EFB-74E24356AC9A}"/>
              </a:ext>
            </a:extLst>
          </p:cNvPr>
          <p:cNvSpPr>
            <a:spLocks noChangeShapeType="1"/>
          </p:cNvSpPr>
          <p:nvPr/>
        </p:nvSpPr>
        <p:spPr bwMode="auto">
          <a:xfrm>
            <a:off x="1529280" y="5871920"/>
            <a:ext cx="7266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3" name="等腰三角形 112">
            <a:extLst>
              <a:ext uri="{FF2B5EF4-FFF2-40B4-BE49-F238E27FC236}">
                <a16:creationId xmlns:a16="http://schemas.microsoft.com/office/drawing/2014/main" id="{CAB28632-CB10-9F72-3051-9E62A1B4C062}"/>
              </a:ext>
            </a:extLst>
          </p:cNvPr>
          <p:cNvSpPr/>
          <p:nvPr/>
        </p:nvSpPr>
        <p:spPr>
          <a:xfrm rot="5400000" flipH="1">
            <a:off x="2852771" y="5656904"/>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6638F69C-0654-CD74-F142-1852C07A3D45}"/>
              </a:ext>
            </a:extLst>
          </p:cNvPr>
          <p:cNvSpPr/>
          <p:nvPr/>
        </p:nvSpPr>
        <p:spPr>
          <a:xfrm flipH="1" flipV="1">
            <a:off x="3308895" y="5810738"/>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0" name="Line 27">
            <a:extLst>
              <a:ext uri="{FF2B5EF4-FFF2-40B4-BE49-F238E27FC236}">
                <a16:creationId xmlns:a16="http://schemas.microsoft.com/office/drawing/2014/main" id="{7D9B4DE7-2B47-689E-63DE-AA39DA2CAE21}"/>
              </a:ext>
            </a:extLst>
          </p:cNvPr>
          <p:cNvSpPr>
            <a:spLocks noChangeShapeType="1"/>
          </p:cNvSpPr>
          <p:nvPr/>
        </p:nvSpPr>
        <p:spPr bwMode="auto">
          <a:xfrm rot="5400000">
            <a:off x="5969079" y="5282869"/>
            <a:ext cx="1864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1" name="椭圆 120">
            <a:extLst>
              <a:ext uri="{FF2B5EF4-FFF2-40B4-BE49-F238E27FC236}">
                <a16:creationId xmlns:a16="http://schemas.microsoft.com/office/drawing/2014/main" id="{54B65A84-BB8C-5C60-811A-BE31B97A4CD5}"/>
              </a:ext>
            </a:extLst>
          </p:cNvPr>
          <p:cNvSpPr/>
          <p:nvPr/>
        </p:nvSpPr>
        <p:spPr>
          <a:xfrm>
            <a:off x="6854400" y="5345364"/>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2" name="Line 27">
            <a:extLst>
              <a:ext uri="{FF2B5EF4-FFF2-40B4-BE49-F238E27FC236}">
                <a16:creationId xmlns:a16="http://schemas.microsoft.com/office/drawing/2014/main" id="{526209C3-1047-E06F-C2D0-932211936AA9}"/>
              </a:ext>
            </a:extLst>
          </p:cNvPr>
          <p:cNvSpPr>
            <a:spLocks noChangeShapeType="1"/>
          </p:cNvSpPr>
          <p:nvPr/>
        </p:nvSpPr>
        <p:spPr bwMode="auto">
          <a:xfrm>
            <a:off x="6898208" y="6217119"/>
            <a:ext cx="21611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4" name="等腰三角形 123">
            <a:extLst>
              <a:ext uri="{FF2B5EF4-FFF2-40B4-BE49-F238E27FC236}">
                <a16:creationId xmlns:a16="http://schemas.microsoft.com/office/drawing/2014/main" id="{BB6438FC-364F-6160-D981-55F9DC16A928}"/>
              </a:ext>
            </a:extLst>
          </p:cNvPr>
          <p:cNvSpPr/>
          <p:nvPr/>
        </p:nvSpPr>
        <p:spPr>
          <a:xfrm rot="5400000" flipH="1">
            <a:off x="8221698" y="6002103"/>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73507C55-40DA-99E5-F10C-406F31871742}"/>
              </a:ext>
            </a:extLst>
          </p:cNvPr>
          <p:cNvSpPr/>
          <p:nvPr/>
        </p:nvSpPr>
        <p:spPr>
          <a:xfrm flipH="1" flipV="1">
            <a:off x="8677822" y="615593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7" name="Line 27">
            <a:extLst>
              <a:ext uri="{FF2B5EF4-FFF2-40B4-BE49-F238E27FC236}">
                <a16:creationId xmlns:a16="http://schemas.microsoft.com/office/drawing/2014/main" id="{24F64889-E821-FE19-BA1E-693BCF332B62}"/>
              </a:ext>
            </a:extLst>
          </p:cNvPr>
          <p:cNvSpPr>
            <a:spLocks noChangeShapeType="1"/>
          </p:cNvSpPr>
          <p:nvPr/>
        </p:nvSpPr>
        <p:spPr bwMode="auto">
          <a:xfrm>
            <a:off x="6898207" y="4350372"/>
            <a:ext cx="4761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4" name="椭圆 483">
            <a:extLst>
              <a:ext uri="{FF2B5EF4-FFF2-40B4-BE49-F238E27FC236}">
                <a16:creationId xmlns:a16="http://schemas.microsoft.com/office/drawing/2014/main" id="{9B8A4E8E-777C-95B5-D606-E84AD04F556E}"/>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3" name="文本框 132">
                <a:extLst>
                  <a:ext uri="{FF2B5EF4-FFF2-40B4-BE49-F238E27FC236}">
                    <a16:creationId xmlns:a16="http://schemas.microsoft.com/office/drawing/2014/main" id="{BA64833A-C679-D31A-B069-8E9DB921638C}"/>
                  </a:ext>
                </a:extLst>
              </p:cNvPr>
              <p:cNvSpPr txBox="1"/>
              <p:nvPr/>
            </p:nvSpPr>
            <p:spPr>
              <a:xfrm>
                <a:off x="8980998" y="6001213"/>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i="1">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i="1">
                              <a:solidFill>
                                <a:schemeClr val="accent5">
                                  <a:lumMod val="75000"/>
                                </a:schemeClr>
                              </a:solidFill>
                              <a:latin typeface="Cambria Math" panose="02040503050406030204" pitchFamily="18" charset="0"/>
                            </a:rPr>
                            <m:t>1</m:t>
                          </m:r>
                        </m:sub>
                      </m:sSub>
                    </m:oMath>
                  </m:oMathPara>
                </a14:m>
                <a:endParaRPr lang="zh-CN" altLang="en-US" sz="2200" dirty="0">
                  <a:solidFill>
                    <a:schemeClr val="accent5">
                      <a:lumMod val="75000"/>
                    </a:schemeClr>
                  </a:solidFill>
                </a:endParaRPr>
              </a:p>
            </p:txBody>
          </p:sp>
        </mc:Choice>
        <mc:Fallback xmlns="">
          <p:sp>
            <p:nvSpPr>
              <p:cNvPr id="133" name="文本框 132">
                <a:extLst>
                  <a:ext uri="{FF2B5EF4-FFF2-40B4-BE49-F238E27FC236}">
                    <a16:creationId xmlns:a16="http://schemas.microsoft.com/office/drawing/2014/main" id="{BA64833A-C679-D31A-B069-8E9DB921638C}"/>
                  </a:ext>
                </a:extLst>
              </p:cNvPr>
              <p:cNvSpPr txBox="1">
                <a:spLocks noRot="1" noChangeAspect="1" noMove="1" noResize="1" noEditPoints="1" noAdjustHandles="1" noChangeArrowheads="1" noChangeShapeType="1" noTextEdit="1"/>
              </p:cNvSpPr>
              <p:nvPr/>
            </p:nvSpPr>
            <p:spPr>
              <a:xfrm>
                <a:off x="8980998" y="6001213"/>
                <a:ext cx="577471" cy="430887"/>
              </a:xfrm>
              <a:prstGeom prst="rect">
                <a:avLst/>
              </a:prstGeom>
              <a:blipFill>
                <a:blip r:embed="rId64"/>
                <a:stretch>
                  <a:fillRect/>
                </a:stretch>
              </a:blipFill>
            </p:spPr>
            <p:txBody>
              <a:bodyPr/>
              <a:lstStyle/>
              <a:p>
                <a:r>
                  <a:rPr lang="zh-CN" altLang="en-US">
                    <a:noFill/>
                  </a:rPr>
                  <a:t> </a:t>
                </a:r>
              </a:p>
            </p:txBody>
          </p:sp>
        </mc:Fallback>
      </mc:AlternateContent>
      <p:sp>
        <p:nvSpPr>
          <p:cNvPr id="135" name="Line 27">
            <a:extLst>
              <a:ext uri="{FF2B5EF4-FFF2-40B4-BE49-F238E27FC236}">
                <a16:creationId xmlns:a16="http://schemas.microsoft.com/office/drawing/2014/main" id="{E3EC5E3D-0EBE-3752-6987-C7625D9DD477}"/>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CA733EA4-0141-88C7-E283-10750E566FD5}"/>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7" name="Line 27">
            <a:extLst>
              <a:ext uri="{FF2B5EF4-FFF2-40B4-BE49-F238E27FC236}">
                <a16:creationId xmlns:a16="http://schemas.microsoft.com/office/drawing/2014/main" id="{ACD96D62-2135-B203-19C2-F927E000780B}"/>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8397DBED-4CAC-0B1F-1DA9-D7CF3980FD2A}"/>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138" name="文本框 137">
                <a:extLst>
                  <a:ext uri="{FF2B5EF4-FFF2-40B4-BE49-F238E27FC236}">
                    <a16:creationId xmlns:a16="http://schemas.microsoft.com/office/drawing/2014/main" id="{8397DBED-4CAC-0B1F-1DA9-D7CF3980FD2A}"/>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65"/>
                <a:stretch>
                  <a:fillRect r="-2128"/>
                </a:stretch>
              </a:blipFill>
            </p:spPr>
            <p:txBody>
              <a:bodyPr/>
              <a:lstStyle/>
              <a:p>
                <a:r>
                  <a:rPr lang="zh-CN" altLang="en-US">
                    <a:noFill/>
                  </a:rPr>
                  <a:t> </a:t>
                </a:r>
              </a:p>
            </p:txBody>
          </p:sp>
        </mc:Fallback>
      </mc:AlternateContent>
      <p:sp>
        <p:nvSpPr>
          <p:cNvPr id="139" name="椭圆 138">
            <a:extLst>
              <a:ext uri="{FF2B5EF4-FFF2-40B4-BE49-F238E27FC236}">
                <a16:creationId xmlns:a16="http://schemas.microsoft.com/office/drawing/2014/main" id="{C9A4AEC5-D2A0-9073-DB5E-A6B8C8B54C95}"/>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 name="Line 27">
            <a:extLst>
              <a:ext uri="{FF2B5EF4-FFF2-40B4-BE49-F238E27FC236}">
                <a16:creationId xmlns:a16="http://schemas.microsoft.com/office/drawing/2014/main" id="{00EF5E69-8BE2-BDE2-54BD-F77E714D068C}"/>
              </a:ext>
            </a:extLst>
          </p:cNvPr>
          <p:cNvSpPr>
            <a:spLocks noChangeShapeType="1"/>
          </p:cNvSpPr>
          <p:nvPr/>
        </p:nvSpPr>
        <p:spPr bwMode="auto">
          <a:xfrm rot="5400000">
            <a:off x="8632378" y="5711017"/>
            <a:ext cx="3268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椭圆 45">
            <a:extLst>
              <a:ext uri="{FF2B5EF4-FFF2-40B4-BE49-F238E27FC236}">
                <a16:creationId xmlns:a16="http://schemas.microsoft.com/office/drawing/2014/main" id="{83510377-E7B1-B002-F57E-99E1DF6DE866}"/>
              </a:ext>
            </a:extLst>
          </p:cNvPr>
          <p:cNvSpPr/>
          <p:nvPr/>
        </p:nvSpPr>
        <p:spPr>
          <a:xfrm>
            <a:off x="6118367" y="582523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8" name="文本框 57">
            <a:extLst>
              <a:ext uri="{FF2B5EF4-FFF2-40B4-BE49-F238E27FC236}">
                <a16:creationId xmlns:a16="http://schemas.microsoft.com/office/drawing/2014/main" id="{410A470A-60C8-64A0-7FF5-9089ECAA2941}"/>
              </a:ext>
            </a:extLst>
          </p:cNvPr>
          <p:cNvSpPr txBox="1"/>
          <p:nvPr/>
        </p:nvSpPr>
        <p:spPr>
          <a:xfrm>
            <a:off x="10080000" y="5760000"/>
            <a:ext cx="976407" cy="400110"/>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修改后</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3379B48-8356-3D27-CE4F-2C429FC395DF}"/>
                  </a:ext>
                </a:extLst>
              </p:cNvPr>
              <p:cNvSpPr txBox="1"/>
              <p:nvPr/>
            </p:nvSpPr>
            <p:spPr>
              <a:xfrm>
                <a:off x="5400000" y="5436000"/>
                <a:ext cx="577471" cy="430887"/>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200" b="0" i="1" smtClean="0">
                              <a:solidFill>
                                <a:schemeClr val="accent5">
                                  <a:lumMod val="75000"/>
                                </a:schemeClr>
                              </a:solidFill>
                              <a:latin typeface="Cambria Math" panose="02040503050406030204" pitchFamily="18" charset="0"/>
                            </a:rPr>
                          </m:ctrlPr>
                        </m:sSubPr>
                        <m:e>
                          <m:r>
                            <m:rPr>
                              <m:sty m:val="p"/>
                            </m:rPr>
                            <a:rPr lang="en-US" altLang="zh-CN" sz="2200">
                              <a:solidFill>
                                <a:schemeClr val="accent5">
                                  <a:lumMod val="75000"/>
                                </a:schemeClr>
                              </a:solidFill>
                              <a:latin typeface="Cambria Math" panose="02040503050406030204" pitchFamily="18" charset="0"/>
                            </a:rPr>
                            <m:t>C</m:t>
                          </m:r>
                        </m:e>
                        <m:sub>
                          <m:r>
                            <a:rPr lang="en-US" altLang="zh-CN" sz="2200" i="1">
                              <a:solidFill>
                                <a:schemeClr val="accent5">
                                  <a:lumMod val="75000"/>
                                </a:schemeClr>
                              </a:solidFill>
                              <a:latin typeface="Cambria Math" panose="02040503050406030204" pitchFamily="18" charset="0"/>
                            </a:rPr>
                            <m:t>0</m:t>
                          </m:r>
                        </m:sub>
                      </m:sSub>
                    </m:oMath>
                  </m:oMathPara>
                </a14:m>
                <a:endParaRPr lang="zh-CN" altLang="en-US" sz="2200" dirty="0">
                  <a:solidFill>
                    <a:schemeClr val="accent5">
                      <a:lumMod val="75000"/>
                    </a:schemeClr>
                  </a:solidFill>
                </a:endParaRPr>
              </a:p>
            </p:txBody>
          </p:sp>
        </mc:Choice>
        <mc:Fallback xmlns="">
          <p:sp>
            <p:nvSpPr>
              <p:cNvPr id="2" name="文本框 1">
                <a:extLst>
                  <a:ext uri="{FF2B5EF4-FFF2-40B4-BE49-F238E27FC236}">
                    <a16:creationId xmlns:a16="http://schemas.microsoft.com/office/drawing/2014/main" id="{03379B48-8356-3D27-CE4F-2C429FC395DF}"/>
                  </a:ext>
                </a:extLst>
              </p:cNvPr>
              <p:cNvSpPr txBox="1">
                <a:spLocks noRot="1" noChangeAspect="1" noMove="1" noResize="1" noEditPoints="1" noAdjustHandles="1" noChangeArrowheads="1" noChangeShapeType="1" noTextEdit="1"/>
              </p:cNvSpPr>
              <p:nvPr/>
            </p:nvSpPr>
            <p:spPr>
              <a:xfrm>
                <a:off x="5400000" y="5436000"/>
                <a:ext cx="577471" cy="430887"/>
              </a:xfrm>
              <a:prstGeom prst="rect">
                <a:avLst/>
              </a:prstGeom>
              <a:blipFill>
                <a:blip r:embed="rId6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4826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8FC9-7F28-97B2-3D8A-0620157E1C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A9F2F86-7DF2-7EEF-DE3C-68C401EC23F2}"/>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0BFCB0-C39D-E510-BC3D-B5194EC5AA8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352A4A3B-B02F-9CE2-5648-B55EC3E0B9FC}"/>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24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432F61D2-4869-6561-F9E9-155D9E6CE1BD}"/>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6056872A-44E2-F0A2-9727-0A2155C3B95A}"/>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9447956E-6144-DD94-E5DE-CD4F59D2198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6844FF52-3A1D-F2BD-EAC4-B5334265F1E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AE7D1B16-9673-7958-18E7-B0C75DD690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25</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5C9A8BC1-45FE-33E3-E45D-BD4FE3308DC6}"/>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5" name="标题 1">
            <a:extLst>
              <a:ext uri="{FF2B5EF4-FFF2-40B4-BE49-F238E27FC236}">
                <a16:creationId xmlns:a16="http://schemas.microsoft.com/office/drawing/2014/main" id="{DA64A8BB-83AD-AFE1-49E9-6C7D66536DC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3" name="文本框 2">
            <a:extLst>
              <a:ext uri="{FF2B5EF4-FFF2-40B4-BE49-F238E27FC236}">
                <a16:creationId xmlns:a16="http://schemas.microsoft.com/office/drawing/2014/main" id="{084EB2AF-3E6F-3BDE-7081-34D2D992CD59}"/>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异步清零</a:t>
            </a:r>
          </a:p>
        </p:txBody>
      </p:sp>
      <mc:AlternateContent xmlns:mc="http://schemas.openxmlformats.org/markup-compatibility/2006" xmlns:a14="http://schemas.microsoft.com/office/drawing/2010/main">
        <mc:Choice Requires="a14">
          <p:sp>
            <p:nvSpPr>
              <p:cNvPr id="243" name="文本框 242">
                <a:extLst>
                  <a:ext uri="{FF2B5EF4-FFF2-40B4-BE49-F238E27FC236}">
                    <a16:creationId xmlns:a16="http://schemas.microsoft.com/office/drawing/2014/main" id="{B77F7BFF-870C-E2C8-B1AD-EBB2E1C0AEF5}"/>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243" name="文本框 242">
                <a:extLst>
                  <a:ext uri="{FF2B5EF4-FFF2-40B4-BE49-F238E27FC236}">
                    <a16:creationId xmlns:a16="http://schemas.microsoft.com/office/drawing/2014/main" id="{B77F7BFF-870C-E2C8-B1AD-EBB2E1C0AEF5}"/>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5"/>
                <a:stretch>
                  <a:fillRect r="-2128"/>
                </a:stretch>
              </a:blipFill>
            </p:spPr>
            <p:txBody>
              <a:bodyPr/>
              <a:lstStyle/>
              <a:p>
                <a:r>
                  <a:rPr lang="zh-CN" altLang="en-US">
                    <a:noFill/>
                  </a:rPr>
                  <a:t> </a:t>
                </a:r>
              </a:p>
            </p:txBody>
          </p:sp>
        </mc:Fallback>
      </mc:AlternateContent>
      <p:grpSp>
        <p:nvGrpSpPr>
          <p:cNvPr id="245" name="组合 244">
            <a:extLst>
              <a:ext uri="{FF2B5EF4-FFF2-40B4-BE49-F238E27FC236}">
                <a16:creationId xmlns:a16="http://schemas.microsoft.com/office/drawing/2014/main" id="{0C801500-3E72-C6C6-3711-2B580A8A362C}"/>
              </a:ext>
            </a:extLst>
          </p:cNvPr>
          <p:cNvGrpSpPr/>
          <p:nvPr/>
        </p:nvGrpSpPr>
        <p:grpSpPr>
          <a:xfrm>
            <a:off x="1171907" y="2720442"/>
            <a:ext cx="9858044" cy="3231953"/>
            <a:chOff x="1171907" y="2720442"/>
            <a:chExt cx="9858044" cy="3231953"/>
          </a:xfrm>
        </p:grpSpPr>
        <p:sp>
          <p:nvSpPr>
            <p:cNvPr id="59" name="Line 27">
              <a:extLst>
                <a:ext uri="{FF2B5EF4-FFF2-40B4-BE49-F238E27FC236}">
                  <a16:creationId xmlns:a16="http://schemas.microsoft.com/office/drawing/2014/main" id="{2D6DA859-D291-C31F-9A18-FEBFD9C36411}"/>
                </a:ext>
              </a:extLst>
            </p:cNvPr>
            <p:cNvSpPr>
              <a:spLocks noChangeShapeType="1"/>
            </p:cNvSpPr>
            <p:nvPr/>
          </p:nvSpPr>
          <p:spPr bwMode="auto">
            <a:xfrm>
              <a:off x="5336411" y="3742854"/>
              <a:ext cx="8198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 name="Line 27">
              <a:extLst>
                <a:ext uri="{FF2B5EF4-FFF2-40B4-BE49-F238E27FC236}">
                  <a16:creationId xmlns:a16="http://schemas.microsoft.com/office/drawing/2014/main" id="{F84ACE4D-2BC2-C6A4-A77A-10E1C59C70EA}"/>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4D948373-9C47-B96E-7694-8B5FE594B316}"/>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3" name="直接连接符 62">
              <a:extLst>
                <a:ext uri="{FF2B5EF4-FFF2-40B4-BE49-F238E27FC236}">
                  <a16:creationId xmlns:a16="http://schemas.microsoft.com/office/drawing/2014/main" id="{F2C576BD-AD55-4CCA-BD2F-5D95BF4C79A0}"/>
                </a:ext>
              </a:extLst>
            </p:cNvPr>
            <p:cNvCxnSpPr>
              <a:cxnSpLocks/>
            </p:cNvCxnSpPr>
            <p:nvPr/>
          </p:nvCxnSpPr>
          <p:spPr>
            <a:xfrm>
              <a:off x="2936270" y="3067485"/>
              <a:ext cx="0" cy="26709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53EB7833-9722-19F3-5F87-12D44CDC3AF6}"/>
                </a:ext>
              </a:extLst>
            </p:cNvPr>
            <p:cNvCxnSpPr>
              <a:cxnSpLocks/>
              <a:endCxn id="73" idx="0"/>
            </p:cNvCxnSpPr>
            <p:nvPr/>
          </p:nvCxnSpPr>
          <p:spPr>
            <a:xfrm flipH="1">
              <a:off x="3423079"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93770EC-471C-72D6-D7C4-D27AAB47129E}"/>
                </a:ext>
              </a:extLst>
            </p:cNvPr>
            <p:cNvCxnSpPr>
              <a:cxnSpLocks/>
            </p:cNvCxnSpPr>
            <p:nvPr/>
          </p:nvCxnSpPr>
          <p:spPr>
            <a:xfrm>
              <a:off x="3909885" y="3066430"/>
              <a:ext cx="0" cy="15706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13E8CB28-FE43-0270-F134-A8557FF76C0D}"/>
                </a:ext>
              </a:extLst>
            </p:cNvPr>
            <p:cNvCxnSpPr>
              <a:cxnSpLocks/>
              <a:endCxn id="75" idx="0"/>
            </p:cNvCxnSpPr>
            <p:nvPr/>
          </p:nvCxnSpPr>
          <p:spPr>
            <a:xfrm flipH="1">
              <a:off x="4395079"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0C9FF395-2C5D-7BC3-0DDD-07004223A53D}"/>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1BFDD81-7532-0092-CBAA-6E7B2DEA2ED2}"/>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8" name="文本框 67">
                  <a:extLst>
                    <a:ext uri="{FF2B5EF4-FFF2-40B4-BE49-F238E27FC236}">
                      <a16:creationId xmlns:a16="http://schemas.microsoft.com/office/drawing/2014/main" id="{31BFDD81-7532-0092-CBAA-6E7B2DEA2ED2}"/>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E238E167-7837-6EE5-5F1E-7487CD5FC429}"/>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9" name="文本框 68">
                  <a:extLst>
                    <a:ext uri="{FF2B5EF4-FFF2-40B4-BE49-F238E27FC236}">
                      <a16:creationId xmlns:a16="http://schemas.microsoft.com/office/drawing/2014/main" id="{E238E167-7837-6EE5-5F1E-7487CD5FC429}"/>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7"/>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43EA2155-3FF7-8743-8A52-F80D6C7DBF26}"/>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0" name="文本框 69">
                  <a:extLst>
                    <a:ext uri="{FF2B5EF4-FFF2-40B4-BE49-F238E27FC236}">
                      <a16:creationId xmlns:a16="http://schemas.microsoft.com/office/drawing/2014/main" id="{43EA2155-3FF7-8743-8A52-F80D6C7DBF26}"/>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8"/>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7FB13B86-DBD2-87EA-61FF-D4937B300C4A}"/>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1" name="文本框 70">
                  <a:extLst>
                    <a:ext uri="{FF2B5EF4-FFF2-40B4-BE49-F238E27FC236}">
                      <a16:creationId xmlns:a16="http://schemas.microsoft.com/office/drawing/2014/main" id="{7FB13B86-DBD2-87EA-61FF-D4937B300C4A}"/>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154A192-B2F7-6398-D8C6-8AF394E52B43}"/>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72" name="文本框 71">
                  <a:extLst>
                    <a:ext uri="{FF2B5EF4-FFF2-40B4-BE49-F238E27FC236}">
                      <a16:creationId xmlns:a16="http://schemas.microsoft.com/office/drawing/2014/main" id="{3154A192-B2F7-6398-D8C6-8AF394E52B43}"/>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D1C0165A-EC9B-8502-5259-9722643D7EDB}"/>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73" name="文本框 72">
                  <a:extLst>
                    <a:ext uri="{FF2B5EF4-FFF2-40B4-BE49-F238E27FC236}">
                      <a16:creationId xmlns:a16="http://schemas.microsoft.com/office/drawing/2014/main" id="{D1C0165A-EC9B-8502-5259-9722643D7EDB}"/>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11"/>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EC246998-BF7C-22A8-CAE3-56F3C7AD5753}"/>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4" name="文本框 73">
                  <a:extLst>
                    <a:ext uri="{FF2B5EF4-FFF2-40B4-BE49-F238E27FC236}">
                      <a16:creationId xmlns:a16="http://schemas.microsoft.com/office/drawing/2014/main" id="{EC246998-BF7C-22A8-CAE3-56F3C7AD5753}"/>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12"/>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515CE2FD-15FF-2191-9B4E-C434D6DEB2D8}"/>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5" name="文本框 74">
                  <a:extLst>
                    <a:ext uri="{FF2B5EF4-FFF2-40B4-BE49-F238E27FC236}">
                      <a16:creationId xmlns:a16="http://schemas.microsoft.com/office/drawing/2014/main" id="{515CE2FD-15FF-2191-9B4E-C434D6DEB2D8}"/>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1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7DAD69C6-1136-433C-DC29-C2A799001DE2}"/>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76" name="文本框 75">
                  <a:extLst>
                    <a:ext uri="{FF2B5EF4-FFF2-40B4-BE49-F238E27FC236}">
                      <a16:creationId xmlns:a16="http://schemas.microsoft.com/office/drawing/2014/main" id="{7DAD69C6-1136-433C-DC29-C2A799001DE2}"/>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9FFB03F1-AAB2-E443-E425-AD28B445B674}"/>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77" name="文本框 76">
                  <a:extLst>
                    <a:ext uri="{FF2B5EF4-FFF2-40B4-BE49-F238E27FC236}">
                      <a16:creationId xmlns:a16="http://schemas.microsoft.com/office/drawing/2014/main" id="{9FFB03F1-AAB2-E443-E425-AD28B445B674}"/>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15"/>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5ACABF68-E681-196D-F468-1CCC6DD4184F}"/>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78" name="文本框 77">
                  <a:extLst>
                    <a:ext uri="{FF2B5EF4-FFF2-40B4-BE49-F238E27FC236}">
                      <a16:creationId xmlns:a16="http://schemas.microsoft.com/office/drawing/2014/main" id="{5ACABF68-E681-196D-F468-1CCC6DD4184F}"/>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16"/>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20DFD5F1-DD79-3373-069A-4259A02353EB}"/>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79" name="文本框 78">
                  <a:extLst>
                    <a:ext uri="{FF2B5EF4-FFF2-40B4-BE49-F238E27FC236}">
                      <a16:creationId xmlns:a16="http://schemas.microsoft.com/office/drawing/2014/main" id="{20DFD5F1-DD79-3373-069A-4259A02353EB}"/>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17"/>
                  <a:stretch>
                    <a:fillRect l="-1053"/>
                  </a:stretch>
                </a:blipFill>
              </p:spPr>
              <p:txBody>
                <a:bodyPr/>
                <a:lstStyle/>
                <a:p>
                  <a:r>
                    <a:rPr lang="zh-CN" altLang="en-US">
                      <a:noFill/>
                    </a:rPr>
                    <a:t> </a:t>
                  </a:r>
                </a:p>
              </p:txBody>
            </p:sp>
          </mc:Fallback>
        </mc:AlternateContent>
        <p:sp>
          <p:nvSpPr>
            <p:cNvPr id="80" name="Line 27">
              <a:extLst>
                <a:ext uri="{FF2B5EF4-FFF2-40B4-BE49-F238E27FC236}">
                  <a16:creationId xmlns:a16="http://schemas.microsoft.com/office/drawing/2014/main" id="{E304216F-0067-8F14-5C97-903CD6246516}"/>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1" name="Line 27">
              <a:extLst>
                <a:ext uri="{FF2B5EF4-FFF2-40B4-BE49-F238E27FC236}">
                  <a16:creationId xmlns:a16="http://schemas.microsoft.com/office/drawing/2014/main" id="{0AA3D8DE-9538-B547-2C8F-E49AD4FA5101}"/>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2" name="Line 27">
              <a:extLst>
                <a:ext uri="{FF2B5EF4-FFF2-40B4-BE49-F238E27FC236}">
                  <a16:creationId xmlns:a16="http://schemas.microsoft.com/office/drawing/2014/main" id="{CD7509BE-F891-2D3B-3CDF-4F293AA43EA7}"/>
                </a:ext>
              </a:extLst>
            </p:cNvPr>
            <p:cNvSpPr>
              <a:spLocks noChangeShapeType="1"/>
            </p:cNvSpPr>
            <p:nvPr/>
          </p:nvSpPr>
          <p:spPr bwMode="auto">
            <a:xfrm>
              <a:off x="1688623"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椭圆 82">
              <a:extLst>
                <a:ext uri="{FF2B5EF4-FFF2-40B4-BE49-F238E27FC236}">
                  <a16:creationId xmlns:a16="http://schemas.microsoft.com/office/drawing/2014/main" id="{D7FDF72D-5CCA-E5C9-1AD8-08047E162B6E}"/>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4" name="Line 27">
              <a:extLst>
                <a:ext uri="{FF2B5EF4-FFF2-40B4-BE49-F238E27FC236}">
                  <a16:creationId xmlns:a16="http://schemas.microsoft.com/office/drawing/2014/main" id="{5197A4F0-944D-853C-C0DE-283467CDA678}"/>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5" name="椭圆 84">
              <a:extLst>
                <a:ext uri="{FF2B5EF4-FFF2-40B4-BE49-F238E27FC236}">
                  <a16:creationId xmlns:a16="http://schemas.microsoft.com/office/drawing/2014/main" id="{A980700E-D5FE-6651-D0B3-54319C32ED4B}"/>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3D1872D7-59F2-719A-ADC0-8F0E9B4D2D02}"/>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86" name="文本框 85">
                  <a:extLst>
                    <a:ext uri="{FF2B5EF4-FFF2-40B4-BE49-F238E27FC236}">
                      <a16:creationId xmlns:a16="http://schemas.microsoft.com/office/drawing/2014/main" id="{3D1872D7-59F2-719A-ADC0-8F0E9B4D2D02}"/>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18"/>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F296DDD7-EDFD-D906-083F-3684B7E2EE74}"/>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87" name="文本框 86">
                  <a:extLst>
                    <a:ext uri="{FF2B5EF4-FFF2-40B4-BE49-F238E27FC236}">
                      <a16:creationId xmlns:a16="http://schemas.microsoft.com/office/drawing/2014/main" id="{F296DDD7-EDFD-D906-083F-3684B7E2EE74}"/>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19"/>
                  <a:stretch>
                    <a:fillRect r="-1053"/>
                  </a:stretch>
                </a:blipFill>
              </p:spPr>
              <p:txBody>
                <a:bodyPr/>
                <a:lstStyle/>
                <a:p>
                  <a:r>
                    <a:rPr lang="zh-CN" altLang="en-US">
                      <a:noFill/>
                    </a:rPr>
                    <a:t> </a:t>
                  </a:r>
                </a:p>
              </p:txBody>
            </p:sp>
          </mc:Fallback>
        </mc:AlternateContent>
        <p:sp>
          <p:nvSpPr>
            <p:cNvPr id="88" name="Line 27">
              <a:extLst>
                <a:ext uri="{FF2B5EF4-FFF2-40B4-BE49-F238E27FC236}">
                  <a16:creationId xmlns:a16="http://schemas.microsoft.com/office/drawing/2014/main" id="{15D1E546-CE96-426C-332F-4793045073CD}"/>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等腰三角形 88">
              <a:extLst>
                <a:ext uri="{FF2B5EF4-FFF2-40B4-BE49-F238E27FC236}">
                  <a16:creationId xmlns:a16="http://schemas.microsoft.com/office/drawing/2014/main" id="{EC7D91BB-B5A4-6348-6E9F-5AC8B600635C}"/>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91" name="Line 27">
              <a:extLst>
                <a:ext uri="{FF2B5EF4-FFF2-40B4-BE49-F238E27FC236}">
                  <a16:creationId xmlns:a16="http://schemas.microsoft.com/office/drawing/2014/main" id="{95C4FA6D-5BFF-9B33-61DC-F63FC5624405}"/>
                </a:ext>
              </a:extLst>
            </p:cNvPr>
            <p:cNvSpPr>
              <a:spLocks noChangeShapeType="1"/>
            </p:cNvSpPr>
            <p:nvPr/>
          </p:nvSpPr>
          <p:spPr bwMode="auto">
            <a:xfrm rot="5400000">
              <a:off x="1310012" y="3960328"/>
              <a:ext cx="7669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2" name="椭圆 91">
              <a:extLst>
                <a:ext uri="{FF2B5EF4-FFF2-40B4-BE49-F238E27FC236}">
                  <a16:creationId xmlns:a16="http://schemas.microsoft.com/office/drawing/2014/main" id="{AFCA9E79-A893-B456-D563-C83644E5BECA}"/>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3" name="椭圆 92">
              <a:extLst>
                <a:ext uri="{FF2B5EF4-FFF2-40B4-BE49-F238E27FC236}">
                  <a16:creationId xmlns:a16="http://schemas.microsoft.com/office/drawing/2014/main" id="{234A4434-60C2-D2A3-BF3C-C6AB40EAD1CD}"/>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9" name="Line 27">
              <a:extLst>
                <a:ext uri="{FF2B5EF4-FFF2-40B4-BE49-F238E27FC236}">
                  <a16:creationId xmlns:a16="http://schemas.microsoft.com/office/drawing/2014/main" id="{746E45EC-3E2D-AC42-8852-81BB9AD008B3}"/>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0" name="椭圆 99">
              <a:extLst>
                <a:ext uri="{FF2B5EF4-FFF2-40B4-BE49-F238E27FC236}">
                  <a16:creationId xmlns:a16="http://schemas.microsoft.com/office/drawing/2014/main" id="{AC5CE242-99B5-99D1-05E0-48AACB137452}"/>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1" name="椭圆 100">
              <a:extLst>
                <a:ext uri="{FF2B5EF4-FFF2-40B4-BE49-F238E27FC236}">
                  <a16:creationId xmlns:a16="http://schemas.microsoft.com/office/drawing/2014/main" id="{2DAB09A9-1DC5-3CE7-E764-FB76B3B614A9}"/>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2" name="椭圆 101">
              <a:extLst>
                <a:ext uri="{FF2B5EF4-FFF2-40B4-BE49-F238E27FC236}">
                  <a16:creationId xmlns:a16="http://schemas.microsoft.com/office/drawing/2014/main" id="{B02F6091-37D9-2FB5-1F5F-3FF999F080D7}"/>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3" name="文本框 102">
              <a:extLst>
                <a:ext uri="{FF2B5EF4-FFF2-40B4-BE49-F238E27FC236}">
                  <a16:creationId xmlns:a16="http://schemas.microsoft.com/office/drawing/2014/main" id="{129F6BA2-3DE9-C62D-6190-64BE0B851971}"/>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04" name="Line 27">
              <a:extLst>
                <a:ext uri="{FF2B5EF4-FFF2-40B4-BE49-F238E27FC236}">
                  <a16:creationId xmlns:a16="http://schemas.microsoft.com/office/drawing/2014/main" id="{632F6C18-1C5E-556C-198E-03D4D2BC567D}"/>
                </a:ext>
              </a:extLst>
            </p:cNvPr>
            <p:cNvSpPr>
              <a:spLocks noChangeShapeType="1"/>
            </p:cNvSpPr>
            <p:nvPr/>
          </p:nvSpPr>
          <p:spPr bwMode="auto">
            <a:xfrm rot="5400000">
              <a:off x="1079360" y="5337176"/>
              <a:ext cx="12286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F71E24F0-5318-8D29-125C-97782E306BEF}"/>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9E709571-78AF-CC54-ECF4-2B0DE1231439}"/>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B432ED91-B074-8A1F-03ED-6D511FB52190}"/>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112" name="直接连接符 111">
              <a:extLst>
                <a:ext uri="{FF2B5EF4-FFF2-40B4-BE49-F238E27FC236}">
                  <a16:creationId xmlns:a16="http://schemas.microsoft.com/office/drawing/2014/main" id="{030B6748-CC76-654C-3E7D-E93654BFA036}"/>
                </a:ext>
              </a:extLst>
            </p:cNvPr>
            <p:cNvCxnSpPr>
              <a:cxnSpLocks/>
              <a:endCxn id="121"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B22A2871-F412-518B-4FA7-8F01CB414333}"/>
                </a:ext>
              </a:extLst>
            </p:cNvPr>
            <p:cNvCxnSpPr>
              <a:cxnSpLocks/>
              <a:endCxn id="122" idx="0"/>
            </p:cNvCxnSpPr>
            <p:nvPr/>
          </p:nvCxnSpPr>
          <p:spPr>
            <a:xfrm flipH="1">
              <a:off x="8794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6D1C63E3-9A38-B773-2AEC-9284DC4BC769}"/>
                </a:ext>
              </a:extLst>
            </p:cNvPr>
            <p:cNvCxnSpPr>
              <a:cxnSpLocks/>
              <a:endCxn id="123" idx="0"/>
            </p:cNvCxnSpPr>
            <p:nvPr/>
          </p:nvCxnSpPr>
          <p:spPr>
            <a:xfrm flipH="1">
              <a:off x="9280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B178608-9616-73D5-30C6-19F776C62663}"/>
                </a:ext>
              </a:extLst>
            </p:cNvPr>
            <p:cNvCxnSpPr>
              <a:cxnSpLocks/>
            </p:cNvCxnSpPr>
            <p:nvPr/>
          </p:nvCxnSpPr>
          <p:spPr>
            <a:xfrm>
              <a:off x="9767780" y="3066430"/>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矩形 115">
              <a:extLst>
                <a:ext uri="{FF2B5EF4-FFF2-40B4-BE49-F238E27FC236}">
                  <a16:creationId xmlns:a16="http://schemas.microsoft.com/office/drawing/2014/main" id="{9A4870D2-C442-8C34-0FD3-5149AFD61F17}"/>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EE2A2096-98A1-BA63-B536-4659B5BAF6A9}"/>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17" name="文本框 116">
                  <a:extLst>
                    <a:ext uri="{FF2B5EF4-FFF2-40B4-BE49-F238E27FC236}">
                      <a16:creationId xmlns:a16="http://schemas.microsoft.com/office/drawing/2014/main" id="{EE2A2096-98A1-BA63-B536-4659B5BAF6A9}"/>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2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2D70437D-E612-C3D8-618B-26C5AF6BFA69}"/>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18" name="文本框 117">
                  <a:extLst>
                    <a:ext uri="{FF2B5EF4-FFF2-40B4-BE49-F238E27FC236}">
                      <a16:creationId xmlns:a16="http://schemas.microsoft.com/office/drawing/2014/main" id="{2D70437D-E612-C3D8-618B-26C5AF6BFA69}"/>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21"/>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B7B9DC19-9F05-A2F7-A29F-13741DD9D3E9}"/>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19" name="文本框 118">
                  <a:extLst>
                    <a:ext uri="{FF2B5EF4-FFF2-40B4-BE49-F238E27FC236}">
                      <a16:creationId xmlns:a16="http://schemas.microsoft.com/office/drawing/2014/main" id="{B7B9DC19-9F05-A2F7-A29F-13741DD9D3E9}"/>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22"/>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E3BF715F-2A21-ADD2-9145-6430FA2246D7}"/>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0" name="文本框 119">
                  <a:extLst>
                    <a:ext uri="{FF2B5EF4-FFF2-40B4-BE49-F238E27FC236}">
                      <a16:creationId xmlns:a16="http://schemas.microsoft.com/office/drawing/2014/main" id="{E3BF715F-2A21-ADD2-9145-6430FA2246D7}"/>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23"/>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E34181DB-07F3-DB9C-8B44-3499DF0B8AED}"/>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21" name="文本框 120">
                  <a:extLst>
                    <a:ext uri="{FF2B5EF4-FFF2-40B4-BE49-F238E27FC236}">
                      <a16:creationId xmlns:a16="http://schemas.microsoft.com/office/drawing/2014/main" id="{E34181DB-07F3-DB9C-8B44-3499DF0B8AED}"/>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2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2805EFD2-079B-EE2F-641E-B965ADCDDBF1}"/>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22" name="文本框 121">
                  <a:extLst>
                    <a:ext uri="{FF2B5EF4-FFF2-40B4-BE49-F238E27FC236}">
                      <a16:creationId xmlns:a16="http://schemas.microsoft.com/office/drawing/2014/main" id="{2805EFD2-079B-EE2F-641E-B965ADCDDBF1}"/>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25"/>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57594D59-96CA-C171-2FBF-E0713F241FEE}"/>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23" name="文本框 122">
                  <a:extLst>
                    <a:ext uri="{FF2B5EF4-FFF2-40B4-BE49-F238E27FC236}">
                      <a16:creationId xmlns:a16="http://schemas.microsoft.com/office/drawing/2014/main" id="{57594D59-96CA-C171-2FBF-E0713F241FEE}"/>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26"/>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069A9F7E-BFD5-9D15-6968-4700E34865D9}"/>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4" name="文本框 123">
                  <a:extLst>
                    <a:ext uri="{FF2B5EF4-FFF2-40B4-BE49-F238E27FC236}">
                      <a16:creationId xmlns:a16="http://schemas.microsoft.com/office/drawing/2014/main" id="{069A9F7E-BFD5-9D15-6968-4700E34865D9}"/>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27"/>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D677C9C6-CF7A-C348-0385-DD251C9FF506}"/>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125" name="文本框 124">
                  <a:extLst>
                    <a:ext uri="{FF2B5EF4-FFF2-40B4-BE49-F238E27FC236}">
                      <a16:creationId xmlns:a16="http://schemas.microsoft.com/office/drawing/2014/main" id="{D677C9C6-CF7A-C348-0385-DD251C9FF506}"/>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20F0C08B-C3DE-6AC8-2E78-C1C5855570D9}"/>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126" name="文本框 125">
                  <a:extLst>
                    <a:ext uri="{FF2B5EF4-FFF2-40B4-BE49-F238E27FC236}">
                      <a16:creationId xmlns:a16="http://schemas.microsoft.com/office/drawing/2014/main" id="{20F0C08B-C3DE-6AC8-2E78-C1C5855570D9}"/>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29"/>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7A7BDD7C-37C7-1E33-1579-F7E7464C0C79}"/>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127" name="文本框 126">
                  <a:extLst>
                    <a:ext uri="{FF2B5EF4-FFF2-40B4-BE49-F238E27FC236}">
                      <a16:creationId xmlns:a16="http://schemas.microsoft.com/office/drawing/2014/main" id="{7A7BDD7C-37C7-1E33-1579-F7E7464C0C79}"/>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30"/>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38E082CF-723E-2B11-66DC-1557B755B3F0}"/>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128" name="文本框 127">
                  <a:extLst>
                    <a:ext uri="{FF2B5EF4-FFF2-40B4-BE49-F238E27FC236}">
                      <a16:creationId xmlns:a16="http://schemas.microsoft.com/office/drawing/2014/main" id="{38E082CF-723E-2B11-66DC-1557B755B3F0}"/>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31"/>
                  <a:stretch>
                    <a:fillRect l="-1053"/>
                  </a:stretch>
                </a:blipFill>
              </p:spPr>
              <p:txBody>
                <a:bodyPr/>
                <a:lstStyle/>
                <a:p>
                  <a:r>
                    <a:rPr lang="zh-CN" altLang="en-US">
                      <a:noFill/>
                    </a:rPr>
                    <a:t> </a:t>
                  </a:r>
                </a:p>
              </p:txBody>
            </p:sp>
          </mc:Fallback>
        </mc:AlternateContent>
        <p:sp>
          <p:nvSpPr>
            <p:cNvPr id="130" name="Line 27">
              <a:extLst>
                <a:ext uri="{FF2B5EF4-FFF2-40B4-BE49-F238E27FC236}">
                  <a16:creationId xmlns:a16="http://schemas.microsoft.com/office/drawing/2014/main" id="{8645A9CE-80A9-B530-8717-D76E8D6697CF}"/>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3BA4BDEC-F18A-8034-96CB-F7AEA8ABCA54}"/>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36E4EB35-1C8A-F141-873D-5E3E7063835A}"/>
                </a:ext>
              </a:extLst>
            </p:cNvPr>
            <p:cNvSpPr>
              <a:spLocks noChangeShapeType="1"/>
            </p:cNvSpPr>
            <p:nvPr/>
          </p:nvSpPr>
          <p:spPr bwMode="auto">
            <a:xfrm>
              <a:off x="7060518" y="435023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椭圆 132">
              <a:extLst>
                <a:ext uri="{FF2B5EF4-FFF2-40B4-BE49-F238E27FC236}">
                  <a16:creationId xmlns:a16="http://schemas.microsoft.com/office/drawing/2014/main" id="{B871A3D7-6F6A-669F-F88A-2E6C289A258A}"/>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4" name="Line 27">
              <a:extLst>
                <a:ext uri="{FF2B5EF4-FFF2-40B4-BE49-F238E27FC236}">
                  <a16:creationId xmlns:a16="http://schemas.microsoft.com/office/drawing/2014/main" id="{E2F962EC-8151-D1F1-7B01-53727169B3A2}"/>
                </a:ext>
              </a:extLst>
            </p:cNvPr>
            <p:cNvSpPr>
              <a:spLocks noChangeShapeType="1"/>
            </p:cNvSpPr>
            <p:nvPr/>
          </p:nvSpPr>
          <p:spPr bwMode="auto">
            <a:xfrm>
              <a:off x="7060518"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椭圆 134">
              <a:extLst>
                <a:ext uri="{FF2B5EF4-FFF2-40B4-BE49-F238E27FC236}">
                  <a16:creationId xmlns:a16="http://schemas.microsoft.com/office/drawing/2014/main" id="{966B40F4-526F-B345-09B2-2A614E300A84}"/>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7AF972A0-8039-1740-7149-FDB3DA780D4F}"/>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136" name="文本框 135">
                  <a:extLst>
                    <a:ext uri="{FF2B5EF4-FFF2-40B4-BE49-F238E27FC236}">
                      <a16:creationId xmlns:a16="http://schemas.microsoft.com/office/drawing/2014/main" id="{7AF972A0-8039-1740-7149-FDB3DA780D4F}"/>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32"/>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06694694-9E45-513A-3681-EFF7F541B26E}"/>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137" name="文本框 136">
                  <a:extLst>
                    <a:ext uri="{FF2B5EF4-FFF2-40B4-BE49-F238E27FC236}">
                      <a16:creationId xmlns:a16="http://schemas.microsoft.com/office/drawing/2014/main" id="{06694694-9E45-513A-3681-EFF7F541B26E}"/>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33"/>
                  <a:stretch>
                    <a:fillRect r="-1053"/>
                  </a:stretch>
                </a:blipFill>
              </p:spPr>
              <p:txBody>
                <a:bodyPr/>
                <a:lstStyle/>
                <a:p>
                  <a:r>
                    <a:rPr lang="zh-CN" altLang="en-US">
                      <a:noFill/>
                    </a:rPr>
                    <a:t> </a:t>
                  </a:r>
                </a:p>
              </p:txBody>
            </p:sp>
          </mc:Fallback>
        </mc:AlternateContent>
        <p:sp>
          <p:nvSpPr>
            <p:cNvPr id="139" name="Line 27">
              <a:extLst>
                <a:ext uri="{FF2B5EF4-FFF2-40B4-BE49-F238E27FC236}">
                  <a16:creationId xmlns:a16="http://schemas.microsoft.com/office/drawing/2014/main" id="{167B28A2-DB6C-7A18-644A-CE761023D1B6}"/>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等腰三角形 139">
              <a:extLst>
                <a:ext uri="{FF2B5EF4-FFF2-40B4-BE49-F238E27FC236}">
                  <a16:creationId xmlns:a16="http://schemas.microsoft.com/office/drawing/2014/main" id="{FADF9765-B088-5DA4-A84B-959EAAE8613F}"/>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56" name="Line 27">
              <a:extLst>
                <a:ext uri="{FF2B5EF4-FFF2-40B4-BE49-F238E27FC236}">
                  <a16:creationId xmlns:a16="http://schemas.microsoft.com/office/drawing/2014/main" id="{B9F158DE-0BAA-98A3-DDB9-D64AC142D727}"/>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椭圆 158">
              <a:extLst>
                <a:ext uri="{FF2B5EF4-FFF2-40B4-BE49-F238E27FC236}">
                  <a16:creationId xmlns:a16="http://schemas.microsoft.com/office/drawing/2014/main" id="{2AF7B446-0363-EC81-93FC-2E18F2B061A4}"/>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0" name="椭圆 159">
              <a:extLst>
                <a:ext uri="{FF2B5EF4-FFF2-40B4-BE49-F238E27FC236}">
                  <a16:creationId xmlns:a16="http://schemas.microsoft.com/office/drawing/2014/main" id="{B0B40C28-C0F9-DCE3-E12F-7C6B17881C61}"/>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8" name="椭圆 197">
              <a:extLst>
                <a:ext uri="{FF2B5EF4-FFF2-40B4-BE49-F238E27FC236}">
                  <a16:creationId xmlns:a16="http://schemas.microsoft.com/office/drawing/2014/main" id="{19B001AC-A09F-2644-DFCA-8B4CC655E620}"/>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9" name="文本框 198">
              <a:extLst>
                <a:ext uri="{FF2B5EF4-FFF2-40B4-BE49-F238E27FC236}">
                  <a16:creationId xmlns:a16="http://schemas.microsoft.com/office/drawing/2014/main" id="{2E3FE8D2-3EDB-9F5C-4344-885A9D7E11B3}"/>
                </a:ext>
              </a:extLst>
            </p:cNvPr>
            <p:cNvSpPr txBox="1"/>
            <p:nvPr/>
          </p:nvSpPr>
          <p:spPr>
            <a:xfrm>
              <a:off x="6770944" y="4134794"/>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02" name="Line 27">
              <a:extLst>
                <a:ext uri="{FF2B5EF4-FFF2-40B4-BE49-F238E27FC236}">
                  <a16:creationId xmlns:a16="http://schemas.microsoft.com/office/drawing/2014/main" id="{55AB24C6-1A7A-7CC3-1132-21C04B6A11EB}"/>
                </a:ext>
              </a:extLst>
            </p:cNvPr>
            <p:cNvSpPr>
              <a:spLocks noChangeShapeType="1"/>
            </p:cNvSpPr>
            <p:nvPr/>
          </p:nvSpPr>
          <p:spPr bwMode="auto">
            <a:xfrm rot="5400000">
              <a:off x="6450803" y="5337628"/>
              <a:ext cx="12295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8" name="椭圆 217">
              <a:extLst>
                <a:ext uri="{FF2B5EF4-FFF2-40B4-BE49-F238E27FC236}">
                  <a16:creationId xmlns:a16="http://schemas.microsoft.com/office/drawing/2014/main" id="{7DE16ECE-D1C9-B8AF-4838-E56FA8444904}"/>
                </a:ext>
              </a:extLst>
            </p:cNvPr>
            <p:cNvSpPr/>
            <p:nvPr/>
          </p:nvSpPr>
          <p:spPr>
            <a:xfrm>
              <a:off x="6118483" y="369636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9" name="Line 27">
              <a:extLst>
                <a:ext uri="{FF2B5EF4-FFF2-40B4-BE49-F238E27FC236}">
                  <a16:creationId xmlns:a16="http://schemas.microsoft.com/office/drawing/2014/main" id="{02AACFF9-6373-5D0A-EDFB-90989AF9D7B5}"/>
                </a:ext>
              </a:extLst>
            </p:cNvPr>
            <p:cNvSpPr>
              <a:spLocks noChangeShapeType="1"/>
            </p:cNvSpPr>
            <p:nvPr/>
          </p:nvSpPr>
          <p:spPr bwMode="auto">
            <a:xfrm rot="5400000">
              <a:off x="5968257" y="3768010"/>
              <a:ext cx="394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1" name="Line 27">
              <a:extLst>
                <a:ext uri="{FF2B5EF4-FFF2-40B4-BE49-F238E27FC236}">
                  <a16:creationId xmlns:a16="http://schemas.microsoft.com/office/drawing/2014/main" id="{DD29BB6C-F8AE-C8D9-6243-F35612830995}"/>
                </a:ext>
              </a:extLst>
            </p:cNvPr>
            <p:cNvSpPr>
              <a:spLocks noChangeShapeType="1"/>
            </p:cNvSpPr>
            <p:nvPr/>
          </p:nvSpPr>
          <p:spPr bwMode="auto">
            <a:xfrm>
              <a:off x="4996962" y="5226430"/>
              <a:ext cx="4770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4" name="Line 27">
              <a:extLst>
                <a:ext uri="{FF2B5EF4-FFF2-40B4-BE49-F238E27FC236}">
                  <a16:creationId xmlns:a16="http://schemas.microsoft.com/office/drawing/2014/main" id="{C0E74FF5-666B-35E5-11A7-36BAE5E9EBBF}"/>
                </a:ext>
              </a:extLst>
            </p:cNvPr>
            <p:cNvSpPr>
              <a:spLocks noChangeShapeType="1"/>
            </p:cNvSpPr>
            <p:nvPr/>
          </p:nvSpPr>
          <p:spPr bwMode="auto">
            <a:xfrm rot="10800000">
              <a:off x="2936269" y="5735316"/>
              <a:ext cx="2834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5" name="Line 27">
              <a:extLst>
                <a:ext uri="{FF2B5EF4-FFF2-40B4-BE49-F238E27FC236}">
                  <a16:creationId xmlns:a16="http://schemas.microsoft.com/office/drawing/2014/main" id="{2CB97D85-3DD0-DDBE-56EF-8E092C409656}"/>
                </a:ext>
              </a:extLst>
            </p:cNvPr>
            <p:cNvSpPr>
              <a:spLocks noChangeShapeType="1"/>
            </p:cNvSpPr>
            <p:nvPr/>
          </p:nvSpPr>
          <p:spPr bwMode="auto">
            <a:xfrm rot="10800000">
              <a:off x="5005891" y="5423427"/>
              <a:ext cx="7710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3DB88A4D-EC54-431E-5A29-8A15D6303D2B}"/>
                </a:ext>
              </a:extLst>
            </p:cNvPr>
            <p:cNvSpPr>
              <a:spLocks noChangeShapeType="1"/>
            </p:cNvSpPr>
            <p:nvPr/>
          </p:nvSpPr>
          <p:spPr bwMode="auto">
            <a:xfrm rot="10800000">
              <a:off x="6193805" y="5579468"/>
              <a:ext cx="8667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椭圆 105">
              <a:extLst>
                <a:ext uri="{FF2B5EF4-FFF2-40B4-BE49-F238E27FC236}">
                  <a16:creationId xmlns:a16="http://schemas.microsoft.com/office/drawing/2014/main" id="{A7A95291-3921-6104-7ED5-22E2EF454281}"/>
                </a:ext>
              </a:extLst>
            </p:cNvPr>
            <p:cNvSpPr/>
            <p:nvPr/>
          </p:nvSpPr>
          <p:spPr>
            <a:xfrm rot="10800000">
              <a:off x="6214824" y="5520068"/>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7" name="流程图: 延期 106">
              <a:extLst>
                <a:ext uri="{FF2B5EF4-FFF2-40B4-BE49-F238E27FC236}">
                  <a16:creationId xmlns:a16="http://schemas.microsoft.com/office/drawing/2014/main" id="{3F067536-D32E-1574-1F6F-06F34967C0E7}"/>
                </a:ext>
              </a:extLst>
            </p:cNvPr>
            <p:cNvSpPr/>
            <p:nvPr/>
          </p:nvSpPr>
          <p:spPr>
            <a:xfrm rot="10800000" flipH="1">
              <a:off x="5664024" y="5316668"/>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224" name="Line 27">
              <a:extLst>
                <a:ext uri="{FF2B5EF4-FFF2-40B4-BE49-F238E27FC236}">
                  <a16:creationId xmlns:a16="http://schemas.microsoft.com/office/drawing/2014/main" id="{3F8F985A-BD46-7D89-8EA3-20D20C2D419A}"/>
                </a:ext>
              </a:extLst>
            </p:cNvPr>
            <p:cNvSpPr>
              <a:spLocks noChangeShapeType="1"/>
            </p:cNvSpPr>
            <p:nvPr/>
          </p:nvSpPr>
          <p:spPr bwMode="auto">
            <a:xfrm rot="16200000">
              <a:off x="4899136" y="5323360"/>
              <a:ext cx="202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5" name="椭圆 224">
              <a:extLst>
                <a:ext uri="{FF2B5EF4-FFF2-40B4-BE49-F238E27FC236}">
                  <a16:creationId xmlns:a16="http://schemas.microsoft.com/office/drawing/2014/main" id="{D82E4A65-78A4-4274-B72A-ABEBCF11BA3C}"/>
                </a:ext>
              </a:extLst>
            </p:cNvPr>
            <p:cNvSpPr/>
            <p:nvPr/>
          </p:nvSpPr>
          <p:spPr>
            <a:xfrm>
              <a:off x="7017902" y="553344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6" name="Line 27">
              <a:extLst>
                <a:ext uri="{FF2B5EF4-FFF2-40B4-BE49-F238E27FC236}">
                  <a16:creationId xmlns:a16="http://schemas.microsoft.com/office/drawing/2014/main" id="{2F3223EE-7D6C-B7EF-7A0A-7F284281C114}"/>
                </a:ext>
              </a:extLst>
            </p:cNvPr>
            <p:cNvSpPr>
              <a:spLocks noChangeShapeType="1"/>
            </p:cNvSpPr>
            <p:nvPr/>
          </p:nvSpPr>
          <p:spPr bwMode="auto">
            <a:xfrm>
              <a:off x="1688623" y="5945064"/>
              <a:ext cx="53828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0" name="Line 27">
              <a:extLst>
                <a:ext uri="{FF2B5EF4-FFF2-40B4-BE49-F238E27FC236}">
                  <a16:creationId xmlns:a16="http://schemas.microsoft.com/office/drawing/2014/main" id="{E2A84E9D-90D4-52F9-9723-314EE0A2CE7A}"/>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1" name="Line 27">
              <a:extLst>
                <a:ext uri="{FF2B5EF4-FFF2-40B4-BE49-F238E27FC236}">
                  <a16:creationId xmlns:a16="http://schemas.microsoft.com/office/drawing/2014/main" id="{8E535937-CB7F-16C7-65D4-30003617CF1E}"/>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2" name="Line 27">
              <a:extLst>
                <a:ext uri="{FF2B5EF4-FFF2-40B4-BE49-F238E27FC236}">
                  <a16:creationId xmlns:a16="http://schemas.microsoft.com/office/drawing/2014/main" id="{59DC264A-1486-80C9-913C-42A70FCEA89A}"/>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4" name="椭圆 243">
              <a:extLst>
                <a:ext uri="{FF2B5EF4-FFF2-40B4-BE49-F238E27FC236}">
                  <a16:creationId xmlns:a16="http://schemas.microsoft.com/office/drawing/2014/main" id="{0A9969D8-2D0B-23D4-E570-AEF2360D362A}"/>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6" name="文本框 5">
            <a:extLst>
              <a:ext uri="{FF2B5EF4-FFF2-40B4-BE49-F238E27FC236}">
                <a16:creationId xmlns:a16="http://schemas.microsoft.com/office/drawing/2014/main" id="{3B769D99-64E7-3E92-A481-4A430ED22C79}"/>
              </a:ext>
            </a:extLst>
          </p:cNvPr>
          <p:cNvSpPr txBox="1"/>
          <p:nvPr/>
        </p:nvSpPr>
        <p:spPr>
          <a:xfrm>
            <a:off x="4320000" y="6192000"/>
            <a:ext cx="6873299"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该电路使用的 </a:t>
            </a:r>
            <a:r>
              <a:rPr lang="en-US" altLang="zh-CN" sz="2000" dirty="0">
                <a:solidFill>
                  <a:srgbClr val="002060"/>
                </a:solidFill>
                <a:latin typeface="微软雅黑" panose="020B0503020204020204" pitchFamily="34" charset="-122"/>
                <a:ea typeface="微软雅黑" panose="020B0503020204020204" pitchFamily="34" charset="-122"/>
              </a:rPr>
              <a:t>24 </a:t>
            </a:r>
            <a:r>
              <a:rPr lang="zh-CN" altLang="en-US" sz="2000" dirty="0">
                <a:solidFill>
                  <a:srgbClr val="002060"/>
                </a:solidFill>
                <a:latin typeface="微软雅黑" panose="020B0503020204020204" pitchFamily="34" charset="-122"/>
                <a:ea typeface="微软雅黑" panose="020B0503020204020204" pitchFamily="34" charset="-122"/>
              </a:rPr>
              <a:t>个有效状态为：</a:t>
            </a:r>
            <a:r>
              <a:rPr lang="en-US" altLang="zh-CN" sz="2000" dirty="0">
                <a:solidFill>
                  <a:srgbClr val="002060"/>
                </a:solidFill>
                <a:latin typeface="微软雅黑" panose="020B0503020204020204" pitchFamily="34" charset="-122"/>
                <a:ea typeface="微软雅黑" panose="020B0503020204020204" pitchFamily="34" charset="-122"/>
              </a:rPr>
              <a:t>0000 0000 ~ 0001 0111</a:t>
            </a:r>
          </a:p>
        </p:txBody>
      </p:sp>
    </p:spTree>
    <p:extLst>
      <p:ext uri="{BB962C8B-B14F-4D97-AF65-F5344CB8AC3E}">
        <p14:creationId xmlns:p14="http://schemas.microsoft.com/office/powerpoint/2010/main" val="1374235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FFD-F2AD-ABA9-CAB7-5AABB7BEACD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F7474BA-3D68-ADD3-C268-4BA482128D4B}"/>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0BFCB0-C39D-E510-BC3D-B5194EC5AA8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0AFB0C10-28FD-71EA-4784-0FC788BEB9A6}"/>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24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B9164812-2ED4-F45B-8973-A818AEF73E2F}"/>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0AB371AA-C45C-900C-EFA0-D14372844842}"/>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B4949934-B047-68AC-9CE5-9DEF3D3283C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149D08ED-54FD-E733-81E6-1C4B9027683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888A7C42-B8CB-BE41-51EC-16F0E307ACE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26</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8B9D339F-F969-3CEB-4E7D-6A005F1E545F}"/>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5" name="标题 1">
            <a:extLst>
              <a:ext uri="{FF2B5EF4-FFF2-40B4-BE49-F238E27FC236}">
                <a16:creationId xmlns:a16="http://schemas.microsoft.com/office/drawing/2014/main" id="{EBACE586-598E-C90D-B33F-FC527DE34D8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3" name="文本框 2">
            <a:extLst>
              <a:ext uri="{FF2B5EF4-FFF2-40B4-BE49-F238E27FC236}">
                <a16:creationId xmlns:a16="http://schemas.microsoft.com/office/drawing/2014/main" id="{2D8162E9-2623-9B0C-A210-D353593EC163}"/>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同步置数</a:t>
            </a:r>
          </a:p>
        </p:txBody>
      </p:sp>
      <p:grpSp>
        <p:nvGrpSpPr>
          <p:cNvPr id="22" name="组合 21">
            <a:extLst>
              <a:ext uri="{FF2B5EF4-FFF2-40B4-BE49-F238E27FC236}">
                <a16:creationId xmlns:a16="http://schemas.microsoft.com/office/drawing/2014/main" id="{E8AC749A-8AC0-E2CB-FD0D-E4E1C36B84FB}"/>
              </a:ext>
            </a:extLst>
          </p:cNvPr>
          <p:cNvGrpSpPr/>
          <p:nvPr/>
        </p:nvGrpSpPr>
        <p:grpSpPr>
          <a:xfrm>
            <a:off x="1171907" y="2551227"/>
            <a:ext cx="9858044" cy="3401170"/>
            <a:chOff x="1171907" y="2551227"/>
            <a:chExt cx="9858044" cy="3401170"/>
          </a:xfrm>
        </p:grpSpPr>
        <p:sp>
          <p:nvSpPr>
            <p:cNvPr id="10" name="Line 27">
              <a:extLst>
                <a:ext uri="{FF2B5EF4-FFF2-40B4-BE49-F238E27FC236}">
                  <a16:creationId xmlns:a16="http://schemas.microsoft.com/office/drawing/2014/main" id="{CC1B319D-9B85-6DE7-5EF5-E26806CD412B}"/>
                </a:ext>
              </a:extLst>
            </p:cNvPr>
            <p:cNvSpPr>
              <a:spLocks noChangeShapeType="1"/>
            </p:cNvSpPr>
            <p:nvPr/>
          </p:nvSpPr>
          <p:spPr bwMode="auto">
            <a:xfrm rot="10800000">
              <a:off x="4395884" y="5531029"/>
              <a:ext cx="13787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 name="Line 27">
              <a:extLst>
                <a:ext uri="{FF2B5EF4-FFF2-40B4-BE49-F238E27FC236}">
                  <a16:creationId xmlns:a16="http://schemas.microsoft.com/office/drawing/2014/main" id="{043615CB-D40A-9289-F9BC-4C4CA9506E97}"/>
                </a:ext>
              </a:extLst>
            </p:cNvPr>
            <p:cNvSpPr>
              <a:spLocks noChangeShapeType="1"/>
            </p:cNvSpPr>
            <p:nvPr/>
          </p:nvSpPr>
          <p:spPr bwMode="auto">
            <a:xfrm rot="10800000">
              <a:off x="3909884" y="5630400"/>
              <a:ext cx="1862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9" name="Line 27">
              <a:extLst>
                <a:ext uri="{FF2B5EF4-FFF2-40B4-BE49-F238E27FC236}">
                  <a16:creationId xmlns:a16="http://schemas.microsoft.com/office/drawing/2014/main" id="{369A9619-61C9-1F61-ACAF-696DAC39134F}"/>
                </a:ext>
              </a:extLst>
            </p:cNvPr>
            <p:cNvSpPr>
              <a:spLocks noChangeShapeType="1"/>
            </p:cNvSpPr>
            <p:nvPr/>
          </p:nvSpPr>
          <p:spPr bwMode="auto">
            <a:xfrm>
              <a:off x="5336411" y="3742854"/>
              <a:ext cx="8198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 name="Line 27">
              <a:extLst>
                <a:ext uri="{FF2B5EF4-FFF2-40B4-BE49-F238E27FC236}">
                  <a16:creationId xmlns:a16="http://schemas.microsoft.com/office/drawing/2014/main" id="{A69743FF-CD53-277D-5340-93E161B45239}"/>
                </a:ext>
              </a:extLst>
            </p:cNvPr>
            <p:cNvSpPr>
              <a:spLocks noChangeShapeType="1"/>
            </p:cNvSpPr>
            <p:nvPr/>
          </p:nvSpPr>
          <p:spPr bwMode="auto">
            <a:xfrm rot="5400000">
              <a:off x="4551027"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A8E0743E-281B-19E7-DCE7-F44835DE2C06}"/>
                </a:ext>
              </a:extLst>
            </p:cNvPr>
            <p:cNvSpPr>
              <a:spLocks noChangeShapeType="1"/>
            </p:cNvSpPr>
            <p:nvPr/>
          </p:nvSpPr>
          <p:spPr bwMode="auto">
            <a:xfrm>
              <a:off x="4542545"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63" name="直接连接符 62">
              <a:extLst>
                <a:ext uri="{FF2B5EF4-FFF2-40B4-BE49-F238E27FC236}">
                  <a16:creationId xmlns:a16="http://schemas.microsoft.com/office/drawing/2014/main" id="{E4C1B020-9473-C0B3-8F29-50CF529EAAAD}"/>
                </a:ext>
              </a:extLst>
            </p:cNvPr>
            <p:cNvCxnSpPr>
              <a:cxnSpLocks/>
              <a:endCxn id="72" idx="0"/>
            </p:cNvCxnSpPr>
            <p:nvPr/>
          </p:nvCxnSpPr>
          <p:spPr>
            <a:xfrm>
              <a:off x="2936270"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128CFFDB-F314-3FEB-5B20-E13E1EAE626D}"/>
                </a:ext>
              </a:extLst>
            </p:cNvPr>
            <p:cNvCxnSpPr>
              <a:cxnSpLocks/>
            </p:cNvCxnSpPr>
            <p:nvPr/>
          </p:nvCxnSpPr>
          <p:spPr>
            <a:xfrm>
              <a:off x="3423885" y="3066430"/>
              <a:ext cx="0" cy="26597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3B6131E6-13AB-5A4D-FDA9-8151412429B1}"/>
                </a:ext>
              </a:extLst>
            </p:cNvPr>
            <p:cNvCxnSpPr>
              <a:cxnSpLocks/>
            </p:cNvCxnSpPr>
            <p:nvPr/>
          </p:nvCxnSpPr>
          <p:spPr>
            <a:xfrm>
              <a:off x="3909885" y="3066430"/>
              <a:ext cx="0" cy="25639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8F646B-C858-CD22-0C78-9BB9D399B15C}"/>
                </a:ext>
              </a:extLst>
            </p:cNvPr>
            <p:cNvCxnSpPr>
              <a:cxnSpLocks/>
              <a:endCxn id="10" idx="1"/>
            </p:cNvCxnSpPr>
            <p:nvPr/>
          </p:nvCxnSpPr>
          <p:spPr>
            <a:xfrm flipH="1">
              <a:off x="4395884" y="3066430"/>
              <a:ext cx="1" cy="24645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0D99A393-2272-140B-2956-7E1FB0872FC6}"/>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5F6E5989-6E31-CE41-25E8-18490710B09A}"/>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8" name="文本框 67">
                  <a:extLst>
                    <a:ext uri="{FF2B5EF4-FFF2-40B4-BE49-F238E27FC236}">
                      <a16:creationId xmlns:a16="http://schemas.microsoft.com/office/drawing/2014/main" id="{5F6E5989-6E31-CE41-25E8-18490710B09A}"/>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5"/>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C65C86D4-1887-E5BA-9C1A-25DE02506CD3}"/>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9" name="文本框 68">
                  <a:extLst>
                    <a:ext uri="{FF2B5EF4-FFF2-40B4-BE49-F238E27FC236}">
                      <a16:creationId xmlns:a16="http://schemas.microsoft.com/office/drawing/2014/main" id="{C65C86D4-1887-E5BA-9C1A-25DE02506CD3}"/>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0667907C-B871-0F74-00B0-76F712913459}"/>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0" name="文本框 69">
                  <a:extLst>
                    <a:ext uri="{FF2B5EF4-FFF2-40B4-BE49-F238E27FC236}">
                      <a16:creationId xmlns:a16="http://schemas.microsoft.com/office/drawing/2014/main" id="{0667907C-B871-0F74-00B0-76F712913459}"/>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7"/>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0580DE34-85A7-F05C-3090-64CC409149AC}"/>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1" name="文本框 70">
                  <a:extLst>
                    <a:ext uri="{FF2B5EF4-FFF2-40B4-BE49-F238E27FC236}">
                      <a16:creationId xmlns:a16="http://schemas.microsoft.com/office/drawing/2014/main" id="{0580DE34-85A7-F05C-3090-64CC409149AC}"/>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8"/>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00D52DFF-899F-5F21-53CA-0C7533CFD6D8}"/>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72" name="文本框 71">
                  <a:extLst>
                    <a:ext uri="{FF2B5EF4-FFF2-40B4-BE49-F238E27FC236}">
                      <a16:creationId xmlns:a16="http://schemas.microsoft.com/office/drawing/2014/main" id="{00D52DFF-899F-5F21-53CA-0C7533CFD6D8}"/>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9"/>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8733D93F-61CD-4796-A10D-34A9E8ABD0C8}"/>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73" name="文本框 72">
                  <a:extLst>
                    <a:ext uri="{FF2B5EF4-FFF2-40B4-BE49-F238E27FC236}">
                      <a16:creationId xmlns:a16="http://schemas.microsoft.com/office/drawing/2014/main" id="{8733D93F-61CD-4796-A10D-34A9E8ABD0C8}"/>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0958744B-FECC-D1CA-109F-C8FDF3D4BBF0}"/>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4" name="文本框 73">
                  <a:extLst>
                    <a:ext uri="{FF2B5EF4-FFF2-40B4-BE49-F238E27FC236}">
                      <a16:creationId xmlns:a16="http://schemas.microsoft.com/office/drawing/2014/main" id="{0958744B-FECC-D1CA-109F-C8FDF3D4BBF0}"/>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11"/>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8FD22C67-F219-0BB1-1722-3642FE744F10}"/>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5" name="文本框 74">
                  <a:extLst>
                    <a:ext uri="{FF2B5EF4-FFF2-40B4-BE49-F238E27FC236}">
                      <a16:creationId xmlns:a16="http://schemas.microsoft.com/office/drawing/2014/main" id="{8FD22C67-F219-0BB1-1722-3642FE744F10}"/>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12"/>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4D2F2B7B-6A7B-02FE-5465-A338582C46B3}"/>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76" name="文本框 75">
                  <a:extLst>
                    <a:ext uri="{FF2B5EF4-FFF2-40B4-BE49-F238E27FC236}">
                      <a16:creationId xmlns:a16="http://schemas.microsoft.com/office/drawing/2014/main" id="{4D2F2B7B-6A7B-02FE-5465-A338582C46B3}"/>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13"/>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745DA6BE-10D4-2443-7385-2B233B907257}"/>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77" name="文本框 76">
                  <a:extLst>
                    <a:ext uri="{FF2B5EF4-FFF2-40B4-BE49-F238E27FC236}">
                      <a16:creationId xmlns:a16="http://schemas.microsoft.com/office/drawing/2014/main" id="{745DA6BE-10D4-2443-7385-2B233B907257}"/>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2AD55C5B-CE20-80B0-0EB7-31A3B63B2BC0}"/>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78" name="文本框 77">
                  <a:extLst>
                    <a:ext uri="{FF2B5EF4-FFF2-40B4-BE49-F238E27FC236}">
                      <a16:creationId xmlns:a16="http://schemas.microsoft.com/office/drawing/2014/main" id="{2AD55C5B-CE20-80B0-0EB7-31A3B63B2BC0}"/>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15"/>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BD5A0D71-3696-3F25-B3AD-707196B7888E}"/>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79" name="文本框 78">
                  <a:extLst>
                    <a:ext uri="{FF2B5EF4-FFF2-40B4-BE49-F238E27FC236}">
                      <a16:creationId xmlns:a16="http://schemas.microsoft.com/office/drawing/2014/main" id="{BD5A0D71-3696-3F25-B3AD-707196B7888E}"/>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16"/>
                  <a:stretch>
                    <a:fillRect l="-1053"/>
                  </a:stretch>
                </a:blipFill>
              </p:spPr>
              <p:txBody>
                <a:bodyPr/>
                <a:lstStyle/>
                <a:p>
                  <a:r>
                    <a:rPr lang="zh-CN" altLang="en-US">
                      <a:noFill/>
                    </a:rPr>
                    <a:t> </a:t>
                  </a:r>
                </a:p>
              </p:txBody>
            </p:sp>
          </mc:Fallback>
        </mc:AlternateContent>
        <p:sp>
          <p:nvSpPr>
            <p:cNvPr id="80" name="Line 27">
              <a:extLst>
                <a:ext uri="{FF2B5EF4-FFF2-40B4-BE49-F238E27FC236}">
                  <a16:creationId xmlns:a16="http://schemas.microsoft.com/office/drawing/2014/main" id="{862B7991-1A70-AFAC-7C73-BBA0D73A94B4}"/>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1" name="Line 27">
              <a:extLst>
                <a:ext uri="{FF2B5EF4-FFF2-40B4-BE49-F238E27FC236}">
                  <a16:creationId xmlns:a16="http://schemas.microsoft.com/office/drawing/2014/main" id="{585E0B50-2ABC-B795-6E6D-F3DBC57BFB65}"/>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2" name="Line 27">
              <a:extLst>
                <a:ext uri="{FF2B5EF4-FFF2-40B4-BE49-F238E27FC236}">
                  <a16:creationId xmlns:a16="http://schemas.microsoft.com/office/drawing/2014/main" id="{F20E79F1-2375-2396-6620-E2F172A5914B}"/>
                </a:ext>
              </a:extLst>
            </p:cNvPr>
            <p:cNvSpPr>
              <a:spLocks noChangeShapeType="1"/>
            </p:cNvSpPr>
            <p:nvPr/>
          </p:nvSpPr>
          <p:spPr bwMode="auto">
            <a:xfrm>
              <a:off x="1535084" y="4350238"/>
              <a:ext cx="4703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椭圆 82">
              <a:extLst>
                <a:ext uri="{FF2B5EF4-FFF2-40B4-BE49-F238E27FC236}">
                  <a16:creationId xmlns:a16="http://schemas.microsoft.com/office/drawing/2014/main" id="{91D2C42C-B0F2-AC71-6E0A-39DA865036D9}"/>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4" name="Line 27">
              <a:extLst>
                <a:ext uri="{FF2B5EF4-FFF2-40B4-BE49-F238E27FC236}">
                  <a16:creationId xmlns:a16="http://schemas.microsoft.com/office/drawing/2014/main" id="{52A65448-306A-4672-9D76-000AA1090D1C}"/>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5" name="椭圆 84">
              <a:extLst>
                <a:ext uri="{FF2B5EF4-FFF2-40B4-BE49-F238E27FC236}">
                  <a16:creationId xmlns:a16="http://schemas.microsoft.com/office/drawing/2014/main" id="{6CAE4A03-333F-CD72-B421-BD41FC15C515}"/>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DBF1E919-1378-9A3C-F232-79C4918301EC}"/>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86" name="文本框 85">
                  <a:extLst>
                    <a:ext uri="{FF2B5EF4-FFF2-40B4-BE49-F238E27FC236}">
                      <a16:creationId xmlns:a16="http://schemas.microsoft.com/office/drawing/2014/main" id="{DBF1E919-1378-9A3C-F232-79C4918301EC}"/>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17"/>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5949E3AF-5AF5-83A8-9157-A3EA082B2660}"/>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87" name="文本框 86">
                  <a:extLst>
                    <a:ext uri="{FF2B5EF4-FFF2-40B4-BE49-F238E27FC236}">
                      <a16:creationId xmlns:a16="http://schemas.microsoft.com/office/drawing/2014/main" id="{5949E3AF-5AF5-83A8-9157-A3EA082B2660}"/>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18"/>
                  <a:stretch>
                    <a:fillRect r="-1053"/>
                  </a:stretch>
                </a:blipFill>
              </p:spPr>
              <p:txBody>
                <a:bodyPr/>
                <a:lstStyle/>
                <a:p>
                  <a:r>
                    <a:rPr lang="zh-CN" altLang="en-US">
                      <a:noFill/>
                    </a:rPr>
                    <a:t> </a:t>
                  </a:r>
                </a:p>
              </p:txBody>
            </p:sp>
          </mc:Fallback>
        </mc:AlternateContent>
        <p:sp>
          <p:nvSpPr>
            <p:cNvPr id="88" name="Line 27">
              <a:extLst>
                <a:ext uri="{FF2B5EF4-FFF2-40B4-BE49-F238E27FC236}">
                  <a16:creationId xmlns:a16="http://schemas.microsoft.com/office/drawing/2014/main" id="{2613F6DE-FF00-DF53-EC34-95ECF6CDC620}"/>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等腰三角形 88">
              <a:extLst>
                <a:ext uri="{FF2B5EF4-FFF2-40B4-BE49-F238E27FC236}">
                  <a16:creationId xmlns:a16="http://schemas.microsoft.com/office/drawing/2014/main" id="{92322AA4-7AC8-7A51-C98C-31C2F39D4E0A}"/>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91" name="Line 27">
              <a:extLst>
                <a:ext uri="{FF2B5EF4-FFF2-40B4-BE49-F238E27FC236}">
                  <a16:creationId xmlns:a16="http://schemas.microsoft.com/office/drawing/2014/main" id="{CEE3F6ED-5B03-B888-EE36-97E5C31F8C7A}"/>
                </a:ext>
              </a:extLst>
            </p:cNvPr>
            <p:cNvSpPr>
              <a:spLocks noChangeShapeType="1"/>
            </p:cNvSpPr>
            <p:nvPr/>
          </p:nvSpPr>
          <p:spPr bwMode="auto">
            <a:xfrm rot="5400000">
              <a:off x="1117197" y="4153142"/>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2" name="椭圆 91">
              <a:extLst>
                <a:ext uri="{FF2B5EF4-FFF2-40B4-BE49-F238E27FC236}">
                  <a16:creationId xmlns:a16="http://schemas.microsoft.com/office/drawing/2014/main" id="{979B243F-530D-484F-B626-22876633F248}"/>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3" name="椭圆 92">
              <a:extLst>
                <a:ext uri="{FF2B5EF4-FFF2-40B4-BE49-F238E27FC236}">
                  <a16:creationId xmlns:a16="http://schemas.microsoft.com/office/drawing/2014/main" id="{943119C3-081D-FFC5-2872-C68FBC95F252}"/>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9" name="Line 27">
              <a:extLst>
                <a:ext uri="{FF2B5EF4-FFF2-40B4-BE49-F238E27FC236}">
                  <a16:creationId xmlns:a16="http://schemas.microsoft.com/office/drawing/2014/main" id="{1D92A030-6D1E-BDCA-25E5-56A5205744CE}"/>
                </a:ext>
              </a:extLst>
            </p:cNvPr>
            <p:cNvSpPr>
              <a:spLocks noChangeShapeType="1"/>
            </p:cNvSpPr>
            <p:nvPr/>
          </p:nvSpPr>
          <p:spPr bwMode="auto">
            <a:xfrm>
              <a:off x="2929859"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0" name="椭圆 99">
              <a:extLst>
                <a:ext uri="{FF2B5EF4-FFF2-40B4-BE49-F238E27FC236}">
                  <a16:creationId xmlns:a16="http://schemas.microsoft.com/office/drawing/2014/main" id="{B2A658C7-1362-820D-4282-292A48355AE7}"/>
                </a:ext>
              </a:extLst>
            </p:cNvPr>
            <p:cNvSpPr/>
            <p:nvPr/>
          </p:nvSpPr>
          <p:spPr>
            <a:xfrm flipV="1">
              <a:off x="3376913"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1" name="椭圆 100">
              <a:extLst>
                <a:ext uri="{FF2B5EF4-FFF2-40B4-BE49-F238E27FC236}">
                  <a16:creationId xmlns:a16="http://schemas.microsoft.com/office/drawing/2014/main" id="{98120661-1195-0277-F3EF-B04A270A76C2}"/>
                </a:ext>
              </a:extLst>
            </p:cNvPr>
            <p:cNvSpPr/>
            <p:nvPr/>
          </p:nvSpPr>
          <p:spPr>
            <a:xfrm flipV="1">
              <a:off x="3863023"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2" name="椭圆 101">
              <a:extLst>
                <a:ext uri="{FF2B5EF4-FFF2-40B4-BE49-F238E27FC236}">
                  <a16:creationId xmlns:a16="http://schemas.microsoft.com/office/drawing/2014/main" id="{E9C71A7B-CA09-31C7-C8C6-4EE14A03A165}"/>
                </a:ext>
              </a:extLst>
            </p:cNvPr>
            <p:cNvSpPr/>
            <p:nvPr/>
          </p:nvSpPr>
          <p:spPr>
            <a:xfrm flipV="1">
              <a:off x="4349023"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3" name="文本框 102">
              <a:extLst>
                <a:ext uri="{FF2B5EF4-FFF2-40B4-BE49-F238E27FC236}">
                  <a16:creationId xmlns:a16="http://schemas.microsoft.com/office/drawing/2014/main" id="{4A34239D-8B3E-7791-26BA-8BC620AD2660}"/>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04" name="Line 27">
              <a:extLst>
                <a:ext uri="{FF2B5EF4-FFF2-40B4-BE49-F238E27FC236}">
                  <a16:creationId xmlns:a16="http://schemas.microsoft.com/office/drawing/2014/main" id="{BC785B16-8FBD-12EB-4B8A-905DA9B504A0}"/>
                </a:ext>
              </a:extLst>
            </p:cNvPr>
            <p:cNvSpPr>
              <a:spLocks noChangeShapeType="1"/>
            </p:cNvSpPr>
            <p:nvPr/>
          </p:nvSpPr>
          <p:spPr bwMode="auto">
            <a:xfrm rot="5400000">
              <a:off x="740438" y="5148304"/>
              <a:ext cx="15961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09D7A3C7-FC05-08D3-1B39-760614533983}"/>
                </a:ext>
              </a:extLst>
            </p:cNvPr>
            <p:cNvSpPr>
              <a:spLocks noChangeShapeType="1"/>
            </p:cNvSpPr>
            <p:nvPr/>
          </p:nvSpPr>
          <p:spPr bwMode="auto">
            <a:xfrm flipH="1">
              <a:off x="10012116" y="3742854"/>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0" name="Line 27">
              <a:extLst>
                <a:ext uri="{FF2B5EF4-FFF2-40B4-BE49-F238E27FC236}">
                  <a16:creationId xmlns:a16="http://schemas.microsoft.com/office/drawing/2014/main" id="{83E5951B-30EE-6C8C-B0D7-DF28338876CF}"/>
                </a:ext>
              </a:extLst>
            </p:cNvPr>
            <p:cNvSpPr>
              <a:spLocks noChangeShapeType="1"/>
            </p:cNvSpPr>
            <p:nvPr/>
          </p:nvSpPr>
          <p:spPr bwMode="auto">
            <a:xfrm rot="5400000">
              <a:off x="9922922" y="3151353"/>
              <a:ext cx="178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75B54D91-2643-E063-ADD5-0C9220959530}"/>
                </a:ext>
              </a:extLst>
            </p:cNvPr>
            <p:cNvSpPr>
              <a:spLocks noChangeShapeType="1"/>
            </p:cNvSpPr>
            <p:nvPr/>
          </p:nvSpPr>
          <p:spPr bwMode="auto">
            <a:xfrm>
              <a:off x="9914440" y="3240549"/>
              <a:ext cx="19535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112" name="直接连接符 111">
              <a:extLst>
                <a:ext uri="{FF2B5EF4-FFF2-40B4-BE49-F238E27FC236}">
                  <a16:creationId xmlns:a16="http://schemas.microsoft.com/office/drawing/2014/main" id="{2DC34850-8A17-3AB0-196B-BB6830463803}"/>
                </a:ext>
              </a:extLst>
            </p:cNvPr>
            <p:cNvCxnSpPr>
              <a:cxnSpLocks/>
              <a:endCxn id="121" idx="0"/>
            </p:cNvCxnSpPr>
            <p:nvPr/>
          </p:nvCxnSpPr>
          <p:spPr>
            <a:xfrm>
              <a:off x="8308165" y="3067485"/>
              <a:ext cx="808" cy="14562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CCA0DBF3-C0C8-288A-0BF5-D9EA3808998B}"/>
                </a:ext>
              </a:extLst>
            </p:cNvPr>
            <p:cNvCxnSpPr>
              <a:cxnSpLocks/>
              <a:endCxn id="122" idx="0"/>
            </p:cNvCxnSpPr>
            <p:nvPr/>
          </p:nvCxnSpPr>
          <p:spPr>
            <a:xfrm flipH="1">
              <a:off x="8794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741CD798-F396-7696-F574-4CAB91BFB9C0}"/>
                </a:ext>
              </a:extLst>
            </p:cNvPr>
            <p:cNvCxnSpPr>
              <a:cxnSpLocks/>
              <a:endCxn id="123" idx="0"/>
            </p:cNvCxnSpPr>
            <p:nvPr/>
          </p:nvCxnSpPr>
          <p:spPr>
            <a:xfrm flipH="1">
              <a:off x="9280974" y="3066430"/>
              <a:ext cx="806" cy="14573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3736ECF-F49C-56FF-4E75-DAC811065663}"/>
                </a:ext>
              </a:extLst>
            </p:cNvPr>
            <p:cNvCxnSpPr>
              <a:cxnSpLocks/>
            </p:cNvCxnSpPr>
            <p:nvPr/>
          </p:nvCxnSpPr>
          <p:spPr>
            <a:xfrm>
              <a:off x="9767780" y="3066430"/>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矩形 115">
              <a:extLst>
                <a:ext uri="{FF2B5EF4-FFF2-40B4-BE49-F238E27FC236}">
                  <a16:creationId xmlns:a16="http://schemas.microsoft.com/office/drawing/2014/main" id="{BF25DC6F-5B6C-F0E5-91CC-83C8A2284C5E}"/>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9BC5BAC6-D996-B809-8365-08204275F40E}"/>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17" name="文本框 116">
                  <a:extLst>
                    <a:ext uri="{FF2B5EF4-FFF2-40B4-BE49-F238E27FC236}">
                      <a16:creationId xmlns:a16="http://schemas.microsoft.com/office/drawing/2014/main" id="{9BC5BAC6-D996-B809-8365-08204275F40E}"/>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1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089D06A8-BE97-6D2F-9388-39F37069C950}"/>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18" name="文本框 117">
                  <a:extLst>
                    <a:ext uri="{FF2B5EF4-FFF2-40B4-BE49-F238E27FC236}">
                      <a16:creationId xmlns:a16="http://schemas.microsoft.com/office/drawing/2014/main" id="{089D06A8-BE97-6D2F-9388-39F37069C950}"/>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20"/>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8E26B683-8EB1-2734-DE3C-6264BCB25295}"/>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19" name="文本框 118">
                  <a:extLst>
                    <a:ext uri="{FF2B5EF4-FFF2-40B4-BE49-F238E27FC236}">
                      <a16:creationId xmlns:a16="http://schemas.microsoft.com/office/drawing/2014/main" id="{8E26B683-8EB1-2734-DE3C-6264BCB25295}"/>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21"/>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A3C55D72-7D23-FE5E-F459-719986895412}"/>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0" name="文本框 119">
                  <a:extLst>
                    <a:ext uri="{FF2B5EF4-FFF2-40B4-BE49-F238E27FC236}">
                      <a16:creationId xmlns:a16="http://schemas.microsoft.com/office/drawing/2014/main" id="{A3C55D72-7D23-FE5E-F459-719986895412}"/>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22"/>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7753C5AD-A592-C2A3-CD31-52D3407300EF}"/>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21" name="文本框 120">
                  <a:extLst>
                    <a:ext uri="{FF2B5EF4-FFF2-40B4-BE49-F238E27FC236}">
                      <a16:creationId xmlns:a16="http://schemas.microsoft.com/office/drawing/2014/main" id="{7753C5AD-A592-C2A3-CD31-52D3407300EF}"/>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2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E4D9CE48-21F5-B275-64D1-05FF5E66637E}"/>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22" name="文本框 121">
                  <a:extLst>
                    <a:ext uri="{FF2B5EF4-FFF2-40B4-BE49-F238E27FC236}">
                      <a16:creationId xmlns:a16="http://schemas.microsoft.com/office/drawing/2014/main" id="{E4D9CE48-21F5-B275-64D1-05FF5E66637E}"/>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24"/>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E99F21DB-64F0-9FC6-2FEB-7E980E726B20}"/>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23" name="文本框 122">
                  <a:extLst>
                    <a:ext uri="{FF2B5EF4-FFF2-40B4-BE49-F238E27FC236}">
                      <a16:creationId xmlns:a16="http://schemas.microsoft.com/office/drawing/2014/main" id="{E99F21DB-64F0-9FC6-2FEB-7E980E726B20}"/>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25"/>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58EAC044-2B14-56AA-15B7-17F2D1337DD2}"/>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4" name="文本框 123">
                  <a:extLst>
                    <a:ext uri="{FF2B5EF4-FFF2-40B4-BE49-F238E27FC236}">
                      <a16:creationId xmlns:a16="http://schemas.microsoft.com/office/drawing/2014/main" id="{58EAC044-2B14-56AA-15B7-17F2D1337DD2}"/>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26"/>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E917C779-8017-A263-F65D-639CDF463E56}"/>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125" name="文本框 124">
                  <a:extLst>
                    <a:ext uri="{FF2B5EF4-FFF2-40B4-BE49-F238E27FC236}">
                      <a16:creationId xmlns:a16="http://schemas.microsoft.com/office/drawing/2014/main" id="{E917C779-8017-A263-F65D-639CDF463E56}"/>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27"/>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F7E09BF3-9B4D-1800-54F4-1B565AFEF8A7}"/>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126" name="文本框 125">
                  <a:extLst>
                    <a:ext uri="{FF2B5EF4-FFF2-40B4-BE49-F238E27FC236}">
                      <a16:creationId xmlns:a16="http://schemas.microsoft.com/office/drawing/2014/main" id="{F7E09BF3-9B4D-1800-54F4-1B565AFEF8A7}"/>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3BBA3818-B885-7A29-B0D6-42A6B492EC15}"/>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127" name="文本框 126">
                  <a:extLst>
                    <a:ext uri="{FF2B5EF4-FFF2-40B4-BE49-F238E27FC236}">
                      <a16:creationId xmlns:a16="http://schemas.microsoft.com/office/drawing/2014/main" id="{3BBA3818-B885-7A29-B0D6-42A6B492EC15}"/>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29"/>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88854DC5-84EB-903F-4EF7-C40105F91A27}"/>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128" name="文本框 127">
                  <a:extLst>
                    <a:ext uri="{FF2B5EF4-FFF2-40B4-BE49-F238E27FC236}">
                      <a16:creationId xmlns:a16="http://schemas.microsoft.com/office/drawing/2014/main" id="{88854DC5-84EB-903F-4EF7-C40105F91A27}"/>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30"/>
                  <a:stretch>
                    <a:fillRect l="-1053"/>
                  </a:stretch>
                </a:blipFill>
              </p:spPr>
              <p:txBody>
                <a:bodyPr/>
                <a:lstStyle/>
                <a:p>
                  <a:r>
                    <a:rPr lang="zh-CN" altLang="en-US">
                      <a:noFill/>
                    </a:rPr>
                    <a:t> </a:t>
                  </a:r>
                </a:p>
              </p:txBody>
            </p:sp>
          </mc:Fallback>
        </mc:AlternateContent>
        <p:sp>
          <p:nvSpPr>
            <p:cNvPr id="130" name="Line 27">
              <a:extLst>
                <a:ext uri="{FF2B5EF4-FFF2-40B4-BE49-F238E27FC236}">
                  <a16:creationId xmlns:a16="http://schemas.microsoft.com/office/drawing/2014/main" id="{0BF7552D-DD73-980A-D131-7EF45375BA39}"/>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4351489E-6B9A-344C-30D0-4F9F576FD361}"/>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C8759942-2DAF-EBB7-C3D8-34A13257A16B}"/>
                </a:ext>
              </a:extLst>
            </p:cNvPr>
            <p:cNvSpPr>
              <a:spLocks noChangeShapeType="1"/>
            </p:cNvSpPr>
            <p:nvPr/>
          </p:nvSpPr>
          <p:spPr bwMode="auto">
            <a:xfrm>
              <a:off x="6612591" y="4350238"/>
              <a:ext cx="7647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椭圆 132">
              <a:extLst>
                <a:ext uri="{FF2B5EF4-FFF2-40B4-BE49-F238E27FC236}">
                  <a16:creationId xmlns:a16="http://schemas.microsoft.com/office/drawing/2014/main" id="{5707529F-5DA6-8A4F-8039-E62DE0E42F2B}"/>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4" name="Line 27">
              <a:extLst>
                <a:ext uri="{FF2B5EF4-FFF2-40B4-BE49-F238E27FC236}">
                  <a16:creationId xmlns:a16="http://schemas.microsoft.com/office/drawing/2014/main" id="{C1A82E3E-9FE8-0D08-C727-28A19BD54CCC}"/>
                </a:ext>
              </a:extLst>
            </p:cNvPr>
            <p:cNvSpPr>
              <a:spLocks noChangeShapeType="1"/>
            </p:cNvSpPr>
            <p:nvPr/>
          </p:nvSpPr>
          <p:spPr bwMode="auto">
            <a:xfrm>
              <a:off x="7059706" y="4729415"/>
              <a:ext cx="3176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椭圆 134">
              <a:extLst>
                <a:ext uri="{FF2B5EF4-FFF2-40B4-BE49-F238E27FC236}">
                  <a16:creationId xmlns:a16="http://schemas.microsoft.com/office/drawing/2014/main" id="{438214CC-A3A0-2CC5-1793-890C2B867909}"/>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4CAC55AD-460A-89E1-1374-2D90F718AF6F}"/>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136" name="文本框 135">
                  <a:extLst>
                    <a:ext uri="{FF2B5EF4-FFF2-40B4-BE49-F238E27FC236}">
                      <a16:creationId xmlns:a16="http://schemas.microsoft.com/office/drawing/2014/main" id="{4CAC55AD-460A-89E1-1374-2D90F718AF6F}"/>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31"/>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A93A3DCD-369C-3638-D58A-DFF3EED545A3}"/>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137" name="文本框 136">
                  <a:extLst>
                    <a:ext uri="{FF2B5EF4-FFF2-40B4-BE49-F238E27FC236}">
                      <a16:creationId xmlns:a16="http://schemas.microsoft.com/office/drawing/2014/main" id="{A93A3DCD-369C-3638-D58A-DFF3EED545A3}"/>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32"/>
                  <a:stretch>
                    <a:fillRect r="-1053"/>
                  </a:stretch>
                </a:blipFill>
              </p:spPr>
              <p:txBody>
                <a:bodyPr/>
                <a:lstStyle/>
                <a:p>
                  <a:r>
                    <a:rPr lang="zh-CN" altLang="en-US">
                      <a:noFill/>
                    </a:rPr>
                    <a:t> </a:t>
                  </a:r>
                </a:p>
              </p:txBody>
            </p:sp>
          </mc:Fallback>
        </mc:AlternateContent>
        <p:sp>
          <p:nvSpPr>
            <p:cNvPr id="139" name="Line 27">
              <a:extLst>
                <a:ext uri="{FF2B5EF4-FFF2-40B4-BE49-F238E27FC236}">
                  <a16:creationId xmlns:a16="http://schemas.microsoft.com/office/drawing/2014/main" id="{2EACBC5F-E989-171E-7502-9D7F8231E43F}"/>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等腰三角形 139">
              <a:extLst>
                <a:ext uri="{FF2B5EF4-FFF2-40B4-BE49-F238E27FC236}">
                  <a16:creationId xmlns:a16="http://schemas.microsoft.com/office/drawing/2014/main" id="{5A066E9A-171F-3AF4-38EC-FA70A12A1C64}"/>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56" name="Line 27">
              <a:extLst>
                <a:ext uri="{FF2B5EF4-FFF2-40B4-BE49-F238E27FC236}">
                  <a16:creationId xmlns:a16="http://schemas.microsoft.com/office/drawing/2014/main" id="{223FD9C6-DE41-91B5-3A19-8FC103E2F78B}"/>
                </a:ext>
              </a:extLst>
            </p:cNvPr>
            <p:cNvSpPr>
              <a:spLocks noChangeShapeType="1"/>
            </p:cNvSpPr>
            <p:nvPr/>
          </p:nvSpPr>
          <p:spPr bwMode="auto">
            <a:xfrm>
              <a:off x="8301754" y="3065870"/>
              <a:ext cx="17197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椭圆 158">
              <a:extLst>
                <a:ext uri="{FF2B5EF4-FFF2-40B4-BE49-F238E27FC236}">
                  <a16:creationId xmlns:a16="http://schemas.microsoft.com/office/drawing/2014/main" id="{DE1438B4-ADD0-8FB3-5654-E708A4FACE7C}"/>
                </a:ext>
              </a:extLst>
            </p:cNvPr>
            <p:cNvSpPr/>
            <p:nvPr/>
          </p:nvSpPr>
          <p:spPr>
            <a:xfrm flipV="1">
              <a:off x="8748808" y="301866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0" name="椭圆 159">
              <a:extLst>
                <a:ext uri="{FF2B5EF4-FFF2-40B4-BE49-F238E27FC236}">
                  <a16:creationId xmlns:a16="http://schemas.microsoft.com/office/drawing/2014/main" id="{0DC98E8C-FF6E-F057-4C56-935CAA59AEA8}"/>
                </a:ext>
              </a:extLst>
            </p:cNvPr>
            <p:cNvSpPr/>
            <p:nvPr/>
          </p:nvSpPr>
          <p:spPr>
            <a:xfrm flipV="1">
              <a:off x="9234918" y="301963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8" name="椭圆 197">
              <a:extLst>
                <a:ext uri="{FF2B5EF4-FFF2-40B4-BE49-F238E27FC236}">
                  <a16:creationId xmlns:a16="http://schemas.microsoft.com/office/drawing/2014/main" id="{ED40F8C3-B08B-86A1-A359-C7472BE0D23D}"/>
                </a:ext>
              </a:extLst>
            </p:cNvPr>
            <p:cNvSpPr/>
            <p:nvPr/>
          </p:nvSpPr>
          <p:spPr>
            <a:xfrm flipV="1">
              <a:off x="9720918" y="302082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9" name="文本框 198">
              <a:extLst>
                <a:ext uri="{FF2B5EF4-FFF2-40B4-BE49-F238E27FC236}">
                  <a16:creationId xmlns:a16="http://schemas.microsoft.com/office/drawing/2014/main" id="{5C35466F-5850-7F1E-B4F7-885BE18E2CE0}"/>
                </a:ext>
              </a:extLst>
            </p:cNvPr>
            <p:cNvSpPr txBox="1"/>
            <p:nvPr/>
          </p:nvSpPr>
          <p:spPr>
            <a:xfrm>
              <a:off x="6787556" y="4515806"/>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02" name="Line 27">
              <a:extLst>
                <a:ext uri="{FF2B5EF4-FFF2-40B4-BE49-F238E27FC236}">
                  <a16:creationId xmlns:a16="http://schemas.microsoft.com/office/drawing/2014/main" id="{422AE6A4-32A4-16DF-A674-830A139FF096}"/>
                </a:ext>
              </a:extLst>
            </p:cNvPr>
            <p:cNvSpPr>
              <a:spLocks noChangeShapeType="1"/>
            </p:cNvSpPr>
            <p:nvPr/>
          </p:nvSpPr>
          <p:spPr bwMode="auto">
            <a:xfrm rot="5400000">
              <a:off x="5820736" y="5151317"/>
              <a:ext cx="1602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8" name="椭圆 217">
              <a:extLst>
                <a:ext uri="{FF2B5EF4-FFF2-40B4-BE49-F238E27FC236}">
                  <a16:creationId xmlns:a16="http://schemas.microsoft.com/office/drawing/2014/main" id="{0B3FC325-A530-EA9B-7C8A-88A040194C8C}"/>
                </a:ext>
              </a:extLst>
            </p:cNvPr>
            <p:cNvSpPr/>
            <p:nvPr/>
          </p:nvSpPr>
          <p:spPr>
            <a:xfrm>
              <a:off x="6118483" y="369636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9" name="Line 27">
              <a:extLst>
                <a:ext uri="{FF2B5EF4-FFF2-40B4-BE49-F238E27FC236}">
                  <a16:creationId xmlns:a16="http://schemas.microsoft.com/office/drawing/2014/main" id="{F4054D95-04A0-E009-42E3-0000CF9EDD63}"/>
                </a:ext>
              </a:extLst>
            </p:cNvPr>
            <p:cNvSpPr>
              <a:spLocks noChangeShapeType="1"/>
            </p:cNvSpPr>
            <p:nvPr/>
          </p:nvSpPr>
          <p:spPr bwMode="auto">
            <a:xfrm rot="5400000">
              <a:off x="5968257" y="3768010"/>
              <a:ext cx="394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1" name="Line 27">
              <a:extLst>
                <a:ext uri="{FF2B5EF4-FFF2-40B4-BE49-F238E27FC236}">
                  <a16:creationId xmlns:a16="http://schemas.microsoft.com/office/drawing/2014/main" id="{DC89419A-CA92-9047-11B9-A35EB32B5C07}"/>
                </a:ext>
              </a:extLst>
            </p:cNvPr>
            <p:cNvSpPr>
              <a:spLocks noChangeShapeType="1"/>
            </p:cNvSpPr>
            <p:nvPr/>
          </p:nvSpPr>
          <p:spPr bwMode="auto">
            <a:xfrm>
              <a:off x="4996962" y="5226430"/>
              <a:ext cx="4770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4" name="Line 27">
              <a:extLst>
                <a:ext uri="{FF2B5EF4-FFF2-40B4-BE49-F238E27FC236}">
                  <a16:creationId xmlns:a16="http://schemas.microsoft.com/office/drawing/2014/main" id="{8C65FA6A-F4F2-6B44-4238-8D33BC59A7F0}"/>
                </a:ext>
              </a:extLst>
            </p:cNvPr>
            <p:cNvSpPr>
              <a:spLocks noChangeShapeType="1"/>
            </p:cNvSpPr>
            <p:nvPr/>
          </p:nvSpPr>
          <p:spPr bwMode="auto">
            <a:xfrm rot="10800000">
              <a:off x="3423884" y="5735316"/>
              <a:ext cx="23470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5" name="Line 27">
              <a:extLst>
                <a:ext uri="{FF2B5EF4-FFF2-40B4-BE49-F238E27FC236}">
                  <a16:creationId xmlns:a16="http://schemas.microsoft.com/office/drawing/2014/main" id="{90F60467-87D2-6A24-B031-9CB2C6F18873}"/>
                </a:ext>
              </a:extLst>
            </p:cNvPr>
            <p:cNvSpPr>
              <a:spLocks noChangeShapeType="1"/>
            </p:cNvSpPr>
            <p:nvPr/>
          </p:nvSpPr>
          <p:spPr bwMode="auto">
            <a:xfrm rot="10800000">
              <a:off x="5005891" y="5423427"/>
              <a:ext cx="7710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DB9C6445-345E-DD3B-1853-0AAEBD01CD98}"/>
                </a:ext>
              </a:extLst>
            </p:cNvPr>
            <p:cNvSpPr>
              <a:spLocks noChangeShapeType="1"/>
            </p:cNvSpPr>
            <p:nvPr/>
          </p:nvSpPr>
          <p:spPr bwMode="auto">
            <a:xfrm rot="10800000">
              <a:off x="6193805" y="5579468"/>
              <a:ext cx="438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椭圆 105">
              <a:extLst>
                <a:ext uri="{FF2B5EF4-FFF2-40B4-BE49-F238E27FC236}">
                  <a16:creationId xmlns:a16="http://schemas.microsoft.com/office/drawing/2014/main" id="{CC4DF300-CF20-2A08-ACE6-7EB0F6798376}"/>
                </a:ext>
              </a:extLst>
            </p:cNvPr>
            <p:cNvSpPr/>
            <p:nvPr/>
          </p:nvSpPr>
          <p:spPr>
            <a:xfrm rot="10800000">
              <a:off x="6214824" y="5520068"/>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7" name="流程图: 延期 106">
              <a:extLst>
                <a:ext uri="{FF2B5EF4-FFF2-40B4-BE49-F238E27FC236}">
                  <a16:creationId xmlns:a16="http://schemas.microsoft.com/office/drawing/2014/main" id="{1C833B92-EE27-6433-07CF-105DC08292FE}"/>
                </a:ext>
              </a:extLst>
            </p:cNvPr>
            <p:cNvSpPr/>
            <p:nvPr/>
          </p:nvSpPr>
          <p:spPr>
            <a:xfrm rot="10800000" flipH="1">
              <a:off x="5664024" y="5316668"/>
              <a:ext cx="540000" cy="540000"/>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224" name="Line 27">
              <a:extLst>
                <a:ext uri="{FF2B5EF4-FFF2-40B4-BE49-F238E27FC236}">
                  <a16:creationId xmlns:a16="http://schemas.microsoft.com/office/drawing/2014/main" id="{1EE08A21-8878-0428-3E6D-FB709DF8D3E7}"/>
                </a:ext>
              </a:extLst>
            </p:cNvPr>
            <p:cNvSpPr>
              <a:spLocks noChangeShapeType="1"/>
            </p:cNvSpPr>
            <p:nvPr/>
          </p:nvSpPr>
          <p:spPr bwMode="auto">
            <a:xfrm rot="16200000">
              <a:off x="4899136" y="5323360"/>
              <a:ext cx="202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5" name="椭圆 224">
              <a:extLst>
                <a:ext uri="{FF2B5EF4-FFF2-40B4-BE49-F238E27FC236}">
                  <a16:creationId xmlns:a16="http://schemas.microsoft.com/office/drawing/2014/main" id="{2FB372FC-8ACA-3CE9-2159-1BCC9B064788}"/>
                </a:ext>
              </a:extLst>
            </p:cNvPr>
            <p:cNvSpPr/>
            <p:nvPr/>
          </p:nvSpPr>
          <p:spPr>
            <a:xfrm>
              <a:off x="6574147" y="553344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6" name="Line 27">
              <a:extLst>
                <a:ext uri="{FF2B5EF4-FFF2-40B4-BE49-F238E27FC236}">
                  <a16:creationId xmlns:a16="http://schemas.microsoft.com/office/drawing/2014/main" id="{9A9D6210-3E67-CE99-A3CB-2F515E460C1A}"/>
                </a:ext>
              </a:extLst>
            </p:cNvPr>
            <p:cNvSpPr>
              <a:spLocks noChangeShapeType="1"/>
            </p:cNvSpPr>
            <p:nvPr/>
          </p:nvSpPr>
          <p:spPr bwMode="auto">
            <a:xfrm>
              <a:off x="1535085" y="5945064"/>
              <a:ext cx="50976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 name="Line 27">
              <a:extLst>
                <a:ext uri="{FF2B5EF4-FFF2-40B4-BE49-F238E27FC236}">
                  <a16:creationId xmlns:a16="http://schemas.microsoft.com/office/drawing/2014/main" id="{54DD9140-C28D-7B35-8AF1-DF6E1C2AB8F1}"/>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 name="Line 27">
              <a:extLst>
                <a:ext uri="{FF2B5EF4-FFF2-40B4-BE49-F238E27FC236}">
                  <a16:creationId xmlns:a16="http://schemas.microsoft.com/office/drawing/2014/main" id="{6A0F5A8C-5309-5791-9E13-C1241A43D0FD}"/>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 name="Line 27">
              <a:extLst>
                <a:ext uri="{FF2B5EF4-FFF2-40B4-BE49-F238E27FC236}">
                  <a16:creationId xmlns:a16="http://schemas.microsoft.com/office/drawing/2014/main" id="{D30398D0-48CE-6678-521F-E091D769991B}"/>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9587995-1E8C-B805-456F-32099CCA9AD3}"/>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20" name="文本框 19">
                  <a:extLst>
                    <a:ext uri="{FF2B5EF4-FFF2-40B4-BE49-F238E27FC236}">
                      <a16:creationId xmlns:a16="http://schemas.microsoft.com/office/drawing/2014/main" id="{D9587995-1E8C-B805-456F-32099CCA9AD3}"/>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33"/>
                  <a:stretch>
                    <a:fillRect r="-2128"/>
                  </a:stretch>
                </a:blipFill>
              </p:spPr>
              <p:txBody>
                <a:bodyPr/>
                <a:lstStyle/>
                <a:p>
                  <a:r>
                    <a:rPr lang="zh-CN" altLang="en-US">
                      <a:noFill/>
                    </a:rPr>
                    <a:t> </a:t>
                  </a:r>
                </a:p>
              </p:txBody>
            </p:sp>
          </mc:Fallback>
        </mc:AlternateContent>
        <p:sp>
          <p:nvSpPr>
            <p:cNvPr id="21" name="椭圆 20">
              <a:extLst>
                <a:ext uri="{FF2B5EF4-FFF2-40B4-BE49-F238E27FC236}">
                  <a16:creationId xmlns:a16="http://schemas.microsoft.com/office/drawing/2014/main" id="{A9D53052-E244-52B9-5891-8CB124D90CC0}"/>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6" name="文本框 5">
            <a:extLst>
              <a:ext uri="{FF2B5EF4-FFF2-40B4-BE49-F238E27FC236}">
                <a16:creationId xmlns:a16="http://schemas.microsoft.com/office/drawing/2014/main" id="{5CCBFE78-E9ED-995A-E409-BC34A1DB19B0}"/>
              </a:ext>
            </a:extLst>
          </p:cNvPr>
          <p:cNvSpPr txBox="1"/>
          <p:nvPr/>
        </p:nvSpPr>
        <p:spPr>
          <a:xfrm>
            <a:off x="4320000" y="6192000"/>
            <a:ext cx="6863139"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该电路使用的 </a:t>
            </a:r>
            <a:r>
              <a:rPr lang="en-US" altLang="zh-CN" sz="2000" dirty="0">
                <a:solidFill>
                  <a:srgbClr val="002060"/>
                </a:solidFill>
                <a:latin typeface="微软雅黑" panose="020B0503020204020204" pitchFamily="34" charset="-122"/>
                <a:ea typeface="微软雅黑" panose="020B0503020204020204" pitchFamily="34" charset="-122"/>
              </a:rPr>
              <a:t>24 </a:t>
            </a:r>
            <a:r>
              <a:rPr lang="zh-CN" altLang="en-US" sz="2000" dirty="0">
                <a:solidFill>
                  <a:srgbClr val="002060"/>
                </a:solidFill>
                <a:latin typeface="微软雅黑" panose="020B0503020204020204" pitchFamily="34" charset="-122"/>
                <a:ea typeface="微软雅黑" panose="020B0503020204020204" pitchFamily="34" charset="-122"/>
              </a:rPr>
              <a:t>个有效状态为：</a:t>
            </a:r>
            <a:r>
              <a:rPr lang="en-US" altLang="zh-CN" sz="2000" dirty="0">
                <a:solidFill>
                  <a:srgbClr val="002060"/>
                </a:solidFill>
                <a:latin typeface="微软雅黑" panose="020B0503020204020204" pitchFamily="34" charset="-122"/>
                <a:ea typeface="微软雅黑" panose="020B0503020204020204" pitchFamily="34" charset="-122"/>
              </a:rPr>
              <a:t>0000 0000 ~ 0001 0111</a:t>
            </a:r>
          </a:p>
        </p:txBody>
      </p:sp>
    </p:spTree>
    <p:extLst>
      <p:ext uri="{BB962C8B-B14F-4D97-AF65-F5344CB8AC3E}">
        <p14:creationId xmlns:p14="http://schemas.microsoft.com/office/powerpoint/2010/main" val="6217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D59FB-4E22-0CA9-6A55-82EC71F8797E}"/>
            </a:ext>
          </a:extLst>
        </p:cNvPr>
        <p:cNvGrpSpPr/>
        <p:nvPr/>
      </p:nvGrpSpPr>
      <p:grpSpPr>
        <a:xfrm>
          <a:off x="0" y="0"/>
          <a:ext cx="0" cy="0"/>
          <a:chOff x="0" y="0"/>
          <a:chExt cx="0" cy="0"/>
        </a:xfrm>
      </p:grpSpPr>
      <p:cxnSp>
        <p:nvCxnSpPr>
          <p:cNvPr id="63" name="直接连接符 62">
            <a:extLst>
              <a:ext uri="{FF2B5EF4-FFF2-40B4-BE49-F238E27FC236}">
                <a16:creationId xmlns:a16="http://schemas.microsoft.com/office/drawing/2014/main" id="{C9F80983-29BC-DE18-F950-74670A818183}"/>
              </a:ext>
            </a:extLst>
          </p:cNvPr>
          <p:cNvCxnSpPr>
            <a:cxnSpLocks/>
            <a:endCxn id="72" idx="0"/>
          </p:cNvCxnSpPr>
          <p:nvPr/>
        </p:nvCxnSpPr>
        <p:spPr>
          <a:xfrm>
            <a:off x="2936270" y="3168985"/>
            <a:ext cx="808"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D0EADC5-5DBF-727B-AE16-152EEE39EA1F}"/>
              </a:ext>
            </a:extLst>
          </p:cNvPr>
          <p:cNvCxnSpPr>
            <a:cxnSpLocks/>
          </p:cNvCxnSpPr>
          <p:nvPr/>
        </p:nvCxnSpPr>
        <p:spPr>
          <a:xfrm>
            <a:off x="3423885" y="3168001"/>
            <a:ext cx="0"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F8089BA-1BAB-EBD3-A939-2E5233A78E5E}"/>
              </a:ext>
            </a:extLst>
          </p:cNvPr>
          <p:cNvCxnSpPr>
            <a:cxnSpLocks/>
          </p:cNvCxnSpPr>
          <p:nvPr/>
        </p:nvCxnSpPr>
        <p:spPr>
          <a:xfrm>
            <a:off x="3909885" y="3168001"/>
            <a:ext cx="0"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B7D8DB28-AA4B-B4AB-8743-BE9374383B3C}"/>
              </a:ext>
            </a:extLst>
          </p:cNvPr>
          <p:cNvCxnSpPr>
            <a:cxnSpLocks/>
          </p:cNvCxnSpPr>
          <p:nvPr/>
        </p:nvCxnSpPr>
        <p:spPr>
          <a:xfrm flipH="1">
            <a:off x="4395884" y="3168001"/>
            <a:ext cx="1"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277E0D43-0B5B-EA13-30B8-614033401172}"/>
              </a:ext>
            </a:extLst>
          </p:cNvPr>
          <p:cNvCxnSpPr>
            <a:cxnSpLocks/>
            <a:endCxn id="121" idx="0"/>
          </p:cNvCxnSpPr>
          <p:nvPr/>
        </p:nvCxnSpPr>
        <p:spPr>
          <a:xfrm>
            <a:off x="8308165" y="3168985"/>
            <a:ext cx="808"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6B640CB-5D8C-EAC0-2324-EF1E67C234FE}"/>
              </a:ext>
            </a:extLst>
          </p:cNvPr>
          <p:cNvCxnSpPr>
            <a:cxnSpLocks/>
            <a:endCxn id="122" idx="0"/>
          </p:cNvCxnSpPr>
          <p:nvPr/>
        </p:nvCxnSpPr>
        <p:spPr>
          <a:xfrm flipH="1">
            <a:off x="8794974" y="3168000"/>
            <a:ext cx="806"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57E35995-B5EC-E69F-2D0C-E62EC4081730}"/>
              </a:ext>
            </a:extLst>
          </p:cNvPr>
          <p:cNvCxnSpPr>
            <a:cxnSpLocks/>
            <a:endCxn id="123" idx="0"/>
          </p:cNvCxnSpPr>
          <p:nvPr/>
        </p:nvCxnSpPr>
        <p:spPr>
          <a:xfrm flipH="1">
            <a:off x="9280974" y="3168000"/>
            <a:ext cx="806"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F8CBABF2-5BAD-9F91-596B-0E143B08A7A3}"/>
              </a:ext>
            </a:extLst>
          </p:cNvPr>
          <p:cNvCxnSpPr>
            <a:cxnSpLocks/>
          </p:cNvCxnSpPr>
          <p:nvPr/>
        </p:nvCxnSpPr>
        <p:spPr>
          <a:xfrm>
            <a:off x="9767780" y="3168001"/>
            <a:ext cx="776" cy="20150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9BAF14A-80C6-4DA9-46CA-DB80BC92D37A}"/>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时的同步级联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共用同一个时钟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0BFCB0-C39D-E510-BC3D-B5194EC5AA81}"/>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3"/>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C6D4B2BA-4CCF-67D6-FAF0-2B792F2C3E0F}"/>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24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CCB2616A-B32B-A638-BA3B-648CF660292C}"/>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49306954-7A04-08F0-D1C5-3738B8945EB0}"/>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07BB2CF9-AE57-D600-8703-AB5D2A3B1BE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0690AD73-676C-C6C9-754A-5FCD8BD6F50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335F3D3A-2EC5-5602-52A0-F82094AF74B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27</a:t>
              </a:fld>
              <a:endParaRPr lang="zh-CN" altLang="en-US" sz="3200" dirty="0">
                <a:solidFill>
                  <a:schemeClr val="bg1"/>
                </a:solidFill>
                <a:latin typeface="Candara"/>
                <a:ea typeface="微软雅黑"/>
              </a:endParaRPr>
            </a:p>
          </p:txBody>
        </p:sp>
      </p:grpSp>
      <p:pic>
        <p:nvPicPr>
          <p:cNvPr id="388" name="图片 387">
            <a:extLst>
              <a:ext uri="{FF2B5EF4-FFF2-40B4-BE49-F238E27FC236}">
                <a16:creationId xmlns:a16="http://schemas.microsoft.com/office/drawing/2014/main" id="{A877EDFA-D2A5-91F3-0F78-ED1FD88C7D9F}"/>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5" name="标题 1">
            <a:extLst>
              <a:ext uri="{FF2B5EF4-FFF2-40B4-BE49-F238E27FC236}">
                <a16:creationId xmlns:a16="http://schemas.microsoft.com/office/drawing/2014/main" id="{42BD215D-1E2C-7F34-618C-99261C16EA6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sp>
        <p:nvSpPr>
          <p:cNvPr id="3" name="文本框 2">
            <a:extLst>
              <a:ext uri="{FF2B5EF4-FFF2-40B4-BE49-F238E27FC236}">
                <a16:creationId xmlns:a16="http://schemas.microsoft.com/office/drawing/2014/main" id="{912B3D04-7EC4-6E28-E13D-B2AA2EC80199}"/>
              </a:ext>
            </a:extLst>
          </p:cNvPr>
          <p:cNvSpPr txBox="1"/>
          <p:nvPr/>
        </p:nvSpPr>
        <p:spPr>
          <a:xfrm>
            <a:off x="360000" y="6120000"/>
            <a:ext cx="2295259" cy="52322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同步置数</a:t>
            </a:r>
          </a:p>
        </p:txBody>
      </p:sp>
      <p:sp>
        <p:nvSpPr>
          <p:cNvPr id="59" name="Line 27">
            <a:extLst>
              <a:ext uri="{FF2B5EF4-FFF2-40B4-BE49-F238E27FC236}">
                <a16:creationId xmlns:a16="http://schemas.microsoft.com/office/drawing/2014/main" id="{379D6B12-7BD9-8496-4DCE-FEF62628D9F5}"/>
              </a:ext>
            </a:extLst>
          </p:cNvPr>
          <p:cNvSpPr>
            <a:spLocks noChangeShapeType="1"/>
          </p:cNvSpPr>
          <p:nvPr/>
        </p:nvSpPr>
        <p:spPr bwMode="auto">
          <a:xfrm>
            <a:off x="5336411" y="3742854"/>
            <a:ext cx="8198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7" name="矩形 66">
            <a:extLst>
              <a:ext uri="{FF2B5EF4-FFF2-40B4-BE49-F238E27FC236}">
                <a16:creationId xmlns:a16="http://schemas.microsoft.com/office/drawing/2014/main" id="{A2507334-AE09-D3E3-6DA7-C172E6EA20F2}"/>
              </a:ext>
            </a:extLst>
          </p:cNvPr>
          <p:cNvSpPr/>
          <p:nvPr/>
        </p:nvSpPr>
        <p:spPr>
          <a:xfrm>
            <a:off x="2007353"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C9B5A6C3-AB1D-4433-78DA-A4E61A0F5C36}"/>
                  </a:ext>
                </a:extLst>
              </p:cNvPr>
              <p:cNvSpPr txBox="1"/>
              <p:nvPr/>
            </p:nvSpPr>
            <p:spPr>
              <a:xfrm>
                <a:off x="2715493"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68" name="文本框 67">
                <a:extLst>
                  <a:ext uri="{FF2B5EF4-FFF2-40B4-BE49-F238E27FC236}">
                    <a16:creationId xmlns:a16="http://schemas.microsoft.com/office/drawing/2014/main" id="{C9B5A6C3-AB1D-4433-78DA-A4E61A0F5C36}"/>
                  </a:ext>
                </a:extLst>
              </p:cNvPr>
              <p:cNvSpPr txBox="1">
                <a:spLocks noRot="1" noChangeAspect="1" noMove="1" noResize="1" noEditPoints="1" noAdjustHandles="1" noChangeArrowheads="1" noChangeShapeType="1" noTextEdit="1"/>
              </p:cNvSpPr>
              <p:nvPr/>
            </p:nvSpPr>
            <p:spPr>
              <a:xfrm>
                <a:off x="2715493" y="3284882"/>
                <a:ext cx="443169" cy="430887"/>
              </a:xfrm>
              <a:prstGeom prst="rect">
                <a:avLst/>
              </a:prstGeom>
              <a:blipFill>
                <a:blip r:embed="rId5"/>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1D612F9-BCC6-BC8C-0286-3EE39D7E2E1B}"/>
                  </a:ext>
                </a:extLst>
              </p:cNvPr>
              <p:cNvSpPr txBox="1"/>
              <p:nvPr/>
            </p:nvSpPr>
            <p:spPr>
              <a:xfrm>
                <a:off x="3201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69" name="文本框 68">
                <a:extLst>
                  <a:ext uri="{FF2B5EF4-FFF2-40B4-BE49-F238E27FC236}">
                    <a16:creationId xmlns:a16="http://schemas.microsoft.com/office/drawing/2014/main" id="{41D612F9-BCC6-BC8C-0286-3EE39D7E2E1B}"/>
                  </a:ext>
                </a:extLst>
              </p:cNvPr>
              <p:cNvSpPr txBox="1">
                <a:spLocks noRot="1" noChangeAspect="1" noMove="1" noResize="1" noEditPoints="1" noAdjustHandles="1" noChangeArrowheads="1" noChangeShapeType="1" noTextEdit="1"/>
              </p:cNvSpPr>
              <p:nvPr/>
            </p:nvSpPr>
            <p:spPr>
              <a:xfrm>
                <a:off x="3201494" y="3284882"/>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1D139D97-4952-56C0-9378-C78B46EBBA79}"/>
                  </a:ext>
                </a:extLst>
              </p:cNvPr>
              <p:cNvSpPr txBox="1"/>
              <p:nvPr/>
            </p:nvSpPr>
            <p:spPr>
              <a:xfrm>
                <a:off x="3687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0" name="文本框 69">
                <a:extLst>
                  <a:ext uri="{FF2B5EF4-FFF2-40B4-BE49-F238E27FC236}">
                    <a16:creationId xmlns:a16="http://schemas.microsoft.com/office/drawing/2014/main" id="{1D139D97-4952-56C0-9378-C78B46EBBA79}"/>
                  </a:ext>
                </a:extLst>
              </p:cNvPr>
              <p:cNvSpPr txBox="1">
                <a:spLocks noRot="1" noChangeAspect="1" noMove="1" noResize="1" noEditPoints="1" noAdjustHandles="1" noChangeArrowheads="1" noChangeShapeType="1" noTextEdit="1"/>
              </p:cNvSpPr>
              <p:nvPr/>
            </p:nvSpPr>
            <p:spPr>
              <a:xfrm>
                <a:off x="3687494" y="3284882"/>
                <a:ext cx="443169" cy="430887"/>
              </a:xfrm>
              <a:prstGeom prst="rect">
                <a:avLst/>
              </a:prstGeom>
              <a:blipFill>
                <a:blip r:embed="rId7"/>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FAF96DCC-ADC9-7826-B811-0F03AF18E4CC}"/>
                  </a:ext>
                </a:extLst>
              </p:cNvPr>
              <p:cNvSpPr txBox="1"/>
              <p:nvPr/>
            </p:nvSpPr>
            <p:spPr>
              <a:xfrm>
                <a:off x="4173494"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1" name="文本框 70">
                <a:extLst>
                  <a:ext uri="{FF2B5EF4-FFF2-40B4-BE49-F238E27FC236}">
                    <a16:creationId xmlns:a16="http://schemas.microsoft.com/office/drawing/2014/main" id="{FAF96DCC-ADC9-7826-B811-0F03AF18E4CC}"/>
                  </a:ext>
                </a:extLst>
              </p:cNvPr>
              <p:cNvSpPr txBox="1">
                <a:spLocks noRot="1" noChangeAspect="1" noMove="1" noResize="1" noEditPoints="1" noAdjustHandles="1" noChangeArrowheads="1" noChangeShapeType="1" noTextEdit="1"/>
              </p:cNvSpPr>
              <p:nvPr/>
            </p:nvSpPr>
            <p:spPr>
              <a:xfrm>
                <a:off x="4173494" y="3284882"/>
                <a:ext cx="443169" cy="430887"/>
              </a:xfrm>
              <a:prstGeom prst="rect">
                <a:avLst/>
              </a:prstGeom>
              <a:blipFill>
                <a:blip r:embed="rId8"/>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8087CDED-E8D6-F1B1-2E94-CE245922E256}"/>
                  </a:ext>
                </a:extLst>
              </p:cNvPr>
              <p:cNvSpPr txBox="1"/>
              <p:nvPr/>
            </p:nvSpPr>
            <p:spPr>
              <a:xfrm>
                <a:off x="2715493"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72" name="文本框 71">
                <a:extLst>
                  <a:ext uri="{FF2B5EF4-FFF2-40B4-BE49-F238E27FC236}">
                    <a16:creationId xmlns:a16="http://schemas.microsoft.com/office/drawing/2014/main" id="{8087CDED-E8D6-F1B1-2E94-CE245922E256}"/>
                  </a:ext>
                </a:extLst>
              </p:cNvPr>
              <p:cNvSpPr txBox="1">
                <a:spLocks noRot="1" noChangeAspect="1" noMove="1" noResize="1" noEditPoints="1" noAdjustHandles="1" noChangeArrowheads="1" noChangeShapeType="1" noTextEdit="1"/>
              </p:cNvSpPr>
              <p:nvPr/>
            </p:nvSpPr>
            <p:spPr>
              <a:xfrm>
                <a:off x="2715493" y="4523773"/>
                <a:ext cx="443169" cy="430887"/>
              </a:xfrm>
              <a:prstGeom prst="rect">
                <a:avLst/>
              </a:prstGeom>
              <a:blipFill>
                <a:blip r:embed="rId9"/>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6A4A8378-F314-5CA3-3034-B8663978AFFE}"/>
                  </a:ext>
                </a:extLst>
              </p:cNvPr>
              <p:cNvSpPr txBox="1"/>
              <p:nvPr/>
            </p:nvSpPr>
            <p:spPr>
              <a:xfrm>
                <a:off x="3201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73" name="文本框 72">
                <a:extLst>
                  <a:ext uri="{FF2B5EF4-FFF2-40B4-BE49-F238E27FC236}">
                    <a16:creationId xmlns:a16="http://schemas.microsoft.com/office/drawing/2014/main" id="{6A4A8378-F314-5CA3-3034-B8663978AFFE}"/>
                  </a:ext>
                </a:extLst>
              </p:cNvPr>
              <p:cNvSpPr txBox="1">
                <a:spLocks noRot="1" noChangeAspect="1" noMove="1" noResize="1" noEditPoints="1" noAdjustHandles="1" noChangeArrowheads="1" noChangeShapeType="1" noTextEdit="1"/>
              </p:cNvSpPr>
              <p:nvPr/>
            </p:nvSpPr>
            <p:spPr>
              <a:xfrm>
                <a:off x="3201494" y="4523773"/>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346E7101-8487-B56D-06E5-C84151000507}"/>
                  </a:ext>
                </a:extLst>
              </p:cNvPr>
              <p:cNvSpPr txBox="1"/>
              <p:nvPr/>
            </p:nvSpPr>
            <p:spPr>
              <a:xfrm>
                <a:off x="3687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74" name="文本框 73">
                <a:extLst>
                  <a:ext uri="{FF2B5EF4-FFF2-40B4-BE49-F238E27FC236}">
                    <a16:creationId xmlns:a16="http://schemas.microsoft.com/office/drawing/2014/main" id="{346E7101-8487-B56D-06E5-C84151000507}"/>
                  </a:ext>
                </a:extLst>
              </p:cNvPr>
              <p:cNvSpPr txBox="1">
                <a:spLocks noRot="1" noChangeAspect="1" noMove="1" noResize="1" noEditPoints="1" noAdjustHandles="1" noChangeArrowheads="1" noChangeShapeType="1" noTextEdit="1"/>
              </p:cNvSpPr>
              <p:nvPr/>
            </p:nvSpPr>
            <p:spPr>
              <a:xfrm>
                <a:off x="3687494" y="4523773"/>
                <a:ext cx="443169" cy="430887"/>
              </a:xfrm>
              <a:prstGeom prst="rect">
                <a:avLst/>
              </a:prstGeom>
              <a:blipFill>
                <a:blip r:embed="rId11"/>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40A132D5-A8D1-CE74-63DF-D18D7C14229C}"/>
                  </a:ext>
                </a:extLst>
              </p:cNvPr>
              <p:cNvSpPr txBox="1"/>
              <p:nvPr/>
            </p:nvSpPr>
            <p:spPr>
              <a:xfrm>
                <a:off x="4173494"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75" name="文本框 74">
                <a:extLst>
                  <a:ext uri="{FF2B5EF4-FFF2-40B4-BE49-F238E27FC236}">
                    <a16:creationId xmlns:a16="http://schemas.microsoft.com/office/drawing/2014/main" id="{40A132D5-A8D1-CE74-63DF-D18D7C14229C}"/>
                  </a:ext>
                </a:extLst>
              </p:cNvPr>
              <p:cNvSpPr txBox="1">
                <a:spLocks noRot="1" noChangeAspect="1" noMove="1" noResize="1" noEditPoints="1" noAdjustHandles="1" noChangeArrowheads="1" noChangeShapeType="1" noTextEdit="1"/>
              </p:cNvSpPr>
              <p:nvPr/>
            </p:nvSpPr>
            <p:spPr>
              <a:xfrm>
                <a:off x="4173494" y="4523773"/>
                <a:ext cx="443169" cy="430887"/>
              </a:xfrm>
              <a:prstGeom prst="rect">
                <a:avLst/>
              </a:prstGeom>
              <a:blipFill>
                <a:blip r:embed="rId12"/>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9D4FF484-C824-3A42-AED3-59055D9A5FDA}"/>
                  </a:ext>
                </a:extLst>
              </p:cNvPr>
              <p:cNvSpPr txBox="1"/>
              <p:nvPr/>
            </p:nvSpPr>
            <p:spPr>
              <a:xfrm>
                <a:off x="2005423"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76" name="文本框 75">
                <a:extLst>
                  <a:ext uri="{FF2B5EF4-FFF2-40B4-BE49-F238E27FC236}">
                    <a16:creationId xmlns:a16="http://schemas.microsoft.com/office/drawing/2014/main" id="{9D4FF484-C824-3A42-AED3-59055D9A5FDA}"/>
                  </a:ext>
                </a:extLst>
              </p:cNvPr>
              <p:cNvSpPr txBox="1">
                <a:spLocks noRot="1" noChangeAspect="1" noMove="1" noResize="1" noEditPoints="1" noAdjustHandles="1" noChangeArrowheads="1" noChangeShapeType="1" noTextEdit="1"/>
              </p:cNvSpPr>
              <p:nvPr/>
            </p:nvSpPr>
            <p:spPr>
              <a:xfrm>
                <a:off x="2005423" y="3354244"/>
                <a:ext cx="774000" cy="430887"/>
              </a:xfrm>
              <a:prstGeom prst="rect">
                <a:avLst/>
              </a:prstGeom>
              <a:blipFill>
                <a:blip r:embed="rId13"/>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58F30978-F5F0-CA86-DB10-4AD5F792CB09}"/>
                  </a:ext>
                </a:extLst>
              </p:cNvPr>
              <p:cNvSpPr txBox="1"/>
              <p:nvPr/>
            </p:nvSpPr>
            <p:spPr>
              <a:xfrm>
                <a:off x="2005423"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77" name="文本框 76">
                <a:extLst>
                  <a:ext uri="{FF2B5EF4-FFF2-40B4-BE49-F238E27FC236}">
                    <a16:creationId xmlns:a16="http://schemas.microsoft.com/office/drawing/2014/main" id="{58F30978-F5F0-CA86-DB10-4AD5F792CB09}"/>
                  </a:ext>
                </a:extLst>
              </p:cNvPr>
              <p:cNvSpPr txBox="1">
                <a:spLocks noRot="1" noChangeAspect="1" noMove="1" noResize="1" noEditPoints="1" noAdjustHandles="1" noChangeArrowheads="1" noChangeShapeType="1" noTextEdit="1"/>
              </p:cNvSpPr>
              <p:nvPr/>
            </p:nvSpPr>
            <p:spPr>
              <a:xfrm>
                <a:off x="2005423" y="3751662"/>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2E414124-27DF-F4A3-1733-A0D3CC16F6D2}"/>
                  </a:ext>
                </a:extLst>
              </p:cNvPr>
              <p:cNvSpPr txBox="1"/>
              <p:nvPr/>
            </p:nvSpPr>
            <p:spPr>
              <a:xfrm>
                <a:off x="2005423"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78" name="文本框 77">
                <a:extLst>
                  <a:ext uri="{FF2B5EF4-FFF2-40B4-BE49-F238E27FC236}">
                    <a16:creationId xmlns:a16="http://schemas.microsoft.com/office/drawing/2014/main" id="{2E414124-27DF-F4A3-1733-A0D3CC16F6D2}"/>
                  </a:ext>
                </a:extLst>
              </p:cNvPr>
              <p:cNvSpPr txBox="1">
                <a:spLocks noRot="1" noChangeAspect="1" noMove="1" noResize="1" noEditPoints="1" noAdjustHandles="1" noChangeArrowheads="1" noChangeShapeType="1" noTextEdit="1"/>
              </p:cNvSpPr>
              <p:nvPr/>
            </p:nvSpPr>
            <p:spPr>
              <a:xfrm>
                <a:off x="2005423" y="4133930"/>
                <a:ext cx="577471" cy="430887"/>
              </a:xfrm>
              <a:prstGeom prst="rect">
                <a:avLst/>
              </a:prstGeom>
              <a:blipFill>
                <a:blip r:embed="rId15"/>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FC88855-4489-5567-90D6-2397BA5EB9DE}"/>
                  </a:ext>
                </a:extLst>
              </p:cNvPr>
              <p:cNvSpPr txBox="1"/>
              <p:nvPr/>
            </p:nvSpPr>
            <p:spPr>
              <a:xfrm>
                <a:off x="2005423"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79" name="文本框 78">
                <a:extLst>
                  <a:ext uri="{FF2B5EF4-FFF2-40B4-BE49-F238E27FC236}">
                    <a16:creationId xmlns:a16="http://schemas.microsoft.com/office/drawing/2014/main" id="{CFC88855-4489-5567-90D6-2397BA5EB9DE}"/>
                  </a:ext>
                </a:extLst>
              </p:cNvPr>
              <p:cNvSpPr txBox="1">
                <a:spLocks noRot="1" noChangeAspect="1" noMove="1" noResize="1" noEditPoints="1" noAdjustHandles="1" noChangeArrowheads="1" noChangeShapeType="1" noTextEdit="1"/>
              </p:cNvSpPr>
              <p:nvPr/>
            </p:nvSpPr>
            <p:spPr>
              <a:xfrm>
                <a:off x="2005423" y="4514288"/>
                <a:ext cx="577471" cy="430887"/>
              </a:xfrm>
              <a:prstGeom prst="rect">
                <a:avLst/>
              </a:prstGeom>
              <a:blipFill>
                <a:blip r:embed="rId16"/>
                <a:stretch>
                  <a:fillRect l="-1053"/>
                </a:stretch>
              </a:blipFill>
            </p:spPr>
            <p:txBody>
              <a:bodyPr/>
              <a:lstStyle/>
              <a:p>
                <a:r>
                  <a:rPr lang="zh-CN" altLang="en-US">
                    <a:noFill/>
                  </a:rPr>
                  <a:t> </a:t>
                </a:r>
              </a:p>
            </p:txBody>
          </p:sp>
        </mc:Fallback>
      </mc:AlternateContent>
      <p:sp>
        <p:nvSpPr>
          <p:cNvPr id="80" name="Line 27">
            <a:extLst>
              <a:ext uri="{FF2B5EF4-FFF2-40B4-BE49-F238E27FC236}">
                <a16:creationId xmlns:a16="http://schemas.microsoft.com/office/drawing/2014/main" id="{514CA5F0-91A2-9F9D-762E-7F41E39F1083}"/>
              </a:ext>
            </a:extLst>
          </p:cNvPr>
          <p:cNvSpPr>
            <a:spLocks noChangeShapeType="1"/>
          </p:cNvSpPr>
          <p:nvPr/>
        </p:nvSpPr>
        <p:spPr bwMode="auto">
          <a:xfrm>
            <a:off x="1446589" y="3570994"/>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1" name="Line 27">
            <a:extLst>
              <a:ext uri="{FF2B5EF4-FFF2-40B4-BE49-F238E27FC236}">
                <a16:creationId xmlns:a16="http://schemas.microsoft.com/office/drawing/2014/main" id="{DB822857-0025-4EF5-681C-0F8F2002B5D7}"/>
              </a:ext>
            </a:extLst>
          </p:cNvPr>
          <p:cNvSpPr>
            <a:spLocks noChangeShapeType="1"/>
          </p:cNvSpPr>
          <p:nvPr/>
        </p:nvSpPr>
        <p:spPr bwMode="auto">
          <a:xfrm>
            <a:off x="1688623" y="3967662"/>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2" name="Line 27">
            <a:extLst>
              <a:ext uri="{FF2B5EF4-FFF2-40B4-BE49-F238E27FC236}">
                <a16:creationId xmlns:a16="http://schemas.microsoft.com/office/drawing/2014/main" id="{494E6B10-9ABD-10A4-76D8-3CCD3E6F9DB8}"/>
              </a:ext>
            </a:extLst>
          </p:cNvPr>
          <p:cNvSpPr>
            <a:spLocks noChangeShapeType="1"/>
          </p:cNvSpPr>
          <p:nvPr/>
        </p:nvSpPr>
        <p:spPr bwMode="auto">
          <a:xfrm>
            <a:off x="1535084" y="4350238"/>
            <a:ext cx="4703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椭圆 82">
            <a:extLst>
              <a:ext uri="{FF2B5EF4-FFF2-40B4-BE49-F238E27FC236}">
                <a16:creationId xmlns:a16="http://schemas.microsoft.com/office/drawing/2014/main" id="{BF877EE3-B66F-7B2A-C167-0156C2123489}"/>
              </a:ext>
            </a:extLst>
          </p:cNvPr>
          <p:cNvSpPr/>
          <p:nvPr/>
        </p:nvSpPr>
        <p:spPr>
          <a:xfrm flipV="1">
            <a:off x="1878419"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4" name="Line 27">
            <a:extLst>
              <a:ext uri="{FF2B5EF4-FFF2-40B4-BE49-F238E27FC236}">
                <a16:creationId xmlns:a16="http://schemas.microsoft.com/office/drawing/2014/main" id="{DE79D466-D0C2-5F92-2B50-96750E8B2264}"/>
              </a:ext>
            </a:extLst>
          </p:cNvPr>
          <p:cNvSpPr>
            <a:spLocks noChangeShapeType="1"/>
          </p:cNvSpPr>
          <p:nvPr/>
        </p:nvSpPr>
        <p:spPr bwMode="auto">
          <a:xfrm>
            <a:off x="1688623"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5" name="椭圆 84">
            <a:extLst>
              <a:ext uri="{FF2B5EF4-FFF2-40B4-BE49-F238E27FC236}">
                <a16:creationId xmlns:a16="http://schemas.microsoft.com/office/drawing/2014/main" id="{4A7FA534-D952-BFDB-F22E-FF7936EF55AF}"/>
              </a:ext>
            </a:extLst>
          </p:cNvPr>
          <p:cNvSpPr/>
          <p:nvPr/>
        </p:nvSpPr>
        <p:spPr>
          <a:xfrm flipV="1">
            <a:off x="1878419"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F1965ED1-0D9E-9514-94B5-A3863F3B7964}"/>
                  </a:ext>
                </a:extLst>
              </p:cNvPr>
              <p:cNvSpPr txBox="1"/>
              <p:nvPr/>
            </p:nvSpPr>
            <p:spPr>
              <a:xfrm>
                <a:off x="4768748"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86" name="文本框 85">
                <a:extLst>
                  <a:ext uri="{FF2B5EF4-FFF2-40B4-BE49-F238E27FC236}">
                    <a16:creationId xmlns:a16="http://schemas.microsoft.com/office/drawing/2014/main" id="{F1965ED1-0D9E-9514-94B5-A3863F3B7964}"/>
                  </a:ext>
                </a:extLst>
              </p:cNvPr>
              <p:cNvSpPr txBox="1">
                <a:spLocks noRot="1" noChangeAspect="1" noMove="1" noResize="1" noEditPoints="1" noAdjustHandles="1" noChangeArrowheads="1" noChangeShapeType="1" noTextEdit="1"/>
              </p:cNvSpPr>
              <p:nvPr/>
            </p:nvSpPr>
            <p:spPr>
              <a:xfrm>
                <a:off x="4768748" y="3527410"/>
                <a:ext cx="577471" cy="430887"/>
              </a:xfrm>
              <a:prstGeom prst="rect">
                <a:avLst/>
              </a:prstGeom>
              <a:blipFill>
                <a:blip r:embed="rId17"/>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89D1E561-A83E-9C9D-A2EF-871E9D1DC273}"/>
                  </a:ext>
                </a:extLst>
              </p:cNvPr>
              <p:cNvSpPr txBox="1"/>
              <p:nvPr/>
            </p:nvSpPr>
            <p:spPr>
              <a:xfrm>
                <a:off x="4688621"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87" name="文本框 86">
                <a:extLst>
                  <a:ext uri="{FF2B5EF4-FFF2-40B4-BE49-F238E27FC236}">
                    <a16:creationId xmlns:a16="http://schemas.microsoft.com/office/drawing/2014/main" id="{89D1E561-A83E-9C9D-A2EF-871E9D1DC273}"/>
                  </a:ext>
                </a:extLst>
              </p:cNvPr>
              <p:cNvSpPr txBox="1">
                <a:spLocks noRot="1" noChangeAspect="1" noMove="1" noResize="1" noEditPoints="1" noAdjustHandles="1" noChangeArrowheads="1" noChangeShapeType="1" noTextEdit="1"/>
              </p:cNvSpPr>
              <p:nvPr/>
            </p:nvSpPr>
            <p:spPr>
              <a:xfrm>
                <a:off x="4688621" y="4334562"/>
                <a:ext cx="577471" cy="430887"/>
              </a:xfrm>
              <a:prstGeom prst="rect">
                <a:avLst/>
              </a:prstGeom>
              <a:blipFill>
                <a:blip r:embed="rId18"/>
                <a:stretch>
                  <a:fillRect r="-1053"/>
                </a:stretch>
              </a:blipFill>
            </p:spPr>
            <p:txBody>
              <a:bodyPr/>
              <a:lstStyle/>
              <a:p>
                <a:r>
                  <a:rPr lang="zh-CN" altLang="en-US">
                    <a:noFill/>
                  </a:rPr>
                  <a:t> </a:t>
                </a:r>
              </a:p>
            </p:txBody>
          </p:sp>
        </mc:Fallback>
      </mc:AlternateContent>
      <p:sp>
        <p:nvSpPr>
          <p:cNvPr id="88" name="Line 27">
            <a:extLst>
              <a:ext uri="{FF2B5EF4-FFF2-40B4-BE49-F238E27FC236}">
                <a16:creationId xmlns:a16="http://schemas.microsoft.com/office/drawing/2014/main" id="{860822BA-7A7C-292C-2C5B-84682ACAEDC7}"/>
              </a:ext>
            </a:extLst>
          </p:cNvPr>
          <p:cNvSpPr>
            <a:spLocks noChangeShapeType="1"/>
          </p:cNvSpPr>
          <p:nvPr/>
        </p:nvSpPr>
        <p:spPr bwMode="auto">
          <a:xfrm>
            <a:off x="5336411"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等腰三角形 88">
            <a:extLst>
              <a:ext uri="{FF2B5EF4-FFF2-40B4-BE49-F238E27FC236}">
                <a16:creationId xmlns:a16="http://schemas.microsoft.com/office/drawing/2014/main" id="{88173082-055C-A6DA-5212-1C5E3CC5E411}"/>
              </a:ext>
            </a:extLst>
          </p:cNvPr>
          <p:cNvSpPr/>
          <p:nvPr/>
        </p:nvSpPr>
        <p:spPr>
          <a:xfrm rot="16200000" flipH="1">
            <a:off x="5189741"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91" name="Line 27">
            <a:extLst>
              <a:ext uri="{FF2B5EF4-FFF2-40B4-BE49-F238E27FC236}">
                <a16:creationId xmlns:a16="http://schemas.microsoft.com/office/drawing/2014/main" id="{D746B387-B9B7-116B-060B-125CAE0E5B30}"/>
              </a:ext>
            </a:extLst>
          </p:cNvPr>
          <p:cNvSpPr>
            <a:spLocks noChangeShapeType="1"/>
          </p:cNvSpPr>
          <p:nvPr/>
        </p:nvSpPr>
        <p:spPr bwMode="auto">
          <a:xfrm rot="5400000">
            <a:off x="1117197" y="4153142"/>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2" name="椭圆 91">
            <a:extLst>
              <a:ext uri="{FF2B5EF4-FFF2-40B4-BE49-F238E27FC236}">
                <a16:creationId xmlns:a16="http://schemas.microsoft.com/office/drawing/2014/main" id="{6132095A-7472-2373-0CD7-C364AA9F4060}"/>
              </a:ext>
            </a:extLst>
          </p:cNvPr>
          <p:cNvSpPr/>
          <p:nvPr/>
        </p:nvSpPr>
        <p:spPr>
          <a:xfrm>
            <a:off x="1645474" y="352350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3" name="椭圆 92">
            <a:extLst>
              <a:ext uri="{FF2B5EF4-FFF2-40B4-BE49-F238E27FC236}">
                <a16:creationId xmlns:a16="http://schemas.microsoft.com/office/drawing/2014/main" id="{D77E75F4-208C-1FDB-6B97-8BCCFD678DA2}"/>
              </a:ext>
            </a:extLst>
          </p:cNvPr>
          <p:cNvSpPr/>
          <p:nvPr/>
        </p:nvSpPr>
        <p:spPr>
          <a:xfrm>
            <a:off x="1645474" y="3921175"/>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3" name="文本框 102">
            <a:extLst>
              <a:ext uri="{FF2B5EF4-FFF2-40B4-BE49-F238E27FC236}">
                <a16:creationId xmlns:a16="http://schemas.microsoft.com/office/drawing/2014/main" id="{08AF49C4-A4D8-036E-B8B2-2EE8B1DDFD2E}"/>
              </a:ext>
            </a:extLst>
          </p:cNvPr>
          <p:cNvSpPr txBox="1"/>
          <p:nvPr/>
        </p:nvSpPr>
        <p:spPr>
          <a:xfrm>
            <a:off x="1171907" y="3354729"/>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04" name="Line 27">
            <a:extLst>
              <a:ext uri="{FF2B5EF4-FFF2-40B4-BE49-F238E27FC236}">
                <a16:creationId xmlns:a16="http://schemas.microsoft.com/office/drawing/2014/main" id="{79978228-8B8D-A2EE-B65B-87A0D3B441A9}"/>
              </a:ext>
            </a:extLst>
          </p:cNvPr>
          <p:cNvSpPr>
            <a:spLocks noChangeShapeType="1"/>
          </p:cNvSpPr>
          <p:nvPr/>
        </p:nvSpPr>
        <p:spPr bwMode="auto">
          <a:xfrm rot="5400000">
            <a:off x="949319" y="4939425"/>
            <a:ext cx="11783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8" name="Line 27">
            <a:extLst>
              <a:ext uri="{FF2B5EF4-FFF2-40B4-BE49-F238E27FC236}">
                <a16:creationId xmlns:a16="http://schemas.microsoft.com/office/drawing/2014/main" id="{FD3A94BF-D8E9-9628-2ED9-9468C35DC3E5}"/>
              </a:ext>
            </a:extLst>
          </p:cNvPr>
          <p:cNvSpPr>
            <a:spLocks noChangeShapeType="1"/>
          </p:cNvSpPr>
          <p:nvPr/>
        </p:nvSpPr>
        <p:spPr bwMode="auto">
          <a:xfrm>
            <a:off x="10708305" y="3742854"/>
            <a:ext cx="5962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矩形 115">
            <a:extLst>
              <a:ext uri="{FF2B5EF4-FFF2-40B4-BE49-F238E27FC236}">
                <a16:creationId xmlns:a16="http://schemas.microsoft.com/office/drawing/2014/main" id="{FC70945F-4D4E-04FF-B7EC-260DF334496E}"/>
              </a:ext>
            </a:extLst>
          </p:cNvPr>
          <p:cNvSpPr/>
          <p:nvPr/>
        </p:nvSpPr>
        <p:spPr>
          <a:xfrm>
            <a:off x="7379248" y="3339257"/>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3873F925-6E7B-40AE-08FF-FB197ED3D037}"/>
                  </a:ext>
                </a:extLst>
              </p:cNvPr>
              <p:cNvSpPr txBox="1"/>
              <p:nvPr/>
            </p:nvSpPr>
            <p:spPr>
              <a:xfrm>
                <a:off x="8087388"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17" name="文本框 116">
                <a:extLst>
                  <a:ext uri="{FF2B5EF4-FFF2-40B4-BE49-F238E27FC236}">
                    <a16:creationId xmlns:a16="http://schemas.microsoft.com/office/drawing/2014/main" id="{3873F925-6E7B-40AE-08FF-FB197ED3D037}"/>
                  </a:ext>
                </a:extLst>
              </p:cNvPr>
              <p:cNvSpPr txBox="1">
                <a:spLocks noRot="1" noChangeAspect="1" noMove="1" noResize="1" noEditPoints="1" noAdjustHandles="1" noChangeArrowheads="1" noChangeShapeType="1" noTextEdit="1"/>
              </p:cNvSpPr>
              <p:nvPr/>
            </p:nvSpPr>
            <p:spPr>
              <a:xfrm>
                <a:off x="8087388" y="3284882"/>
                <a:ext cx="443169" cy="430887"/>
              </a:xfrm>
              <a:prstGeom prst="rect">
                <a:avLst/>
              </a:prstGeom>
              <a:blipFill>
                <a:blip r:embed="rId1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F3940790-FB2E-F7FD-48F6-BED8C90E14A8}"/>
                  </a:ext>
                </a:extLst>
              </p:cNvPr>
              <p:cNvSpPr txBox="1"/>
              <p:nvPr/>
            </p:nvSpPr>
            <p:spPr>
              <a:xfrm>
                <a:off x="8573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18" name="文本框 117">
                <a:extLst>
                  <a:ext uri="{FF2B5EF4-FFF2-40B4-BE49-F238E27FC236}">
                    <a16:creationId xmlns:a16="http://schemas.microsoft.com/office/drawing/2014/main" id="{F3940790-FB2E-F7FD-48F6-BED8C90E14A8}"/>
                  </a:ext>
                </a:extLst>
              </p:cNvPr>
              <p:cNvSpPr txBox="1">
                <a:spLocks noRot="1" noChangeAspect="1" noMove="1" noResize="1" noEditPoints="1" noAdjustHandles="1" noChangeArrowheads="1" noChangeShapeType="1" noTextEdit="1"/>
              </p:cNvSpPr>
              <p:nvPr/>
            </p:nvSpPr>
            <p:spPr>
              <a:xfrm>
                <a:off x="8573389" y="3284882"/>
                <a:ext cx="443169" cy="430887"/>
              </a:xfrm>
              <a:prstGeom prst="rect">
                <a:avLst/>
              </a:prstGeom>
              <a:blipFill>
                <a:blip r:embed="rId20"/>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DEA21407-D1FC-66D2-94E7-3FE34134E36F}"/>
                  </a:ext>
                </a:extLst>
              </p:cNvPr>
              <p:cNvSpPr txBox="1"/>
              <p:nvPr/>
            </p:nvSpPr>
            <p:spPr>
              <a:xfrm>
                <a:off x="9059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19" name="文本框 118">
                <a:extLst>
                  <a:ext uri="{FF2B5EF4-FFF2-40B4-BE49-F238E27FC236}">
                    <a16:creationId xmlns:a16="http://schemas.microsoft.com/office/drawing/2014/main" id="{DEA21407-D1FC-66D2-94E7-3FE34134E36F}"/>
                  </a:ext>
                </a:extLst>
              </p:cNvPr>
              <p:cNvSpPr txBox="1">
                <a:spLocks noRot="1" noChangeAspect="1" noMove="1" noResize="1" noEditPoints="1" noAdjustHandles="1" noChangeArrowheads="1" noChangeShapeType="1" noTextEdit="1"/>
              </p:cNvSpPr>
              <p:nvPr/>
            </p:nvSpPr>
            <p:spPr>
              <a:xfrm>
                <a:off x="9059389" y="3284882"/>
                <a:ext cx="443169" cy="430887"/>
              </a:xfrm>
              <a:prstGeom prst="rect">
                <a:avLst/>
              </a:prstGeom>
              <a:blipFill>
                <a:blip r:embed="rId21"/>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9D46BA2F-9B34-41D5-90B9-5FFD4675327C}"/>
                  </a:ext>
                </a:extLst>
              </p:cNvPr>
              <p:cNvSpPr txBox="1"/>
              <p:nvPr/>
            </p:nvSpPr>
            <p:spPr>
              <a:xfrm>
                <a:off x="9545389" y="3284882"/>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0" name="文本框 119">
                <a:extLst>
                  <a:ext uri="{FF2B5EF4-FFF2-40B4-BE49-F238E27FC236}">
                    <a16:creationId xmlns:a16="http://schemas.microsoft.com/office/drawing/2014/main" id="{9D46BA2F-9B34-41D5-90B9-5FFD4675327C}"/>
                  </a:ext>
                </a:extLst>
              </p:cNvPr>
              <p:cNvSpPr txBox="1">
                <a:spLocks noRot="1" noChangeAspect="1" noMove="1" noResize="1" noEditPoints="1" noAdjustHandles="1" noChangeArrowheads="1" noChangeShapeType="1" noTextEdit="1"/>
              </p:cNvSpPr>
              <p:nvPr/>
            </p:nvSpPr>
            <p:spPr>
              <a:xfrm>
                <a:off x="9545389" y="3284882"/>
                <a:ext cx="443169" cy="430887"/>
              </a:xfrm>
              <a:prstGeom prst="rect">
                <a:avLst/>
              </a:prstGeom>
              <a:blipFill>
                <a:blip r:embed="rId22"/>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91C636EA-6E04-CD78-E620-13EDD738F752}"/>
                  </a:ext>
                </a:extLst>
              </p:cNvPr>
              <p:cNvSpPr txBox="1"/>
              <p:nvPr/>
            </p:nvSpPr>
            <p:spPr>
              <a:xfrm>
                <a:off x="8087388"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21" name="文本框 120">
                <a:extLst>
                  <a:ext uri="{FF2B5EF4-FFF2-40B4-BE49-F238E27FC236}">
                    <a16:creationId xmlns:a16="http://schemas.microsoft.com/office/drawing/2014/main" id="{91C636EA-6E04-CD78-E620-13EDD738F752}"/>
                  </a:ext>
                </a:extLst>
              </p:cNvPr>
              <p:cNvSpPr txBox="1">
                <a:spLocks noRot="1" noChangeAspect="1" noMove="1" noResize="1" noEditPoints="1" noAdjustHandles="1" noChangeArrowheads="1" noChangeShapeType="1" noTextEdit="1"/>
              </p:cNvSpPr>
              <p:nvPr/>
            </p:nvSpPr>
            <p:spPr>
              <a:xfrm>
                <a:off x="8087388" y="4523773"/>
                <a:ext cx="443169" cy="430887"/>
              </a:xfrm>
              <a:prstGeom prst="rect">
                <a:avLst/>
              </a:prstGeom>
              <a:blipFill>
                <a:blip r:embed="rId2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D883B296-CDD4-D4D8-9963-68963B721697}"/>
                  </a:ext>
                </a:extLst>
              </p:cNvPr>
              <p:cNvSpPr txBox="1"/>
              <p:nvPr/>
            </p:nvSpPr>
            <p:spPr>
              <a:xfrm>
                <a:off x="8573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22" name="文本框 121">
                <a:extLst>
                  <a:ext uri="{FF2B5EF4-FFF2-40B4-BE49-F238E27FC236}">
                    <a16:creationId xmlns:a16="http://schemas.microsoft.com/office/drawing/2014/main" id="{D883B296-CDD4-D4D8-9963-68963B721697}"/>
                  </a:ext>
                </a:extLst>
              </p:cNvPr>
              <p:cNvSpPr txBox="1">
                <a:spLocks noRot="1" noChangeAspect="1" noMove="1" noResize="1" noEditPoints="1" noAdjustHandles="1" noChangeArrowheads="1" noChangeShapeType="1" noTextEdit="1"/>
              </p:cNvSpPr>
              <p:nvPr/>
            </p:nvSpPr>
            <p:spPr>
              <a:xfrm>
                <a:off x="8573389" y="4523773"/>
                <a:ext cx="443169" cy="430887"/>
              </a:xfrm>
              <a:prstGeom prst="rect">
                <a:avLst/>
              </a:prstGeom>
              <a:blipFill>
                <a:blip r:embed="rId24"/>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EF8129B9-87A1-1737-B29D-2D950F4B31BF}"/>
                  </a:ext>
                </a:extLst>
              </p:cNvPr>
              <p:cNvSpPr txBox="1"/>
              <p:nvPr/>
            </p:nvSpPr>
            <p:spPr>
              <a:xfrm>
                <a:off x="9059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23" name="文本框 122">
                <a:extLst>
                  <a:ext uri="{FF2B5EF4-FFF2-40B4-BE49-F238E27FC236}">
                    <a16:creationId xmlns:a16="http://schemas.microsoft.com/office/drawing/2014/main" id="{EF8129B9-87A1-1737-B29D-2D950F4B31BF}"/>
                  </a:ext>
                </a:extLst>
              </p:cNvPr>
              <p:cNvSpPr txBox="1">
                <a:spLocks noRot="1" noChangeAspect="1" noMove="1" noResize="1" noEditPoints="1" noAdjustHandles="1" noChangeArrowheads="1" noChangeShapeType="1" noTextEdit="1"/>
              </p:cNvSpPr>
              <p:nvPr/>
            </p:nvSpPr>
            <p:spPr>
              <a:xfrm>
                <a:off x="9059389" y="4523773"/>
                <a:ext cx="443169" cy="430887"/>
              </a:xfrm>
              <a:prstGeom prst="rect">
                <a:avLst/>
              </a:prstGeom>
              <a:blipFill>
                <a:blip r:embed="rId25"/>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9D2A3C53-FCDB-EB98-0B3B-0480803F7318}"/>
                  </a:ext>
                </a:extLst>
              </p:cNvPr>
              <p:cNvSpPr txBox="1"/>
              <p:nvPr/>
            </p:nvSpPr>
            <p:spPr>
              <a:xfrm>
                <a:off x="9545389" y="4523773"/>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4" name="文本框 123">
                <a:extLst>
                  <a:ext uri="{FF2B5EF4-FFF2-40B4-BE49-F238E27FC236}">
                    <a16:creationId xmlns:a16="http://schemas.microsoft.com/office/drawing/2014/main" id="{9D2A3C53-FCDB-EB98-0B3B-0480803F7318}"/>
                  </a:ext>
                </a:extLst>
              </p:cNvPr>
              <p:cNvSpPr txBox="1">
                <a:spLocks noRot="1" noChangeAspect="1" noMove="1" noResize="1" noEditPoints="1" noAdjustHandles="1" noChangeArrowheads="1" noChangeShapeType="1" noTextEdit="1"/>
              </p:cNvSpPr>
              <p:nvPr/>
            </p:nvSpPr>
            <p:spPr>
              <a:xfrm>
                <a:off x="9545389" y="4523773"/>
                <a:ext cx="443169" cy="430887"/>
              </a:xfrm>
              <a:prstGeom prst="rect">
                <a:avLst/>
              </a:prstGeom>
              <a:blipFill>
                <a:blip r:embed="rId26"/>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FFC7F938-1361-36F8-AE0B-7E6492291D6D}"/>
                  </a:ext>
                </a:extLst>
              </p:cNvPr>
              <p:cNvSpPr txBox="1"/>
              <p:nvPr/>
            </p:nvSpPr>
            <p:spPr>
              <a:xfrm>
                <a:off x="7377318" y="335424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125" name="文本框 124">
                <a:extLst>
                  <a:ext uri="{FF2B5EF4-FFF2-40B4-BE49-F238E27FC236}">
                    <a16:creationId xmlns:a16="http://schemas.microsoft.com/office/drawing/2014/main" id="{FFC7F938-1361-36F8-AE0B-7E6492291D6D}"/>
                  </a:ext>
                </a:extLst>
              </p:cNvPr>
              <p:cNvSpPr txBox="1">
                <a:spLocks noRot="1" noChangeAspect="1" noMove="1" noResize="1" noEditPoints="1" noAdjustHandles="1" noChangeArrowheads="1" noChangeShapeType="1" noTextEdit="1"/>
              </p:cNvSpPr>
              <p:nvPr/>
            </p:nvSpPr>
            <p:spPr>
              <a:xfrm>
                <a:off x="7377318" y="3354244"/>
                <a:ext cx="774000" cy="430887"/>
              </a:xfrm>
              <a:prstGeom prst="rect">
                <a:avLst/>
              </a:prstGeom>
              <a:blipFill>
                <a:blip r:embed="rId27"/>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F4F279BE-C5ED-D0A2-74A1-D206D2DF4686}"/>
                  </a:ext>
                </a:extLst>
              </p:cNvPr>
              <p:cNvSpPr txBox="1"/>
              <p:nvPr/>
            </p:nvSpPr>
            <p:spPr>
              <a:xfrm>
                <a:off x="7377318" y="3751662"/>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126" name="文本框 125">
                <a:extLst>
                  <a:ext uri="{FF2B5EF4-FFF2-40B4-BE49-F238E27FC236}">
                    <a16:creationId xmlns:a16="http://schemas.microsoft.com/office/drawing/2014/main" id="{F4F279BE-C5ED-D0A2-74A1-D206D2DF4686}"/>
                  </a:ext>
                </a:extLst>
              </p:cNvPr>
              <p:cNvSpPr txBox="1">
                <a:spLocks noRot="1" noChangeAspect="1" noMove="1" noResize="1" noEditPoints="1" noAdjustHandles="1" noChangeArrowheads="1" noChangeShapeType="1" noTextEdit="1"/>
              </p:cNvSpPr>
              <p:nvPr/>
            </p:nvSpPr>
            <p:spPr>
              <a:xfrm>
                <a:off x="7377318" y="3751662"/>
                <a:ext cx="774000" cy="430887"/>
              </a:xfrm>
              <a:prstGeom prst="rect">
                <a:avLst/>
              </a:prstGeom>
              <a:blipFill>
                <a:blip r:embed="rId28"/>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DBA999BB-CA20-992F-E3FB-20152CE695F9}"/>
                  </a:ext>
                </a:extLst>
              </p:cNvPr>
              <p:cNvSpPr txBox="1"/>
              <p:nvPr/>
            </p:nvSpPr>
            <p:spPr>
              <a:xfrm>
                <a:off x="7377318" y="41339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127" name="文本框 126">
                <a:extLst>
                  <a:ext uri="{FF2B5EF4-FFF2-40B4-BE49-F238E27FC236}">
                    <a16:creationId xmlns:a16="http://schemas.microsoft.com/office/drawing/2014/main" id="{DBA999BB-CA20-992F-E3FB-20152CE695F9}"/>
                  </a:ext>
                </a:extLst>
              </p:cNvPr>
              <p:cNvSpPr txBox="1">
                <a:spLocks noRot="1" noChangeAspect="1" noMove="1" noResize="1" noEditPoints="1" noAdjustHandles="1" noChangeArrowheads="1" noChangeShapeType="1" noTextEdit="1"/>
              </p:cNvSpPr>
              <p:nvPr/>
            </p:nvSpPr>
            <p:spPr>
              <a:xfrm>
                <a:off x="7377318" y="4133930"/>
                <a:ext cx="577471" cy="430887"/>
              </a:xfrm>
              <a:prstGeom prst="rect">
                <a:avLst/>
              </a:prstGeom>
              <a:blipFill>
                <a:blip r:embed="rId29"/>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55F680A1-FEB1-1E08-AF44-5B448637253F}"/>
                  </a:ext>
                </a:extLst>
              </p:cNvPr>
              <p:cNvSpPr txBox="1"/>
              <p:nvPr/>
            </p:nvSpPr>
            <p:spPr>
              <a:xfrm>
                <a:off x="7377318" y="4514288"/>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128" name="文本框 127">
                <a:extLst>
                  <a:ext uri="{FF2B5EF4-FFF2-40B4-BE49-F238E27FC236}">
                    <a16:creationId xmlns:a16="http://schemas.microsoft.com/office/drawing/2014/main" id="{55F680A1-FEB1-1E08-AF44-5B448637253F}"/>
                  </a:ext>
                </a:extLst>
              </p:cNvPr>
              <p:cNvSpPr txBox="1">
                <a:spLocks noRot="1" noChangeAspect="1" noMove="1" noResize="1" noEditPoints="1" noAdjustHandles="1" noChangeArrowheads="1" noChangeShapeType="1" noTextEdit="1"/>
              </p:cNvSpPr>
              <p:nvPr/>
            </p:nvSpPr>
            <p:spPr>
              <a:xfrm>
                <a:off x="7377318" y="4514288"/>
                <a:ext cx="577471" cy="430887"/>
              </a:xfrm>
              <a:prstGeom prst="rect">
                <a:avLst/>
              </a:prstGeom>
              <a:blipFill>
                <a:blip r:embed="rId30"/>
                <a:stretch>
                  <a:fillRect l="-1053"/>
                </a:stretch>
              </a:blipFill>
            </p:spPr>
            <p:txBody>
              <a:bodyPr/>
              <a:lstStyle/>
              <a:p>
                <a:r>
                  <a:rPr lang="zh-CN" altLang="en-US">
                    <a:noFill/>
                  </a:rPr>
                  <a:t> </a:t>
                </a:r>
              </a:p>
            </p:txBody>
          </p:sp>
        </mc:Fallback>
      </mc:AlternateContent>
      <p:sp>
        <p:nvSpPr>
          <p:cNvPr id="130" name="Line 27">
            <a:extLst>
              <a:ext uri="{FF2B5EF4-FFF2-40B4-BE49-F238E27FC236}">
                <a16:creationId xmlns:a16="http://schemas.microsoft.com/office/drawing/2014/main" id="{211941B3-CC7D-5C17-60ED-B4148C6A2C71}"/>
              </a:ext>
            </a:extLst>
          </p:cNvPr>
          <p:cNvSpPr>
            <a:spLocks noChangeShapeType="1"/>
          </p:cNvSpPr>
          <p:nvPr/>
        </p:nvSpPr>
        <p:spPr bwMode="auto">
          <a:xfrm>
            <a:off x="6156219" y="3570994"/>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1" name="Line 27">
            <a:extLst>
              <a:ext uri="{FF2B5EF4-FFF2-40B4-BE49-F238E27FC236}">
                <a16:creationId xmlns:a16="http://schemas.microsoft.com/office/drawing/2014/main" id="{998F6DFC-3C49-1671-67C8-83A2494A1B72}"/>
              </a:ext>
            </a:extLst>
          </p:cNvPr>
          <p:cNvSpPr>
            <a:spLocks noChangeShapeType="1"/>
          </p:cNvSpPr>
          <p:nvPr/>
        </p:nvSpPr>
        <p:spPr bwMode="auto">
          <a:xfrm>
            <a:off x="6156219" y="3967662"/>
            <a:ext cx="12210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914F8606-6AC8-6D3C-E082-254440276511}"/>
              </a:ext>
            </a:extLst>
          </p:cNvPr>
          <p:cNvSpPr>
            <a:spLocks noChangeShapeType="1"/>
          </p:cNvSpPr>
          <p:nvPr/>
        </p:nvSpPr>
        <p:spPr bwMode="auto">
          <a:xfrm>
            <a:off x="6612743" y="4350238"/>
            <a:ext cx="7645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椭圆 132">
            <a:extLst>
              <a:ext uri="{FF2B5EF4-FFF2-40B4-BE49-F238E27FC236}">
                <a16:creationId xmlns:a16="http://schemas.microsoft.com/office/drawing/2014/main" id="{7A1FD558-38F0-7F4E-D1B0-A5E7599D77CE}"/>
              </a:ext>
            </a:extLst>
          </p:cNvPr>
          <p:cNvSpPr/>
          <p:nvPr/>
        </p:nvSpPr>
        <p:spPr>
          <a:xfrm flipV="1">
            <a:off x="7250314" y="4290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4" name="Line 27">
            <a:extLst>
              <a:ext uri="{FF2B5EF4-FFF2-40B4-BE49-F238E27FC236}">
                <a16:creationId xmlns:a16="http://schemas.microsoft.com/office/drawing/2014/main" id="{F2C39419-4C20-7345-53EF-516BB9D14F41}"/>
              </a:ext>
            </a:extLst>
          </p:cNvPr>
          <p:cNvSpPr>
            <a:spLocks noChangeShapeType="1"/>
          </p:cNvSpPr>
          <p:nvPr/>
        </p:nvSpPr>
        <p:spPr bwMode="auto">
          <a:xfrm>
            <a:off x="7059600" y="4729415"/>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5" name="椭圆 134">
            <a:extLst>
              <a:ext uri="{FF2B5EF4-FFF2-40B4-BE49-F238E27FC236}">
                <a16:creationId xmlns:a16="http://schemas.microsoft.com/office/drawing/2014/main" id="{8F442499-7AA5-98F7-3A68-914C78B65A26}"/>
              </a:ext>
            </a:extLst>
          </p:cNvPr>
          <p:cNvSpPr/>
          <p:nvPr/>
        </p:nvSpPr>
        <p:spPr>
          <a:xfrm flipV="1">
            <a:off x="7250314" y="4669794"/>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50795478-F2F9-7156-1503-8A712C1CADE3}"/>
                  </a:ext>
                </a:extLst>
              </p:cNvPr>
              <p:cNvSpPr txBox="1"/>
              <p:nvPr/>
            </p:nvSpPr>
            <p:spPr>
              <a:xfrm>
                <a:off x="10140643" y="352741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136" name="文本框 135">
                <a:extLst>
                  <a:ext uri="{FF2B5EF4-FFF2-40B4-BE49-F238E27FC236}">
                    <a16:creationId xmlns:a16="http://schemas.microsoft.com/office/drawing/2014/main" id="{50795478-F2F9-7156-1503-8A712C1CADE3}"/>
                  </a:ext>
                </a:extLst>
              </p:cNvPr>
              <p:cNvSpPr txBox="1">
                <a:spLocks noRot="1" noChangeAspect="1" noMove="1" noResize="1" noEditPoints="1" noAdjustHandles="1" noChangeArrowheads="1" noChangeShapeType="1" noTextEdit="1"/>
              </p:cNvSpPr>
              <p:nvPr/>
            </p:nvSpPr>
            <p:spPr>
              <a:xfrm>
                <a:off x="10140643" y="3527410"/>
                <a:ext cx="577471" cy="430887"/>
              </a:xfrm>
              <a:prstGeom prst="rect">
                <a:avLst/>
              </a:prstGeom>
              <a:blipFill>
                <a:blip r:embed="rId31"/>
                <a:stretch>
                  <a:fillRect r="-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735446B0-0099-E9BA-C027-BEFFA84E21BC}"/>
                  </a:ext>
                </a:extLst>
              </p:cNvPr>
              <p:cNvSpPr txBox="1"/>
              <p:nvPr/>
            </p:nvSpPr>
            <p:spPr>
              <a:xfrm>
                <a:off x="10060516" y="433456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137" name="文本框 136">
                <a:extLst>
                  <a:ext uri="{FF2B5EF4-FFF2-40B4-BE49-F238E27FC236}">
                    <a16:creationId xmlns:a16="http://schemas.microsoft.com/office/drawing/2014/main" id="{735446B0-0099-E9BA-C027-BEFFA84E21BC}"/>
                  </a:ext>
                </a:extLst>
              </p:cNvPr>
              <p:cNvSpPr txBox="1">
                <a:spLocks noRot="1" noChangeAspect="1" noMove="1" noResize="1" noEditPoints="1" noAdjustHandles="1" noChangeArrowheads="1" noChangeShapeType="1" noTextEdit="1"/>
              </p:cNvSpPr>
              <p:nvPr/>
            </p:nvSpPr>
            <p:spPr>
              <a:xfrm>
                <a:off x="10060516" y="4334562"/>
                <a:ext cx="577471" cy="430887"/>
              </a:xfrm>
              <a:prstGeom prst="rect">
                <a:avLst/>
              </a:prstGeom>
              <a:blipFill>
                <a:blip r:embed="rId32"/>
                <a:stretch>
                  <a:fillRect r="-1053"/>
                </a:stretch>
              </a:blipFill>
            </p:spPr>
            <p:txBody>
              <a:bodyPr/>
              <a:lstStyle/>
              <a:p>
                <a:r>
                  <a:rPr lang="zh-CN" altLang="en-US">
                    <a:noFill/>
                  </a:rPr>
                  <a:t> </a:t>
                </a:r>
              </a:p>
            </p:txBody>
          </p:sp>
        </mc:Fallback>
      </mc:AlternateContent>
      <p:sp>
        <p:nvSpPr>
          <p:cNvPr id="139" name="Line 27">
            <a:extLst>
              <a:ext uri="{FF2B5EF4-FFF2-40B4-BE49-F238E27FC236}">
                <a16:creationId xmlns:a16="http://schemas.microsoft.com/office/drawing/2014/main" id="{DB40CE2C-B1CB-876A-C009-9726DDE29067}"/>
              </a:ext>
            </a:extLst>
          </p:cNvPr>
          <p:cNvSpPr>
            <a:spLocks noChangeShapeType="1"/>
          </p:cNvSpPr>
          <p:nvPr/>
        </p:nvSpPr>
        <p:spPr bwMode="auto">
          <a:xfrm>
            <a:off x="10708306" y="4550006"/>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等腰三角形 139">
            <a:extLst>
              <a:ext uri="{FF2B5EF4-FFF2-40B4-BE49-F238E27FC236}">
                <a16:creationId xmlns:a16="http://schemas.microsoft.com/office/drawing/2014/main" id="{6EA65048-E895-1908-691A-9C4A7822F314}"/>
              </a:ext>
            </a:extLst>
          </p:cNvPr>
          <p:cNvSpPr/>
          <p:nvPr/>
        </p:nvSpPr>
        <p:spPr>
          <a:xfrm rot="16200000" flipH="1">
            <a:off x="10561636" y="450204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99" name="文本框 198">
            <a:extLst>
              <a:ext uri="{FF2B5EF4-FFF2-40B4-BE49-F238E27FC236}">
                <a16:creationId xmlns:a16="http://schemas.microsoft.com/office/drawing/2014/main" id="{1BB308B1-C9B4-796A-5115-CA95AD73059E}"/>
              </a:ext>
            </a:extLst>
          </p:cNvPr>
          <p:cNvSpPr txBox="1"/>
          <p:nvPr/>
        </p:nvSpPr>
        <p:spPr>
          <a:xfrm>
            <a:off x="6786000" y="4515806"/>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8" name="椭圆 217">
            <a:extLst>
              <a:ext uri="{FF2B5EF4-FFF2-40B4-BE49-F238E27FC236}">
                <a16:creationId xmlns:a16="http://schemas.microsoft.com/office/drawing/2014/main" id="{CE1ADD35-191A-833E-3F48-BA5E0838A2BE}"/>
              </a:ext>
            </a:extLst>
          </p:cNvPr>
          <p:cNvSpPr/>
          <p:nvPr/>
        </p:nvSpPr>
        <p:spPr>
          <a:xfrm>
            <a:off x="6118483" y="369636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9" name="Line 27">
            <a:extLst>
              <a:ext uri="{FF2B5EF4-FFF2-40B4-BE49-F238E27FC236}">
                <a16:creationId xmlns:a16="http://schemas.microsoft.com/office/drawing/2014/main" id="{E107D9C0-D159-445A-D1D0-D72A9F8C5845}"/>
              </a:ext>
            </a:extLst>
          </p:cNvPr>
          <p:cNvSpPr>
            <a:spLocks noChangeShapeType="1"/>
          </p:cNvSpPr>
          <p:nvPr/>
        </p:nvSpPr>
        <p:spPr bwMode="auto">
          <a:xfrm rot="5400000">
            <a:off x="5968257" y="3768010"/>
            <a:ext cx="3943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6" name="Line 27">
            <a:extLst>
              <a:ext uri="{FF2B5EF4-FFF2-40B4-BE49-F238E27FC236}">
                <a16:creationId xmlns:a16="http://schemas.microsoft.com/office/drawing/2014/main" id="{F7B34BAD-0C39-58A2-82BB-E6E85C74D2A2}"/>
              </a:ext>
            </a:extLst>
          </p:cNvPr>
          <p:cNvSpPr>
            <a:spLocks noChangeShapeType="1"/>
          </p:cNvSpPr>
          <p:nvPr/>
        </p:nvSpPr>
        <p:spPr bwMode="auto">
          <a:xfrm>
            <a:off x="1535084" y="5528608"/>
            <a:ext cx="97694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 name="文本框 6">
            <a:extLst>
              <a:ext uri="{FF2B5EF4-FFF2-40B4-BE49-F238E27FC236}">
                <a16:creationId xmlns:a16="http://schemas.microsoft.com/office/drawing/2014/main" id="{9486E70C-06B9-9C9E-C714-E4FABAA579B7}"/>
              </a:ext>
            </a:extLst>
          </p:cNvPr>
          <p:cNvSpPr txBox="1"/>
          <p:nvPr/>
        </p:nvSpPr>
        <p:spPr>
          <a:xfrm>
            <a:off x="4240852"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8" name="Line 27">
            <a:extLst>
              <a:ext uri="{FF2B5EF4-FFF2-40B4-BE49-F238E27FC236}">
                <a16:creationId xmlns:a16="http://schemas.microsoft.com/office/drawing/2014/main" id="{F7A17C1B-3809-5BE7-A045-F33353F7DAE5}"/>
              </a:ext>
            </a:extLst>
          </p:cNvPr>
          <p:cNvSpPr>
            <a:spLocks noChangeShapeType="1"/>
          </p:cNvSpPr>
          <p:nvPr/>
        </p:nvSpPr>
        <p:spPr bwMode="auto">
          <a:xfrm rot="5400000">
            <a:off x="4761802"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 name="Line 27">
            <a:extLst>
              <a:ext uri="{FF2B5EF4-FFF2-40B4-BE49-F238E27FC236}">
                <a16:creationId xmlns:a16="http://schemas.microsoft.com/office/drawing/2014/main" id="{31C292AD-FF06-D96E-34A9-C149F3905835}"/>
              </a:ext>
            </a:extLst>
          </p:cNvPr>
          <p:cNvSpPr>
            <a:spLocks noChangeShapeType="1"/>
          </p:cNvSpPr>
          <p:nvPr/>
        </p:nvSpPr>
        <p:spPr bwMode="auto">
          <a:xfrm rot="5400000">
            <a:off x="10130408" y="3658599"/>
            <a:ext cx="1782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 name="Line 27">
            <a:extLst>
              <a:ext uri="{FF2B5EF4-FFF2-40B4-BE49-F238E27FC236}">
                <a16:creationId xmlns:a16="http://schemas.microsoft.com/office/drawing/2014/main" id="{E3266E54-23B8-E5E6-2BA7-534A0469009F}"/>
              </a:ext>
            </a:extLst>
          </p:cNvPr>
          <p:cNvSpPr>
            <a:spLocks noChangeShapeType="1"/>
          </p:cNvSpPr>
          <p:nvPr/>
        </p:nvSpPr>
        <p:spPr bwMode="auto">
          <a:xfrm>
            <a:off x="5373521" y="2768587"/>
            <a:ext cx="56564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AB5FC7B-C57B-1EB1-6B7C-A4AE81B65945}"/>
                  </a:ext>
                </a:extLst>
              </p:cNvPr>
              <p:cNvSpPr txBox="1"/>
              <p:nvPr/>
            </p:nvSpPr>
            <p:spPr>
              <a:xfrm>
                <a:off x="4832340" y="2551227"/>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13" name="文本框 12">
                <a:extLst>
                  <a:ext uri="{FF2B5EF4-FFF2-40B4-BE49-F238E27FC236}">
                    <a16:creationId xmlns:a16="http://schemas.microsoft.com/office/drawing/2014/main" id="{8AB5FC7B-C57B-1EB1-6B7C-A4AE81B65945}"/>
                  </a:ext>
                </a:extLst>
              </p:cNvPr>
              <p:cNvSpPr txBox="1">
                <a:spLocks noRot="1" noChangeAspect="1" noMove="1" noResize="1" noEditPoints="1" noAdjustHandles="1" noChangeArrowheads="1" noChangeShapeType="1" noTextEdit="1"/>
              </p:cNvSpPr>
              <p:nvPr/>
            </p:nvSpPr>
            <p:spPr>
              <a:xfrm>
                <a:off x="4832340" y="2551227"/>
                <a:ext cx="577471" cy="430887"/>
              </a:xfrm>
              <a:prstGeom prst="rect">
                <a:avLst/>
              </a:prstGeom>
              <a:blipFill>
                <a:blip r:embed="rId33"/>
                <a:stretch>
                  <a:fillRect r="-2128"/>
                </a:stretch>
              </a:blipFill>
            </p:spPr>
            <p:txBody>
              <a:bodyPr/>
              <a:lstStyle/>
              <a:p>
                <a:r>
                  <a:rPr lang="zh-CN" altLang="en-US">
                    <a:noFill/>
                  </a:rPr>
                  <a:t> </a:t>
                </a:r>
              </a:p>
            </p:txBody>
          </p:sp>
        </mc:Fallback>
      </mc:AlternateContent>
      <p:sp>
        <p:nvSpPr>
          <p:cNvPr id="14" name="椭圆 13">
            <a:extLst>
              <a:ext uri="{FF2B5EF4-FFF2-40B4-BE49-F238E27FC236}">
                <a16:creationId xmlns:a16="http://schemas.microsoft.com/office/drawing/2014/main" id="{8056C747-FE72-AC79-D925-9226F7876D2D}"/>
              </a:ext>
            </a:extLst>
          </p:cNvPr>
          <p:cNvSpPr/>
          <p:nvPr/>
        </p:nvSpPr>
        <p:spPr>
          <a:xfrm flipV="1">
            <a:off x="5605831" y="2720442"/>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 name="文本框 14">
            <a:extLst>
              <a:ext uri="{FF2B5EF4-FFF2-40B4-BE49-F238E27FC236}">
                <a16:creationId xmlns:a16="http://schemas.microsoft.com/office/drawing/2014/main" id="{0EE8CFD3-D1AE-500F-6DC4-79C194D5369A}"/>
              </a:ext>
            </a:extLst>
          </p:cNvPr>
          <p:cNvSpPr txBox="1"/>
          <p:nvPr/>
        </p:nvSpPr>
        <p:spPr>
          <a:xfrm>
            <a:off x="3756021"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9C38262A-4B3B-5C19-F245-D6E5DC9E6C11}"/>
              </a:ext>
            </a:extLst>
          </p:cNvPr>
          <p:cNvSpPr txBox="1"/>
          <p:nvPr/>
        </p:nvSpPr>
        <p:spPr>
          <a:xfrm>
            <a:off x="3269192"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FB661020-CBA0-4471-BBF7-AC3136D9947D}"/>
              </a:ext>
            </a:extLst>
          </p:cNvPr>
          <p:cNvSpPr txBox="1"/>
          <p:nvPr/>
        </p:nvSpPr>
        <p:spPr>
          <a:xfrm>
            <a:off x="2773081"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2F4C05E-77F4-5575-CE61-73B16CF367F5}"/>
              </a:ext>
            </a:extLst>
          </p:cNvPr>
          <p:cNvSpPr txBox="1"/>
          <p:nvPr/>
        </p:nvSpPr>
        <p:spPr>
          <a:xfrm>
            <a:off x="9613394"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5826B41D-B6EC-6DB0-85D7-5E292B6C20A9}"/>
              </a:ext>
            </a:extLst>
          </p:cNvPr>
          <p:cNvSpPr txBox="1"/>
          <p:nvPr/>
        </p:nvSpPr>
        <p:spPr>
          <a:xfrm>
            <a:off x="9117829"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BCC794D1-4EAB-5F6B-8ADD-129F43F4C7A4}"/>
              </a:ext>
            </a:extLst>
          </p:cNvPr>
          <p:cNvSpPr txBox="1"/>
          <p:nvPr/>
        </p:nvSpPr>
        <p:spPr>
          <a:xfrm>
            <a:off x="8632191"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3968986C-AB5A-F5E9-3D52-BCCF3770D85C}"/>
              </a:ext>
            </a:extLst>
          </p:cNvPr>
          <p:cNvSpPr txBox="1"/>
          <p:nvPr/>
        </p:nvSpPr>
        <p:spPr>
          <a:xfrm>
            <a:off x="8145151" y="281880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Line 27">
            <a:extLst>
              <a:ext uri="{FF2B5EF4-FFF2-40B4-BE49-F238E27FC236}">
                <a16:creationId xmlns:a16="http://schemas.microsoft.com/office/drawing/2014/main" id="{848B4938-5D64-BB54-45AD-4A5AF2858A25}"/>
              </a:ext>
            </a:extLst>
          </p:cNvPr>
          <p:cNvSpPr>
            <a:spLocks noChangeShapeType="1"/>
          </p:cNvSpPr>
          <p:nvPr/>
        </p:nvSpPr>
        <p:spPr bwMode="auto">
          <a:xfrm rot="5400000">
            <a:off x="10403295" y="4633648"/>
            <a:ext cx="178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nvGrpSpPr>
          <p:cNvPr id="25" name="组合 24">
            <a:extLst>
              <a:ext uri="{FF2B5EF4-FFF2-40B4-BE49-F238E27FC236}">
                <a16:creationId xmlns:a16="http://schemas.microsoft.com/office/drawing/2014/main" id="{7832EF83-72FE-644B-0698-4EADF5A23FFD}"/>
              </a:ext>
            </a:extLst>
          </p:cNvPr>
          <p:cNvGrpSpPr/>
          <p:nvPr/>
        </p:nvGrpSpPr>
        <p:grpSpPr>
          <a:xfrm flipH="1">
            <a:off x="10427605" y="5278639"/>
            <a:ext cx="538188" cy="499937"/>
            <a:chOff x="8258434" y="5620302"/>
            <a:chExt cx="538188" cy="499937"/>
          </a:xfrm>
        </p:grpSpPr>
        <p:sp>
          <p:nvSpPr>
            <p:cNvPr id="23" name="等腰三角形 22">
              <a:extLst>
                <a:ext uri="{FF2B5EF4-FFF2-40B4-BE49-F238E27FC236}">
                  <a16:creationId xmlns:a16="http://schemas.microsoft.com/office/drawing/2014/main" id="{0FD0C676-6225-4D5F-EDED-CDB645F709D8}"/>
                </a:ext>
              </a:extLst>
            </p:cNvPr>
            <p:cNvSpPr/>
            <p:nvPr/>
          </p:nvSpPr>
          <p:spPr>
            <a:xfrm rot="5400000" flipH="1">
              <a:off x="8221698" y="5657038"/>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CC45DB78-F06E-30E8-DDD6-C577D9183E03}"/>
                </a:ext>
              </a:extLst>
            </p:cNvPr>
            <p:cNvSpPr/>
            <p:nvPr/>
          </p:nvSpPr>
          <p:spPr>
            <a:xfrm flipH="1" flipV="1">
              <a:off x="8677822" y="5810872"/>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26" name="椭圆 25">
            <a:extLst>
              <a:ext uri="{FF2B5EF4-FFF2-40B4-BE49-F238E27FC236}">
                <a16:creationId xmlns:a16="http://schemas.microsoft.com/office/drawing/2014/main" id="{5CCAB18C-E417-3F4A-0F98-F2014D7154BF}"/>
              </a:ext>
            </a:extLst>
          </p:cNvPr>
          <p:cNvSpPr/>
          <p:nvPr/>
        </p:nvSpPr>
        <p:spPr>
          <a:xfrm>
            <a:off x="6575990" y="548145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文本框 5">
            <a:extLst>
              <a:ext uri="{FF2B5EF4-FFF2-40B4-BE49-F238E27FC236}">
                <a16:creationId xmlns:a16="http://schemas.microsoft.com/office/drawing/2014/main" id="{E99DFE63-C35C-D88C-3B47-82E904B5315C}"/>
              </a:ext>
            </a:extLst>
          </p:cNvPr>
          <p:cNvSpPr txBox="1"/>
          <p:nvPr/>
        </p:nvSpPr>
        <p:spPr>
          <a:xfrm>
            <a:off x="4320000" y="6192000"/>
            <a:ext cx="7007645"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该电路使用的 </a:t>
            </a:r>
            <a:r>
              <a:rPr lang="en-US" altLang="zh-CN" sz="2000" dirty="0">
                <a:solidFill>
                  <a:srgbClr val="002060"/>
                </a:solidFill>
                <a:latin typeface="微软雅黑" panose="020B0503020204020204" pitchFamily="34" charset="-122"/>
                <a:ea typeface="微软雅黑" panose="020B0503020204020204" pitchFamily="34" charset="-122"/>
              </a:rPr>
              <a:t>24 </a:t>
            </a:r>
            <a:r>
              <a:rPr lang="zh-CN" altLang="en-US" sz="2000" dirty="0">
                <a:solidFill>
                  <a:srgbClr val="002060"/>
                </a:solidFill>
                <a:latin typeface="微软雅黑" panose="020B0503020204020204" pitchFamily="34" charset="-122"/>
                <a:ea typeface="微软雅黑" panose="020B0503020204020204" pitchFamily="34" charset="-122"/>
              </a:rPr>
              <a:t>个有效状态为：</a:t>
            </a:r>
            <a:r>
              <a:rPr lang="en-US" altLang="zh-CN" sz="2000" dirty="0">
                <a:solidFill>
                  <a:srgbClr val="0000FF"/>
                </a:solidFill>
                <a:latin typeface="微软雅黑" panose="020B0503020204020204" pitchFamily="34" charset="-122"/>
                <a:ea typeface="微软雅黑" panose="020B0503020204020204" pitchFamily="34" charset="-122"/>
              </a:rPr>
              <a:t>1110 1000 ~ 1111 1111</a:t>
            </a:r>
          </a:p>
        </p:txBody>
      </p:sp>
      <p:sp>
        <p:nvSpPr>
          <p:cNvPr id="29" name="Line 27">
            <a:extLst>
              <a:ext uri="{FF2B5EF4-FFF2-40B4-BE49-F238E27FC236}">
                <a16:creationId xmlns:a16="http://schemas.microsoft.com/office/drawing/2014/main" id="{C22F989E-0FED-4C98-ED76-DE89CCEBC302}"/>
              </a:ext>
            </a:extLst>
          </p:cNvPr>
          <p:cNvSpPr>
            <a:spLocks noChangeShapeType="1"/>
          </p:cNvSpPr>
          <p:nvPr/>
        </p:nvSpPr>
        <p:spPr bwMode="auto">
          <a:xfrm rot="5400000">
            <a:off x="6032630" y="4939423"/>
            <a:ext cx="11783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Tree>
    <p:extLst>
      <p:ext uri="{BB962C8B-B14F-4D97-AF65-F5344CB8AC3E}">
        <p14:creationId xmlns:p14="http://schemas.microsoft.com/office/powerpoint/2010/main" val="2515524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0AE27-2578-78D1-E217-B9D72E17A64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C80FD1-0500-3C4A-9B9F-0006D7F29B9D}"/>
                  </a:ext>
                </a:extLst>
              </p:cNvPr>
              <p:cNvSpPr txBox="1"/>
              <p:nvPr/>
            </p:nvSpPr>
            <p:spPr>
              <a:xfrm>
                <a:off x="360000" y="828000"/>
                <a:ext cx="6159466"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14:m>
                  <m:oMath xmlns:m="http://schemas.openxmlformats.org/officeDocument/2006/math">
                    <m:r>
                      <a:rPr lang="en-US" altLang="zh-CN" sz="2800" i="1" smtClean="0">
                        <a:solidFill>
                          <a:srgbClr val="002060"/>
                        </a:solidFill>
                        <a:latin typeface="Cambria Math" panose="02040503050406030204" pitchFamily="18" charset="0"/>
                        <a:ea typeface="微软雅黑" panose="020B0503020204020204" pitchFamily="34" charset="-122"/>
                      </a:rPr>
                      <m:t>𝑛</m:t>
                    </m:r>
                    <m:r>
                      <a:rPr lang="en-US" altLang="zh-CN" sz="2800" b="0" i="1" smtClean="0">
                        <a:solidFill>
                          <a:srgbClr val="002060"/>
                        </a:solidFill>
                        <a:latin typeface="Cambria Math" panose="02040503050406030204" pitchFamily="18" charset="0"/>
                        <a:ea typeface="微软雅黑" panose="020B0503020204020204" pitchFamily="34" charset="-122"/>
                      </a:rPr>
                      <m:t>&gt;</m:t>
                    </m:r>
                    <m:r>
                      <a:rPr lang="en-US" altLang="zh-CN" sz="2800" i="1">
                        <a:solidFill>
                          <a:srgbClr val="002060"/>
                        </a:solidFill>
                        <a:latin typeface="Cambria Math" panose="02040503050406030204" pitchFamily="18" charset="0"/>
                        <a:ea typeface="微软雅黑" panose="020B0503020204020204" pitchFamily="34" charset="-122"/>
                      </a:rPr>
                      <m:t>𝑚</m:t>
                    </m:r>
                  </m:oMath>
                </a14:m>
                <a:r>
                  <a:rPr lang="zh-CN" altLang="en-US" sz="2800" dirty="0">
                    <a:solidFill>
                      <a:srgbClr val="002060"/>
                    </a:solidFill>
                    <a:latin typeface="微软雅黑" panose="020B0503020204020204" pitchFamily="34" charset="-122"/>
                    <a:ea typeface="微软雅黑" panose="020B0503020204020204" pitchFamily="34" charset="-122"/>
                  </a:rPr>
                  <a:t> 时的异步级联</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时钟不同</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5C80FD1-0500-3C4A-9B9F-0006D7F29B9D}"/>
                  </a:ext>
                </a:extLst>
              </p:cNvPr>
              <p:cNvSpPr txBox="1">
                <a:spLocks noRot="1" noChangeAspect="1" noMove="1" noResize="1" noEditPoints="1" noAdjustHandles="1" noChangeArrowheads="1" noChangeShapeType="1" noTextEdit="1"/>
              </p:cNvSpPr>
              <p:nvPr/>
            </p:nvSpPr>
            <p:spPr>
              <a:xfrm>
                <a:off x="360000" y="828000"/>
                <a:ext cx="6159466" cy="1091966"/>
              </a:xfrm>
              <a:prstGeom prst="rect">
                <a:avLst/>
              </a:prstGeom>
              <a:blipFill>
                <a:blip r:embed="rId2"/>
                <a:stretch>
                  <a:fillRect t="-2235" b="-1229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C0F984A8-3DA0-9536-CDB7-ACF87D58204D}"/>
              </a:ext>
            </a:extLst>
          </p:cNvPr>
          <p:cNvSpPr txBox="1"/>
          <p:nvPr/>
        </p:nvSpPr>
        <p:spPr>
          <a:xfrm>
            <a:off x="360000" y="2038709"/>
            <a:ext cx="6668678" cy="461665"/>
          </a:xfrm>
          <a:prstGeom prst="rect">
            <a:avLst/>
          </a:prstGeom>
          <a:noFill/>
        </p:spPr>
        <p:txBody>
          <a:bodyPr wrap="square">
            <a:spAutoFit/>
          </a:bodyPr>
          <a:lstStyle/>
          <a:p>
            <a:pPr lvl="1"/>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例：用两个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74x161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级联得到模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256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计数器</a:t>
            </a:r>
            <a:endParaRPr lang="zh-CN" altLang="en-US" sz="2400" dirty="0"/>
          </a:p>
        </p:txBody>
      </p:sp>
      <p:grpSp>
        <p:nvGrpSpPr>
          <p:cNvPr id="151" name="组合 150">
            <a:extLst>
              <a:ext uri="{FF2B5EF4-FFF2-40B4-BE49-F238E27FC236}">
                <a16:creationId xmlns:a16="http://schemas.microsoft.com/office/drawing/2014/main" id="{75BAC81A-180C-E381-CEAD-AAF2C2AD6FC8}"/>
              </a:ext>
            </a:extLst>
          </p:cNvPr>
          <p:cNvGrpSpPr/>
          <p:nvPr/>
        </p:nvGrpSpPr>
        <p:grpSpPr>
          <a:xfrm>
            <a:off x="11449269" y="6198682"/>
            <a:ext cx="786273" cy="548639"/>
            <a:chOff x="11454918" y="5839511"/>
            <a:chExt cx="786273" cy="548639"/>
          </a:xfrm>
        </p:grpSpPr>
        <p:grpSp>
          <p:nvGrpSpPr>
            <p:cNvPr id="152" name="组合 151">
              <a:extLst>
                <a:ext uri="{FF2B5EF4-FFF2-40B4-BE49-F238E27FC236}">
                  <a16:creationId xmlns:a16="http://schemas.microsoft.com/office/drawing/2014/main" id="{5D6B9B11-DF52-D6FF-ABEE-2C6CFD38BE0B}"/>
                </a:ext>
              </a:extLst>
            </p:cNvPr>
            <p:cNvGrpSpPr/>
            <p:nvPr/>
          </p:nvGrpSpPr>
          <p:grpSpPr>
            <a:xfrm>
              <a:off x="11454918" y="5867450"/>
              <a:ext cx="737081" cy="520700"/>
              <a:chOff x="11454918" y="5867450"/>
              <a:chExt cx="737081" cy="520700"/>
            </a:xfrm>
          </p:grpSpPr>
          <p:sp>
            <p:nvSpPr>
              <p:cNvPr id="154" name="箭头: 五边形 153">
                <a:extLst>
                  <a:ext uri="{FF2B5EF4-FFF2-40B4-BE49-F238E27FC236}">
                    <a16:creationId xmlns:a16="http://schemas.microsoft.com/office/drawing/2014/main" id="{78FD9811-FAFE-EE7A-47F2-E7ABEFD62FB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箭头: V 形 154">
                <a:extLst>
                  <a:ext uri="{FF2B5EF4-FFF2-40B4-BE49-F238E27FC236}">
                    <a16:creationId xmlns:a16="http://schemas.microsoft.com/office/drawing/2014/main" id="{CCFED2C4-EF18-BA9F-850A-9E860A7B20C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3" name="灯片编号占位符 3">
              <a:extLst>
                <a:ext uri="{FF2B5EF4-FFF2-40B4-BE49-F238E27FC236}">
                  <a16:creationId xmlns:a16="http://schemas.microsoft.com/office/drawing/2014/main" id="{49AE81E6-23DC-3BA9-C2C4-2751F8538D6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28</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52FF5DB8-8CE1-D4D2-8CE2-5E28E6537601}"/>
                  </a:ext>
                </a:extLst>
              </p:cNvPr>
              <p:cNvSpPr txBox="1"/>
              <p:nvPr/>
            </p:nvSpPr>
            <p:spPr>
              <a:xfrm>
                <a:off x="359999" y="5760000"/>
                <a:ext cx="9439983" cy="830997"/>
              </a:xfrm>
              <a:prstGeom prst="rect">
                <a:avLst/>
              </a:prstGeom>
              <a:noFill/>
            </p:spPr>
            <p:txBody>
              <a:bodyPr wrap="square">
                <a:spAutoFit/>
              </a:bodyPr>
              <a:lstStyle/>
              <a:p>
                <a:pPr lvl="1"/>
                <a:r>
                  <a:rPr lang="zh-CN" altLang="en-US" sz="2400" b="0" dirty="0">
                    <a:solidFill>
                      <a:srgbClr val="0000FF"/>
                    </a:solidFill>
                    <a:latin typeface="微软雅黑" panose="020B0503020204020204" pitchFamily="34" charset="-122"/>
                    <a:ea typeface="微软雅黑" panose="020B0503020204020204" pitchFamily="34" charset="-122"/>
                  </a:rPr>
                  <a:t>当芯片 </a:t>
                </a:r>
                <a:r>
                  <a:rPr lang="en-US" altLang="zh-CN" sz="2400" b="0" dirty="0">
                    <a:solidFill>
                      <a:srgbClr val="0000FF"/>
                    </a:solidFill>
                    <a:latin typeface="微软雅黑" panose="020B0503020204020204" pitchFamily="34" charset="-122"/>
                    <a:ea typeface="微软雅黑" panose="020B0503020204020204" pitchFamily="34" charset="-122"/>
                  </a:rPr>
                  <a:t>(0) </a:t>
                </a:r>
                <a:r>
                  <a:rPr lang="zh-CN" altLang="en-US" sz="2400" b="0" dirty="0">
                    <a:solidFill>
                      <a:srgbClr val="0000FF"/>
                    </a:solidFill>
                    <a:latin typeface="微软雅黑" panose="020B0503020204020204" pitchFamily="34" charset="-122"/>
                    <a:ea typeface="微软雅黑" panose="020B0503020204020204" pitchFamily="34" charset="-122"/>
                  </a:rPr>
                  <a:t>有进位后的下一个 </a:t>
                </a:r>
                <a14:m>
                  <m:oMath xmlns:m="http://schemas.openxmlformats.org/officeDocument/2006/math">
                    <m:r>
                      <m:rPr>
                        <m:sty m:val="p"/>
                      </m:rPr>
                      <a:rPr lang="en-US" altLang="zh-CN" sz="2400">
                        <a:solidFill>
                          <a:srgbClr val="0000FF"/>
                        </a:solidFill>
                        <a:latin typeface="Cambria Math" panose="02040503050406030204" pitchFamily="18" charset="0"/>
                      </a:rPr>
                      <m:t>C</m:t>
                    </m:r>
                    <m:r>
                      <m:rPr>
                        <m:sty m:val="p"/>
                      </m:rPr>
                      <a:rPr lang="en-US" altLang="zh-CN" sz="2400" b="0" i="0" smtClean="0">
                        <a:solidFill>
                          <a:srgbClr val="0000FF"/>
                        </a:solidFill>
                        <a:latin typeface="Cambria Math" panose="02040503050406030204" pitchFamily="18" charset="0"/>
                      </a:rPr>
                      <m:t>P</m:t>
                    </m:r>
                  </m:oMath>
                </a14:m>
                <a:r>
                  <a:rPr lang="zh-CN" altLang="en-US" sz="2400" b="0" dirty="0">
                    <a:solidFill>
                      <a:srgbClr val="0000FF"/>
                    </a:solidFill>
                    <a:latin typeface="微软雅黑" panose="020B0503020204020204" pitchFamily="34" charset="-122"/>
                    <a:ea typeface="微软雅黑" panose="020B0503020204020204" pitchFamily="34" charset="-122"/>
                  </a:rPr>
                  <a:t> 上升沿到来时，</a:t>
                </a:r>
                <a14:m>
                  <m:oMath xmlns:m="http://schemas.openxmlformats.org/officeDocument/2006/math">
                    <m:r>
                      <m:rPr>
                        <m:sty m:val="p"/>
                      </m:rPr>
                      <a:rPr lang="en-US" altLang="zh-CN" sz="2400" b="0" i="0" smtClean="0">
                        <a:solidFill>
                          <a:srgbClr val="0000FF"/>
                        </a:solidFill>
                        <a:latin typeface="Cambria Math" panose="02040503050406030204" pitchFamily="18" charset="0"/>
                      </a:rPr>
                      <m:t>TC</m:t>
                    </m:r>
                  </m:oMath>
                </a14:m>
                <a:r>
                  <a:rPr lang="zh-CN" altLang="en-US" sz="2400" dirty="0">
                    <a:solidFill>
                      <a:srgbClr val="0000FF"/>
                    </a:solidFill>
                    <a:latin typeface="微软雅黑" panose="020B0503020204020204" pitchFamily="34" charset="-122"/>
                    <a:ea typeface="微软雅黑" panose="020B0503020204020204" pitchFamily="34" charset="-122"/>
                  </a:rPr>
                  <a:t> 从 </a:t>
                </a:r>
                <a:r>
                  <a:rPr lang="en-US" altLang="zh-CN" sz="2400" dirty="0">
                    <a:solidFill>
                      <a:srgbClr val="0000FF"/>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变 </a:t>
                </a:r>
                <a:r>
                  <a:rPr lang="en-US" altLang="zh-CN" sz="2400" dirty="0">
                    <a:solidFill>
                      <a:srgbClr val="0000FF"/>
                    </a:solidFill>
                    <a:latin typeface="微软雅黑" panose="020B0503020204020204" pitchFamily="34" charset="-122"/>
                    <a:ea typeface="微软雅黑" panose="020B0503020204020204" pitchFamily="34" charset="-122"/>
                  </a:rPr>
                  <a:t>0</a:t>
                </a:r>
                <a:r>
                  <a:rPr lang="zh-CN" altLang="en-US" sz="2400" dirty="0">
                    <a:solidFill>
                      <a:srgbClr val="0000FF"/>
                    </a:solidFill>
                    <a:latin typeface="微软雅黑" panose="020B0503020204020204" pitchFamily="34" charset="-122"/>
                    <a:ea typeface="微软雅黑" panose="020B0503020204020204" pitchFamily="34" charset="-122"/>
                  </a:rPr>
                  <a:t>，给芯片 </a:t>
                </a:r>
                <a:r>
                  <a:rPr lang="en-US" altLang="zh-CN" sz="2400" dirty="0">
                    <a:solidFill>
                      <a:srgbClr val="0000FF"/>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一个上升沿，芯片 </a:t>
                </a:r>
                <a:r>
                  <a:rPr lang="en-US" altLang="zh-CN" sz="2400" dirty="0">
                    <a:solidFill>
                      <a:srgbClr val="0000FF"/>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计数一次</a:t>
                </a:r>
              </a:p>
            </p:txBody>
          </p:sp>
        </mc:Choice>
        <mc:Fallback xmlns="">
          <p:sp>
            <p:nvSpPr>
              <p:cNvPr id="161" name="文本框 160">
                <a:extLst>
                  <a:ext uri="{FF2B5EF4-FFF2-40B4-BE49-F238E27FC236}">
                    <a16:creationId xmlns:a16="http://schemas.microsoft.com/office/drawing/2014/main" id="{52FF5DB8-8CE1-D4D2-8CE2-5E28E6537601}"/>
                  </a:ext>
                </a:extLst>
              </p:cNvPr>
              <p:cNvSpPr txBox="1">
                <a:spLocks noRot="1" noChangeAspect="1" noMove="1" noResize="1" noEditPoints="1" noAdjustHandles="1" noChangeArrowheads="1" noChangeShapeType="1" noTextEdit="1"/>
              </p:cNvSpPr>
              <p:nvPr/>
            </p:nvSpPr>
            <p:spPr>
              <a:xfrm>
                <a:off x="359999" y="5760000"/>
                <a:ext cx="9439983" cy="830997"/>
              </a:xfrm>
              <a:prstGeom prst="rect">
                <a:avLst/>
              </a:prstGeom>
              <a:blipFill>
                <a:blip r:embed="rId3"/>
                <a:stretch>
                  <a:fillRect t="-5882" b="-16176"/>
                </a:stretch>
              </a:blipFill>
            </p:spPr>
            <p:txBody>
              <a:bodyPr/>
              <a:lstStyle/>
              <a:p>
                <a:r>
                  <a:rPr lang="zh-CN" altLang="en-US">
                    <a:noFill/>
                  </a:rPr>
                  <a:t> </a:t>
                </a:r>
              </a:p>
            </p:txBody>
          </p:sp>
        </mc:Fallback>
      </mc:AlternateContent>
      <p:pic>
        <p:nvPicPr>
          <p:cNvPr id="27" name="图片 26">
            <a:extLst>
              <a:ext uri="{FF2B5EF4-FFF2-40B4-BE49-F238E27FC236}">
                <a16:creationId xmlns:a16="http://schemas.microsoft.com/office/drawing/2014/main" id="{FCC30F3A-43A4-39F4-6849-C9F0DB89A587}"/>
              </a:ext>
            </a:extLst>
          </p:cNvPr>
          <p:cNvPicPr>
            <a:picLocks noChangeAspect="1"/>
          </p:cNvPicPr>
          <p:nvPr/>
        </p:nvPicPr>
        <p:blipFill>
          <a:blip r:embed="rId4"/>
          <a:stretch>
            <a:fillRect/>
          </a:stretch>
        </p:blipFill>
        <p:spPr>
          <a:xfrm>
            <a:off x="8333508" y="638213"/>
            <a:ext cx="3777113" cy="2054346"/>
          </a:xfrm>
          <a:prstGeom prst="rect">
            <a:avLst/>
          </a:prstGeom>
        </p:spPr>
      </p:pic>
      <p:sp>
        <p:nvSpPr>
          <p:cNvPr id="5" name="标题 1">
            <a:extLst>
              <a:ext uri="{FF2B5EF4-FFF2-40B4-BE49-F238E27FC236}">
                <a16:creationId xmlns:a16="http://schemas.microsoft.com/office/drawing/2014/main" id="{D12688B9-1482-2C95-C9F8-204A43A5147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其它模数的计数器</a:t>
            </a:r>
            <a:endParaRPr lang="zh-CN" altLang="en-US" sz="3000" dirty="0"/>
          </a:p>
        </p:txBody>
      </p:sp>
      <p:grpSp>
        <p:nvGrpSpPr>
          <p:cNvPr id="3" name="组合 2">
            <a:extLst>
              <a:ext uri="{FF2B5EF4-FFF2-40B4-BE49-F238E27FC236}">
                <a16:creationId xmlns:a16="http://schemas.microsoft.com/office/drawing/2014/main" id="{21199ABF-4819-6F08-5B0B-0893093FB169}"/>
              </a:ext>
            </a:extLst>
          </p:cNvPr>
          <p:cNvGrpSpPr/>
          <p:nvPr/>
        </p:nvGrpSpPr>
        <p:grpSpPr>
          <a:xfrm>
            <a:off x="1165322" y="2700000"/>
            <a:ext cx="9861356" cy="3073984"/>
            <a:chOff x="1165322" y="2700000"/>
            <a:chExt cx="9861356" cy="3073984"/>
          </a:xfrm>
        </p:grpSpPr>
        <p:cxnSp>
          <p:nvCxnSpPr>
            <p:cNvPr id="21" name="直接连接符 20">
              <a:extLst>
                <a:ext uri="{FF2B5EF4-FFF2-40B4-BE49-F238E27FC236}">
                  <a16:creationId xmlns:a16="http://schemas.microsoft.com/office/drawing/2014/main" id="{225E61EF-50FA-4A08-FFFE-464913F4922D}"/>
                </a:ext>
              </a:extLst>
            </p:cNvPr>
            <p:cNvCxnSpPr>
              <a:cxnSpLocks/>
            </p:cNvCxnSpPr>
            <p:nvPr/>
          </p:nvCxnSpPr>
          <p:spPr>
            <a:xfrm>
              <a:off x="9281620" y="3065344"/>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Line 27">
              <a:extLst>
                <a:ext uri="{FF2B5EF4-FFF2-40B4-BE49-F238E27FC236}">
                  <a16:creationId xmlns:a16="http://schemas.microsoft.com/office/drawing/2014/main" id="{50B1F408-CD52-EA1F-ADD3-43873F8FB6DE}"/>
                </a:ext>
              </a:extLst>
            </p:cNvPr>
            <p:cNvSpPr>
              <a:spLocks noChangeShapeType="1"/>
            </p:cNvSpPr>
            <p:nvPr/>
          </p:nvSpPr>
          <p:spPr bwMode="auto">
            <a:xfrm>
              <a:off x="5336708" y="3742696"/>
              <a:ext cx="8325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28" name="直接连接符 27">
              <a:extLst>
                <a:ext uri="{FF2B5EF4-FFF2-40B4-BE49-F238E27FC236}">
                  <a16:creationId xmlns:a16="http://schemas.microsoft.com/office/drawing/2014/main" id="{D98D48CB-5036-2E7F-9E34-2C3A34466B06}"/>
                </a:ext>
              </a:extLst>
            </p:cNvPr>
            <p:cNvCxnSpPr>
              <a:cxnSpLocks/>
            </p:cNvCxnSpPr>
            <p:nvPr/>
          </p:nvCxnSpPr>
          <p:spPr>
            <a:xfrm>
              <a:off x="2936567" y="3067327"/>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220D7CA-06F2-2781-3DAF-4F931F653A91}"/>
                </a:ext>
              </a:extLst>
            </p:cNvPr>
            <p:cNvCxnSpPr>
              <a:cxnSpLocks/>
            </p:cNvCxnSpPr>
            <p:nvPr/>
          </p:nvCxnSpPr>
          <p:spPr>
            <a:xfrm>
              <a:off x="3424182" y="3066272"/>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B28F32D-CCC5-6258-EDD0-D79B0DD0B5DE}"/>
                </a:ext>
              </a:extLst>
            </p:cNvPr>
            <p:cNvCxnSpPr>
              <a:cxnSpLocks/>
            </p:cNvCxnSpPr>
            <p:nvPr/>
          </p:nvCxnSpPr>
          <p:spPr>
            <a:xfrm>
              <a:off x="3910182" y="3066272"/>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59F7CB4-51FC-C76A-F49F-79EFA38C0273}"/>
                </a:ext>
              </a:extLst>
            </p:cNvPr>
            <p:cNvCxnSpPr>
              <a:cxnSpLocks/>
            </p:cNvCxnSpPr>
            <p:nvPr/>
          </p:nvCxnSpPr>
          <p:spPr>
            <a:xfrm>
              <a:off x="4396182" y="3066272"/>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493D5D5-0AFB-A873-5989-5D36100AF18E}"/>
                </a:ext>
              </a:extLst>
            </p:cNvPr>
            <p:cNvSpPr/>
            <p:nvPr/>
          </p:nvSpPr>
          <p:spPr>
            <a:xfrm>
              <a:off x="2007650" y="3339099"/>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(0)</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F7DED68E-7457-5887-8F5D-93A4085F0624}"/>
                    </a:ext>
                  </a:extLst>
                </p:cNvPr>
                <p:cNvSpPr txBox="1"/>
                <p:nvPr/>
              </p:nvSpPr>
              <p:spPr>
                <a:xfrm>
                  <a:off x="2715790"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33" name="文本框 32">
                  <a:extLst>
                    <a:ext uri="{FF2B5EF4-FFF2-40B4-BE49-F238E27FC236}">
                      <a16:creationId xmlns:a16="http://schemas.microsoft.com/office/drawing/2014/main" id="{F7DED68E-7457-5887-8F5D-93A4085F0624}"/>
                    </a:ext>
                  </a:extLst>
                </p:cNvPr>
                <p:cNvSpPr txBox="1">
                  <a:spLocks noRot="1" noChangeAspect="1" noMove="1" noResize="1" noEditPoints="1" noAdjustHandles="1" noChangeArrowheads="1" noChangeShapeType="1" noTextEdit="1"/>
                </p:cNvSpPr>
                <p:nvPr/>
              </p:nvSpPr>
              <p:spPr>
                <a:xfrm>
                  <a:off x="2715790" y="3284724"/>
                  <a:ext cx="443169" cy="430887"/>
                </a:xfrm>
                <a:prstGeom prst="rect">
                  <a:avLst/>
                </a:prstGeom>
                <a:blipFill>
                  <a:blip r:embed="rId5"/>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EE03E1C-17B5-8DC2-39B8-15E04A425D73}"/>
                    </a:ext>
                  </a:extLst>
                </p:cNvPr>
                <p:cNvSpPr txBox="1"/>
                <p:nvPr/>
              </p:nvSpPr>
              <p:spPr>
                <a:xfrm>
                  <a:off x="3201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34" name="文本框 33">
                  <a:extLst>
                    <a:ext uri="{FF2B5EF4-FFF2-40B4-BE49-F238E27FC236}">
                      <a16:creationId xmlns:a16="http://schemas.microsoft.com/office/drawing/2014/main" id="{6EE03E1C-17B5-8DC2-39B8-15E04A425D73}"/>
                    </a:ext>
                  </a:extLst>
                </p:cNvPr>
                <p:cNvSpPr txBox="1">
                  <a:spLocks noRot="1" noChangeAspect="1" noMove="1" noResize="1" noEditPoints="1" noAdjustHandles="1" noChangeArrowheads="1" noChangeShapeType="1" noTextEdit="1"/>
                </p:cNvSpPr>
                <p:nvPr/>
              </p:nvSpPr>
              <p:spPr>
                <a:xfrm>
                  <a:off x="3201791" y="3284724"/>
                  <a:ext cx="443169" cy="430887"/>
                </a:xfrm>
                <a:prstGeom prst="rect">
                  <a:avLst/>
                </a:prstGeom>
                <a:blipFill>
                  <a:blip r:embed="rId6"/>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3C8FA61-C2C1-4280-B02E-B7C211101A03}"/>
                    </a:ext>
                  </a:extLst>
                </p:cNvPr>
                <p:cNvSpPr txBox="1"/>
                <p:nvPr/>
              </p:nvSpPr>
              <p:spPr>
                <a:xfrm>
                  <a:off x="3687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35" name="文本框 34">
                  <a:extLst>
                    <a:ext uri="{FF2B5EF4-FFF2-40B4-BE49-F238E27FC236}">
                      <a16:creationId xmlns:a16="http://schemas.microsoft.com/office/drawing/2014/main" id="{B3C8FA61-C2C1-4280-B02E-B7C211101A03}"/>
                    </a:ext>
                  </a:extLst>
                </p:cNvPr>
                <p:cNvSpPr txBox="1">
                  <a:spLocks noRot="1" noChangeAspect="1" noMove="1" noResize="1" noEditPoints="1" noAdjustHandles="1" noChangeArrowheads="1" noChangeShapeType="1" noTextEdit="1"/>
                </p:cNvSpPr>
                <p:nvPr/>
              </p:nvSpPr>
              <p:spPr>
                <a:xfrm>
                  <a:off x="3687791" y="3284724"/>
                  <a:ext cx="443169" cy="430887"/>
                </a:xfrm>
                <a:prstGeom prst="rect">
                  <a:avLst/>
                </a:prstGeom>
                <a:blipFill>
                  <a:blip r:embed="rId7"/>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70BC1EC-4C89-8400-E842-95ED110D134D}"/>
                    </a:ext>
                  </a:extLst>
                </p:cNvPr>
                <p:cNvSpPr txBox="1"/>
                <p:nvPr/>
              </p:nvSpPr>
              <p:spPr>
                <a:xfrm>
                  <a:off x="4173791" y="328472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36" name="文本框 35">
                  <a:extLst>
                    <a:ext uri="{FF2B5EF4-FFF2-40B4-BE49-F238E27FC236}">
                      <a16:creationId xmlns:a16="http://schemas.microsoft.com/office/drawing/2014/main" id="{270BC1EC-4C89-8400-E842-95ED110D134D}"/>
                    </a:ext>
                  </a:extLst>
                </p:cNvPr>
                <p:cNvSpPr txBox="1">
                  <a:spLocks noRot="1" noChangeAspect="1" noMove="1" noResize="1" noEditPoints="1" noAdjustHandles="1" noChangeArrowheads="1" noChangeShapeType="1" noTextEdit="1"/>
                </p:cNvSpPr>
                <p:nvPr/>
              </p:nvSpPr>
              <p:spPr>
                <a:xfrm>
                  <a:off x="4173791" y="3284724"/>
                  <a:ext cx="443169" cy="430887"/>
                </a:xfrm>
                <a:prstGeom prst="rect">
                  <a:avLst/>
                </a:prstGeom>
                <a:blipFill>
                  <a:blip r:embed="rId8"/>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95333CD5-D96A-4677-D03A-07763C8D2972}"/>
                    </a:ext>
                  </a:extLst>
                </p:cNvPr>
                <p:cNvSpPr txBox="1"/>
                <p:nvPr/>
              </p:nvSpPr>
              <p:spPr>
                <a:xfrm>
                  <a:off x="2715790"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37" name="文本框 36">
                  <a:extLst>
                    <a:ext uri="{FF2B5EF4-FFF2-40B4-BE49-F238E27FC236}">
                      <a16:creationId xmlns:a16="http://schemas.microsoft.com/office/drawing/2014/main" id="{95333CD5-D96A-4677-D03A-07763C8D2972}"/>
                    </a:ext>
                  </a:extLst>
                </p:cNvPr>
                <p:cNvSpPr txBox="1">
                  <a:spLocks noRot="1" noChangeAspect="1" noMove="1" noResize="1" noEditPoints="1" noAdjustHandles="1" noChangeArrowheads="1" noChangeShapeType="1" noTextEdit="1"/>
                </p:cNvSpPr>
                <p:nvPr/>
              </p:nvSpPr>
              <p:spPr>
                <a:xfrm>
                  <a:off x="2715790" y="4523615"/>
                  <a:ext cx="443169" cy="430887"/>
                </a:xfrm>
                <a:prstGeom prst="rect">
                  <a:avLst/>
                </a:prstGeom>
                <a:blipFill>
                  <a:blip r:embed="rId9"/>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D6962728-9A07-0627-3F7B-800983425744}"/>
                    </a:ext>
                  </a:extLst>
                </p:cNvPr>
                <p:cNvSpPr txBox="1"/>
                <p:nvPr/>
              </p:nvSpPr>
              <p:spPr>
                <a:xfrm>
                  <a:off x="3201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38" name="文本框 37">
                  <a:extLst>
                    <a:ext uri="{FF2B5EF4-FFF2-40B4-BE49-F238E27FC236}">
                      <a16:creationId xmlns:a16="http://schemas.microsoft.com/office/drawing/2014/main" id="{D6962728-9A07-0627-3F7B-800983425744}"/>
                    </a:ext>
                  </a:extLst>
                </p:cNvPr>
                <p:cNvSpPr txBox="1">
                  <a:spLocks noRot="1" noChangeAspect="1" noMove="1" noResize="1" noEditPoints="1" noAdjustHandles="1" noChangeArrowheads="1" noChangeShapeType="1" noTextEdit="1"/>
                </p:cNvSpPr>
                <p:nvPr/>
              </p:nvSpPr>
              <p:spPr>
                <a:xfrm>
                  <a:off x="3201791" y="4523615"/>
                  <a:ext cx="443169" cy="430887"/>
                </a:xfrm>
                <a:prstGeom prst="rect">
                  <a:avLst/>
                </a:prstGeom>
                <a:blipFill>
                  <a:blip r:embed="rId10"/>
                  <a:stretch>
                    <a:fillRect l="-684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1343154-E48E-1E87-E5AF-579EC9A2EDBF}"/>
                    </a:ext>
                  </a:extLst>
                </p:cNvPr>
                <p:cNvSpPr txBox="1"/>
                <p:nvPr/>
              </p:nvSpPr>
              <p:spPr>
                <a:xfrm>
                  <a:off x="3687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39" name="文本框 38">
                  <a:extLst>
                    <a:ext uri="{FF2B5EF4-FFF2-40B4-BE49-F238E27FC236}">
                      <a16:creationId xmlns:a16="http://schemas.microsoft.com/office/drawing/2014/main" id="{11343154-E48E-1E87-E5AF-579EC9A2EDBF}"/>
                    </a:ext>
                  </a:extLst>
                </p:cNvPr>
                <p:cNvSpPr txBox="1">
                  <a:spLocks noRot="1" noChangeAspect="1" noMove="1" noResize="1" noEditPoints="1" noAdjustHandles="1" noChangeArrowheads="1" noChangeShapeType="1" noTextEdit="1"/>
                </p:cNvSpPr>
                <p:nvPr/>
              </p:nvSpPr>
              <p:spPr>
                <a:xfrm>
                  <a:off x="3687791" y="4523615"/>
                  <a:ext cx="443169" cy="430887"/>
                </a:xfrm>
                <a:prstGeom prst="rect">
                  <a:avLst/>
                </a:prstGeom>
                <a:blipFill>
                  <a:blip r:embed="rId11"/>
                  <a:stretch>
                    <a:fillRect l="-821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0840C69-5CFF-CD67-CF17-E08EDD9EFE89}"/>
                    </a:ext>
                  </a:extLst>
                </p:cNvPr>
                <p:cNvSpPr txBox="1"/>
                <p:nvPr/>
              </p:nvSpPr>
              <p:spPr>
                <a:xfrm>
                  <a:off x="4173791" y="452361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40" name="文本框 39">
                  <a:extLst>
                    <a:ext uri="{FF2B5EF4-FFF2-40B4-BE49-F238E27FC236}">
                      <a16:creationId xmlns:a16="http://schemas.microsoft.com/office/drawing/2014/main" id="{B0840C69-5CFF-CD67-CF17-E08EDD9EFE89}"/>
                    </a:ext>
                  </a:extLst>
                </p:cNvPr>
                <p:cNvSpPr txBox="1">
                  <a:spLocks noRot="1" noChangeAspect="1" noMove="1" noResize="1" noEditPoints="1" noAdjustHandles="1" noChangeArrowheads="1" noChangeShapeType="1" noTextEdit="1"/>
                </p:cNvSpPr>
                <p:nvPr/>
              </p:nvSpPr>
              <p:spPr>
                <a:xfrm>
                  <a:off x="4173791" y="4523615"/>
                  <a:ext cx="443169" cy="430887"/>
                </a:xfrm>
                <a:prstGeom prst="rect">
                  <a:avLst/>
                </a:prstGeom>
                <a:blipFill>
                  <a:blip r:embed="rId12"/>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9393FDDA-3216-F501-D352-C9761646BFF6}"/>
                    </a:ext>
                  </a:extLst>
                </p:cNvPr>
                <p:cNvSpPr txBox="1"/>
                <p:nvPr/>
              </p:nvSpPr>
              <p:spPr>
                <a:xfrm>
                  <a:off x="2005720" y="3354086"/>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CET</m:t>
                        </m:r>
                      </m:oMath>
                    </m:oMathPara>
                  </a14:m>
                  <a:endParaRPr lang="zh-CN" altLang="en-US" sz="2200" dirty="0">
                    <a:solidFill>
                      <a:schemeClr val="tx1"/>
                    </a:solidFill>
                  </a:endParaRPr>
                </a:p>
              </p:txBody>
            </p:sp>
          </mc:Choice>
          <mc:Fallback xmlns="">
            <p:sp>
              <p:nvSpPr>
                <p:cNvPr id="41" name="文本框 40">
                  <a:extLst>
                    <a:ext uri="{FF2B5EF4-FFF2-40B4-BE49-F238E27FC236}">
                      <a16:creationId xmlns:a16="http://schemas.microsoft.com/office/drawing/2014/main" id="{9393FDDA-3216-F501-D352-C9761646BFF6}"/>
                    </a:ext>
                  </a:extLst>
                </p:cNvPr>
                <p:cNvSpPr txBox="1">
                  <a:spLocks noRot="1" noChangeAspect="1" noMove="1" noResize="1" noEditPoints="1" noAdjustHandles="1" noChangeArrowheads="1" noChangeShapeType="1" noTextEdit="1"/>
                </p:cNvSpPr>
                <p:nvPr/>
              </p:nvSpPr>
              <p:spPr>
                <a:xfrm>
                  <a:off x="2005720" y="3354086"/>
                  <a:ext cx="774000" cy="430887"/>
                </a:xfrm>
                <a:prstGeom prst="rect">
                  <a:avLst/>
                </a:prstGeom>
                <a:blipFill>
                  <a:blip r:embed="rId13"/>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7C80A997-46A4-882B-2A25-95352ADD8248}"/>
                    </a:ext>
                  </a:extLst>
                </p:cNvPr>
                <p:cNvSpPr txBox="1"/>
                <p:nvPr/>
              </p:nvSpPr>
              <p:spPr>
                <a:xfrm>
                  <a:off x="2005720" y="3751504"/>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CEP</m:t>
                        </m:r>
                      </m:oMath>
                    </m:oMathPara>
                  </a14:m>
                  <a:endParaRPr lang="zh-CN" altLang="en-US" sz="2200" dirty="0">
                    <a:solidFill>
                      <a:schemeClr val="tx1"/>
                    </a:solidFill>
                  </a:endParaRPr>
                </a:p>
              </p:txBody>
            </p:sp>
          </mc:Choice>
          <mc:Fallback xmlns="">
            <p:sp>
              <p:nvSpPr>
                <p:cNvPr id="42" name="文本框 41">
                  <a:extLst>
                    <a:ext uri="{FF2B5EF4-FFF2-40B4-BE49-F238E27FC236}">
                      <a16:creationId xmlns:a16="http://schemas.microsoft.com/office/drawing/2014/main" id="{7C80A997-46A4-882B-2A25-95352ADD8248}"/>
                    </a:ext>
                  </a:extLst>
                </p:cNvPr>
                <p:cNvSpPr txBox="1">
                  <a:spLocks noRot="1" noChangeAspect="1" noMove="1" noResize="1" noEditPoints="1" noAdjustHandles="1" noChangeArrowheads="1" noChangeShapeType="1" noTextEdit="1"/>
                </p:cNvSpPr>
                <p:nvPr/>
              </p:nvSpPr>
              <p:spPr>
                <a:xfrm>
                  <a:off x="2005720" y="3751504"/>
                  <a:ext cx="774000" cy="430887"/>
                </a:xfrm>
                <a:prstGeom prst="rect">
                  <a:avLst/>
                </a:prstGeom>
                <a:blipFill>
                  <a:blip r:embed="rId14"/>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6880779E-FD48-DC4B-08D0-AF3F41EBA82C}"/>
                    </a:ext>
                  </a:extLst>
                </p:cNvPr>
                <p:cNvSpPr txBox="1"/>
                <p:nvPr/>
              </p:nvSpPr>
              <p:spPr>
                <a:xfrm>
                  <a:off x="2005720" y="4133772"/>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PE</m:t>
                        </m:r>
                      </m:oMath>
                    </m:oMathPara>
                  </a14:m>
                  <a:endParaRPr lang="zh-CN" altLang="en-US" sz="2200" dirty="0">
                    <a:solidFill>
                      <a:schemeClr val="tx1"/>
                    </a:solidFill>
                  </a:endParaRPr>
                </a:p>
              </p:txBody>
            </p:sp>
          </mc:Choice>
          <mc:Fallback xmlns="">
            <p:sp>
              <p:nvSpPr>
                <p:cNvPr id="43" name="文本框 42">
                  <a:extLst>
                    <a:ext uri="{FF2B5EF4-FFF2-40B4-BE49-F238E27FC236}">
                      <a16:creationId xmlns:a16="http://schemas.microsoft.com/office/drawing/2014/main" id="{6880779E-FD48-DC4B-08D0-AF3F41EBA82C}"/>
                    </a:ext>
                  </a:extLst>
                </p:cNvPr>
                <p:cNvSpPr txBox="1">
                  <a:spLocks noRot="1" noChangeAspect="1" noMove="1" noResize="1" noEditPoints="1" noAdjustHandles="1" noChangeArrowheads="1" noChangeShapeType="1" noTextEdit="1"/>
                </p:cNvSpPr>
                <p:nvPr/>
              </p:nvSpPr>
              <p:spPr>
                <a:xfrm>
                  <a:off x="2005720" y="4133772"/>
                  <a:ext cx="577471" cy="430887"/>
                </a:xfrm>
                <a:prstGeom prst="rect">
                  <a:avLst/>
                </a:prstGeom>
                <a:blipFill>
                  <a:blip r:embed="rId15"/>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B7D53CE-ADED-B4ED-07B3-65B1AF050F86}"/>
                    </a:ext>
                  </a:extLst>
                </p:cNvPr>
                <p:cNvSpPr txBox="1"/>
                <p:nvPr/>
              </p:nvSpPr>
              <p:spPr>
                <a:xfrm>
                  <a:off x="2005720" y="4514130"/>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44" name="文本框 43">
                  <a:extLst>
                    <a:ext uri="{FF2B5EF4-FFF2-40B4-BE49-F238E27FC236}">
                      <a16:creationId xmlns:a16="http://schemas.microsoft.com/office/drawing/2014/main" id="{4B7D53CE-ADED-B4ED-07B3-65B1AF050F86}"/>
                    </a:ext>
                  </a:extLst>
                </p:cNvPr>
                <p:cNvSpPr txBox="1">
                  <a:spLocks noRot="1" noChangeAspect="1" noMove="1" noResize="1" noEditPoints="1" noAdjustHandles="1" noChangeArrowheads="1" noChangeShapeType="1" noTextEdit="1"/>
                </p:cNvSpPr>
                <p:nvPr/>
              </p:nvSpPr>
              <p:spPr>
                <a:xfrm>
                  <a:off x="2005720" y="4514130"/>
                  <a:ext cx="577471" cy="430887"/>
                </a:xfrm>
                <a:prstGeom prst="rect">
                  <a:avLst/>
                </a:prstGeom>
                <a:blipFill>
                  <a:blip r:embed="rId16"/>
                  <a:stretch>
                    <a:fillRect l="-1053"/>
                  </a:stretch>
                </a:blipFill>
              </p:spPr>
              <p:txBody>
                <a:bodyPr/>
                <a:lstStyle/>
                <a:p>
                  <a:r>
                    <a:rPr lang="zh-CN" altLang="en-US">
                      <a:noFill/>
                    </a:rPr>
                    <a:t> </a:t>
                  </a:r>
                </a:p>
              </p:txBody>
            </p:sp>
          </mc:Fallback>
        </mc:AlternateContent>
        <p:sp>
          <p:nvSpPr>
            <p:cNvPr id="45" name="Line 27">
              <a:extLst>
                <a:ext uri="{FF2B5EF4-FFF2-40B4-BE49-F238E27FC236}">
                  <a16:creationId xmlns:a16="http://schemas.microsoft.com/office/drawing/2014/main" id="{F72692A3-D2B5-352E-6E28-A1FDFFA9CE33}"/>
                </a:ext>
              </a:extLst>
            </p:cNvPr>
            <p:cNvSpPr>
              <a:spLocks noChangeShapeType="1"/>
            </p:cNvSpPr>
            <p:nvPr/>
          </p:nvSpPr>
          <p:spPr bwMode="auto">
            <a:xfrm>
              <a:off x="1446886" y="3570836"/>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6" name="Line 27">
              <a:extLst>
                <a:ext uri="{FF2B5EF4-FFF2-40B4-BE49-F238E27FC236}">
                  <a16:creationId xmlns:a16="http://schemas.microsoft.com/office/drawing/2014/main" id="{96F73FB5-1935-587C-8D32-014169578209}"/>
                </a:ext>
              </a:extLst>
            </p:cNvPr>
            <p:cNvSpPr>
              <a:spLocks noChangeShapeType="1"/>
            </p:cNvSpPr>
            <p:nvPr/>
          </p:nvSpPr>
          <p:spPr bwMode="auto">
            <a:xfrm>
              <a:off x="1688920" y="3967504"/>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6F5B07AE-BEEE-D788-FC67-3705412767E5}"/>
                </a:ext>
              </a:extLst>
            </p:cNvPr>
            <p:cNvSpPr>
              <a:spLocks noChangeShapeType="1"/>
            </p:cNvSpPr>
            <p:nvPr/>
          </p:nvSpPr>
          <p:spPr bwMode="auto">
            <a:xfrm>
              <a:off x="1688920" y="4350080"/>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椭圆 47">
              <a:extLst>
                <a:ext uri="{FF2B5EF4-FFF2-40B4-BE49-F238E27FC236}">
                  <a16:creationId xmlns:a16="http://schemas.microsoft.com/office/drawing/2014/main" id="{EA3282A7-27D2-F379-B917-D43C05D741E9}"/>
                </a:ext>
              </a:extLst>
            </p:cNvPr>
            <p:cNvSpPr/>
            <p:nvPr/>
          </p:nvSpPr>
          <p:spPr>
            <a:xfrm flipV="1">
              <a:off x="1878716" y="429045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9" name="Line 27">
              <a:extLst>
                <a:ext uri="{FF2B5EF4-FFF2-40B4-BE49-F238E27FC236}">
                  <a16:creationId xmlns:a16="http://schemas.microsoft.com/office/drawing/2014/main" id="{2D366797-5A7F-9A6D-6A03-155616880011}"/>
                </a:ext>
              </a:extLst>
            </p:cNvPr>
            <p:cNvSpPr>
              <a:spLocks noChangeShapeType="1"/>
            </p:cNvSpPr>
            <p:nvPr/>
          </p:nvSpPr>
          <p:spPr bwMode="auto">
            <a:xfrm>
              <a:off x="1688920" y="4729257"/>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 name="椭圆 49">
              <a:extLst>
                <a:ext uri="{FF2B5EF4-FFF2-40B4-BE49-F238E27FC236}">
                  <a16:creationId xmlns:a16="http://schemas.microsoft.com/office/drawing/2014/main" id="{8A3DAF46-470A-E3BF-A9E4-B9B84A964740}"/>
                </a:ext>
              </a:extLst>
            </p:cNvPr>
            <p:cNvSpPr/>
            <p:nvPr/>
          </p:nvSpPr>
          <p:spPr>
            <a:xfrm flipV="1">
              <a:off x="1878716" y="4669636"/>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50A94ED-DD66-5F68-80F5-ABEB1D0D27B4}"/>
                    </a:ext>
                  </a:extLst>
                </p:cNvPr>
                <p:cNvSpPr txBox="1"/>
                <p:nvPr/>
              </p:nvSpPr>
              <p:spPr>
                <a:xfrm>
                  <a:off x="4688918" y="4334400"/>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51" name="文本框 50">
                  <a:extLst>
                    <a:ext uri="{FF2B5EF4-FFF2-40B4-BE49-F238E27FC236}">
                      <a16:creationId xmlns:a16="http://schemas.microsoft.com/office/drawing/2014/main" id="{550A94ED-DD66-5F68-80F5-ABEB1D0D27B4}"/>
                    </a:ext>
                  </a:extLst>
                </p:cNvPr>
                <p:cNvSpPr txBox="1">
                  <a:spLocks noRot="1" noChangeAspect="1" noMove="1" noResize="1" noEditPoints="1" noAdjustHandles="1" noChangeArrowheads="1" noChangeShapeType="1" noTextEdit="1"/>
                </p:cNvSpPr>
                <p:nvPr/>
              </p:nvSpPr>
              <p:spPr>
                <a:xfrm>
                  <a:off x="4688918" y="4334400"/>
                  <a:ext cx="577471" cy="430887"/>
                </a:xfrm>
                <a:prstGeom prst="rect">
                  <a:avLst/>
                </a:prstGeom>
                <a:blipFill>
                  <a:blip r:embed="rId17"/>
                  <a:stretch>
                    <a:fillRect r="-1053"/>
                  </a:stretch>
                </a:blipFill>
              </p:spPr>
              <p:txBody>
                <a:bodyPr/>
                <a:lstStyle/>
                <a:p>
                  <a:r>
                    <a:rPr lang="zh-CN" altLang="en-US">
                      <a:noFill/>
                    </a:rPr>
                    <a:t> </a:t>
                  </a:r>
                </a:p>
              </p:txBody>
            </p:sp>
          </mc:Fallback>
        </mc:AlternateContent>
        <p:sp>
          <p:nvSpPr>
            <p:cNvPr id="52" name="Line 27">
              <a:extLst>
                <a:ext uri="{FF2B5EF4-FFF2-40B4-BE49-F238E27FC236}">
                  <a16:creationId xmlns:a16="http://schemas.microsoft.com/office/drawing/2014/main" id="{A1893F26-4438-1628-AA23-8BC0E9F5D99D}"/>
                </a:ext>
              </a:extLst>
            </p:cNvPr>
            <p:cNvSpPr>
              <a:spLocks noChangeShapeType="1"/>
            </p:cNvSpPr>
            <p:nvPr/>
          </p:nvSpPr>
          <p:spPr bwMode="auto">
            <a:xfrm>
              <a:off x="5336708" y="454984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3" name="等腰三角形 52">
              <a:extLst>
                <a:ext uri="{FF2B5EF4-FFF2-40B4-BE49-F238E27FC236}">
                  <a16:creationId xmlns:a16="http://schemas.microsoft.com/office/drawing/2014/main" id="{10B0F6A2-1F5E-DC50-686C-097DBC5DC2FD}"/>
                </a:ext>
              </a:extLst>
            </p:cNvPr>
            <p:cNvSpPr/>
            <p:nvPr/>
          </p:nvSpPr>
          <p:spPr>
            <a:xfrm rot="16200000" flipH="1">
              <a:off x="5190038" y="450189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54" name="Line 27">
              <a:extLst>
                <a:ext uri="{FF2B5EF4-FFF2-40B4-BE49-F238E27FC236}">
                  <a16:creationId xmlns:a16="http://schemas.microsoft.com/office/drawing/2014/main" id="{0AAF9044-3EA5-EB76-FDA3-CECDA9EB6FCE}"/>
                </a:ext>
              </a:extLst>
            </p:cNvPr>
            <p:cNvSpPr>
              <a:spLocks noChangeShapeType="1"/>
            </p:cNvSpPr>
            <p:nvPr/>
          </p:nvSpPr>
          <p:spPr bwMode="auto">
            <a:xfrm rot="5400000">
              <a:off x="1117494" y="4152984"/>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椭圆 54">
              <a:extLst>
                <a:ext uri="{FF2B5EF4-FFF2-40B4-BE49-F238E27FC236}">
                  <a16:creationId xmlns:a16="http://schemas.microsoft.com/office/drawing/2014/main" id="{29A55C2A-E0D1-4E5C-5ED9-52DE31372FBF}"/>
                </a:ext>
              </a:extLst>
            </p:cNvPr>
            <p:cNvSpPr/>
            <p:nvPr/>
          </p:nvSpPr>
          <p:spPr>
            <a:xfrm>
              <a:off x="1645274" y="3523348"/>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6" name="椭圆 55">
              <a:extLst>
                <a:ext uri="{FF2B5EF4-FFF2-40B4-BE49-F238E27FC236}">
                  <a16:creationId xmlns:a16="http://schemas.microsoft.com/office/drawing/2014/main" id="{F6D582E8-AB75-B4F9-92DE-1020F201709D}"/>
                </a:ext>
              </a:extLst>
            </p:cNvPr>
            <p:cNvSpPr/>
            <p:nvPr/>
          </p:nvSpPr>
          <p:spPr>
            <a:xfrm>
              <a:off x="1645274" y="3921017"/>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B5DF52C4-28D0-0419-5D85-33CF2BF47D42}"/>
                    </a:ext>
                  </a:extLst>
                </p:cNvPr>
                <p:cNvSpPr txBox="1"/>
                <p:nvPr/>
              </p:nvSpPr>
              <p:spPr>
                <a:xfrm>
                  <a:off x="5617950" y="4334400"/>
                  <a:ext cx="459218"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accent5">
                                <a:lumMod val="75000"/>
                              </a:schemeClr>
                            </a:solidFill>
                            <a:latin typeface="Cambria Math" panose="02040503050406030204" pitchFamily="18" charset="0"/>
                          </a:rPr>
                          <m:t>CP</m:t>
                        </m:r>
                      </m:oMath>
                    </m:oMathPara>
                  </a14:m>
                  <a:endParaRPr lang="zh-CN" altLang="en-US" sz="2200" dirty="0">
                    <a:solidFill>
                      <a:schemeClr val="accent5">
                        <a:lumMod val="75000"/>
                      </a:schemeClr>
                    </a:solidFill>
                  </a:endParaRPr>
                </a:p>
              </p:txBody>
            </p:sp>
          </mc:Choice>
          <mc:Fallback xmlns="">
            <p:sp>
              <p:nvSpPr>
                <p:cNvPr id="57" name="文本框 56">
                  <a:extLst>
                    <a:ext uri="{FF2B5EF4-FFF2-40B4-BE49-F238E27FC236}">
                      <a16:creationId xmlns:a16="http://schemas.microsoft.com/office/drawing/2014/main" id="{B5DF52C4-28D0-0419-5D85-33CF2BF47D42}"/>
                    </a:ext>
                  </a:extLst>
                </p:cNvPr>
                <p:cNvSpPr txBox="1">
                  <a:spLocks noRot="1" noChangeAspect="1" noMove="1" noResize="1" noEditPoints="1" noAdjustHandles="1" noChangeArrowheads="1" noChangeShapeType="1" noTextEdit="1"/>
                </p:cNvSpPr>
                <p:nvPr/>
              </p:nvSpPr>
              <p:spPr>
                <a:xfrm>
                  <a:off x="5617950" y="4334400"/>
                  <a:ext cx="459218" cy="430887"/>
                </a:xfrm>
                <a:prstGeom prst="rect">
                  <a:avLst/>
                </a:prstGeom>
                <a:blipFill>
                  <a:blip r:embed="rId18"/>
                  <a:stretch>
                    <a:fillRect l="-1333" r="-10667"/>
                  </a:stretch>
                </a:blipFill>
              </p:spPr>
              <p:txBody>
                <a:bodyPr/>
                <a:lstStyle/>
                <a:p>
                  <a:r>
                    <a:rPr lang="zh-CN" altLang="en-US">
                      <a:noFill/>
                    </a:rPr>
                    <a:t> </a:t>
                  </a:r>
                </a:p>
              </p:txBody>
            </p:sp>
          </mc:Fallback>
        </mc:AlternateContent>
        <p:sp>
          <p:nvSpPr>
            <p:cNvPr id="90" name="Line 27">
              <a:extLst>
                <a:ext uri="{FF2B5EF4-FFF2-40B4-BE49-F238E27FC236}">
                  <a16:creationId xmlns:a16="http://schemas.microsoft.com/office/drawing/2014/main" id="{276DBD4E-70D4-1423-E870-402371C338A7}"/>
                </a:ext>
              </a:extLst>
            </p:cNvPr>
            <p:cNvSpPr>
              <a:spLocks noChangeShapeType="1"/>
            </p:cNvSpPr>
            <p:nvPr/>
          </p:nvSpPr>
          <p:spPr bwMode="auto">
            <a:xfrm flipH="1">
              <a:off x="10012763" y="3742736"/>
              <a:ext cx="6961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cxnSp>
          <p:nvCxnSpPr>
            <p:cNvPr id="100" name="直接连接符 99">
              <a:extLst>
                <a:ext uri="{FF2B5EF4-FFF2-40B4-BE49-F238E27FC236}">
                  <a16:creationId xmlns:a16="http://schemas.microsoft.com/office/drawing/2014/main" id="{E01471A3-0F68-929A-9E86-A5193D0B4513}"/>
                </a:ext>
              </a:extLst>
            </p:cNvPr>
            <p:cNvCxnSpPr>
              <a:cxnSpLocks/>
            </p:cNvCxnSpPr>
            <p:nvPr/>
          </p:nvCxnSpPr>
          <p:spPr>
            <a:xfrm>
              <a:off x="8308812" y="3065344"/>
              <a:ext cx="808"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A3E284AC-09BF-3668-9529-F08783AED08D}"/>
                </a:ext>
              </a:extLst>
            </p:cNvPr>
            <p:cNvCxnSpPr>
              <a:cxnSpLocks/>
            </p:cNvCxnSpPr>
            <p:nvPr/>
          </p:nvCxnSpPr>
          <p:spPr>
            <a:xfrm>
              <a:off x="8796427" y="3065344"/>
              <a:ext cx="0"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2633BFCC-8F16-A628-E866-EC345F183231}"/>
                </a:ext>
              </a:extLst>
            </p:cNvPr>
            <p:cNvCxnSpPr>
              <a:cxnSpLocks/>
            </p:cNvCxnSpPr>
            <p:nvPr/>
          </p:nvCxnSpPr>
          <p:spPr>
            <a:xfrm>
              <a:off x="9768427" y="3065344"/>
              <a:ext cx="776" cy="21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a:extLst>
                <a:ext uri="{FF2B5EF4-FFF2-40B4-BE49-F238E27FC236}">
                  <a16:creationId xmlns:a16="http://schemas.microsoft.com/office/drawing/2014/main" id="{CCFEC916-5671-FE7C-0814-FE151740A094}"/>
                </a:ext>
              </a:extLst>
            </p:cNvPr>
            <p:cNvSpPr/>
            <p:nvPr/>
          </p:nvSpPr>
          <p:spPr>
            <a:xfrm>
              <a:off x="7379895" y="3339139"/>
              <a:ext cx="3317451" cy="1615403"/>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74x161 (1)</a:t>
              </a:r>
              <a:endParaRPr lang="zh-CN" altLang="en-US" sz="20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27BAD54C-512A-927F-1907-468E65D1DDF1}"/>
                    </a:ext>
                  </a:extLst>
                </p:cNvPr>
                <p:cNvSpPr txBox="1"/>
                <p:nvPr/>
              </p:nvSpPr>
              <p:spPr>
                <a:xfrm>
                  <a:off x="8088035"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06" name="文本框 105">
                  <a:extLst>
                    <a:ext uri="{FF2B5EF4-FFF2-40B4-BE49-F238E27FC236}">
                      <a16:creationId xmlns:a16="http://schemas.microsoft.com/office/drawing/2014/main" id="{27BAD54C-512A-927F-1907-468E65D1DDF1}"/>
                    </a:ext>
                  </a:extLst>
                </p:cNvPr>
                <p:cNvSpPr txBox="1">
                  <a:spLocks noRot="1" noChangeAspect="1" noMove="1" noResize="1" noEditPoints="1" noAdjustHandles="1" noChangeArrowheads="1" noChangeShapeType="1" noTextEdit="1"/>
                </p:cNvSpPr>
                <p:nvPr/>
              </p:nvSpPr>
              <p:spPr>
                <a:xfrm>
                  <a:off x="8088035" y="3284764"/>
                  <a:ext cx="443169" cy="430887"/>
                </a:xfrm>
                <a:prstGeom prst="rect">
                  <a:avLst/>
                </a:prstGeom>
                <a:blipFill>
                  <a:blip r:embed="rId19"/>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CD9D023A-D029-A36D-E4A8-5BB76310F77D}"/>
                    </a:ext>
                  </a:extLst>
                </p:cNvPr>
                <p:cNvSpPr txBox="1"/>
                <p:nvPr/>
              </p:nvSpPr>
              <p:spPr>
                <a:xfrm>
                  <a:off x="8574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07" name="文本框 106">
                  <a:extLst>
                    <a:ext uri="{FF2B5EF4-FFF2-40B4-BE49-F238E27FC236}">
                      <a16:creationId xmlns:a16="http://schemas.microsoft.com/office/drawing/2014/main" id="{CD9D023A-D029-A36D-E4A8-5BB76310F77D}"/>
                    </a:ext>
                  </a:extLst>
                </p:cNvPr>
                <p:cNvSpPr txBox="1">
                  <a:spLocks noRot="1" noChangeAspect="1" noMove="1" noResize="1" noEditPoints="1" noAdjustHandles="1" noChangeArrowheads="1" noChangeShapeType="1" noTextEdit="1"/>
                </p:cNvSpPr>
                <p:nvPr/>
              </p:nvSpPr>
              <p:spPr>
                <a:xfrm>
                  <a:off x="8574036" y="3284764"/>
                  <a:ext cx="443169" cy="430887"/>
                </a:xfrm>
                <a:prstGeom prst="rect">
                  <a:avLst/>
                </a:prstGeom>
                <a:blipFill>
                  <a:blip r:embed="rId20"/>
                  <a:stretch>
                    <a:fillRect l="-1389"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F9E661E3-3937-119A-79D5-60B6147F866C}"/>
                    </a:ext>
                  </a:extLst>
                </p:cNvPr>
                <p:cNvSpPr txBox="1"/>
                <p:nvPr/>
              </p:nvSpPr>
              <p:spPr>
                <a:xfrm>
                  <a:off x="9060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08" name="文本框 107">
                  <a:extLst>
                    <a:ext uri="{FF2B5EF4-FFF2-40B4-BE49-F238E27FC236}">
                      <a16:creationId xmlns:a16="http://schemas.microsoft.com/office/drawing/2014/main" id="{F9E661E3-3937-119A-79D5-60B6147F866C}"/>
                    </a:ext>
                  </a:extLst>
                </p:cNvPr>
                <p:cNvSpPr txBox="1">
                  <a:spLocks noRot="1" noChangeAspect="1" noMove="1" noResize="1" noEditPoints="1" noAdjustHandles="1" noChangeArrowheads="1" noChangeShapeType="1" noTextEdit="1"/>
                </p:cNvSpPr>
                <p:nvPr/>
              </p:nvSpPr>
              <p:spPr>
                <a:xfrm>
                  <a:off x="9060036" y="3284764"/>
                  <a:ext cx="443169" cy="430887"/>
                </a:xfrm>
                <a:prstGeom prst="rect">
                  <a:avLst/>
                </a:prstGeom>
                <a:blipFill>
                  <a:blip r:embed="rId21"/>
                  <a:stretch>
                    <a:fillRect l="-1370" r="-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06DC7041-942D-57D2-E2D0-93D5EAC4759D}"/>
                    </a:ext>
                  </a:extLst>
                </p:cNvPr>
                <p:cNvSpPr txBox="1"/>
                <p:nvPr/>
              </p:nvSpPr>
              <p:spPr>
                <a:xfrm>
                  <a:off x="9546036" y="3284764"/>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D</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09" name="文本框 108">
                  <a:extLst>
                    <a:ext uri="{FF2B5EF4-FFF2-40B4-BE49-F238E27FC236}">
                      <a16:creationId xmlns:a16="http://schemas.microsoft.com/office/drawing/2014/main" id="{06DC7041-942D-57D2-E2D0-93D5EAC4759D}"/>
                    </a:ext>
                  </a:extLst>
                </p:cNvPr>
                <p:cNvSpPr txBox="1">
                  <a:spLocks noRot="1" noChangeAspect="1" noMove="1" noResize="1" noEditPoints="1" noAdjustHandles="1" noChangeArrowheads="1" noChangeShapeType="1" noTextEdit="1"/>
                </p:cNvSpPr>
                <p:nvPr/>
              </p:nvSpPr>
              <p:spPr>
                <a:xfrm>
                  <a:off x="9546036" y="3284764"/>
                  <a:ext cx="443169" cy="430887"/>
                </a:xfrm>
                <a:prstGeom prst="rect">
                  <a:avLst/>
                </a:prstGeom>
                <a:blipFill>
                  <a:blip r:embed="rId22"/>
                  <a:stretch>
                    <a:fillRect l="-1370" r="-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B109C42D-4C64-57EF-910B-E3FE491B39A5}"/>
                    </a:ext>
                  </a:extLst>
                </p:cNvPr>
                <p:cNvSpPr txBox="1"/>
                <p:nvPr/>
              </p:nvSpPr>
              <p:spPr>
                <a:xfrm>
                  <a:off x="8088035"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3</m:t>
                            </m:r>
                          </m:sub>
                        </m:sSub>
                      </m:oMath>
                    </m:oMathPara>
                  </a14:m>
                  <a:endParaRPr lang="zh-CN" altLang="en-US" sz="2200" dirty="0">
                    <a:solidFill>
                      <a:schemeClr val="tx1"/>
                    </a:solidFill>
                  </a:endParaRPr>
                </a:p>
              </p:txBody>
            </p:sp>
          </mc:Choice>
          <mc:Fallback xmlns="">
            <p:sp>
              <p:nvSpPr>
                <p:cNvPr id="113" name="文本框 112">
                  <a:extLst>
                    <a:ext uri="{FF2B5EF4-FFF2-40B4-BE49-F238E27FC236}">
                      <a16:creationId xmlns:a16="http://schemas.microsoft.com/office/drawing/2014/main" id="{B109C42D-4C64-57EF-910B-E3FE491B39A5}"/>
                    </a:ext>
                  </a:extLst>
                </p:cNvPr>
                <p:cNvSpPr txBox="1">
                  <a:spLocks noRot="1" noChangeAspect="1" noMove="1" noResize="1" noEditPoints="1" noAdjustHandles="1" noChangeArrowheads="1" noChangeShapeType="1" noTextEdit="1"/>
                </p:cNvSpPr>
                <p:nvPr/>
              </p:nvSpPr>
              <p:spPr>
                <a:xfrm>
                  <a:off x="8088035" y="4523655"/>
                  <a:ext cx="443169" cy="430887"/>
                </a:xfrm>
                <a:prstGeom prst="rect">
                  <a:avLst/>
                </a:prstGeom>
                <a:blipFill>
                  <a:blip r:embed="rId23"/>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A26A330C-40E5-8952-5DF7-2961591C7EA0}"/>
                    </a:ext>
                  </a:extLst>
                </p:cNvPr>
                <p:cNvSpPr txBox="1"/>
                <p:nvPr/>
              </p:nvSpPr>
              <p:spPr>
                <a:xfrm>
                  <a:off x="8574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2</m:t>
                            </m:r>
                          </m:sub>
                        </m:sSub>
                      </m:oMath>
                    </m:oMathPara>
                  </a14:m>
                  <a:endParaRPr lang="zh-CN" altLang="en-US" sz="2200" dirty="0">
                    <a:solidFill>
                      <a:schemeClr val="tx1"/>
                    </a:solidFill>
                  </a:endParaRPr>
                </a:p>
              </p:txBody>
            </p:sp>
          </mc:Choice>
          <mc:Fallback xmlns="">
            <p:sp>
              <p:nvSpPr>
                <p:cNvPr id="114" name="文本框 113">
                  <a:extLst>
                    <a:ext uri="{FF2B5EF4-FFF2-40B4-BE49-F238E27FC236}">
                      <a16:creationId xmlns:a16="http://schemas.microsoft.com/office/drawing/2014/main" id="{A26A330C-40E5-8952-5DF7-2961591C7EA0}"/>
                    </a:ext>
                  </a:extLst>
                </p:cNvPr>
                <p:cNvSpPr txBox="1">
                  <a:spLocks noRot="1" noChangeAspect="1" noMove="1" noResize="1" noEditPoints="1" noAdjustHandles="1" noChangeArrowheads="1" noChangeShapeType="1" noTextEdit="1"/>
                </p:cNvSpPr>
                <p:nvPr/>
              </p:nvSpPr>
              <p:spPr>
                <a:xfrm>
                  <a:off x="8574036" y="4523655"/>
                  <a:ext cx="443169" cy="430887"/>
                </a:xfrm>
                <a:prstGeom prst="rect">
                  <a:avLst/>
                </a:prstGeom>
                <a:blipFill>
                  <a:blip r:embed="rId24"/>
                  <a:stretch>
                    <a:fillRect l="-8333" r="-5556"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4698BF04-7EDE-C86E-8AB1-598632198A29}"/>
                    </a:ext>
                  </a:extLst>
                </p:cNvPr>
                <p:cNvSpPr txBox="1"/>
                <p:nvPr/>
              </p:nvSpPr>
              <p:spPr>
                <a:xfrm>
                  <a:off x="9060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1</m:t>
                            </m:r>
                          </m:sub>
                        </m:sSub>
                      </m:oMath>
                    </m:oMathPara>
                  </a14:m>
                  <a:endParaRPr lang="zh-CN" altLang="en-US" sz="2200" dirty="0">
                    <a:solidFill>
                      <a:schemeClr val="tx1"/>
                    </a:solidFill>
                  </a:endParaRPr>
                </a:p>
              </p:txBody>
            </p:sp>
          </mc:Choice>
          <mc:Fallback xmlns="">
            <p:sp>
              <p:nvSpPr>
                <p:cNvPr id="128" name="文本框 127">
                  <a:extLst>
                    <a:ext uri="{FF2B5EF4-FFF2-40B4-BE49-F238E27FC236}">
                      <a16:creationId xmlns:a16="http://schemas.microsoft.com/office/drawing/2014/main" id="{4698BF04-7EDE-C86E-8AB1-598632198A29}"/>
                    </a:ext>
                  </a:extLst>
                </p:cNvPr>
                <p:cNvSpPr txBox="1">
                  <a:spLocks noRot="1" noChangeAspect="1" noMove="1" noResize="1" noEditPoints="1" noAdjustHandles="1" noChangeArrowheads="1" noChangeShapeType="1" noTextEdit="1"/>
                </p:cNvSpPr>
                <p:nvPr/>
              </p:nvSpPr>
              <p:spPr>
                <a:xfrm>
                  <a:off x="9060036" y="4523655"/>
                  <a:ext cx="443169" cy="430887"/>
                </a:xfrm>
                <a:prstGeom prst="rect">
                  <a:avLst/>
                </a:prstGeom>
                <a:blipFill>
                  <a:blip r:embed="rId25"/>
                  <a:stretch>
                    <a:fillRect l="-6849" r="-274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92F158CA-05B4-2CE0-6F73-0F402E11F5A0}"/>
                    </a:ext>
                  </a:extLst>
                </p:cNvPr>
                <p:cNvSpPr txBox="1"/>
                <p:nvPr/>
              </p:nvSpPr>
              <p:spPr>
                <a:xfrm>
                  <a:off x="9546036" y="4523655"/>
                  <a:ext cx="44316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b="0" i="0" smtClean="0">
                                <a:latin typeface="Cambria Math" panose="02040503050406030204" pitchFamily="18" charset="0"/>
                              </a:rPr>
                              <m:t>Q</m:t>
                            </m:r>
                          </m:e>
                          <m:sub>
                            <m:r>
                              <a:rPr lang="en-US" altLang="zh-CN" sz="2200" b="0" i="1" smtClean="0">
                                <a:latin typeface="Cambria Math" panose="02040503050406030204" pitchFamily="18" charset="0"/>
                              </a:rPr>
                              <m:t>0</m:t>
                            </m:r>
                          </m:sub>
                        </m:sSub>
                      </m:oMath>
                    </m:oMathPara>
                  </a14:m>
                  <a:endParaRPr lang="zh-CN" altLang="en-US" sz="2200" dirty="0">
                    <a:solidFill>
                      <a:schemeClr val="tx1"/>
                    </a:solidFill>
                  </a:endParaRPr>
                </a:p>
              </p:txBody>
            </p:sp>
          </mc:Choice>
          <mc:Fallback xmlns="">
            <p:sp>
              <p:nvSpPr>
                <p:cNvPr id="129" name="文本框 128">
                  <a:extLst>
                    <a:ext uri="{FF2B5EF4-FFF2-40B4-BE49-F238E27FC236}">
                      <a16:creationId xmlns:a16="http://schemas.microsoft.com/office/drawing/2014/main" id="{92F158CA-05B4-2CE0-6F73-0F402E11F5A0}"/>
                    </a:ext>
                  </a:extLst>
                </p:cNvPr>
                <p:cNvSpPr txBox="1">
                  <a:spLocks noRot="1" noChangeAspect="1" noMove="1" noResize="1" noEditPoints="1" noAdjustHandles="1" noChangeArrowheads="1" noChangeShapeType="1" noTextEdit="1"/>
                </p:cNvSpPr>
                <p:nvPr/>
              </p:nvSpPr>
              <p:spPr>
                <a:xfrm>
                  <a:off x="9546036" y="4523655"/>
                  <a:ext cx="443169" cy="430887"/>
                </a:xfrm>
                <a:prstGeom prst="rect">
                  <a:avLst/>
                </a:prstGeom>
                <a:blipFill>
                  <a:blip r:embed="rId26"/>
                  <a:stretch>
                    <a:fillRect l="-8219" r="-4110" b="-126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F18DB31E-AC87-8CB1-E6F0-A3551980D486}"/>
                    </a:ext>
                  </a:extLst>
                </p:cNvPr>
                <p:cNvSpPr txBox="1"/>
                <p:nvPr/>
              </p:nvSpPr>
              <p:spPr>
                <a:xfrm>
                  <a:off x="10141290" y="352729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130" name="文本框 129">
                  <a:extLst>
                    <a:ext uri="{FF2B5EF4-FFF2-40B4-BE49-F238E27FC236}">
                      <a16:creationId xmlns:a16="http://schemas.microsoft.com/office/drawing/2014/main" id="{F18DB31E-AC87-8CB1-E6F0-A3551980D486}"/>
                    </a:ext>
                  </a:extLst>
                </p:cNvPr>
                <p:cNvSpPr txBox="1">
                  <a:spLocks noRot="1" noChangeAspect="1" noMove="1" noResize="1" noEditPoints="1" noAdjustHandles="1" noChangeArrowheads="1" noChangeShapeType="1" noTextEdit="1"/>
                </p:cNvSpPr>
                <p:nvPr/>
              </p:nvSpPr>
              <p:spPr>
                <a:xfrm>
                  <a:off x="10141290" y="3527292"/>
                  <a:ext cx="577471" cy="430887"/>
                </a:xfrm>
                <a:prstGeom prst="rect">
                  <a:avLst/>
                </a:prstGeom>
                <a:blipFill>
                  <a:blip r:embed="rId27"/>
                  <a:stretch>
                    <a:fillRect r="-21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0BFD2FCB-E000-2DF1-4E5F-38F1A14BF40F}"/>
                    </a:ext>
                  </a:extLst>
                </p:cNvPr>
                <p:cNvSpPr txBox="1"/>
                <p:nvPr/>
              </p:nvSpPr>
              <p:spPr>
                <a:xfrm>
                  <a:off x="10061163" y="4334444"/>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CP</m:t>
                        </m:r>
                      </m:oMath>
                    </m:oMathPara>
                  </a14:m>
                  <a:endParaRPr lang="zh-CN" altLang="en-US" sz="2200" dirty="0">
                    <a:solidFill>
                      <a:schemeClr val="tx1"/>
                    </a:solidFill>
                  </a:endParaRPr>
                </a:p>
              </p:txBody>
            </p:sp>
          </mc:Choice>
          <mc:Fallback xmlns="">
            <p:sp>
              <p:nvSpPr>
                <p:cNvPr id="131" name="文本框 130">
                  <a:extLst>
                    <a:ext uri="{FF2B5EF4-FFF2-40B4-BE49-F238E27FC236}">
                      <a16:creationId xmlns:a16="http://schemas.microsoft.com/office/drawing/2014/main" id="{0BFD2FCB-E000-2DF1-4E5F-38F1A14BF40F}"/>
                    </a:ext>
                  </a:extLst>
                </p:cNvPr>
                <p:cNvSpPr txBox="1">
                  <a:spLocks noRot="1" noChangeAspect="1" noMove="1" noResize="1" noEditPoints="1" noAdjustHandles="1" noChangeArrowheads="1" noChangeShapeType="1" noTextEdit="1"/>
                </p:cNvSpPr>
                <p:nvPr/>
              </p:nvSpPr>
              <p:spPr>
                <a:xfrm>
                  <a:off x="10061163" y="4334444"/>
                  <a:ext cx="577471" cy="430887"/>
                </a:xfrm>
                <a:prstGeom prst="rect">
                  <a:avLst/>
                </a:prstGeom>
                <a:blipFill>
                  <a:blip r:embed="rId28"/>
                  <a:stretch>
                    <a:fillRect r="-1053"/>
                  </a:stretch>
                </a:blipFill>
              </p:spPr>
              <p:txBody>
                <a:bodyPr/>
                <a:lstStyle/>
                <a:p>
                  <a:r>
                    <a:rPr lang="zh-CN" altLang="en-US">
                      <a:noFill/>
                    </a:rPr>
                    <a:t> </a:t>
                  </a:r>
                </a:p>
              </p:txBody>
            </p:sp>
          </mc:Fallback>
        </mc:AlternateContent>
        <p:sp>
          <p:nvSpPr>
            <p:cNvPr id="132" name="Line 27">
              <a:extLst>
                <a:ext uri="{FF2B5EF4-FFF2-40B4-BE49-F238E27FC236}">
                  <a16:creationId xmlns:a16="http://schemas.microsoft.com/office/drawing/2014/main" id="{B9521FF5-0D47-5AA7-B104-41FE402C208B}"/>
                </a:ext>
              </a:extLst>
            </p:cNvPr>
            <p:cNvSpPr>
              <a:spLocks noChangeShapeType="1"/>
            </p:cNvSpPr>
            <p:nvPr/>
          </p:nvSpPr>
          <p:spPr bwMode="auto">
            <a:xfrm>
              <a:off x="10708953" y="4549888"/>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等腰三角形 132">
              <a:extLst>
                <a:ext uri="{FF2B5EF4-FFF2-40B4-BE49-F238E27FC236}">
                  <a16:creationId xmlns:a16="http://schemas.microsoft.com/office/drawing/2014/main" id="{2898E99D-3976-496A-3772-407C2AE845A2}"/>
                </a:ext>
              </a:extLst>
            </p:cNvPr>
            <p:cNvSpPr/>
            <p:nvPr/>
          </p:nvSpPr>
          <p:spPr>
            <a:xfrm rot="16200000" flipH="1">
              <a:off x="10562283" y="4501930"/>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34" name="Line 27">
              <a:extLst>
                <a:ext uri="{FF2B5EF4-FFF2-40B4-BE49-F238E27FC236}">
                  <a16:creationId xmlns:a16="http://schemas.microsoft.com/office/drawing/2014/main" id="{B4DEFF47-5A4E-C8DA-D1A2-737803C0AC58}"/>
                </a:ext>
              </a:extLst>
            </p:cNvPr>
            <p:cNvSpPr>
              <a:spLocks noChangeShapeType="1"/>
            </p:cNvSpPr>
            <p:nvPr/>
          </p:nvSpPr>
          <p:spPr bwMode="auto">
            <a:xfrm>
              <a:off x="6169220" y="5522828"/>
              <a:ext cx="48565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9632405F-8E68-4B09-D1A9-272EB0E2251F}"/>
                    </a:ext>
                  </a:extLst>
                </p:cNvPr>
                <p:cNvSpPr txBox="1"/>
                <p:nvPr/>
              </p:nvSpPr>
              <p:spPr>
                <a:xfrm>
                  <a:off x="4769045" y="3527252"/>
                  <a:ext cx="577471"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m:rPr>
                            <m:sty m:val="p"/>
                          </m:rPr>
                          <a:rPr lang="en-US" altLang="zh-CN" sz="2200" b="0" i="0" smtClean="0">
                            <a:solidFill>
                              <a:schemeClr val="tx1"/>
                            </a:solidFill>
                            <a:latin typeface="Cambria Math" panose="02040503050406030204" pitchFamily="18" charset="0"/>
                          </a:rPr>
                          <m:t>TC</m:t>
                        </m:r>
                      </m:oMath>
                    </m:oMathPara>
                  </a14:m>
                  <a:endParaRPr lang="zh-CN" altLang="en-US" sz="2200" dirty="0">
                    <a:solidFill>
                      <a:schemeClr val="tx1"/>
                    </a:solidFill>
                  </a:endParaRPr>
                </a:p>
              </p:txBody>
            </p:sp>
          </mc:Choice>
          <mc:Fallback xmlns="">
            <p:sp>
              <p:nvSpPr>
                <p:cNvPr id="138" name="文本框 137">
                  <a:extLst>
                    <a:ext uri="{FF2B5EF4-FFF2-40B4-BE49-F238E27FC236}">
                      <a16:creationId xmlns:a16="http://schemas.microsoft.com/office/drawing/2014/main" id="{9632405F-8E68-4B09-D1A9-272EB0E2251F}"/>
                    </a:ext>
                  </a:extLst>
                </p:cNvPr>
                <p:cNvSpPr txBox="1">
                  <a:spLocks noRot="1" noChangeAspect="1" noMove="1" noResize="1" noEditPoints="1" noAdjustHandles="1" noChangeArrowheads="1" noChangeShapeType="1" noTextEdit="1"/>
                </p:cNvSpPr>
                <p:nvPr/>
              </p:nvSpPr>
              <p:spPr>
                <a:xfrm>
                  <a:off x="4769045" y="3527252"/>
                  <a:ext cx="577471" cy="430887"/>
                </a:xfrm>
                <a:prstGeom prst="rect">
                  <a:avLst/>
                </a:prstGeom>
                <a:blipFill>
                  <a:blip r:embed="rId29"/>
                  <a:stretch>
                    <a:fillRect r="-1053"/>
                  </a:stretch>
                </a:blipFill>
              </p:spPr>
              <p:txBody>
                <a:bodyPr/>
                <a:lstStyle/>
                <a:p>
                  <a:r>
                    <a:rPr lang="zh-CN" altLang="en-US">
                      <a:noFill/>
                    </a:rPr>
                    <a:t> </a:t>
                  </a:r>
                </a:p>
              </p:txBody>
            </p:sp>
          </mc:Fallback>
        </mc:AlternateContent>
        <p:sp>
          <p:nvSpPr>
            <p:cNvPr id="143" name="Line 27">
              <a:extLst>
                <a:ext uri="{FF2B5EF4-FFF2-40B4-BE49-F238E27FC236}">
                  <a16:creationId xmlns:a16="http://schemas.microsoft.com/office/drawing/2014/main" id="{809181EF-A0BF-CAC3-187E-651E9A3A98BC}"/>
                </a:ext>
              </a:extLst>
            </p:cNvPr>
            <p:cNvSpPr>
              <a:spLocks noChangeShapeType="1"/>
            </p:cNvSpPr>
            <p:nvPr/>
          </p:nvSpPr>
          <p:spPr bwMode="auto">
            <a:xfrm rot="5400000">
              <a:off x="10538394" y="5034544"/>
              <a:ext cx="9765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文本框 143">
              <a:extLst>
                <a:ext uri="{FF2B5EF4-FFF2-40B4-BE49-F238E27FC236}">
                  <a16:creationId xmlns:a16="http://schemas.microsoft.com/office/drawing/2014/main" id="{0DA030D9-0FE0-6E81-04E8-343F3D0CCFCE}"/>
                </a:ext>
              </a:extLst>
            </p:cNvPr>
            <p:cNvSpPr txBox="1"/>
            <p:nvPr/>
          </p:nvSpPr>
          <p:spPr>
            <a:xfrm>
              <a:off x="1165322" y="3354717"/>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45" name="椭圆 144">
              <a:extLst>
                <a:ext uri="{FF2B5EF4-FFF2-40B4-BE49-F238E27FC236}">
                  <a16:creationId xmlns:a16="http://schemas.microsoft.com/office/drawing/2014/main" id="{229B182B-E32F-D549-77CB-966B6E1F1A71}"/>
                </a:ext>
              </a:extLst>
            </p:cNvPr>
            <p:cNvSpPr/>
            <p:nvPr/>
          </p:nvSpPr>
          <p:spPr>
            <a:xfrm>
              <a:off x="1645274" y="4304123"/>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146" name="组合 145">
              <a:extLst>
                <a:ext uri="{FF2B5EF4-FFF2-40B4-BE49-F238E27FC236}">
                  <a16:creationId xmlns:a16="http://schemas.microsoft.com/office/drawing/2014/main" id="{CCBCA7E5-7DB3-0F94-34E5-DA0693E4C5E2}"/>
                </a:ext>
              </a:extLst>
            </p:cNvPr>
            <p:cNvGrpSpPr/>
            <p:nvPr/>
          </p:nvGrpSpPr>
          <p:grpSpPr>
            <a:xfrm>
              <a:off x="2798251" y="2701744"/>
              <a:ext cx="1735439" cy="430887"/>
              <a:chOff x="2362577" y="1209600"/>
              <a:chExt cx="1735439" cy="430887"/>
            </a:xfrm>
          </p:grpSpPr>
          <p:sp>
            <p:nvSpPr>
              <p:cNvPr id="179" name="文本框 178">
                <a:extLst>
                  <a:ext uri="{FF2B5EF4-FFF2-40B4-BE49-F238E27FC236}">
                    <a16:creationId xmlns:a16="http://schemas.microsoft.com/office/drawing/2014/main" id="{224FE689-083F-C019-E461-48CB167E63FC}"/>
                  </a:ext>
                </a:extLst>
              </p:cNvPr>
              <p:cNvSpPr txBox="1"/>
              <p:nvPr/>
            </p:nvSpPr>
            <p:spPr>
              <a:xfrm>
                <a:off x="2362577"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80" name="文本框 179">
                <a:extLst>
                  <a:ext uri="{FF2B5EF4-FFF2-40B4-BE49-F238E27FC236}">
                    <a16:creationId xmlns:a16="http://schemas.microsoft.com/office/drawing/2014/main" id="{9FAC6138-CE10-CD25-8FC9-591461EF5462}"/>
                  </a:ext>
                </a:extLst>
              </p:cNvPr>
              <p:cNvSpPr txBox="1"/>
              <p:nvPr/>
            </p:nvSpPr>
            <p:spPr>
              <a:xfrm>
                <a:off x="2849057"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81" name="文本框 180">
                <a:extLst>
                  <a:ext uri="{FF2B5EF4-FFF2-40B4-BE49-F238E27FC236}">
                    <a16:creationId xmlns:a16="http://schemas.microsoft.com/office/drawing/2014/main" id="{9E3B306D-CC76-BFCB-CF05-25FB5BF090EB}"/>
                  </a:ext>
                </a:extLst>
              </p:cNvPr>
              <p:cNvSpPr txBox="1"/>
              <p:nvPr/>
            </p:nvSpPr>
            <p:spPr>
              <a:xfrm>
                <a:off x="3335445"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82" name="文本框 181">
                <a:extLst>
                  <a:ext uri="{FF2B5EF4-FFF2-40B4-BE49-F238E27FC236}">
                    <a16:creationId xmlns:a16="http://schemas.microsoft.com/office/drawing/2014/main" id="{031E6DFC-60CC-D70C-EAC7-2BAE1313FB1B}"/>
                  </a:ext>
                </a:extLst>
              </p:cNvPr>
              <p:cNvSpPr txBox="1"/>
              <p:nvPr/>
            </p:nvSpPr>
            <p:spPr>
              <a:xfrm>
                <a:off x="3821385" y="12096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grpSp>
        <p:sp>
          <p:nvSpPr>
            <p:cNvPr id="156" name="文本框 155">
              <a:extLst>
                <a:ext uri="{FF2B5EF4-FFF2-40B4-BE49-F238E27FC236}">
                  <a16:creationId xmlns:a16="http://schemas.microsoft.com/office/drawing/2014/main" id="{B32DE6F8-C2C4-A40E-7A7A-6A483BAD8F0B}"/>
                </a:ext>
              </a:extLst>
            </p:cNvPr>
            <p:cNvSpPr txBox="1"/>
            <p:nvPr/>
          </p:nvSpPr>
          <p:spPr>
            <a:xfrm>
              <a:off x="8169523"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57" name="文本框 156">
              <a:extLst>
                <a:ext uri="{FF2B5EF4-FFF2-40B4-BE49-F238E27FC236}">
                  <a16:creationId xmlns:a16="http://schemas.microsoft.com/office/drawing/2014/main" id="{E34A4EB4-E548-56E0-576A-227806873416}"/>
                </a:ext>
              </a:extLst>
            </p:cNvPr>
            <p:cNvSpPr txBox="1"/>
            <p:nvPr/>
          </p:nvSpPr>
          <p:spPr>
            <a:xfrm>
              <a:off x="8657380"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58" name="文本框 157">
              <a:extLst>
                <a:ext uri="{FF2B5EF4-FFF2-40B4-BE49-F238E27FC236}">
                  <a16:creationId xmlns:a16="http://schemas.microsoft.com/office/drawing/2014/main" id="{BBEC750D-CA68-FB68-D24B-2CA2B219EE94}"/>
                </a:ext>
              </a:extLst>
            </p:cNvPr>
            <p:cNvSpPr txBox="1"/>
            <p:nvPr/>
          </p:nvSpPr>
          <p:spPr>
            <a:xfrm>
              <a:off x="9143768"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59" name="文本框 158">
              <a:extLst>
                <a:ext uri="{FF2B5EF4-FFF2-40B4-BE49-F238E27FC236}">
                  <a16:creationId xmlns:a16="http://schemas.microsoft.com/office/drawing/2014/main" id="{F43F863B-AEEF-3F98-FCBB-82D4C4A5EFC5}"/>
                </a:ext>
              </a:extLst>
            </p:cNvPr>
            <p:cNvSpPr txBox="1"/>
            <p:nvPr/>
          </p:nvSpPr>
          <p:spPr>
            <a:xfrm>
              <a:off x="9629708" y="2700000"/>
              <a:ext cx="276631"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x</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9DA318D3-09FE-AE7F-CA0C-8D0DD28CA54C}"/>
                    </a:ext>
                  </a:extLst>
                </p:cNvPr>
                <p:cNvSpPr txBox="1"/>
                <p:nvPr/>
              </p:nvSpPr>
              <p:spPr>
                <a:xfrm>
                  <a:off x="7377965" y="3354519"/>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CET</m:t>
                        </m:r>
                      </m:oMath>
                    </m:oMathPara>
                  </a14:m>
                  <a:endParaRPr lang="zh-CN" altLang="en-US" sz="2200" dirty="0">
                    <a:solidFill>
                      <a:schemeClr val="tx1"/>
                    </a:solidFill>
                  </a:endParaRPr>
                </a:p>
              </p:txBody>
            </p:sp>
          </mc:Choice>
          <mc:Fallback xmlns="">
            <p:sp>
              <p:nvSpPr>
                <p:cNvPr id="160" name="文本框 159">
                  <a:extLst>
                    <a:ext uri="{FF2B5EF4-FFF2-40B4-BE49-F238E27FC236}">
                      <a16:creationId xmlns:a16="http://schemas.microsoft.com/office/drawing/2014/main" id="{9DA318D3-09FE-AE7F-CA0C-8D0DD28CA54C}"/>
                    </a:ext>
                  </a:extLst>
                </p:cNvPr>
                <p:cNvSpPr txBox="1">
                  <a:spLocks noRot="1" noChangeAspect="1" noMove="1" noResize="1" noEditPoints="1" noAdjustHandles="1" noChangeArrowheads="1" noChangeShapeType="1" noTextEdit="1"/>
                </p:cNvSpPr>
                <p:nvPr/>
              </p:nvSpPr>
              <p:spPr>
                <a:xfrm>
                  <a:off x="7377965" y="3354519"/>
                  <a:ext cx="774000" cy="430887"/>
                </a:xfrm>
                <a:prstGeom prst="rect">
                  <a:avLst/>
                </a:prstGeom>
                <a:blipFill>
                  <a:blip r:embed="rId30"/>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22332596-C216-A9EA-1DDA-BEDD2B5839C3}"/>
                    </a:ext>
                  </a:extLst>
                </p:cNvPr>
                <p:cNvSpPr txBox="1"/>
                <p:nvPr/>
              </p:nvSpPr>
              <p:spPr>
                <a:xfrm>
                  <a:off x="7377965" y="3751937"/>
                  <a:ext cx="77400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CEP</m:t>
                        </m:r>
                      </m:oMath>
                    </m:oMathPara>
                  </a14:m>
                  <a:endParaRPr lang="zh-CN" altLang="en-US" sz="2200" dirty="0">
                    <a:solidFill>
                      <a:schemeClr val="tx1"/>
                    </a:solidFill>
                  </a:endParaRPr>
                </a:p>
              </p:txBody>
            </p:sp>
          </mc:Choice>
          <mc:Fallback xmlns="">
            <p:sp>
              <p:nvSpPr>
                <p:cNvPr id="162" name="文本框 161">
                  <a:extLst>
                    <a:ext uri="{FF2B5EF4-FFF2-40B4-BE49-F238E27FC236}">
                      <a16:creationId xmlns:a16="http://schemas.microsoft.com/office/drawing/2014/main" id="{22332596-C216-A9EA-1DDA-BEDD2B5839C3}"/>
                    </a:ext>
                  </a:extLst>
                </p:cNvPr>
                <p:cNvSpPr txBox="1">
                  <a:spLocks noRot="1" noChangeAspect="1" noMove="1" noResize="1" noEditPoints="1" noAdjustHandles="1" noChangeArrowheads="1" noChangeShapeType="1" noTextEdit="1"/>
                </p:cNvSpPr>
                <p:nvPr/>
              </p:nvSpPr>
              <p:spPr>
                <a:xfrm>
                  <a:off x="7377965" y="3751937"/>
                  <a:ext cx="774000" cy="430887"/>
                </a:xfrm>
                <a:prstGeom prst="rect">
                  <a:avLst/>
                </a:prstGeom>
                <a:blipFill>
                  <a:blip r:embed="rId31"/>
                  <a:stretch>
                    <a:fillRect l="-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 name="文本框 162">
                  <a:extLst>
                    <a:ext uri="{FF2B5EF4-FFF2-40B4-BE49-F238E27FC236}">
                      <a16:creationId xmlns:a16="http://schemas.microsoft.com/office/drawing/2014/main" id="{65EDCB23-5BD2-FAE6-0C53-60755241E9D7}"/>
                    </a:ext>
                  </a:extLst>
                </p:cNvPr>
                <p:cNvSpPr txBox="1"/>
                <p:nvPr/>
              </p:nvSpPr>
              <p:spPr>
                <a:xfrm>
                  <a:off x="7377965" y="4134205"/>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PE</m:t>
                        </m:r>
                      </m:oMath>
                    </m:oMathPara>
                  </a14:m>
                  <a:endParaRPr lang="zh-CN" altLang="en-US" sz="2200" dirty="0">
                    <a:solidFill>
                      <a:schemeClr val="tx1"/>
                    </a:solidFill>
                  </a:endParaRPr>
                </a:p>
              </p:txBody>
            </p:sp>
          </mc:Choice>
          <mc:Fallback xmlns="">
            <p:sp>
              <p:nvSpPr>
                <p:cNvPr id="163" name="文本框 162">
                  <a:extLst>
                    <a:ext uri="{FF2B5EF4-FFF2-40B4-BE49-F238E27FC236}">
                      <a16:creationId xmlns:a16="http://schemas.microsoft.com/office/drawing/2014/main" id="{65EDCB23-5BD2-FAE6-0C53-60755241E9D7}"/>
                    </a:ext>
                  </a:extLst>
                </p:cNvPr>
                <p:cNvSpPr txBox="1">
                  <a:spLocks noRot="1" noChangeAspect="1" noMove="1" noResize="1" noEditPoints="1" noAdjustHandles="1" noChangeArrowheads="1" noChangeShapeType="1" noTextEdit="1"/>
                </p:cNvSpPr>
                <p:nvPr/>
              </p:nvSpPr>
              <p:spPr>
                <a:xfrm>
                  <a:off x="7377965" y="4134205"/>
                  <a:ext cx="577471" cy="430887"/>
                </a:xfrm>
                <a:prstGeom prst="rect">
                  <a:avLst/>
                </a:prstGeom>
                <a:blipFill>
                  <a:blip r:embed="rId32"/>
                  <a:stretch>
                    <a:fillRect l="-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 name="文本框 163">
                  <a:extLst>
                    <a:ext uri="{FF2B5EF4-FFF2-40B4-BE49-F238E27FC236}">
                      <a16:creationId xmlns:a16="http://schemas.microsoft.com/office/drawing/2014/main" id="{A679DE61-7F33-5338-3EC3-6C9FD09D821F}"/>
                    </a:ext>
                  </a:extLst>
                </p:cNvPr>
                <p:cNvSpPr txBox="1"/>
                <p:nvPr/>
              </p:nvSpPr>
              <p:spPr>
                <a:xfrm>
                  <a:off x="7377965" y="4514563"/>
                  <a:ext cx="577471"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200" b="0" i="0" smtClean="0">
                            <a:solidFill>
                              <a:schemeClr val="tx1"/>
                            </a:solidFill>
                            <a:latin typeface="Cambria Math" panose="02040503050406030204" pitchFamily="18" charset="0"/>
                          </a:rPr>
                          <m:t>CR</m:t>
                        </m:r>
                      </m:oMath>
                    </m:oMathPara>
                  </a14:m>
                  <a:endParaRPr lang="zh-CN" altLang="en-US" sz="2200" dirty="0">
                    <a:solidFill>
                      <a:schemeClr val="tx1"/>
                    </a:solidFill>
                  </a:endParaRPr>
                </a:p>
              </p:txBody>
            </p:sp>
          </mc:Choice>
          <mc:Fallback xmlns="">
            <p:sp>
              <p:nvSpPr>
                <p:cNvPr id="164" name="文本框 163">
                  <a:extLst>
                    <a:ext uri="{FF2B5EF4-FFF2-40B4-BE49-F238E27FC236}">
                      <a16:creationId xmlns:a16="http://schemas.microsoft.com/office/drawing/2014/main" id="{A679DE61-7F33-5338-3EC3-6C9FD09D821F}"/>
                    </a:ext>
                  </a:extLst>
                </p:cNvPr>
                <p:cNvSpPr txBox="1">
                  <a:spLocks noRot="1" noChangeAspect="1" noMove="1" noResize="1" noEditPoints="1" noAdjustHandles="1" noChangeArrowheads="1" noChangeShapeType="1" noTextEdit="1"/>
                </p:cNvSpPr>
                <p:nvPr/>
              </p:nvSpPr>
              <p:spPr>
                <a:xfrm>
                  <a:off x="7377965" y="4514563"/>
                  <a:ext cx="577471" cy="430887"/>
                </a:xfrm>
                <a:prstGeom prst="rect">
                  <a:avLst/>
                </a:prstGeom>
                <a:blipFill>
                  <a:blip r:embed="rId33"/>
                  <a:stretch>
                    <a:fillRect l="-1053"/>
                  </a:stretch>
                </a:blipFill>
              </p:spPr>
              <p:txBody>
                <a:bodyPr/>
                <a:lstStyle/>
                <a:p>
                  <a:r>
                    <a:rPr lang="zh-CN" altLang="en-US">
                      <a:noFill/>
                    </a:rPr>
                    <a:t> </a:t>
                  </a:r>
                </a:p>
              </p:txBody>
            </p:sp>
          </mc:Fallback>
        </mc:AlternateContent>
        <p:sp>
          <p:nvSpPr>
            <p:cNvPr id="165" name="Line 27">
              <a:extLst>
                <a:ext uri="{FF2B5EF4-FFF2-40B4-BE49-F238E27FC236}">
                  <a16:creationId xmlns:a16="http://schemas.microsoft.com/office/drawing/2014/main" id="{CD21D20F-7AE7-294C-FE3C-FE626373E59F}"/>
                </a:ext>
              </a:extLst>
            </p:cNvPr>
            <p:cNvSpPr>
              <a:spLocks noChangeShapeType="1"/>
            </p:cNvSpPr>
            <p:nvPr/>
          </p:nvSpPr>
          <p:spPr bwMode="auto">
            <a:xfrm>
              <a:off x="6819131" y="3571269"/>
              <a:ext cx="5588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6" name="Line 27">
              <a:extLst>
                <a:ext uri="{FF2B5EF4-FFF2-40B4-BE49-F238E27FC236}">
                  <a16:creationId xmlns:a16="http://schemas.microsoft.com/office/drawing/2014/main" id="{9489B9ED-09BC-2C33-04B2-57FE87C5D000}"/>
                </a:ext>
              </a:extLst>
            </p:cNvPr>
            <p:cNvSpPr>
              <a:spLocks noChangeShapeType="1"/>
            </p:cNvSpPr>
            <p:nvPr/>
          </p:nvSpPr>
          <p:spPr bwMode="auto">
            <a:xfrm>
              <a:off x="7061165" y="3967937"/>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7" name="Line 27">
              <a:extLst>
                <a:ext uri="{FF2B5EF4-FFF2-40B4-BE49-F238E27FC236}">
                  <a16:creationId xmlns:a16="http://schemas.microsoft.com/office/drawing/2014/main" id="{555156C1-73F6-49B3-FDE4-74502DC8A503}"/>
                </a:ext>
              </a:extLst>
            </p:cNvPr>
            <p:cNvSpPr>
              <a:spLocks noChangeShapeType="1"/>
            </p:cNvSpPr>
            <p:nvPr/>
          </p:nvSpPr>
          <p:spPr bwMode="auto">
            <a:xfrm>
              <a:off x="7061165" y="4350513"/>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8" name="椭圆 167">
              <a:extLst>
                <a:ext uri="{FF2B5EF4-FFF2-40B4-BE49-F238E27FC236}">
                  <a16:creationId xmlns:a16="http://schemas.microsoft.com/office/drawing/2014/main" id="{2AF826FE-D924-36D9-B1E4-2B5F5F9A8407}"/>
                </a:ext>
              </a:extLst>
            </p:cNvPr>
            <p:cNvSpPr/>
            <p:nvPr/>
          </p:nvSpPr>
          <p:spPr>
            <a:xfrm flipV="1">
              <a:off x="7250961" y="4290892"/>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169" name="Line 27">
              <a:extLst>
                <a:ext uri="{FF2B5EF4-FFF2-40B4-BE49-F238E27FC236}">
                  <a16:creationId xmlns:a16="http://schemas.microsoft.com/office/drawing/2014/main" id="{EE160204-FFE3-3EAF-0D97-039BE1D3C7D3}"/>
                </a:ext>
              </a:extLst>
            </p:cNvPr>
            <p:cNvSpPr>
              <a:spLocks noChangeShapeType="1"/>
            </p:cNvSpPr>
            <p:nvPr/>
          </p:nvSpPr>
          <p:spPr bwMode="auto">
            <a:xfrm>
              <a:off x="7061165" y="4729690"/>
              <a:ext cx="31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0" name="椭圆 169">
              <a:extLst>
                <a:ext uri="{FF2B5EF4-FFF2-40B4-BE49-F238E27FC236}">
                  <a16:creationId xmlns:a16="http://schemas.microsoft.com/office/drawing/2014/main" id="{1D9FD617-37CD-9444-C188-288D2D9A556D}"/>
                </a:ext>
              </a:extLst>
            </p:cNvPr>
            <p:cNvSpPr/>
            <p:nvPr/>
          </p:nvSpPr>
          <p:spPr>
            <a:xfrm flipV="1">
              <a:off x="7250961" y="467006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171" name="Line 27">
              <a:extLst>
                <a:ext uri="{FF2B5EF4-FFF2-40B4-BE49-F238E27FC236}">
                  <a16:creationId xmlns:a16="http://schemas.microsoft.com/office/drawing/2014/main" id="{B63E7362-D52E-2235-7A6B-505A067F7887}"/>
                </a:ext>
              </a:extLst>
            </p:cNvPr>
            <p:cNvSpPr>
              <a:spLocks noChangeShapeType="1"/>
            </p:cNvSpPr>
            <p:nvPr/>
          </p:nvSpPr>
          <p:spPr bwMode="auto">
            <a:xfrm rot="5400000">
              <a:off x="6489739" y="4153417"/>
              <a:ext cx="11525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2" name="椭圆 171">
              <a:extLst>
                <a:ext uri="{FF2B5EF4-FFF2-40B4-BE49-F238E27FC236}">
                  <a16:creationId xmlns:a16="http://schemas.microsoft.com/office/drawing/2014/main" id="{DAC8CD84-B726-4ADD-A113-792A88E803B8}"/>
                </a:ext>
              </a:extLst>
            </p:cNvPr>
            <p:cNvSpPr/>
            <p:nvPr/>
          </p:nvSpPr>
          <p:spPr>
            <a:xfrm>
              <a:off x="7017519" y="3523781"/>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173" name="椭圆 172">
              <a:extLst>
                <a:ext uri="{FF2B5EF4-FFF2-40B4-BE49-F238E27FC236}">
                  <a16:creationId xmlns:a16="http://schemas.microsoft.com/office/drawing/2014/main" id="{57CBF7A8-9BAC-EB25-3189-94878434F3F2}"/>
                </a:ext>
              </a:extLst>
            </p:cNvPr>
            <p:cNvSpPr/>
            <p:nvPr/>
          </p:nvSpPr>
          <p:spPr>
            <a:xfrm>
              <a:off x="7017519" y="392145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174" name="文本框 173">
              <a:extLst>
                <a:ext uri="{FF2B5EF4-FFF2-40B4-BE49-F238E27FC236}">
                  <a16:creationId xmlns:a16="http://schemas.microsoft.com/office/drawing/2014/main" id="{B35C02A7-BE5E-ECA0-3CB2-2282E9217EAA}"/>
                </a:ext>
              </a:extLst>
            </p:cNvPr>
            <p:cNvSpPr txBox="1"/>
            <p:nvPr/>
          </p:nvSpPr>
          <p:spPr>
            <a:xfrm>
              <a:off x="6537567" y="3355150"/>
              <a:ext cx="309337" cy="430887"/>
            </a:xfrm>
            <a:prstGeom prst="rect">
              <a:avLst/>
            </a:prstGeom>
            <a:noFill/>
          </p:spPr>
          <p:txBody>
            <a:bodyPr wrap="square">
              <a:spAutoFit/>
            </a:bodyPr>
            <a:lstStyle/>
            <a:p>
              <a:pPr algn="ctr"/>
              <a:r>
                <a:rPr lang="en-US" altLang="zh-CN" sz="22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2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75" name="椭圆 174">
              <a:extLst>
                <a:ext uri="{FF2B5EF4-FFF2-40B4-BE49-F238E27FC236}">
                  <a16:creationId xmlns:a16="http://schemas.microsoft.com/office/drawing/2014/main" id="{AE1AE454-AE80-704D-5A4B-440B9C76E3FF}"/>
                </a:ext>
              </a:extLst>
            </p:cNvPr>
            <p:cNvSpPr/>
            <p:nvPr/>
          </p:nvSpPr>
          <p:spPr>
            <a:xfrm>
              <a:off x="7017519" y="4304556"/>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176" name="Line 27">
              <a:extLst>
                <a:ext uri="{FF2B5EF4-FFF2-40B4-BE49-F238E27FC236}">
                  <a16:creationId xmlns:a16="http://schemas.microsoft.com/office/drawing/2014/main" id="{77ECECAE-E6D0-D314-0E16-5522449428FB}"/>
                </a:ext>
              </a:extLst>
            </p:cNvPr>
            <p:cNvSpPr>
              <a:spLocks noChangeShapeType="1"/>
            </p:cNvSpPr>
            <p:nvPr/>
          </p:nvSpPr>
          <p:spPr bwMode="auto">
            <a:xfrm rot="5400000">
              <a:off x="5282047" y="4631551"/>
              <a:ext cx="17825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7" name="等腰三角形 176">
              <a:extLst>
                <a:ext uri="{FF2B5EF4-FFF2-40B4-BE49-F238E27FC236}">
                  <a16:creationId xmlns:a16="http://schemas.microsoft.com/office/drawing/2014/main" id="{2D009F5C-1E95-43D2-16B2-F121C7A360A9}"/>
                </a:ext>
              </a:extLst>
            </p:cNvPr>
            <p:cNvSpPr/>
            <p:nvPr/>
          </p:nvSpPr>
          <p:spPr>
            <a:xfrm rot="5400000" flipH="1">
              <a:off x="6686971" y="5310783"/>
              <a:ext cx="499937" cy="426465"/>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a:extLst>
                <a:ext uri="{FF2B5EF4-FFF2-40B4-BE49-F238E27FC236}">
                  <a16:creationId xmlns:a16="http://schemas.microsoft.com/office/drawing/2014/main" id="{1EBB60C9-B1A9-2FF1-B0F6-463C4B52A9AA}"/>
                </a:ext>
              </a:extLst>
            </p:cNvPr>
            <p:cNvSpPr/>
            <p:nvPr/>
          </p:nvSpPr>
          <p:spPr>
            <a:xfrm flipH="1" flipV="1">
              <a:off x="7143095" y="5464617"/>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Tree>
    <p:extLst>
      <p:ext uri="{BB962C8B-B14F-4D97-AF65-F5344CB8AC3E}">
        <p14:creationId xmlns:p14="http://schemas.microsoft.com/office/powerpoint/2010/main" val="776002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1AC6-CADD-416E-14A7-390A128436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70678A-6EF6-78B3-67B1-1239C6EA8C9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grpSp>
        <p:nvGrpSpPr>
          <p:cNvPr id="4" name="组合 3">
            <a:extLst>
              <a:ext uri="{FF2B5EF4-FFF2-40B4-BE49-F238E27FC236}">
                <a16:creationId xmlns:a16="http://schemas.microsoft.com/office/drawing/2014/main" id="{5E53D32C-F8D9-9B9D-C53C-C09127B614BE}"/>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43B8998F-D691-72BC-A9DB-5013F70F27BC}"/>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FE454355-4AB5-F9CF-C165-6CA05968ACE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216ED4A0-24D8-3F53-191C-25B52BD9BEA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03D7069F-2B45-EE1F-0D43-16E961B8B31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29</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DB2A8C6B-1D9E-DAB4-EF23-9F71EFFB79A0}"/>
              </a:ext>
            </a:extLst>
          </p:cNvPr>
          <p:cNvSpPr txBox="1"/>
          <p:nvPr/>
        </p:nvSpPr>
        <p:spPr>
          <a:xfrm>
            <a:off x="360000" y="828000"/>
            <a:ext cx="11327460" cy="3243324"/>
          </a:xfrm>
          <a:prstGeom prst="rect">
            <a:avLst/>
          </a:prstGeom>
          <a:noFill/>
        </p:spPr>
        <p:txBody>
          <a:bodyPr wrap="square">
            <a:spAutoFit/>
          </a:bodyPr>
          <a:lstStyle/>
          <a:p>
            <a:pPr>
              <a:lnSpc>
                <a:spcPct val="120000"/>
              </a:lnSpc>
              <a:spcAft>
                <a:spcPts val="600"/>
              </a:spcAft>
            </a:pPr>
            <a:r>
              <a:rPr lang="zh-CN" altLang="en-US" sz="2800" b="1" dirty="0">
                <a:solidFill>
                  <a:srgbClr val="002060"/>
                </a:solidFill>
                <a:latin typeface="微软雅黑" panose="020B0503020204020204" pitchFamily="34" charset="-122"/>
                <a:ea typeface="微软雅黑" panose="020B0503020204020204" pitchFamily="34" charset="-122"/>
              </a:rPr>
              <a:t>移位寄存器型计数器</a:t>
            </a:r>
            <a:r>
              <a:rPr lang="zh-CN" altLang="en-US" sz="2800" dirty="0">
                <a:solidFill>
                  <a:srgbClr val="002060"/>
                </a:solidFill>
                <a:latin typeface="微软雅黑" panose="020B0503020204020204" pitchFamily="34" charset="-122"/>
                <a:ea typeface="微软雅黑" panose="020B0503020204020204" pitchFamily="34" charset="-122"/>
              </a:rPr>
              <a:t>：在移位寄存器的基础上加反馈逻辑电路而构成的具有特殊编码的同步计数器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a:lnSpc>
                <a:spcPct val="12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常见类型：</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环形计数器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扭环形计数器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自启动扭环形计数器</a:t>
            </a:r>
            <a:endParaRPr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41620DC0-4367-D334-8CE4-C20BE7F022D4}"/>
              </a:ext>
            </a:extLst>
          </p:cNvPr>
          <p:cNvSpPr txBox="1"/>
          <p:nvPr/>
        </p:nvSpPr>
        <p:spPr>
          <a:xfrm>
            <a:off x="7499395" y="4773764"/>
            <a:ext cx="2204898"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一般结构</a:t>
            </a:r>
            <a:endParaRPr lang="zh-CN" altLang="en-US" sz="2400" dirty="0"/>
          </a:p>
        </p:txBody>
      </p:sp>
      <mc:AlternateContent xmlns:mc="http://schemas.openxmlformats.org/markup-compatibility/2006" xmlns:a14="http://schemas.microsoft.com/office/drawing/2010/main">
        <mc:Choice Requires="a14">
          <p:sp>
            <p:nvSpPr>
              <p:cNvPr id="62" name="Text Box 39">
                <a:extLst>
                  <a:ext uri="{FF2B5EF4-FFF2-40B4-BE49-F238E27FC236}">
                    <a16:creationId xmlns:a16="http://schemas.microsoft.com/office/drawing/2014/main" id="{41144EB9-FA93-877C-7D23-B0964227B76D}"/>
                  </a:ext>
                </a:extLst>
              </p:cNvPr>
              <p:cNvSpPr txBox="1">
                <a:spLocks noChangeArrowheads="1"/>
              </p:cNvSpPr>
              <p:nvPr/>
            </p:nvSpPr>
            <p:spPr bwMode="auto">
              <a:xfrm>
                <a:off x="3816000" y="5472444"/>
                <a:ext cx="6373541" cy="52322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Aft>
                    <a:spcPct val="0"/>
                  </a:spcAft>
                  <a:buNone/>
                </a:pPr>
                <a:r>
                  <a:rPr lang="zh-CN" altLang="en-US" sz="2800" b="0" dirty="0">
                    <a:solidFill>
                      <a:schemeClr val="accent5">
                        <a:lumMod val="75000"/>
                      </a:schemeClr>
                    </a:solidFill>
                    <a:latin typeface="微软雅黑" panose="020B0503020204020204" pitchFamily="34" charset="-122"/>
                    <a:ea typeface="微软雅黑" panose="020B0503020204020204" pitchFamily="34" charset="-122"/>
                  </a:rPr>
                  <a:t>反馈方程：</a:t>
                </a:r>
                <a14:m>
                  <m:oMath xmlns:m="http://schemas.openxmlformats.org/officeDocument/2006/math">
                    <m:sSub>
                      <m:sSubPr>
                        <m:ctrlPr>
                          <a:rPr lang="en-US" altLang="zh-CN" sz="2800" b="0" i="1" smtClean="0">
                            <a:solidFill>
                              <a:schemeClr val="accent5">
                                <a:lumMod val="75000"/>
                              </a:schemeClr>
                            </a:solidFill>
                            <a:latin typeface="Cambria Math" panose="02040503050406030204" pitchFamily="18" charset="0"/>
                          </a:rPr>
                        </m:ctrlPr>
                      </m:sSubPr>
                      <m:e>
                        <m:r>
                          <m:rPr>
                            <m:sty m:val="p"/>
                          </m:rPr>
                          <a:rPr lang="en-US" altLang="zh-CN" sz="2800" b="0" i="0">
                            <a:solidFill>
                              <a:schemeClr val="accent5">
                                <a:lumMod val="75000"/>
                              </a:schemeClr>
                            </a:solidFill>
                            <a:latin typeface="Cambria Math" panose="02040503050406030204" pitchFamily="18" charset="0"/>
                          </a:rPr>
                          <m:t>D</m:t>
                        </m:r>
                      </m:e>
                      <m:sub>
                        <m:r>
                          <a:rPr lang="en-US" altLang="zh-CN" sz="2800" b="0" i="0">
                            <a:solidFill>
                              <a:schemeClr val="accent5">
                                <a:lumMod val="75000"/>
                              </a:schemeClr>
                            </a:solidFill>
                            <a:latin typeface="Cambria Math" panose="02040503050406030204" pitchFamily="18" charset="0"/>
                          </a:rPr>
                          <m:t>0</m:t>
                        </m:r>
                      </m:sub>
                    </m:sSub>
                    <m:r>
                      <a:rPr lang="en-US" altLang="zh-CN" sz="2800" b="0" i="1" smtClean="0">
                        <a:solidFill>
                          <a:schemeClr val="accent5">
                            <a:lumMod val="75000"/>
                          </a:schemeClr>
                        </a:solidFill>
                        <a:latin typeface="Cambria Math" panose="02040503050406030204" pitchFamily="18" charset="0"/>
                      </a:rPr>
                      <m:t>=</m:t>
                    </m:r>
                    <m:r>
                      <a:rPr lang="en-US" altLang="zh-CN" sz="2800" b="0" i="1" smtClean="0">
                        <a:solidFill>
                          <a:schemeClr val="accent5">
                            <a:lumMod val="75000"/>
                          </a:schemeClr>
                        </a:solidFill>
                        <a:latin typeface="Cambria Math" panose="02040503050406030204" pitchFamily="18" charset="0"/>
                      </a:rPr>
                      <m:t>𝑓</m:t>
                    </m:r>
                    <m:r>
                      <a:rPr lang="en-US" altLang="zh-CN" sz="2800" b="0" i="1" smtClean="0">
                        <a:solidFill>
                          <a:schemeClr val="accent5">
                            <a:lumMod val="75000"/>
                          </a:schemeClr>
                        </a:solidFill>
                        <a:latin typeface="Cambria Math" panose="02040503050406030204" pitchFamily="18" charset="0"/>
                      </a:rPr>
                      <m:t>(</m:t>
                    </m:r>
                    <m:sSub>
                      <m:sSubPr>
                        <m:ctrlPr>
                          <a:rPr lang="en-US" altLang="zh-CN" sz="2800" b="0" i="1">
                            <a:solidFill>
                              <a:schemeClr val="accent5">
                                <a:lumMod val="75000"/>
                              </a:schemeClr>
                            </a:solidFill>
                            <a:latin typeface="Cambria Math" panose="02040503050406030204" pitchFamily="18" charset="0"/>
                          </a:rPr>
                        </m:ctrlPr>
                      </m:sSubPr>
                      <m:e>
                        <m:r>
                          <m:rPr>
                            <m:sty m:val="p"/>
                          </m:rPr>
                          <a:rPr lang="en-US" altLang="zh-CN" sz="2800" b="0" i="0" smtClean="0">
                            <a:solidFill>
                              <a:schemeClr val="accent5">
                                <a:lumMod val="75000"/>
                              </a:schemeClr>
                            </a:solidFill>
                            <a:latin typeface="Cambria Math" panose="02040503050406030204" pitchFamily="18" charset="0"/>
                          </a:rPr>
                          <m:t>Q</m:t>
                        </m:r>
                      </m:e>
                      <m:sub>
                        <m:r>
                          <a:rPr lang="en-US" altLang="zh-CN" sz="2800" b="0">
                            <a:solidFill>
                              <a:schemeClr val="accent5">
                                <a:lumMod val="75000"/>
                              </a:schemeClr>
                            </a:solidFill>
                            <a:latin typeface="Cambria Math" panose="02040503050406030204" pitchFamily="18" charset="0"/>
                          </a:rPr>
                          <m:t>0</m:t>
                        </m:r>
                      </m:sub>
                    </m:sSub>
                    <m:r>
                      <a:rPr lang="en-US" altLang="zh-CN" sz="2800" b="0" i="1" smtClean="0">
                        <a:solidFill>
                          <a:schemeClr val="accent5">
                            <a:lumMod val="75000"/>
                          </a:schemeClr>
                        </a:solidFill>
                        <a:latin typeface="Cambria Math" panose="02040503050406030204" pitchFamily="18" charset="0"/>
                      </a:rPr>
                      <m:t>,</m:t>
                    </m:r>
                    <m:sSub>
                      <m:sSubPr>
                        <m:ctrlPr>
                          <a:rPr lang="en-US" altLang="zh-CN" sz="2800" b="0" i="1">
                            <a:solidFill>
                              <a:schemeClr val="accent5">
                                <a:lumMod val="75000"/>
                              </a:schemeClr>
                            </a:solidFill>
                            <a:latin typeface="Cambria Math" panose="02040503050406030204" pitchFamily="18" charset="0"/>
                          </a:rPr>
                        </m:ctrlPr>
                      </m:sSubPr>
                      <m:e>
                        <m:r>
                          <m:rPr>
                            <m:sty m:val="p"/>
                          </m:rPr>
                          <a:rPr lang="en-US" altLang="zh-CN" sz="2800" b="0">
                            <a:solidFill>
                              <a:schemeClr val="accent5">
                                <a:lumMod val="75000"/>
                              </a:schemeClr>
                            </a:solidFill>
                            <a:latin typeface="Cambria Math" panose="02040503050406030204" pitchFamily="18" charset="0"/>
                          </a:rPr>
                          <m:t>Q</m:t>
                        </m:r>
                      </m:e>
                      <m:sub>
                        <m:r>
                          <a:rPr lang="en-US" altLang="zh-CN" sz="2800" b="0" i="0" smtClean="0">
                            <a:solidFill>
                              <a:schemeClr val="accent5">
                                <a:lumMod val="75000"/>
                              </a:schemeClr>
                            </a:solidFill>
                            <a:latin typeface="Cambria Math" panose="02040503050406030204" pitchFamily="18" charset="0"/>
                          </a:rPr>
                          <m:t>1</m:t>
                        </m:r>
                      </m:sub>
                    </m:sSub>
                    <m:r>
                      <a:rPr lang="en-US" altLang="zh-CN" sz="2800" b="0" i="1" smtClean="0">
                        <a:solidFill>
                          <a:schemeClr val="accent5">
                            <a:lumMod val="75000"/>
                          </a:schemeClr>
                        </a:solidFill>
                        <a:latin typeface="Cambria Math" panose="02040503050406030204" pitchFamily="18" charset="0"/>
                      </a:rPr>
                      <m:t>,⋯,</m:t>
                    </m:r>
                    <m:sSub>
                      <m:sSubPr>
                        <m:ctrlPr>
                          <a:rPr lang="en-US" altLang="zh-CN" sz="2800" b="0" i="1">
                            <a:solidFill>
                              <a:schemeClr val="accent5">
                                <a:lumMod val="75000"/>
                              </a:schemeClr>
                            </a:solidFill>
                            <a:latin typeface="Cambria Math" panose="02040503050406030204" pitchFamily="18" charset="0"/>
                          </a:rPr>
                        </m:ctrlPr>
                      </m:sSubPr>
                      <m:e>
                        <m:r>
                          <m:rPr>
                            <m:sty m:val="p"/>
                          </m:rPr>
                          <a:rPr lang="en-US" altLang="zh-CN" sz="2800" b="0">
                            <a:solidFill>
                              <a:schemeClr val="accent5">
                                <a:lumMod val="75000"/>
                              </a:schemeClr>
                            </a:solidFill>
                            <a:latin typeface="Cambria Math" panose="02040503050406030204" pitchFamily="18" charset="0"/>
                          </a:rPr>
                          <m:t>Q</m:t>
                        </m:r>
                      </m:e>
                      <m:sub>
                        <m:r>
                          <a:rPr lang="en-US" altLang="zh-CN" sz="2800" b="0" i="1" smtClean="0">
                            <a:solidFill>
                              <a:schemeClr val="accent5">
                                <a:lumMod val="75000"/>
                              </a:schemeClr>
                            </a:solidFill>
                            <a:latin typeface="Cambria Math" panose="02040503050406030204" pitchFamily="18" charset="0"/>
                          </a:rPr>
                          <m:t>𝑛</m:t>
                        </m:r>
                        <m:r>
                          <a:rPr lang="en-US" altLang="zh-CN" sz="2800" b="0" i="0" smtClean="0">
                            <a:solidFill>
                              <a:schemeClr val="accent5">
                                <a:lumMod val="75000"/>
                              </a:schemeClr>
                            </a:solidFill>
                            <a:latin typeface="Cambria Math" panose="02040503050406030204" pitchFamily="18" charset="0"/>
                          </a:rPr>
                          <m:t>−1</m:t>
                        </m:r>
                      </m:sub>
                    </m:sSub>
                    <m:r>
                      <a:rPr lang="en-US" altLang="zh-CN" sz="2800" b="0" i="1" smtClean="0">
                        <a:solidFill>
                          <a:schemeClr val="accent5">
                            <a:lumMod val="75000"/>
                          </a:schemeClr>
                        </a:solidFill>
                        <a:latin typeface="Cambria Math" panose="02040503050406030204" pitchFamily="18" charset="0"/>
                      </a:rPr>
                      <m:t>)</m:t>
                    </m:r>
                  </m:oMath>
                </a14:m>
                <a:endParaRPr kumimoji="1" lang="en-US" altLang="zh-CN" sz="28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62" name="Text Box 39">
                <a:extLst>
                  <a:ext uri="{FF2B5EF4-FFF2-40B4-BE49-F238E27FC236}">
                    <a16:creationId xmlns:a16="http://schemas.microsoft.com/office/drawing/2014/main" id="{41144EB9-FA93-877C-7D23-B0964227B76D}"/>
                  </a:ext>
                </a:extLst>
              </p:cNvPr>
              <p:cNvSpPr txBox="1">
                <a:spLocks noRot="1" noChangeAspect="1" noMove="1" noResize="1" noEditPoints="1" noAdjustHandles="1" noChangeArrowheads="1" noChangeShapeType="1" noTextEdit="1"/>
              </p:cNvSpPr>
              <p:nvPr/>
            </p:nvSpPr>
            <p:spPr bwMode="auto">
              <a:xfrm>
                <a:off x="3816000" y="5472444"/>
                <a:ext cx="6373541" cy="523220"/>
              </a:xfrm>
              <a:prstGeom prst="rect">
                <a:avLst/>
              </a:prstGeom>
              <a:blipFill>
                <a:blip r:embed="rId2"/>
                <a:stretch>
                  <a:fillRect t="-12791" b="-3139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p:nvGrpSpPr>
          <p:cNvPr id="71" name="组合 70">
            <a:extLst>
              <a:ext uri="{FF2B5EF4-FFF2-40B4-BE49-F238E27FC236}">
                <a16:creationId xmlns:a16="http://schemas.microsoft.com/office/drawing/2014/main" id="{88FDBEE3-543E-7575-1F8B-359CCB353313}"/>
              </a:ext>
            </a:extLst>
          </p:cNvPr>
          <p:cNvGrpSpPr/>
          <p:nvPr/>
        </p:nvGrpSpPr>
        <p:grpSpPr>
          <a:xfrm>
            <a:off x="5653132" y="2574328"/>
            <a:ext cx="6013316" cy="2024062"/>
            <a:chOff x="5742145" y="2481337"/>
            <a:chExt cx="6013316" cy="2024062"/>
          </a:xfrm>
        </p:grpSpPr>
        <p:sp>
          <p:nvSpPr>
            <p:cNvPr id="47" name="Line 43">
              <a:extLst>
                <a:ext uri="{FF2B5EF4-FFF2-40B4-BE49-F238E27FC236}">
                  <a16:creationId xmlns:a16="http://schemas.microsoft.com/office/drawing/2014/main" id="{B08F70AF-6FD0-8E6E-7219-32BBF3721710}"/>
                </a:ext>
              </a:extLst>
            </p:cNvPr>
            <p:cNvSpPr>
              <a:spLocks noChangeShapeType="1"/>
            </p:cNvSpPr>
            <p:nvPr/>
          </p:nvSpPr>
          <p:spPr bwMode="auto">
            <a:xfrm flipV="1">
              <a:off x="8761570" y="2986162"/>
              <a:ext cx="0" cy="468312"/>
            </a:xfrm>
            <a:prstGeom prst="line">
              <a:avLst/>
            </a:prstGeom>
            <a:noFill/>
            <a:ln w="25400">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0">
              <a:extLst>
                <a:ext uri="{FF2B5EF4-FFF2-40B4-BE49-F238E27FC236}">
                  <a16:creationId xmlns:a16="http://schemas.microsoft.com/office/drawing/2014/main" id="{9A8A21EF-EE66-0EFB-1609-B87775B5E6D3}"/>
                </a:ext>
              </a:extLst>
            </p:cNvPr>
            <p:cNvSpPr>
              <a:spLocks noChangeShapeType="1"/>
            </p:cNvSpPr>
            <p:nvPr/>
          </p:nvSpPr>
          <p:spPr bwMode="auto">
            <a:xfrm>
              <a:off x="8421845" y="3460824"/>
              <a:ext cx="627062"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55" name="Text Box 11">
                  <a:extLst>
                    <a:ext uri="{FF2B5EF4-FFF2-40B4-BE49-F238E27FC236}">
                      <a16:creationId xmlns:a16="http://schemas.microsoft.com/office/drawing/2014/main" id="{BDA465A0-4535-9F5F-5D50-0F2FB2FE656B}"/>
                    </a:ext>
                  </a:extLst>
                </p:cNvPr>
                <p:cNvSpPr txBox="1">
                  <a:spLocks noChangeArrowheads="1"/>
                </p:cNvSpPr>
                <p:nvPr/>
              </p:nvSpPr>
              <p:spPr bwMode="auto">
                <a:xfrm>
                  <a:off x="8344878" y="3387739"/>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55" name="Text Box 11">
                  <a:extLst>
                    <a:ext uri="{FF2B5EF4-FFF2-40B4-BE49-F238E27FC236}">
                      <a16:creationId xmlns:a16="http://schemas.microsoft.com/office/drawing/2014/main" id="{BDA465A0-4535-9F5F-5D50-0F2FB2FE656B}"/>
                    </a:ext>
                  </a:extLst>
                </p:cNvPr>
                <p:cNvSpPr txBox="1">
                  <a:spLocks noRot="1" noChangeAspect="1" noMove="1" noResize="1" noEditPoints="1" noAdjustHandles="1" noChangeArrowheads="1" noChangeShapeType="1" noTextEdit="1"/>
                </p:cNvSpPr>
                <p:nvPr/>
              </p:nvSpPr>
              <p:spPr bwMode="auto">
                <a:xfrm>
                  <a:off x="8344878" y="3387739"/>
                  <a:ext cx="538929" cy="400110"/>
                </a:xfrm>
                <a:prstGeom prst="rect">
                  <a:avLst/>
                </a:prstGeom>
                <a:blipFill>
                  <a:blip r:embed="rId3"/>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 Box 3">
                  <a:extLst>
                    <a:ext uri="{FF2B5EF4-FFF2-40B4-BE49-F238E27FC236}">
                      <a16:creationId xmlns:a16="http://schemas.microsoft.com/office/drawing/2014/main" id="{15BBEDB1-6D03-410F-4E40-1B7676EB177F}"/>
                    </a:ext>
                  </a:extLst>
                </p:cNvPr>
                <p:cNvSpPr txBox="1">
                  <a:spLocks noChangeArrowheads="1"/>
                </p:cNvSpPr>
                <p:nvPr/>
              </p:nvSpPr>
              <p:spPr bwMode="auto">
                <a:xfrm>
                  <a:off x="6440720" y="3254419"/>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3" name="Text Box 3">
                  <a:extLst>
                    <a:ext uri="{FF2B5EF4-FFF2-40B4-BE49-F238E27FC236}">
                      <a16:creationId xmlns:a16="http://schemas.microsoft.com/office/drawing/2014/main" id="{15BBEDB1-6D03-410F-4E40-1B7676EB177F}"/>
                    </a:ext>
                  </a:extLst>
                </p:cNvPr>
                <p:cNvSpPr txBox="1">
                  <a:spLocks noRot="1" noChangeAspect="1" noMove="1" noResize="1" noEditPoints="1" noAdjustHandles="1" noChangeArrowheads="1" noChangeShapeType="1" noTextEdit="1"/>
                </p:cNvSpPr>
                <p:nvPr/>
              </p:nvSpPr>
              <p:spPr bwMode="auto">
                <a:xfrm>
                  <a:off x="6440720" y="3254419"/>
                  <a:ext cx="281901" cy="400110"/>
                </a:xfrm>
                <a:prstGeom prst="rect">
                  <a:avLst/>
                </a:prstGeom>
                <a:blipFill>
                  <a:blip r:embed="rId4"/>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2" name="Rectangle 7">
              <a:extLst>
                <a:ext uri="{FF2B5EF4-FFF2-40B4-BE49-F238E27FC236}">
                  <a16:creationId xmlns:a16="http://schemas.microsoft.com/office/drawing/2014/main" id="{7231D07F-F264-1993-FCA9-6B1262D60976}"/>
                </a:ext>
              </a:extLst>
            </p:cNvPr>
            <p:cNvSpPr>
              <a:spLocks noChangeArrowheads="1"/>
            </p:cNvSpPr>
            <p:nvPr/>
          </p:nvSpPr>
          <p:spPr bwMode="auto">
            <a:xfrm>
              <a:off x="6466045" y="3324299"/>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6" name="Text Box 11">
                  <a:extLst>
                    <a:ext uri="{FF2B5EF4-FFF2-40B4-BE49-F238E27FC236}">
                      <a16:creationId xmlns:a16="http://schemas.microsoft.com/office/drawing/2014/main" id="{79D6FBB6-A10F-A6E0-5915-B14C04AB4D31}"/>
                    </a:ext>
                  </a:extLst>
                </p:cNvPr>
                <p:cNvSpPr txBox="1">
                  <a:spLocks noChangeArrowheads="1"/>
                </p:cNvSpPr>
                <p:nvPr/>
              </p:nvSpPr>
              <p:spPr bwMode="auto">
                <a:xfrm>
                  <a:off x="7043515" y="3387739"/>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a:latin typeface="Cambria Math" panose="02040503050406030204" pitchFamily="18" charset="0"/>
                              </a:rPr>
                              <m:t>0</m:t>
                            </m:r>
                          </m:sub>
                        </m:sSub>
                      </m:oMath>
                    </m:oMathPara>
                  </a14:m>
                  <a:endParaRPr kumimoji="1" lang="en-US" altLang="zh-CN" sz="2000" b="0" dirty="0"/>
                </a:p>
              </p:txBody>
            </p:sp>
          </mc:Choice>
          <mc:Fallback xmlns="">
            <p:sp>
              <p:nvSpPr>
                <p:cNvPr id="16" name="Text Box 11">
                  <a:extLst>
                    <a:ext uri="{FF2B5EF4-FFF2-40B4-BE49-F238E27FC236}">
                      <a16:creationId xmlns:a16="http://schemas.microsoft.com/office/drawing/2014/main" id="{79D6FBB6-A10F-A6E0-5915-B14C04AB4D31}"/>
                    </a:ext>
                  </a:extLst>
                </p:cNvPr>
                <p:cNvSpPr txBox="1">
                  <a:spLocks noRot="1" noChangeAspect="1" noMove="1" noResize="1" noEditPoints="1" noAdjustHandles="1" noChangeArrowheads="1" noChangeShapeType="1" noTextEdit="1"/>
                </p:cNvSpPr>
                <p:nvPr/>
              </p:nvSpPr>
              <p:spPr bwMode="auto">
                <a:xfrm>
                  <a:off x="7043515" y="3387739"/>
                  <a:ext cx="544893" cy="400110"/>
                </a:xfrm>
                <a:prstGeom prst="rect">
                  <a:avLst/>
                </a:prstGeom>
                <a:blipFill>
                  <a:blip r:embed="rId5"/>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7" name="Line 12">
              <a:extLst>
                <a:ext uri="{FF2B5EF4-FFF2-40B4-BE49-F238E27FC236}">
                  <a16:creationId xmlns:a16="http://schemas.microsoft.com/office/drawing/2014/main" id="{D1F45F39-9D0A-84CE-64CA-6D8A748DC53B}"/>
                </a:ext>
              </a:extLst>
            </p:cNvPr>
            <p:cNvSpPr>
              <a:spLocks noChangeShapeType="1"/>
            </p:cNvSpPr>
            <p:nvPr/>
          </p:nvSpPr>
          <p:spPr bwMode="auto">
            <a:xfrm>
              <a:off x="6321582" y="3987374"/>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3">
              <a:extLst>
                <a:ext uri="{FF2B5EF4-FFF2-40B4-BE49-F238E27FC236}">
                  <a16:creationId xmlns:a16="http://schemas.microsoft.com/office/drawing/2014/main" id="{3F2E2DBE-914F-AF9C-11E3-BB03E3D2E76E}"/>
                </a:ext>
              </a:extLst>
            </p:cNvPr>
            <p:cNvSpPr>
              <a:spLocks noChangeShapeType="1"/>
            </p:cNvSpPr>
            <p:nvPr/>
          </p:nvSpPr>
          <p:spPr bwMode="auto">
            <a:xfrm>
              <a:off x="7118507" y="3460824"/>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2">
              <a:extLst>
                <a:ext uri="{FF2B5EF4-FFF2-40B4-BE49-F238E27FC236}">
                  <a16:creationId xmlns:a16="http://schemas.microsoft.com/office/drawing/2014/main" id="{0F4131AA-0125-FB09-F1C5-4042287FED09}"/>
                </a:ext>
              </a:extLst>
            </p:cNvPr>
            <p:cNvSpPr>
              <a:spLocks noChangeShapeType="1"/>
            </p:cNvSpPr>
            <p:nvPr/>
          </p:nvSpPr>
          <p:spPr bwMode="auto">
            <a:xfrm>
              <a:off x="9733120" y="3460824"/>
              <a:ext cx="6413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0">
              <a:extLst>
                <a:ext uri="{FF2B5EF4-FFF2-40B4-BE49-F238E27FC236}">
                  <a16:creationId xmlns:a16="http://schemas.microsoft.com/office/drawing/2014/main" id="{4CCA9C50-2610-ABF8-E41E-33ED9125E37A}"/>
                </a:ext>
              </a:extLst>
            </p:cNvPr>
            <p:cNvSpPr>
              <a:spLocks noChangeShapeType="1"/>
            </p:cNvSpPr>
            <p:nvPr/>
          </p:nvSpPr>
          <p:spPr bwMode="auto">
            <a:xfrm>
              <a:off x="6321582" y="3984530"/>
              <a:ext cx="0" cy="499535"/>
            </a:xfrm>
            <a:prstGeom prst="line">
              <a:avLst/>
            </a:prstGeom>
            <a:noFill/>
            <a:ln w="25400">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2">
              <a:extLst>
                <a:ext uri="{FF2B5EF4-FFF2-40B4-BE49-F238E27FC236}">
                  <a16:creationId xmlns:a16="http://schemas.microsoft.com/office/drawing/2014/main" id="{3726F2BB-F6DB-D7E9-8DBD-5DDF68B3E888}"/>
                </a:ext>
              </a:extLst>
            </p:cNvPr>
            <p:cNvSpPr>
              <a:spLocks noChangeShapeType="1"/>
            </p:cNvSpPr>
            <p:nvPr/>
          </p:nvSpPr>
          <p:spPr bwMode="auto">
            <a:xfrm>
              <a:off x="10230007" y="3983043"/>
              <a:ext cx="0" cy="522356"/>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3">
              <a:extLst>
                <a:ext uri="{FF2B5EF4-FFF2-40B4-BE49-F238E27FC236}">
                  <a16:creationId xmlns:a16="http://schemas.microsoft.com/office/drawing/2014/main" id="{008248B4-BEC2-C08D-0EA1-5FFB8554CB85}"/>
                </a:ext>
              </a:extLst>
            </p:cNvPr>
            <p:cNvSpPr>
              <a:spLocks noChangeShapeType="1"/>
            </p:cNvSpPr>
            <p:nvPr/>
          </p:nvSpPr>
          <p:spPr bwMode="auto">
            <a:xfrm>
              <a:off x="11026932" y="3460824"/>
              <a:ext cx="3619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4">
              <a:extLst>
                <a:ext uri="{FF2B5EF4-FFF2-40B4-BE49-F238E27FC236}">
                  <a16:creationId xmlns:a16="http://schemas.microsoft.com/office/drawing/2014/main" id="{AF2806B6-A099-C3BA-F8A4-B6DDFED4B8E2}"/>
                </a:ext>
              </a:extLst>
            </p:cNvPr>
            <p:cNvSpPr>
              <a:spLocks noChangeShapeType="1"/>
            </p:cNvSpPr>
            <p:nvPr/>
          </p:nvSpPr>
          <p:spPr bwMode="auto">
            <a:xfrm>
              <a:off x="5810407" y="4487937"/>
              <a:ext cx="323850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35">
              <a:extLst>
                <a:ext uri="{FF2B5EF4-FFF2-40B4-BE49-F238E27FC236}">
                  <a16:creationId xmlns:a16="http://schemas.microsoft.com/office/drawing/2014/main" id="{68D64BF4-9EF3-3E5E-1C9B-55752A039CB4}"/>
                </a:ext>
              </a:extLst>
            </p:cNvPr>
            <p:cNvSpPr txBox="1">
              <a:spLocks noChangeArrowheads="1"/>
            </p:cNvSpPr>
            <p:nvPr/>
          </p:nvSpPr>
          <p:spPr bwMode="auto">
            <a:xfrm>
              <a:off x="6745445" y="2481337"/>
              <a:ext cx="4284662" cy="5159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b="0" dirty="0">
                  <a:latin typeface="微软雅黑" panose="020B0503020204020204" pitchFamily="34" charset="-122"/>
                  <a:ea typeface="微软雅黑" panose="020B0503020204020204" pitchFamily="34" charset="-122"/>
                </a:rPr>
                <a:t>反馈逻辑电路</a:t>
              </a:r>
            </a:p>
          </p:txBody>
        </p:sp>
        <p:sp>
          <p:nvSpPr>
            <p:cNvPr id="41" name="Line 36">
              <a:extLst>
                <a:ext uri="{FF2B5EF4-FFF2-40B4-BE49-F238E27FC236}">
                  <a16:creationId xmlns:a16="http://schemas.microsoft.com/office/drawing/2014/main" id="{E317D797-8DF0-9A94-16F6-0F3C87A9F801}"/>
                </a:ext>
              </a:extLst>
            </p:cNvPr>
            <p:cNvSpPr>
              <a:spLocks noChangeShapeType="1"/>
            </p:cNvSpPr>
            <p:nvPr/>
          </p:nvSpPr>
          <p:spPr bwMode="auto">
            <a:xfrm flipH="1">
              <a:off x="6243795" y="3460824"/>
              <a:ext cx="2222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7">
              <a:extLst>
                <a:ext uri="{FF2B5EF4-FFF2-40B4-BE49-F238E27FC236}">
                  <a16:creationId xmlns:a16="http://schemas.microsoft.com/office/drawing/2014/main" id="{107A3B70-E634-5FEC-0022-B137080707A0}"/>
                </a:ext>
              </a:extLst>
            </p:cNvPr>
            <p:cNvSpPr>
              <a:spLocks noChangeShapeType="1"/>
            </p:cNvSpPr>
            <p:nvPr/>
          </p:nvSpPr>
          <p:spPr bwMode="auto">
            <a:xfrm flipV="1">
              <a:off x="6248557" y="2733749"/>
              <a:ext cx="0" cy="727075"/>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8">
              <a:extLst>
                <a:ext uri="{FF2B5EF4-FFF2-40B4-BE49-F238E27FC236}">
                  <a16:creationId xmlns:a16="http://schemas.microsoft.com/office/drawing/2014/main" id="{DC47FFA7-5320-BFF7-AD23-58A4E65F76C8}"/>
                </a:ext>
              </a:extLst>
            </p:cNvPr>
            <p:cNvSpPr>
              <a:spLocks noChangeShapeType="1"/>
            </p:cNvSpPr>
            <p:nvPr/>
          </p:nvSpPr>
          <p:spPr bwMode="auto">
            <a:xfrm flipH="1">
              <a:off x="6248557" y="2748037"/>
              <a:ext cx="49688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44" name="Text Box 39">
                  <a:extLst>
                    <a:ext uri="{FF2B5EF4-FFF2-40B4-BE49-F238E27FC236}">
                      <a16:creationId xmlns:a16="http://schemas.microsoft.com/office/drawing/2014/main" id="{C4EFEF16-E75E-5799-FC6B-237F2AD13F45}"/>
                    </a:ext>
                  </a:extLst>
                </p:cNvPr>
                <p:cNvSpPr txBox="1">
                  <a:spLocks noChangeArrowheads="1"/>
                </p:cNvSpPr>
                <p:nvPr/>
              </p:nvSpPr>
              <p:spPr bwMode="auto">
                <a:xfrm>
                  <a:off x="5829532" y="3253358"/>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0">
                                <a:latin typeface="Cambria Math" panose="02040503050406030204" pitchFamily="18" charset="0"/>
                              </a:rPr>
                              <m:t>0</m:t>
                            </m:r>
                          </m:sub>
                        </m:sSub>
                      </m:oMath>
                    </m:oMathPara>
                  </a14:m>
                  <a:endParaRPr kumimoji="1" lang="en-US" altLang="zh-CN" sz="2000" b="0" dirty="0"/>
                </a:p>
              </p:txBody>
            </p:sp>
          </mc:Choice>
          <mc:Fallback xmlns="">
            <p:sp>
              <p:nvSpPr>
                <p:cNvPr id="44" name="Text Box 39">
                  <a:extLst>
                    <a:ext uri="{FF2B5EF4-FFF2-40B4-BE49-F238E27FC236}">
                      <a16:creationId xmlns:a16="http://schemas.microsoft.com/office/drawing/2014/main" id="{C4EFEF16-E75E-5799-FC6B-237F2AD13F45}"/>
                    </a:ext>
                  </a:extLst>
                </p:cNvPr>
                <p:cNvSpPr txBox="1">
                  <a:spLocks noRot="1" noChangeAspect="1" noMove="1" noResize="1" noEditPoints="1" noAdjustHandles="1" noChangeArrowheads="1" noChangeShapeType="1" noTextEdit="1"/>
                </p:cNvSpPr>
                <p:nvPr/>
              </p:nvSpPr>
              <p:spPr bwMode="auto">
                <a:xfrm>
                  <a:off x="5829532" y="3253358"/>
                  <a:ext cx="538353" cy="400110"/>
                </a:xfrm>
                <a:prstGeom prst="rect">
                  <a:avLst/>
                </a:prstGeom>
                <a:blipFill>
                  <a:blip r:embed="rId6"/>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Text Box 40">
                  <a:extLst>
                    <a:ext uri="{FF2B5EF4-FFF2-40B4-BE49-F238E27FC236}">
                      <a16:creationId xmlns:a16="http://schemas.microsoft.com/office/drawing/2014/main" id="{3A946366-31E7-CD13-B948-D7BF5F3D3429}"/>
                    </a:ext>
                  </a:extLst>
                </p:cNvPr>
                <p:cNvSpPr txBox="1">
                  <a:spLocks noChangeArrowheads="1"/>
                </p:cNvSpPr>
                <p:nvPr/>
              </p:nvSpPr>
              <p:spPr bwMode="auto">
                <a:xfrm>
                  <a:off x="5742145" y="4102174"/>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CP</m:t>
                        </m:r>
                      </m:oMath>
                    </m:oMathPara>
                  </a14:m>
                  <a:endParaRPr kumimoji="1" lang="en-US" altLang="zh-CN" sz="2000" b="0" dirty="0"/>
                </a:p>
              </p:txBody>
            </p:sp>
          </mc:Choice>
          <mc:Fallback xmlns="">
            <p:sp>
              <p:nvSpPr>
                <p:cNvPr id="45" name="Text Box 40">
                  <a:extLst>
                    <a:ext uri="{FF2B5EF4-FFF2-40B4-BE49-F238E27FC236}">
                      <a16:creationId xmlns:a16="http://schemas.microsoft.com/office/drawing/2014/main" id="{3A946366-31E7-CD13-B948-D7BF5F3D3429}"/>
                    </a:ext>
                  </a:extLst>
                </p:cNvPr>
                <p:cNvSpPr txBox="1">
                  <a:spLocks noRot="1" noChangeAspect="1" noMove="1" noResize="1" noEditPoints="1" noAdjustHandles="1" noChangeArrowheads="1" noChangeShapeType="1" noTextEdit="1"/>
                </p:cNvSpPr>
                <p:nvPr/>
              </p:nvSpPr>
              <p:spPr bwMode="auto">
                <a:xfrm>
                  <a:off x="5742145" y="4102174"/>
                  <a:ext cx="538929" cy="400110"/>
                </a:xfrm>
                <a:prstGeom prst="rect">
                  <a:avLst/>
                </a:prstGeom>
                <a:blipFill>
                  <a:blip r:embed="rId7"/>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46" name="Line 42">
              <a:extLst>
                <a:ext uri="{FF2B5EF4-FFF2-40B4-BE49-F238E27FC236}">
                  <a16:creationId xmlns:a16="http://schemas.microsoft.com/office/drawing/2014/main" id="{D71D488C-B1D0-ACF6-A2FD-B3E85495D978}"/>
                </a:ext>
              </a:extLst>
            </p:cNvPr>
            <p:cNvSpPr>
              <a:spLocks noChangeShapeType="1"/>
            </p:cNvSpPr>
            <p:nvPr/>
          </p:nvSpPr>
          <p:spPr bwMode="auto">
            <a:xfrm flipV="1">
              <a:off x="7501095" y="2986162"/>
              <a:ext cx="0" cy="468312"/>
            </a:xfrm>
            <a:prstGeom prst="line">
              <a:avLst/>
            </a:prstGeom>
            <a:noFill/>
            <a:ln w="25400">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4">
              <a:extLst>
                <a:ext uri="{FF2B5EF4-FFF2-40B4-BE49-F238E27FC236}">
                  <a16:creationId xmlns:a16="http://schemas.microsoft.com/office/drawing/2014/main" id="{4BDAE3BA-8D8A-4BC7-36E9-78820766D3F8}"/>
                </a:ext>
              </a:extLst>
            </p:cNvPr>
            <p:cNvSpPr>
              <a:spLocks noChangeShapeType="1"/>
            </p:cNvSpPr>
            <p:nvPr/>
          </p:nvSpPr>
          <p:spPr bwMode="auto">
            <a:xfrm flipV="1">
              <a:off x="10056970" y="2986162"/>
              <a:ext cx="0" cy="468312"/>
            </a:xfrm>
            <a:prstGeom prst="line">
              <a:avLst/>
            </a:prstGeom>
            <a:noFill/>
            <a:ln w="25400">
              <a:solidFill>
                <a:schemeClr val="tx1"/>
              </a:solidFill>
              <a:round/>
              <a:headEnd type="oval" w="lg" len="lg"/>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5">
              <a:extLst>
                <a:ext uri="{FF2B5EF4-FFF2-40B4-BE49-F238E27FC236}">
                  <a16:creationId xmlns:a16="http://schemas.microsoft.com/office/drawing/2014/main" id="{CDF1BE9C-4CD5-8229-AA27-4BCBF4D137EE}"/>
                </a:ext>
              </a:extLst>
            </p:cNvPr>
            <p:cNvSpPr>
              <a:spLocks noChangeShapeType="1"/>
            </p:cNvSpPr>
            <p:nvPr/>
          </p:nvSpPr>
          <p:spPr bwMode="auto">
            <a:xfrm flipV="1">
              <a:off x="11390470" y="2733749"/>
              <a:ext cx="0" cy="727075"/>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6">
              <a:extLst>
                <a:ext uri="{FF2B5EF4-FFF2-40B4-BE49-F238E27FC236}">
                  <a16:creationId xmlns:a16="http://schemas.microsoft.com/office/drawing/2014/main" id="{7D8C2520-BA08-9725-BB9E-FC05BD7AD57D}"/>
                </a:ext>
              </a:extLst>
            </p:cNvPr>
            <p:cNvSpPr>
              <a:spLocks noChangeShapeType="1"/>
            </p:cNvSpPr>
            <p:nvPr/>
          </p:nvSpPr>
          <p:spPr bwMode="auto">
            <a:xfrm flipH="1">
              <a:off x="11030107" y="2733749"/>
              <a:ext cx="3603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47">
              <a:extLst>
                <a:ext uri="{FF2B5EF4-FFF2-40B4-BE49-F238E27FC236}">
                  <a16:creationId xmlns:a16="http://schemas.microsoft.com/office/drawing/2014/main" id="{BAA57DAA-0A67-96B2-FE11-CE5A106D5783}"/>
                </a:ext>
              </a:extLst>
            </p:cNvPr>
            <p:cNvSpPr>
              <a:spLocks noChangeShapeType="1"/>
            </p:cNvSpPr>
            <p:nvPr/>
          </p:nvSpPr>
          <p:spPr bwMode="auto">
            <a:xfrm>
              <a:off x="9733120" y="4497462"/>
              <a:ext cx="50482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48">
              <a:extLst>
                <a:ext uri="{FF2B5EF4-FFF2-40B4-BE49-F238E27FC236}">
                  <a16:creationId xmlns:a16="http://schemas.microsoft.com/office/drawing/2014/main" id="{4BE8DAE8-B5A8-D3AA-DC07-744ED506F43D}"/>
                </a:ext>
              </a:extLst>
            </p:cNvPr>
            <p:cNvSpPr>
              <a:spLocks noChangeShapeType="1"/>
            </p:cNvSpPr>
            <p:nvPr/>
          </p:nvSpPr>
          <p:spPr bwMode="auto">
            <a:xfrm>
              <a:off x="9121932" y="4497462"/>
              <a:ext cx="539750" cy="0"/>
            </a:xfrm>
            <a:prstGeom prst="line">
              <a:avLst/>
            </a:prstGeom>
            <a:noFill/>
            <a:ln w="2540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49">
              <a:extLst>
                <a:ext uri="{FF2B5EF4-FFF2-40B4-BE49-F238E27FC236}">
                  <a16:creationId xmlns:a16="http://schemas.microsoft.com/office/drawing/2014/main" id="{3089A089-9A95-B2C6-E39C-C28A0BF4BE40}"/>
                </a:ext>
              </a:extLst>
            </p:cNvPr>
            <p:cNvSpPr>
              <a:spLocks noChangeShapeType="1"/>
            </p:cNvSpPr>
            <p:nvPr/>
          </p:nvSpPr>
          <p:spPr bwMode="auto">
            <a:xfrm>
              <a:off x="9121932" y="3454474"/>
              <a:ext cx="539750" cy="0"/>
            </a:xfrm>
            <a:prstGeom prst="line">
              <a:avLst/>
            </a:prstGeom>
            <a:noFill/>
            <a:ln w="2540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Text Box 50">
              <a:extLst>
                <a:ext uri="{FF2B5EF4-FFF2-40B4-BE49-F238E27FC236}">
                  <a16:creationId xmlns:a16="http://schemas.microsoft.com/office/drawing/2014/main" id="{4234F725-9876-DD56-014A-D304C546905A}"/>
                </a:ext>
              </a:extLst>
            </p:cNvPr>
            <p:cNvSpPr txBox="1">
              <a:spLocks noChangeArrowheads="1"/>
            </p:cNvSpPr>
            <p:nvPr/>
          </p:nvSpPr>
          <p:spPr bwMode="auto">
            <a:xfrm>
              <a:off x="8936989" y="3256037"/>
              <a:ext cx="692150" cy="701675"/>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4000" b="0" dirty="0">
                  <a:latin typeface="Arial" panose="020B0604020202020204" pitchFamily="34" charset="0"/>
                </a:rPr>
                <a:t>…</a:t>
              </a:r>
            </a:p>
          </p:txBody>
        </p:sp>
        <mc:AlternateContent xmlns:mc="http://schemas.openxmlformats.org/markup-compatibility/2006" xmlns:a14="http://schemas.microsoft.com/office/drawing/2010/main">
          <mc:Choice Requires="a14">
            <p:sp>
              <p:nvSpPr>
                <p:cNvPr id="56" name="Text Box 39">
                  <a:extLst>
                    <a:ext uri="{FF2B5EF4-FFF2-40B4-BE49-F238E27FC236}">
                      <a16:creationId xmlns:a16="http://schemas.microsoft.com/office/drawing/2014/main" id="{24F5D1B3-ACF4-07C9-73E3-C64645BEF84F}"/>
                    </a:ext>
                  </a:extLst>
                </p:cNvPr>
                <p:cNvSpPr txBox="1">
                  <a:spLocks noChangeArrowheads="1"/>
                </p:cNvSpPr>
                <p:nvPr/>
              </p:nvSpPr>
              <p:spPr bwMode="auto">
                <a:xfrm>
                  <a:off x="6707274" y="3598700"/>
                  <a:ext cx="50469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0">
                                <a:latin typeface="Cambria Math" panose="02040503050406030204" pitchFamily="18" charset="0"/>
                              </a:rPr>
                              <m:t>0</m:t>
                            </m:r>
                          </m:sub>
                        </m:sSub>
                      </m:oMath>
                    </m:oMathPara>
                  </a14:m>
                  <a:endParaRPr kumimoji="1" lang="en-US" altLang="zh-CN" sz="1400" b="0" dirty="0"/>
                </a:p>
              </p:txBody>
            </p:sp>
          </mc:Choice>
          <mc:Fallback xmlns="">
            <p:sp>
              <p:nvSpPr>
                <p:cNvPr id="56" name="Text Box 39">
                  <a:extLst>
                    <a:ext uri="{FF2B5EF4-FFF2-40B4-BE49-F238E27FC236}">
                      <a16:creationId xmlns:a16="http://schemas.microsoft.com/office/drawing/2014/main" id="{24F5D1B3-ACF4-07C9-73E3-C64645BEF84F}"/>
                    </a:ext>
                  </a:extLst>
                </p:cNvPr>
                <p:cNvSpPr txBox="1">
                  <a:spLocks noRot="1" noChangeAspect="1" noMove="1" noResize="1" noEditPoints="1" noAdjustHandles="1" noChangeArrowheads="1" noChangeShapeType="1" noTextEdit="1"/>
                </p:cNvSpPr>
                <p:nvPr/>
              </p:nvSpPr>
              <p:spPr bwMode="auto">
                <a:xfrm>
                  <a:off x="6707274" y="3598700"/>
                  <a:ext cx="504690" cy="307777"/>
                </a:xfrm>
                <a:prstGeom prst="rect">
                  <a:avLst/>
                </a:prstGeom>
                <a:blipFill>
                  <a:blip r:embed="rId8"/>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57" name="等腰三角形 56">
              <a:extLst>
                <a:ext uri="{FF2B5EF4-FFF2-40B4-BE49-F238E27FC236}">
                  <a16:creationId xmlns:a16="http://schemas.microsoft.com/office/drawing/2014/main" id="{02BEC80D-5095-69BB-B83D-8668663A50B6}"/>
                </a:ext>
              </a:extLst>
            </p:cNvPr>
            <p:cNvSpPr/>
            <p:nvPr/>
          </p:nvSpPr>
          <p:spPr>
            <a:xfrm rot="5400000">
              <a:off x="6428565" y="3936574"/>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3" name="Text Box 3">
                  <a:extLst>
                    <a:ext uri="{FF2B5EF4-FFF2-40B4-BE49-F238E27FC236}">
                      <a16:creationId xmlns:a16="http://schemas.microsoft.com/office/drawing/2014/main" id="{86C677F8-9C68-5BC6-EF46-E326DDBFE766}"/>
                    </a:ext>
                  </a:extLst>
                </p:cNvPr>
                <p:cNvSpPr txBox="1">
                  <a:spLocks noChangeArrowheads="1"/>
                </p:cNvSpPr>
                <p:nvPr/>
              </p:nvSpPr>
              <p:spPr bwMode="auto">
                <a:xfrm>
                  <a:off x="7738682" y="3254419"/>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3" name="Text Box 3">
                  <a:extLst>
                    <a:ext uri="{FF2B5EF4-FFF2-40B4-BE49-F238E27FC236}">
                      <a16:creationId xmlns:a16="http://schemas.microsoft.com/office/drawing/2014/main" id="{86C677F8-9C68-5BC6-EF46-E326DDBFE766}"/>
                    </a:ext>
                  </a:extLst>
                </p:cNvPr>
                <p:cNvSpPr txBox="1">
                  <a:spLocks noRot="1" noChangeAspect="1" noMove="1" noResize="1" noEditPoints="1" noAdjustHandles="1" noChangeArrowheads="1" noChangeShapeType="1" noTextEdit="1"/>
                </p:cNvSpPr>
                <p:nvPr/>
              </p:nvSpPr>
              <p:spPr bwMode="auto">
                <a:xfrm>
                  <a:off x="7738682" y="3254419"/>
                  <a:ext cx="281901" cy="400110"/>
                </a:xfrm>
                <a:prstGeom prst="rect">
                  <a:avLst/>
                </a:prstGeom>
                <a:blipFill>
                  <a:blip r:embed="rId9"/>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 Box 11">
                  <a:extLst>
                    <a:ext uri="{FF2B5EF4-FFF2-40B4-BE49-F238E27FC236}">
                      <a16:creationId xmlns:a16="http://schemas.microsoft.com/office/drawing/2014/main" id="{59A24331-F2D1-7BAA-D4CD-620D7224602A}"/>
                    </a:ext>
                  </a:extLst>
                </p:cNvPr>
                <p:cNvSpPr txBox="1">
                  <a:spLocks noChangeArrowheads="1"/>
                </p:cNvSpPr>
                <p:nvPr/>
              </p:nvSpPr>
              <p:spPr bwMode="auto">
                <a:xfrm>
                  <a:off x="9472903" y="3381486"/>
                  <a:ext cx="80618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−2</m:t>
                            </m:r>
                          </m:sub>
                        </m:sSub>
                      </m:oMath>
                    </m:oMathPara>
                  </a14:m>
                  <a:endParaRPr kumimoji="1" lang="en-US" altLang="zh-CN" sz="2000" b="0" dirty="0"/>
                </a:p>
              </p:txBody>
            </p:sp>
          </mc:Choice>
          <mc:Fallback xmlns="">
            <p:sp>
              <p:nvSpPr>
                <p:cNvPr id="14" name="Text Box 11">
                  <a:extLst>
                    <a:ext uri="{FF2B5EF4-FFF2-40B4-BE49-F238E27FC236}">
                      <a16:creationId xmlns:a16="http://schemas.microsoft.com/office/drawing/2014/main" id="{59A24331-F2D1-7BAA-D4CD-620D7224602A}"/>
                    </a:ext>
                  </a:extLst>
                </p:cNvPr>
                <p:cNvSpPr txBox="1">
                  <a:spLocks noRot="1" noChangeAspect="1" noMove="1" noResize="1" noEditPoints="1" noAdjustHandles="1" noChangeArrowheads="1" noChangeShapeType="1" noTextEdit="1"/>
                </p:cNvSpPr>
                <p:nvPr/>
              </p:nvSpPr>
              <p:spPr bwMode="auto">
                <a:xfrm>
                  <a:off x="9472903" y="3381486"/>
                  <a:ext cx="806183" cy="400110"/>
                </a:xfrm>
                <a:prstGeom prst="rect">
                  <a:avLst/>
                </a:prstGeom>
                <a:blipFill>
                  <a:blip r:embed="rId10"/>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 Box 3">
                  <a:extLst>
                    <a:ext uri="{FF2B5EF4-FFF2-40B4-BE49-F238E27FC236}">
                      <a16:creationId xmlns:a16="http://schemas.microsoft.com/office/drawing/2014/main" id="{8EF4E46D-EE41-A463-8EAE-155A34AEA0E9}"/>
                    </a:ext>
                  </a:extLst>
                </p:cNvPr>
                <p:cNvSpPr txBox="1">
                  <a:spLocks noChangeArrowheads="1"/>
                </p:cNvSpPr>
                <p:nvPr/>
              </p:nvSpPr>
              <p:spPr bwMode="auto">
                <a:xfrm>
                  <a:off x="10348156" y="325768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5" name="Text Box 3">
                  <a:extLst>
                    <a:ext uri="{FF2B5EF4-FFF2-40B4-BE49-F238E27FC236}">
                      <a16:creationId xmlns:a16="http://schemas.microsoft.com/office/drawing/2014/main" id="{8EF4E46D-EE41-A463-8EAE-155A34AEA0E9}"/>
                    </a:ext>
                  </a:extLst>
                </p:cNvPr>
                <p:cNvSpPr txBox="1">
                  <a:spLocks noRot="1" noChangeAspect="1" noMove="1" noResize="1" noEditPoints="1" noAdjustHandles="1" noChangeArrowheads="1" noChangeShapeType="1" noTextEdit="1"/>
                </p:cNvSpPr>
                <p:nvPr/>
              </p:nvSpPr>
              <p:spPr bwMode="auto">
                <a:xfrm>
                  <a:off x="10348156" y="3257687"/>
                  <a:ext cx="281901" cy="400110"/>
                </a:xfrm>
                <a:prstGeom prst="rect">
                  <a:avLst/>
                </a:prstGeom>
                <a:blipFill>
                  <a:blip r:embed="rId11"/>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 Box 11">
                  <a:extLst>
                    <a:ext uri="{FF2B5EF4-FFF2-40B4-BE49-F238E27FC236}">
                      <a16:creationId xmlns:a16="http://schemas.microsoft.com/office/drawing/2014/main" id="{679C8F0A-CBE6-F0EE-91FA-1B5193C6AA9B}"/>
                    </a:ext>
                  </a:extLst>
                </p:cNvPr>
                <p:cNvSpPr txBox="1">
                  <a:spLocks noChangeArrowheads="1"/>
                </p:cNvSpPr>
                <p:nvPr/>
              </p:nvSpPr>
              <p:spPr bwMode="auto">
                <a:xfrm>
                  <a:off x="10949278" y="3392531"/>
                  <a:ext cx="80618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−1</m:t>
                            </m:r>
                          </m:sub>
                        </m:sSub>
                      </m:oMath>
                    </m:oMathPara>
                  </a14:m>
                  <a:endParaRPr kumimoji="1" lang="en-US" altLang="zh-CN" sz="2000" b="0" dirty="0"/>
                </a:p>
              </p:txBody>
            </p:sp>
          </mc:Choice>
          <mc:Fallback xmlns="">
            <p:sp>
              <p:nvSpPr>
                <p:cNvPr id="23" name="Text Box 11">
                  <a:extLst>
                    <a:ext uri="{FF2B5EF4-FFF2-40B4-BE49-F238E27FC236}">
                      <a16:creationId xmlns:a16="http://schemas.microsoft.com/office/drawing/2014/main" id="{679C8F0A-CBE6-F0EE-91FA-1B5193C6AA9B}"/>
                    </a:ext>
                  </a:extLst>
                </p:cNvPr>
                <p:cNvSpPr txBox="1">
                  <a:spLocks noRot="1" noChangeAspect="1" noMove="1" noResize="1" noEditPoints="1" noAdjustHandles="1" noChangeArrowheads="1" noChangeShapeType="1" noTextEdit="1"/>
                </p:cNvSpPr>
                <p:nvPr/>
              </p:nvSpPr>
              <p:spPr bwMode="auto">
                <a:xfrm>
                  <a:off x="10949278" y="3392531"/>
                  <a:ext cx="806183" cy="400110"/>
                </a:xfrm>
                <a:prstGeom prst="rect">
                  <a:avLst/>
                </a:prstGeom>
                <a:blipFill>
                  <a:blip r:embed="rId12"/>
                  <a:stretch>
                    <a:fillRect b="-13846"/>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Text Box 39">
                  <a:extLst>
                    <a:ext uri="{FF2B5EF4-FFF2-40B4-BE49-F238E27FC236}">
                      <a16:creationId xmlns:a16="http://schemas.microsoft.com/office/drawing/2014/main" id="{8842AD6B-29A0-197E-251D-AAB48C7C6A3B}"/>
                    </a:ext>
                  </a:extLst>
                </p:cNvPr>
                <p:cNvSpPr txBox="1">
                  <a:spLocks noChangeArrowheads="1"/>
                </p:cNvSpPr>
                <p:nvPr/>
              </p:nvSpPr>
              <p:spPr bwMode="auto">
                <a:xfrm>
                  <a:off x="8009229" y="3598701"/>
                  <a:ext cx="500522"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34" name="Text Box 39">
                  <a:extLst>
                    <a:ext uri="{FF2B5EF4-FFF2-40B4-BE49-F238E27FC236}">
                      <a16:creationId xmlns:a16="http://schemas.microsoft.com/office/drawing/2014/main" id="{8842AD6B-29A0-197E-251D-AAB48C7C6A3B}"/>
                    </a:ext>
                  </a:extLst>
                </p:cNvPr>
                <p:cNvSpPr txBox="1">
                  <a:spLocks noRot="1" noChangeAspect="1" noMove="1" noResize="1" noEditPoints="1" noAdjustHandles="1" noChangeArrowheads="1" noChangeShapeType="1" noTextEdit="1"/>
                </p:cNvSpPr>
                <p:nvPr/>
              </p:nvSpPr>
              <p:spPr bwMode="auto">
                <a:xfrm>
                  <a:off x="8009229" y="3598701"/>
                  <a:ext cx="500522" cy="307777"/>
                </a:xfrm>
                <a:prstGeom prst="rect">
                  <a:avLst/>
                </a:prstGeom>
                <a:blipFill>
                  <a:blip r:embed="rId13"/>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Text Box 39">
                  <a:extLst>
                    <a:ext uri="{FF2B5EF4-FFF2-40B4-BE49-F238E27FC236}">
                      <a16:creationId xmlns:a16="http://schemas.microsoft.com/office/drawing/2014/main" id="{696B2F57-91D5-A4A8-B663-945121224167}"/>
                    </a:ext>
                  </a:extLst>
                </p:cNvPr>
                <p:cNvSpPr txBox="1">
                  <a:spLocks noChangeArrowheads="1"/>
                </p:cNvSpPr>
                <p:nvPr/>
              </p:nvSpPr>
              <p:spPr bwMode="auto">
                <a:xfrm>
                  <a:off x="10447495" y="3584581"/>
                  <a:ext cx="68647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𝑛</m:t>
                            </m:r>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58" name="Text Box 39">
                  <a:extLst>
                    <a:ext uri="{FF2B5EF4-FFF2-40B4-BE49-F238E27FC236}">
                      <a16:creationId xmlns:a16="http://schemas.microsoft.com/office/drawing/2014/main" id="{696B2F57-91D5-A4A8-B663-945121224167}"/>
                    </a:ext>
                  </a:extLst>
                </p:cNvPr>
                <p:cNvSpPr txBox="1">
                  <a:spLocks noRot="1" noChangeAspect="1" noMove="1" noResize="1" noEditPoints="1" noAdjustHandles="1" noChangeArrowheads="1" noChangeShapeType="1" noTextEdit="1"/>
                </p:cNvSpPr>
                <p:nvPr/>
              </p:nvSpPr>
              <p:spPr bwMode="auto">
                <a:xfrm>
                  <a:off x="10447495" y="3584581"/>
                  <a:ext cx="686470" cy="307777"/>
                </a:xfrm>
                <a:prstGeom prst="rect">
                  <a:avLst/>
                </a:prstGeom>
                <a:blipFill>
                  <a:blip r:embed="rId14"/>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63" name="Rectangle 7">
              <a:extLst>
                <a:ext uri="{FF2B5EF4-FFF2-40B4-BE49-F238E27FC236}">
                  <a16:creationId xmlns:a16="http://schemas.microsoft.com/office/drawing/2014/main" id="{4140FEAC-0BE8-A37D-EB1C-629AE9E6C3FC}"/>
                </a:ext>
              </a:extLst>
            </p:cNvPr>
            <p:cNvSpPr>
              <a:spLocks noChangeArrowheads="1"/>
            </p:cNvSpPr>
            <p:nvPr/>
          </p:nvSpPr>
          <p:spPr bwMode="auto">
            <a:xfrm>
              <a:off x="7776527" y="3322812"/>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64" name="Line 12">
              <a:extLst>
                <a:ext uri="{FF2B5EF4-FFF2-40B4-BE49-F238E27FC236}">
                  <a16:creationId xmlns:a16="http://schemas.microsoft.com/office/drawing/2014/main" id="{2AF2CCBB-B280-8829-006F-B63EE045929A}"/>
                </a:ext>
              </a:extLst>
            </p:cNvPr>
            <p:cNvSpPr>
              <a:spLocks noChangeShapeType="1"/>
            </p:cNvSpPr>
            <p:nvPr/>
          </p:nvSpPr>
          <p:spPr bwMode="auto">
            <a:xfrm>
              <a:off x="7632064" y="3985887"/>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30">
              <a:extLst>
                <a:ext uri="{FF2B5EF4-FFF2-40B4-BE49-F238E27FC236}">
                  <a16:creationId xmlns:a16="http://schemas.microsoft.com/office/drawing/2014/main" id="{E7763F89-59F7-1AB5-BEAF-29FF7F91E30D}"/>
                </a:ext>
              </a:extLst>
            </p:cNvPr>
            <p:cNvSpPr>
              <a:spLocks noChangeShapeType="1"/>
            </p:cNvSpPr>
            <p:nvPr/>
          </p:nvSpPr>
          <p:spPr bwMode="auto">
            <a:xfrm>
              <a:off x="7632064" y="3983043"/>
              <a:ext cx="0" cy="499535"/>
            </a:xfrm>
            <a:prstGeom prst="line">
              <a:avLst/>
            </a:prstGeom>
            <a:noFill/>
            <a:ln w="25400">
              <a:solidFill>
                <a:schemeClr val="tx1"/>
              </a:solidFill>
              <a:miter lim="800000"/>
              <a:headEnd/>
              <a:tailEnd type="oval"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等腰三角形 65">
              <a:extLst>
                <a:ext uri="{FF2B5EF4-FFF2-40B4-BE49-F238E27FC236}">
                  <a16:creationId xmlns:a16="http://schemas.microsoft.com/office/drawing/2014/main" id="{3B695E0D-E9C8-1A7E-0AC9-14D996C11076}"/>
                </a:ext>
              </a:extLst>
            </p:cNvPr>
            <p:cNvSpPr/>
            <p:nvPr/>
          </p:nvSpPr>
          <p:spPr>
            <a:xfrm rot="5400000">
              <a:off x="7739047" y="3935087"/>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67" name="Rectangle 7">
              <a:extLst>
                <a:ext uri="{FF2B5EF4-FFF2-40B4-BE49-F238E27FC236}">
                  <a16:creationId xmlns:a16="http://schemas.microsoft.com/office/drawing/2014/main" id="{94D68DF1-1520-B0D5-8B39-DDF98D5084E4}"/>
                </a:ext>
              </a:extLst>
            </p:cNvPr>
            <p:cNvSpPr>
              <a:spLocks noChangeArrowheads="1"/>
            </p:cNvSpPr>
            <p:nvPr/>
          </p:nvSpPr>
          <p:spPr bwMode="auto">
            <a:xfrm>
              <a:off x="10375592" y="3322812"/>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68" name="Line 12">
              <a:extLst>
                <a:ext uri="{FF2B5EF4-FFF2-40B4-BE49-F238E27FC236}">
                  <a16:creationId xmlns:a16="http://schemas.microsoft.com/office/drawing/2014/main" id="{0629FF30-56E4-BD8D-6C95-75F9943CC049}"/>
                </a:ext>
              </a:extLst>
            </p:cNvPr>
            <p:cNvSpPr>
              <a:spLocks noChangeShapeType="1"/>
            </p:cNvSpPr>
            <p:nvPr/>
          </p:nvSpPr>
          <p:spPr bwMode="auto">
            <a:xfrm>
              <a:off x="10231129" y="3985887"/>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等腰三角形 69">
              <a:extLst>
                <a:ext uri="{FF2B5EF4-FFF2-40B4-BE49-F238E27FC236}">
                  <a16:creationId xmlns:a16="http://schemas.microsoft.com/office/drawing/2014/main" id="{C3B8C5CE-E74B-9D63-E54B-AEC3B8380FE8}"/>
                </a:ext>
              </a:extLst>
            </p:cNvPr>
            <p:cNvSpPr/>
            <p:nvPr/>
          </p:nvSpPr>
          <p:spPr>
            <a:xfrm rot="5400000">
              <a:off x="10338112" y="3935087"/>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grpSp>
    </p:spTree>
    <p:extLst>
      <p:ext uri="{BB962C8B-B14F-4D97-AF65-F5344CB8AC3E}">
        <p14:creationId xmlns:p14="http://schemas.microsoft.com/office/powerpoint/2010/main" val="3889033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8492F-9265-7E28-E648-1EB3EE282892}"/>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1A014B50-2C13-7450-AA9D-0699BE2214E6}"/>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F273A681-C58A-66AB-49A1-227C8BDA969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5A1B69DA-9727-25F2-F4A0-A0D79A15B86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3F0B284B-43D2-F445-6E97-A833E9F0AAD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242F230-801F-E7D7-5F3B-F1BAD1103FE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30</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69154843-C595-F3D4-D004-74ACA3D47808}"/>
              </a:ext>
            </a:extLst>
          </p:cNvPr>
          <p:cNvSpPr txBox="1"/>
          <p:nvPr/>
        </p:nvSpPr>
        <p:spPr>
          <a:xfrm>
            <a:off x="360000" y="828000"/>
            <a:ext cx="2752170"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环形计数器</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0" name="Text Box 39">
                <a:extLst>
                  <a:ext uri="{FF2B5EF4-FFF2-40B4-BE49-F238E27FC236}">
                    <a16:creationId xmlns:a16="http://schemas.microsoft.com/office/drawing/2014/main" id="{411063A2-C1AD-CD81-7888-0EF6A0FEC027}"/>
                  </a:ext>
                </a:extLst>
              </p:cNvPr>
              <p:cNvSpPr txBox="1">
                <a:spLocks noChangeArrowheads="1"/>
              </p:cNvSpPr>
              <p:nvPr/>
            </p:nvSpPr>
            <p:spPr bwMode="auto">
              <a:xfrm>
                <a:off x="360000" y="1800000"/>
                <a:ext cx="4338208" cy="52322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Aft>
                    <a:spcPct val="0"/>
                  </a:spcAft>
                  <a:buNone/>
                </a:pPr>
                <a:r>
                  <a:rPr lang="zh-CN" altLang="en-US" dirty="0">
                    <a:solidFill>
                      <a:schemeClr val="accent5">
                        <a:lumMod val="75000"/>
                      </a:schemeClr>
                    </a:solidFill>
                    <a:latin typeface="微软雅黑" panose="020B0503020204020204" pitchFamily="34" charset="-122"/>
                    <a:ea typeface="微软雅黑" panose="020B0503020204020204" pitchFamily="34" charset="-122"/>
                  </a:rPr>
                  <a:t>反馈方程： </a:t>
                </a:r>
                <a14:m>
                  <m:oMath xmlns:m="http://schemas.openxmlformats.org/officeDocument/2006/math">
                    <m:sSub>
                      <m:sSubPr>
                        <m:ctrlPr>
                          <a:rPr lang="en-US" altLang="zh-CN" sz="2800" b="0" i="1" smtClean="0">
                            <a:solidFill>
                              <a:schemeClr val="accent5">
                                <a:lumMod val="75000"/>
                              </a:schemeClr>
                            </a:solidFill>
                            <a:latin typeface="Cambria Math" panose="02040503050406030204" pitchFamily="18" charset="0"/>
                          </a:rPr>
                        </m:ctrlPr>
                      </m:sSubPr>
                      <m:e>
                        <m:r>
                          <m:rPr>
                            <m:sty m:val="p"/>
                          </m:rPr>
                          <a:rPr lang="en-US" altLang="zh-CN" sz="2800" b="0" i="0">
                            <a:solidFill>
                              <a:schemeClr val="accent5">
                                <a:lumMod val="75000"/>
                              </a:schemeClr>
                            </a:solidFill>
                            <a:latin typeface="Cambria Math" panose="02040503050406030204" pitchFamily="18" charset="0"/>
                          </a:rPr>
                          <m:t>D</m:t>
                        </m:r>
                      </m:e>
                      <m:sub>
                        <m:r>
                          <a:rPr lang="en-US" altLang="zh-CN" sz="2800" b="0" i="0">
                            <a:solidFill>
                              <a:schemeClr val="accent5">
                                <a:lumMod val="75000"/>
                              </a:schemeClr>
                            </a:solidFill>
                            <a:latin typeface="Cambria Math" panose="02040503050406030204" pitchFamily="18" charset="0"/>
                          </a:rPr>
                          <m:t>0</m:t>
                        </m:r>
                      </m:sub>
                    </m:sSub>
                    <m:r>
                      <a:rPr lang="en-US" altLang="zh-CN" sz="2800" b="0" i="1" smtClean="0">
                        <a:solidFill>
                          <a:schemeClr val="accent5">
                            <a:lumMod val="75000"/>
                          </a:schemeClr>
                        </a:solidFill>
                        <a:latin typeface="Cambria Math" panose="02040503050406030204" pitchFamily="18" charset="0"/>
                      </a:rPr>
                      <m:t>=</m:t>
                    </m:r>
                    <m:sSub>
                      <m:sSubPr>
                        <m:ctrlPr>
                          <a:rPr lang="en-US" altLang="zh-CN" sz="2800" b="0" i="1">
                            <a:solidFill>
                              <a:schemeClr val="accent5">
                                <a:lumMod val="75000"/>
                              </a:schemeClr>
                            </a:solidFill>
                            <a:latin typeface="Cambria Math" panose="02040503050406030204" pitchFamily="18" charset="0"/>
                          </a:rPr>
                        </m:ctrlPr>
                      </m:sSubPr>
                      <m:e>
                        <m:r>
                          <m:rPr>
                            <m:sty m:val="p"/>
                          </m:rPr>
                          <a:rPr lang="en-US" altLang="zh-CN" sz="2800" b="0">
                            <a:solidFill>
                              <a:schemeClr val="accent5">
                                <a:lumMod val="75000"/>
                              </a:schemeClr>
                            </a:solidFill>
                            <a:latin typeface="Cambria Math" panose="02040503050406030204" pitchFamily="18" charset="0"/>
                          </a:rPr>
                          <m:t>Q</m:t>
                        </m:r>
                      </m:e>
                      <m:sub>
                        <m:r>
                          <a:rPr lang="en-US" altLang="zh-CN" sz="2800" b="0" i="1" smtClean="0">
                            <a:solidFill>
                              <a:schemeClr val="accent5">
                                <a:lumMod val="75000"/>
                              </a:schemeClr>
                            </a:solidFill>
                            <a:latin typeface="Cambria Math" panose="02040503050406030204" pitchFamily="18" charset="0"/>
                          </a:rPr>
                          <m:t>𝑛</m:t>
                        </m:r>
                        <m:r>
                          <a:rPr lang="en-US" altLang="zh-CN" sz="2800" b="0" i="0" smtClean="0">
                            <a:solidFill>
                              <a:schemeClr val="accent5">
                                <a:lumMod val="75000"/>
                              </a:schemeClr>
                            </a:solidFill>
                            <a:latin typeface="Cambria Math" panose="02040503050406030204" pitchFamily="18" charset="0"/>
                          </a:rPr>
                          <m:t>−1</m:t>
                        </m:r>
                      </m:sub>
                    </m:sSub>
                  </m:oMath>
                </a14:m>
                <a:endParaRPr kumimoji="1" lang="en-US" altLang="zh-CN" sz="2800" b="0" dirty="0">
                  <a:solidFill>
                    <a:schemeClr val="accent5">
                      <a:lumMod val="75000"/>
                    </a:schemeClr>
                  </a:solidFill>
                </a:endParaRPr>
              </a:p>
            </p:txBody>
          </p:sp>
        </mc:Choice>
        <mc:Fallback xmlns="">
          <p:sp>
            <p:nvSpPr>
              <p:cNvPr id="120" name="Text Box 39">
                <a:extLst>
                  <a:ext uri="{FF2B5EF4-FFF2-40B4-BE49-F238E27FC236}">
                    <a16:creationId xmlns:a16="http://schemas.microsoft.com/office/drawing/2014/main" id="{411063A2-C1AD-CD81-7888-0EF6A0FEC027}"/>
                  </a:ext>
                </a:extLst>
              </p:cNvPr>
              <p:cNvSpPr txBox="1">
                <a:spLocks noRot="1" noChangeAspect="1" noMove="1" noResize="1" noEditPoints="1" noAdjustHandles="1" noChangeArrowheads="1" noChangeShapeType="1" noTextEdit="1"/>
              </p:cNvSpPr>
              <p:nvPr/>
            </p:nvSpPr>
            <p:spPr bwMode="auto">
              <a:xfrm>
                <a:off x="360000" y="1800000"/>
                <a:ext cx="4338208" cy="523220"/>
              </a:xfrm>
              <a:prstGeom prst="rect">
                <a:avLst/>
              </a:prstGeom>
              <a:blipFill>
                <a:blip r:embed="rId3"/>
                <a:stretch>
                  <a:fillRect b="-23256"/>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p:nvGrpSpPr>
          <p:cNvPr id="196" name="组合 195">
            <a:extLst>
              <a:ext uri="{FF2B5EF4-FFF2-40B4-BE49-F238E27FC236}">
                <a16:creationId xmlns:a16="http://schemas.microsoft.com/office/drawing/2014/main" id="{0029F553-A3CE-559F-96CF-FD987F8EBBD6}"/>
              </a:ext>
            </a:extLst>
          </p:cNvPr>
          <p:cNvGrpSpPr/>
          <p:nvPr/>
        </p:nvGrpSpPr>
        <p:grpSpPr>
          <a:xfrm>
            <a:off x="6027739" y="931911"/>
            <a:ext cx="5786769" cy="1422489"/>
            <a:chOff x="6027739" y="931911"/>
            <a:chExt cx="5786769" cy="1422489"/>
          </a:xfrm>
        </p:grpSpPr>
        <mc:AlternateContent xmlns:mc="http://schemas.openxmlformats.org/markup-compatibility/2006" xmlns:a14="http://schemas.microsoft.com/office/drawing/2010/main">
          <mc:Choice Requires="a14">
            <p:sp>
              <p:nvSpPr>
                <p:cNvPr id="107" name="Text Box 11">
                  <a:extLst>
                    <a:ext uri="{FF2B5EF4-FFF2-40B4-BE49-F238E27FC236}">
                      <a16:creationId xmlns:a16="http://schemas.microsoft.com/office/drawing/2014/main" id="{AEED8ABA-ADC6-DE5F-8B3A-0E55F27D25E1}"/>
                    </a:ext>
                  </a:extLst>
                </p:cNvPr>
                <p:cNvSpPr txBox="1">
                  <a:spLocks noChangeArrowheads="1"/>
                </p:cNvSpPr>
                <p:nvPr/>
              </p:nvSpPr>
              <p:spPr bwMode="auto">
                <a:xfrm>
                  <a:off x="11269615" y="1207617"/>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3</m:t>
                            </m:r>
                          </m:sub>
                        </m:sSub>
                      </m:oMath>
                    </m:oMathPara>
                  </a14:m>
                  <a:endParaRPr kumimoji="1" lang="en-US" altLang="zh-CN" sz="2000" b="0" dirty="0"/>
                </a:p>
              </p:txBody>
            </p:sp>
          </mc:Choice>
          <mc:Fallback xmlns="">
            <p:sp>
              <p:nvSpPr>
                <p:cNvPr id="107" name="Text Box 11">
                  <a:extLst>
                    <a:ext uri="{FF2B5EF4-FFF2-40B4-BE49-F238E27FC236}">
                      <a16:creationId xmlns:a16="http://schemas.microsoft.com/office/drawing/2014/main" id="{AEED8ABA-ADC6-DE5F-8B3A-0E55F27D25E1}"/>
                    </a:ext>
                  </a:extLst>
                </p:cNvPr>
                <p:cNvSpPr txBox="1">
                  <a:spLocks noRot="1" noChangeAspect="1" noMove="1" noResize="1" noEditPoints="1" noAdjustHandles="1" noChangeArrowheads="1" noChangeShapeType="1" noTextEdit="1"/>
                </p:cNvSpPr>
                <p:nvPr/>
              </p:nvSpPr>
              <p:spPr bwMode="auto">
                <a:xfrm>
                  <a:off x="11269615" y="1207617"/>
                  <a:ext cx="544893" cy="400110"/>
                </a:xfrm>
                <a:prstGeom prst="rect">
                  <a:avLst/>
                </a:prstGeom>
                <a:blipFill>
                  <a:blip r:embed="rId4"/>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 Box 3">
                  <a:extLst>
                    <a:ext uri="{FF2B5EF4-FFF2-40B4-BE49-F238E27FC236}">
                      <a16:creationId xmlns:a16="http://schemas.microsoft.com/office/drawing/2014/main" id="{782016F6-1E41-B6CE-813B-D40A39EB3CDF}"/>
                    </a:ext>
                  </a:extLst>
                </p:cNvPr>
                <p:cNvSpPr txBox="1">
                  <a:spLocks noChangeArrowheads="1"/>
                </p:cNvSpPr>
                <p:nvPr/>
              </p:nvSpPr>
              <p:spPr bwMode="auto">
                <a:xfrm>
                  <a:off x="6726314"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1" name="Text Box 3">
                  <a:extLst>
                    <a:ext uri="{FF2B5EF4-FFF2-40B4-BE49-F238E27FC236}">
                      <a16:creationId xmlns:a16="http://schemas.microsoft.com/office/drawing/2014/main" id="{782016F6-1E41-B6CE-813B-D40A39EB3CDF}"/>
                    </a:ext>
                  </a:extLst>
                </p:cNvPr>
                <p:cNvSpPr txBox="1">
                  <a:spLocks noRot="1" noChangeAspect="1" noMove="1" noResize="1" noEditPoints="1" noAdjustHandles="1" noChangeArrowheads="1" noChangeShapeType="1" noTextEdit="1"/>
                </p:cNvSpPr>
                <p:nvPr/>
              </p:nvSpPr>
              <p:spPr bwMode="auto">
                <a:xfrm>
                  <a:off x="6726314" y="1075784"/>
                  <a:ext cx="281901" cy="400110"/>
                </a:xfrm>
                <a:prstGeom prst="rect">
                  <a:avLst/>
                </a:prstGeom>
                <a:blipFill>
                  <a:blip r:embed="rId5"/>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2" name="Rectangle 7">
              <a:extLst>
                <a:ext uri="{FF2B5EF4-FFF2-40B4-BE49-F238E27FC236}">
                  <a16:creationId xmlns:a16="http://schemas.microsoft.com/office/drawing/2014/main" id="{C1C5779B-5C47-16F2-754F-DA71EE16FAA0}"/>
                </a:ext>
              </a:extLst>
            </p:cNvPr>
            <p:cNvSpPr>
              <a:spLocks noChangeArrowheads="1"/>
            </p:cNvSpPr>
            <p:nvPr/>
          </p:nvSpPr>
          <p:spPr bwMode="auto">
            <a:xfrm>
              <a:off x="6751639" y="1145664"/>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6" name="Text Box 11">
                  <a:extLst>
                    <a:ext uri="{FF2B5EF4-FFF2-40B4-BE49-F238E27FC236}">
                      <a16:creationId xmlns:a16="http://schemas.microsoft.com/office/drawing/2014/main" id="{91E7CA84-2917-D9AF-3C55-6E0FCA8D0537}"/>
                    </a:ext>
                  </a:extLst>
                </p:cNvPr>
                <p:cNvSpPr txBox="1">
                  <a:spLocks noChangeArrowheads="1"/>
                </p:cNvSpPr>
                <p:nvPr/>
              </p:nvSpPr>
              <p:spPr bwMode="auto">
                <a:xfrm>
                  <a:off x="7329109" y="1209104"/>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a:latin typeface="Cambria Math" panose="02040503050406030204" pitchFamily="18" charset="0"/>
                              </a:rPr>
                              <m:t>0</m:t>
                            </m:r>
                          </m:sub>
                        </m:sSub>
                      </m:oMath>
                    </m:oMathPara>
                  </a14:m>
                  <a:endParaRPr kumimoji="1" lang="en-US" altLang="zh-CN" sz="2000" b="0" dirty="0"/>
                </a:p>
              </p:txBody>
            </p:sp>
          </mc:Choice>
          <mc:Fallback xmlns="">
            <p:sp>
              <p:nvSpPr>
                <p:cNvPr id="26" name="Text Box 11">
                  <a:extLst>
                    <a:ext uri="{FF2B5EF4-FFF2-40B4-BE49-F238E27FC236}">
                      <a16:creationId xmlns:a16="http://schemas.microsoft.com/office/drawing/2014/main" id="{91E7CA84-2917-D9AF-3C55-6E0FCA8D0537}"/>
                    </a:ext>
                  </a:extLst>
                </p:cNvPr>
                <p:cNvSpPr txBox="1">
                  <a:spLocks noRot="1" noChangeAspect="1" noMove="1" noResize="1" noEditPoints="1" noAdjustHandles="1" noChangeArrowheads="1" noChangeShapeType="1" noTextEdit="1"/>
                </p:cNvSpPr>
                <p:nvPr/>
              </p:nvSpPr>
              <p:spPr bwMode="auto">
                <a:xfrm>
                  <a:off x="7329109" y="1209104"/>
                  <a:ext cx="544893" cy="400110"/>
                </a:xfrm>
                <a:prstGeom prst="rect">
                  <a:avLst/>
                </a:prstGeom>
                <a:blipFill>
                  <a:blip r:embed="rId6"/>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31" name="Line 12">
              <a:extLst>
                <a:ext uri="{FF2B5EF4-FFF2-40B4-BE49-F238E27FC236}">
                  <a16:creationId xmlns:a16="http://schemas.microsoft.com/office/drawing/2014/main" id="{9049B53F-C479-A304-BD71-9A8D2517F5E9}"/>
                </a:ext>
              </a:extLst>
            </p:cNvPr>
            <p:cNvSpPr>
              <a:spLocks noChangeShapeType="1"/>
            </p:cNvSpPr>
            <p:nvPr/>
          </p:nvSpPr>
          <p:spPr bwMode="auto">
            <a:xfrm>
              <a:off x="6607176" y="1808739"/>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3">
              <a:extLst>
                <a:ext uri="{FF2B5EF4-FFF2-40B4-BE49-F238E27FC236}">
                  <a16:creationId xmlns:a16="http://schemas.microsoft.com/office/drawing/2014/main" id="{9874EE58-3799-B76B-9C4E-81EAB3657939}"/>
                </a:ext>
              </a:extLst>
            </p:cNvPr>
            <p:cNvSpPr>
              <a:spLocks noChangeShapeType="1"/>
            </p:cNvSpPr>
            <p:nvPr/>
          </p:nvSpPr>
          <p:spPr bwMode="auto">
            <a:xfrm>
              <a:off x="7404101" y="1282189"/>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0">
              <a:extLst>
                <a:ext uri="{FF2B5EF4-FFF2-40B4-BE49-F238E27FC236}">
                  <a16:creationId xmlns:a16="http://schemas.microsoft.com/office/drawing/2014/main" id="{CBCD50D8-747E-570F-7404-E7EADA567CAE}"/>
                </a:ext>
              </a:extLst>
            </p:cNvPr>
            <p:cNvSpPr>
              <a:spLocks noChangeShapeType="1"/>
            </p:cNvSpPr>
            <p:nvPr/>
          </p:nvSpPr>
          <p:spPr bwMode="auto">
            <a:xfrm>
              <a:off x="8707438" y="1282189"/>
              <a:ext cx="68334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34">
              <a:extLst>
                <a:ext uri="{FF2B5EF4-FFF2-40B4-BE49-F238E27FC236}">
                  <a16:creationId xmlns:a16="http://schemas.microsoft.com/office/drawing/2014/main" id="{D89CC12B-24BF-E95D-F97F-5428DBFFA8F0}"/>
                </a:ext>
              </a:extLst>
            </p:cNvPr>
            <p:cNvSpPr>
              <a:spLocks noChangeShapeType="1"/>
            </p:cNvSpPr>
            <p:nvPr/>
          </p:nvSpPr>
          <p:spPr bwMode="auto">
            <a:xfrm>
              <a:off x="6096000" y="2309302"/>
              <a:ext cx="447291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36">
              <a:extLst>
                <a:ext uri="{FF2B5EF4-FFF2-40B4-BE49-F238E27FC236}">
                  <a16:creationId xmlns:a16="http://schemas.microsoft.com/office/drawing/2014/main" id="{C5D24888-DDBF-E2E7-DA93-6CF80B6D44AA}"/>
                </a:ext>
              </a:extLst>
            </p:cNvPr>
            <p:cNvSpPr>
              <a:spLocks noChangeShapeType="1"/>
            </p:cNvSpPr>
            <p:nvPr/>
          </p:nvSpPr>
          <p:spPr bwMode="auto">
            <a:xfrm flipH="1">
              <a:off x="6529389" y="1282189"/>
              <a:ext cx="2222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37">
              <a:extLst>
                <a:ext uri="{FF2B5EF4-FFF2-40B4-BE49-F238E27FC236}">
                  <a16:creationId xmlns:a16="http://schemas.microsoft.com/office/drawing/2014/main" id="{F8CF951C-E3CD-48FD-FAFD-CCF5B9A425E9}"/>
                </a:ext>
              </a:extLst>
            </p:cNvPr>
            <p:cNvSpPr>
              <a:spLocks noChangeShapeType="1"/>
            </p:cNvSpPr>
            <p:nvPr/>
          </p:nvSpPr>
          <p:spPr bwMode="auto">
            <a:xfrm flipV="1">
              <a:off x="6534151" y="931912"/>
              <a:ext cx="0" cy="350275"/>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38">
              <a:extLst>
                <a:ext uri="{FF2B5EF4-FFF2-40B4-BE49-F238E27FC236}">
                  <a16:creationId xmlns:a16="http://schemas.microsoft.com/office/drawing/2014/main" id="{FF438C27-9275-6388-380B-D8F1A8C9A4B2}"/>
                </a:ext>
              </a:extLst>
            </p:cNvPr>
            <p:cNvSpPr>
              <a:spLocks noChangeShapeType="1"/>
            </p:cNvSpPr>
            <p:nvPr/>
          </p:nvSpPr>
          <p:spPr bwMode="auto">
            <a:xfrm flipH="1">
              <a:off x="6534149" y="944397"/>
              <a:ext cx="504070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72" name="Text Box 39">
                  <a:extLst>
                    <a:ext uri="{FF2B5EF4-FFF2-40B4-BE49-F238E27FC236}">
                      <a16:creationId xmlns:a16="http://schemas.microsoft.com/office/drawing/2014/main" id="{BC9D27C4-AACD-4BA4-8B0B-524A36E9B8AD}"/>
                    </a:ext>
                  </a:extLst>
                </p:cNvPr>
                <p:cNvSpPr txBox="1">
                  <a:spLocks noChangeArrowheads="1"/>
                </p:cNvSpPr>
                <p:nvPr/>
              </p:nvSpPr>
              <p:spPr bwMode="auto">
                <a:xfrm>
                  <a:off x="6115126" y="1074723"/>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0">
                                <a:latin typeface="Cambria Math" panose="02040503050406030204" pitchFamily="18" charset="0"/>
                              </a:rPr>
                              <m:t>0</m:t>
                            </m:r>
                          </m:sub>
                        </m:sSub>
                      </m:oMath>
                    </m:oMathPara>
                  </a14:m>
                  <a:endParaRPr kumimoji="1" lang="en-US" altLang="zh-CN" sz="2000" b="0" dirty="0"/>
                </a:p>
              </p:txBody>
            </p:sp>
          </mc:Choice>
          <mc:Fallback xmlns="">
            <p:sp>
              <p:nvSpPr>
                <p:cNvPr id="72" name="Text Box 39">
                  <a:extLst>
                    <a:ext uri="{FF2B5EF4-FFF2-40B4-BE49-F238E27FC236}">
                      <a16:creationId xmlns:a16="http://schemas.microsoft.com/office/drawing/2014/main" id="{BC9D27C4-AACD-4BA4-8B0B-524A36E9B8AD}"/>
                    </a:ext>
                  </a:extLst>
                </p:cNvPr>
                <p:cNvSpPr txBox="1">
                  <a:spLocks noRot="1" noChangeAspect="1" noMove="1" noResize="1" noEditPoints="1" noAdjustHandles="1" noChangeArrowheads="1" noChangeShapeType="1" noTextEdit="1"/>
                </p:cNvSpPr>
                <p:nvPr/>
              </p:nvSpPr>
              <p:spPr bwMode="auto">
                <a:xfrm>
                  <a:off x="6115126" y="1074723"/>
                  <a:ext cx="538353" cy="400110"/>
                </a:xfrm>
                <a:prstGeom prst="rect">
                  <a:avLst/>
                </a:prstGeom>
                <a:blipFill>
                  <a:blip r:embed="rId7"/>
                  <a:stretch>
                    <a:fillRect b="-151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Text Box 40">
                  <a:extLst>
                    <a:ext uri="{FF2B5EF4-FFF2-40B4-BE49-F238E27FC236}">
                      <a16:creationId xmlns:a16="http://schemas.microsoft.com/office/drawing/2014/main" id="{356A7AA3-EE41-3B40-A7EE-301482999CEC}"/>
                    </a:ext>
                  </a:extLst>
                </p:cNvPr>
                <p:cNvSpPr txBox="1">
                  <a:spLocks noChangeArrowheads="1"/>
                </p:cNvSpPr>
                <p:nvPr/>
              </p:nvSpPr>
              <p:spPr bwMode="auto">
                <a:xfrm>
                  <a:off x="6027739" y="1923539"/>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CP</m:t>
                        </m:r>
                      </m:oMath>
                    </m:oMathPara>
                  </a14:m>
                  <a:endParaRPr kumimoji="1" lang="en-US" altLang="zh-CN" sz="2000" b="0" dirty="0"/>
                </a:p>
              </p:txBody>
            </p:sp>
          </mc:Choice>
          <mc:Fallback xmlns="">
            <p:sp>
              <p:nvSpPr>
                <p:cNvPr id="73" name="Text Box 40">
                  <a:extLst>
                    <a:ext uri="{FF2B5EF4-FFF2-40B4-BE49-F238E27FC236}">
                      <a16:creationId xmlns:a16="http://schemas.microsoft.com/office/drawing/2014/main" id="{356A7AA3-EE41-3B40-A7EE-301482999CEC}"/>
                    </a:ext>
                  </a:extLst>
                </p:cNvPr>
                <p:cNvSpPr txBox="1">
                  <a:spLocks noRot="1" noChangeAspect="1" noMove="1" noResize="1" noEditPoints="1" noAdjustHandles="1" noChangeArrowheads="1" noChangeShapeType="1" noTextEdit="1"/>
                </p:cNvSpPr>
                <p:nvPr/>
              </p:nvSpPr>
              <p:spPr bwMode="auto">
                <a:xfrm>
                  <a:off x="6027739" y="1923539"/>
                  <a:ext cx="538929" cy="400110"/>
                </a:xfrm>
                <a:prstGeom prst="rect">
                  <a:avLst/>
                </a:prstGeom>
                <a:blipFill>
                  <a:blip r:embed="rId8"/>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 Box 11">
                  <a:extLst>
                    <a:ext uri="{FF2B5EF4-FFF2-40B4-BE49-F238E27FC236}">
                      <a16:creationId xmlns:a16="http://schemas.microsoft.com/office/drawing/2014/main" id="{C38B44F1-9ED4-5AA2-2EA8-DBAA3FD493AD}"/>
                    </a:ext>
                  </a:extLst>
                </p:cNvPr>
                <p:cNvSpPr txBox="1">
                  <a:spLocks noChangeArrowheads="1"/>
                </p:cNvSpPr>
                <p:nvPr/>
              </p:nvSpPr>
              <p:spPr bwMode="auto">
                <a:xfrm>
                  <a:off x="8630472" y="1209104"/>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83" name="Text Box 11">
                  <a:extLst>
                    <a:ext uri="{FF2B5EF4-FFF2-40B4-BE49-F238E27FC236}">
                      <a16:creationId xmlns:a16="http://schemas.microsoft.com/office/drawing/2014/main" id="{C38B44F1-9ED4-5AA2-2EA8-DBAA3FD493AD}"/>
                    </a:ext>
                  </a:extLst>
                </p:cNvPr>
                <p:cNvSpPr txBox="1">
                  <a:spLocks noRot="1" noChangeAspect="1" noMove="1" noResize="1" noEditPoints="1" noAdjustHandles="1" noChangeArrowheads="1" noChangeShapeType="1" noTextEdit="1"/>
                </p:cNvSpPr>
                <p:nvPr/>
              </p:nvSpPr>
              <p:spPr bwMode="auto">
                <a:xfrm>
                  <a:off x="8630472" y="1209104"/>
                  <a:ext cx="538929" cy="400110"/>
                </a:xfrm>
                <a:prstGeom prst="rect">
                  <a:avLst/>
                </a:prstGeom>
                <a:blipFill>
                  <a:blip r:embed="rId9"/>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 Box 39">
                  <a:extLst>
                    <a:ext uri="{FF2B5EF4-FFF2-40B4-BE49-F238E27FC236}">
                      <a16:creationId xmlns:a16="http://schemas.microsoft.com/office/drawing/2014/main" id="{8ADD1865-2007-B063-B1AF-FDBE0CA91810}"/>
                    </a:ext>
                  </a:extLst>
                </p:cNvPr>
                <p:cNvSpPr txBox="1">
                  <a:spLocks noChangeArrowheads="1"/>
                </p:cNvSpPr>
                <p:nvPr/>
              </p:nvSpPr>
              <p:spPr bwMode="auto">
                <a:xfrm>
                  <a:off x="6992868" y="1420065"/>
                  <a:ext cx="50469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0">
                                <a:latin typeface="Cambria Math" panose="02040503050406030204" pitchFamily="18" charset="0"/>
                              </a:rPr>
                              <m:t>0</m:t>
                            </m:r>
                          </m:sub>
                        </m:sSub>
                      </m:oMath>
                    </m:oMathPara>
                  </a14:m>
                  <a:endParaRPr kumimoji="1" lang="en-US" altLang="zh-CN" sz="1400" b="0" dirty="0"/>
                </a:p>
              </p:txBody>
            </p:sp>
          </mc:Choice>
          <mc:Fallback xmlns="">
            <p:sp>
              <p:nvSpPr>
                <p:cNvPr id="84" name="Text Box 39">
                  <a:extLst>
                    <a:ext uri="{FF2B5EF4-FFF2-40B4-BE49-F238E27FC236}">
                      <a16:creationId xmlns:a16="http://schemas.microsoft.com/office/drawing/2014/main" id="{8ADD1865-2007-B063-B1AF-FDBE0CA91810}"/>
                    </a:ext>
                  </a:extLst>
                </p:cNvPr>
                <p:cNvSpPr txBox="1">
                  <a:spLocks noRot="1" noChangeAspect="1" noMove="1" noResize="1" noEditPoints="1" noAdjustHandles="1" noChangeArrowheads="1" noChangeShapeType="1" noTextEdit="1"/>
                </p:cNvSpPr>
                <p:nvPr/>
              </p:nvSpPr>
              <p:spPr bwMode="auto">
                <a:xfrm>
                  <a:off x="6992868" y="1420065"/>
                  <a:ext cx="504690" cy="307777"/>
                </a:xfrm>
                <a:prstGeom prst="rect">
                  <a:avLst/>
                </a:prstGeom>
                <a:blipFill>
                  <a:blip r:embed="rId10"/>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85" name="等腰三角形 84">
              <a:extLst>
                <a:ext uri="{FF2B5EF4-FFF2-40B4-BE49-F238E27FC236}">
                  <a16:creationId xmlns:a16="http://schemas.microsoft.com/office/drawing/2014/main" id="{FE8A7D10-9D93-0D85-CEBE-B7DA5DE31279}"/>
                </a:ext>
              </a:extLst>
            </p:cNvPr>
            <p:cNvSpPr/>
            <p:nvPr/>
          </p:nvSpPr>
          <p:spPr>
            <a:xfrm rot="5400000">
              <a:off x="6714159" y="1757939"/>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86" name="Text Box 3">
                  <a:extLst>
                    <a:ext uri="{FF2B5EF4-FFF2-40B4-BE49-F238E27FC236}">
                      <a16:creationId xmlns:a16="http://schemas.microsoft.com/office/drawing/2014/main" id="{A220A326-AB8E-A328-2561-1C66EEDF7F2A}"/>
                    </a:ext>
                  </a:extLst>
                </p:cNvPr>
                <p:cNvSpPr txBox="1">
                  <a:spLocks noChangeArrowheads="1"/>
                </p:cNvSpPr>
                <p:nvPr/>
              </p:nvSpPr>
              <p:spPr bwMode="auto">
                <a:xfrm>
                  <a:off x="8024276"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86" name="Text Box 3">
                  <a:extLst>
                    <a:ext uri="{FF2B5EF4-FFF2-40B4-BE49-F238E27FC236}">
                      <a16:creationId xmlns:a16="http://schemas.microsoft.com/office/drawing/2014/main" id="{A220A326-AB8E-A328-2561-1C66EEDF7F2A}"/>
                    </a:ext>
                  </a:extLst>
                </p:cNvPr>
                <p:cNvSpPr txBox="1">
                  <a:spLocks noRot="1" noChangeAspect="1" noMove="1" noResize="1" noEditPoints="1" noAdjustHandles="1" noChangeArrowheads="1" noChangeShapeType="1" noTextEdit="1"/>
                </p:cNvSpPr>
                <p:nvPr/>
              </p:nvSpPr>
              <p:spPr bwMode="auto">
                <a:xfrm>
                  <a:off x="8024276" y="1075784"/>
                  <a:ext cx="281901" cy="400110"/>
                </a:xfrm>
                <a:prstGeom prst="rect">
                  <a:avLst/>
                </a:prstGeom>
                <a:blipFill>
                  <a:blip r:embed="rId11"/>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Text Box 39">
                  <a:extLst>
                    <a:ext uri="{FF2B5EF4-FFF2-40B4-BE49-F238E27FC236}">
                      <a16:creationId xmlns:a16="http://schemas.microsoft.com/office/drawing/2014/main" id="{243B4110-95F5-E175-696A-49D82B5BDBC5}"/>
                    </a:ext>
                  </a:extLst>
                </p:cNvPr>
                <p:cNvSpPr txBox="1">
                  <a:spLocks noChangeArrowheads="1"/>
                </p:cNvSpPr>
                <p:nvPr/>
              </p:nvSpPr>
              <p:spPr bwMode="auto">
                <a:xfrm>
                  <a:off x="8294823" y="1420066"/>
                  <a:ext cx="500522"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90" name="Text Box 39">
                  <a:extLst>
                    <a:ext uri="{FF2B5EF4-FFF2-40B4-BE49-F238E27FC236}">
                      <a16:creationId xmlns:a16="http://schemas.microsoft.com/office/drawing/2014/main" id="{243B4110-95F5-E175-696A-49D82B5BDBC5}"/>
                    </a:ext>
                  </a:extLst>
                </p:cNvPr>
                <p:cNvSpPr txBox="1">
                  <a:spLocks noRot="1" noChangeAspect="1" noMove="1" noResize="1" noEditPoints="1" noAdjustHandles="1" noChangeArrowheads="1" noChangeShapeType="1" noTextEdit="1"/>
                </p:cNvSpPr>
                <p:nvPr/>
              </p:nvSpPr>
              <p:spPr bwMode="auto">
                <a:xfrm>
                  <a:off x="8294823" y="1420066"/>
                  <a:ext cx="500522" cy="307777"/>
                </a:xfrm>
                <a:prstGeom prst="rect">
                  <a:avLst/>
                </a:prstGeom>
                <a:blipFill>
                  <a:blip r:embed="rId12"/>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92" name="Rectangle 7">
              <a:extLst>
                <a:ext uri="{FF2B5EF4-FFF2-40B4-BE49-F238E27FC236}">
                  <a16:creationId xmlns:a16="http://schemas.microsoft.com/office/drawing/2014/main" id="{B444AC3D-32B1-0C96-5883-3B58DA3EACF2}"/>
                </a:ext>
              </a:extLst>
            </p:cNvPr>
            <p:cNvSpPr>
              <a:spLocks noChangeArrowheads="1"/>
            </p:cNvSpPr>
            <p:nvPr/>
          </p:nvSpPr>
          <p:spPr bwMode="auto">
            <a:xfrm>
              <a:off x="8062121"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93" name="Line 12">
              <a:extLst>
                <a:ext uri="{FF2B5EF4-FFF2-40B4-BE49-F238E27FC236}">
                  <a16:creationId xmlns:a16="http://schemas.microsoft.com/office/drawing/2014/main" id="{2038BD49-B3C1-DD8B-AEE3-6D4AE193F85A}"/>
                </a:ext>
              </a:extLst>
            </p:cNvPr>
            <p:cNvSpPr>
              <a:spLocks noChangeShapeType="1"/>
            </p:cNvSpPr>
            <p:nvPr/>
          </p:nvSpPr>
          <p:spPr bwMode="auto">
            <a:xfrm>
              <a:off x="7917658"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等腰三角形 94">
              <a:extLst>
                <a:ext uri="{FF2B5EF4-FFF2-40B4-BE49-F238E27FC236}">
                  <a16:creationId xmlns:a16="http://schemas.microsoft.com/office/drawing/2014/main" id="{42B52E99-4511-1FEF-6D58-492FD55FEDD6}"/>
                </a:ext>
              </a:extLst>
            </p:cNvPr>
            <p:cNvSpPr/>
            <p:nvPr/>
          </p:nvSpPr>
          <p:spPr>
            <a:xfrm rot="5400000">
              <a:off x="8024641"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99" name="Text Box 3">
                  <a:extLst>
                    <a:ext uri="{FF2B5EF4-FFF2-40B4-BE49-F238E27FC236}">
                      <a16:creationId xmlns:a16="http://schemas.microsoft.com/office/drawing/2014/main" id="{998B85D2-568F-A355-AF7E-0C72FC06C6D7}"/>
                    </a:ext>
                  </a:extLst>
                </p:cNvPr>
                <p:cNvSpPr txBox="1">
                  <a:spLocks noChangeArrowheads="1"/>
                </p:cNvSpPr>
                <p:nvPr/>
              </p:nvSpPr>
              <p:spPr bwMode="auto">
                <a:xfrm>
                  <a:off x="9365457"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99" name="Text Box 3">
                  <a:extLst>
                    <a:ext uri="{FF2B5EF4-FFF2-40B4-BE49-F238E27FC236}">
                      <a16:creationId xmlns:a16="http://schemas.microsoft.com/office/drawing/2014/main" id="{998B85D2-568F-A355-AF7E-0C72FC06C6D7}"/>
                    </a:ext>
                  </a:extLst>
                </p:cNvPr>
                <p:cNvSpPr txBox="1">
                  <a:spLocks noRot="1" noChangeAspect="1" noMove="1" noResize="1" noEditPoints="1" noAdjustHandles="1" noChangeArrowheads="1" noChangeShapeType="1" noTextEdit="1"/>
                </p:cNvSpPr>
                <p:nvPr/>
              </p:nvSpPr>
              <p:spPr bwMode="auto">
                <a:xfrm>
                  <a:off x="9365457" y="1074297"/>
                  <a:ext cx="281901" cy="400110"/>
                </a:xfrm>
                <a:prstGeom prst="rect">
                  <a:avLst/>
                </a:prstGeom>
                <a:blipFill>
                  <a:blip r:embed="rId13"/>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00" name="Rectangle 7">
              <a:extLst>
                <a:ext uri="{FF2B5EF4-FFF2-40B4-BE49-F238E27FC236}">
                  <a16:creationId xmlns:a16="http://schemas.microsoft.com/office/drawing/2014/main" id="{7025441C-E5F3-04D7-4A5B-2B3D075FAE98}"/>
                </a:ext>
              </a:extLst>
            </p:cNvPr>
            <p:cNvSpPr>
              <a:spLocks noChangeArrowheads="1"/>
            </p:cNvSpPr>
            <p:nvPr/>
          </p:nvSpPr>
          <p:spPr bwMode="auto">
            <a:xfrm>
              <a:off x="9390782"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01" name="Text Box 11">
                  <a:extLst>
                    <a:ext uri="{FF2B5EF4-FFF2-40B4-BE49-F238E27FC236}">
                      <a16:creationId xmlns:a16="http://schemas.microsoft.com/office/drawing/2014/main" id="{BD25598C-0F31-1DDC-7089-59D595553B00}"/>
                    </a:ext>
                  </a:extLst>
                </p:cNvPr>
                <p:cNvSpPr txBox="1">
                  <a:spLocks noChangeArrowheads="1"/>
                </p:cNvSpPr>
                <p:nvPr/>
              </p:nvSpPr>
              <p:spPr bwMode="auto">
                <a:xfrm>
                  <a:off x="9968252" y="1207617"/>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101" name="Text Box 11">
                  <a:extLst>
                    <a:ext uri="{FF2B5EF4-FFF2-40B4-BE49-F238E27FC236}">
                      <a16:creationId xmlns:a16="http://schemas.microsoft.com/office/drawing/2014/main" id="{BD25598C-0F31-1DDC-7089-59D595553B00}"/>
                    </a:ext>
                  </a:extLst>
                </p:cNvPr>
                <p:cNvSpPr txBox="1">
                  <a:spLocks noRot="1" noChangeAspect="1" noMove="1" noResize="1" noEditPoints="1" noAdjustHandles="1" noChangeArrowheads="1" noChangeShapeType="1" noTextEdit="1"/>
                </p:cNvSpPr>
                <p:nvPr/>
              </p:nvSpPr>
              <p:spPr bwMode="auto">
                <a:xfrm>
                  <a:off x="9968252" y="1207617"/>
                  <a:ext cx="544893" cy="400110"/>
                </a:xfrm>
                <a:prstGeom prst="rect">
                  <a:avLst/>
                </a:prstGeom>
                <a:blipFill>
                  <a:blip r:embed="rId14"/>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02" name="Line 12">
              <a:extLst>
                <a:ext uri="{FF2B5EF4-FFF2-40B4-BE49-F238E27FC236}">
                  <a16:creationId xmlns:a16="http://schemas.microsoft.com/office/drawing/2014/main" id="{A1A9E46D-F45F-41A4-1FEE-098D78D57BD6}"/>
                </a:ext>
              </a:extLst>
            </p:cNvPr>
            <p:cNvSpPr>
              <a:spLocks noChangeShapeType="1"/>
            </p:cNvSpPr>
            <p:nvPr/>
          </p:nvSpPr>
          <p:spPr bwMode="auto">
            <a:xfrm>
              <a:off x="9246319"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13">
              <a:extLst>
                <a:ext uri="{FF2B5EF4-FFF2-40B4-BE49-F238E27FC236}">
                  <a16:creationId xmlns:a16="http://schemas.microsoft.com/office/drawing/2014/main" id="{8A414734-59FC-FFE0-A3C8-3FCBE8C95270}"/>
                </a:ext>
              </a:extLst>
            </p:cNvPr>
            <p:cNvSpPr>
              <a:spLocks noChangeShapeType="1"/>
            </p:cNvSpPr>
            <p:nvPr/>
          </p:nvSpPr>
          <p:spPr bwMode="auto">
            <a:xfrm>
              <a:off x="10043244" y="1280702"/>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0">
              <a:extLst>
                <a:ext uri="{FF2B5EF4-FFF2-40B4-BE49-F238E27FC236}">
                  <a16:creationId xmlns:a16="http://schemas.microsoft.com/office/drawing/2014/main" id="{67A2D162-1254-611B-FD08-E6765B522EAA}"/>
                </a:ext>
              </a:extLst>
            </p:cNvPr>
            <p:cNvSpPr>
              <a:spLocks noChangeShapeType="1"/>
            </p:cNvSpPr>
            <p:nvPr/>
          </p:nvSpPr>
          <p:spPr bwMode="auto">
            <a:xfrm>
              <a:off x="11346582" y="1280702"/>
              <a:ext cx="2422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08" name="Text Box 39">
                  <a:extLst>
                    <a:ext uri="{FF2B5EF4-FFF2-40B4-BE49-F238E27FC236}">
                      <a16:creationId xmlns:a16="http://schemas.microsoft.com/office/drawing/2014/main" id="{4AA4DFD4-4EA0-47D0-5A7C-9E4E75DFA9C5}"/>
                    </a:ext>
                  </a:extLst>
                </p:cNvPr>
                <p:cNvSpPr txBox="1">
                  <a:spLocks noChangeArrowheads="1"/>
                </p:cNvSpPr>
                <p:nvPr/>
              </p:nvSpPr>
              <p:spPr bwMode="auto">
                <a:xfrm>
                  <a:off x="9632011" y="1418578"/>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2</m:t>
                            </m:r>
                          </m:sub>
                        </m:sSub>
                      </m:oMath>
                    </m:oMathPara>
                  </a14:m>
                  <a:endParaRPr kumimoji="1" lang="en-US" altLang="zh-CN" sz="1400" b="0" dirty="0"/>
                </a:p>
              </p:txBody>
            </p:sp>
          </mc:Choice>
          <mc:Fallback xmlns="">
            <p:sp>
              <p:nvSpPr>
                <p:cNvPr id="108" name="Text Box 39">
                  <a:extLst>
                    <a:ext uri="{FF2B5EF4-FFF2-40B4-BE49-F238E27FC236}">
                      <a16:creationId xmlns:a16="http://schemas.microsoft.com/office/drawing/2014/main" id="{4AA4DFD4-4EA0-47D0-5A7C-9E4E75DFA9C5}"/>
                    </a:ext>
                  </a:extLst>
                </p:cNvPr>
                <p:cNvSpPr txBox="1">
                  <a:spLocks noRot="1" noChangeAspect="1" noMove="1" noResize="1" noEditPoints="1" noAdjustHandles="1" noChangeArrowheads="1" noChangeShapeType="1" noTextEdit="1"/>
                </p:cNvSpPr>
                <p:nvPr/>
              </p:nvSpPr>
              <p:spPr bwMode="auto">
                <a:xfrm>
                  <a:off x="9632011" y="1418578"/>
                  <a:ext cx="504689" cy="307777"/>
                </a:xfrm>
                <a:prstGeom prst="rect">
                  <a:avLst/>
                </a:prstGeom>
                <a:blipFill>
                  <a:blip r:embed="rId15"/>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09" name="等腰三角形 108">
              <a:extLst>
                <a:ext uri="{FF2B5EF4-FFF2-40B4-BE49-F238E27FC236}">
                  <a16:creationId xmlns:a16="http://schemas.microsoft.com/office/drawing/2014/main" id="{1A8C90FC-493A-3D26-C789-A42CAFF61A63}"/>
                </a:ext>
              </a:extLst>
            </p:cNvPr>
            <p:cNvSpPr/>
            <p:nvPr/>
          </p:nvSpPr>
          <p:spPr>
            <a:xfrm rot="5400000">
              <a:off x="9353302"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10" name="Text Box 3">
                  <a:extLst>
                    <a:ext uri="{FF2B5EF4-FFF2-40B4-BE49-F238E27FC236}">
                      <a16:creationId xmlns:a16="http://schemas.microsoft.com/office/drawing/2014/main" id="{2A751656-55E2-339B-E291-07058E7DFDD8}"/>
                    </a:ext>
                  </a:extLst>
                </p:cNvPr>
                <p:cNvSpPr txBox="1">
                  <a:spLocks noChangeArrowheads="1"/>
                </p:cNvSpPr>
                <p:nvPr/>
              </p:nvSpPr>
              <p:spPr bwMode="auto">
                <a:xfrm>
                  <a:off x="10663419"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10" name="Text Box 3">
                  <a:extLst>
                    <a:ext uri="{FF2B5EF4-FFF2-40B4-BE49-F238E27FC236}">
                      <a16:creationId xmlns:a16="http://schemas.microsoft.com/office/drawing/2014/main" id="{2A751656-55E2-339B-E291-07058E7DFDD8}"/>
                    </a:ext>
                  </a:extLst>
                </p:cNvPr>
                <p:cNvSpPr txBox="1">
                  <a:spLocks noRot="1" noChangeAspect="1" noMove="1" noResize="1" noEditPoints="1" noAdjustHandles="1" noChangeArrowheads="1" noChangeShapeType="1" noTextEdit="1"/>
                </p:cNvSpPr>
                <p:nvPr/>
              </p:nvSpPr>
              <p:spPr bwMode="auto">
                <a:xfrm>
                  <a:off x="10663419" y="1074297"/>
                  <a:ext cx="281901" cy="400110"/>
                </a:xfrm>
                <a:prstGeom prst="rect">
                  <a:avLst/>
                </a:prstGeom>
                <a:blipFill>
                  <a:blip r:embed="rId16"/>
                  <a:stretch>
                    <a:fillRect r="-26087"/>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Text Box 39">
                  <a:extLst>
                    <a:ext uri="{FF2B5EF4-FFF2-40B4-BE49-F238E27FC236}">
                      <a16:creationId xmlns:a16="http://schemas.microsoft.com/office/drawing/2014/main" id="{4C6D1455-4E0B-09A9-38FB-EE4ADB86529C}"/>
                    </a:ext>
                  </a:extLst>
                </p:cNvPr>
                <p:cNvSpPr txBox="1">
                  <a:spLocks noChangeArrowheads="1"/>
                </p:cNvSpPr>
                <p:nvPr/>
              </p:nvSpPr>
              <p:spPr bwMode="auto">
                <a:xfrm>
                  <a:off x="10933966" y="1418579"/>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3</m:t>
                            </m:r>
                          </m:sub>
                        </m:sSub>
                      </m:oMath>
                    </m:oMathPara>
                  </a14:m>
                  <a:endParaRPr kumimoji="1" lang="en-US" altLang="zh-CN" sz="1400" b="0" dirty="0"/>
                </a:p>
              </p:txBody>
            </p:sp>
          </mc:Choice>
          <mc:Fallback xmlns="">
            <p:sp>
              <p:nvSpPr>
                <p:cNvPr id="111" name="Text Box 39">
                  <a:extLst>
                    <a:ext uri="{FF2B5EF4-FFF2-40B4-BE49-F238E27FC236}">
                      <a16:creationId xmlns:a16="http://schemas.microsoft.com/office/drawing/2014/main" id="{4C6D1455-4E0B-09A9-38FB-EE4ADB86529C}"/>
                    </a:ext>
                  </a:extLst>
                </p:cNvPr>
                <p:cNvSpPr txBox="1">
                  <a:spLocks noRot="1" noChangeAspect="1" noMove="1" noResize="1" noEditPoints="1" noAdjustHandles="1" noChangeArrowheads="1" noChangeShapeType="1" noTextEdit="1"/>
                </p:cNvSpPr>
                <p:nvPr/>
              </p:nvSpPr>
              <p:spPr bwMode="auto">
                <a:xfrm>
                  <a:off x="10933966" y="1418579"/>
                  <a:ext cx="504689" cy="307777"/>
                </a:xfrm>
                <a:prstGeom prst="rect">
                  <a:avLst/>
                </a:prstGeom>
                <a:blipFill>
                  <a:blip r:embed="rId17"/>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12" name="Rectangle 7">
              <a:extLst>
                <a:ext uri="{FF2B5EF4-FFF2-40B4-BE49-F238E27FC236}">
                  <a16:creationId xmlns:a16="http://schemas.microsoft.com/office/drawing/2014/main" id="{4A8856FD-E260-C785-94BB-20ED5F0555D0}"/>
                </a:ext>
              </a:extLst>
            </p:cNvPr>
            <p:cNvSpPr>
              <a:spLocks noChangeArrowheads="1"/>
            </p:cNvSpPr>
            <p:nvPr/>
          </p:nvSpPr>
          <p:spPr bwMode="auto">
            <a:xfrm>
              <a:off x="10701264" y="1142690"/>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113" name="Line 12">
              <a:extLst>
                <a:ext uri="{FF2B5EF4-FFF2-40B4-BE49-F238E27FC236}">
                  <a16:creationId xmlns:a16="http://schemas.microsoft.com/office/drawing/2014/main" id="{75E12692-B490-7CD6-57E1-702DB9D98C4F}"/>
                </a:ext>
              </a:extLst>
            </p:cNvPr>
            <p:cNvSpPr>
              <a:spLocks noChangeShapeType="1"/>
            </p:cNvSpPr>
            <p:nvPr/>
          </p:nvSpPr>
          <p:spPr bwMode="auto">
            <a:xfrm>
              <a:off x="10556801" y="1805765"/>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等腰三角形 114">
              <a:extLst>
                <a:ext uri="{FF2B5EF4-FFF2-40B4-BE49-F238E27FC236}">
                  <a16:creationId xmlns:a16="http://schemas.microsoft.com/office/drawing/2014/main" id="{B953F236-5A1A-1EA1-9849-72C1BB4A031C}"/>
                </a:ext>
              </a:extLst>
            </p:cNvPr>
            <p:cNvSpPr/>
            <p:nvPr/>
          </p:nvSpPr>
          <p:spPr>
            <a:xfrm rot="5400000">
              <a:off x="10663784" y="175496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17" name="Line 12">
              <a:extLst>
                <a:ext uri="{FF2B5EF4-FFF2-40B4-BE49-F238E27FC236}">
                  <a16:creationId xmlns:a16="http://schemas.microsoft.com/office/drawing/2014/main" id="{081797CF-C761-4229-5F8D-F1755D360A6D}"/>
                </a:ext>
              </a:extLst>
            </p:cNvPr>
            <p:cNvSpPr>
              <a:spLocks noChangeShapeType="1"/>
            </p:cNvSpPr>
            <p:nvPr/>
          </p:nvSpPr>
          <p:spPr bwMode="auto">
            <a:xfrm rot="5400000">
              <a:off x="10307660"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37">
              <a:extLst>
                <a:ext uri="{FF2B5EF4-FFF2-40B4-BE49-F238E27FC236}">
                  <a16:creationId xmlns:a16="http://schemas.microsoft.com/office/drawing/2014/main" id="{7FF4C78B-6EF4-44B1-176D-227A06B0C993}"/>
                </a:ext>
              </a:extLst>
            </p:cNvPr>
            <p:cNvSpPr>
              <a:spLocks noChangeShapeType="1"/>
            </p:cNvSpPr>
            <p:nvPr/>
          </p:nvSpPr>
          <p:spPr bwMode="auto">
            <a:xfrm flipV="1">
              <a:off x="11576451" y="931911"/>
              <a:ext cx="0" cy="351876"/>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12">
              <a:extLst>
                <a:ext uri="{FF2B5EF4-FFF2-40B4-BE49-F238E27FC236}">
                  <a16:creationId xmlns:a16="http://schemas.microsoft.com/office/drawing/2014/main" id="{35E31857-B244-3844-A625-52D337B99E63}"/>
                </a:ext>
              </a:extLst>
            </p:cNvPr>
            <p:cNvSpPr>
              <a:spLocks noChangeShapeType="1"/>
            </p:cNvSpPr>
            <p:nvPr/>
          </p:nvSpPr>
          <p:spPr bwMode="auto">
            <a:xfrm rot="5400000">
              <a:off x="8996552"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12">
              <a:extLst>
                <a:ext uri="{FF2B5EF4-FFF2-40B4-BE49-F238E27FC236}">
                  <a16:creationId xmlns:a16="http://schemas.microsoft.com/office/drawing/2014/main" id="{1597B532-2214-2B61-E60F-3DDCA6FFA70A}"/>
                </a:ext>
              </a:extLst>
            </p:cNvPr>
            <p:cNvSpPr>
              <a:spLocks noChangeShapeType="1"/>
            </p:cNvSpPr>
            <p:nvPr/>
          </p:nvSpPr>
          <p:spPr bwMode="auto">
            <a:xfrm rot="5400000">
              <a:off x="7667891"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12">
              <a:extLst>
                <a:ext uri="{FF2B5EF4-FFF2-40B4-BE49-F238E27FC236}">
                  <a16:creationId xmlns:a16="http://schemas.microsoft.com/office/drawing/2014/main" id="{D54E8F56-3E3E-8CCB-FBA8-94CC08DDD283}"/>
                </a:ext>
              </a:extLst>
            </p:cNvPr>
            <p:cNvSpPr>
              <a:spLocks noChangeShapeType="1"/>
            </p:cNvSpPr>
            <p:nvPr/>
          </p:nvSpPr>
          <p:spPr bwMode="auto">
            <a:xfrm rot="5400000">
              <a:off x="6357409"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椭圆 123">
              <a:extLst>
                <a:ext uri="{FF2B5EF4-FFF2-40B4-BE49-F238E27FC236}">
                  <a16:creationId xmlns:a16="http://schemas.microsoft.com/office/drawing/2014/main" id="{79995258-564E-5DE6-D78E-73D1BF954D40}"/>
                </a:ext>
              </a:extLst>
            </p:cNvPr>
            <p:cNvSpPr/>
            <p:nvPr/>
          </p:nvSpPr>
          <p:spPr>
            <a:xfrm flipV="1">
              <a:off x="6559887"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5" name="椭圆 124">
              <a:extLst>
                <a:ext uri="{FF2B5EF4-FFF2-40B4-BE49-F238E27FC236}">
                  <a16:creationId xmlns:a16="http://schemas.microsoft.com/office/drawing/2014/main" id="{6C8357D4-DBA0-14E5-16C1-2299C402EE12}"/>
                </a:ext>
              </a:extLst>
            </p:cNvPr>
            <p:cNvSpPr/>
            <p:nvPr/>
          </p:nvSpPr>
          <p:spPr>
            <a:xfrm flipV="1">
              <a:off x="7870198"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6" name="椭圆 125">
              <a:extLst>
                <a:ext uri="{FF2B5EF4-FFF2-40B4-BE49-F238E27FC236}">
                  <a16:creationId xmlns:a16="http://schemas.microsoft.com/office/drawing/2014/main" id="{FAD04782-B28F-7192-DF5E-36955910FDF6}"/>
                </a:ext>
              </a:extLst>
            </p:cNvPr>
            <p:cNvSpPr/>
            <p:nvPr/>
          </p:nvSpPr>
          <p:spPr>
            <a:xfrm flipV="1">
              <a:off x="9198379"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127" name="椭圆 126">
            <a:extLst>
              <a:ext uri="{FF2B5EF4-FFF2-40B4-BE49-F238E27FC236}">
                <a16:creationId xmlns:a16="http://schemas.microsoft.com/office/drawing/2014/main" id="{C048F98A-E4CF-028C-562F-AB0185E4223F}"/>
              </a:ext>
            </a:extLst>
          </p:cNvPr>
          <p:cNvSpPr/>
          <p:nvPr/>
        </p:nvSpPr>
        <p:spPr>
          <a:xfrm>
            <a:off x="360000"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0001</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128" name="弧形 127">
            <a:extLst>
              <a:ext uri="{FF2B5EF4-FFF2-40B4-BE49-F238E27FC236}">
                <a16:creationId xmlns:a16="http://schemas.microsoft.com/office/drawing/2014/main" id="{FD5EE0B8-6E97-5CED-C08D-011D8A775CA1}"/>
              </a:ext>
            </a:extLst>
          </p:cNvPr>
          <p:cNvSpPr/>
          <p:nvPr/>
        </p:nvSpPr>
        <p:spPr>
          <a:xfrm>
            <a:off x="11683580" y="3545518"/>
            <a:ext cx="369098" cy="388103"/>
          </a:xfrm>
          <a:prstGeom prst="arc">
            <a:avLst>
              <a:gd name="adj1" fmla="val 12930028"/>
              <a:gd name="adj2" fmla="val 7862437"/>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9" name="椭圆 128">
            <a:extLst>
              <a:ext uri="{FF2B5EF4-FFF2-40B4-BE49-F238E27FC236}">
                <a16:creationId xmlns:a16="http://schemas.microsoft.com/office/drawing/2014/main" id="{1C1162E4-2C01-3E42-ECB8-170F7BCD9540}"/>
              </a:ext>
            </a:extLst>
          </p:cNvPr>
          <p:cNvSpPr/>
          <p:nvPr/>
        </p:nvSpPr>
        <p:spPr>
          <a:xfrm>
            <a:off x="1858912" y="3459408"/>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0010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130" name="椭圆 129">
            <a:extLst>
              <a:ext uri="{FF2B5EF4-FFF2-40B4-BE49-F238E27FC236}">
                <a16:creationId xmlns:a16="http://schemas.microsoft.com/office/drawing/2014/main" id="{5DF18A74-23B6-8DB9-1F54-EACE2FEECEF0}"/>
              </a:ext>
            </a:extLst>
          </p:cNvPr>
          <p:cNvSpPr/>
          <p:nvPr/>
        </p:nvSpPr>
        <p:spPr>
          <a:xfrm>
            <a:off x="1858912"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0100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131" name="椭圆 130">
            <a:extLst>
              <a:ext uri="{FF2B5EF4-FFF2-40B4-BE49-F238E27FC236}">
                <a16:creationId xmlns:a16="http://schemas.microsoft.com/office/drawing/2014/main" id="{46922660-14BD-1991-7AC2-2AD7D12BBBA6}"/>
              </a:ext>
            </a:extLst>
          </p:cNvPr>
          <p:cNvSpPr/>
          <p:nvPr/>
        </p:nvSpPr>
        <p:spPr>
          <a:xfrm>
            <a:off x="360000"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1000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132" name="直接箭头连接符 131">
            <a:extLst>
              <a:ext uri="{FF2B5EF4-FFF2-40B4-BE49-F238E27FC236}">
                <a16:creationId xmlns:a16="http://schemas.microsoft.com/office/drawing/2014/main" id="{42B5233E-D7D6-32F4-A35A-CBB4A8BAE745}"/>
              </a:ext>
            </a:extLst>
          </p:cNvPr>
          <p:cNvCxnSpPr>
            <a:cxnSpLocks/>
            <a:stCxn id="127" idx="6"/>
            <a:endCxn id="129" idx="2"/>
          </p:cNvCxnSpPr>
          <p:nvPr/>
        </p:nvCxnSpPr>
        <p:spPr>
          <a:xfrm flipV="1">
            <a:off x="1508260" y="3751916"/>
            <a:ext cx="350652" cy="19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B751A42F-CD00-9469-C261-294414184FD6}"/>
              </a:ext>
            </a:extLst>
          </p:cNvPr>
          <p:cNvCxnSpPr>
            <a:cxnSpLocks/>
            <a:stCxn id="129" idx="4"/>
            <a:endCxn id="130" idx="0"/>
          </p:cNvCxnSpPr>
          <p:nvPr/>
        </p:nvCxnSpPr>
        <p:spPr>
          <a:xfrm>
            <a:off x="2433042" y="4044424"/>
            <a:ext cx="0" cy="3475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F760A1E0-361C-9B66-4003-344BD1125AB3}"/>
              </a:ext>
            </a:extLst>
          </p:cNvPr>
          <p:cNvCxnSpPr>
            <a:cxnSpLocks/>
            <a:stCxn id="130" idx="2"/>
            <a:endCxn id="131" idx="6"/>
          </p:cNvCxnSpPr>
          <p:nvPr/>
        </p:nvCxnSpPr>
        <p:spPr>
          <a:xfrm flipH="1">
            <a:off x="1508260" y="46845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66F7E42C-1816-3D6C-27BB-6D73BF3DA4EA}"/>
              </a:ext>
            </a:extLst>
          </p:cNvPr>
          <p:cNvCxnSpPr>
            <a:cxnSpLocks/>
            <a:stCxn id="131" idx="0"/>
            <a:endCxn id="127" idx="4"/>
          </p:cNvCxnSpPr>
          <p:nvPr/>
        </p:nvCxnSpPr>
        <p:spPr>
          <a:xfrm flipV="1">
            <a:off x="934130" y="4044616"/>
            <a:ext cx="0" cy="3473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4" name="椭圆 153">
            <a:extLst>
              <a:ext uri="{FF2B5EF4-FFF2-40B4-BE49-F238E27FC236}">
                <a16:creationId xmlns:a16="http://schemas.microsoft.com/office/drawing/2014/main" id="{EFB7621F-5467-687C-BA0D-A359E39CD677}"/>
              </a:ext>
            </a:extLst>
          </p:cNvPr>
          <p:cNvSpPr/>
          <p:nvPr/>
        </p:nvSpPr>
        <p:spPr>
          <a:xfrm>
            <a:off x="3407992"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1110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5" name="椭圆 154">
            <a:extLst>
              <a:ext uri="{FF2B5EF4-FFF2-40B4-BE49-F238E27FC236}">
                <a16:creationId xmlns:a16="http://schemas.microsoft.com/office/drawing/2014/main" id="{792BA936-65AD-06AE-D1F1-6E3555C8A92A}"/>
              </a:ext>
            </a:extLst>
          </p:cNvPr>
          <p:cNvSpPr/>
          <p:nvPr/>
        </p:nvSpPr>
        <p:spPr>
          <a:xfrm>
            <a:off x="4906904"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1101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6" name="椭圆 155">
            <a:extLst>
              <a:ext uri="{FF2B5EF4-FFF2-40B4-BE49-F238E27FC236}">
                <a16:creationId xmlns:a16="http://schemas.microsoft.com/office/drawing/2014/main" id="{2604FE69-6F30-8E1D-9B65-8EDF88251FB8}"/>
              </a:ext>
            </a:extLst>
          </p:cNvPr>
          <p:cNvSpPr/>
          <p:nvPr/>
        </p:nvSpPr>
        <p:spPr>
          <a:xfrm>
            <a:off x="4906904"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1011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7" name="椭圆 156">
            <a:extLst>
              <a:ext uri="{FF2B5EF4-FFF2-40B4-BE49-F238E27FC236}">
                <a16:creationId xmlns:a16="http://schemas.microsoft.com/office/drawing/2014/main" id="{BC43BE27-2E16-840D-522E-FDFF41BEE2D8}"/>
              </a:ext>
            </a:extLst>
          </p:cNvPr>
          <p:cNvSpPr/>
          <p:nvPr/>
        </p:nvSpPr>
        <p:spPr>
          <a:xfrm>
            <a:off x="3407992"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0111</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58" name="直接箭头连接符 157">
            <a:extLst>
              <a:ext uri="{FF2B5EF4-FFF2-40B4-BE49-F238E27FC236}">
                <a16:creationId xmlns:a16="http://schemas.microsoft.com/office/drawing/2014/main" id="{0203A812-30CC-C528-1A8E-79CFA93964F0}"/>
              </a:ext>
            </a:extLst>
          </p:cNvPr>
          <p:cNvCxnSpPr>
            <a:cxnSpLocks/>
            <a:stCxn id="154" idx="6"/>
            <a:endCxn id="155" idx="2"/>
          </p:cNvCxnSpPr>
          <p:nvPr/>
        </p:nvCxnSpPr>
        <p:spPr>
          <a:xfrm>
            <a:off x="4556252" y="37521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6BE012E0-A55E-F826-2CAA-9C062CF42DE6}"/>
              </a:ext>
            </a:extLst>
          </p:cNvPr>
          <p:cNvCxnSpPr>
            <a:cxnSpLocks/>
            <a:stCxn id="155" idx="4"/>
            <a:endCxn id="156" idx="0"/>
          </p:cNvCxnSpPr>
          <p:nvPr/>
        </p:nvCxnSpPr>
        <p:spPr>
          <a:xfrm>
            <a:off x="5481034" y="4044616"/>
            <a:ext cx="0" cy="3473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35970D61-9402-B329-2927-CCA011AF75C1}"/>
              </a:ext>
            </a:extLst>
          </p:cNvPr>
          <p:cNvCxnSpPr>
            <a:cxnSpLocks/>
            <a:stCxn id="156" idx="2"/>
            <a:endCxn id="157" idx="6"/>
          </p:cNvCxnSpPr>
          <p:nvPr/>
        </p:nvCxnSpPr>
        <p:spPr>
          <a:xfrm flipH="1">
            <a:off x="4556252" y="46845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139D7A43-1E12-BAB8-A766-F8EB8381581F}"/>
              </a:ext>
            </a:extLst>
          </p:cNvPr>
          <p:cNvCxnSpPr>
            <a:cxnSpLocks/>
            <a:stCxn id="157" idx="0"/>
            <a:endCxn id="154" idx="4"/>
          </p:cNvCxnSpPr>
          <p:nvPr/>
        </p:nvCxnSpPr>
        <p:spPr>
          <a:xfrm flipV="1">
            <a:off x="3982122" y="4044616"/>
            <a:ext cx="0" cy="3473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2" name="椭圆 161">
            <a:extLst>
              <a:ext uri="{FF2B5EF4-FFF2-40B4-BE49-F238E27FC236}">
                <a16:creationId xmlns:a16="http://schemas.microsoft.com/office/drawing/2014/main" id="{F198987E-BD59-877B-1FDC-B8CC8619DEE9}"/>
              </a:ext>
            </a:extLst>
          </p:cNvPr>
          <p:cNvSpPr/>
          <p:nvPr/>
        </p:nvSpPr>
        <p:spPr>
          <a:xfrm>
            <a:off x="6306701"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1100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63" name="椭圆 162">
            <a:extLst>
              <a:ext uri="{FF2B5EF4-FFF2-40B4-BE49-F238E27FC236}">
                <a16:creationId xmlns:a16="http://schemas.microsoft.com/office/drawing/2014/main" id="{F65EBE83-82A9-9210-45E5-1D0D858ECB6E}"/>
              </a:ext>
            </a:extLst>
          </p:cNvPr>
          <p:cNvSpPr/>
          <p:nvPr/>
        </p:nvSpPr>
        <p:spPr>
          <a:xfrm>
            <a:off x="7805613"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64" name="椭圆 163">
            <a:extLst>
              <a:ext uri="{FF2B5EF4-FFF2-40B4-BE49-F238E27FC236}">
                <a16:creationId xmlns:a16="http://schemas.microsoft.com/office/drawing/2014/main" id="{CA5B18CF-A0B2-DDE0-E62B-BFFB2BA3A723}"/>
              </a:ext>
            </a:extLst>
          </p:cNvPr>
          <p:cNvSpPr/>
          <p:nvPr/>
        </p:nvSpPr>
        <p:spPr>
          <a:xfrm>
            <a:off x="7805613"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0011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65" name="椭圆 164">
            <a:extLst>
              <a:ext uri="{FF2B5EF4-FFF2-40B4-BE49-F238E27FC236}">
                <a16:creationId xmlns:a16="http://schemas.microsoft.com/office/drawing/2014/main" id="{90CAF22C-F74E-CA3E-B376-4AFC598D5A2F}"/>
              </a:ext>
            </a:extLst>
          </p:cNvPr>
          <p:cNvSpPr/>
          <p:nvPr/>
        </p:nvSpPr>
        <p:spPr>
          <a:xfrm>
            <a:off x="6306701"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66" name="直接箭头连接符 165">
            <a:extLst>
              <a:ext uri="{FF2B5EF4-FFF2-40B4-BE49-F238E27FC236}">
                <a16:creationId xmlns:a16="http://schemas.microsoft.com/office/drawing/2014/main" id="{2CD1E6C7-3D1B-55A4-53B6-2A7E0A942195}"/>
              </a:ext>
            </a:extLst>
          </p:cNvPr>
          <p:cNvCxnSpPr>
            <a:cxnSpLocks/>
            <a:stCxn id="162" idx="6"/>
            <a:endCxn id="163" idx="2"/>
          </p:cNvCxnSpPr>
          <p:nvPr/>
        </p:nvCxnSpPr>
        <p:spPr>
          <a:xfrm>
            <a:off x="7454961" y="37521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3CDB77E6-B083-AF1A-C636-0861DABBA653}"/>
              </a:ext>
            </a:extLst>
          </p:cNvPr>
          <p:cNvCxnSpPr>
            <a:cxnSpLocks/>
            <a:stCxn id="163" idx="4"/>
            <a:endCxn id="164" idx="0"/>
          </p:cNvCxnSpPr>
          <p:nvPr/>
        </p:nvCxnSpPr>
        <p:spPr>
          <a:xfrm>
            <a:off x="8379743" y="4044616"/>
            <a:ext cx="0" cy="3473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24DA9352-A0E5-BDAA-5CAE-9016A4C188C8}"/>
              </a:ext>
            </a:extLst>
          </p:cNvPr>
          <p:cNvCxnSpPr>
            <a:cxnSpLocks/>
            <a:stCxn id="164" idx="2"/>
            <a:endCxn id="165" idx="6"/>
          </p:cNvCxnSpPr>
          <p:nvPr/>
        </p:nvCxnSpPr>
        <p:spPr>
          <a:xfrm flipH="1">
            <a:off x="7454961" y="46845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9" name="直接箭头连接符 168">
            <a:extLst>
              <a:ext uri="{FF2B5EF4-FFF2-40B4-BE49-F238E27FC236}">
                <a16:creationId xmlns:a16="http://schemas.microsoft.com/office/drawing/2014/main" id="{B77F59AE-F7EB-D48C-F3E9-F68DBE4EF81D}"/>
              </a:ext>
            </a:extLst>
          </p:cNvPr>
          <p:cNvCxnSpPr>
            <a:cxnSpLocks/>
            <a:stCxn id="165" idx="0"/>
            <a:endCxn id="162" idx="4"/>
          </p:cNvCxnSpPr>
          <p:nvPr/>
        </p:nvCxnSpPr>
        <p:spPr>
          <a:xfrm flipV="1">
            <a:off x="6880831" y="4044616"/>
            <a:ext cx="0" cy="3473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3" name="椭圆 172">
            <a:extLst>
              <a:ext uri="{FF2B5EF4-FFF2-40B4-BE49-F238E27FC236}">
                <a16:creationId xmlns:a16="http://schemas.microsoft.com/office/drawing/2014/main" id="{68CE9E0B-CF85-2AF3-23EA-9A5528115509}"/>
              </a:ext>
            </a:extLst>
          </p:cNvPr>
          <p:cNvSpPr/>
          <p:nvPr/>
        </p:nvSpPr>
        <p:spPr>
          <a:xfrm>
            <a:off x="9220615"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74" name="椭圆 173">
            <a:extLst>
              <a:ext uri="{FF2B5EF4-FFF2-40B4-BE49-F238E27FC236}">
                <a16:creationId xmlns:a16="http://schemas.microsoft.com/office/drawing/2014/main" id="{4ED23ABF-9461-C8F8-798D-249C6262F615}"/>
              </a:ext>
            </a:extLst>
          </p:cNvPr>
          <p:cNvSpPr/>
          <p:nvPr/>
        </p:nvSpPr>
        <p:spPr>
          <a:xfrm>
            <a:off x="9220615"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75" name="直接箭头连接符 174">
            <a:extLst>
              <a:ext uri="{FF2B5EF4-FFF2-40B4-BE49-F238E27FC236}">
                <a16:creationId xmlns:a16="http://schemas.microsoft.com/office/drawing/2014/main" id="{76D2CC42-3728-7432-6651-9BEF91F57D18}"/>
              </a:ext>
            </a:extLst>
          </p:cNvPr>
          <p:cNvCxnSpPr>
            <a:cxnSpLocks/>
          </p:cNvCxnSpPr>
          <p:nvPr/>
        </p:nvCxnSpPr>
        <p:spPr>
          <a:xfrm>
            <a:off x="9626126" y="4031854"/>
            <a:ext cx="0" cy="36076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8747B783-FA3A-877C-2F95-B797EA4B5B54}"/>
              </a:ext>
            </a:extLst>
          </p:cNvPr>
          <p:cNvCxnSpPr>
            <a:cxnSpLocks/>
          </p:cNvCxnSpPr>
          <p:nvPr/>
        </p:nvCxnSpPr>
        <p:spPr>
          <a:xfrm flipV="1">
            <a:off x="9961740" y="4043516"/>
            <a:ext cx="0" cy="36076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1" name="椭圆 180">
            <a:extLst>
              <a:ext uri="{FF2B5EF4-FFF2-40B4-BE49-F238E27FC236}">
                <a16:creationId xmlns:a16="http://schemas.microsoft.com/office/drawing/2014/main" id="{539FA4D7-BC28-E801-6E80-B015CFF5D007}"/>
              </a:ext>
            </a:extLst>
          </p:cNvPr>
          <p:cNvSpPr/>
          <p:nvPr/>
        </p:nvSpPr>
        <p:spPr>
          <a:xfrm>
            <a:off x="10635617" y="34596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0000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82" name="椭圆 181">
            <a:extLst>
              <a:ext uri="{FF2B5EF4-FFF2-40B4-BE49-F238E27FC236}">
                <a16:creationId xmlns:a16="http://schemas.microsoft.com/office/drawing/2014/main" id="{D44B455A-2297-3123-2ADE-C7F3E677F7F0}"/>
              </a:ext>
            </a:extLst>
          </p:cNvPr>
          <p:cNvSpPr/>
          <p:nvPr/>
        </p:nvSpPr>
        <p:spPr>
          <a:xfrm>
            <a:off x="10635617" y="4392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1111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8B6D3F85-7AF7-27FE-E917-FAADC8AE0A4A}"/>
              </a:ext>
            </a:extLst>
          </p:cNvPr>
          <p:cNvSpPr txBox="1"/>
          <p:nvPr/>
        </p:nvSpPr>
        <p:spPr>
          <a:xfrm>
            <a:off x="1256568" y="5022335"/>
            <a:ext cx="854036" cy="497957"/>
          </a:xfrm>
          <a:prstGeom prst="rect">
            <a:avLst/>
          </a:prstGeom>
          <a:noFill/>
        </p:spPr>
        <p:txBody>
          <a:bodyPr wrap="square">
            <a:spAutoFit/>
          </a:bodyPr>
          <a:lstStyle/>
          <a:p>
            <a:pPr algn="ctr">
              <a:lnSpc>
                <a:spcPct val="120000"/>
              </a:lnSpc>
              <a:spcAft>
                <a:spcPts val="600"/>
              </a:spcAft>
            </a:pPr>
            <a:r>
              <a:rPr lang="en-US" altLang="zh-CN" sz="2400" dirty="0">
                <a:latin typeface="微软雅黑" panose="020B0503020204020204" pitchFamily="34" charset="-122"/>
                <a:ea typeface="微软雅黑" panose="020B0503020204020204" pitchFamily="34" charset="-122"/>
              </a:rPr>
              <a:t>(a)</a:t>
            </a:r>
          </a:p>
        </p:txBody>
      </p:sp>
      <p:sp>
        <p:nvSpPr>
          <p:cNvPr id="187" name="文本框 186">
            <a:extLst>
              <a:ext uri="{FF2B5EF4-FFF2-40B4-BE49-F238E27FC236}">
                <a16:creationId xmlns:a16="http://schemas.microsoft.com/office/drawing/2014/main" id="{F5E9F5D9-3D0C-30AD-2D7C-06ADBF06ED6B}"/>
              </a:ext>
            </a:extLst>
          </p:cNvPr>
          <p:cNvSpPr txBox="1"/>
          <p:nvPr/>
        </p:nvSpPr>
        <p:spPr>
          <a:xfrm>
            <a:off x="4304560" y="5022335"/>
            <a:ext cx="854036" cy="497957"/>
          </a:xfrm>
          <a:prstGeom prst="rect">
            <a:avLst/>
          </a:prstGeom>
          <a:noFill/>
        </p:spPr>
        <p:txBody>
          <a:bodyPr wrap="square">
            <a:spAutoFit/>
          </a:bodyPr>
          <a:lstStyle/>
          <a:p>
            <a:pPr algn="ctr">
              <a:lnSpc>
                <a:spcPct val="120000"/>
              </a:lnSpc>
              <a:spcAft>
                <a:spcPts val="600"/>
              </a:spcAft>
            </a:pPr>
            <a:r>
              <a:rPr lang="en-US" altLang="zh-CN" sz="2400" dirty="0">
                <a:latin typeface="微软雅黑" panose="020B0503020204020204" pitchFamily="34" charset="-122"/>
                <a:ea typeface="微软雅黑" panose="020B0503020204020204" pitchFamily="34" charset="-122"/>
              </a:rPr>
              <a:t>(b)</a:t>
            </a:r>
          </a:p>
        </p:txBody>
      </p:sp>
      <p:sp>
        <p:nvSpPr>
          <p:cNvPr id="188" name="文本框 187">
            <a:extLst>
              <a:ext uri="{FF2B5EF4-FFF2-40B4-BE49-F238E27FC236}">
                <a16:creationId xmlns:a16="http://schemas.microsoft.com/office/drawing/2014/main" id="{51FB5F9E-561E-97D0-3844-E3C294A4B59E}"/>
              </a:ext>
            </a:extLst>
          </p:cNvPr>
          <p:cNvSpPr txBox="1"/>
          <p:nvPr/>
        </p:nvSpPr>
        <p:spPr>
          <a:xfrm>
            <a:off x="7203269" y="5022335"/>
            <a:ext cx="854036" cy="497957"/>
          </a:xfrm>
          <a:prstGeom prst="rect">
            <a:avLst/>
          </a:prstGeom>
          <a:noFill/>
        </p:spPr>
        <p:txBody>
          <a:bodyPr wrap="square">
            <a:spAutoFit/>
          </a:bodyPr>
          <a:lstStyle/>
          <a:p>
            <a:pPr algn="ctr">
              <a:lnSpc>
                <a:spcPct val="120000"/>
              </a:lnSpc>
              <a:spcAft>
                <a:spcPts val="600"/>
              </a:spcAft>
            </a:pPr>
            <a:r>
              <a:rPr lang="en-US" altLang="zh-CN" sz="2400" dirty="0">
                <a:latin typeface="微软雅黑" panose="020B0503020204020204" pitchFamily="34" charset="-122"/>
                <a:ea typeface="微软雅黑" panose="020B0503020204020204" pitchFamily="34" charset="-122"/>
              </a:rPr>
              <a:t>(c)</a:t>
            </a:r>
          </a:p>
        </p:txBody>
      </p:sp>
      <p:sp>
        <p:nvSpPr>
          <p:cNvPr id="189" name="文本框 188">
            <a:extLst>
              <a:ext uri="{FF2B5EF4-FFF2-40B4-BE49-F238E27FC236}">
                <a16:creationId xmlns:a16="http://schemas.microsoft.com/office/drawing/2014/main" id="{CCB639FA-D6C1-B4E7-50BD-C7A9C17421B5}"/>
              </a:ext>
            </a:extLst>
          </p:cNvPr>
          <p:cNvSpPr txBox="1"/>
          <p:nvPr/>
        </p:nvSpPr>
        <p:spPr>
          <a:xfrm>
            <a:off x="9367727" y="5022335"/>
            <a:ext cx="854036" cy="497957"/>
          </a:xfrm>
          <a:prstGeom prst="rect">
            <a:avLst/>
          </a:prstGeom>
          <a:noFill/>
        </p:spPr>
        <p:txBody>
          <a:bodyPr wrap="square">
            <a:spAutoFit/>
          </a:bodyPr>
          <a:lstStyle/>
          <a:p>
            <a:pPr algn="ctr">
              <a:lnSpc>
                <a:spcPct val="120000"/>
              </a:lnSpc>
              <a:spcAft>
                <a:spcPts val="600"/>
              </a:spcAft>
            </a:pPr>
            <a:r>
              <a:rPr lang="en-US" altLang="zh-CN" sz="2400" dirty="0">
                <a:latin typeface="微软雅黑" panose="020B0503020204020204" pitchFamily="34" charset="-122"/>
                <a:ea typeface="微软雅黑" panose="020B0503020204020204" pitchFamily="34" charset="-122"/>
              </a:rPr>
              <a:t>(d)</a:t>
            </a:r>
          </a:p>
        </p:txBody>
      </p:sp>
      <p:sp>
        <p:nvSpPr>
          <p:cNvPr id="190" name="文本框 189">
            <a:extLst>
              <a:ext uri="{FF2B5EF4-FFF2-40B4-BE49-F238E27FC236}">
                <a16:creationId xmlns:a16="http://schemas.microsoft.com/office/drawing/2014/main" id="{226D9352-4CC5-6C62-9415-8CFD2C64DA0D}"/>
              </a:ext>
            </a:extLst>
          </p:cNvPr>
          <p:cNvSpPr txBox="1"/>
          <p:nvPr/>
        </p:nvSpPr>
        <p:spPr>
          <a:xfrm>
            <a:off x="10794538" y="5022335"/>
            <a:ext cx="854036" cy="497957"/>
          </a:xfrm>
          <a:prstGeom prst="rect">
            <a:avLst/>
          </a:prstGeom>
          <a:noFill/>
        </p:spPr>
        <p:txBody>
          <a:bodyPr wrap="square">
            <a:spAutoFit/>
          </a:bodyPr>
          <a:lstStyle/>
          <a:p>
            <a:pPr algn="ctr">
              <a:lnSpc>
                <a:spcPct val="120000"/>
              </a:lnSpc>
              <a:spcAft>
                <a:spcPts val="600"/>
              </a:spcAft>
            </a:pPr>
            <a:r>
              <a:rPr lang="en-US" altLang="zh-CN" sz="2400" dirty="0">
                <a:latin typeface="微软雅黑" panose="020B0503020204020204" pitchFamily="34" charset="-122"/>
                <a:ea typeface="微软雅黑" panose="020B0503020204020204" pitchFamily="34" charset="-122"/>
              </a:rPr>
              <a:t>(e)</a:t>
            </a:r>
          </a:p>
        </p:txBody>
      </p:sp>
      <p:sp>
        <p:nvSpPr>
          <p:cNvPr id="191" name="弧形 190">
            <a:extLst>
              <a:ext uri="{FF2B5EF4-FFF2-40B4-BE49-F238E27FC236}">
                <a16:creationId xmlns:a16="http://schemas.microsoft.com/office/drawing/2014/main" id="{F685316F-B965-B366-A19D-6C56833627E5}"/>
              </a:ext>
            </a:extLst>
          </p:cNvPr>
          <p:cNvSpPr/>
          <p:nvPr/>
        </p:nvSpPr>
        <p:spPr>
          <a:xfrm>
            <a:off x="11681521" y="4484137"/>
            <a:ext cx="369098" cy="388103"/>
          </a:xfrm>
          <a:prstGeom prst="arc">
            <a:avLst>
              <a:gd name="adj1" fmla="val 12930028"/>
              <a:gd name="adj2" fmla="val 7862437"/>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F552577F-A68B-A6DA-485A-35E6A610B8F7}"/>
              </a:ext>
            </a:extLst>
          </p:cNvPr>
          <p:cNvSpPr/>
          <p:nvPr/>
        </p:nvSpPr>
        <p:spPr>
          <a:xfrm>
            <a:off x="4026508" y="2596315"/>
            <a:ext cx="1369285" cy="691219"/>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193" name="直接箭头连接符 192">
            <a:extLst>
              <a:ext uri="{FF2B5EF4-FFF2-40B4-BE49-F238E27FC236}">
                <a16:creationId xmlns:a16="http://schemas.microsoft.com/office/drawing/2014/main" id="{F933AA91-DE4E-4537-2078-030AD167997C}"/>
              </a:ext>
            </a:extLst>
          </p:cNvPr>
          <p:cNvCxnSpPr>
            <a:cxnSpLocks/>
            <a:stCxn id="192" idx="6"/>
          </p:cNvCxnSpPr>
          <p:nvPr/>
        </p:nvCxnSpPr>
        <p:spPr>
          <a:xfrm flipV="1">
            <a:off x="5395793" y="2936417"/>
            <a:ext cx="675700" cy="550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4" name="文本框 193">
                <a:extLst>
                  <a:ext uri="{FF2B5EF4-FFF2-40B4-BE49-F238E27FC236}">
                    <a16:creationId xmlns:a16="http://schemas.microsoft.com/office/drawing/2014/main" id="{3F613B96-2B1C-1669-E706-88EF53700B24}"/>
                  </a:ext>
                </a:extLst>
              </p:cNvPr>
              <p:cNvSpPr txBox="1"/>
              <p:nvPr/>
            </p:nvSpPr>
            <p:spPr>
              <a:xfrm>
                <a:off x="4065654" y="2710553"/>
                <a:ext cx="1290993" cy="40011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rPr>
                          </m:ctrlPr>
                        </m:sSubPr>
                        <m:e>
                          <m:r>
                            <m:rPr>
                              <m:sty m:val="p"/>
                            </m:rPr>
                            <a:rPr lang="en-US" altLang="zh-CN" sz="2000" b="0" i="0" dirty="0" smtClean="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3</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2</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1</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0</m:t>
                          </m:r>
                        </m:sub>
                      </m:sSub>
                    </m:oMath>
                  </m:oMathPara>
                </a14:m>
                <a:endParaRPr dirty="0"/>
              </a:p>
            </p:txBody>
          </p:sp>
        </mc:Choice>
        <mc:Fallback xmlns="">
          <p:sp>
            <p:nvSpPr>
              <p:cNvPr id="194" name="文本框 193">
                <a:extLst>
                  <a:ext uri="{FF2B5EF4-FFF2-40B4-BE49-F238E27FC236}">
                    <a16:creationId xmlns:a16="http://schemas.microsoft.com/office/drawing/2014/main" id="{3F613B96-2B1C-1669-E706-88EF53700B24}"/>
                  </a:ext>
                </a:extLst>
              </p:cNvPr>
              <p:cNvSpPr txBox="1">
                <a:spLocks noRot="1" noChangeAspect="1" noMove="1" noResize="1" noEditPoints="1" noAdjustHandles="1" noChangeArrowheads="1" noChangeShapeType="1" noTextEdit="1"/>
              </p:cNvSpPr>
              <p:nvPr/>
            </p:nvSpPr>
            <p:spPr>
              <a:xfrm>
                <a:off x="4065654" y="2710553"/>
                <a:ext cx="1290993" cy="400110"/>
              </a:xfrm>
              <a:prstGeom prst="rect">
                <a:avLst/>
              </a:prstGeom>
              <a:blipFill>
                <a:blip r:embed="rId18"/>
                <a:stretch>
                  <a:fillRect l="-1887" r="-943" b="-12308"/>
                </a:stretch>
              </a:blipFill>
            </p:spPr>
            <p:txBody>
              <a:bodyPr/>
              <a:lstStyle/>
              <a:p>
                <a:r>
                  <a:rPr lang="zh-CN" altLang="en-US">
                    <a:noFill/>
                  </a:rPr>
                  <a:t> </a:t>
                </a:r>
              </a:p>
            </p:txBody>
          </p:sp>
        </mc:Fallback>
      </mc:AlternateContent>
      <p:sp>
        <p:nvSpPr>
          <p:cNvPr id="195" name="Rectangle 81">
            <a:extLst>
              <a:ext uri="{FF2B5EF4-FFF2-40B4-BE49-F238E27FC236}">
                <a16:creationId xmlns:a16="http://schemas.microsoft.com/office/drawing/2014/main" id="{DD7C3D4E-7860-177C-1297-3A843E1E278F}"/>
              </a:ext>
            </a:extLst>
          </p:cNvPr>
          <p:cNvSpPr>
            <a:spLocks noChangeArrowheads="1"/>
          </p:cNvSpPr>
          <p:nvPr/>
        </p:nvSpPr>
        <p:spPr bwMode="auto">
          <a:xfrm>
            <a:off x="1169094" y="5760000"/>
            <a:ext cx="10245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b="0" dirty="0">
                <a:solidFill>
                  <a:schemeClr val="accent5">
                    <a:lumMod val="75000"/>
                  </a:schemeClr>
                </a:solidFill>
                <a:latin typeface="Microsoft YaHei" panose="020B0503020204020204" pitchFamily="34" charset="-122"/>
                <a:ea typeface="Microsoft YaHei" panose="020B0503020204020204" pitchFamily="34" charset="-122"/>
              </a:rPr>
              <a:t>若取 </a:t>
            </a:r>
            <a:r>
              <a:rPr kumimoji="1" lang="en-US" altLang="zh-CN" sz="2400" b="0" dirty="0">
                <a:solidFill>
                  <a:schemeClr val="accent5">
                    <a:lumMod val="75000"/>
                  </a:schemeClr>
                </a:solidFill>
                <a:latin typeface="Microsoft YaHei" panose="020B0503020204020204" pitchFamily="34" charset="-122"/>
                <a:ea typeface="Microsoft YaHei" panose="020B0503020204020204" pitchFamily="34" charset="-122"/>
              </a:rPr>
              <a:t>(a) </a:t>
            </a:r>
            <a:r>
              <a:rPr kumimoji="1" lang="zh-CN" altLang="en-US" sz="2400" b="0" dirty="0">
                <a:solidFill>
                  <a:schemeClr val="accent5">
                    <a:lumMod val="75000"/>
                  </a:schemeClr>
                </a:solidFill>
                <a:latin typeface="Microsoft YaHei" panose="020B0503020204020204" pitchFamily="34" charset="-122"/>
                <a:ea typeface="Microsoft YaHei" panose="020B0503020204020204" pitchFamily="34" charset="-122"/>
              </a:rPr>
              <a:t>为有效循环，则 </a:t>
            </a:r>
            <a:r>
              <a:rPr kumimoji="1" lang="en-US" altLang="zh-CN" sz="2400" b="0" dirty="0">
                <a:solidFill>
                  <a:schemeClr val="accent5">
                    <a:lumMod val="75000"/>
                  </a:schemeClr>
                </a:solidFill>
                <a:latin typeface="Microsoft YaHei" panose="020B0503020204020204" pitchFamily="34" charset="-122"/>
                <a:ea typeface="Microsoft YaHei" panose="020B0503020204020204" pitchFamily="34" charset="-122"/>
              </a:rPr>
              <a:t>(b)~(e) </a:t>
            </a:r>
            <a:r>
              <a:rPr kumimoji="1" lang="zh-CN" altLang="en-US" sz="2400" b="0" dirty="0">
                <a:solidFill>
                  <a:schemeClr val="accent5">
                    <a:lumMod val="75000"/>
                  </a:schemeClr>
                </a:solidFill>
                <a:latin typeface="Microsoft YaHei" panose="020B0503020204020204" pitchFamily="34" charset="-122"/>
                <a:ea typeface="Microsoft YaHei" panose="020B0503020204020204" pitchFamily="34" charset="-122"/>
              </a:rPr>
              <a:t>为无效循环，电路不能自校正（自启动）</a:t>
            </a:r>
          </a:p>
        </p:txBody>
      </p:sp>
      <p:sp>
        <p:nvSpPr>
          <p:cNvPr id="3" name="标题 1">
            <a:extLst>
              <a:ext uri="{FF2B5EF4-FFF2-40B4-BE49-F238E27FC236}">
                <a16:creationId xmlns:a16="http://schemas.microsoft.com/office/drawing/2014/main" id="{8792F0DA-F778-B7CA-86BF-6E946ECAD56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Tree>
    <p:extLst>
      <p:ext uri="{BB962C8B-B14F-4D97-AF65-F5344CB8AC3E}">
        <p14:creationId xmlns:p14="http://schemas.microsoft.com/office/powerpoint/2010/main" val="1251055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C4F2-1AC8-B17D-842D-8389D85969CF}"/>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5583B32-323E-6C2A-44FC-A23CB1F80B0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C55E4FFB-41FD-377E-F443-E1AFF3598792}"/>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E1FEF-36CD-AD37-4E7C-451C9CDA991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ED761998-0DE8-C83E-8A98-8A006B6BF28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6217BEC4-895A-1CEA-678D-AFA0ABD7718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8FBF540-64EC-1EF4-C20C-7F147A3A2E16}"/>
                  </a:ext>
                </a:extLst>
              </p:cNvPr>
              <p:cNvSpPr txBox="1"/>
              <p:nvPr/>
            </p:nvSpPr>
            <p:spPr>
              <a:xfrm>
                <a:off x="359999" y="828000"/>
                <a:ext cx="11686585" cy="164679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环形计数器</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优点：无需附加译码电路即可输出顺序脉冲（顺序</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节拍脉冲发生器）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缺点：状态利用率低（</a:t>
                </a:r>
                <a:r>
                  <a:rPr lang="en-US" altLang="zh-CN" sz="2400" dirty="0">
                    <a:solidFill>
                      <a:schemeClr val="accent5">
                        <a:lumMod val="75000"/>
                      </a:schemeClr>
                    </a:solidFill>
                  </a:rPr>
                  <a:t> </a:t>
                </a:r>
                <a14:m>
                  <m:oMath xmlns:m="http://schemas.openxmlformats.org/officeDocument/2006/math">
                    <m:r>
                      <a:rPr lang="en-US" altLang="zh-CN" sz="2400" i="1">
                        <a:solidFill>
                          <a:schemeClr val="accent5">
                            <a:lumMod val="75000"/>
                          </a:schemeClr>
                        </a:solidFill>
                        <a:latin typeface="Cambria Math" panose="02040503050406030204" pitchFamily="18" charset="0"/>
                      </a:rPr>
                      <m:t>𝑛</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个触发器构成，</a:t>
                </a:r>
                <a14:m>
                  <m:oMath xmlns:m="http://schemas.openxmlformats.org/officeDocument/2006/math">
                    <m:r>
                      <a:rPr lang="en-US" altLang="zh-CN" sz="2400" b="0" i="1" smtClean="0">
                        <a:solidFill>
                          <a:schemeClr val="accent5">
                            <a:lumMod val="75000"/>
                          </a:schemeClr>
                        </a:solidFill>
                        <a:latin typeface="Cambria Math" panose="02040503050406030204" pitchFamily="18" charset="0"/>
                      </a:rPr>
                      <m:t>𝑛</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个有效状态，</a:t>
                </a:r>
                <a14:m>
                  <m:oMath xmlns:m="http://schemas.openxmlformats.org/officeDocument/2006/math">
                    <m:sSup>
                      <m:sSupPr>
                        <m:ctrlPr>
                          <a:rPr lang="en-US" altLang="zh-CN" sz="2400" i="1" smtClean="0">
                            <a:solidFill>
                              <a:schemeClr val="accent5">
                                <a:lumMod val="75000"/>
                              </a:schemeClr>
                            </a:solidFill>
                            <a:latin typeface="Cambria Math" panose="02040503050406030204" pitchFamily="18" charset="0"/>
                          </a:rPr>
                        </m:ctrlPr>
                      </m:sSupPr>
                      <m:e>
                        <m:r>
                          <a:rPr lang="en-US" altLang="zh-CN" sz="2400" i="1">
                            <a:solidFill>
                              <a:schemeClr val="accent5">
                                <a:lumMod val="75000"/>
                              </a:schemeClr>
                            </a:solidFill>
                            <a:latin typeface="Cambria Math" panose="02040503050406030204" pitchFamily="18" charset="0"/>
                          </a:rPr>
                          <m:t>2</m:t>
                        </m:r>
                      </m:e>
                      <m:sup>
                        <m:r>
                          <a:rPr lang="en-US" altLang="zh-CN" sz="2400" b="0" i="1" smtClean="0">
                            <a:solidFill>
                              <a:schemeClr val="accent5">
                                <a:lumMod val="75000"/>
                              </a:schemeClr>
                            </a:solidFill>
                            <a:latin typeface="Cambria Math" panose="02040503050406030204" pitchFamily="18" charset="0"/>
                          </a:rPr>
                          <m:t>𝑛</m:t>
                        </m:r>
                      </m:sup>
                    </m:sSup>
                    <m:r>
                      <a:rPr lang="en-US" altLang="zh-CN" sz="2400" b="0" i="1" smtClean="0">
                        <a:solidFill>
                          <a:schemeClr val="accent5">
                            <a:lumMod val="75000"/>
                          </a:schemeClr>
                        </a:solidFill>
                        <a:latin typeface="Cambria Math" panose="02040503050406030204" pitchFamily="18" charset="0"/>
                      </a:rPr>
                      <m:t>−</m:t>
                    </m:r>
                    <m:r>
                      <a:rPr lang="en-US" altLang="zh-CN" sz="2400" i="1">
                        <a:solidFill>
                          <a:schemeClr val="accent5">
                            <a:lumMod val="75000"/>
                          </a:schemeClr>
                        </a:solidFill>
                        <a:latin typeface="Cambria Math" panose="02040503050406030204" pitchFamily="18" charset="0"/>
                      </a:rPr>
                      <m:t>𝑛</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个无效状态）</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B8FBF540-64EC-1EF4-C20C-7F147A3A2E16}"/>
                  </a:ext>
                </a:extLst>
              </p:cNvPr>
              <p:cNvSpPr txBox="1">
                <a:spLocks noRot="1" noChangeAspect="1" noMove="1" noResize="1" noEditPoints="1" noAdjustHandles="1" noChangeArrowheads="1" noChangeShapeType="1" noTextEdit="1"/>
              </p:cNvSpPr>
              <p:nvPr/>
            </p:nvSpPr>
            <p:spPr>
              <a:xfrm>
                <a:off x="359999" y="828000"/>
                <a:ext cx="11686585" cy="1646797"/>
              </a:xfrm>
              <a:prstGeom prst="rect">
                <a:avLst/>
              </a:prstGeom>
              <a:blipFill>
                <a:blip r:embed="rId3"/>
                <a:stretch>
                  <a:fillRect l="-939" t="-1481" b="-5556"/>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BBD85435-10C3-2A65-9F9A-D767B6E8F2D3}"/>
              </a:ext>
            </a:extLst>
          </p:cNvPr>
          <p:cNvGrpSpPr/>
          <p:nvPr/>
        </p:nvGrpSpPr>
        <p:grpSpPr>
          <a:xfrm>
            <a:off x="5559460" y="3125868"/>
            <a:ext cx="3985465" cy="2538443"/>
            <a:chOff x="7265963" y="3404377"/>
            <a:chExt cx="3259219" cy="1289004"/>
          </a:xfrm>
        </p:grpSpPr>
        <p:sp>
          <p:nvSpPr>
            <p:cNvPr id="98" name="Line 27">
              <a:extLst>
                <a:ext uri="{FF2B5EF4-FFF2-40B4-BE49-F238E27FC236}">
                  <a16:creationId xmlns:a16="http://schemas.microsoft.com/office/drawing/2014/main" id="{C24DE70C-F325-441E-5897-670BCD283963}"/>
                </a:ext>
              </a:extLst>
            </p:cNvPr>
            <p:cNvSpPr>
              <a:spLocks noChangeShapeType="1"/>
            </p:cNvSpPr>
            <p:nvPr/>
          </p:nvSpPr>
          <p:spPr bwMode="auto">
            <a:xfrm rot="16200000">
              <a:off x="6621734" y="4049152"/>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5" name="Line 27">
              <a:extLst>
                <a:ext uri="{FF2B5EF4-FFF2-40B4-BE49-F238E27FC236}">
                  <a16:creationId xmlns:a16="http://schemas.microsoft.com/office/drawing/2014/main" id="{65647056-F84F-2D4D-C656-5E3ABAAFEE5B}"/>
                </a:ext>
              </a:extLst>
            </p:cNvPr>
            <p:cNvSpPr>
              <a:spLocks noChangeShapeType="1"/>
            </p:cNvSpPr>
            <p:nvPr/>
          </p:nvSpPr>
          <p:spPr bwMode="auto">
            <a:xfrm rot="16200000">
              <a:off x="727391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6" name="Line 27">
              <a:extLst>
                <a:ext uri="{FF2B5EF4-FFF2-40B4-BE49-F238E27FC236}">
                  <a16:creationId xmlns:a16="http://schemas.microsoft.com/office/drawing/2014/main" id="{AE3E9356-FC0C-00D9-C49B-FDF4235C1195}"/>
                </a:ext>
              </a:extLst>
            </p:cNvPr>
            <p:cNvSpPr>
              <a:spLocks noChangeShapeType="1"/>
            </p:cNvSpPr>
            <p:nvPr/>
          </p:nvSpPr>
          <p:spPr bwMode="auto">
            <a:xfrm rot="16200000">
              <a:off x="7926096"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4" name="Line 27">
              <a:extLst>
                <a:ext uri="{FF2B5EF4-FFF2-40B4-BE49-F238E27FC236}">
                  <a16:creationId xmlns:a16="http://schemas.microsoft.com/office/drawing/2014/main" id="{FF7E4FF7-97F7-6277-721C-811C255298D9}"/>
                </a:ext>
              </a:extLst>
            </p:cNvPr>
            <p:cNvSpPr>
              <a:spLocks noChangeShapeType="1"/>
            </p:cNvSpPr>
            <p:nvPr/>
          </p:nvSpPr>
          <p:spPr bwMode="auto">
            <a:xfrm rot="16200000">
              <a:off x="8578290" y="4049151"/>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Line 27">
              <a:extLst>
                <a:ext uri="{FF2B5EF4-FFF2-40B4-BE49-F238E27FC236}">
                  <a16:creationId xmlns:a16="http://schemas.microsoft.com/office/drawing/2014/main" id="{6D3F555A-1C48-D0FE-E2CD-0BE251731623}"/>
                </a:ext>
              </a:extLst>
            </p:cNvPr>
            <p:cNvSpPr>
              <a:spLocks noChangeShapeType="1"/>
            </p:cNvSpPr>
            <p:nvPr/>
          </p:nvSpPr>
          <p:spPr bwMode="auto">
            <a:xfrm rot="16200000">
              <a:off x="9228762"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9" name="Line 27">
              <a:extLst>
                <a:ext uri="{FF2B5EF4-FFF2-40B4-BE49-F238E27FC236}">
                  <a16:creationId xmlns:a16="http://schemas.microsoft.com/office/drawing/2014/main" id="{6457D303-8CF5-D97B-0495-5D47CC94715E}"/>
                </a:ext>
              </a:extLst>
            </p:cNvPr>
            <p:cNvSpPr>
              <a:spLocks noChangeShapeType="1"/>
            </p:cNvSpPr>
            <p:nvPr/>
          </p:nvSpPr>
          <p:spPr bwMode="auto">
            <a:xfrm rot="16200000">
              <a:off x="9880953" y="4048606"/>
              <a:ext cx="1288458" cy="0"/>
            </a:xfrm>
            <a:prstGeom prst="line">
              <a:avLst/>
            </a:prstGeom>
            <a:noFill/>
            <a:ln w="19050">
              <a:solidFill>
                <a:schemeClr val="accent5">
                  <a:lumMod val="75000"/>
                </a:schemeClr>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F1E93CC-2418-116D-4A46-98C77574797B}"/>
                  </a:ext>
                </a:extLst>
              </p:cNvPr>
              <p:cNvSpPr txBox="1"/>
              <p:nvPr/>
            </p:nvSpPr>
            <p:spPr>
              <a:xfrm>
                <a:off x="4572000" y="3173721"/>
                <a:ext cx="528256" cy="36000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r>
                        <m:rPr>
                          <m:sty m:val="p"/>
                        </m:rPr>
                        <a:rPr lang="en-US" altLang="zh-CN" sz="2000" b="0" i="0" smtClean="0">
                          <a:solidFill>
                            <a:schemeClr val="accent5">
                              <a:lumMod val="75000"/>
                            </a:schemeClr>
                          </a:solidFill>
                          <a:latin typeface="Cambria Math" panose="02040503050406030204" pitchFamily="18" charset="0"/>
                        </a:rPr>
                        <m:t>CP</m:t>
                      </m:r>
                    </m:oMath>
                  </m:oMathPara>
                </a14:m>
                <a:endParaRPr lang="zh-CN" altLang="en-US" sz="2000" dirty="0">
                  <a:solidFill>
                    <a:schemeClr val="accent5">
                      <a:lumMod val="75000"/>
                    </a:schemeClr>
                  </a:solidFill>
                </a:endParaRPr>
              </a:p>
            </p:txBody>
          </p:sp>
        </mc:Choice>
        <mc:Fallback xmlns="">
          <p:sp>
            <p:nvSpPr>
              <p:cNvPr id="12" name="文本框 11">
                <a:extLst>
                  <a:ext uri="{FF2B5EF4-FFF2-40B4-BE49-F238E27FC236}">
                    <a16:creationId xmlns:a16="http://schemas.microsoft.com/office/drawing/2014/main" id="{5F1E93CC-2418-116D-4A46-98C77574797B}"/>
                  </a:ext>
                </a:extLst>
              </p:cNvPr>
              <p:cNvSpPr txBox="1">
                <a:spLocks noRot="1" noChangeAspect="1" noMove="1" noResize="1" noEditPoints="1" noAdjustHandles="1" noChangeArrowheads="1" noChangeShapeType="1" noTextEdit="1"/>
              </p:cNvSpPr>
              <p:nvPr/>
            </p:nvSpPr>
            <p:spPr>
              <a:xfrm>
                <a:off x="4572000" y="3173721"/>
                <a:ext cx="528256" cy="360000"/>
              </a:xfrm>
              <a:prstGeom prst="rect">
                <a:avLst/>
              </a:prstGeom>
              <a:blipFill>
                <a:blip r:embed="rId4"/>
                <a:stretch>
                  <a:fillRect b="-3390"/>
                </a:stretch>
              </a:blipFill>
            </p:spPr>
            <p:txBody>
              <a:bodyPr/>
              <a:lstStyle/>
              <a:p>
                <a:r>
                  <a:rPr lang="zh-CN" altLang="en-US">
                    <a:noFill/>
                  </a:rPr>
                  <a:t> </a:t>
                </a:r>
              </a:p>
            </p:txBody>
          </p:sp>
        </mc:Fallback>
      </mc:AlternateContent>
      <p:sp>
        <p:nvSpPr>
          <p:cNvPr id="13" name="Line 27">
            <a:extLst>
              <a:ext uri="{FF2B5EF4-FFF2-40B4-BE49-F238E27FC236}">
                <a16:creationId xmlns:a16="http://schemas.microsoft.com/office/drawing/2014/main" id="{FF80E551-9F5C-5309-6A46-9C0A76A20E37}"/>
              </a:ext>
            </a:extLst>
          </p:cNvPr>
          <p:cNvSpPr>
            <a:spLocks noChangeShapeType="1"/>
          </p:cNvSpPr>
          <p:nvPr/>
        </p:nvSpPr>
        <p:spPr bwMode="auto">
          <a:xfrm>
            <a:off x="5163132" y="3578374"/>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 name="Line 27">
            <a:extLst>
              <a:ext uri="{FF2B5EF4-FFF2-40B4-BE49-F238E27FC236}">
                <a16:creationId xmlns:a16="http://schemas.microsoft.com/office/drawing/2014/main" id="{35B7618E-4FE0-E187-DEEE-D97E5CEF90F6}"/>
              </a:ext>
            </a:extLst>
          </p:cNvPr>
          <p:cNvSpPr>
            <a:spLocks noChangeShapeType="1"/>
          </p:cNvSpPr>
          <p:nvPr/>
        </p:nvSpPr>
        <p:spPr bwMode="auto">
          <a:xfrm rot="5400000">
            <a:off x="5393560" y="3415049"/>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 name="Line 27">
            <a:extLst>
              <a:ext uri="{FF2B5EF4-FFF2-40B4-BE49-F238E27FC236}">
                <a16:creationId xmlns:a16="http://schemas.microsoft.com/office/drawing/2014/main" id="{41005E13-1CCA-1C14-FE14-573654A45737}"/>
              </a:ext>
            </a:extLst>
          </p:cNvPr>
          <p:cNvSpPr>
            <a:spLocks noChangeShapeType="1"/>
          </p:cNvSpPr>
          <p:nvPr/>
        </p:nvSpPr>
        <p:spPr bwMode="auto">
          <a:xfrm>
            <a:off x="5561370" y="3250561"/>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 name="Line 27">
            <a:extLst>
              <a:ext uri="{FF2B5EF4-FFF2-40B4-BE49-F238E27FC236}">
                <a16:creationId xmlns:a16="http://schemas.microsoft.com/office/drawing/2014/main" id="{7095A6F2-44CC-2C93-41BC-32B71A57EAEB}"/>
              </a:ext>
            </a:extLst>
          </p:cNvPr>
          <p:cNvSpPr>
            <a:spLocks noChangeShapeType="1"/>
          </p:cNvSpPr>
          <p:nvPr/>
        </p:nvSpPr>
        <p:spPr bwMode="auto">
          <a:xfrm rot="5400000">
            <a:off x="5792615" y="3417188"/>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 name="Line 27">
            <a:extLst>
              <a:ext uri="{FF2B5EF4-FFF2-40B4-BE49-F238E27FC236}">
                <a16:creationId xmlns:a16="http://schemas.microsoft.com/office/drawing/2014/main" id="{39279D7D-65A7-8E51-0E3E-B1077CD11825}"/>
              </a:ext>
            </a:extLst>
          </p:cNvPr>
          <p:cNvSpPr>
            <a:spLocks noChangeShapeType="1"/>
          </p:cNvSpPr>
          <p:nvPr/>
        </p:nvSpPr>
        <p:spPr bwMode="auto">
          <a:xfrm>
            <a:off x="5958731" y="3578374"/>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 name="Line 27">
            <a:extLst>
              <a:ext uri="{FF2B5EF4-FFF2-40B4-BE49-F238E27FC236}">
                <a16:creationId xmlns:a16="http://schemas.microsoft.com/office/drawing/2014/main" id="{F435CE28-1142-7E7C-C926-31661D6DF447}"/>
              </a:ext>
            </a:extLst>
          </p:cNvPr>
          <p:cNvSpPr>
            <a:spLocks noChangeShapeType="1"/>
          </p:cNvSpPr>
          <p:nvPr/>
        </p:nvSpPr>
        <p:spPr bwMode="auto">
          <a:xfrm rot="5400000">
            <a:off x="6191068" y="3414511"/>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 name="Line 27">
            <a:extLst>
              <a:ext uri="{FF2B5EF4-FFF2-40B4-BE49-F238E27FC236}">
                <a16:creationId xmlns:a16="http://schemas.microsoft.com/office/drawing/2014/main" id="{E21DC854-7D78-A8E7-5641-ED342E9878B0}"/>
              </a:ext>
            </a:extLst>
          </p:cNvPr>
          <p:cNvSpPr>
            <a:spLocks noChangeShapeType="1"/>
          </p:cNvSpPr>
          <p:nvPr/>
        </p:nvSpPr>
        <p:spPr bwMode="auto">
          <a:xfrm>
            <a:off x="6358877" y="3250023"/>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 name="Line 27">
            <a:extLst>
              <a:ext uri="{FF2B5EF4-FFF2-40B4-BE49-F238E27FC236}">
                <a16:creationId xmlns:a16="http://schemas.microsoft.com/office/drawing/2014/main" id="{433AE82E-0048-06BF-0CE3-422AC491491A}"/>
              </a:ext>
            </a:extLst>
          </p:cNvPr>
          <p:cNvSpPr>
            <a:spLocks noChangeShapeType="1"/>
          </p:cNvSpPr>
          <p:nvPr/>
        </p:nvSpPr>
        <p:spPr bwMode="auto">
          <a:xfrm rot="5400000">
            <a:off x="6590122" y="3416652"/>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1" name="Line 27">
            <a:extLst>
              <a:ext uri="{FF2B5EF4-FFF2-40B4-BE49-F238E27FC236}">
                <a16:creationId xmlns:a16="http://schemas.microsoft.com/office/drawing/2014/main" id="{BC5D0DE7-E4D2-E0E1-61B0-30B18825CF52}"/>
              </a:ext>
            </a:extLst>
          </p:cNvPr>
          <p:cNvSpPr>
            <a:spLocks noChangeShapeType="1"/>
          </p:cNvSpPr>
          <p:nvPr/>
        </p:nvSpPr>
        <p:spPr bwMode="auto">
          <a:xfrm>
            <a:off x="6756240" y="3577835"/>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 name="Line 27">
            <a:extLst>
              <a:ext uri="{FF2B5EF4-FFF2-40B4-BE49-F238E27FC236}">
                <a16:creationId xmlns:a16="http://schemas.microsoft.com/office/drawing/2014/main" id="{5CBE5EC4-9AB7-B9E8-7766-98E06060F2C3}"/>
              </a:ext>
            </a:extLst>
          </p:cNvPr>
          <p:cNvSpPr>
            <a:spLocks noChangeShapeType="1"/>
          </p:cNvSpPr>
          <p:nvPr/>
        </p:nvSpPr>
        <p:spPr bwMode="auto">
          <a:xfrm rot="5400000">
            <a:off x="6986664" y="3414511"/>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4" name="Line 27">
            <a:extLst>
              <a:ext uri="{FF2B5EF4-FFF2-40B4-BE49-F238E27FC236}">
                <a16:creationId xmlns:a16="http://schemas.microsoft.com/office/drawing/2014/main" id="{53AC5B41-DECB-9B31-4C29-A2C257688AFB}"/>
              </a:ext>
            </a:extLst>
          </p:cNvPr>
          <p:cNvSpPr>
            <a:spLocks noChangeShapeType="1"/>
          </p:cNvSpPr>
          <p:nvPr/>
        </p:nvSpPr>
        <p:spPr bwMode="auto">
          <a:xfrm>
            <a:off x="7154475" y="3250023"/>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 name="Line 27">
            <a:extLst>
              <a:ext uri="{FF2B5EF4-FFF2-40B4-BE49-F238E27FC236}">
                <a16:creationId xmlns:a16="http://schemas.microsoft.com/office/drawing/2014/main" id="{E093DD56-9999-C4B7-4ECB-14B79F9A3AE6}"/>
              </a:ext>
            </a:extLst>
          </p:cNvPr>
          <p:cNvSpPr>
            <a:spLocks noChangeShapeType="1"/>
          </p:cNvSpPr>
          <p:nvPr/>
        </p:nvSpPr>
        <p:spPr bwMode="auto">
          <a:xfrm rot="5400000">
            <a:off x="7385721" y="3416652"/>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7" name="Line 27">
            <a:extLst>
              <a:ext uri="{FF2B5EF4-FFF2-40B4-BE49-F238E27FC236}">
                <a16:creationId xmlns:a16="http://schemas.microsoft.com/office/drawing/2014/main" id="{2BE21155-B408-CB12-2338-CD6D408B722D}"/>
              </a:ext>
            </a:extLst>
          </p:cNvPr>
          <p:cNvSpPr>
            <a:spLocks noChangeShapeType="1"/>
          </p:cNvSpPr>
          <p:nvPr/>
        </p:nvSpPr>
        <p:spPr bwMode="auto">
          <a:xfrm>
            <a:off x="7551839" y="3577835"/>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8" name="Line 27">
            <a:extLst>
              <a:ext uri="{FF2B5EF4-FFF2-40B4-BE49-F238E27FC236}">
                <a16:creationId xmlns:a16="http://schemas.microsoft.com/office/drawing/2014/main" id="{29ACAFE4-7777-6AE4-4AE7-66AA2661876A}"/>
              </a:ext>
            </a:extLst>
          </p:cNvPr>
          <p:cNvSpPr>
            <a:spLocks noChangeShapeType="1"/>
          </p:cNvSpPr>
          <p:nvPr/>
        </p:nvSpPr>
        <p:spPr bwMode="auto">
          <a:xfrm rot="5400000">
            <a:off x="7784001" y="3418660"/>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9" name="Line 27">
            <a:extLst>
              <a:ext uri="{FF2B5EF4-FFF2-40B4-BE49-F238E27FC236}">
                <a16:creationId xmlns:a16="http://schemas.microsoft.com/office/drawing/2014/main" id="{A2288641-67F7-EA02-901E-F189CD3D2470}"/>
              </a:ext>
            </a:extLst>
          </p:cNvPr>
          <p:cNvSpPr>
            <a:spLocks noChangeShapeType="1"/>
          </p:cNvSpPr>
          <p:nvPr/>
        </p:nvSpPr>
        <p:spPr bwMode="auto">
          <a:xfrm>
            <a:off x="7951811" y="3254172"/>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 name="Line 27">
            <a:extLst>
              <a:ext uri="{FF2B5EF4-FFF2-40B4-BE49-F238E27FC236}">
                <a16:creationId xmlns:a16="http://schemas.microsoft.com/office/drawing/2014/main" id="{11D1D486-F949-46DF-E2CA-C91E255346DD}"/>
              </a:ext>
            </a:extLst>
          </p:cNvPr>
          <p:cNvSpPr>
            <a:spLocks noChangeShapeType="1"/>
          </p:cNvSpPr>
          <p:nvPr/>
        </p:nvSpPr>
        <p:spPr bwMode="auto">
          <a:xfrm rot="5400000">
            <a:off x="8183056" y="3420799"/>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 name="Line 27">
            <a:extLst>
              <a:ext uri="{FF2B5EF4-FFF2-40B4-BE49-F238E27FC236}">
                <a16:creationId xmlns:a16="http://schemas.microsoft.com/office/drawing/2014/main" id="{84CBC33F-9E8F-D5C6-6E77-D674AED97179}"/>
              </a:ext>
            </a:extLst>
          </p:cNvPr>
          <p:cNvSpPr>
            <a:spLocks noChangeShapeType="1"/>
          </p:cNvSpPr>
          <p:nvPr/>
        </p:nvSpPr>
        <p:spPr bwMode="auto">
          <a:xfrm>
            <a:off x="8349173" y="3581984"/>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Line 27">
            <a:extLst>
              <a:ext uri="{FF2B5EF4-FFF2-40B4-BE49-F238E27FC236}">
                <a16:creationId xmlns:a16="http://schemas.microsoft.com/office/drawing/2014/main" id="{C97F1F9B-18DB-8F7D-58BE-735C15793EE1}"/>
              </a:ext>
            </a:extLst>
          </p:cNvPr>
          <p:cNvSpPr>
            <a:spLocks noChangeShapeType="1"/>
          </p:cNvSpPr>
          <p:nvPr/>
        </p:nvSpPr>
        <p:spPr bwMode="auto">
          <a:xfrm rot="5400000">
            <a:off x="8579596" y="3418660"/>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 name="Line 27">
            <a:extLst>
              <a:ext uri="{FF2B5EF4-FFF2-40B4-BE49-F238E27FC236}">
                <a16:creationId xmlns:a16="http://schemas.microsoft.com/office/drawing/2014/main" id="{AC378FCB-04DE-E646-B466-5DB6DE95E923}"/>
              </a:ext>
            </a:extLst>
          </p:cNvPr>
          <p:cNvSpPr>
            <a:spLocks noChangeShapeType="1"/>
          </p:cNvSpPr>
          <p:nvPr/>
        </p:nvSpPr>
        <p:spPr bwMode="auto">
          <a:xfrm>
            <a:off x="8747408" y="3254172"/>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6" name="Line 27">
            <a:extLst>
              <a:ext uri="{FF2B5EF4-FFF2-40B4-BE49-F238E27FC236}">
                <a16:creationId xmlns:a16="http://schemas.microsoft.com/office/drawing/2014/main" id="{7017C1D9-4114-4096-5D45-E5A0DDB3E6C8}"/>
              </a:ext>
            </a:extLst>
          </p:cNvPr>
          <p:cNvSpPr>
            <a:spLocks noChangeShapeType="1"/>
          </p:cNvSpPr>
          <p:nvPr/>
        </p:nvSpPr>
        <p:spPr bwMode="auto">
          <a:xfrm rot="5400000">
            <a:off x="8978651" y="3420799"/>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Line 27">
            <a:extLst>
              <a:ext uri="{FF2B5EF4-FFF2-40B4-BE49-F238E27FC236}">
                <a16:creationId xmlns:a16="http://schemas.microsoft.com/office/drawing/2014/main" id="{3AB75DCC-0BE9-0666-A7C2-BA2A26E59BD6}"/>
              </a:ext>
            </a:extLst>
          </p:cNvPr>
          <p:cNvSpPr>
            <a:spLocks noChangeShapeType="1"/>
          </p:cNvSpPr>
          <p:nvPr/>
        </p:nvSpPr>
        <p:spPr bwMode="auto">
          <a:xfrm>
            <a:off x="9144772" y="3581984"/>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Line 27">
            <a:extLst>
              <a:ext uri="{FF2B5EF4-FFF2-40B4-BE49-F238E27FC236}">
                <a16:creationId xmlns:a16="http://schemas.microsoft.com/office/drawing/2014/main" id="{AB01C594-9F5C-5CD7-AFAA-B3A7787BE27F}"/>
              </a:ext>
            </a:extLst>
          </p:cNvPr>
          <p:cNvSpPr>
            <a:spLocks noChangeShapeType="1"/>
          </p:cNvSpPr>
          <p:nvPr/>
        </p:nvSpPr>
        <p:spPr bwMode="auto">
          <a:xfrm rot="5400000">
            <a:off x="9377106" y="3418122"/>
            <a:ext cx="3356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9" name="Line 27">
            <a:extLst>
              <a:ext uri="{FF2B5EF4-FFF2-40B4-BE49-F238E27FC236}">
                <a16:creationId xmlns:a16="http://schemas.microsoft.com/office/drawing/2014/main" id="{17A0EE9A-6473-CBED-A3B5-6903E841E804}"/>
              </a:ext>
            </a:extLst>
          </p:cNvPr>
          <p:cNvSpPr>
            <a:spLocks noChangeShapeType="1"/>
          </p:cNvSpPr>
          <p:nvPr/>
        </p:nvSpPr>
        <p:spPr bwMode="auto">
          <a:xfrm>
            <a:off x="9544916" y="3253633"/>
            <a:ext cx="3982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DDBA4D14-A87D-B6BD-BBB7-75A5615B2B56}"/>
                  </a:ext>
                </a:extLst>
              </p:cNvPr>
              <p:cNvSpPr txBox="1"/>
              <p:nvPr/>
            </p:nvSpPr>
            <p:spPr>
              <a:xfrm>
                <a:off x="4572000" y="3655637"/>
                <a:ext cx="528256" cy="36000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b="0" i="0" smtClean="0">
                              <a:solidFill>
                                <a:schemeClr val="accent5">
                                  <a:lumMod val="75000"/>
                                </a:schemeClr>
                              </a:solidFill>
                              <a:latin typeface="Cambria Math" panose="02040503050406030204" pitchFamily="18" charset="0"/>
                            </a:rPr>
                            <m:t>0</m:t>
                          </m:r>
                        </m:sub>
                      </m:sSub>
                    </m:oMath>
                  </m:oMathPara>
                </a14:m>
                <a:endParaRPr lang="zh-CN" altLang="en-US" sz="20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DDBA4D14-A87D-B6BD-BBB7-75A5615B2B56}"/>
                  </a:ext>
                </a:extLst>
              </p:cNvPr>
              <p:cNvSpPr txBox="1">
                <a:spLocks noRot="1" noChangeAspect="1" noMove="1" noResize="1" noEditPoints="1" noAdjustHandles="1" noChangeArrowheads="1" noChangeShapeType="1" noTextEdit="1"/>
              </p:cNvSpPr>
              <p:nvPr/>
            </p:nvSpPr>
            <p:spPr>
              <a:xfrm>
                <a:off x="4572000" y="3655637"/>
                <a:ext cx="528256" cy="360000"/>
              </a:xfrm>
              <a:prstGeom prst="rect">
                <a:avLst/>
              </a:prstGeom>
              <a:blipFill>
                <a:blip r:embed="rId5"/>
                <a:stretch>
                  <a:fillRect b="-237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9750D7AE-4427-F961-6E78-784FDE94B7E4}"/>
                  </a:ext>
                </a:extLst>
              </p:cNvPr>
              <p:cNvSpPr txBox="1"/>
              <p:nvPr/>
            </p:nvSpPr>
            <p:spPr>
              <a:xfrm>
                <a:off x="4572000" y="4140000"/>
                <a:ext cx="528256" cy="36000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1</m:t>
                          </m:r>
                        </m:sub>
                      </m:sSub>
                    </m:oMath>
                  </m:oMathPara>
                </a14:m>
                <a:endParaRPr lang="zh-CN" altLang="en-US" sz="2000" dirty="0">
                  <a:solidFill>
                    <a:schemeClr val="accent5">
                      <a:lumMod val="75000"/>
                    </a:schemeClr>
                  </a:solidFill>
                </a:endParaRPr>
              </a:p>
            </p:txBody>
          </p:sp>
        </mc:Choice>
        <mc:Fallback xmlns="">
          <p:sp>
            <p:nvSpPr>
              <p:cNvPr id="43" name="文本框 42">
                <a:extLst>
                  <a:ext uri="{FF2B5EF4-FFF2-40B4-BE49-F238E27FC236}">
                    <a16:creationId xmlns:a16="http://schemas.microsoft.com/office/drawing/2014/main" id="{9750D7AE-4427-F961-6E78-784FDE94B7E4}"/>
                  </a:ext>
                </a:extLst>
              </p:cNvPr>
              <p:cNvSpPr txBox="1">
                <a:spLocks noRot="1" noChangeAspect="1" noMove="1" noResize="1" noEditPoints="1" noAdjustHandles="1" noChangeArrowheads="1" noChangeShapeType="1" noTextEdit="1"/>
              </p:cNvSpPr>
              <p:nvPr/>
            </p:nvSpPr>
            <p:spPr>
              <a:xfrm>
                <a:off x="4572000" y="4140000"/>
                <a:ext cx="528256" cy="360000"/>
              </a:xfrm>
              <a:prstGeom prst="rect">
                <a:avLst/>
              </a:prstGeom>
              <a:blipFill>
                <a:blip r:embed="rId6"/>
                <a:stretch>
                  <a:fillRect b="-237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6A31C835-FA43-1C05-B50B-B162F19EEF80}"/>
                  </a:ext>
                </a:extLst>
              </p:cNvPr>
              <p:cNvSpPr txBox="1"/>
              <p:nvPr/>
            </p:nvSpPr>
            <p:spPr>
              <a:xfrm>
                <a:off x="4572000" y="4618800"/>
                <a:ext cx="528256" cy="36000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b="0" i="1" smtClean="0">
                              <a:solidFill>
                                <a:schemeClr val="accent5">
                                  <a:lumMod val="75000"/>
                                </a:schemeClr>
                              </a:solidFill>
                              <a:latin typeface="Cambria Math" panose="02040503050406030204" pitchFamily="18" charset="0"/>
                            </a:rPr>
                          </m:ctrlPr>
                        </m:sSubPr>
                        <m:e>
                          <m:r>
                            <m:rPr>
                              <m:sty m:val="p"/>
                            </m:rPr>
                            <a:rPr lang="en-US" altLang="zh-CN" sz="2000" b="0" i="0" smtClean="0">
                              <a:solidFill>
                                <a:schemeClr val="accent5">
                                  <a:lumMod val="75000"/>
                                </a:schemeClr>
                              </a:solidFill>
                              <a:latin typeface="Cambria Math" panose="02040503050406030204" pitchFamily="18" charset="0"/>
                            </a:rPr>
                            <m:t>Q</m:t>
                          </m:r>
                        </m:e>
                        <m:sub>
                          <m:r>
                            <a:rPr lang="en-US" altLang="zh-CN" sz="2000" i="1">
                              <a:solidFill>
                                <a:schemeClr val="accent5">
                                  <a:lumMod val="75000"/>
                                </a:schemeClr>
                              </a:solidFill>
                              <a:latin typeface="Cambria Math" panose="02040503050406030204" pitchFamily="18" charset="0"/>
                            </a:rPr>
                            <m:t>2</m:t>
                          </m:r>
                        </m:sub>
                      </m:sSub>
                    </m:oMath>
                  </m:oMathPara>
                </a14:m>
                <a:endParaRPr lang="zh-CN" altLang="en-US" sz="2000"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6A31C835-FA43-1C05-B50B-B162F19EEF80}"/>
                  </a:ext>
                </a:extLst>
              </p:cNvPr>
              <p:cNvSpPr txBox="1">
                <a:spLocks noRot="1" noChangeAspect="1" noMove="1" noResize="1" noEditPoints="1" noAdjustHandles="1" noChangeArrowheads="1" noChangeShapeType="1" noTextEdit="1"/>
              </p:cNvSpPr>
              <p:nvPr/>
            </p:nvSpPr>
            <p:spPr>
              <a:xfrm>
                <a:off x="4572000" y="4618800"/>
                <a:ext cx="528256" cy="360000"/>
              </a:xfrm>
              <a:prstGeom prst="rect">
                <a:avLst/>
              </a:prstGeom>
              <a:blipFill>
                <a:blip r:embed="rId7"/>
                <a:stretch>
                  <a:fillRect b="-237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447781ED-9128-8686-2C90-17FC99F0D514}"/>
                  </a:ext>
                </a:extLst>
              </p:cNvPr>
              <p:cNvSpPr txBox="1"/>
              <p:nvPr/>
            </p:nvSpPr>
            <p:spPr>
              <a:xfrm>
                <a:off x="4572000" y="5111661"/>
                <a:ext cx="528256" cy="360000"/>
              </a:xfrm>
              <a:prstGeom prst="rect">
                <a:avLst/>
              </a:prstGeom>
              <a:noFill/>
            </p:spPr>
            <p:txBody>
              <a:bodyPr wrap="square">
                <a:spAutoFit/>
              </a:bodyPr>
              <a:lstStyle/>
              <a:p>
                <a:pPr algn="r"/>
                <a14:m>
                  <m:oMathPara xmlns:m="http://schemas.openxmlformats.org/officeDocument/2006/math">
                    <m:oMathParaPr>
                      <m:jc m:val="center"/>
                    </m:oMathParaPr>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Q</m:t>
                          </m:r>
                        </m:e>
                        <m:sub>
                          <m:r>
                            <a:rPr lang="en-US" altLang="zh-CN" sz="2000" i="1" smtClean="0">
                              <a:solidFill>
                                <a:schemeClr val="accent5">
                                  <a:lumMod val="75000"/>
                                </a:schemeClr>
                              </a:solidFill>
                              <a:latin typeface="Cambria Math" panose="02040503050406030204" pitchFamily="18" charset="0"/>
                            </a:rPr>
                            <m:t>3</m:t>
                          </m:r>
                        </m:sub>
                      </m:sSub>
                    </m:oMath>
                  </m:oMathPara>
                </a14:m>
                <a:endParaRPr lang="zh-CN" altLang="en-US" sz="2000" dirty="0">
                  <a:solidFill>
                    <a:schemeClr val="accent5">
                      <a:lumMod val="75000"/>
                    </a:schemeClr>
                  </a:solidFill>
                </a:endParaRPr>
              </a:p>
            </p:txBody>
          </p:sp>
        </mc:Choice>
        <mc:Fallback xmlns="">
          <p:sp>
            <p:nvSpPr>
              <p:cNvPr id="45" name="文本框 44">
                <a:extLst>
                  <a:ext uri="{FF2B5EF4-FFF2-40B4-BE49-F238E27FC236}">
                    <a16:creationId xmlns:a16="http://schemas.microsoft.com/office/drawing/2014/main" id="{447781ED-9128-8686-2C90-17FC99F0D514}"/>
                  </a:ext>
                </a:extLst>
              </p:cNvPr>
              <p:cNvSpPr txBox="1">
                <a:spLocks noRot="1" noChangeAspect="1" noMove="1" noResize="1" noEditPoints="1" noAdjustHandles="1" noChangeArrowheads="1" noChangeShapeType="1" noTextEdit="1"/>
              </p:cNvSpPr>
              <p:nvPr/>
            </p:nvSpPr>
            <p:spPr>
              <a:xfrm>
                <a:off x="4572000" y="5111661"/>
                <a:ext cx="528256" cy="360000"/>
              </a:xfrm>
              <a:prstGeom prst="rect">
                <a:avLst/>
              </a:prstGeom>
              <a:blipFill>
                <a:blip r:embed="rId8"/>
                <a:stretch>
                  <a:fillRect b="-23729"/>
                </a:stretch>
              </a:blipFill>
            </p:spPr>
            <p:txBody>
              <a:bodyPr/>
              <a:lstStyle/>
              <a:p>
                <a:r>
                  <a:rPr lang="zh-CN" altLang="en-US">
                    <a:noFill/>
                  </a:rPr>
                  <a:t> </a:t>
                </a:r>
              </a:p>
            </p:txBody>
          </p:sp>
        </mc:Fallback>
      </mc:AlternateContent>
      <p:sp>
        <p:nvSpPr>
          <p:cNvPr id="47" name="Line 27">
            <a:extLst>
              <a:ext uri="{FF2B5EF4-FFF2-40B4-BE49-F238E27FC236}">
                <a16:creationId xmlns:a16="http://schemas.microsoft.com/office/drawing/2014/main" id="{DBBB1F4A-4FDF-CD8A-D63E-05489062CE57}"/>
              </a:ext>
            </a:extLst>
          </p:cNvPr>
          <p:cNvSpPr>
            <a:spLocks noChangeShapeType="1"/>
          </p:cNvSpPr>
          <p:nvPr/>
        </p:nvSpPr>
        <p:spPr bwMode="auto">
          <a:xfrm rot="5400000">
            <a:off x="5391200" y="3882659"/>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8" name="Line 27">
            <a:extLst>
              <a:ext uri="{FF2B5EF4-FFF2-40B4-BE49-F238E27FC236}">
                <a16:creationId xmlns:a16="http://schemas.microsoft.com/office/drawing/2014/main" id="{F0D9E722-2782-3C21-6C52-2270F49F8FFF}"/>
              </a:ext>
            </a:extLst>
          </p:cNvPr>
          <p:cNvSpPr>
            <a:spLocks noChangeShapeType="1"/>
          </p:cNvSpPr>
          <p:nvPr/>
        </p:nvSpPr>
        <p:spPr bwMode="auto">
          <a:xfrm>
            <a:off x="5163132" y="3713523"/>
            <a:ext cx="3930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 name="Line 27">
            <a:extLst>
              <a:ext uri="{FF2B5EF4-FFF2-40B4-BE49-F238E27FC236}">
                <a16:creationId xmlns:a16="http://schemas.microsoft.com/office/drawing/2014/main" id="{0D91B3AB-C37C-78BA-AB24-B7B1A982E7F0}"/>
              </a:ext>
            </a:extLst>
          </p:cNvPr>
          <p:cNvSpPr>
            <a:spLocks noChangeShapeType="1"/>
          </p:cNvSpPr>
          <p:nvPr/>
        </p:nvSpPr>
        <p:spPr bwMode="auto">
          <a:xfrm>
            <a:off x="5556208" y="4053717"/>
            <a:ext cx="23938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0" name="Line 27">
            <a:extLst>
              <a:ext uri="{FF2B5EF4-FFF2-40B4-BE49-F238E27FC236}">
                <a16:creationId xmlns:a16="http://schemas.microsoft.com/office/drawing/2014/main" id="{40974920-3C43-15B7-18B0-5535DF3E5862}"/>
              </a:ext>
            </a:extLst>
          </p:cNvPr>
          <p:cNvSpPr>
            <a:spLocks noChangeShapeType="1"/>
          </p:cNvSpPr>
          <p:nvPr/>
        </p:nvSpPr>
        <p:spPr bwMode="auto">
          <a:xfrm>
            <a:off x="5163132" y="4526841"/>
            <a:ext cx="3930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1" name="Line 27">
            <a:extLst>
              <a:ext uri="{FF2B5EF4-FFF2-40B4-BE49-F238E27FC236}">
                <a16:creationId xmlns:a16="http://schemas.microsoft.com/office/drawing/2014/main" id="{0CB51B8C-6114-1897-917D-FA8B84451DD6}"/>
              </a:ext>
            </a:extLst>
          </p:cNvPr>
          <p:cNvSpPr>
            <a:spLocks noChangeShapeType="1"/>
          </p:cNvSpPr>
          <p:nvPr/>
        </p:nvSpPr>
        <p:spPr bwMode="auto">
          <a:xfrm rot="5400000">
            <a:off x="5391098" y="4355926"/>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2" name="Line 27">
            <a:extLst>
              <a:ext uri="{FF2B5EF4-FFF2-40B4-BE49-F238E27FC236}">
                <a16:creationId xmlns:a16="http://schemas.microsoft.com/office/drawing/2014/main" id="{8ED2B1D7-D74D-7718-6D7E-0D637EE7A76F}"/>
              </a:ext>
            </a:extLst>
          </p:cNvPr>
          <p:cNvSpPr>
            <a:spLocks noChangeShapeType="1"/>
          </p:cNvSpPr>
          <p:nvPr/>
        </p:nvSpPr>
        <p:spPr bwMode="auto">
          <a:xfrm>
            <a:off x="5556208" y="4186696"/>
            <a:ext cx="79913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4" name="Line 27">
            <a:extLst>
              <a:ext uri="{FF2B5EF4-FFF2-40B4-BE49-F238E27FC236}">
                <a16:creationId xmlns:a16="http://schemas.microsoft.com/office/drawing/2014/main" id="{03B63A00-D003-A8DF-6630-2776B4F89E47}"/>
              </a:ext>
            </a:extLst>
          </p:cNvPr>
          <p:cNvSpPr>
            <a:spLocks noChangeShapeType="1"/>
          </p:cNvSpPr>
          <p:nvPr/>
        </p:nvSpPr>
        <p:spPr bwMode="auto">
          <a:xfrm>
            <a:off x="5163132" y="5001148"/>
            <a:ext cx="11922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9" name="Line 27">
            <a:extLst>
              <a:ext uri="{FF2B5EF4-FFF2-40B4-BE49-F238E27FC236}">
                <a16:creationId xmlns:a16="http://schemas.microsoft.com/office/drawing/2014/main" id="{F5A4B79A-9377-F42F-CDA3-5BB40FAE6231}"/>
              </a:ext>
            </a:extLst>
          </p:cNvPr>
          <p:cNvSpPr>
            <a:spLocks noChangeShapeType="1"/>
          </p:cNvSpPr>
          <p:nvPr/>
        </p:nvSpPr>
        <p:spPr bwMode="auto">
          <a:xfrm>
            <a:off x="5145495" y="5486260"/>
            <a:ext cx="20070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Line 27">
            <a:extLst>
              <a:ext uri="{FF2B5EF4-FFF2-40B4-BE49-F238E27FC236}">
                <a16:creationId xmlns:a16="http://schemas.microsoft.com/office/drawing/2014/main" id="{DF105E42-1D89-039C-4D55-A96CF45F9D9D}"/>
              </a:ext>
            </a:extLst>
          </p:cNvPr>
          <p:cNvSpPr>
            <a:spLocks noChangeShapeType="1"/>
          </p:cNvSpPr>
          <p:nvPr/>
        </p:nvSpPr>
        <p:spPr bwMode="auto">
          <a:xfrm rot="5400000">
            <a:off x="6189387" y="4355835"/>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8311EDBB-116B-9AA0-A80A-DD3813533BDE}"/>
              </a:ext>
            </a:extLst>
          </p:cNvPr>
          <p:cNvSpPr>
            <a:spLocks noChangeShapeType="1"/>
          </p:cNvSpPr>
          <p:nvPr/>
        </p:nvSpPr>
        <p:spPr bwMode="auto">
          <a:xfrm>
            <a:off x="6355342" y="4526977"/>
            <a:ext cx="23920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6" name="Line 27">
            <a:extLst>
              <a:ext uri="{FF2B5EF4-FFF2-40B4-BE49-F238E27FC236}">
                <a16:creationId xmlns:a16="http://schemas.microsoft.com/office/drawing/2014/main" id="{A2C7D6E1-BC0C-9520-9058-F6A558B1FB83}"/>
              </a:ext>
            </a:extLst>
          </p:cNvPr>
          <p:cNvSpPr>
            <a:spLocks noChangeShapeType="1"/>
          </p:cNvSpPr>
          <p:nvPr/>
        </p:nvSpPr>
        <p:spPr bwMode="auto">
          <a:xfrm rot="5400000">
            <a:off x="6189579" y="4831726"/>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7" name="Line 27">
            <a:extLst>
              <a:ext uri="{FF2B5EF4-FFF2-40B4-BE49-F238E27FC236}">
                <a16:creationId xmlns:a16="http://schemas.microsoft.com/office/drawing/2014/main" id="{170F9D47-E2B5-987C-99FA-0B770D9AE9D4}"/>
              </a:ext>
            </a:extLst>
          </p:cNvPr>
          <p:cNvSpPr>
            <a:spLocks noChangeShapeType="1"/>
          </p:cNvSpPr>
          <p:nvPr/>
        </p:nvSpPr>
        <p:spPr bwMode="auto">
          <a:xfrm>
            <a:off x="6354689" y="4662496"/>
            <a:ext cx="79913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9" name="Line 27">
            <a:extLst>
              <a:ext uri="{FF2B5EF4-FFF2-40B4-BE49-F238E27FC236}">
                <a16:creationId xmlns:a16="http://schemas.microsoft.com/office/drawing/2014/main" id="{17483B98-0B0D-83E3-2343-C1A25DBD7CDB}"/>
              </a:ext>
            </a:extLst>
          </p:cNvPr>
          <p:cNvSpPr>
            <a:spLocks noChangeShapeType="1"/>
          </p:cNvSpPr>
          <p:nvPr/>
        </p:nvSpPr>
        <p:spPr bwMode="auto">
          <a:xfrm rot="5400000">
            <a:off x="6987868" y="4831635"/>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0" name="Line 27">
            <a:extLst>
              <a:ext uri="{FF2B5EF4-FFF2-40B4-BE49-F238E27FC236}">
                <a16:creationId xmlns:a16="http://schemas.microsoft.com/office/drawing/2014/main" id="{16A2C09D-880B-23BD-831F-F4B3B736030D}"/>
              </a:ext>
            </a:extLst>
          </p:cNvPr>
          <p:cNvSpPr>
            <a:spLocks noChangeShapeType="1"/>
          </p:cNvSpPr>
          <p:nvPr/>
        </p:nvSpPr>
        <p:spPr bwMode="auto">
          <a:xfrm>
            <a:off x="7153823" y="5002777"/>
            <a:ext cx="23891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2" name="Line 27">
            <a:extLst>
              <a:ext uri="{FF2B5EF4-FFF2-40B4-BE49-F238E27FC236}">
                <a16:creationId xmlns:a16="http://schemas.microsoft.com/office/drawing/2014/main" id="{DCEF65D5-1F5B-1C5D-C304-279EB54F15F6}"/>
              </a:ext>
            </a:extLst>
          </p:cNvPr>
          <p:cNvSpPr>
            <a:spLocks noChangeShapeType="1"/>
          </p:cNvSpPr>
          <p:nvPr/>
        </p:nvSpPr>
        <p:spPr bwMode="auto">
          <a:xfrm rot="5400000">
            <a:off x="6986185" y="5316050"/>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3" name="Line 27">
            <a:extLst>
              <a:ext uri="{FF2B5EF4-FFF2-40B4-BE49-F238E27FC236}">
                <a16:creationId xmlns:a16="http://schemas.microsoft.com/office/drawing/2014/main" id="{71CCAC29-4A9D-B380-4681-8145847D9AAF}"/>
              </a:ext>
            </a:extLst>
          </p:cNvPr>
          <p:cNvSpPr>
            <a:spLocks noChangeShapeType="1"/>
          </p:cNvSpPr>
          <p:nvPr/>
        </p:nvSpPr>
        <p:spPr bwMode="auto">
          <a:xfrm>
            <a:off x="7151295" y="5146820"/>
            <a:ext cx="79913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4" name="Line 27">
            <a:extLst>
              <a:ext uri="{FF2B5EF4-FFF2-40B4-BE49-F238E27FC236}">
                <a16:creationId xmlns:a16="http://schemas.microsoft.com/office/drawing/2014/main" id="{62A8F758-A56A-CC50-5081-42310A96C672}"/>
              </a:ext>
            </a:extLst>
          </p:cNvPr>
          <p:cNvSpPr>
            <a:spLocks noChangeShapeType="1"/>
          </p:cNvSpPr>
          <p:nvPr/>
        </p:nvSpPr>
        <p:spPr bwMode="auto">
          <a:xfrm rot="5400000">
            <a:off x="7784474" y="5315959"/>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5" name="Line 27">
            <a:extLst>
              <a:ext uri="{FF2B5EF4-FFF2-40B4-BE49-F238E27FC236}">
                <a16:creationId xmlns:a16="http://schemas.microsoft.com/office/drawing/2014/main" id="{685F0CA4-0E71-ED71-75D6-452E4A16EAB8}"/>
              </a:ext>
            </a:extLst>
          </p:cNvPr>
          <p:cNvSpPr>
            <a:spLocks noChangeShapeType="1"/>
          </p:cNvSpPr>
          <p:nvPr/>
        </p:nvSpPr>
        <p:spPr bwMode="auto">
          <a:xfrm>
            <a:off x="7950429" y="5487101"/>
            <a:ext cx="1987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6" name="Line 27">
            <a:extLst>
              <a:ext uri="{FF2B5EF4-FFF2-40B4-BE49-F238E27FC236}">
                <a16:creationId xmlns:a16="http://schemas.microsoft.com/office/drawing/2014/main" id="{6BDEFCFF-AB06-FB19-0433-4B7F01A65F67}"/>
              </a:ext>
            </a:extLst>
          </p:cNvPr>
          <p:cNvSpPr>
            <a:spLocks noChangeShapeType="1"/>
          </p:cNvSpPr>
          <p:nvPr/>
        </p:nvSpPr>
        <p:spPr bwMode="auto">
          <a:xfrm rot="5400000">
            <a:off x="7784039" y="3883798"/>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7" name="Line 27">
            <a:extLst>
              <a:ext uri="{FF2B5EF4-FFF2-40B4-BE49-F238E27FC236}">
                <a16:creationId xmlns:a16="http://schemas.microsoft.com/office/drawing/2014/main" id="{EB1F853F-9257-8064-05D7-9BEC3C550CE3}"/>
              </a:ext>
            </a:extLst>
          </p:cNvPr>
          <p:cNvSpPr>
            <a:spLocks noChangeShapeType="1"/>
          </p:cNvSpPr>
          <p:nvPr/>
        </p:nvSpPr>
        <p:spPr bwMode="auto">
          <a:xfrm>
            <a:off x="7949149" y="3714568"/>
            <a:ext cx="79913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8" name="Line 27">
            <a:extLst>
              <a:ext uri="{FF2B5EF4-FFF2-40B4-BE49-F238E27FC236}">
                <a16:creationId xmlns:a16="http://schemas.microsoft.com/office/drawing/2014/main" id="{24C38C8A-72FB-A1F0-E101-263163C39E7E}"/>
              </a:ext>
            </a:extLst>
          </p:cNvPr>
          <p:cNvSpPr>
            <a:spLocks noChangeShapeType="1"/>
          </p:cNvSpPr>
          <p:nvPr/>
        </p:nvSpPr>
        <p:spPr bwMode="auto">
          <a:xfrm rot="5400000">
            <a:off x="8582328" y="3883707"/>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FB474CAF-9A24-EFA9-9071-ED5E65788D52}"/>
              </a:ext>
            </a:extLst>
          </p:cNvPr>
          <p:cNvSpPr>
            <a:spLocks noChangeShapeType="1"/>
          </p:cNvSpPr>
          <p:nvPr/>
        </p:nvSpPr>
        <p:spPr bwMode="auto">
          <a:xfrm>
            <a:off x="8748283" y="4054849"/>
            <a:ext cx="11948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0" name="Line 27">
            <a:extLst>
              <a:ext uri="{FF2B5EF4-FFF2-40B4-BE49-F238E27FC236}">
                <a16:creationId xmlns:a16="http://schemas.microsoft.com/office/drawing/2014/main" id="{D743B59B-00DB-9489-2AA6-D8603C4B36C6}"/>
              </a:ext>
            </a:extLst>
          </p:cNvPr>
          <p:cNvSpPr>
            <a:spLocks noChangeShapeType="1"/>
          </p:cNvSpPr>
          <p:nvPr/>
        </p:nvSpPr>
        <p:spPr bwMode="auto">
          <a:xfrm rot="5400000">
            <a:off x="9373389" y="4831728"/>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1" name="Line 27">
            <a:extLst>
              <a:ext uri="{FF2B5EF4-FFF2-40B4-BE49-F238E27FC236}">
                <a16:creationId xmlns:a16="http://schemas.microsoft.com/office/drawing/2014/main" id="{21E8F22A-B2B2-6C45-A0BC-DAE19F0F1F4C}"/>
              </a:ext>
            </a:extLst>
          </p:cNvPr>
          <p:cNvSpPr>
            <a:spLocks noChangeShapeType="1"/>
          </p:cNvSpPr>
          <p:nvPr/>
        </p:nvSpPr>
        <p:spPr bwMode="auto">
          <a:xfrm>
            <a:off x="9538499" y="4662498"/>
            <a:ext cx="39956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0" name="Line 27">
            <a:extLst>
              <a:ext uri="{FF2B5EF4-FFF2-40B4-BE49-F238E27FC236}">
                <a16:creationId xmlns:a16="http://schemas.microsoft.com/office/drawing/2014/main" id="{A8807DEC-C4EE-5E47-02E2-B0E8302566C5}"/>
              </a:ext>
            </a:extLst>
          </p:cNvPr>
          <p:cNvSpPr>
            <a:spLocks noChangeShapeType="1"/>
          </p:cNvSpPr>
          <p:nvPr/>
        </p:nvSpPr>
        <p:spPr bwMode="auto">
          <a:xfrm rot="5400000">
            <a:off x="8578507" y="4360332"/>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1" name="Line 27">
            <a:extLst>
              <a:ext uri="{FF2B5EF4-FFF2-40B4-BE49-F238E27FC236}">
                <a16:creationId xmlns:a16="http://schemas.microsoft.com/office/drawing/2014/main" id="{B3B7A3C1-FB37-407A-D741-2AA7063931B3}"/>
              </a:ext>
            </a:extLst>
          </p:cNvPr>
          <p:cNvSpPr>
            <a:spLocks noChangeShapeType="1"/>
          </p:cNvSpPr>
          <p:nvPr/>
        </p:nvSpPr>
        <p:spPr bwMode="auto">
          <a:xfrm>
            <a:off x="8743617" y="4191102"/>
            <a:ext cx="79913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6" name="Line 27">
            <a:extLst>
              <a:ext uri="{FF2B5EF4-FFF2-40B4-BE49-F238E27FC236}">
                <a16:creationId xmlns:a16="http://schemas.microsoft.com/office/drawing/2014/main" id="{CF1F28F5-244E-D7AC-EFC8-338E42DEDA0B}"/>
              </a:ext>
            </a:extLst>
          </p:cNvPr>
          <p:cNvSpPr>
            <a:spLocks noChangeShapeType="1"/>
          </p:cNvSpPr>
          <p:nvPr/>
        </p:nvSpPr>
        <p:spPr bwMode="auto">
          <a:xfrm rot="5400000">
            <a:off x="9376796" y="4360241"/>
            <a:ext cx="33562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7" name="Line 27">
            <a:extLst>
              <a:ext uri="{FF2B5EF4-FFF2-40B4-BE49-F238E27FC236}">
                <a16:creationId xmlns:a16="http://schemas.microsoft.com/office/drawing/2014/main" id="{9096D061-2EA2-5B8C-875E-8D024DEFEF27}"/>
              </a:ext>
            </a:extLst>
          </p:cNvPr>
          <p:cNvSpPr>
            <a:spLocks noChangeShapeType="1"/>
          </p:cNvSpPr>
          <p:nvPr/>
        </p:nvSpPr>
        <p:spPr bwMode="auto">
          <a:xfrm>
            <a:off x="9542751" y="4531383"/>
            <a:ext cx="39531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5" name="椭圆 184">
            <a:extLst>
              <a:ext uri="{FF2B5EF4-FFF2-40B4-BE49-F238E27FC236}">
                <a16:creationId xmlns:a16="http://schemas.microsoft.com/office/drawing/2014/main" id="{DA45090F-C7BB-4E0E-E605-B480786FDECF}"/>
              </a:ext>
            </a:extLst>
          </p:cNvPr>
          <p:cNvSpPr/>
          <p:nvPr/>
        </p:nvSpPr>
        <p:spPr>
          <a:xfrm>
            <a:off x="1224000" y="3816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0001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96" name="椭圆 195">
            <a:extLst>
              <a:ext uri="{FF2B5EF4-FFF2-40B4-BE49-F238E27FC236}">
                <a16:creationId xmlns:a16="http://schemas.microsoft.com/office/drawing/2014/main" id="{BB698D21-1A72-F78C-1E9D-665E59EF8B55}"/>
              </a:ext>
            </a:extLst>
          </p:cNvPr>
          <p:cNvSpPr/>
          <p:nvPr/>
        </p:nvSpPr>
        <p:spPr>
          <a:xfrm>
            <a:off x="2722912" y="38160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0010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97" name="椭圆 196">
            <a:extLst>
              <a:ext uri="{FF2B5EF4-FFF2-40B4-BE49-F238E27FC236}">
                <a16:creationId xmlns:a16="http://schemas.microsoft.com/office/drawing/2014/main" id="{9D71612C-D8E0-F8E6-C189-9539CB9A9A0A}"/>
              </a:ext>
            </a:extLst>
          </p:cNvPr>
          <p:cNvSpPr/>
          <p:nvPr/>
        </p:nvSpPr>
        <p:spPr>
          <a:xfrm>
            <a:off x="2722912" y="4747543"/>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0100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98" name="椭圆 197">
            <a:extLst>
              <a:ext uri="{FF2B5EF4-FFF2-40B4-BE49-F238E27FC236}">
                <a16:creationId xmlns:a16="http://schemas.microsoft.com/office/drawing/2014/main" id="{77078E65-629D-3026-1A58-BDC4846C210D}"/>
              </a:ext>
            </a:extLst>
          </p:cNvPr>
          <p:cNvSpPr/>
          <p:nvPr/>
        </p:nvSpPr>
        <p:spPr>
          <a:xfrm>
            <a:off x="1224000" y="4747543"/>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1000</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99" name="直接箭头连接符 198">
            <a:extLst>
              <a:ext uri="{FF2B5EF4-FFF2-40B4-BE49-F238E27FC236}">
                <a16:creationId xmlns:a16="http://schemas.microsoft.com/office/drawing/2014/main" id="{82C4A901-3004-2A16-A5C7-EB2EFC25BE56}"/>
              </a:ext>
            </a:extLst>
          </p:cNvPr>
          <p:cNvCxnSpPr>
            <a:cxnSpLocks/>
            <a:stCxn id="185" idx="6"/>
            <a:endCxn id="196" idx="2"/>
          </p:cNvCxnSpPr>
          <p:nvPr/>
        </p:nvCxnSpPr>
        <p:spPr>
          <a:xfrm>
            <a:off x="2372260" y="4108508"/>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64FBE479-CF01-1A88-331D-0B2B1D8ED059}"/>
              </a:ext>
            </a:extLst>
          </p:cNvPr>
          <p:cNvCxnSpPr>
            <a:cxnSpLocks/>
            <a:stCxn id="196" idx="4"/>
            <a:endCxn id="197" idx="0"/>
          </p:cNvCxnSpPr>
          <p:nvPr/>
        </p:nvCxnSpPr>
        <p:spPr>
          <a:xfrm>
            <a:off x="3297042" y="4401016"/>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034DDF95-5BA6-628B-5D04-A9B38D16805D}"/>
              </a:ext>
            </a:extLst>
          </p:cNvPr>
          <p:cNvCxnSpPr>
            <a:cxnSpLocks/>
            <a:stCxn id="197" idx="2"/>
            <a:endCxn id="198" idx="6"/>
          </p:cNvCxnSpPr>
          <p:nvPr/>
        </p:nvCxnSpPr>
        <p:spPr>
          <a:xfrm flipH="1">
            <a:off x="2372260" y="5040051"/>
            <a:ext cx="35065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1FF861CA-8D25-2596-7850-0DE9A962CF2E}"/>
              </a:ext>
            </a:extLst>
          </p:cNvPr>
          <p:cNvCxnSpPr>
            <a:cxnSpLocks/>
            <a:stCxn id="198" idx="0"/>
            <a:endCxn id="185" idx="4"/>
          </p:cNvCxnSpPr>
          <p:nvPr/>
        </p:nvCxnSpPr>
        <p:spPr>
          <a:xfrm flipV="1">
            <a:off x="1798130" y="4401016"/>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3" name="椭圆 202">
            <a:extLst>
              <a:ext uri="{FF2B5EF4-FFF2-40B4-BE49-F238E27FC236}">
                <a16:creationId xmlns:a16="http://schemas.microsoft.com/office/drawing/2014/main" id="{83AF388F-5C07-2180-ED1A-31DBFFAF0D33}"/>
              </a:ext>
            </a:extLst>
          </p:cNvPr>
          <p:cNvSpPr/>
          <p:nvPr/>
        </p:nvSpPr>
        <p:spPr>
          <a:xfrm>
            <a:off x="1243578" y="2880000"/>
            <a:ext cx="1253685" cy="691219"/>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204" name="直接箭头连接符 203">
            <a:extLst>
              <a:ext uri="{FF2B5EF4-FFF2-40B4-BE49-F238E27FC236}">
                <a16:creationId xmlns:a16="http://schemas.microsoft.com/office/drawing/2014/main" id="{AEAA03A6-59B9-AE1A-D4B3-2ECB85F0FCF5}"/>
              </a:ext>
            </a:extLst>
          </p:cNvPr>
          <p:cNvCxnSpPr>
            <a:cxnSpLocks/>
            <a:stCxn id="203" idx="6"/>
          </p:cNvCxnSpPr>
          <p:nvPr/>
        </p:nvCxnSpPr>
        <p:spPr>
          <a:xfrm flipV="1">
            <a:off x="2497263" y="3220102"/>
            <a:ext cx="675700" cy="550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4BE16377-5BE8-D6E3-1A55-C9A6AAE65632}"/>
                  </a:ext>
                </a:extLst>
              </p:cNvPr>
              <p:cNvSpPr txBox="1"/>
              <p:nvPr/>
            </p:nvSpPr>
            <p:spPr>
              <a:xfrm>
                <a:off x="1224000" y="2991440"/>
                <a:ext cx="1290993" cy="40011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rPr>
                          </m:ctrlPr>
                        </m:sSubPr>
                        <m:e>
                          <m:r>
                            <m:rPr>
                              <m:sty m:val="p"/>
                            </m:rPr>
                            <a:rPr lang="en-US" altLang="zh-CN" sz="2000" b="0" i="0" dirty="0" smtClean="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3</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2</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1</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0</m:t>
                          </m:r>
                        </m:sub>
                      </m:sSub>
                    </m:oMath>
                  </m:oMathPara>
                </a14:m>
                <a:endParaRPr dirty="0"/>
              </a:p>
            </p:txBody>
          </p:sp>
        </mc:Choice>
        <mc:Fallback xmlns="">
          <p:sp>
            <p:nvSpPr>
              <p:cNvPr id="205" name="文本框 204">
                <a:extLst>
                  <a:ext uri="{FF2B5EF4-FFF2-40B4-BE49-F238E27FC236}">
                    <a16:creationId xmlns:a16="http://schemas.microsoft.com/office/drawing/2014/main" id="{4BE16377-5BE8-D6E3-1A55-C9A6AAE65632}"/>
                  </a:ext>
                </a:extLst>
              </p:cNvPr>
              <p:cNvSpPr txBox="1">
                <a:spLocks noRot="1" noChangeAspect="1" noMove="1" noResize="1" noEditPoints="1" noAdjustHandles="1" noChangeArrowheads="1" noChangeShapeType="1" noTextEdit="1"/>
              </p:cNvSpPr>
              <p:nvPr/>
            </p:nvSpPr>
            <p:spPr>
              <a:xfrm>
                <a:off x="1224000" y="2991440"/>
                <a:ext cx="1290993" cy="400110"/>
              </a:xfrm>
              <a:prstGeom prst="rect">
                <a:avLst/>
              </a:prstGeom>
              <a:blipFill>
                <a:blip r:embed="rId9"/>
                <a:stretch>
                  <a:fillRect l="-1887" r="-943" b="-12308"/>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C84D87AE-469A-5CD9-7DAB-872AE31FA8A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Tree>
    <p:extLst>
      <p:ext uri="{BB962C8B-B14F-4D97-AF65-F5344CB8AC3E}">
        <p14:creationId xmlns:p14="http://schemas.microsoft.com/office/powerpoint/2010/main" val="246119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6A4D084-3333-1C95-51BC-559041BDB866}"/>
              </a:ext>
            </a:extLst>
          </p:cNvPr>
          <p:cNvSpPr txBox="1"/>
          <p:nvPr/>
        </p:nvSpPr>
        <p:spPr>
          <a:xfrm>
            <a:off x="360000" y="828000"/>
            <a:ext cx="297571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a:t>
            </a:r>
            <a:endParaRPr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50" name="椭圆 49">
            <a:extLst>
              <a:ext uri="{FF2B5EF4-FFF2-40B4-BE49-F238E27FC236}">
                <a16:creationId xmlns:a16="http://schemas.microsoft.com/office/drawing/2014/main" id="{638A6ABF-9A99-EF8A-7554-72EA0AD70444}"/>
              </a:ext>
            </a:extLst>
          </p:cNvPr>
          <p:cNvSpPr/>
          <p:nvPr/>
        </p:nvSpPr>
        <p:spPr>
          <a:xfrm>
            <a:off x="1288800"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0000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51" name="椭圆 50">
            <a:extLst>
              <a:ext uri="{FF2B5EF4-FFF2-40B4-BE49-F238E27FC236}">
                <a16:creationId xmlns:a16="http://schemas.microsoft.com/office/drawing/2014/main" id="{0FBE1787-BD88-9A03-86EE-2B361CEA68F0}"/>
              </a:ext>
            </a:extLst>
          </p:cNvPr>
          <p:cNvSpPr/>
          <p:nvPr/>
        </p:nvSpPr>
        <p:spPr>
          <a:xfrm>
            <a:off x="2790514"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0001</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6496F98A-52C8-B44D-16C1-7B7CDCAD8857}"/>
              </a:ext>
            </a:extLst>
          </p:cNvPr>
          <p:cNvSpPr/>
          <p:nvPr/>
        </p:nvSpPr>
        <p:spPr>
          <a:xfrm>
            <a:off x="4291200" y="4918521"/>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0111</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53" name="椭圆 52">
            <a:extLst>
              <a:ext uri="{FF2B5EF4-FFF2-40B4-BE49-F238E27FC236}">
                <a16:creationId xmlns:a16="http://schemas.microsoft.com/office/drawing/2014/main" id="{C669BC62-F192-EF5A-8C31-FC926B51F013}"/>
              </a:ext>
            </a:extLst>
          </p:cNvPr>
          <p:cNvSpPr/>
          <p:nvPr/>
        </p:nvSpPr>
        <p:spPr>
          <a:xfrm>
            <a:off x="1288800" y="4918521"/>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1000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54" name="直接箭头连接符 53">
            <a:extLst>
              <a:ext uri="{FF2B5EF4-FFF2-40B4-BE49-F238E27FC236}">
                <a16:creationId xmlns:a16="http://schemas.microsoft.com/office/drawing/2014/main" id="{56C27B02-C783-F1A6-42A2-2FC8326961AA}"/>
              </a:ext>
            </a:extLst>
          </p:cNvPr>
          <p:cNvCxnSpPr>
            <a:cxnSpLocks/>
            <a:stCxn id="50" idx="6"/>
            <a:endCxn id="51" idx="2"/>
          </p:cNvCxnSpPr>
          <p:nvPr/>
        </p:nvCxnSpPr>
        <p:spPr>
          <a:xfrm>
            <a:off x="2437060" y="4281308"/>
            <a:ext cx="35345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D2AAEDC4-A3AC-EFC8-7BDB-BF67696ACF3B}"/>
              </a:ext>
            </a:extLst>
          </p:cNvPr>
          <p:cNvCxnSpPr>
            <a:cxnSpLocks/>
            <a:stCxn id="51" idx="6"/>
            <a:endCxn id="71" idx="2"/>
          </p:cNvCxnSpPr>
          <p:nvPr/>
        </p:nvCxnSpPr>
        <p:spPr>
          <a:xfrm>
            <a:off x="3938774" y="4281308"/>
            <a:ext cx="3524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885DDB5-AF26-37FA-A0A2-82C2C114848A}"/>
              </a:ext>
            </a:extLst>
          </p:cNvPr>
          <p:cNvCxnSpPr>
            <a:cxnSpLocks/>
            <a:stCxn id="71" idx="4"/>
            <a:endCxn id="52" idx="0"/>
          </p:cNvCxnSpPr>
          <p:nvPr/>
        </p:nvCxnSpPr>
        <p:spPr>
          <a:xfrm>
            <a:off x="4865330" y="4573816"/>
            <a:ext cx="0" cy="3447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DA4AA299-8EEC-62EE-7AAD-909918A6DA50}"/>
              </a:ext>
            </a:extLst>
          </p:cNvPr>
          <p:cNvCxnSpPr>
            <a:cxnSpLocks/>
            <a:stCxn id="53" idx="0"/>
            <a:endCxn id="50" idx="4"/>
          </p:cNvCxnSpPr>
          <p:nvPr/>
        </p:nvCxnSpPr>
        <p:spPr>
          <a:xfrm flipV="1">
            <a:off x="1862930" y="4573816"/>
            <a:ext cx="0" cy="3447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2E2B97FD-6F40-97D0-C024-8D8F4F99F5AA}"/>
              </a:ext>
            </a:extLst>
          </p:cNvPr>
          <p:cNvSpPr/>
          <p:nvPr/>
        </p:nvSpPr>
        <p:spPr>
          <a:xfrm>
            <a:off x="4291200"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0011</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76" name="椭圆 75">
            <a:extLst>
              <a:ext uri="{FF2B5EF4-FFF2-40B4-BE49-F238E27FC236}">
                <a16:creationId xmlns:a16="http://schemas.microsoft.com/office/drawing/2014/main" id="{DA483F6F-3F6F-4B8F-62B9-69C1EF8A1DD6}"/>
              </a:ext>
            </a:extLst>
          </p:cNvPr>
          <p:cNvSpPr/>
          <p:nvPr/>
        </p:nvSpPr>
        <p:spPr>
          <a:xfrm>
            <a:off x="4291200"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1111</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77" name="椭圆 76">
            <a:extLst>
              <a:ext uri="{FF2B5EF4-FFF2-40B4-BE49-F238E27FC236}">
                <a16:creationId xmlns:a16="http://schemas.microsoft.com/office/drawing/2014/main" id="{2D84FC71-F7EE-4DE6-7F5C-AA732C7D93EC}"/>
              </a:ext>
            </a:extLst>
          </p:cNvPr>
          <p:cNvSpPr/>
          <p:nvPr/>
        </p:nvSpPr>
        <p:spPr>
          <a:xfrm>
            <a:off x="2790514"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1110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78" name="椭圆 77">
            <a:extLst>
              <a:ext uri="{FF2B5EF4-FFF2-40B4-BE49-F238E27FC236}">
                <a16:creationId xmlns:a16="http://schemas.microsoft.com/office/drawing/2014/main" id="{593F44FD-271A-CE3F-0434-6CA95044505A}"/>
              </a:ext>
            </a:extLst>
          </p:cNvPr>
          <p:cNvSpPr/>
          <p:nvPr/>
        </p:nvSpPr>
        <p:spPr>
          <a:xfrm>
            <a:off x="1288800"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rgbClr val="0000FF"/>
                </a:solidFill>
                <a:latin typeface="微软雅黑" panose="020B0503020204020204" pitchFamily="34" charset="-122"/>
                <a:ea typeface="微软雅黑" panose="020B0503020204020204" pitchFamily="34" charset="-122"/>
              </a:rPr>
              <a:t>1100</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82" name="直接箭头连接符 81">
            <a:extLst>
              <a:ext uri="{FF2B5EF4-FFF2-40B4-BE49-F238E27FC236}">
                <a16:creationId xmlns:a16="http://schemas.microsoft.com/office/drawing/2014/main" id="{B3012B86-BC6E-F397-4136-D63DEF49ED36}"/>
              </a:ext>
            </a:extLst>
          </p:cNvPr>
          <p:cNvCxnSpPr>
            <a:cxnSpLocks/>
            <a:stCxn id="52" idx="4"/>
            <a:endCxn id="76" idx="0"/>
          </p:cNvCxnSpPr>
          <p:nvPr/>
        </p:nvCxnSpPr>
        <p:spPr>
          <a:xfrm>
            <a:off x="4865330" y="5503537"/>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488E203A-0D91-76C8-59A5-B96346F01CE4}"/>
              </a:ext>
            </a:extLst>
          </p:cNvPr>
          <p:cNvCxnSpPr>
            <a:cxnSpLocks/>
            <a:stCxn id="76" idx="2"/>
            <a:endCxn id="77" idx="6"/>
          </p:cNvCxnSpPr>
          <p:nvPr/>
        </p:nvCxnSpPr>
        <p:spPr>
          <a:xfrm flipH="1">
            <a:off x="3938774" y="6142572"/>
            <a:ext cx="3524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00CAEB2F-2E48-195F-BE1D-1B1E55AF053C}"/>
              </a:ext>
            </a:extLst>
          </p:cNvPr>
          <p:cNvCxnSpPr>
            <a:cxnSpLocks/>
            <a:stCxn id="77" idx="2"/>
            <a:endCxn id="78" idx="6"/>
          </p:cNvCxnSpPr>
          <p:nvPr/>
        </p:nvCxnSpPr>
        <p:spPr>
          <a:xfrm flipH="1">
            <a:off x="2437060" y="6142572"/>
            <a:ext cx="35345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305D2334-BA30-4A03-94C2-F125E3A1BD66}"/>
              </a:ext>
            </a:extLst>
          </p:cNvPr>
          <p:cNvCxnSpPr>
            <a:cxnSpLocks/>
            <a:stCxn id="78" idx="0"/>
            <a:endCxn id="53" idx="4"/>
          </p:cNvCxnSpPr>
          <p:nvPr/>
        </p:nvCxnSpPr>
        <p:spPr>
          <a:xfrm flipV="1">
            <a:off x="1862930" y="5503537"/>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6" name="椭圆 95">
            <a:extLst>
              <a:ext uri="{FF2B5EF4-FFF2-40B4-BE49-F238E27FC236}">
                <a16:creationId xmlns:a16="http://schemas.microsoft.com/office/drawing/2014/main" id="{A962E4E2-F128-AE84-9F64-A457873C74A1}"/>
              </a:ext>
            </a:extLst>
          </p:cNvPr>
          <p:cNvSpPr/>
          <p:nvPr/>
        </p:nvSpPr>
        <p:spPr>
          <a:xfrm>
            <a:off x="6649200"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0010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97" name="椭圆 96">
            <a:extLst>
              <a:ext uri="{FF2B5EF4-FFF2-40B4-BE49-F238E27FC236}">
                <a16:creationId xmlns:a16="http://schemas.microsoft.com/office/drawing/2014/main" id="{D42D23A9-71D4-58A0-8AC7-A57CCF528669}"/>
              </a:ext>
            </a:extLst>
          </p:cNvPr>
          <p:cNvSpPr/>
          <p:nvPr/>
        </p:nvSpPr>
        <p:spPr>
          <a:xfrm>
            <a:off x="8152391"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98" name="椭圆 97">
            <a:extLst>
              <a:ext uri="{FF2B5EF4-FFF2-40B4-BE49-F238E27FC236}">
                <a16:creationId xmlns:a16="http://schemas.microsoft.com/office/drawing/2014/main" id="{37C19004-1CF4-142A-D61D-B6FC96CF4ED8}"/>
              </a:ext>
            </a:extLst>
          </p:cNvPr>
          <p:cNvSpPr/>
          <p:nvPr/>
        </p:nvSpPr>
        <p:spPr>
          <a:xfrm>
            <a:off x="9651600" y="4918521"/>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99" name="椭圆 98">
            <a:extLst>
              <a:ext uri="{FF2B5EF4-FFF2-40B4-BE49-F238E27FC236}">
                <a16:creationId xmlns:a16="http://schemas.microsoft.com/office/drawing/2014/main" id="{2F11A8F9-078D-7BB3-A127-EE0AD502E4AB}"/>
              </a:ext>
            </a:extLst>
          </p:cNvPr>
          <p:cNvSpPr/>
          <p:nvPr/>
        </p:nvSpPr>
        <p:spPr>
          <a:xfrm>
            <a:off x="6649200" y="4918521"/>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00" name="直接箭头连接符 99">
            <a:extLst>
              <a:ext uri="{FF2B5EF4-FFF2-40B4-BE49-F238E27FC236}">
                <a16:creationId xmlns:a16="http://schemas.microsoft.com/office/drawing/2014/main" id="{576D6B3D-AEFB-4D41-56BB-C80DE0F7F533}"/>
              </a:ext>
            </a:extLst>
          </p:cNvPr>
          <p:cNvCxnSpPr>
            <a:cxnSpLocks/>
            <a:stCxn id="96" idx="6"/>
            <a:endCxn id="97" idx="2"/>
          </p:cNvCxnSpPr>
          <p:nvPr/>
        </p:nvCxnSpPr>
        <p:spPr>
          <a:xfrm>
            <a:off x="7797460" y="4281308"/>
            <a:ext cx="35493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9A114D83-2626-7D6B-EABD-6B4A6E0A7C59}"/>
              </a:ext>
            </a:extLst>
          </p:cNvPr>
          <p:cNvCxnSpPr>
            <a:cxnSpLocks/>
            <a:stCxn id="97" idx="6"/>
            <a:endCxn id="104" idx="2"/>
          </p:cNvCxnSpPr>
          <p:nvPr/>
        </p:nvCxnSpPr>
        <p:spPr>
          <a:xfrm>
            <a:off x="9300651" y="4281308"/>
            <a:ext cx="35094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B0E64550-5B6B-3830-C07B-DB8A933775A2}"/>
              </a:ext>
            </a:extLst>
          </p:cNvPr>
          <p:cNvCxnSpPr>
            <a:cxnSpLocks/>
            <a:stCxn id="104" idx="4"/>
            <a:endCxn id="98" idx="0"/>
          </p:cNvCxnSpPr>
          <p:nvPr/>
        </p:nvCxnSpPr>
        <p:spPr>
          <a:xfrm>
            <a:off x="10225730" y="4573816"/>
            <a:ext cx="0" cy="3447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C5B4E139-09FB-9DE1-503A-84EBD66B6E85}"/>
              </a:ext>
            </a:extLst>
          </p:cNvPr>
          <p:cNvCxnSpPr>
            <a:cxnSpLocks/>
            <a:stCxn id="99" idx="0"/>
            <a:endCxn id="96" idx="4"/>
          </p:cNvCxnSpPr>
          <p:nvPr/>
        </p:nvCxnSpPr>
        <p:spPr>
          <a:xfrm flipV="1">
            <a:off x="7223330" y="4573816"/>
            <a:ext cx="0" cy="3447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4" name="椭圆 103">
            <a:extLst>
              <a:ext uri="{FF2B5EF4-FFF2-40B4-BE49-F238E27FC236}">
                <a16:creationId xmlns:a16="http://schemas.microsoft.com/office/drawing/2014/main" id="{3BC38301-F7E2-2E5F-6C08-543839D9DFC5}"/>
              </a:ext>
            </a:extLst>
          </p:cNvPr>
          <p:cNvSpPr/>
          <p:nvPr/>
        </p:nvSpPr>
        <p:spPr>
          <a:xfrm>
            <a:off x="9651600" y="3988800"/>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1011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05" name="椭圆 104">
            <a:extLst>
              <a:ext uri="{FF2B5EF4-FFF2-40B4-BE49-F238E27FC236}">
                <a16:creationId xmlns:a16="http://schemas.microsoft.com/office/drawing/2014/main" id="{F3D89A4C-2BE9-E933-7DE9-86E539915BA2}"/>
              </a:ext>
            </a:extLst>
          </p:cNvPr>
          <p:cNvSpPr/>
          <p:nvPr/>
        </p:nvSpPr>
        <p:spPr>
          <a:xfrm>
            <a:off x="9651600"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1101</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06" name="椭圆 105">
            <a:extLst>
              <a:ext uri="{FF2B5EF4-FFF2-40B4-BE49-F238E27FC236}">
                <a16:creationId xmlns:a16="http://schemas.microsoft.com/office/drawing/2014/main" id="{805B9642-619D-884E-16D5-13EE8AA0EFCA}"/>
              </a:ext>
            </a:extLst>
          </p:cNvPr>
          <p:cNvSpPr/>
          <p:nvPr/>
        </p:nvSpPr>
        <p:spPr>
          <a:xfrm>
            <a:off x="8152391"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1010</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07" name="椭圆 106">
            <a:extLst>
              <a:ext uri="{FF2B5EF4-FFF2-40B4-BE49-F238E27FC236}">
                <a16:creationId xmlns:a16="http://schemas.microsoft.com/office/drawing/2014/main" id="{1582DFCE-668E-4D85-829D-3EE1979D811D}"/>
              </a:ext>
            </a:extLst>
          </p:cNvPr>
          <p:cNvSpPr/>
          <p:nvPr/>
        </p:nvSpPr>
        <p:spPr>
          <a:xfrm>
            <a:off x="6649200" y="5850064"/>
            <a:ext cx="1148260" cy="585016"/>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dirty="0">
                <a:solidFill>
                  <a:schemeClr val="tx1"/>
                </a:solidFill>
                <a:latin typeface="微软雅黑" panose="020B0503020204020204" pitchFamily="34" charset="-122"/>
                <a:ea typeface="微软雅黑" panose="020B0503020204020204" pitchFamily="34" charset="-122"/>
              </a:rPr>
              <a:t>0100</a:t>
            </a:r>
            <a:endParaRPr lang="zh-CN" altLang="en-US" sz="2000" dirty="0">
              <a:solidFill>
                <a:schemeClr val="tx1"/>
              </a:solidFill>
              <a:latin typeface="微软雅黑" panose="020B0503020204020204" pitchFamily="34" charset="-122"/>
              <a:ea typeface="微软雅黑" panose="020B0503020204020204" pitchFamily="34" charset="-122"/>
            </a:endParaRPr>
          </a:p>
        </p:txBody>
      </p:sp>
      <p:cxnSp>
        <p:nvCxnSpPr>
          <p:cNvPr id="108" name="直接箭头连接符 107">
            <a:extLst>
              <a:ext uri="{FF2B5EF4-FFF2-40B4-BE49-F238E27FC236}">
                <a16:creationId xmlns:a16="http://schemas.microsoft.com/office/drawing/2014/main" id="{C5731675-6A21-FD29-C296-C7D6A072AF2E}"/>
              </a:ext>
            </a:extLst>
          </p:cNvPr>
          <p:cNvCxnSpPr>
            <a:cxnSpLocks/>
            <a:stCxn id="98" idx="4"/>
            <a:endCxn id="105" idx="0"/>
          </p:cNvCxnSpPr>
          <p:nvPr/>
        </p:nvCxnSpPr>
        <p:spPr>
          <a:xfrm>
            <a:off x="10225730" y="5503537"/>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1EA00995-91FB-7F44-62E5-4D8E254F32CE}"/>
              </a:ext>
            </a:extLst>
          </p:cNvPr>
          <p:cNvCxnSpPr>
            <a:cxnSpLocks/>
            <a:stCxn id="105" idx="2"/>
            <a:endCxn id="106" idx="6"/>
          </p:cNvCxnSpPr>
          <p:nvPr/>
        </p:nvCxnSpPr>
        <p:spPr>
          <a:xfrm flipH="1">
            <a:off x="9300651" y="6142572"/>
            <a:ext cx="35094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A22968B6-A52B-02A1-274A-64F56865798E}"/>
              </a:ext>
            </a:extLst>
          </p:cNvPr>
          <p:cNvCxnSpPr>
            <a:cxnSpLocks/>
            <a:stCxn id="106" idx="2"/>
            <a:endCxn id="107" idx="6"/>
          </p:cNvCxnSpPr>
          <p:nvPr/>
        </p:nvCxnSpPr>
        <p:spPr>
          <a:xfrm flipH="1">
            <a:off x="7797460" y="6142572"/>
            <a:ext cx="35493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D8935D09-30C7-5BD7-CCAA-0330A56952A6}"/>
              </a:ext>
            </a:extLst>
          </p:cNvPr>
          <p:cNvCxnSpPr>
            <a:cxnSpLocks/>
            <a:stCxn id="107" idx="0"/>
            <a:endCxn id="99" idx="4"/>
          </p:cNvCxnSpPr>
          <p:nvPr/>
        </p:nvCxnSpPr>
        <p:spPr>
          <a:xfrm flipV="1">
            <a:off x="7223330" y="5503537"/>
            <a:ext cx="0" cy="34652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12" name="组合 111">
            <a:extLst>
              <a:ext uri="{FF2B5EF4-FFF2-40B4-BE49-F238E27FC236}">
                <a16:creationId xmlns:a16="http://schemas.microsoft.com/office/drawing/2014/main" id="{02394169-D601-F930-8FCE-B0DA78628E9E}"/>
              </a:ext>
            </a:extLst>
          </p:cNvPr>
          <p:cNvGrpSpPr/>
          <p:nvPr/>
        </p:nvGrpSpPr>
        <p:grpSpPr>
          <a:xfrm>
            <a:off x="11449269" y="6198682"/>
            <a:ext cx="786273" cy="548639"/>
            <a:chOff x="11454918" y="5839511"/>
            <a:chExt cx="786273" cy="548639"/>
          </a:xfrm>
        </p:grpSpPr>
        <p:grpSp>
          <p:nvGrpSpPr>
            <p:cNvPr id="113" name="组合 112">
              <a:extLst>
                <a:ext uri="{FF2B5EF4-FFF2-40B4-BE49-F238E27FC236}">
                  <a16:creationId xmlns:a16="http://schemas.microsoft.com/office/drawing/2014/main" id="{5DB2BCAF-F6E8-D812-3023-46B94C3F6B92}"/>
                </a:ext>
              </a:extLst>
            </p:cNvPr>
            <p:cNvGrpSpPr/>
            <p:nvPr/>
          </p:nvGrpSpPr>
          <p:grpSpPr>
            <a:xfrm>
              <a:off x="11454918" y="5867450"/>
              <a:ext cx="737081" cy="520700"/>
              <a:chOff x="11454918" y="5867450"/>
              <a:chExt cx="737081" cy="520700"/>
            </a:xfrm>
          </p:grpSpPr>
          <p:sp>
            <p:nvSpPr>
              <p:cNvPr id="115" name="箭头: 五边形 114">
                <a:extLst>
                  <a:ext uri="{FF2B5EF4-FFF2-40B4-BE49-F238E27FC236}">
                    <a16:creationId xmlns:a16="http://schemas.microsoft.com/office/drawing/2014/main" id="{CCCB9D7B-3C2A-3ACB-BE72-F2AA56BF569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箭头: V 形 115">
                <a:extLst>
                  <a:ext uri="{FF2B5EF4-FFF2-40B4-BE49-F238E27FC236}">
                    <a16:creationId xmlns:a16="http://schemas.microsoft.com/office/drawing/2014/main" id="{014F06D6-8489-CC95-E8F7-5BD40FC279E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4" name="灯片编号占位符 3">
              <a:extLst>
                <a:ext uri="{FF2B5EF4-FFF2-40B4-BE49-F238E27FC236}">
                  <a16:creationId xmlns:a16="http://schemas.microsoft.com/office/drawing/2014/main" id="{41A92B61-A2A1-2897-5719-8D291BD8B98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32</a:t>
              </a:fld>
              <a:endParaRPr lang="zh-CN" altLang="en-US" sz="3200" dirty="0">
                <a:solidFill>
                  <a:schemeClr val="bg1"/>
                </a:solidFill>
                <a:latin typeface="Candara"/>
                <a:ea typeface="微软雅黑"/>
              </a:endParaRPr>
            </a:p>
          </p:txBody>
        </p:sp>
      </p:grpSp>
      <p:sp>
        <p:nvSpPr>
          <p:cNvPr id="118" name="文本框 117">
            <a:extLst>
              <a:ext uri="{FF2B5EF4-FFF2-40B4-BE49-F238E27FC236}">
                <a16:creationId xmlns:a16="http://schemas.microsoft.com/office/drawing/2014/main" id="{B3652409-77E5-B08C-2632-554BE962E29A}"/>
              </a:ext>
            </a:extLst>
          </p:cNvPr>
          <p:cNvSpPr txBox="1"/>
          <p:nvPr/>
        </p:nvSpPr>
        <p:spPr>
          <a:xfrm>
            <a:off x="2569111" y="4996800"/>
            <a:ext cx="1586057" cy="430887"/>
          </a:xfrm>
          <a:prstGeom prst="rect">
            <a:avLst/>
          </a:prstGeom>
          <a:noFill/>
        </p:spPr>
        <p:txBody>
          <a:bodyPr wrap="square">
            <a:spAutoFit/>
          </a:bodyPr>
          <a:lstStyle/>
          <a:p>
            <a:pPr algn="ctr"/>
            <a:r>
              <a:rPr kumimoji="1" lang="zh-CN" altLang="en-US" sz="2200" b="0" dirty="0">
                <a:solidFill>
                  <a:srgbClr val="0000FF"/>
                </a:solidFill>
                <a:latin typeface="Microsoft YaHei" panose="020B0503020204020204" pitchFamily="34" charset="-122"/>
                <a:ea typeface="Microsoft YaHei" panose="020B0503020204020204" pitchFamily="34" charset="-122"/>
              </a:rPr>
              <a:t>有效循环</a:t>
            </a:r>
            <a:endParaRPr lang="zh-CN" altLang="en-US" sz="2200" dirty="0">
              <a:solidFill>
                <a:srgbClr val="0000FF"/>
              </a:solidFill>
            </a:endParaRPr>
          </a:p>
        </p:txBody>
      </p:sp>
      <p:sp>
        <p:nvSpPr>
          <p:cNvPr id="119" name="文本框 118">
            <a:extLst>
              <a:ext uri="{FF2B5EF4-FFF2-40B4-BE49-F238E27FC236}">
                <a16:creationId xmlns:a16="http://schemas.microsoft.com/office/drawing/2014/main" id="{CC782393-DB01-B198-D00B-24B4E319E26A}"/>
              </a:ext>
            </a:extLst>
          </p:cNvPr>
          <p:cNvSpPr txBox="1"/>
          <p:nvPr/>
        </p:nvSpPr>
        <p:spPr>
          <a:xfrm>
            <a:off x="7933492" y="4996800"/>
            <a:ext cx="1586057" cy="430887"/>
          </a:xfrm>
          <a:prstGeom prst="rect">
            <a:avLst/>
          </a:prstGeom>
          <a:noFill/>
        </p:spPr>
        <p:txBody>
          <a:bodyPr wrap="square">
            <a:spAutoFit/>
          </a:bodyPr>
          <a:lstStyle/>
          <a:p>
            <a:pPr algn="ctr"/>
            <a:r>
              <a:rPr kumimoji="1" lang="zh-CN" altLang="en-US" sz="2200" b="0" dirty="0">
                <a:latin typeface="Microsoft YaHei" panose="020B0503020204020204" pitchFamily="34" charset="-122"/>
                <a:ea typeface="Microsoft YaHei" panose="020B0503020204020204" pitchFamily="34" charset="-122"/>
              </a:rPr>
              <a:t>无效循环</a:t>
            </a:r>
            <a:endParaRPr lang="zh-CN" altLang="en-US" sz="2200" dirty="0"/>
          </a:p>
        </p:txBody>
      </p:sp>
      <mc:AlternateContent xmlns:mc="http://schemas.openxmlformats.org/markup-compatibility/2006" xmlns:a14="http://schemas.microsoft.com/office/drawing/2010/main">
        <mc:Choice Requires="a14">
          <p:sp>
            <p:nvSpPr>
              <p:cNvPr id="120" name="Text Box 39">
                <a:extLst>
                  <a:ext uri="{FF2B5EF4-FFF2-40B4-BE49-F238E27FC236}">
                    <a16:creationId xmlns:a16="http://schemas.microsoft.com/office/drawing/2014/main" id="{0190E409-A7C2-F3ED-26C4-008072AB110B}"/>
                  </a:ext>
                </a:extLst>
              </p:cNvPr>
              <p:cNvSpPr txBox="1">
                <a:spLocks noChangeArrowheads="1"/>
              </p:cNvSpPr>
              <p:nvPr/>
            </p:nvSpPr>
            <p:spPr bwMode="auto">
              <a:xfrm>
                <a:off x="360000" y="1800000"/>
                <a:ext cx="4338208" cy="52322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lvl="1">
                  <a:spcAft>
                    <a:spcPct val="0"/>
                  </a:spcAft>
                  <a:buNone/>
                </a:pPr>
                <a:r>
                  <a:rPr lang="zh-CN" altLang="en-US" dirty="0">
                    <a:solidFill>
                      <a:schemeClr val="accent5">
                        <a:lumMod val="75000"/>
                      </a:schemeClr>
                    </a:solidFill>
                    <a:latin typeface="微软雅黑" panose="020B0503020204020204" pitchFamily="34" charset="-122"/>
                    <a:ea typeface="微软雅黑" panose="020B0503020204020204" pitchFamily="34" charset="-122"/>
                  </a:rPr>
                  <a:t>反馈方程： </a:t>
                </a:r>
                <a14:m>
                  <m:oMath xmlns:m="http://schemas.openxmlformats.org/officeDocument/2006/math">
                    <m:sSub>
                      <m:sSubPr>
                        <m:ctrlPr>
                          <a:rPr lang="en-US" altLang="zh-CN" sz="2800" b="0" i="1" smtClean="0">
                            <a:solidFill>
                              <a:schemeClr val="accent5">
                                <a:lumMod val="75000"/>
                              </a:schemeClr>
                            </a:solidFill>
                            <a:latin typeface="Cambria Math" panose="02040503050406030204" pitchFamily="18" charset="0"/>
                          </a:rPr>
                        </m:ctrlPr>
                      </m:sSubPr>
                      <m:e>
                        <m:r>
                          <m:rPr>
                            <m:sty m:val="p"/>
                          </m:rPr>
                          <a:rPr lang="en-US" altLang="zh-CN" sz="2800" b="0" i="0">
                            <a:solidFill>
                              <a:schemeClr val="accent5">
                                <a:lumMod val="75000"/>
                              </a:schemeClr>
                            </a:solidFill>
                            <a:latin typeface="Cambria Math" panose="02040503050406030204" pitchFamily="18" charset="0"/>
                          </a:rPr>
                          <m:t>D</m:t>
                        </m:r>
                      </m:e>
                      <m:sub>
                        <m:r>
                          <a:rPr lang="en-US" altLang="zh-CN" sz="2800" b="0" i="0">
                            <a:solidFill>
                              <a:schemeClr val="accent5">
                                <a:lumMod val="75000"/>
                              </a:schemeClr>
                            </a:solidFill>
                            <a:latin typeface="Cambria Math" panose="02040503050406030204" pitchFamily="18" charset="0"/>
                          </a:rPr>
                          <m:t>0</m:t>
                        </m:r>
                      </m:sub>
                    </m:sSub>
                    <m:r>
                      <a:rPr lang="en-US" altLang="zh-CN" sz="2800" b="0" i="1"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Q</m:t>
                            </m:r>
                          </m:e>
                          <m:sub>
                            <m:r>
                              <a:rPr lang="en-US" altLang="zh-CN" sz="2800" i="1">
                                <a:solidFill>
                                  <a:schemeClr val="accent5">
                                    <a:lumMod val="75000"/>
                                  </a:schemeClr>
                                </a:solidFill>
                                <a:latin typeface="Cambria Math" panose="02040503050406030204" pitchFamily="18" charset="0"/>
                              </a:rPr>
                              <m:t>𝑛</m:t>
                            </m:r>
                            <m:r>
                              <a:rPr lang="en-US" altLang="zh-CN" sz="2800">
                                <a:solidFill>
                                  <a:schemeClr val="accent5">
                                    <a:lumMod val="75000"/>
                                  </a:schemeClr>
                                </a:solidFill>
                                <a:latin typeface="Cambria Math" panose="02040503050406030204" pitchFamily="18" charset="0"/>
                              </a:rPr>
                              <m:t>−1</m:t>
                            </m:r>
                          </m:sub>
                        </m:sSub>
                      </m:e>
                    </m:acc>
                  </m:oMath>
                </a14:m>
                <a:endParaRPr kumimoji="1" lang="en-US" altLang="zh-CN" sz="2800" b="0" dirty="0">
                  <a:solidFill>
                    <a:schemeClr val="accent5">
                      <a:lumMod val="75000"/>
                    </a:schemeClr>
                  </a:solidFill>
                </a:endParaRPr>
              </a:p>
            </p:txBody>
          </p:sp>
        </mc:Choice>
        <mc:Fallback xmlns="">
          <p:sp>
            <p:nvSpPr>
              <p:cNvPr id="120" name="Text Box 39">
                <a:extLst>
                  <a:ext uri="{FF2B5EF4-FFF2-40B4-BE49-F238E27FC236}">
                    <a16:creationId xmlns:a16="http://schemas.microsoft.com/office/drawing/2014/main" id="{0190E409-A7C2-F3ED-26C4-008072AB110B}"/>
                  </a:ext>
                </a:extLst>
              </p:cNvPr>
              <p:cNvSpPr txBox="1">
                <a:spLocks noRot="1" noChangeAspect="1" noMove="1" noResize="1" noEditPoints="1" noAdjustHandles="1" noChangeArrowheads="1" noChangeShapeType="1" noTextEdit="1"/>
              </p:cNvSpPr>
              <p:nvPr/>
            </p:nvSpPr>
            <p:spPr bwMode="auto">
              <a:xfrm>
                <a:off x="360000" y="1800000"/>
                <a:ext cx="4338208" cy="523220"/>
              </a:xfrm>
              <a:prstGeom prst="rect">
                <a:avLst/>
              </a:prstGeom>
              <a:blipFill>
                <a:blip r:embed="rId17"/>
                <a:stretch>
                  <a:fillRect b="-24419"/>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21" name="椭圆 120">
            <a:extLst>
              <a:ext uri="{FF2B5EF4-FFF2-40B4-BE49-F238E27FC236}">
                <a16:creationId xmlns:a16="http://schemas.microsoft.com/office/drawing/2014/main" id="{1470F069-7F7A-D221-94D3-6C3C4B28647B}"/>
              </a:ext>
            </a:extLst>
          </p:cNvPr>
          <p:cNvSpPr/>
          <p:nvPr/>
        </p:nvSpPr>
        <p:spPr>
          <a:xfrm>
            <a:off x="5346000" y="3060000"/>
            <a:ext cx="1369285" cy="691219"/>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endParaRPr lang="zh-CN" altLang="en-US" sz="2000" dirty="0">
              <a:latin typeface="微软雅黑" panose="020B0503020204020204" pitchFamily="34" charset="-122"/>
              <a:ea typeface="微软雅黑" panose="020B0503020204020204" pitchFamily="34" charset="-122"/>
            </a:endParaRPr>
          </a:p>
        </p:txBody>
      </p:sp>
      <p:cxnSp>
        <p:nvCxnSpPr>
          <p:cNvPr id="122" name="直接箭头连接符 121">
            <a:extLst>
              <a:ext uri="{FF2B5EF4-FFF2-40B4-BE49-F238E27FC236}">
                <a16:creationId xmlns:a16="http://schemas.microsoft.com/office/drawing/2014/main" id="{D9C1AE4D-4CF0-CF5A-4F53-D710FC43EA86}"/>
              </a:ext>
            </a:extLst>
          </p:cNvPr>
          <p:cNvCxnSpPr>
            <a:cxnSpLocks/>
            <a:stCxn id="121" idx="6"/>
          </p:cNvCxnSpPr>
          <p:nvPr/>
        </p:nvCxnSpPr>
        <p:spPr>
          <a:xfrm flipV="1">
            <a:off x="6715285" y="3400102"/>
            <a:ext cx="675700" cy="550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C569EAB7-F3E2-AAFA-4EB1-6F435E2D9144}"/>
                  </a:ext>
                </a:extLst>
              </p:cNvPr>
              <p:cNvSpPr txBox="1"/>
              <p:nvPr/>
            </p:nvSpPr>
            <p:spPr>
              <a:xfrm>
                <a:off x="5385146" y="3174238"/>
                <a:ext cx="1290993" cy="40011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ea typeface="微软雅黑" panose="020B0503020204020204" pitchFamily="34" charset="-122"/>
                            </a:rPr>
                          </m:ctrlPr>
                        </m:sSubPr>
                        <m:e>
                          <m:r>
                            <m:rPr>
                              <m:sty m:val="p"/>
                            </m:rPr>
                            <a:rPr lang="en-US" altLang="zh-CN" sz="2000" b="0" i="0" dirty="0" smtClean="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3</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2</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1</m:t>
                          </m:r>
                        </m:sub>
                      </m:sSub>
                      <m:sSub>
                        <m:sSubPr>
                          <m:ctrlPr>
                            <a:rPr lang="en-US" altLang="zh-CN" sz="2000" i="1" dirty="0">
                              <a:latin typeface="Cambria Math" panose="02040503050406030204" pitchFamily="18" charset="0"/>
                              <a:ea typeface="微软雅黑" panose="020B0503020204020204" pitchFamily="34" charset="-122"/>
                            </a:rPr>
                          </m:ctrlPr>
                        </m:sSubPr>
                        <m:e>
                          <m:r>
                            <m:rPr>
                              <m:sty m:val="p"/>
                            </m:rPr>
                            <a:rPr lang="en-US" altLang="zh-CN" sz="2000" i="0" dirty="0">
                              <a:latin typeface="Cambria Math" panose="02040503050406030204" pitchFamily="18" charset="0"/>
                              <a:ea typeface="微软雅黑" panose="020B0503020204020204" pitchFamily="34" charset="-122"/>
                            </a:rPr>
                            <m:t>Q</m:t>
                          </m:r>
                        </m:e>
                        <m:sub>
                          <m:r>
                            <a:rPr lang="en-US" altLang="zh-CN" sz="2000" b="0" i="0" dirty="0" smtClean="0">
                              <a:latin typeface="Cambria Math" panose="02040503050406030204" pitchFamily="18" charset="0"/>
                              <a:ea typeface="微软雅黑" panose="020B0503020204020204" pitchFamily="34" charset="-122"/>
                            </a:rPr>
                            <m:t>0</m:t>
                          </m:r>
                        </m:sub>
                      </m:sSub>
                    </m:oMath>
                  </m:oMathPara>
                </a14:m>
                <a:endParaRPr dirty="0"/>
              </a:p>
            </p:txBody>
          </p:sp>
        </mc:Choice>
        <mc:Fallback xmlns="">
          <p:sp>
            <p:nvSpPr>
              <p:cNvPr id="123" name="文本框 122">
                <a:extLst>
                  <a:ext uri="{FF2B5EF4-FFF2-40B4-BE49-F238E27FC236}">
                    <a16:creationId xmlns:a16="http://schemas.microsoft.com/office/drawing/2014/main" id="{C569EAB7-F3E2-AAFA-4EB1-6F435E2D9144}"/>
                  </a:ext>
                </a:extLst>
              </p:cNvPr>
              <p:cNvSpPr txBox="1">
                <a:spLocks noRot="1" noChangeAspect="1" noMove="1" noResize="1" noEditPoints="1" noAdjustHandles="1" noChangeArrowheads="1" noChangeShapeType="1" noTextEdit="1"/>
              </p:cNvSpPr>
              <p:nvPr/>
            </p:nvSpPr>
            <p:spPr>
              <a:xfrm>
                <a:off x="5385146" y="3174238"/>
                <a:ext cx="1290993" cy="400110"/>
              </a:xfrm>
              <a:prstGeom prst="rect">
                <a:avLst/>
              </a:prstGeom>
              <a:blipFill>
                <a:blip r:embed="rId18"/>
                <a:stretch>
                  <a:fillRect l="-1415" r="-943" b="-12308"/>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9816FFEA-C309-F7AB-B412-E521E58C201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grpSp>
        <p:nvGrpSpPr>
          <p:cNvPr id="46" name="组合 45">
            <a:extLst>
              <a:ext uri="{FF2B5EF4-FFF2-40B4-BE49-F238E27FC236}">
                <a16:creationId xmlns:a16="http://schemas.microsoft.com/office/drawing/2014/main" id="{70DC69B4-0243-850F-9309-3825997663B1}"/>
              </a:ext>
            </a:extLst>
          </p:cNvPr>
          <p:cNvGrpSpPr/>
          <p:nvPr/>
        </p:nvGrpSpPr>
        <p:grpSpPr>
          <a:xfrm>
            <a:off x="6027739" y="900000"/>
            <a:ext cx="5797146" cy="1454400"/>
            <a:chOff x="6027739" y="900000"/>
            <a:chExt cx="5797146" cy="1454400"/>
          </a:xfrm>
        </p:grpSpPr>
        <mc:AlternateContent xmlns:mc="http://schemas.openxmlformats.org/markup-compatibility/2006" xmlns:a14="http://schemas.microsoft.com/office/drawing/2010/main">
          <mc:Choice Requires="a14">
            <p:sp>
              <p:nvSpPr>
                <p:cNvPr id="6" name="Text Box 11">
                  <a:extLst>
                    <a:ext uri="{FF2B5EF4-FFF2-40B4-BE49-F238E27FC236}">
                      <a16:creationId xmlns:a16="http://schemas.microsoft.com/office/drawing/2014/main" id="{58F33BCA-DC9C-8197-90ED-956468C7257A}"/>
                    </a:ext>
                  </a:extLst>
                </p:cNvPr>
                <p:cNvSpPr txBox="1">
                  <a:spLocks noChangeArrowheads="1"/>
                </p:cNvSpPr>
                <p:nvPr/>
              </p:nvSpPr>
              <p:spPr bwMode="auto">
                <a:xfrm>
                  <a:off x="11269615" y="1361311"/>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000" b="0" i="1">
                                <a:latin typeface="Cambria Math" panose="02040503050406030204" pitchFamily="18" charset="0"/>
                              </a:rPr>
                            </m:ctrlPr>
                          </m:accPr>
                          <m:e>
                            <m:sSub>
                              <m:sSubPr>
                                <m:ctrlPr>
                                  <a:rPr lang="en-US" altLang="zh-CN" sz="2000" b="0" i="1">
                                    <a:latin typeface="Cambria Math" panose="02040503050406030204" pitchFamily="18" charset="0"/>
                                  </a:rPr>
                                </m:ctrlPr>
                              </m:sSubPr>
                              <m:e>
                                <m:r>
                                  <m:rPr>
                                    <m:sty m:val="p"/>
                                  </m:rPr>
                                  <a:rPr lang="en-US" altLang="zh-CN" sz="2000" b="0">
                                    <a:latin typeface="Cambria Math" panose="02040503050406030204" pitchFamily="18" charset="0"/>
                                  </a:rPr>
                                  <m:t>Q</m:t>
                                </m:r>
                              </m:e>
                              <m:sub>
                                <m:r>
                                  <a:rPr lang="en-US" altLang="zh-CN" sz="2000" b="0" i="1">
                                    <a:latin typeface="Cambria Math" panose="02040503050406030204" pitchFamily="18" charset="0"/>
                                  </a:rPr>
                                  <m:t>3</m:t>
                                </m:r>
                              </m:sub>
                            </m:sSub>
                          </m:e>
                        </m:acc>
                      </m:oMath>
                    </m:oMathPara>
                  </a14:m>
                  <a:endParaRPr kumimoji="1" lang="en-US" altLang="zh-CN" sz="2000" b="0" dirty="0"/>
                </a:p>
              </p:txBody>
            </p:sp>
          </mc:Choice>
          <mc:Fallback xmlns="">
            <p:sp>
              <p:nvSpPr>
                <p:cNvPr id="6" name="Text Box 11">
                  <a:extLst>
                    <a:ext uri="{FF2B5EF4-FFF2-40B4-BE49-F238E27FC236}">
                      <a16:creationId xmlns:a16="http://schemas.microsoft.com/office/drawing/2014/main" id="{58F33BCA-DC9C-8197-90ED-956468C7257A}"/>
                    </a:ext>
                  </a:extLst>
                </p:cNvPr>
                <p:cNvSpPr txBox="1">
                  <a:spLocks noRot="1" noChangeAspect="1" noMove="1" noResize="1" noEditPoints="1" noAdjustHandles="1" noChangeArrowheads="1" noChangeShapeType="1" noTextEdit="1"/>
                </p:cNvSpPr>
                <p:nvPr/>
              </p:nvSpPr>
              <p:spPr bwMode="auto">
                <a:xfrm>
                  <a:off x="11269615" y="1361311"/>
                  <a:ext cx="544893" cy="400110"/>
                </a:xfrm>
                <a:prstGeom prst="rect">
                  <a:avLst/>
                </a:prstGeom>
                <a:blipFill>
                  <a:blip r:embed="rId19"/>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 Box 3">
                  <a:extLst>
                    <a:ext uri="{FF2B5EF4-FFF2-40B4-BE49-F238E27FC236}">
                      <a16:creationId xmlns:a16="http://schemas.microsoft.com/office/drawing/2014/main" id="{B0A9B630-F6EE-FF38-DE19-14066A4250C6}"/>
                    </a:ext>
                  </a:extLst>
                </p:cNvPr>
                <p:cNvSpPr txBox="1">
                  <a:spLocks noChangeArrowheads="1"/>
                </p:cNvSpPr>
                <p:nvPr/>
              </p:nvSpPr>
              <p:spPr bwMode="auto">
                <a:xfrm>
                  <a:off x="6726314"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7" name="Text Box 3">
                  <a:extLst>
                    <a:ext uri="{FF2B5EF4-FFF2-40B4-BE49-F238E27FC236}">
                      <a16:creationId xmlns:a16="http://schemas.microsoft.com/office/drawing/2014/main" id="{B0A9B630-F6EE-FF38-DE19-14066A4250C6}"/>
                    </a:ext>
                  </a:extLst>
                </p:cNvPr>
                <p:cNvSpPr txBox="1">
                  <a:spLocks noRot="1" noChangeAspect="1" noMove="1" noResize="1" noEditPoints="1" noAdjustHandles="1" noChangeArrowheads="1" noChangeShapeType="1" noTextEdit="1"/>
                </p:cNvSpPr>
                <p:nvPr/>
              </p:nvSpPr>
              <p:spPr bwMode="auto">
                <a:xfrm>
                  <a:off x="6726314" y="1075784"/>
                  <a:ext cx="281901" cy="400110"/>
                </a:xfrm>
                <a:prstGeom prst="rect">
                  <a:avLst/>
                </a:prstGeom>
                <a:blipFill>
                  <a:blip r:embed="rId20"/>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8" name="Rectangle 7">
              <a:extLst>
                <a:ext uri="{FF2B5EF4-FFF2-40B4-BE49-F238E27FC236}">
                  <a16:creationId xmlns:a16="http://schemas.microsoft.com/office/drawing/2014/main" id="{E1D52FB7-E8C1-3001-9A2C-26B9E145AAB1}"/>
                </a:ext>
              </a:extLst>
            </p:cNvPr>
            <p:cNvSpPr>
              <a:spLocks noChangeArrowheads="1"/>
            </p:cNvSpPr>
            <p:nvPr/>
          </p:nvSpPr>
          <p:spPr bwMode="auto">
            <a:xfrm>
              <a:off x="6751639" y="1145664"/>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9" name="Text Box 11">
                  <a:extLst>
                    <a:ext uri="{FF2B5EF4-FFF2-40B4-BE49-F238E27FC236}">
                      <a16:creationId xmlns:a16="http://schemas.microsoft.com/office/drawing/2014/main" id="{5851CC38-9EF9-04AC-1E13-F40A4304E70C}"/>
                    </a:ext>
                  </a:extLst>
                </p:cNvPr>
                <p:cNvSpPr txBox="1">
                  <a:spLocks noChangeArrowheads="1"/>
                </p:cNvSpPr>
                <p:nvPr/>
              </p:nvSpPr>
              <p:spPr bwMode="auto">
                <a:xfrm>
                  <a:off x="7329109" y="1209104"/>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a:latin typeface="Cambria Math" panose="02040503050406030204" pitchFamily="18" charset="0"/>
                              </a:rPr>
                              <m:t>0</m:t>
                            </m:r>
                          </m:sub>
                        </m:sSub>
                      </m:oMath>
                    </m:oMathPara>
                  </a14:m>
                  <a:endParaRPr kumimoji="1" lang="en-US" altLang="zh-CN" sz="2000" b="0" dirty="0"/>
                </a:p>
              </p:txBody>
            </p:sp>
          </mc:Choice>
          <mc:Fallback xmlns="">
            <p:sp>
              <p:nvSpPr>
                <p:cNvPr id="9" name="Text Box 11">
                  <a:extLst>
                    <a:ext uri="{FF2B5EF4-FFF2-40B4-BE49-F238E27FC236}">
                      <a16:creationId xmlns:a16="http://schemas.microsoft.com/office/drawing/2014/main" id="{5851CC38-9EF9-04AC-1E13-F40A4304E70C}"/>
                    </a:ext>
                  </a:extLst>
                </p:cNvPr>
                <p:cNvSpPr txBox="1">
                  <a:spLocks noRot="1" noChangeAspect="1" noMove="1" noResize="1" noEditPoints="1" noAdjustHandles="1" noChangeArrowheads="1" noChangeShapeType="1" noTextEdit="1"/>
                </p:cNvSpPr>
                <p:nvPr/>
              </p:nvSpPr>
              <p:spPr bwMode="auto">
                <a:xfrm>
                  <a:off x="7329109" y="1209104"/>
                  <a:ext cx="544893" cy="400110"/>
                </a:xfrm>
                <a:prstGeom prst="rect">
                  <a:avLst/>
                </a:prstGeom>
                <a:blipFill>
                  <a:blip r:embed="rId21"/>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0" name="Line 12">
              <a:extLst>
                <a:ext uri="{FF2B5EF4-FFF2-40B4-BE49-F238E27FC236}">
                  <a16:creationId xmlns:a16="http://schemas.microsoft.com/office/drawing/2014/main" id="{E4FDA826-CACB-0460-9B7E-079C286913BA}"/>
                </a:ext>
              </a:extLst>
            </p:cNvPr>
            <p:cNvSpPr>
              <a:spLocks noChangeShapeType="1"/>
            </p:cNvSpPr>
            <p:nvPr/>
          </p:nvSpPr>
          <p:spPr bwMode="auto">
            <a:xfrm>
              <a:off x="6607176" y="1808739"/>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3">
              <a:extLst>
                <a:ext uri="{FF2B5EF4-FFF2-40B4-BE49-F238E27FC236}">
                  <a16:creationId xmlns:a16="http://schemas.microsoft.com/office/drawing/2014/main" id="{011B5BA3-CB7A-2338-D1AB-D06E2E1DB755}"/>
                </a:ext>
              </a:extLst>
            </p:cNvPr>
            <p:cNvSpPr>
              <a:spLocks noChangeShapeType="1"/>
            </p:cNvSpPr>
            <p:nvPr/>
          </p:nvSpPr>
          <p:spPr bwMode="auto">
            <a:xfrm>
              <a:off x="7404101" y="1282189"/>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0">
              <a:extLst>
                <a:ext uri="{FF2B5EF4-FFF2-40B4-BE49-F238E27FC236}">
                  <a16:creationId xmlns:a16="http://schemas.microsoft.com/office/drawing/2014/main" id="{E3FC7030-FD24-B351-AEFE-49AA47005CBA}"/>
                </a:ext>
              </a:extLst>
            </p:cNvPr>
            <p:cNvSpPr>
              <a:spLocks noChangeShapeType="1"/>
            </p:cNvSpPr>
            <p:nvPr/>
          </p:nvSpPr>
          <p:spPr bwMode="auto">
            <a:xfrm>
              <a:off x="8707438" y="1282189"/>
              <a:ext cx="68334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34">
              <a:extLst>
                <a:ext uri="{FF2B5EF4-FFF2-40B4-BE49-F238E27FC236}">
                  <a16:creationId xmlns:a16="http://schemas.microsoft.com/office/drawing/2014/main" id="{4EBC96BC-23C5-7403-4B12-A55CDEF6E8EA}"/>
                </a:ext>
              </a:extLst>
            </p:cNvPr>
            <p:cNvSpPr>
              <a:spLocks noChangeShapeType="1"/>
            </p:cNvSpPr>
            <p:nvPr/>
          </p:nvSpPr>
          <p:spPr bwMode="auto">
            <a:xfrm>
              <a:off x="6096000" y="2309302"/>
              <a:ext cx="447291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36">
              <a:extLst>
                <a:ext uri="{FF2B5EF4-FFF2-40B4-BE49-F238E27FC236}">
                  <a16:creationId xmlns:a16="http://schemas.microsoft.com/office/drawing/2014/main" id="{DBCF2481-828C-B9D8-DC87-240A6146C516}"/>
                </a:ext>
              </a:extLst>
            </p:cNvPr>
            <p:cNvSpPr>
              <a:spLocks noChangeShapeType="1"/>
            </p:cNvSpPr>
            <p:nvPr/>
          </p:nvSpPr>
          <p:spPr bwMode="auto">
            <a:xfrm flipH="1">
              <a:off x="6529389" y="1282189"/>
              <a:ext cx="2222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37">
              <a:extLst>
                <a:ext uri="{FF2B5EF4-FFF2-40B4-BE49-F238E27FC236}">
                  <a16:creationId xmlns:a16="http://schemas.microsoft.com/office/drawing/2014/main" id="{23A13637-4B43-2FBF-959A-96260415FBEF}"/>
                </a:ext>
              </a:extLst>
            </p:cNvPr>
            <p:cNvSpPr>
              <a:spLocks noChangeShapeType="1"/>
            </p:cNvSpPr>
            <p:nvPr/>
          </p:nvSpPr>
          <p:spPr bwMode="auto">
            <a:xfrm flipV="1">
              <a:off x="6534151" y="931912"/>
              <a:ext cx="0" cy="350275"/>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38">
              <a:extLst>
                <a:ext uri="{FF2B5EF4-FFF2-40B4-BE49-F238E27FC236}">
                  <a16:creationId xmlns:a16="http://schemas.microsoft.com/office/drawing/2014/main" id="{43D3BFE9-A70C-45B7-3428-6698ECFEE3F9}"/>
                </a:ext>
              </a:extLst>
            </p:cNvPr>
            <p:cNvSpPr>
              <a:spLocks noChangeShapeType="1"/>
            </p:cNvSpPr>
            <p:nvPr/>
          </p:nvSpPr>
          <p:spPr bwMode="auto">
            <a:xfrm flipH="1">
              <a:off x="6534148" y="944397"/>
              <a:ext cx="529073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7" name="Text Box 39">
                  <a:extLst>
                    <a:ext uri="{FF2B5EF4-FFF2-40B4-BE49-F238E27FC236}">
                      <a16:creationId xmlns:a16="http://schemas.microsoft.com/office/drawing/2014/main" id="{7577B512-DB39-DD5F-8E07-19D820B58559}"/>
                    </a:ext>
                  </a:extLst>
                </p:cNvPr>
                <p:cNvSpPr txBox="1">
                  <a:spLocks noChangeArrowheads="1"/>
                </p:cNvSpPr>
                <p:nvPr/>
              </p:nvSpPr>
              <p:spPr bwMode="auto">
                <a:xfrm>
                  <a:off x="6115126" y="1074723"/>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0">
                                <a:latin typeface="Cambria Math" panose="02040503050406030204" pitchFamily="18" charset="0"/>
                              </a:rPr>
                              <m:t>0</m:t>
                            </m:r>
                          </m:sub>
                        </m:sSub>
                      </m:oMath>
                    </m:oMathPara>
                  </a14:m>
                  <a:endParaRPr kumimoji="1" lang="en-US" altLang="zh-CN" sz="2000" b="0" dirty="0"/>
                </a:p>
              </p:txBody>
            </p:sp>
          </mc:Choice>
          <mc:Fallback xmlns="">
            <p:sp>
              <p:nvSpPr>
                <p:cNvPr id="17" name="Text Box 39">
                  <a:extLst>
                    <a:ext uri="{FF2B5EF4-FFF2-40B4-BE49-F238E27FC236}">
                      <a16:creationId xmlns:a16="http://schemas.microsoft.com/office/drawing/2014/main" id="{7577B512-DB39-DD5F-8E07-19D820B58559}"/>
                    </a:ext>
                  </a:extLst>
                </p:cNvPr>
                <p:cNvSpPr txBox="1">
                  <a:spLocks noRot="1" noChangeAspect="1" noMove="1" noResize="1" noEditPoints="1" noAdjustHandles="1" noChangeArrowheads="1" noChangeShapeType="1" noTextEdit="1"/>
                </p:cNvSpPr>
                <p:nvPr/>
              </p:nvSpPr>
              <p:spPr bwMode="auto">
                <a:xfrm>
                  <a:off x="6115126" y="1074723"/>
                  <a:ext cx="538353" cy="400110"/>
                </a:xfrm>
                <a:prstGeom prst="rect">
                  <a:avLst/>
                </a:prstGeom>
                <a:blipFill>
                  <a:blip r:embed="rId22"/>
                  <a:stretch>
                    <a:fillRect b="-151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 Box 40">
                  <a:extLst>
                    <a:ext uri="{FF2B5EF4-FFF2-40B4-BE49-F238E27FC236}">
                      <a16:creationId xmlns:a16="http://schemas.microsoft.com/office/drawing/2014/main" id="{13547A83-8D3A-8C27-3127-7FC95FF93599}"/>
                    </a:ext>
                  </a:extLst>
                </p:cNvPr>
                <p:cNvSpPr txBox="1">
                  <a:spLocks noChangeArrowheads="1"/>
                </p:cNvSpPr>
                <p:nvPr/>
              </p:nvSpPr>
              <p:spPr bwMode="auto">
                <a:xfrm>
                  <a:off x="6027739" y="1923539"/>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CP</m:t>
                        </m:r>
                      </m:oMath>
                    </m:oMathPara>
                  </a14:m>
                  <a:endParaRPr kumimoji="1" lang="en-US" altLang="zh-CN" sz="2000" b="0" dirty="0"/>
                </a:p>
              </p:txBody>
            </p:sp>
          </mc:Choice>
          <mc:Fallback xmlns="">
            <p:sp>
              <p:nvSpPr>
                <p:cNvPr id="18" name="Text Box 40">
                  <a:extLst>
                    <a:ext uri="{FF2B5EF4-FFF2-40B4-BE49-F238E27FC236}">
                      <a16:creationId xmlns:a16="http://schemas.microsoft.com/office/drawing/2014/main" id="{13547A83-8D3A-8C27-3127-7FC95FF93599}"/>
                    </a:ext>
                  </a:extLst>
                </p:cNvPr>
                <p:cNvSpPr txBox="1">
                  <a:spLocks noRot="1" noChangeAspect="1" noMove="1" noResize="1" noEditPoints="1" noAdjustHandles="1" noChangeArrowheads="1" noChangeShapeType="1" noTextEdit="1"/>
                </p:cNvSpPr>
                <p:nvPr/>
              </p:nvSpPr>
              <p:spPr bwMode="auto">
                <a:xfrm>
                  <a:off x="6027739" y="1923539"/>
                  <a:ext cx="538929" cy="400110"/>
                </a:xfrm>
                <a:prstGeom prst="rect">
                  <a:avLst/>
                </a:prstGeom>
                <a:blipFill>
                  <a:blip r:embed="rId23"/>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 Box 11">
                  <a:extLst>
                    <a:ext uri="{FF2B5EF4-FFF2-40B4-BE49-F238E27FC236}">
                      <a16:creationId xmlns:a16="http://schemas.microsoft.com/office/drawing/2014/main" id="{C941AB7E-4353-2028-578B-66BDE0BECABD}"/>
                    </a:ext>
                  </a:extLst>
                </p:cNvPr>
                <p:cNvSpPr txBox="1">
                  <a:spLocks noChangeArrowheads="1"/>
                </p:cNvSpPr>
                <p:nvPr/>
              </p:nvSpPr>
              <p:spPr bwMode="auto">
                <a:xfrm>
                  <a:off x="8630472" y="1209104"/>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19" name="Text Box 11">
                  <a:extLst>
                    <a:ext uri="{FF2B5EF4-FFF2-40B4-BE49-F238E27FC236}">
                      <a16:creationId xmlns:a16="http://schemas.microsoft.com/office/drawing/2014/main" id="{C941AB7E-4353-2028-578B-66BDE0BECABD}"/>
                    </a:ext>
                  </a:extLst>
                </p:cNvPr>
                <p:cNvSpPr txBox="1">
                  <a:spLocks noRot="1" noChangeAspect="1" noMove="1" noResize="1" noEditPoints="1" noAdjustHandles="1" noChangeArrowheads="1" noChangeShapeType="1" noTextEdit="1"/>
                </p:cNvSpPr>
                <p:nvPr/>
              </p:nvSpPr>
              <p:spPr bwMode="auto">
                <a:xfrm>
                  <a:off x="8630472" y="1209104"/>
                  <a:ext cx="538929" cy="400110"/>
                </a:xfrm>
                <a:prstGeom prst="rect">
                  <a:avLst/>
                </a:prstGeom>
                <a:blipFill>
                  <a:blip r:embed="rId24"/>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 Box 39">
                  <a:extLst>
                    <a:ext uri="{FF2B5EF4-FFF2-40B4-BE49-F238E27FC236}">
                      <a16:creationId xmlns:a16="http://schemas.microsoft.com/office/drawing/2014/main" id="{72A6BAAC-3F14-7A17-6604-E681839AC362}"/>
                    </a:ext>
                  </a:extLst>
                </p:cNvPr>
                <p:cNvSpPr txBox="1">
                  <a:spLocks noChangeArrowheads="1"/>
                </p:cNvSpPr>
                <p:nvPr/>
              </p:nvSpPr>
              <p:spPr bwMode="auto">
                <a:xfrm>
                  <a:off x="6992868" y="1420065"/>
                  <a:ext cx="50469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0">
                                <a:latin typeface="Cambria Math" panose="02040503050406030204" pitchFamily="18" charset="0"/>
                              </a:rPr>
                              <m:t>0</m:t>
                            </m:r>
                          </m:sub>
                        </m:sSub>
                      </m:oMath>
                    </m:oMathPara>
                  </a14:m>
                  <a:endParaRPr kumimoji="1" lang="en-US" altLang="zh-CN" sz="1400" b="0" dirty="0"/>
                </a:p>
              </p:txBody>
            </p:sp>
          </mc:Choice>
          <mc:Fallback xmlns="">
            <p:sp>
              <p:nvSpPr>
                <p:cNvPr id="20" name="Text Box 39">
                  <a:extLst>
                    <a:ext uri="{FF2B5EF4-FFF2-40B4-BE49-F238E27FC236}">
                      <a16:creationId xmlns:a16="http://schemas.microsoft.com/office/drawing/2014/main" id="{72A6BAAC-3F14-7A17-6604-E681839AC362}"/>
                    </a:ext>
                  </a:extLst>
                </p:cNvPr>
                <p:cNvSpPr txBox="1">
                  <a:spLocks noRot="1" noChangeAspect="1" noMove="1" noResize="1" noEditPoints="1" noAdjustHandles="1" noChangeArrowheads="1" noChangeShapeType="1" noTextEdit="1"/>
                </p:cNvSpPr>
                <p:nvPr/>
              </p:nvSpPr>
              <p:spPr bwMode="auto">
                <a:xfrm>
                  <a:off x="6992868" y="1420065"/>
                  <a:ext cx="504690" cy="307777"/>
                </a:xfrm>
                <a:prstGeom prst="rect">
                  <a:avLst/>
                </a:prstGeom>
                <a:blipFill>
                  <a:blip r:embed="rId25"/>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1" name="等腰三角形 20">
              <a:extLst>
                <a:ext uri="{FF2B5EF4-FFF2-40B4-BE49-F238E27FC236}">
                  <a16:creationId xmlns:a16="http://schemas.microsoft.com/office/drawing/2014/main" id="{AB80BE00-C2F0-260F-DF7F-0F41C3A6F4DB}"/>
                </a:ext>
              </a:extLst>
            </p:cNvPr>
            <p:cNvSpPr/>
            <p:nvPr/>
          </p:nvSpPr>
          <p:spPr>
            <a:xfrm rot="5400000">
              <a:off x="6714159" y="1757939"/>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22" name="Text Box 3">
                  <a:extLst>
                    <a:ext uri="{FF2B5EF4-FFF2-40B4-BE49-F238E27FC236}">
                      <a16:creationId xmlns:a16="http://schemas.microsoft.com/office/drawing/2014/main" id="{3FE1F2FF-E1ED-B71D-EF93-962B79F39CC0}"/>
                    </a:ext>
                  </a:extLst>
                </p:cNvPr>
                <p:cNvSpPr txBox="1">
                  <a:spLocks noChangeArrowheads="1"/>
                </p:cNvSpPr>
                <p:nvPr/>
              </p:nvSpPr>
              <p:spPr bwMode="auto">
                <a:xfrm>
                  <a:off x="8024276"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22" name="Text Box 3">
                  <a:extLst>
                    <a:ext uri="{FF2B5EF4-FFF2-40B4-BE49-F238E27FC236}">
                      <a16:creationId xmlns:a16="http://schemas.microsoft.com/office/drawing/2014/main" id="{3FE1F2FF-E1ED-B71D-EF93-962B79F39CC0}"/>
                    </a:ext>
                  </a:extLst>
                </p:cNvPr>
                <p:cNvSpPr txBox="1">
                  <a:spLocks noRot="1" noChangeAspect="1" noMove="1" noResize="1" noEditPoints="1" noAdjustHandles="1" noChangeArrowheads="1" noChangeShapeType="1" noTextEdit="1"/>
                </p:cNvSpPr>
                <p:nvPr/>
              </p:nvSpPr>
              <p:spPr bwMode="auto">
                <a:xfrm>
                  <a:off x="8024276" y="1075784"/>
                  <a:ext cx="281901" cy="400110"/>
                </a:xfrm>
                <a:prstGeom prst="rect">
                  <a:avLst/>
                </a:prstGeom>
                <a:blipFill>
                  <a:blip r:embed="rId26"/>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 Box 39">
                  <a:extLst>
                    <a:ext uri="{FF2B5EF4-FFF2-40B4-BE49-F238E27FC236}">
                      <a16:creationId xmlns:a16="http://schemas.microsoft.com/office/drawing/2014/main" id="{B59DC2C8-C9F2-F59A-4466-D102A6621B8B}"/>
                    </a:ext>
                  </a:extLst>
                </p:cNvPr>
                <p:cNvSpPr txBox="1">
                  <a:spLocks noChangeArrowheads="1"/>
                </p:cNvSpPr>
                <p:nvPr/>
              </p:nvSpPr>
              <p:spPr bwMode="auto">
                <a:xfrm>
                  <a:off x="8294823" y="1420066"/>
                  <a:ext cx="500522"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23" name="Text Box 39">
                  <a:extLst>
                    <a:ext uri="{FF2B5EF4-FFF2-40B4-BE49-F238E27FC236}">
                      <a16:creationId xmlns:a16="http://schemas.microsoft.com/office/drawing/2014/main" id="{B59DC2C8-C9F2-F59A-4466-D102A6621B8B}"/>
                    </a:ext>
                  </a:extLst>
                </p:cNvPr>
                <p:cNvSpPr txBox="1">
                  <a:spLocks noRot="1" noChangeAspect="1" noMove="1" noResize="1" noEditPoints="1" noAdjustHandles="1" noChangeArrowheads="1" noChangeShapeType="1" noTextEdit="1"/>
                </p:cNvSpPr>
                <p:nvPr/>
              </p:nvSpPr>
              <p:spPr bwMode="auto">
                <a:xfrm>
                  <a:off x="8294823" y="1420066"/>
                  <a:ext cx="500522" cy="307777"/>
                </a:xfrm>
                <a:prstGeom prst="rect">
                  <a:avLst/>
                </a:prstGeom>
                <a:blipFill>
                  <a:blip r:embed="rId27"/>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4" name="Rectangle 7">
              <a:extLst>
                <a:ext uri="{FF2B5EF4-FFF2-40B4-BE49-F238E27FC236}">
                  <a16:creationId xmlns:a16="http://schemas.microsoft.com/office/drawing/2014/main" id="{0393CB0D-5D82-613B-EF03-191ABC0986B7}"/>
                </a:ext>
              </a:extLst>
            </p:cNvPr>
            <p:cNvSpPr>
              <a:spLocks noChangeArrowheads="1"/>
            </p:cNvSpPr>
            <p:nvPr/>
          </p:nvSpPr>
          <p:spPr bwMode="auto">
            <a:xfrm>
              <a:off x="8062121"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25" name="Line 12">
              <a:extLst>
                <a:ext uri="{FF2B5EF4-FFF2-40B4-BE49-F238E27FC236}">
                  <a16:creationId xmlns:a16="http://schemas.microsoft.com/office/drawing/2014/main" id="{7D338456-B227-1127-8FDB-90CC51275887}"/>
                </a:ext>
              </a:extLst>
            </p:cNvPr>
            <p:cNvSpPr>
              <a:spLocks noChangeShapeType="1"/>
            </p:cNvSpPr>
            <p:nvPr/>
          </p:nvSpPr>
          <p:spPr bwMode="auto">
            <a:xfrm>
              <a:off x="7917658"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等腰三角形 25">
              <a:extLst>
                <a:ext uri="{FF2B5EF4-FFF2-40B4-BE49-F238E27FC236}">
                  <a16:creationId xmlns:a16="http://schemas.microsoft.com/office/drawing/2014/main" id="{8183A750-B980-7B54-368C-56BF435657FD}"/>
                </a:ext>
              </a:extLst>
            </p:cNvPr>
            <p:cNvSpPr/>
            <p:nvPr/>
          </p:nvSpPr>
          <p:spPr>
            <a:xfrm rot="5400000">
              <a:off x="8024641"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27" name="Text Box 3">
                  <a:extLst>
                    <a:ext uri="{FF2B5EF4-FFF2-40B4-BE49-F238E27FC236}">
                      <a16:creationId xmlns:a16="http://schemas.microsoft.com/office/drawing/2014/main" id="{876A5DB8-89B5-BF30-F723-2EF5EFE4A1F6}"/>
                    </a:ext>
                  </a:extLst>
                </p:cNvPr>
                <p:cNvSpPr txBox="1">
                  <a:spLocks noChangeArrowheads="1"/>
                </p:cNvSpPr>
                <p:nvPr/>
              </p:nvSpPr>
              <p:spPr bwMode="auto">
                <a:xfrm>
                  <a:off x="9365457"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27" name="Text Box 3">
                  <a:extLst>
                    <a:ext uri="{FF2B5EF4-FFF2-40B4-BE49-F238E27FC236}">
                      <a16:creationId xmlns:a16="http://schemas.microsoft.com/office/drawing/2014/main" id="{876A5DB8-89B5-BF30-F723-2EF5EFE4A1F6}"/>
                    </a:ext>
                  </a:extLst>
                </p:cNvPr>
                <p:cNvSpPr txBox="1">
                  <a:spLocks noRot="1" noChangeAspect="1" noMove="1" noResize="1" noEditPoints="1" noAdjustHandles="1" noChangeArrowheads="1" noChangeShapeType="1" noTextEdit="1"/>
                </p:cNvSpPr>
                <p:nvPr/>
              </p:nvSpPr>
              <p:spPr bwMode="auto">
                <a:xfrm>
                  <a:off x="9365457" y="1074297"/>
                  <a:ext cx="281901" cy="400110"/>
                </a:xfrm>
                <a:prstGeom prst="rect">
                  <a:avLst/>
                </a:prstGeom>
                <a:blipFill>
                  <a:blip r:embed="rId28"/>
                  <a:stretch>
                    <a:fillRect r="-23404"/>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8" name="Rectangle 7">
              <a:extLst>
                <a:ext uri="{FF2B5EF4-FFF2-40B4-BE49-F238E27FC236}">
                  <a16:creationId xmlns:a16="http://schemas.microsoft.com/office/drawing/2014/main" id="{3517DD11-4315-D48C-2EEB-1DE9989489BA}"/>
                </a:ext>
              </a:extLst>
            </p:cNvPr>
            <p:cNvSpPr>
              <a:spLocks noChangeArrowheads="1"/>
            </p:cNvSpPr>
            <p:nvPr/>
          </p:nvSpPr>
          <p:spPr bwMode="auto">
            <a:xfrm>
              <a:off x="9390782"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9" name="Text Box 11">
                  <a:extLst>
                    <a:ext uri="{FF2B5EF4-FFF2-40B4-BE49-F238E27FC236}">
                      <a16:creationId xmlns:a16="http://schemas.microsoft.com/office/drawing/2014/main" id="{F1496768-C6A7-463B-26AA-1F4DDFA05738}"/>
                    </a:ext>
                  </a:extLst>
                </p:cNvPr>
                <p:cNvSpPr txBox="1">
                  <a:spLocks noChangeArrowheads="1"/>
                </p:cNvSpPr>
                <p:nvPr/>
              </p:nvSpPr>
              <p:spPr bwMode="auto">
                <a:xfrm>
                  <a:off x="9968252" y="1207617"/>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29" name="Text Box 11">
                  <a:extLst>
                    <a:ext uri="{FF2B5EF4-FFF2-40B4-BE49-F238E27FC236}">
                      <a16:creationId xmlns:a16="http://schemas.microsoft.com/office/drawing/2014/main" id="{F1496768-C6A7-463B-26AA-1F4DDFA05738}"/>
                    </a:ext>
                  </a:extLst>
                </p:cNvPr>
                <p:cNvSpPr txBox="1">
                  <a:spLocks noRot="1" noChangeAspect="1" noMove="1" noResize="1" noEditPoints="1" noAdjustHandles="1" noChangeArrowheads="1" noChangeShapeType="1" noTextEdit="1"/>
                </p:cNvSpPr>
                <p:nvPr/>
              </p:nvSpPr>
              <p:spPr bwMode="auto">
                <a:xfrm>
                  <a:off x="9968252" y="1207617"/>
                  <a:ext cx="544893" cy="400110"/>
                </a:xfrm>
                <a:prstGeom prst="rect">
                  <a:avLst/>
                </a:prstGeom>
                <a:blipFill>
                  <a:blip r:embed="rId29"/>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30" name="Line 12">
              <a:extLst>
                <a:ext uri="{FF2B5EF4-FFF2-40B4-BE49-F238E27FC236}">
                  <a16:creationId xmlns:a16="http://schemas.microsoft.com/office/drawing/2014/main" id="{92775444-DA08-8019-B45C-1B0D98F5C221}"/>
                </a:ext>
              </a:extLst>
            </p:cNvPr>
            <p:cNvSpPr>
              <a:spLocks noChangeShapeType="1"/>
            </p:cNvSpPr>
            <p:nvPr/>
          </p:nvSpPr>
          <p:spPr bwMode="auto">
            <a:xfrm>
              <a:off x="9246319"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3">
              <a:extLst>
                <a:ext uri="{FF2B5EF4-FFF2-40B4-BE49-F238E27FC236}">
                  <a16:creationId xmlns:a16="http://schemas.microsoft.com/office/drawing/2014/main" id="{073212E8-A4FE-06DC-0234-D5344CEC7839}"/>
                </a:ext>
              </a:extLst>
            </p:cNvPr>
            <p:cNvSpPr>
              <a:spLocks noChangeShapeType="1"/>
            </p:cNvSpPr>
            <p:nvPr/>
          </p:nvSpPr>
          <p:spPr bwMode="auto">
            <a:xfrm>
              <a:off x="10043244" y="1280702"/>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0">
              <a:extLst>
                <a:ext uri="{FF2B5EF4-FFF2-40B4-BE49-F238E27FC236}">
                  <a16:creationId xmlns:a16="http://schemas.microsoft.com/office/drawing/2014/main" id="{7BBBC020-7E42-9C94-002A-B9C708C1EB83}"/>
                </a:ext>
              </a:extLst>
            </p:cNvPr>
            <p:cNvSpPr>
              <a:spLocks noChangeShapeType="1"/>
            </p:cNvSpPr>
            <p:nvPr/>
          </p:nvSpPr>
          <p:spPr bwMode="auto">
            <a:xfrm>
              <a:off x="11355537" y="1805522"/>
              <a:ext cx="46934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3" name="Text Box 39">
                  <a:extLst>
                    <a:ext uri="{FF2B5EF4-FFF2-40B4-BE49-F238E27FC236}">
                      <a16:creationId xmlns:a16="http://schemas.microsoft.com/office/drawing/2014/main" id="{7F96ACD6-57E8-0CEB-2AA5-84C3E7041C58}"/>
                    </a:ext>
                  </a:extLst>
                </p:cNvPr>
                <p:cNvSpPr txBox="1">
                  <a:spLocks noChangeArrowheads="1"/>
                </p:cNvSpPr>
                <p:nvPr/>
              </p:nvSpPr>
              <p:spPr bwMode="auto">
                <a:xfrm>
                  <a:off x="9632011" y="1418578"/>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2</m:t>
                            </m:r>
                          </m:sub>
                        </m:sSub>
                      </m:oMath>
                    </m:oMathPara>
                  </a14:m>
                  <a:endParaRPr kumimoji="1" lang="en-US" altLang="zh-CN" sz="1400" b="0" dirty="0"/>
                </a:p>
              </p:txBody>
            </p:sp>
          </mc:Choice>
          <mc:Fallback xmlns="">
            <p:sp>
              <p:nvSpPr>
                <p:cNvPr id="33" name="Text Box 39">
                  <a:extLst>
                    <a:ext uri="{FF2B5EF4-FFF2-40B4-BE49-F238E27FC236}">
                      <a16:creationId xmlns:a16="http://schemas.microsoft.com/office/drawing/2014/main" id="{7F96ACD6-57E8-0CEB-2AA5-84C3E7041C58}"/>
                    </a:ext>
                  </a:extLst>
                </p:cNvPr>
                <p:cNvSpPr txBox="1">
                  <a:spLocks noRot="1" noChangeAspect="1" noMove="1" noResize="1" noEditPoints="1" noAdjustHandles="1" noChangeArrowheads="1" noChangeShapeType="1" noTextEdit="1"/>
                </p:cNvSpPr>
                <p:nvPr/>
              </p:nvSpPr>
              <p:spPr bwMode="auto">
                <a:xfrm>
                  <a:off x="9632011" y="1418578"/>
                  <a:ext cx="504689" cy="307777"/>
                </a:xfrm>
                <a:prstGeom prst="rect">
                  <a:avLst/>
                </a:prstGeom>
                <a:blipFill>
                  <a:blip r:embed="rId30"/>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34" name="等腰三角形 33">
              <a:extLst>
                <a:ext uri="{FF2B5EF4-FFF2-40B4-BE49-F238E27FC236}">
                  <a16:creationId xmlns:a16="http://schemas.microsoft.com/office/drawing/2014/main" id="{8FBBBAD4-DD1F-FA4A-0793-022D0345558E}"/>
                </a:ext>
              </a:extLst>
            </p:cNvPr>
            <p:cNvSpPr/>
            <p:nvPr/>
          </p:nvSpPr>
          <p:spPr>
            <a:xfrm rot="5400000">
              <a:off x="9353302"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35" name="Text Box 3">
                  <a:extLst>
                    <a:ext uri="{FF2B5EF4-FFF2-40B4-BE49-F238E27FC236}">
                      <a16:creationId xmlns:a16="http://schemas.microsoft.com/office/drawing/2014/main" id="{126E4B03-8B4D-9985-7B2B-AC709F0C6658}"/>
                    </a:ext>
                  </a:extLst>
                </p:cNvPr>
                <p:cNvSpPr txBox="1">
                  <a:spLocks noChangeArrowheads="1"/>
                </p:cNvSpPr>
                <p:nvPr/>
              </p:nvSpPr>
              <p:spPr bwMode="auto">
                <a:xfrm>
                  <a:off x="10663419"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35" name="Text Box 3">
                  <a:extLst>
                    <a:ext uri="{FF2B5EF4-FFF2-40B4-BE49-F238E27FC236}">
                      <a16:creationId xmlns:a16="http://schemas.microsoft.com/office/drawing/2014/main" id="{126E4B03-8B4D-9985-7B2B-AC709F0C6658}"/>
                    </a:ext>
                  </a:extLst>
                </p:cNvPr>
                <p:cNvSpPr txBox="1">
                  <a:spLocks noRot="1" noChangeAspect="1" noMove="1" noResize="1" noEditPoints="1" noAdjustHandles="1" noChangeArrowheads="1" noChangeShapeType="1" noTextEdit="1"/>
                </p:cNvSpPr>
                <p:nvPr/>
              </p:nvSpPr>
              <p:spPr bwMode="auto">
                <a:xfrm>
                  <a:off x="10663419" y="1074297"/>
                  <a:ext cx="281901" cy="400110"/>
                </a:xfrm>
                <a:prstGeom prst="rect">
                  <a:avLst/>
                </a:prstGeom>
                <a:blipFill>
                  <a:blip r:embed="rId31"/>
                  <a:stretch>
                    <a:fillRect r="-26087"/>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Text Box 39">
                  <a:extLst>
                    <a:ext uri="{FF2B5EF4-FFF2-40B4-BE49-F238E27FC236}">
                      <a16:creationId xmlns:a16="http://schemas.microsoft.com/office/drawing/2014/main" id="{A05AF9CD-40C2-ACEC-F0A8-C72314CC2961}"/>
                    </a:ext>
                  </a:extLst>
                </p:cNvPr>
                <p:cNvSpPr txBox="1">
                  <a:spLocks noChangeArrowheads="1"/>
                </p:cNvSpPr>
                <p:nvPr/>
              </p:nvSpPr>
              <p:spPr bwMode="auto">
                <a:xfrm>
                  <a:off x="10933966" y="1418579"/>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3</m:t>
                            </m:r>
                          </m:sub>
                        </m:sSub>
                      </m:oMath>
                    </m:oMathPara>
                  </a14:m>
                  <a:endParaRPr kumimoji="1" lang="en-US" altLang="zh-CN" sz="1400" b="0" dirty="0"/>
                </a:p>
              </p:txBody>
            </p:sp>
          </mc:Choice>
          <mc:Fallback xmlns="">
            <p:sp>
              <p:nvSpPr>
                <p:cNvPr id="36" name="Text Box 39">
                  <a:extLst>
                    <a:ext uri="{FF2B5EF4-FFF2-40B4-BE49-F238E27FC236}">
                      <a16:creationId xmlns:a16="http://schemas.microsoft.com/office/drawing/2014/main" id="{A05AF9CD-40C2-ACEC-F0A8-C72314CC2961}"/>
                    </a:ext>
                  </a:extLst>
                </p:cNvPr>
                <p:cNvSpPr txBox="1">
                  <a:spLocks noRot="1" noChangeAspect="1" noMove="1" noResize="1" noEditPoints="1" noAdjustHandles="1" noChangeArrowheads="1" noChangeShapeType="1" noTextEdit="1"/>
                </p:cNvSpPr>
                <p:nvPr/>
              </p:nvSpPr>
              <p:spPr bwMode="auto">
                <a:xfrm>
                  <a:off x="10933966" y="1418579"/>
                  <a:ext cx="504689" cy="307777"/>
                </a:xfrm>
                <a:prstGeom prst="rect">
                  <a:avLst/>
                </a:prstGeom>
                <a:blipFill>
                  <a:blip r:embed="rId32"/>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37" name="Rectangle 7">
              <a:extLst>
                <a:ext uri="{FF2B5EF4-FFF2-40B4-BE49-F238E27FC236}">
                  <a16:creationId xmlns:a16="http://schemas.microsoft.com/office/drawing/2014/main" id="{79A4D521-EBB0-189C-D65B-CFBECAE1F032}"/>
                </a:ext>
              </a:extLst>
            </p:cNvPr>
            <p:cNvSpPr>
              <a:spLocks noChangeArrowheads="1"/>
            </p:cNvSpPr>
            <p:nvPr/>
          </p:nvSpPr>
          <p:spPr bwMode="auto">
            <a:xfrm>
              <a:off x="10701264" y="1142690"/>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38" name="Line 12">
              <a:extLst>
                <a:ext uri="{FF2B5EF4-FFF2-40B4-BE49-F238E27FC236}">
                  <a16:creationId xmlns:a16="http://schemas.microsoft.com/office/drawing/2014/main" id="{1CFE006B-DAE0-C469-4D43-E6048E57EF70}"/>
                </a:ext>
              </a:extLst>
            </p:cNvPr>
            <p:cNvSpPr>
              <a:spLocks noChangeShapeType="1"/>
            </p:cNvSpPr>
            <p:nvPr/>
          </p:nvSpPr>
          <p:spPr bwMode="auto">
            <a:xfrm>
              <a:off x="10556801" y="1805765"/>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等腰三角形 38">
              <a:extLst>
                <a:ext uri="{FF2B5EF4-FFF2-40B4-BE49-F238E27FC236}">
                  <a16:creationId xmlns:a16="http://schemas.microsoft.com/office/drawing/2014/main" id="{65138ED8-5AD1-AA4D-8456-D30DB3580734}"/>
                </a:ext>
              </a:extLst>
            </p:cNvPr>
            <p:cNvSpPr/>
            <p:nvPr/>
          </p:nvSpPr>
          <p:spPr>
            <a:xfrm rot="5400000">
              <a:off x="10663784" y="175496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40" name="Line 12">
              <a:extLst>
                <a:ext uri="{FF2B5EF4-FFF2-40B4-BE49-F238E27FC236}">
                  <a16:creationId xmlns:a16="http://schemas.microsoft.com/office/drawing/2014/main" id="{D017D9A7-1E65-087C-2546-9CEA41CA4385}"/>
                </a:ext>
              </a:extLst>
            </p:cNvPr>
            <p:cNvSpPr>
              <a:spLocks noChangeShapeType="1"/>
            </p:cNvSpPr>
            <p:nvPr/>
          </p:nvSpPr>
          <p:spPr bwMode="auto">
            <a:xfrm rot="5400000">
              <a:off x="10307660"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7">
              <a:extLst>
                <a:ext uri="{FF2B5EF4-FFF2-40B4-BE49-F238E27FC236}">
                  <a16:creationId xmlns:a16="http://schemas.microsoft.com/office/drawing/2014/main" id="{BD476127-2473-FEFF-4F51-A45767A8410F}"/>
                </a:ext>
              </a:extLst>
            </p:cNvPr>
            <p:cNvSpPr>
              <a:spLocks noChangeShapeType="1"/>
            </p:cNvSpPr>
            <p:nvPr/>
          </p:nvSpPr>
          <p:spPr bwMode="auto">
            <a:xfrm flipV="1">
              <a:off x="11814508" y="931911"/>
              <a:ext cx="0" cy="884009"/>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2">
              <a:extLst>
                <a:ext uri="{FF2B5EF4-FFF2-40B4-BE49-F238E27FC236}">
                  <a16:creationId xmlns:a16="http://schemas.microsoft.com/office/drawing/2014/main" id="{666E905B-2253-769A-0691-C8919BC104BB}"/>
                </a:ext>
              </a:extLst>
            </p:cNvPr>
            <p:cNvSpPr>
              <a:spLocks noChangeShapeType="1"/>
            </p:cNvSpPr>
            <p:nvPr/>
          </p:nvSpPr>
          <p:spPr bwMode="auto">
            <a:xfrm rot="5400000">
              <a:off x="8996552"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2">
              <a:extLst>
                <a:ext uri="{FF2B5EF4-FFF2-40B4-BE49-F238E27FC236}">
                  <a16:creationId xmlns:a16="http://schemas.microsoft.com/office/drawing/2014/main" id="{886685C9-5904-6735-9610-4CFF11A5FE61}"/>
                </a:ext>
              </a:extLst>
            </p:cNvPr>
            <p:cNvSpPr>
              <a:spLocks noChangeShapeType="1"/>
            </p:cNvSpPr>
            <p:nvPr/>
          </p:nvSpPr>
          <p:spPr bwMode="auto">
            <a:xfrm rot="5400000">
              <a:off x="7667891"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2">
              <a:extLst>
                <a:ext uri="{FF2B5EF4-FFF2-40B4-BE49-F238E27FC236}">
                  <a16:creationId xmlns:a16="http://schemas.microsoft.com/office/drawing/2014/main" id="{EE9BEE4E-7CA3-C241-0BB2-CB91BE0BC5D0}"/>
                </a:ext>
              </a:extLst>
            </p:cNvPr>
            <p:cNvSpPr>
              <a:spLocks noChangeShapeType="1"/>
            </p:cNvSpPr>
            <p:nvPr/>
          </p:nvSpPr>
          <p:spPr bwMode="auto">
            <a:xfrm rot="5400000">
              <a:off x="6357409"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椭圆 47">
              <a:extLst>
                <a:ext uri="{FF2B5EF4-FFF2-40B4-BE49-F238E27FC236}">
                  <a16:creationId xmlns:a16="http://schemas.microsoft.com/office/drawing/2014/main" id="{FB782011-DBC7-E217-EDE7-E4D3947BDD00}"/>
                </a:ext>
              </a:extLst>
            </p:cNvPr>
            <p:cNvSpPr/>
            <p:nvPr/>
          </p:nvSpPr>
          <p:spPr>
            <a:xfrm flipV="1">
              <a:off x="11364441" y="174465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0" name="椭圆 219">
              <a:extLst>
                <a:ext uri="{FF2B5EF4-FFF2-40B4-BE49-F238E27FC236}">
                  <a16:creationId xmlns:a16="http://schemas.microsoft.com/office/drawing/2014/main" id="{BE29287C-51A1-AFF3-0A97-A1143B5C73C8}"/>
                </a:ext>
              </a:extLst>
            </p:cNvPr>
            <p:cNvSpPr/>
            <p:nvPr/>
          </p:nvSpPr>
          <p:spPr>
            <a:xfrm flipV="1">
              <a:off x="6559887"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1" name="椭圆 220">
              <a:extLst>
                <a:ext uri="{FF2B5EF4-FFF2-40B4-BE49-F238E27FC236}">
                  <a16:creationId xmlns:a16="http://schemas.microsoft.com/office/drawing/2014/main" id="{D5B169E1-85BE-A9BD-5E2B-8903E94AC6E6}"/>
                </a:ext>
              </a:extLst>
            </p:cNvPr>
            <p:cNvSpPr/>
            <p:nvPr/>
          </p:nvSpPr>
          <p:spPr>
            <a:xfrm flipV="1">
              <a:off x="7870198"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2" name="椭圆 221">
              <a:extLst>
                <a:ext uri="{FF2B5EF4-FFF2-40B4-BE49-F238E27FC236}">
                  <a16:creationId xmlns:a16="http://schemas.microsoft.com/office/drawing/2014/main" id="{023021DA-B4E5-0034-DE1A-672DFCFC87A3}"/>
                </a:ext>
              </a:extLst>
            </p:cNvPr>
            <p:cNvSpPr/>
            <p:nvPr/>
          </p:nvSpPr>
          <p:spPr>
            <a:xfrm flipV="1">
              <a:off x="9198379"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 name="Text Box 39">
                  <a:extLst>
                    <a:ext uri="{FF2B5EF4-FFF2-40B4-BE49-F238E27FC236}">
                      <a16:creationId xmlns:a16="http://schemas.microsoft.com/office/drawing/2014/main" id="{2024DFBA-4643-130B-1D60-15DF67DE3CB9}"/>
                    </a:ext>
                  </a:extLst>
                </p:cNvPr>
                <p:cNvSpPr txBox="1">
                  <a:spLocks noChangeArrowheads="1"/>
                </p:cNvSpPr>
                <p:nvPr/>
              </p:nvSpPr>
              <p:spPr bwMode="auto">
                <a:xfrm>
                  <a:off x="7639200"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2" name="Text Box 39">
                  <a:extLst>
                    <a:ext uri="{FF2B5EF4-FFF2-40B4-BE49-F238E27FC236}">
                      <a16:creationId xmlns:a16="http://schemas.microsoft.com/office/drawing/2014/main" id="{2024DFBA-4643-130B-1D60-15DF67DE3CB9}"/>
                    </a:ext>
                  </a:extLst>
                </p:cNvPr>
                <p:cNvSpPr txBox="1">
                  <a:spLocks noRot="1" noChangeAspect="1" noMove="1" noResize="1" noEditPoints="1" noAdjustHandles="1" noChangeArrowheads="1" noChangeShapeType="1" noTextEdit="1"/>
                </p:cNvSpPr>
                <p:nvPr/>
              </p:nvSpPr>
              <p:spPr bwMode="auto">
                <a:xfrm>
                  <a:off x="7639200" y="900000"/>
                  <a:ext cx="538353" cy="400110"/>
                </a:xfrm>
                <a:prstGeom prst="rect">
                  <a:avLst/>
                </a:prstGeom>
                <a:blipFill>
                  <a:blip r:embed="rId33"/>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39">
                  <a:extLst>
                    <a:ext uri="{FF2B5EF4-FFF2-40B4-BE49-F238E27FC236}">
                      <a16:creationId xmlns:a16="http://schemas.microsoft.com/office/drawing/2014/main" id="{E26CFE36-E4F4-86AE-156C-4CD79951EFD9}"/>
                    </a:ext>
                  </a:extLst>
                </p:cNvPr>
                <p:cNvSpPr txBox="1">
                  <a:spLocks noChangeArrowheads="1"/>
                </p:cNvSpPr>
                <p:nvPr/>
              </p:nvSpPr>
              <p:spPr bwMode="auto">
                <a:xfrm>
                  <a:off x="8966697"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5" name="Text Box 39">
                  <a:extLst>
                    <a:ext uri="{FF2B5EF4-FFF2-40B4-BE49-F238E27FC236}">
                      <a16:creationId xmlns:a16="http://schemas.microsoft.com/office/drawing/2014/main" id="{E26CFE36-E4F4-86AE-156C-4CD79951EFD9}"/>
                    </a:ext>
                  </a:extLst>
                </p:cNvPr>
                <p:cNvSpPr txBox="1">
                  <a:spLocks noRot="1" noChangeAspect="1" noMove="1" noResize="1" noEditPoints="1" noAdjustHandles="1" noChangeArrowheads="1" noChangeShapeType="1" noTextEdit="1"/>
                </p:cNvSpPr>
                <p:nvPr/>
              </p:nvSpPr>
              <p:spPr bwMode="auto">
                <a:xfrm>
                  <a:off x="8966697" y="900000"/>
                  <a:ext cx="538353" cy="400110"/>
                </a:xfrm>
                <a:prstGeom prst="rect">
                  <a:avLst/>
                </a:prstGeom>
                <a:blipFill>
                  <a:blip r:embed="rId34"/>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Text Box 39">
                  <a:extLst>
                    <a:ext uri="{FF2B5EF4-FFF2-40B4-BE49-F238E27FC236}">
                      <a16:creationId xmlns:a16="http://schemas.microsoft.com/office/drawing/2014/main" id="{5CAA3733-4678-E259-A52C-4A136B0867A3}"/>
                    </a:ext>
                  </a:extLst>
                </p:cNvPr>
                <p:cNvSpPr txBox="1">
                  <a:spLocks noChangeArrowheads="1"/>
                </p:cNvSpPr>
                <p:nvPr/>
              </p:nvSpPr>
              <p:spPr bwMode="auto">
                <a:xfrm>
                  <a:off x="10263600"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3</m:t>
                            </m:r>
                          </m:sub>
                        </m:sSub>
                      </m:oMath>
                    </m:oMathPara>
                  </a14:m>
                  <a:endParaRPr kumimoji="1" lang="en-US" altLang="zh-CN" sz="2000" b="0" dirty="0"/>
                </a:p>
              </p:txBody>
            </p:sp>
          </mc:Choice>
          <mc:Fallback xmlns="">
            <p:sp>
              <p:nvSpPr>
                <p:cNvPr id="45" name="Text Box 39">
                  <a:extLst>
                    <a:ext uri="{FF2B5EF4-FFF2-40B4-BE49-F238E27FC236}">
                      <a16:creationId xmlns:a16="http://schemas.microsoft.com/office/drawing/2014/main" id="{5CAA3733-4678-E259-A52C-4A136B0867A3}"/>
                    </a:ext>
                  </a:extLst>
                </p:cNvPr>
                <p:cNvSpPr txBox="1">
                  <a:spLocks noRot="1" noChangeAspect="1" noMove="1" noResize="1" noEditPoints="1" noAdjustHandles="1" noChangeArrowheads="1" noChangeShapeType="1" noTextEdit="1"/>
                </p:cNvSpPr>
                <p:nvPr/>
              </p:nvSpPr>
              <p:spPr bwMode="auto">
                <a:xfrm>
                  <a:off x="10263600" y="900000"/>
                  <a:ext cx="538353" cy="400110"/>
                </a:xfrm>
                <a:prstGeom prst="rect">
                  <a:avLst/>
                </a:prstGeom>
                <a:blipFill>
                  <a:blip r:embed="rId35"/>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2199329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2EBBC-C593-7E4A-0067-62EFFD7AD40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CC65ADD-9ABF-4D7E-2013-C568C6EA9171}"/>
              </a:ext>
            </a:extLst>
          </p:cNvPr>
          <p:cNvSpPr txBox="1"/>
          <p:nvPr/>
        </p:nvSpPr>
        <p:spPr>
          <a:xfrm>
            <a:off x="360000" y="828000"/>
            <a:ext cx="535564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扭环形计数器的自校正设计</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12" name="组合 111">
            <a:extLst>
              <a:ext uri="{FF2B5EF4-FFF2-40B4-BE49-F238E27FC236}">
                <a16:creationId xmlns:a16="http://schemas.microsoft.com/office/drawing/2014/main" id="{BB808150-24B2-B81C-76AF-E31B1AE3FA6A}"/>
              </a:ext>
            </a:extLst>
          </p:cNvPr>
          <p:cNvGrpSpPr/>
          <p:nvPr/>
        </p:nvGrpSpPr>
        <p:grpSpPr>
          <a:xfrm>
            <a:off x="11449269" y="6198682"/>
            <a:ext cx="786273" cy="548639"/>
            <a:chOff x="11454918" y="5839511"/>
            <a:chExt cx="786273" cy="548639"/>
          </a:xfrm>
        </p:grpSpPr>
        <p:grpSp>
          <p:nvGrpSpPr>
            <p:cNvPr id="113" name="组合 112">
              <a:extLst>
                <a:ext uri="{FF2B5EF4-FFF2-40B4-BE49-F238E27FC236}">
                  <a16:creationId xmlns:a16="http://schemas.microsoft.com/office/drawing/2014/main" id="{760D0773-3261-42F7-F9A2-F473A661626F}"/>
                </a:ext>
              </a:extLst>
            </p:cNvPr>
            <p:cNvGrpSpPr/>
            <p:nvPr/>
          </p:nvGrpSpPr>
          <p:grpSpPr>
            <a:xfrm>
              <a:off x="11454918" y="5867450"/>
              <a:ext cx="737081" cy="520700"/>
              <a:chOff x="11454918" y="5867450"/>
              <a:chExt cx="737081" cy="520700"/>
            </a:xfrm>
          </p:grpSpPr>
          <p:sp>
            <p:nvSpPr>
              <p:cNvPr id="115" name="箭头: 五边形 114">
                <a:extLst>
                  <a:ext uri="{FF2B5EF4-FFF2-40B4-BE49-F238E27FC236}">
                    <a16:creationId xmlns:a16="http://schemas.microsoft.com/office/drawing/2014/main" id="{9CD04FFA-4C7C-BBD4-0FB5-E50C09C3E36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箭头: V 形 115">
                <a:extLst>
                  <a:ext uri="{FF2B5EF4-FFF2-40B4-BE49-F238E27FC236}">
                    <a16:creationId xmlns:a16="http://schemas.microsoft.com/office/drawing/2014/main" id="{00CB3C48-CBFB-70CD-2137-B1C03A99948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4" name="灯片编号占位符 3">
              <a:extLst>
                <a:ext uri="{FF2B5EF4-FFF2-40B4-BE49-F238E27FC236}">
                  <a16:creationId xmlns:a16="http://schemas.microsoft.com/office/drawing/2014/main" id="{554A1572-ADB0-9D96-BD32-E4DE8520101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33</a:t>
              </a:fld>
              <a:endParaRPr lang="zh-CN" altLang="en-US" sz="3200" dirty="0">
                <a:solidFill>
                  <a:schemeClr val="bg1"/>
                </a:solidFill>
                <a:latin typeface="Candara"/>
                <a:ea typeface="微软雅黑"/>
              </a:endParaRPr>
            </a:p>
          </p:txBody>
        </p:sp>
      </p:grpSp>
      <p:graphicFrame>
        <p:nvGraphicFramePr>
          <p:cNvPr id="27" name="表格 26">
            <a:extLst>
              <a:ext uri="{FF2B5EF4-FFF2-40B4-BE49-F238E27FC236}">
                <a16:creationId xmlns:a16="http://schemas.microsoft.com/office/drawing/2014/main" id="{4CDAB5F9-81AD-6603-3330-97A230A6E108}"/>
              </a:ext>
            </a:extLst>
          </p:cNvPr>
          <p:cNvGraphicFramePr>
            <a:graphicFrameLocks noGrp="1"/>
          </p:cNvGraphicFramePr>
          <p:nvPr>
            <p:extLst>
              <p:ext uri="{D42A27DB-BD31-4B8C-83A1-F6EECF244321}">
                <p14:modId xmlns:p14="http://schemas.microsoft.com/office/powerpoint/2010/main" val="725971250"/>
              </p:ext>
            </p:extLst>
          </p:nvPr>
        </p:nvGraphicFramePr>
        <p:xfrm>
          <a:off x="1046472" y="1942140"/>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x</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x</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x</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x</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28" name="直接连接符 27">
            <a:extLst>
              <a:ext uri="{FF2B5EF4-FFF2-40B4-BE49-F238E27FC236}">
                <a16:creationId xmlns:a16="http://schemas.microsoft.com/office/drawing/2014/main" id="{0BA910F3-3ED9-BC26-0BC0-5858B6130F63}"/>
              </a:ext>
            </a:extLst>
          </p:cNvPr>
          <p:cNvCxnSpPr>
            <a:cxnSpLocks/>
          </p:cNvCxnSpPr>
          <p:nvPr/>
        </p:nvCxnSpPr>
        <p:spPr>
          <a:xfrm flipH="1" flipV="1">
            <a:off x="825258" y="1647781"/>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08F6F90-B5A7-C7AD-DCC5-C47830CA377F}"/>
                  </a:ext>
                </a:extLst>
              </p:cNvPr>
              <p:cNvSpPr txBox="1"/>
              <p:nvPr/>
            </p:nvSpPr>
            <p:spPr>
              <a:xfrm>
                <a:off x="786864" y="143737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29" name="文本框 28">
                <a:extLst>
                  <a:ext uri="{FF2B5EF4-FFF2-40B4-BE49-F238E27FC236}">
                    <a16:creationId xmlns:a16="http://schemas.microsoft.com/office/drawing/2014/main" id="{D08F6F90-B5A7-C7AD-DCC5-C47830CA377F}"/>
                  </a:ext>
                </a:extLst>
              </p:cNvPr>
              <p:cNvSpPr txBox="1">
                <a:spLocks noRot="1" noChangeAspect="1" noMove="1" noResize="1" noEditPoints="1" noAdjustHandles="1" noChangeArrowheads="1" noChangeShapeType="1" noTextEdit="1"/>
              </p:cNvSpPr>
              <p:nvPr/>
            </p:nvSpPr>
            <p:spPr>
              <a:xfrm>
                <a:off x="786864" y="1437375"/>
                <a:ext cx="638842" cy="369332"/>
              </a:xfrm>
              <a:prstGeom prst="rect">
                <a:avLst/>
              </a:prstGeom>
              <a:blipFill>
                <a:blip r:embed="rId3"/>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5D36DAF-2ADC-D87B-6DC5-D31BF69DCB31}"/>
                  </a:ext>
                </a:extLst>
              </p:cNvPr>
              <p:cNvSpPr txBox="1"/>
              <p:nvPr/>
            </p:nvSpPr>
            <p:spPr>
              <a:xfrm>
                <a:off x="359458" y="1646546"/>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0" name="文本框 29">
                <a:extLst>
                  <a:ext uri="{FF2B5EF4-FFF2-40B4-BE49-F238E27FC236}">
                    <a16:creationId xmlns:a16="http://schemas.microsoft.com/office/drawing/2014/main" id="{15D36DAF-2ADC-D87B-6DC5-D31BF69DCB31}"/>
                  </a:ext>
                </a:extLst>
              </p:cNvPr>
              <p:cNvSpPr txBox="1">
                <a:spLocks noRot="1" noChangeAspect="1" noMove="1" noResize="1" noEditPoints="1" noAdjustHandles="1" noChangeArrowheads="1" noChangeShapeType="1" noTextEdit="1"/>
              </p:cNvSpPr>
              <p:nvPr/>
            </p:nvSpPr>
            <p:spPr>
              <a:xfrm>
                <a:off x="359458" y="1646546"/>
                <a:ext cx="638842" cy="369332"/>
              </a:xfrm>
              <a:prstGeom prst="rect">
                <a:avLst/>
              </a:prstGeom>
              <a:blipFill>
                <a:blip r:embed="rId4"/>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32EF6D0F-28E5-235A-3939-D143C17DA073}"/>
                  </a:ext>
                </a:extLst>
              </p:cNvPr>
              <p:cNvSpPr txBox="1"/>
              <p:nvPr/>
            </p:nvSpPr>
            <p:spPr>
              <a:xfrm>
                <a:off x="439286" y="1270083"/>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b="0" i="1" smtClean="0">
                              <a:solidFill>
                                <a:srgbClr val="0000FF"/>
                              </a:solidFill>
                              <a:latin typeface="Cambria Math" panose="02040503050406030204" pitchFamily="18" charset="0"/>
                            </a:rPr>
                            <m:t>0</m:t>
                          </m:r>
                        </m:sub>
                      </m:sSub>
                    </m:oMath>
                  </m:oMathPara>
                </a14:m>
                <a:endParaRPr lang="zh-CN" altLang="en-US" sz="2200" dirty="0">
                  <a:solidFill>
                    <a:srgbClr val="0000FF"/>
                  </a:solidFill>
                </a:endParaRPr>
              </a:p>
            </p:txBody>
          </p:sp>
        </mc:Choice>
        <mc:Fallback xmlns="">
          <p:sp>
            <p:nvSpPr>
              <p:cNvPr id="31" name="文本框 30">
                <a:extLst>
                  <a:ext uri="{FF2B5EF4-FFF2-40B4-BE49-F238E27FC236}">
                    <a16:creationId xmlns:a16="http://schemas.microsoft.com/office/drawing/2014/main" id="{32EF6D0F-28E5-235A-3939-D143C17DA073}"/>
                  </a:ext>
                </a:extLst>
              </p:cNvPr>
              <p:cNvSpPr txBox="1">
                <a:spLocks noRot="1" noChangeAspect="1" noMove="1" noResize="1" noEditPoints="1" noAdjustHandles="1" noChangeArrowheads="1" noChangeShapeType="1" noTextEdit="1"/>
              </p:cNvSpPr>
              <p:nvPr/>
            </p:nvSpPr>
            <p:spPr>
              <a:xfrm>
                <a:off x="439286" y="1270083"/>
                <a:ext cx="413829" cy="430887"/>
              </a:xfrm>
              <a:prstGeom prst="rect">
                <a:avLst/>
              </a:prstGeom>
              <a:blipFill>
                <a:blip r:embed="rId5"/>
                <a:stretch>
                  <a:fillRect l="-1471" r="-10294"/>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889918D5-B4C7-9142-55CA-443A6F6045A0}"/>
              </a:ext>
            </a:extLst>
          </p:cNvPr>
          <p:cNvSpPr txBox="1"/>
          <p:nvPr/>
        </p:nvSpPr>
        <p:spPr>
          <a:xfrm>
            <a:off x="1045584" y="172052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EFBF7244-43D3-48E8-319E-53062AFF95B0}"/>
              </a:ext>
            </a:extLst>
          </p:cNvPr>
          <p:cNvSpPr txBox="1"/>
          <p:nvPr/>
        </p:nvSpPr>
        <p:spPr>
          <a:xfrm>
            <a:off x="1420476" y="172052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33AB63FA-509B-6F4A-0FCA-64FED291A98C}"/>
              </a:ext>
            </a:extLst>
          </p:cNvPr>
          <p:cNvSpPr txBox="1"/>
          <p:nvPr/>
        </p:nvSpPr>
        <p:spPr>
          <a:xfrm>
            <a:off x="1796332" y="17174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9348E1CB-57D8-6D16-706E-4246B1C4ECD6}"/>
              </a:ext>
            </a:extLst>
          </p:cNvPr>
          <p:cNvSpPr txBox="1"/>
          <p:nvPr/>
        </p:nvSpPr>
        <p:spPr>
          <a:xfrm>
            <a:off x="2171228" y="17235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71C71182-403D-9D48-BFF3-544439749E2E}"/>
              </a:ext>
            </a:extLst>
          </p:cNvPr>
          <p:cNvSpPr txBox="1"/>
          <p:nvPr/>
        </p:nvSpPr>
        <p:spPr>
          <a:xfrm>
            <a:off x="745861" y="195829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7E996331-A57A-4313-CDAE-7ADC88BEF4EA}"/>
              </a:ext>
            </a:extLst>
          </p:cNvPr>
          <p:cNvSpPr txBox="1"/>
          <p:nvPr/>
        </p:nvSpPr>
        <p:spPr>
          <a:xfrm>
            <a:off x="745861" y="226103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BE8C82F9-65F6-9805-4126-DDBD10844C6E}"/>
              </a:ext>
            </a:extLst>
          </p:cNvPr>
          <p:cNvSpPr txBox="1"/>
          <p:nvPr/>
        </p:nvSpPr>
        <p:spPr>
          <a:xfrm>
            <a:off x="745861" y="25633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B14EC442-B610-52E8-C1CF-7BBDE6D9A047}"/>
              </a:ext>
            </a:extLst>
          </p:cNvPr>
          <p:cNvSpPr txBox="1"/>
          <p:nvPr/>
        </p:nvSpPr>
        <p:spPr>
          <a:xfrm>
            <a:off x="744617" y="28648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50" name="表格 49">
            <a:extLst>
              <a:ext uri="{FF2B5EF4-FFF2-40B4-BE49-F238E27FC236}">
                <a16:creationId xmlns:a16="http://schemas.microsoft.com/office/drawing/2014/main" id="{EE83D825-A2B6-0B23-071F-6FF8C1F630A5}"/>
              </a:ext>
            </a:extLst>
          </p:cNvPr>
          <p:cNvGraphicFramePr>
            <a:graphicFrameLocks noGrp="1"/>
          </p:cNvGraphicFramePr>
          <p:nvPr>
            <p:extLst>
              <p:ext uri="{D42A27DB-BD31-4B8C-83A1-F6EECF244321}">
                <p14:modId xmlns:p14="http://schemas.microsoft.com/office/powerpoint/2010/main" val="622232887"/>
              </p:ext>
            </p:extLst>
          </p:nvPr>
        </p:nvGraphicFramePr>
        <p:xfrm>
          <a:off x="4465976" y="1931456"/>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51" name="直接连接符 50">
            <a:extLst>
              <a:ext uri="{FF2B5EF4-FFF2-40B4-BE49-F238E27FC236}">
                <a16:creationId xmlns:a16="http://schemas.microsoft.com/office/drawing/2014/main" id="{56DA328A-3EF5-B795-1E35-F551EA755BC4}"/>
              </a:ext>
            </a:extLst>
          </p:cNvPr>
          <p:cNvCxnSpPr>
            <a:cxnSpLocks/>
          </p:cNvCxnSpPr>
          <p:nvPr/>
        </p:nvCxnSpPr>
        <p:spPr>
          <a:xfrm flipH="1" flipV="1">
            <a:off x="4245651" y="1637097"/>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62137250-EACA-63FB-688E-86C89FB9ED55}"/>
                  </a:ext>
                </a:extLst>
              </p:cNvPr>
              <p:cNvSpPr txBox="1"/>
              <p:nvPr/>
            </p:nvSpPr>
            <p:spPr>
              <a:xfrm>
                <a:off x="4207257" y="1426691"/>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52" name="文本框 51">
                <a:extLst>
                  <a:ext uri="{FF2B5EF4-FFF2-40B4-BE49-F238E27FC236}">
                    <a16:creationId xmlns:a16="http://schemas.microsoft.com/office/drawing/2014/main" id="{62137250-EACA-63FB-688E-86C89FB9ED55}"/>
                  </a:ext>
                </a:extLst>
              </p:cNvPr>
              <p:cNvSpPr txBox="1">
                <a:spLocks noRot="1" noChangeAspect="1" noMove="1" noResize="1" noEditPoints="1" noAdjustHandles="1" noChangeArrowheads="1" noChangeShapeType="1" noTextEdit="1"/>
              </p:cNvSpPr>
              <p:nvPr/>
            </p:nvSpPr>
            <p:spPr>
              <a:xfrm>
                <a:off x="4207257" y="1426691"/>
                <a:ext cx="638842" cy="369332"/>
              </a:xfrm>
              <a:prstGeom prst="rect">
                <a:avLst/>
              </a:prstGeom>
              <a:blipFill>
                <a:blip r:embed="rId6"/>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3DB2D880-0288-5E22-9C50-1B59C310BE1D}"/>
                  </a:ext>
                </a:extLst>
              </p:cNvPr>
              <p:cNvSpPr txBox="1"/>
              <p:nvPr/>
            </p:nvSpPr>
            <p:spPr>
              <a:xfrm>
                <a:off x="3779851" y="1635862"/>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3" name="文本框 52">
                <a:extLst>
                  <a:ext uri="{FF2B5EF4-FFF2-40B4-BE49-F238E27FC236}">
                    <a16:creationId xmlns:a16="http://schemas.microsoft.com/office/drawing/2014/main" id="{3DB2D880-0288-5E22-9C50-1B59C310BE1D}"/>
                  </a:ext>
                </a:extLst>
              </p:cNvPr>
              <p:cNvSpPr txBox="1">
                <a:spLocks noRot="1" noChangeAspect="1" noMove="1" noResize="1" noEditPoints="1" noAdjustHandles="1" noChangeArrowheads="1" noChangeShapeType="1" noTextEdit="1"/>
              </p:cNvSpPr>
              <p:nvPr/>
            </p:nvSpPr>
            <p:spPr>
              <a:xfrm>
                <a:off x="3779851" y="1635862"/>
                <a:ext cx="638842" cy="369332"/>
              </a:xfrm>
              <a:prstGeom prst="rect">
                <a:avLst/>
              </a:prstGeom>
              <a:blipFill>
                <a:blip r:embed="rId7"/>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DE723421-A7F7-1BA3-70AF-74698223F24F}"/>
                  </a:ext>
                </a:extLst>
              </p:cNvPr>
              <p:cNvSpPr txBox="1"/>
              <p:nvPr/>
            </p:nvSpPr>
            <p:spPr>
              <a:xfrm>
                <a:off x="3859679" y="1259399"/>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1</m:t>
                          </m:r>
                        </m:sub>
                      </m:sSub>
                    </m:oMath>
                  </m:oMathPara>
                </a14:m>
                <a:endParaRPr lang="zh-CN" altLang="en-US" sz="2200" dirty="0">
                  <a:solidFill>
                    <a:srgbClr val="0000FF"/>
                  </a:solidFill>
                </a:endParaRPr>
              </a:p>
            </p:txBody>
          </p:sp>
        </mc:Choice>
        <mc:Fallback xmlns="">
          <p:sp>
            <p:nvSpPr>
              <p:cNvPr id="54" name="文本框 53">
                <a:extLst>
                  <a:ext uri="{FF2B5EF4-FFF2-40B4-BE49-F238E27FC236}">
                    <a16:creationId xmlns:a16="http://schemas.microsoft.com/office/drawing/2014/main" id="{DE723421-A7F7-1BA3-70AF-74698223F24F}"/>
                  </a:ext>
                </a:extLst>
              </p:cNvPr>
              <p:cNvSpPr txBox="1">
                <a:spLocks noRot="1" noChangeAspect="1" noMove="1" noResize="1" noEditPoints="1" noAdjustHandles="1" noChangeArrowheads="1" noChangeShapeType="1" noTextEdit="1"/>
              </p:cNvSpPr>
              <p:nvPr/>
            </p:nvSpPr>
            <p:spPr>
              <a:xfrm>
                <a:off x="3859679" y="1259399"/>
                <a:ext cx="413829" cy="430887"/>
              </a:xfrm>
              <a:prstGeom prst="rect">
                <a:avLst/>
              </a:prstGeom>
              <a:blipFill>
                <a:blip r:embed="rId8"/>
                <a:stretch>
                  <a:fillRect l="-1471" r="-8824"/>
                </a:stretch>
              </a:blipFill>
            </p:spPr>
            <p:txBody>
              <a:bodyPr/>
              <a:lstStyle/>
              <a:p>
                <a:r>
                  <a:rPr lang="zh-CN" altLang="en-US">
                    <a:noFill/>
                  </a:rPr>
                  <a:t> </a:t>
                </a:r>
              </a:p>
            </p:txBody>
          </p:sp>
        </mc:Fallback>
      </mc:AlternateContent>
      <p:sp>
        <p:nvSpPr>
          <p:cNvPr id="55" name="文本框 54">
            <a:extLst>
              <a:ext uri="{FF2B5EF4-FFF2-40B4-BE49-F238E27FC236}">
                <a16:creationId xmlns:a16="http://schemas.microsoft.com/office/drawing/2014/main" id="{8FAC6B9B-E484-8013-F026-4EAEA62D8D52}"/>
              </a:ext>
            </a:extLst>
          </p:cNvPr>
          <p:cNvSpPr txBox="1"/>
          <p:nvPr/>
        </p:nvSpPr>
        <p:spPr>
          <a:xfrm>
            <a:off x="4465977" y="170984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73196C10-1EEA-7DCF-DBE2-9D781FC0E478}"/>
              </a:ext>
            </a:extLst>
          </p:cNvPr>
          <p:cNvSpPr txBox="1"/>
          <p:nvPr/>
        </p:nvSpPr>
        <p:spPr>
          <a:xfrm>
            <a:off x="4840869" y="170984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7" name="文本框 56">
            <a:extLst>
              <a:ext uri="{FF2B5EF4-FFF2-40B4-BE49-F238E27FC236}">
                <a16:creationId xmlns:a16="http://schemas.microsoft.com/office/drawing/2014/main" id="{AFB17CE9-C2B3-79A8-C35B-7D9198734F3A}"/>
              </a:ext>
            </a:extLst>
          </p:cNvPr>
          <p:cNvSpPr txBox="1"/>
          <p:nvPr/>
        </p:nvSpPr>
        <p:spPr>
          <a:xfrm>
            <a:off x="5216725" y="17067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B50D2034-853A-768A-6558-598EC3713703}"/>
              </a:ext>
            </a:extLst>
          </p:cNvPr>
          <p:cNvSpPr txBox="1"/>
          <p:nvPr/>
        </p:nvSpPr>
        <p:spPr>
          <a:xfrm>
            <a:off x="5591621" y="171281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30799C3D-3423-C61A-FCF0-A3E4679AEC6E}"/>
              </a:ext>
            </a:extLst>
          </p:cNvPr>
          <p:cNvSpPr txBox="1"/>
          <p:nvPr/>
        </p:nvSpPr>
        <p:spPr>
          <a:xfrm>
            <a:off x="4166254" y="194760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8359480E-F77D-C8A9-A65E-7DA5F1C6089E}"/>
              </a:ext>
            </a:extLst>
          </p:cNvPr>
          <p:cNvSpPr txBox="1"/>
          <p:nvPr/>
        </p:nvSpPr>
        <p:spPr>
          <a:xfrm>
            <a:off x="4166254" y="225034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84A53CDA-4C20-38FE-E915-957EA471C1DE}"/>
              </a:ext>
            </a:extLst>
          </p:cNvPr>
          <p:cNvSpPr txBox="1"/>
          <p:nvPr/>
        </p:nvSpPr>
        <p:spPr>
          <a:xfrm>
            <a:off x="4166254" y="25527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DD891E9F-D423-27F7-A924-51F5DE579712}"/>
              </a:ext>
            </a:extLst>
          </p:cNvPr>
          <p:cNvSpPr txBox="1"/>
          <p:nvPr/>
        </p:nvSpPr>
        <p:spPr>
          <a:xfrm>
            <a:off x="4165010" y="285420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64" name="表格 63">
            <a:extLst>
              <a:ext uri="{FF2B5EF4-FFF2-40B4-BE49-F238E27FC236}">
                <a16:creationId xmlns:a16="http://schemas.microsoft.com/office/drawing/2014/main" id="{341FEDCB-7803-6192-8D00-026A137A7A4B}"/>
              </a:ext>
            </a:extLst>
          </p:cNvPr>
          <p:cNvGraphicFramePr>
            <a:graphicFrameLocks noGrp="1"/>
          </p:cNvGraphicFramePr>
          <p:nvPr>
            <p:extLst>
              <p:ext uri="{D42A27DB-BD31-4B8C-83A1-F6EECF244321}">
                <p14:modId xmlns:p14="http://schemas.microsoft.com/office/powerpoint/2010/main" val="2897393345"/>
              </p:ext>
            </p:extLst>
          </p:nvPr>
        </p:nvGraphicFramePr>
        <p:xfrm>
          <a:off x="1045583" y="3740383"/>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65" name="直接连接符 64">
            <a:extLst>
              <a:ext uri="{FF2B5EF4-FFF2-40B4-BE49-F238E27FC236}">
                <a16:creationId xmlns:a16="http://schemas.microsoft.com/office/drawing/2014/main" id="{0EF5DC5F-D71C-195B-03B3-C5075212C685}"/>
              </a:ext>
            </a:extLst>
          </p:cNvPr>
          <p:cNvCxnSpPr>
            <a:cxnSpLocks/>
          </p:cNvCxnSpPr>
          <p:nvPr/>
        </p:nvCxnSpPr>
        <p:spPr>
          <a:xfrm flipH="1" flipV="1">
            <a:off x="825258" y="3446024"/>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238F3A28-DA3D-69F1-DBD0-50C8B2FD8BBB}"/>
                  </a:ext>
                </a:extLst>
              </p:cNvPr>
              <p:cNvSpPr txBox="1"/>
              <p:nvPr/>
            </p:nvSpPr>
            <p:spPr>
              <a:xfrm>
                <a:off x="786864" y="3235618"/>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66" name="文本框 65">
                <a:extLst>
                  <a:ext uri="{FF2B5EF4-FFF2-40B4-BE49-F238E27FC236}">
                    <a16:creationId xmlns:a16="http://schemas.microsoft.com/office/drawing/2014/main" id="{238F3A28-DA3D-69F1-DBD0-50C8B2FD8BBB}"/>
                  </a:ext>
                </a:extLst>
              </p:cNvPr>
              <p:cNvSpPr txBox="1">
                <a:spLocks noRot="1" noChangeAspect="1" noMove="1" noResize="1" noEditPoints="1" noAdjustHandles="1" noChangeArrowheads="1" noChangeShapeType="1" noTextEdit="1"/>
              </p:cNvSpPr>
              <p:nvPr/>
            </p:nvSpPr>
            <p:spPr>
              <a:xfrm>
                <a:off x="786864" y="3235618"/>
                <a:ext cx="638842" cy="369332"/>
              </a:xfrm>
              <a:prstGeom prst="rect">
                <a:avLst/>
              </a:prstGeom>
              <a:blipFill>
                <a:blip r:embed="rId9"/>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5A52F7B6-617D-A9A7-4948-C25F8058C0F5}"/>
                  </a:ext>
                </a:extLst>
              </p:cNvPr>
              <p:cNvSpPr txBox="1"/>
              <p:nvPr/>
            </p:nvSpPr>
            <p:spPr>
              <a:xfrm>
                <a:off x="359458" y="3444789"/>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67" name="文本框 66">
                <a:extLst>
                  <a:ext uri="{FF2B5EF4-FFF2-40B4-BE49-F238E27FC236}">
                    <a16:creationId xmlns:a16="http://schemas.microsoft.com/office/drawing/2014/main" id="{5A52F7B6-617D-A9A7-4948-C25F8058C0F5}"/>
                  </a:ext>
                </a:extLst>
              </p:cNvPr>
              <p:cNvSpPr txBox="1">
                <a:spLocks noRot="1" noChangeAspect="1" noMove="1" noResize="1" noEditPoints="1" noAdjustHandles="1" noChangeArrowheads="1" noChangeShapeType="1" noTextEdit="1"/>
              </p:cNvSpPr>
              <p:nvPr/>
            </p:nvSpPr>
            <p:spPr>
              <a:xfrm>
                <a:off x="359458" y="3444789"/>
                <a:ext cx="638842" cy="369332"/>
              </a:xfrm>
              <a:prstGeom prst="rect">
                <a:avLst/>
              </a:prstGeom>
              <a:blipFill>
                <a:blip r:embed="rId10"/>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BFB91918-1B16-88F3-ABF6-152F23EC11AF}"/>
                  </a:ext>
                </a:extLst>
              </p:cNvPr>
              <p:cNvSpPr txBox="1"/>
              <p:nvPr/>
            </p:nvSpPr>
            <p:spPr>
              <a:xfrm>
                <a:off x="439286" y="3068326"/>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2</m:t>
                          </m:r>
                        </m:sub>
                      </m:sSub>
                    </m:oMath>
                  </m:oMathPara>
                </a14:m>
                <a:endParaRPr lang="zh-CN" altLang="en-US" sz="2200" dirty="0">
                  <a:solidFill>
                    <a:srgbClr val="0000FF"/>
                  </a:solidFill>
                </a:endParaRPr>
              </a:p>
            </p:txBody>
          </p:sp>
        </mc:Choice>
        <mc:Fallback xmlns="">
          <p:sp>
            <p:nvSpPr>
              <p:cNvPr id="68" name="文本框 67">
                <a:extLst>
                  <a:ext uri="{FF2B5EF4-FFF2-40B4-BE49-F238E27FC236}">
                    <a16:creationId xmlns:a16="http://schemas.microsoft.com/office/drawing/2014/main" id="{BFB91918-1B16-88F3-ABF6-152F23EC11AF}"/>
                  </a:ext>
                </a:extLst>
              </p:cNvPr>
              <p:cNvSpPr txBox="1">
                <a:spLocks noRot="1" noChangeAspect="1" noMove="1" noResize="1" noEditPoints="1" noAdjustHandles="1" noChangeArrowheads="1" noChangeShapeType="1" noTextEdit="1"/>
              </p:cNvSpPr>
              <p:nvPr/>
            </p:nvSpPr>
            <p:spPr>
              <a:xfrm>
                <a:off x="439286" y="3068326"/>
                <a:ext cx="413829" cy="430887"/>
              </a:xfrm>
              <a:prstGeom prst="rect">
                <a:avLst/>
              </a:prstGeom>
              <a:blipFill>
                <a:blip r:embed="rId11"/>
                <a:stretch>
                  <a:fillRect l="-1471" r="-10294"/>
                </a:stretch>
              </a:blipFill>
            </p:spPr>
            <p:txBody>
              <a:bodyPr/>
              <a:lstStyle/>
              <a:p>
                <a:r>
                  <a:rPr lang="zh-CN" altLang="en-US">
                    <a:noFill/>
                  </a:rPr>
                  <a:t> </a:t>
                </a:r>
              </a:p>
            </p:txBody>
          </p:sp>
        </mc:Fallback>
      </mc:AlternateContent>
      <p:sp>
        <p:nvSpPr>
          <p:cNvPr id="69" name="文本框 68">
            <a:extLst>
              <a:ext uri="{FF2B5EF4-FFF2-40B4-BE49-F238E27FC236}">
                <a16:creationId xmlns:a16="http://schemas.microsoft.com/office/drawing/2014/main" id="{15FBA9AF-EE69-4F77-953C-7CB7BE954685}"/>
              </a:ext>
            </a:extLst>
          </p:cNvPr>
          <p:cNvSpPr txBox="1"/>
          <p:nvPr/>
        </p:nvSpPr>
        <p:spPr>
          <a:xfrm>
            <a:off x="1045584" y="35187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0" name="文本框 69">
            <a:extLst>
              <a:ext uri="{FF2B5EF4-FFF2-40B4-BE49-F238E27FC236}">
                <a16:creationId xmlns:a16="http://schemas.microsoft.com/office/drawing/2014/main" id="{CFBBC4FE-1601-DCBD-5C19-4E8EBECB1AF0}"/>
              </a:ext>
            </a:extLst>
          </p:cNvPr>
          <p:cNvSpPr txBox="1"/>
          <p:nvPr/>
        </p:nvSpPr>
        <p:spPr>
          <a:xfrm>
            <a:off x="1420476" y="351877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1" name="文本框 70">
            <a:extLst>
              <a:ext uri="{FF2B5EF4-FFF2-40B4-BE49-F238E27FC236}">
                <a16:creationId xmlns:a16="http://schemas.microsoft.com/office/drawing/2014/main" id="{DBBD5D39-EDC2-FA17-5E79-1746B2262806}"/>
              </a:ext>
            </a:extLst>
          </p:cNvPr>
          <p:cNvSpPr txBox="1"/>
          <p:nvPr/>
        </p:nvSpPr>
        <p:spPr>
          <a:xfrm>
            <a:off x="1796332" y="351571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AF2B92F1-E8E4-107C-0016-F17C7E093CCC}"/>
              </a:ext>
            </a:extLst>
          </p:cNvPr>
          <p:cNvSpPr txBox="1"/>
          <p:nvPr/>
        </p:nvSpPr>
        <p:spPr>
          <a:xfrm>
            <a:off x="2171228" y="35217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2A9EE1BA-AB9F-B98E-E337-B7BC7A42C9E0}"/>
              </a:ext>
            </a:extLst>
          </p:cNvPr>
          <p:cNvSpPr txBox="1"/>
          <p:nvPr/>
        </p:nvSpPr>
        <p:spPr>
          <a:xfrm>
            <a:off x="745861" y="375653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4" name="文本框 73">
            <a:extLst>
              <a:ext uri="{FF2B5EF4-FFF2-40B4-BE49-F238E27FC236}">
                <a16:creationId xmlns:a16="http://schemas.microsoft.com/office/drawing/2014/main" id="{C5CEDCAF-A493-5791-52FE-92E0508AD965}"/>
              </a:ext>
            </a:extLst>
          </p:cNvPr>
          <p:cNvSpPr txBox="1"/>
          <p:nvPr/>
        </p:nvSpPr>
        <p:spPr>
          <a:xfrm>
            <a:off x="745861" y="405927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0C3F83F3-0347-7E8E-077F-3D5B5043265D}"/>
              </a:ext>
            </a:extLst>
          </p:cNvPr>
          <p:cNvSpPr txBox="1"/>
          <p:nvPr/>
        </p:nvSpPr>
        <p:spPr>
          <a:xfrm>
            <a:off x="745861" y="436162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E2FD57B0-1D28-6CEA-1EAE-D0CED2C86E63}"/>
              </a:ext>
            </a:extLst>
          </p:cNvPr>
          <p:cNvSpPr txBox="1"/>
          <p:nvPr/>
        </p:nvSpPr>
        <p:spPr>
          <a:xfrm>
            <a:off x="744617" y="466313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77" name="表格 76">
            <a:extLst>
              <a:ext uri="{FF2B5EF4-FFF2-40B4-BE49-F238E27FC236}">
                <a16:creationId xmlns:a16="http://schemas.microsoft.com/office/drawing/2014/main" id="{74194A88-CF92-6E52-35CA-CCB5EEDEE3B4}"/>
              </a:ext>
            </a:extLst>
          </p:cNvPr>
          <p:cNvGraphicFramePr>
            <a:graphicFrameLocks noGrp="1"/>
          </p:cNvGraphicFramePr>
          <p:nvPr>
            <p:extLst>
              <p:ext uri="{D42A27DB-BD31-4B8C-83A1-F6EECF244321}">
                <p14:modId xmlns:p14="http://schemas.microsoft.com/office/powerpoint/2010/main" val="1627801954"/>
              </p:ext>
            </p:extLst>
          </p:nvPr>
        </p:nvGraphicFramePr>
        <p:xfrm>
          <a:off x="4465976" y="3729699"/>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x</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78" name="直接连接符 77">
            <a:extLst>
              <a:ext uri="{FF2B5EF4-FFF2-40B4-BE49-F238E27FC236}">
                <a16:creationId xmlns:a16="http://schemas.microsoft.com/office/drawing/2014/main" id="{24A3B951-CBB3-78B7-CC0A-99741CB73C24}"/>
              </a:ext>
            </a:extLst>
          </p:cNvPr>
          <p:cNvCxnSpPr>
            <a:cxnSpLocks/>
          </p:cNvCxnSpPr>
          <p:nvPr/>
        </p:nvCxnSpPr>
        <p:spPr>
          <a:xfrm flipH="1" flipV="1">
            <a:off x="4245651" y="3435340"/>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88427518-CF6A-74E3-BAE5-1BAD81C871FE}"/>
                  </a:ext>
                </a:extLst>
              </p:cNvPr>
              <p:cNvSpPr txBox="1"/>
              <p:nvPr/>
            </p:nvSpPr>
            <p:spPr>
              <a:xfrm>
                <a:off x="4207257" y="3224934"/>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79" name="文本框 78">
                <a:extLst>
                  <a:ext uri="{FF2B5EF4-FFF2-40B4-BE49-F238E27FC236}">
                    <a16:creationId xmlns:a16="http://schemas.microsoft.com/office/drawing/2014/main" id="{88427518-CF6A-74E3-BAE5-1BAD81C871FE}"/>
                  </a:ext>
                </a:extLst>
              </p:cNvPr>
              <p:cNvSpPr txBox="1">
                <a:spLocks noRot="1" noChangeAspect="1" noMove="1" noResize="1" noEditPoints="1" noAdjustHandles="1" noChangeArrowheads="1" noChangeShapeType="1" noTextEdit="1"/>
              </p:cNvSpPr>
              <p:nvPr/>
            </p:nvSpPr>
            <p:spPr>
              <a:xfrm>
                <a:off x="4207257" y="3224934"/>
                <a:ext cx="638842" cy="369332"/>
              </a:xfrm>
              <a:prstGeom prst="rect">
                <a:avLst/>
              </a:prstGeom>
              <a:blipFill>
                <a:blip r:embed="rId12"/>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6D6931F6-4730-4A76-7074-5497ED473BBE}"/>
                  </a:ext>
                </a:extLst>
              </p:cNvPr>
              <p:cNvSpPr txBox="1"/>
              <p:nvPr/>
            </p:nvSpPr>
            <p:spPr>
              <a:xfrm>
                <a:off x="3779851" y="343410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80" name="文本框 79">
                <a:extLst>
                  <a:ext uri="{FF2B5EF4-FFF2-40B4-BE49-F238E27FC236}">
                    <a16:creationId xmlns:a16="http://schemas.microsoft.com/office/drawing/2014/main" id="{6D6931F6-4730-4A76-7074-5497ED473BBE}"/>
                  </a:ext>
                </a:extLst>
              </p:cNvPr>
              <p:cNvSpPr txBox="1">
                <a:spLocks noRot="1" noChangeAspect="1" noMove="1" noResize="1" noEditPoints="1" noAdjustHandles="1" noChangeArrowheads="1" noChangeShapeType="1" noTextEdit="1"/>
              </p:cNvSpPr>
              <p:nvPr/>
            </p:nvSpPr>
            <p:spPr>
              <a:xfrm>
                <a:off x="3779851" y="3434105"/>
                <a:ext cx="638842" cy="369332"/>
              </a:xfrm>
              <a:prstGeom prst="rect">
                <a:avLst/>
              </a:prstGeom>
              <a:blipFill>
                <a:blip r:embed="rId13"/>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6FE5AC85-A4A9-948B-C99B-14B1F6B5FB87}"/>
                  </a:ext>
                </a:extLst>
              </p:cNvPr>
              <p:cNvSpPr txBox="1"/>
              <p:nvPr/>
            </p:nvSpPr>
            <p:spPr>
              <a:xfrm>
                <a:off x="3859679" y="3057642"/>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3</m:t>
                          </m:r>
                        </m:sub>
                      </m:sSub>
                    </m:oMath>
                  </m:oMathPara>
                </a14:m>
                <a:endParaRPr lang="zh-CN" altLang="en-US" sz="2200" dirty="0">
                  <a:solidFill>
                    <a:srgbClr val="0000FF"/>
                  </a:solidFill>
                </a:endParaRPr>
              </a:p>
            </p:txBody>
          </p:sp>
        </mc:Choice>
        <mc:Fallback xmlns="">
          <p:sp>
            <p:nvSpPr>
              <p:cNvPr id="81" name="文本框 80">
                <a:extLst>
                  <a:ext uri="{FF2B5EF4-FFF2-40B4-BE49-F238E27FC236}">
                    <a16:creationId xmlns:a16="http://schemas.microsoft.com/office/drawing/2014/main" id="{6FE5AC85-A4A9-948B-C99B-14B1F6B5FB87}"/>
                  </a:ext>
                </a:extLst>
              </p:cNvPr>
              <p:cNvSpPr txBox="1">
                <a:spLocks noRot="1" noChangeAspect="1" noMove="1" noResize="1" noEditPoints="1" noAdjustHandles="1" noChangeArrowheads="1" noChangeShapeType="1" noTextEdit="1"/>
              </p:cNvSpPr>
              <p:nvPr/>
            </p:nvSpPr>
            <p:spPr>
              <a:xfrm>
                <a:off x="3859679" y="3057642"/>
                <a:ext cx="413829" cy="430887"/>
              </a:xfrm>
              <a:prstGeom prst="rect">
                <a:avLst/>
              </a:prstGeom>
              <a:blipFill>
                <a:blip r:embed="rId14"/>
                <a:stretch>
                  <a:fillRect l="-1471" r="-10294"/>
                </a:stretch>
              </a:blipFill>
            </p:spPr>
            <p:txBody>
              <a:bodyPr/>
              <a:lstStyle/>
              <a:p>
                <a:r>
                  <a:rPr lang="zh-CN" altLang="en-US">
                    <a:noFill/>
                  </a:rPr>
                  <a:t> </a:t>
                </a:r>
              </a:p>
            </p:txBody>
          </p:sp>
        </mc:Fallback>
      </mc:AlternateContent>
      <p:sp>
        <p:nvSpPr>
          <p:cNvPr id="82" name="文本框 81">
            <a:extLst>
              <a:ext uri="{FF2B5EF4-FFF2-40B4-BE49-F238E27FC236}">
                <a16:creationId xmlns:a16="http://schemas.microsoft.com/office/drawing/2014/main" id="{45618DC7-6DF6-A429-B6F1-4FE3E0FA756A}"/>
              </a:ext>
            </a:extLst>
          </p:cNvPr>
          <p:cNvSpPr txBox="1"/>
          <p:nvPr/>
        </p:nvSpPr>
        <p:spPr>
          <a:xfrm>
            <a:off x="4465977" y="35080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C65D70D2-0B49-79AE-8E7A-367661008DCD}"/>
              </a:ext>
            </a:extLst>
          </p:cNvPr>
          <p:cNvSpPr txBox="1"/>
          <p:nvPr/>
        </p:nvSpPr>
        <p:spPr>
          <a:xfrm>
            <a:off x="4840869" y="35080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4" name="文本框 83">
            <a:extLst>
              <a:ext uri="{FF2B5EF4-FFF2-40B4-BE49-F238E27FC236}">
                <a16:creationId xmlns:a16="http://schemas.microsoft.com/office/drawing/2014/main" id="{B4FAFFFD-E350-6516-F161-AFE5E8E7DBE6}"/>
              </a:ext>
            </a:extLst>
          </p:cNvPr>
          <p:cNvSpPr txBox="1"/>
          <p:nvPr/>
        </p:nvSpPr>
        <p:spPr>
          <a:xfrm>
            <a:off x="5216725" y="350503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5FC7148A-C8D4-36F7-C6E4-FFE114435FF5}"/>
              </a:ext>
            </a:extLst>
          </p:cNvPr>
          <p:cNvSpPr txBox="1"/>
          <p:nvPr/>
        </p:nvSpPr>
        <p:spPr>
          <a:xfrm>
            <a:off x="5591621" y="351106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6" name="文本框 85">
            <a:extLst>
              <a:ext uri="{FF2B5EF4-FFF2-40B4-BE49-F238E27FC236}">
                <a16:creationId xmlns:a16="http://schemas.microsoft.com/office/drawing/2014/main" id="{64098B41-7228-908A-1302-C491D5E19DEA}"/>
              </a:ext>
            </a:extLst>
          </p:cNvPr>
          <p:cNvSpPr txBox="1"/>
          <p:nvPr/>
        </p:nvSpPr>
        <p:spPr>
          <a:xfrm>
            <a:off x="4166254" y="374585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FA973DD6-FFBB-ECD9-050B-F7078540F3B6}"/>
              </a:ext>
            </a:extLst>
          </p:cNvPr>
          <p:cNvSpPr txBox="1"/>
          <p:nvPr/>
        </p:nvSpPr>
        <p:spPr>
          <a:xfrm>
            <a:off x="4166254" y="40485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5A6CD175-0276-4223-CF9E-2BECD9CB4E7D}"/>
              </a:ext>
            </a:extLst>
          </p:cNvPr>
          <p:cNvSpPr txBox="1"/>
          <p:nvPr/>
        </p:nvSpPr>
        <p:spPr>
          <a:xfrm>
            <a:off x="4166254" y="43509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F6DBEF08-7B0A-11DE-2CA5-8A6118028C09}"/>
              </a:ext>
            </a:extLst>
          </p:cNvPr>
          <p:cNvSpPr txBox="1"/>
          <p:nvPr/>
        </p:nvSpPr>
        <p:spPr>
          <a:xfrm>
            <a:off x="4165010" y="465244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E74CB07C-5765-0302-F1E4-C9D4CA46FEEC}"/>
                  </a:ext>
                </a:extLst>
              </p:cNvPr>
              <p:cNvSpPr txBox="1"/>
              <p:nvPr/>
            </p:nvSpPr>
            <p:spPr>
              <a:xfrm>
                <a:off x="2557357" y="2345369"/>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solidFill>
                                <a:srgbClr val="0000FF"/>
                              </a:solidFill>
                              <a:latin typeface="Cambria Math" panose="02040503050406030204" pitchFamily="18" charset="0"/>
                            </a:rPr>
                          </m:ctrlPr>
                        </m:sSubPr>
                        <m:e>
                          <m:r>
                            <m:rPr>
                              <m:sty m:val="p"/>
                            </m:rPr>
                            <a:rPr lang="en-US" altLang="zh-CN" sz="2000" b="0" i="0">
                              <a:solidFill>
                                <a:srgbClr val="0000FF"/>
                              </a:solidFill>
                              <a:latin typeface="Cambria Math" panose="02040503050406030204" pitchFamily="18" charset="0"/>
                            </a:rPr>
                            <m:t>D</m:t>
                          </m:r>
                        </m:e>
                        <m:sub>
                          <m:r>
                            <a:rPr lang="en-US" altLang="zh-CN" sz="2000" b="0" i="0">
                              <a:solidFill>
                                <a:srgbClr val="0000FF"/>
                              </a:solidFill>
                              <a:latin typeface="Cambria Math" panose="02040503050406030204" pitchFamily="18" charset="0"/>
                            </a:rPr>
                            <m:t>0</m:t>
                          </m:r>
                        </m:sub>
                      </m:sSub>
                      <m:r>
                        <a:rPr lang="en-US" altLang="zh-CN" sz="2000" b="0" i="1" smtClean="0">
                          <a:solidFill>
                            <a:srgbClr val="0000FF"/>
                          </a:solidFill>
                          <a:latin typeface="Cambria Math" panose="02040503050406030204" pitchFamily="18" charset="0"/>
                        </a:rPr>
                        <m:t>=</m:t>
                      </m:r>
                      <m:acc>
                        <m:accPr>
                          <m:chr m:val="̅"/>
                          <m:ctrlPr>
                            <a:rPr lang="en-US" altLang="zh-CN" sz="2000" b="0" i="1" smtClean="0">
                              <a:solidFill>
                                <a:srgbClr val="0000FF"/>
                              </a:solidFill>
                              <a:latin typeface="Cambria Math" panose="02040503050406030204" pitchFamily="18" charset="0"/>
                            </a:rPr>
                          </m:ctrlPr>
                        </m:accPr>
                        <m:e>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3</m:t>
                              </m:r>
                            </m:sub>
                          </m:sSub>
                        </m:e>
                      </m:acc>
                    </m:oMath>
                  </m:oMathPara>
                </a14:m>
                <a:endParaRPr lang="en-US" altLang="zh-CN" sz="2000" dirty="0">
                  <a:solidFill>
                    <a:srgbClr val="0000FF"/>
                  </a:solidFill>
                </a:endParaRPr>
              </a:p>
            </p:txBody>
          </p:sp>
        </mc:Choice>
        <mc:Fallback xmlns="">
          <p:sp>
            <p:nvSpPr>
              <p:cNvPr id="90" name="文本框 89">
                <a:extLst>
                  <a:ext uri="{FF2B5EF4-FFF2-40B4-BE49-F238E27FC236}">
                    <a16:creationId xmlns:a16="http://schemas.microsoft.com/office/drawing/2014/main" id="{E74CB07C-5765-0302-F1E4-C9D4CA46FEEC}"/>
                  </a:ext>
                </a:extLst>
              </p:cNvPr>
              <p:cNvSpPr txBox="1">
                <a:spLocks noRot="1" noChangeAspect="1" noMove="1" noResize="1" noEditPoints="1" noAdjustHandles="1" noChangeArrowheads="1" noChangeShapeType="1" noTextEdit="1"/>
              </p:cNvSpPr>
              <p:nvPr/>
            </p:nvSpPr>
            <p:spPr>
              <a:xfrm>
                <a:off x="2557357" y="2345369"/>
                <a:ext cx="1131803" cy="400815"/>
              </a:xfrm>
              <a:prstGeom prst="rect">
                <a:avLst/>
              </a:prstGeom>
              <a:blipFill>
                <a:blip r:embed="rId1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F699ADE5-0327-828D-B336-6D450B86CC6F}"/>
                  </a:ext>
                </a:extLst>
              </p:cNvPr>
              <p:cNvSpPr txBox="1"/>
              <p:nvPr/>
            </p:nvSpPr>
            <p:spPr>
              <a:xfrm>
                <a:off x="5977750" y="2344352"/>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a:solidFill>
                                <a:srgbClr val="0000FF"/>
                              </a:solidFill>
                              <a:latin typeface="Cambria Math" panose="02040503050406030204" pitchFamily="18" charset="0"/>
                            </a:rPr>
                            <m:t>1</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0</m:t>
                          </m:r>
                        </m:sub>
                      </m:sSub>
                    </m:oMath>
                  </m:oMathPara>
                </a14:m>
                <a:endParaRPr lang="en-US" altLang="zh-CN" sz="2000" dirty="0">
                  <a:solidFill>
                    <a:srgbClr val="0000FF"/>
                  </a:solidFill>
                </a:endParaRPr>
              </a:p>
            </p:txBody>
          </p:sp>
        </mc:Choice>
        <mc:Fallback xmlns="">
          <p:sp>
            <p:nvSpPr>
              <p:cNvPr id="91" name="文本框 90">
                <a:extLst>
                  <a:ext uri="{FF2B5EF4-FFF2-40B4-BE49-F238E27FC236}">
                    <a16:creationId xmlns:a16="http://schemas.microsoft.com/office/drawing/2014/main" id="{F699ADE5-0327-828D-B336-6D450B86CC6F}"/>
                  </a:ext>
                </a:extLst>
              </p:cNvPr>
              <p:cNvSpPr txBox="1">
                <a:spLocks noRot="1" noChangeAspect="1" noMove="1" noResize="1" noEditPoints="1" noAdjustHandles="1" noChangeArrowheads="1" noChangeShapeType="1" noTextEdit="1"/>
              </p:cNvSpPr>
              <p:nvPr/>
            </p:nvSpPr>
            <p:spPr>
              <a:xfrm>
                <a:off x="5977750" y="2344352"/>
                <a:ext cx="1131803" cy="400815"/>
              </a:xfrm>
              <a:prstGeom prst="rect">
                <a:avLst/>
              </a:prstGeom>
              <a:blipFill>
                <a:blip r:embed="rId16"/>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FD6E957E-0910-AF9E-0B69-6374D1CAD790}"/>
                  </a:ext>
                </a:extLst>
              </p:cNvPr>
              <p:cNvSpPr txBox="1"/>
              <p:nvPr/>
            </p:nvSpPr>
            <p:spPr>
              <a:xfrm>
                <a:off x="2557356" y="4143893"/>
                <a:ext cx="113180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2</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1</m:t>
                          </m:r>
                        </m:sub>
                      </m:sSub>
                    </m:oMath>
                  </m:oMathPara>
                </a14:m>
                <a:endParaRPr lang="en-US" altLang="zh-CN" sz="2000" dirty="0">
                  <a:solidFill>
                    <a:srgbClr val="0000FF"/>
                  </a:solidFill>
                </a:endParaRPr>
              </a:p>
            </p:txBody>
          </p:sp>
        </mc:Choice>
        <mc:Fallback xmlns="">
          <p:sp>
            <p:nvSpPr>
              <p:cNvPr id="92" name="文本框 91">
                <a:extLst>
                  <a:ext uri="{FF2B5EF4-FFF2-40B4-BE49-F238E27FC236}">
                    <a16:creationId xmlns:a16="http://schemas.microsoft.com/office/drawing/2014/main" id="{FD6E957E-0910-AF9E-0B69-6374D1CAD790}"/>
                  </a:ext>
                </a:extLst>
              </p:cNvPr>
              <p:cNvSpPr txBox="1">
                <a:spLocks noRot="1" noChangeAspect="1" noMove="1" noResize="1" noEditPoints="1" noAdjustHandles="1" noChangeArrowheads="1" noChangeShapeType="1" noTextEdit="1"/>
              </p:cNvSpPr>
              <p:nvPr/>
            </p:nvSpPr>
            <p:spPr>
              <a:xfrm>
                <a:off x="2557356" y="4143893"/>
                <a:ext cx="1131803" cy="400110"/>
              </a:xfrm>
              <a:prstGeom prst="rect">
                <a:avLst/>
              </a:prstGeom>
              <a:blipFill>
                <a:blip r:embed="rId17"/>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F16D9141-4EDE-234D-ABB9-88B85ECD26EE}"/>
                  </a:ext>
                </a:extLst>
              </p:cNvPr>
              <p:cNvSpPr txBox="1"/>
              <p:nvPr/>
            </p:nvSpPr>
            <p:spPr>
              <a:xfrm>
                <a:off x="5977750" y="4143893"/>
                <a:ext cx="113180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3</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2</m:t>
                          </m:r>
                        </m:sub>
                      </m:sSub>
                    </m:oMath>
                  </m:oMathPara>
                </a14:m>
                <a:endParaRPr lang="en-US" altLang="zh-CN" sz="2000" dirty="0">
                  <a:solidFill>
                    <a:srgbClr val="0000FF"/>
                  </a:solidFill>
                </a:endParaRPr>
              </a:p>
            </p:txBody>
          </p:sp>
        </mc:Choice>
        <mc:Fallback xmlns="">
          <p:sp>
            <p:nvSpPr>
              <p:cNvPr id="93" name="文本框 92">
                <a:extLst>
                  <a:ext uri="{FF2B5EF4-FFF2-40B4-BE49-F238E27FC236}">
                    <a16:creationId xmlns:a16="http://schemas.microsoft.com/office/drawing/2014/main" id="{F16D9141-4EDE-234D-ABB9-88B85ECD26EE}"/>
                  </a:ext>
                </a:extLst>
              </p:cNvPr>
              <p:cNvSpPr txBox="1">
                <a:spLocks noRot="1" noChangeAspect="1" noMove="1" noResize="1" noEditPoints="1" noAdjustHandles="1" noChangeArrowheads="1" noChangeShapeType="1" noTextEdit="1"/>
              </p:cNvSpPr>
              <p:nvPr/>
            </p:nvSpPr>
            <p:spPr>
              <a:xfrm>
                <a:off x="5977750" y="4143893"/>
                <a:ext cx="1131803" cy="400110"/>
              </a:xfrm>
              <a:prstGeom prst="rect">
                <a:avLst/>
              </a:prstGeom>
              <a:blipFill>
                <a:blip r:embed="rId18"/>
                <a:stretch>
                  <a:fillRect b="-12308"/>
                </a:stretch>
              </a:blipFill>
            </p:spPr>
            <p:txBody>
              <a:bodyPr/>
              <a:lstStyle/>
              <a:p>
                <a:r>
                  <a:rPr lang="zh-CN" altLang="en-US">
                    <a:noFill/>
                  </a:rPr>
                  <a:t> </a:t>
                </a:r>
              </a:p>
            </p:txBody>
          </p:sp>
        </mc:Fallback>
      </mc:AlternateContent>
      <p:sp>
        <p:nvSpPr>
          <p:cNvPr id="94" name="矩形 93">
            <a:extLst>
              <a:ext uri="{FF2B5EF4-FFF2-40B4-BE49-F238E27FC236}">
                <a16:creationId xmlns:a16="http://schemas.microsoft.com/office/drawing/2014/main" id="{2F90BE07-12D8-CA3A-D0F7-43EBCD2058AB}"/>
              </a:ext>
            </a:extLst>
          </p:cNvPr>
          <p:cNvSpPr/>
          <p:nvPr/>
        </p:nvSpPr>
        <p:spPr>
          <a:xfrm>
            <a:off x="1113669" y="1989655"/>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4BE1CF1A-FF07-0BEA-310F-908442164B96}"/>
              </a:ext>
            </a:extLst>
          </p:cNvPr>
          <p:cNvSpPr/>
          <p:nvPr/>
        </p:nvSpPr>
        <p:spPr>
          <a:xfrm>
            <a:off x="1855561" y="3783711"/>
            <a:ext cx="63146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3A3CBC3D-6BEB-F762-DED8-B2C3203EEC14}"/>
              </a:ext>
            </a:extLst>
          </p:cNvPr>
          <p:cNvSpPr/>
          <p:nvPr/>
        </p:nvSpPr>
        <p:spPr>
          <a:xfrm>
            <a:off x="4900991" y="1975510"/>
            <a:ext cx="63146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98E5C3F9-0E33-7066-B222-3D5797726288}"/>
              </a:ext>
            </a:extLst>
          </p:cNvPr>
          <p:cNvSpPr/>
          <p:nvPr/>
        </p:nvSpPr>
        <p:spPr>
          <a:xfrm>
            <a:off x="4529380" y="4077998"/>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138" name="表格 137">
                <a:extLst>
                  <a:ext uri="{FF2B5EF4-FFF2-40B4-BE49-F238E27FC236}">
                    <a16:creationId xmlns:a16="http://schemas.microsoft.com/office/drawing/2014/main" id="{3AE4376F-16FB-BFE7-A97A-189E99BC5D88}"/>
                  </a:ext>
                </a:extLst>
              </p:cNvPr>
              <p:cNvGraphicFramePr>
                <a:graphicFrameLocks noGrp="1"/>
              </p:cNvGraphicFramePr>
              <p:nvPr>
                <p:extLst>
                  <p:ext uri="{D42A27DB-BD31-4B8C-83A1-F6EECF244321}">
                    <p14:modId xmlns:p14="http://schemas.microsoft.com/office/powerpoint/2010/main" val="1920639531"/>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23704743"/>
                      </a:ext>
                    </a:extLst>
                  </a:tr>
                  <a:tr h="3030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Choice>
        <mc:Fallback xmlns="">
          <p:graphicFrame>
            <p:nvGraphicFramePr>
              <p:cNvPr id="138" name="表格 137">
                <a:extLst>
                  <a:ext uri="{FF2B5EF4-FFF2-40B4-BE49-F238E27FC236}">
                    <a16:creationId xmlns:a16="http://schemas.microsoft.com/office/drawing/2014/main" id="{3AE4376F-16FB-BFE7-A97A-189E99BC5D88}"/>
                  </a:ext>
                </a:extLst>
              </p:cNvPr>
              <p:cNvGraphicFramePr>
                <a:graphicFrameLocks noGrp="1"/>
              </p:cNvGraphicFramePr>
              <p:nvPr>
                <p:extLst>
                  <p:ext uri="{D42A27DB-BD31-4B8C-83A1-F6EECF244321}">
                    <p14:modId xmlns:p14="http://schemas.microsoft.com/office/powerpoint/2010/main" val="1920639531"/>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40868">
                    <a:tc>
                      <a:txBody>
                        <a:bodyPr/>
                        <a:lstStyle/>
                        <a:p>
                          <a:endParaRPr lang="zh-CN"/>
                        </a:p>
                      </a:txBody>
                      <a:tcPr>
                        <a:blipFill>
                          <a:blip r:embed="rId19"/>
                          <a:stretch>
                            <a:fillRect l="-353" t="-1786" r="-135689" b="-1469643"/>
                          </a:stretch>
                        </a:blipFill>
                      </a:tcPr>
                    </a:tc>
                    <a:tc>
                      <a:txBody>
                        <a:bodyPr/>
                        <a:lstStyle/>
                        <a:p>
                          <a:endParaRPr lang="zh-CN"/>
                        </a:p>
                      </a:txBody>
                      <a:tcPr>
                        <a:blipFill>
                          <a:blip r:embed="rId19"/>
                          <a:stretch>
                            <a:fillRect l="-74346" t="-1786" r="-524" b="-1469643"/>
                          </a:stretch>
                        </a:blipFill>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23704743"/>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         x    </a:t>
                          </a:r>
                          <a:r>
                            <a:rPr kumimoji="0" lang="en-US" altLang="zh-CN" sz="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x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x</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Fallback>
      </mc:AlternateContent>
      <p:sp>
        <p:nvSpPr>
          <p:cNvPr id="139" name="文本框 138">
            <a:extLst>
              <a:ext uri="{FF2B5EF4-FFF2-40B4-BE49-F238E27FC236}">
                <a16:creationId xmlns:a16="http://schemas.microsoft.com/office/drawing/2014/main" id="{D2A71EF9-ED6A-478D-1F69-2232F940BF1D}"/>
              </a:ext>
            </a:extLst>
          </p:cNvPr>
          <p:cNvSpPr txBox="1"/>
          <p:nvPr/>
        </p:nvSpPr>
        <p:spPr>
          <a:xfrm>
            <a:off x="7378198" y="682694"/>
            <a:ext cx="4047626" cy="369332"/>
          </a:xfrm>
          <a:prstGeom prst="rect">
            <a:avLst/>
          </a:prstGeom>
          <a:noFill/>
        </p:spPr>
        <p:txBody>
          <a:bodyPr wrap="square">
            <a:spAutoFit/>
          </a:bodyPr>
          <a:lstStyle/>
          <a:p>
            <a:pPr algn="ctr"/>
            <a:r>
              <a:rPr lang="zh-CN" altLang="en-US" dirty="0">
                <a:solidFill>
                  <a:srgbClr val="002060"/>
                </a:solidFill>
                <a:latin typeface="微软雅黑" panose="020B0503020204020204" pitchFamily="34" charset="-122"/>
                <a:ea typeface="微软雅黑" panose="020B0503020204020204" pitchFamily="34" charset="-122"/>
              </a:rPr>
              <a:t>状态表</a:t>
            </a:r>
            <a:endParaRPr lang="zh-CN" altLang="en-US" dirty="0">
              <a:solidFill>
                <a:srgbClr val="002060"/>
              </a:solidFill>
            </a:endParaRPr>
          </a:p>
        </p:txBody>
      </p:sp>
      <p:sp>
        <p:nvSpPr>
          <p:cNvPr id="4" name="标题 1">
            <a:extLst>
              <a:ext uri="{FF2B5EF4-FFF2-40B4-BE49-F238E27FC236}">
                <a16:creationId xmlns:a16="http://schemas.microsoft.com/office/drawing/2014/main" id="{30106EBA-712B-1A45-441A-9C4B913398D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
        <p:nvSpPr>
          <p:cNvPr id="141" name="椭圆 140">
            <a:extLst>
              <a:ext uri="{FF2B5EF4-FFF2-40B4-BE49-F238E27FC236}">
                <a16:creationId xmlns:a16="http://schemas.microsoft.com/office/drawing/2014/main" id="{F3E11837-AD36-7E17-7FA5-C8DDE1AC6706}"/>
              </a:ext>
            </a:extLst>
          </p:cNvPr>
          <p:cNvSpPr/>
          <p:nvPr/>
        </p:nvSpPr>
        <p:spPr>
          <a:xfrm>
            <a:off x="360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2" name="椭圆 141">
            <a:extLst>
              <a:ext uri="{FF2B5EF4-FFF2-40B4-BE49-F238E27FC236}">
                <a16:creationId xmlns:a16="http://schemas.microsoft.com/office/drawing/2014/main" id="{CD24E540-3E37-A647-B173-A8CE60251098}"/>
              </a:ext>
            </a:extLst>
          </p:cNvPr>
          <p:cNvSpPr/>
          <p:nvPr/>
        </p:nvSpPr>
        <p:spPr>
          <a:xfrm>
            <a:off x="136618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3" name="椭圆 142">
            <a:extLst>
              <a:ext uri="{FF2B5EF4-FFF2-40B4-BE49-F238E27FC236}">
                <a16:creationId xmlns:a16="http://schemas.microsoft.com/office/drawing/2014/main" id="{B3D66EF5-2CBC-6B6C-7399-AE66C7759E77}"/>
              </a:ext>
            </a:extLst>
          </p:cNvPr>
          <p:cNvSpPr/>
          <p:nvPr/>
        </p:nvSpPr>
        <p:spPr>
          <a:xfrm>
            <a:off x="2371691"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4" name="椭圆 143">
            <a:extLst>
              <a:ext uri="{FF2B5EF4-FFF2-40B4-BE49-F238E27FC236}">
                <a16:creationId xmlns:a16="http://schemas.microsoft.com/office/drawing/2014/main" id="{F3AB2903-B49F-7F67-EF2A-A47E41BBEA87}"/>
              </a:ext>
            </a:extLst>
          </p:cNvPr>
          <p:cNvSpPr/>
          <p:nvPr/>
        </p:nvSpPr>
        <p:spPr>
          <a:xfrm>
            <a:off x="360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145" name="直接箭头连接符 144">
            <a:extLst>
              <a:ext uri="{FF2B5EF4-FFF2-40B4-BE49-F238E27FC236}">
                <a16:creationId xmlns:a16="http://schemas.microsoft.com/office/drawing/2014/main" id="{C2E2B453-7F63-3817-148D-603234863666}"/>
              </a:ext>
            </a:extLst>
          </p:cNvPr>
          <p:cNvCxnSpPr>
            <a:cxnSpLocks/>
            <a:stCxn id="141" idx="6"/>
            <a:endCxn id="142" idx="2"/>
          </p:cNvCxnSpPr>
          <p:nvPr/>
        </p:nvCxnSpPr>
        <p:spPr>
          <a:xfrm>
            <a:off x="1129366" y="5326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D013F37F-DC67-53AD-C44B-B84168D35AB1}"/>
              </a:ext>
            </a:extLst>
          </p:cNvPr>
          <p:cNvCxnSpPr>
            <a:cxnSpLocks/>
            <a:stCxn id="142" idx="6"/>
            <a:endCxn id="149" idx="2"/>
          </p:cNvCxnSpPr>
          <p:nvPr/>
        </p:nvCxnSpPr>
        <p:spPr>
          <a:xfrm>
            <a:off x="2135555" y="5326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C26E0F20-1BFC-C96C-888A-06A5A309E38D}"/>
              </a:ext>
            </a:extLst>
          </p:cNvPr>
          <p:cNvCxnSpPr>
            <a:cxnSpLocks/>
            <a:stCxn id="149" idx="4"/>
            <a:endCxn id="143" idx="0"/>
          </p:cNvCxnSpPr>
          <p:nvPr/>
        </p:nvCxnSpPr>
        <p:spPr>
          <a:xfrm>
            <a:off x="2756374"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5B81895D-E8D4-B9F2-A2D4-60B9218D4F78}"/>
              </a:ext>
            </a:extLst>
          </p:cNvPr>
          <p:cNvCxnSpPr>
            <a:cxnSpLocks/>
            <a:stCxn id="144" idx="0"/>
            <a:endCxn id="141" idx="4"/>
          </p:cNvCxnSpPr>
          <p:nvPr/>
        </p:nvCxnSpPr>
        <p:spPr>
          <a:xfrm flipV="1">
            <a:off x="744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9" name="椭圆 148">
            <a:extLst>
              <a:ext uri="{FF2B5EF4-FFF2-40B4-BE49-F238E27FC236}">
                <a16:creationId xmlns:a16="http://schemas.microsoft.com/office/drawing/2014/main" id="{EBFB2C2B-C9C3-13BF-B2A3-05F396E23DE5}"/>
              </a:ext>
            </a:extLst>
          </p:cNvPr>
          <p:cNvSpPr/>
          <p:nvPr/>
        </p:nvSpPr>
        <p:spPr>
          <a:xfrm>
            <a:off x="2371691"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0" name="椭圆 149">
            <a:extLst>
              <a:ext uri="{FF2B5EF4-FFF2-40B4-BE49-F238E27FC236}">
                <a16:creationId xmlns:a16="http://schemas.microsoft.com/office/drawing/2014/main" id="{599F229C-2579-0724-E0A7-9B8B8DBC6675}"/>
              </a:ext>
            </a:extLst>
          </p:cNvPr>
          <p:cNvSpPr/>
          <p:nvPr/>
        </p:nvSpPr>
        <p:spPr>
          <a:xfrm>
            <a:off x="2371691"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1" name="椭圆 150">
            <a:extLst>
              <a:ext uri="{FF2B5EF4-FFF2-40B4-BE49-F238E27FC236}">
                <a16:creationId xmlns:a16="http://schemas.microsoft.com/office/drawing/2014/main" id="{C9A49AF9-2843-6628-7CF9-3342D3555BE0}"/>
              </a:ext>
            </a:extLst>
          </p:cNvPr>
          <p:cNvSpPr/>
          <p:nvPr/>
        </p:nvSpPr>
        <p:spPr>
          <a:xfrm>
            <a:off x="136618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2" name="椭圆 151">
            <a:extLst>
              <a:ext uri="{FF2B5EF4-FFF2-40B4-BE49-F238E27FC236}">
                <a16:creationId xmlns:a16="http://schemas.microsoft.com/office/drawing/2014/main" id="{629E85BB-3611-40DC-DFF7-1198136DB132}"/>
              </a:ext>
            </a:extLst>
          </p:cNvPr>
          <p:cNvSpPr/>
          <p:nvPr/>
        </p:nvSpPr>
        <p:spPr>
          <a:xfrm>
            <a:off x="360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153" name="直接箭头连接符 152">
            <a:extLst>
              <a:ext uri="{FF2B5EF4-FFF2-40B4-BE49-F238E27FC236}">
                <a16:creationId xmlns:a16="http://schemas.microsoft.com/office/drawing/2014/main" id="{2893A08E-68F0-787F-D2AF-52BB44018BC0}"/>
              </a:ext>
            </a:extLst>
          </p:cNvPr>
          <p:cNvCxnSpPr>
            <a:cxnSpLocks/>
            <a:stCxn id="143" idx="4"/>
            <a:endCxn id="150" idx="0"/>
          </p:cNvCxnSpPr>
          <p:nvPr/>
        </p:nvCxnSpPr>
        <p:spPr>
          <a:xfrm>
            <a:off x="2756374"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C3048BE6-7EC2-0177-2AB6-E850B259D4A8}"/>
              </a:ext>
            </a:extLst>
          </p:cNvPr>
          <p:cNvCxnSpPr>
            <a:cxnSpLocks/>
            <a:stCxn id="150" idx="2"/>
            <a:endCxn id="151" idx="6"/>
          </p:cNvCxnSpPr>
          <p:nvPr/>
        </p:nvCxnSpPr>
        <p:spPr>
          <a:xfrm flipH="1">
            <a:off x="2135555" y="6460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93D8D0D4-EF69-5D5B-883E-10C2CCE5049A}"/>
              </a:ext>
            </a:extLst>
          </p:cNvPr>
          <p:cNvCxnSpPr>
            <a:cxnSpLocks/>
            <a:stCxn id="151" idx="2"/>
            <a:endCxn id="152" idx="6"/>
          </p:cNvCxnSpPr>
          <p:nvPr/>
        </p:nvCxnSpPr>
        <p:spPr>
          <a:xfrm flipH="1">
            <a:off x="1129366" y="6460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6" name="直接箭头连接符 155">
            <a:extLst>
              <a:ext uri="{FF2B5EF4-FFF2-40B4-BE49-F238E27FC236}">
                <a16:creationId xmlns:a16="http://schemas.microsoft.com/office/drawing/2014/main" id="{D0E3A24D-9561-32A5-D5A9-88DCA0416EF3}"/>
              </a:ext>
            </a:extLst>
          </p:cNvPr>
          <p:cNvCxnSpPr>
            <a:cxnSpLocks/>
            <a:stCxn id="152" idx="0"/>
            <a:endCxn id="144" idx="4"/>
          </p:cNvCxnSpPr>
          <p:nvPr/>
        </p:nvCxnSpPr>
        <p:spPr>
          <a:xfrm flipV="1">
            <a:off x="744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6DEC7CBA-D2AB-1A32-0F1D-92CAD0E878FD}"/>
              </a:ext>
            </a:extLst>
          </p:cNvPr>
          <p:cNvSpPr txBox="1"/>
          <p:nvPr/>
        </p:nvSpPr>
        <p:spPr>
          <a:xfrm>
            <a:off x="1217844" y="5760000"/>
            <a:ext cx="1062702" cy="338554"/>
          </a:xfrm>
          <a:prstGeom prst="rect">
            <a:avLst/>
          </a:prstGeom>
          <a:noFill/>
        </p:spPr>
        <p:txBody>
          <a:bodyPr wrap="square">
            <a:spAutoFit/>
          </a:bodyPr>
          <a:lstStyle/>
          <a:p>
            <a:pPr algn="ctr"/>
            <a:r>
              <a:rPr kumimoji="1" lang="zh-CN" altLang="en-US" sz="1600" b="0" dirty="0">
                <a:solidFill>
                  <a:srgbClr val="0000FF"/>
                </a:solidFill>
                <a:latin typeface="Microsoft YaHei" panose="020B0503020204020204" pitchFamily="34" charset="-122"/>
                <a:ea typeface="Microsoft YaHei" panose="020B0503020204020204" pitchFamily="34" charset="-122"/>
              </a:rPr>
              <a:t>有效循环</a:t>
            </a:r>
            <a:endParaRPr lang="zh-CN" altLang="en-US" sz="1600" dirty="0">
              <a:solidFill>
                <a:srgbClr val="0000FF"/>
              </a:solidFill>
            </a:endParaRPr>
          </a:p>
        </p:txBody>
      </p:sp>
      <p:sp>
        <p:nvSpPr>
          <p:cNvPr id="181" name="椭圆 180">
            <a:extLst>
              <a:ext uri="{FF2B5EF4-FFF2-40B4-BE49-F238E27FC236}">
                <a16:creationId xmlns:a16="http://schemas.microsoft.com/office/drawing/2014/main" id="{499C66F1-49DE-37D6-AF56-684FBD30F5FB}"/>
              </a:ext>
            </a:extLst>
          </p:cNvPr>
          <p:cNvSpPr/>
          <p:nvPr/>
        </p:nvSpPr>
        <p:spPr>
          <a:xfrm>
            <a:off x="4392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82" name="椭圆 181">
            <a:extLst>
              <a:ext uri="{FF2B5EF4-FFF2-40B4-BE49-F238E27FC236}">
                <a16:creationId xmlns:a16="http://schemas.microsoft.com/office/drawing/2014/main" id="{8807EFA3-EB5D-9EE8-051B-6EF0487AD3BC}"/>
              </a:ext>
            </a:extLst>
          </p:cNvPr>
          <p:cNvSpPr/>
          <p:nvPr/>
        </p:nvSpPr>
        <p:spPr>
          <a:xfrm>
            <a:off x="539917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83" name="椭圆 182">
            <a:extLst>
              <a:ext uri="{FF2B5EF4-FFF2-40B4-BE49-F238E27FC236}">
                <a16:creationId xmlns:a16="http://schemas.microsoft.com/office/drawing/2014/main" id="{DBD10ADA-77D9-A4A4-4B29-37CB37773B18}"/>
              </a:ext>
            </a:extLst>
          </p:cNvPr>
          <p:cNvSpPr/>
          <p:nvPr/>
        </p:nvSpPr>
        <p:spPr>
          <a:xfrm>
            <a:off x="640369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84" name="椭圆 183">
            <a:extLst>
              <a:ext uri="{FF2B5EF4-FFF2-40B4-BE49-F238E27FC236}">
                <a16:creationId xmlns:a16="http://schemas.microsoft.com/office/drawing/2014/main" id="{F84C1EC4-AB01-4FAC-8BBB-2B493BF10A2B}"/>
              </a:ext>
            </a:extLst>
          </p:cNvPr>
          <p:cNvSpPr/>
          <p:nvPr/>
        </p:nvSpPr>
        <p:spPr>
          <a:xfrm>
            <a:off x="4392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185" name="直接箭头连接符 184">
            <a:extLst>
              <a:ext uri="{FF2B5EF4-FFF2-40B4-BE49-F238E27FC236}">
                <a16:creationId xmlns:a16="http://schemas.microsoft.com/office/drawing/2014/main" id="{86912F6A-583A-1D4C-5E59-0A058F1D2578}"/>
              </a:ext>
            </a:extLst>
          </p:cNvPr>
          <p:cNvCxnSpPr>
            <a:cxnSpLocks/>
            <a:stCxn id="181" idx="6"/>
            <a:endCxn id="182" idx="2"/>
          </p:cNvCxnSpPr>
          <p:nvPr/>
        </p:nvCxnSpPr>
        <p:spPr>
          <a:xfrm>
            <a:off x="5161366" y="5326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6" name="直接箭头连接符 185">
            <a:extLst>
              <a:ext uri="{FF2B5EF4-FFF2-40B4-BE49-F238E27FC236}">
                <a16:creationId xmlns:a16="http://schemas.microsoft.com/office/drawing/2014/main" id="{CD0CA072-CEAB-48F8-397C-B812D966009F}"/>
              </a:ext>
            </a:extLst>
          </p:cNvPr>
          <p:cNvCxnSpPr>
            <a:cxnSpLocks/>
            <a:stCxn id="182" idx="6"/>
            <a:endCxn id="189" idx="2"/>
          </p:cNvCxnSpPr>
          <p:nvPr/>
        </p:nvCxnSpPr>
        <p:spPr>
          <a:xfrm>
            <a:off x="6168545" y="5326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7" name="直接箭头连接符 186">
            <a:extLst>
              <a:ext uri="{FF2B5EF4-FFF2-40B4-BE49-F238E27FC236}">
                <a16:creationId xmlns:a16="http://schemas.microsoft.com/office/drawing/2014/main" id="{2796958D-0213-6026-F98F-491BE505AAFF}"/>
              </a:ext>
            </a:extLst>
          </p:cNvPr>
          <p:cNvCxnSpPr>
            <a:cxnSpLocks/>
            <a:stCxn id="189" idx="4"/>
            <a:endCxn id="183" idx="0"/>
          </p:cNvCxnSpPr>
          <p:nvPr/>
        </p:nvCxnSpPr>
        <p:spPr>
          <a:xfrm>
            <a:off x="678837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8" name="直接箭头连接符 187">
            <a:extLst>
              <a:ext uri="{FF2B5EF4-FFF2-40B4-BE49-F238E27FC236}">
                <a16:creationId xmlns:a16="http://schemas.microsoft.com/office/drawing/2014/main" id="{19EA20D5-9194-EB24-DFA1-0D4B9AFB1D5C}"/>
              </a:ext>
            </a:extLst>
          </p:cNvPr>
          <p:cNvCxnSpPr>
            <a:cxnSpLocks/>
            <a:stCxn id="184" idx="0"/>
            <a:endCxn id="181" idx="4"/>
          </p:cNvCxnSpPr>
          <p:nvPr/>
        </p:nvCxnSpPr>
        <p:spPr>
          <a:xfrm flipV="1">
            <a:off x="4776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9" name="椭圆 188">
            <a:extLst>
              <a:ext uri="{FF2B5EF4-FFF2-40B4-BE49-F238E27FC236}">
                <a16:creationId xmlns:a16="http://schemas.microsoft.com/office/drawing/2014/main" id="{F0F929CD-A0F5-FC66-01BB-91EA714C6080}"/>
              </a:ext>
            </a:extLst>
          </p:cNvPr>
          <p:cNvSpPr/>
          <p:nvPr/>
        </p:nvSpPr>
        <p:spPr>
          <a:xfrm>
            <a:off x="640369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90" name="椭圆 189">
            <a:extLst>
              <a:ext uri="{FF2B5EF4-FFF2-40B4-BE49-F238E27FC236}">
                <a16:creationId xmlns:a16="http://schemas.microsoft.com/office/drawing/2014/main" id="{6264B9CB-030A-037B-E7F0-EE0CF251F584}"/>
              </a:ext>
            </a:extLst>
          </p:cNvPr>
          <p:cNvSpPr/>
          <p:nvPr/>
        </p:nvSpPr>
        <p:spPr>
          <a:xfrm>
            <a:off x="640369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91" name="椭圆 190">
            <a:extLst>
              <a:ext uri="{FF2B5EF4-FFF2-40B4-BE49-F238E27FC236}">
                <a16:creationId xmlns:a16="http://schemas.microsoft.com/office/drawing/2014/main" id="{715F1E7E-6F95-AE9A-90BD-E050C87F1F97}"/>
              </a:ext>
            </a:extLst>
          </p:cNvPr>
          <p:cNvSpPr/>
          <p:nvPr/>
        </p:nvSpPr>
        <p:spPr>
          <a:xfrm>
            <a:off x="539917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92" name="椭圆 191">
            <a:extLst>
              <a:ext uri="{FF2B5EF4-FFF2-40B4-BE49-F238E27FC236}">
                <a16:creationId xmlns:a16="http://schemas.microsoft.com/office/drawing/2014/main" id="{05099BA9-C26A-AF4A-DC5C-5328AE0D9C0D}"/>
              </a:ext>
            </a:extLst>
          </p:cNvPr>
          <p:cNvSpPr/>
          <p:nvPr/>
        </p:nvSpPr>
        <p:spPr>
          <a:xfrm>
            <a:off x="4392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193" name="直接箭头连接符 192">
            <a:extLst>
              <a:ext uri="{FF2B5EF4-FFF2-40B4-BE49-F238E27FC236}">
                <a16:creationId xmlns:a16="http://schemas.microsoft.com/office/drawing/2014/main" id="{86449273-631D-F8D9-6FCC-F0128212B9B6}"/>
              </a:ext>
            </a:extLst>
          </p:cNvPr>
          <p:cNvCxnSpPr>
            <a:cxnSpLocks/>
            <a:stCxn id="183" idx="4"/>
            <a:endCxn id="190" idx="0"/>
          </p:cNvCxnSpPr>
          <p:nvPr/>
        </p:nvCxnSpPr>
        <p:spPr>
          <a:xfrm>
            <a:off x="678837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16D25355-5A21-CDD4-AF9C-4194F35DA9F6}"/>
              </a:ext>
            </a:extLst>
          </p:cNvPr>
          <p:cNvCxnSpPr>
            <a:cxnSpLocks/>
            <a:stCxn id="190" idx="2"/>
            <a:endCxn id="191" idx="6"/>
          </p:cNvCxnSpPr>
          <p:nvPr/>
        </p:nvCxnSpPr>
        <p:spPr>
          <a:xfrm flipH="1">
            <a:off x="6168545" y="6460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5" name="直接箭头连接符 194">
            <a:extLst>
              <a:ext uri="{FF2B5EF4-FFF2-40B4-BE49-F238E27FC236}">
                <a16:creationId xmlns:a16="http://schemas.microsoft.com/office/drawing/2014/main" id="{14A03F61-B9C7-7C47-815C-5F4FFEF9515D}"/>
              </a:ext>
            </a:extLst>
          </p:cNvPr>
          <p:cNvCxnSpPr>
            <a:cxnSpLocks/>
            <a:stCxn id="191" idx="2"/>
            <a:endCxn id="192" idx="6"/>
          </p:cNvCxnSpPr>
          <p:nvPr/>
        </p:nvCxnSpPr>
        <p:spPr>
          <a:xfrm flipH="1">
            <a:off x="5161366" y="6460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E4B9C1A2-5719-5E87-E8DA-5C2302362009}"/>
              </a:ext>
            </a:extLst>
          </p:cNvPr>
          <p:cNvCxnSpPr>
            <a:cxnSpLocks/>
            <a:stCxn id="192" idx="0"/>
            <a:endCxn id="184" idx="4"/>
          </p:cNvCxnSpPr>
          <p:nvPr/>
        </p:nvCxnSpPr>
        <p:spPr>
          <a:xfrm flipV="1">
            <a:off x="4776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7" name="文本框 196">
            <a:extLst>
              <a:ext uri="{FF2B5EF4-FFF2-40B4-BE49-F238E27FC236}">
                <a16:creationId xmlns:a16="http://schemas.microsoft.com/office/drawing/2014/main" id="{7A4F18F1-0B64-88B6-8569-8EAA41314592}"/>
              </a:ext>
            </a:extLst>
          </p:cNvPr>
          <p:cNvSpPr txBox="1"/>
          <p:nvPr/>
        </p:nvSpPr>
        <p:spPr>
          <a:xfrm>
            <a:off x="5252511" y="5760000"/>
            <a:ext cx="1062702" cy="338554"/>
          </a:xfrm>
          <a:prstGeom prst="rect">
            <a:avLst/>
          </a:prstGeom>
          <a:noFill/>
        </p:spPr>
        <p:txBody>
          <a:bodyPr wrap="square">
            <a:spAutoFit/>
          </a:bodyPr>
          <a:lstStyle/>
          <a:p>
            <a:pPr algn="ctr"/>
            <a:r>
              <a:rPr kumimoji="1" lang="zh-CN" altLang="en-US" sz="1600" b="0" dirty="0">
                <a:latin typeface="Microsoft YaHei" panose="020B0503020204020204" pitchFamily="34" charset="-122"/>
                <a:ea typeface="Microsoft YaHei" panose="020B0503020204020204" pitchFamily="34" charset="-122"/>
              </a:rPr>
              <a:t>无效循环</a:t>
            </a:r>
            <a:endParaRPr lang="zh-CN" altLang="en-US" sz="1600" dirty="0"/>
          </a:p>
        </p:txBody>
      </p:sp>
    </p:spTree>
    <p:extLst>
      <p:ext uri="{BB962C8B-B14F-4D97-AF65-F5344CB8AC3E}">
        <p14:creationId xmlns:p14="http://schemas.microsoft.com/office/powerpoint/2010/main" val="506153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E8246-DAEC-4C48-4BA8-07A68898D85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C54A15E-0268-6F2B-8FEE-21896196E4D8}"/>
              </a:ext>
            </a:extLst>
          </p:cNvPr>
          <p:cNvSpPr txBox="1"/>
          <p:nvPr/>
        </p:nvSpPr>
        <p:spPr>
          <a:xfrm>
            <a:off x="360000" y="828000"/>
            <a:ext cx="535564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扭环形计数器的自校正设计</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12" name="组合 111">
            <a:extLst>
              <a:ext uri="{FF2B5EF4-FFF2-40B4-BE49-F238E27FC236}">
                <a16:creationId xmlns:a16="http://schemas.microsoft.com/office/drawing/2014/main" id="{ACF2B1DD-5239-4841-03AE-EF99B4537D6C}"/>
              </a:ext>
            </a:extLst>
          </p:cNvPr>
          <p:cNvGrpSpPr/>
          <p:nvPr/>
        </p:nvGrpSpPr>
        <p:grpSpPr>
          <a:xfrm>
            <a:off x="11449269" y="6198682"/>
            <a:ext cx="786273" cy="548639"/>
            <a:chOff x="11454918" y="5839511"/>
            <a:chExt cx="786273" cy="548639"/>
          </a:xfrm>
        </p:grpSpPr>
        <p:grpSp>
          <p:nvGrpSpPr>
            <p:cNvPr id="113" name="组合 112">
              <a:extLst>
                <a:ext uri="{FF2B5EF4-FFF2-40B4-BE49-F238E27FC236}">
                  <a16:creationId xmlns:a16="http://schemas.microsoft.com/office/drawing/2014/main" id="{E73D6727-9407-BE93-520E-91B90EF6E847}"/>
                </a:ext>
              </a:extLst>
            </p:cNvPr>
            <p:cNvGrpSpPr/>
            <p:nvPr/>
          </p:nvGrpSpPr>
          <p:grpSpPr>
            <a:xfrm>
              <a:off x="11454918" y="5867450"/>
              <a:ext cx="737081" cy="520700"/>
              <a:chOff x="11454918" y="5867450"/>
              <a:chExt cx="737081" cy="520700"/>
            </a:xfrm>
          </p:grpSpPr>
          <p:sp>
            <p:nvSpPr>
              <p:cNvPr id="115" name="箭头: 五边形 114">
                <a:extLst>
                  <a:ext uri="{FF2B5EF4-FFF2-40B4-BE49-F238E27FC236}">
                    <a16:creationId xmlns:a16="http://schemas.microsoft.com/office/drawing/2014/main" id="{934A2F07-E42B-440E-BF36-D8ACA8AC100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箭头: V 形 115">
                <a:extLst>
                  <a:ext uri="{FF2B5EF4-FFF2-40B4-BE49-F238E27FC236}">
                    <a16:creationId xmlns:a16="http://schemas.microsoft.com/office/drawing/2014/main" id="{D9047052-C076-7C8B-1E5D-A77751BDBE4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4" name="灯片编号占位符 3">
              <a:extLst>
                <a:ext uri="{FF2B5EF4-FFF2-40B4-BE49-F238E27FC236}">
                  <a16:creationId xmlns:a16="http://schemas.microsoft.com/office/drawing/2014/main" id="{93F97C25-DD87-356D-28FF-666F5ADEA8F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34</a:t>
              </a:fld>
              <a:endParaRPr lang="zh-CN" altLang="en-US" sz="3200" dirty="0">
                <a:solidFill>
                  <a:schemeClr val="bg1"/>
                </a:solidFill>
                <a:latin typeface="Candara"/>
                <a:ea typeface="微软雅黑"/>
              </a:endParaRPr>
            </a:p>
          </p:txBody>
        </p:sp>
      </p:grpSp>
      <p:graphicFrame>
        <p:nvGraphicFramePr>
          <p:cNvPr id="27" name="表格 26">
            <a:extLst>
              <a:ext uri="{FF2B5EF4-FFF2-40B4-BE49-F238E27FC236}">
                <a16:creationId xmlns:a16="http://schemas.microsoft.com/office/drawing/2014/main" id="{9251DC89-16B9-6CCE-5077-50CC3FA54DB6}"/>
              </a:ext>
            </a:extLst>
          </p:cNvPr>
          <p:cNvGraphicFramePr>
            <a:graphicFrameLocks noGrp="1"/>
          </p:cNvGraphicFramePr>
          <p:nvPr>
            <p:extLst>
              <p:ext uri="{D42A27DB-BD31-4B8C-83A1-F6EECF244321}">
                <p14:modId xmlns:p14="http://schemas.microsoft.com/office/powerpoint/2010/main" val="3251424130"/>
              </p:ext>
            </p:extLst>
          </p:nvPr>
        </p:nvGraphicFramePr>
        <p:xfrm>
          <a:off x="1045583" y="1942140"/>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28" name="直接连接符 27">
            <a:extLst>
              <a:ext uri="{FF2B5EF4-FFF2-40B4-BE49-F238E27FC236}">
                <a16:creationId xmlns:a16="http://schemas.microsoft.com/office/drawing/2014/main" id="{9FF98DAD-59CC-97A1-D350-23AA18DCA6C7}"/>
              </a:ext>
            </a:extLst>
          </p:cNvPr>
          <p:cNvCxnSpPr>
            <a:cxnSpLocks/>
          </p:cNvCxnSpPr>
          <p:nvPr/>
        </p:nvCxnSpPr>
        <p:spPr>
          <a:xfrm flipH="1" flipV="1">
            <a:off x="825258" y="1647781"/>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C531030-8D14-1FA1-A4E2-4860ECD67765}"/>
                  </a:ext>
                </a:extLst>
              </p:cNvPr>
              <p:cNvSpPr txBox="1"/>
              <p:nvPr/>
            </p:nvSpPr>
            <p:spPr>
              <a:xfrm>
                <a:off x="786864" y="143737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29" name="文本框 28">
                <a:extLst>
                  <a:ext uri="{FF2B5EF4-FFF2-40B4-BE49-F238E27FC236}">
                    <a16:creationId xmlns:a16="http://schemas.microsoft.com/office/drawing/2014/main" id="{0C531030-8D14-1FA1-A4E2-4860ECD67765}"/>
                  </a:ext>
                </a:extLst>
              </p:cNvPr>
              <p:cNvSpPr txBox="1">
                <a:spLocks noRot="1" noChangeAspect="1" noMove="1" noResize="1" noEditPoints="1" noAdjustHandles="1" noChangeArrowheads="1" noChangeShapeType="1" noTextEdit="1"/>
              </p:cNvSpPr>
              <p:nvPr/>
            </p:nvSpPr>
            <p:spPr>
              <a:xfrm>
                <a:off x="786864" y="1437375"/>
                <a:ext cx="638842" cy="369332"/>
              </a:xfrm>
              <a:prstGeom prst="rect">
                <a:avLst/>
              </a:prstGeom>
              <a:blipFill>
                <a:blip r:embed="rId3"/>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D7B280C9-9D5C-5D27-EA70-F4D4D0775B49}"/>
                  </a:ext>
                </a:extLst>
              </p:cNvPr>
              <p:cNvSpPr txBox="1"/>
              <p:nvPr/>
            </p:nvSpPr>
            <p:spPr>
              <a:xfrm>
                <a:off x="359458" y="1646546"/>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0" name="文本框 29">
                <a:extLst>
                  <a:ext uri="{FF2B5EF4-FFF2-40B4-BE49-F238E27FC236}">
                    <a16:creationId xmlns:a16="http://schemas.microsoft.com/office/drawing/2014/main" id="{D7B280C9-9D5C-5D27-EA70-F4D4D0775B49}"/>
                  </a:ext>
                </a:extLst>
              </p:cNvPr>
              <p:cNvSpPr txBox="1">
                <a:spLocks noRot="1" noChangeAspect="1" noMove="1" noResize="1" noEditPoints="1" noAdjustHandles="1" noChangeArrowheads="1" noChangeShapeType="1" noTextEdit="1"/>
              </p:cNvSpPr>
              <p:nvPr/>
            </p:nvSpPr>
            <p:spPr>
              <a:xfrm>
                <a:off x="359458" y="1646546"/>
                <a:ext cx="638842" cy="369332"/>
              </a:xfrm>
              <a:prstGeom prst="rect">
                <a:avLst/>
              </a:prstGeom>
              <a:blipFill>
                <a:blip r:embed="rId4"/>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721ADF3-43F3-284B-B7A9-EA5701918932}"/>
                  </a:ext>
                </a:extLst>
              </p:cNvPr>
              <p:cNvSpPr txBox="1"/>
              <p:nvPr/>
            </p:nvSpPr>
            <p:spPr>
              <a:xfrm>
                <a:off x="439286" y="1270083"/>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b="0" i="1" smtClean="0">
                              <a:solidFill>
                                <a:srgbClr val="0000FF"/>
                              </a:solidFill>
                              <a:latin typeface="Cambria Math" panose="02040503050406030204" pitchFamily="18" charset="0"/>
                            </a:rPr>
                            <m:t>0</m:t>
                          </m:r>
                        </m:sub>
                      </m:sSub>
                    </m:oMath>
                  </m:oMathPara>
                </a14:m>
                <a:endParaRPr lang="zh-CN" altLang="en-US" sz="2200" dirty="0">
                  <a:solidFill>
                    <a:srgbClr val="0000FF"/>
                  </a:solidFill>
                </a:endParaRPr>
              </a:p>
            </p:txBody>
          </p:sp>
        </mc:Choice>
        <mc:Fallback xmlns="">
          <p:sp>
            <p:nvSpPr>
              <p:cNvPr id="31" name="文本框 30">
                <a:extLst>
                  <a:ext uri="{FF2B5EF4-FFF2-40B4-BE49-F238E27FC236}">
                    <a16:creationId xmlns:a16="http://schemas.microsoft.com/office/drawing/2014/main" id="{D721ADF3-43F3-284B-B7A9-EA5701918932}"/>
                  </a:ext>
                </a:extLst>
              </p:cNvPr>
              <p:cNvSpPr txBox="1">
                <a:spLocks noRot="1" noChangeAspect="1" noMove="1" noResize="1" noEditPoints="1" noAdjustHandles="1" noChangeArrowheads="1" noChangeShapeType="1" noTextEdit="1"/>
              </p:cNvSpPr>
              <p:nvPr/>
            </p:nvSpPr>
            <p:spPr>
              <a:xfrm>
                <a:off x="439286" y="1270083"/>
                <a:ext cx="413829" cy="430887"/>
              </a:xfrm>
              <a:prstGeom prst="rect">
                <a:avLst/>
              </a:prstGeom>
              <a:blipFill>
                <a:blip r:embed="rId5"/>
                <a:stretch>
                  <a:fillRect l="-1471" r="-10294"/>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25998C5F-99D9-A846-88AC-1E59B40C0B31}"/>
              </a:ext>
            </a:extLst>
          </p:cNvPr>
          <p:cNvSpPr txBox="1"/>
          <p:nvPr/>
        </p:nvSpPr>
        <p:spPr>
          <a:xfrm>
            <a:off x="1045584" y="172052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2575ABFB-960A-0C10-A4FD-A71A385AD0A7}"/>
              </a:ext>
            </a:extLst>
          </p:cNvPr>
          <p:cNvSpPr txBox="1"/>
          <p:nvPr/>
        </p:nvSpPr>
        <p:spPr>
          <a:xfrm>
            <a:off x="1420476" y="172052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361FF4A1-77CC-8C45-2D16-F5581FC99995}"/>
              </a:ext>
            </a:extLst>
          </p:cNvPr>
          <p:cNvSpPr txBox="1"/>
          <p:nvPr/>
        </p:nvSpPr>
        <p:spPr>
          <a:xfrm>
            <a:off x="1796332" y="17174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14F34BC6-94CA-D96E-5F27-532249C67FCC}"/>
              </a:ext>
            </a:extLst>
          </p:cNvPr>
          <p:cNvSpPr txBox="1"/>
          <p:nvPr/>
        </p:nvSpPr>
        <p:spPr>
          <a:xfrm>
            <a:off x="2171228" y="17235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05BB3796-BCA6-C42F-11B6-EBCB24C465B9}"/>
              </a:ext>
            </a:extLst>
          </p:cNvPr>
          <p:cNvSpPr txBox="1"/>
          <p:nvPr/>
        </p:nvSpPr>
        <p:spPr>
          <a:xfrm>
            <a:off x="745861" y="195829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EC3AA13C-7C56-6588-F08F-3D1638C04CD4}"/>
              </a:ext>
            </a:extLst>
          </p:cNvPr>
          <p:cNvSpPr txBox="1"/>
          <p:nvPr/>
        </p:nvSpPr>
        <p:spPr>
          <a:xfrm>
            <a:off x="745861" y="226103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A9B3E0FA-68A9-6CCA-FBF4-579D68B53764}"/>
              </a:ext>
            </a:extLst>
          </p:cNvPr>
          <p:cNvSpPr txBox="1"/>
          <p:nvPr/>
        </p:nvSpPr>
        <p:spPr>
          <a:xfrm>
            <a:off x="745861" y="25633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D2377C9A-37DD-AE07-2995-CDBDAD7EC526}"/>
              </a:ext>
            </a:extLst>
          </p:cNvPr>
          <p:cNvSpPr txBox="1"/>
          <p:nvPr/>
        </p:nvSpPr>
        <p:spPr>
          <a:xfrm>
            <a:off x="744617" y="28648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50" name="表格 49">
            <a:extLst>
              <a:ext uri="{FF2B5EF4-FFF2-40B4-BE49-F238E27FC236}">
                <a16:creationId xmlns:a16="http://schemas.microsoft.com/office/drawing/2014/main" id="{D57DBC2A-A5E2-2BCC-E1D7-37BCF8B7E7C9}"/>
              </a:ext>
            </a:extLst>
          </p:cNvPr>
          <p:cNvGraphicFramePr>
            <a:graphicFrameLocks noGrp="1"/>
          </p:cNvGraphicFramePr>
          <p:nvPr>
            <p:extLst>
              <p:ext uri="{D42A27DB-BD31-4B8C-83A1-F6EECF244321}">
                <p14:modId xmlns:p14="http://schemas.microsoft.com/office/powerpoint/2010/main" val="1186395229"/>
              </p:ext>
            </p:extLst>
          </p:nvPr>
        </p:nvGraphicFramePr>
        <p:xfrm>
          <a:off x="4465976" y="1931456"/>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51" name="直接连接符 50">
            <a:extLst>
              <a:ext uri="{FF2B5EF4-FFF2-40B4-BE49-F238E27FC236}">
                <a16:creationId xmlns:a16="http://schemas.microsoft.com/office/drawing/2014/main" id="{93E8CE1F-FF80-BB75-DE75-0FDE9E925486}"/>
              </a:ext>
            </a:extLst>
          </p:cNvPr>
          <p:cNvCxnSpPr>
            <a:cxnSpLocks/>
          </p:cNvCxnSpPr>
          <p:nvPr/>
        </p:nvCxnSpPr>
        <p:spPr>
          <a:xfrm flipH="1" flipV="1">
            <a:off x="4245651" y="1637097"/>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E4CAA6C3-990E-C9DD-1AE5-CA9FA1B0585A}"/>
                  </a:ext>
                </a:extLst>
              </p:cNvPr>
              <p:cNvSpPr txBox="1"/>
              <p:nvPr/>
            </p:nvSpPr>
            <p:spPr>
              <a:xfrm>
                <a:off x="4207257" y="1426691"/>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52" name="文本框 51">
                <a:extLst>
                  <a:ext uri="{FF2B5EF4-FFF2-40B4-BE49-F238E27FC236}">
                    <a16:creationId xmlns:a16="http://schemas.microsoft.com/office/drawing/2014/main" id="{E4CAA6C3-990E-C9DD-1AE5-CA9FA1B0585A}"/>
                  </a:ext>
                </a:extLst>
              </p:cNvPr>
              <p:cNvSpPr txBox="1">
                <a:spLocks noRot="1" noChangeAspect="1" noMove="1" noResize="1" noEditPoints="1" noAdjustHandles="1" noChangeArrowheads="1" noChangeShapeType="1" noTextEdit="1"/>
              </p:cNvSpPr>
              <p:nvPr/>
            </p:nvSpPr>
            <p:spPr>
              <a:xfrm>
                <a:off x="4207257" y="1426691"/>
                <a:ext cx="638842" cy="369332"/>
              </a:xfrm>
              <a:prstGeom prst="rect">
                <a:avLst/>
              </a:prstGeom>
              <a:blipFill>
                <a:blip r:embed="rId6"/>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A603E90E-6143-BB85-84AB-1BEB0AEA1895}"/>
                  </a:ext>
                </a:extLst>
              </p:cNvPr>
              <p:cNvSpPr txBox="1"/>
              <p:nvPr/>
            </p:nvSpPr>
            <p:spPr>
              <a:xfrm>
                <a:off x="3779851" y="1635862"/>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3" name="文本框 52">
                <a:extLst>
                  <a:ext uri="{FF2B5EF4-FFF2-40B4-BE49-F238E27FC236}">
                    <a16:creationId xmlns:a16="http://schemas.microsoft.com/office/drawing/2014/main" id="{A603E90E-6143-BB85-84AB-1BEB0AEA1895}"/>
                  </a:ext>
                </a:extLst>
              </p:cNvPr>
              <p:cNvSpPr txBox="1">
                <a:spLocks noRot="1" noChangeAspect="1" noMove="1" noResize="1" noEditPoints="1" noAdjustHandles="1" noChangeArrowheads="1" noChangeShapeType="1" noTextEdit="1"/>
              </p:cNvSpPr>
              <p:nvPr/>
            </p:nvSpPr>
            <p:spPr>
              <a:xfrm>
                <a:off x="3779851" y="1635862"/>
                <a:ext cx="638842" cy="369332"/>
              </a:xfrm>
              <a:prstGeom prst="rect">
                <a:avLst/>
              </a:prstGeom>
              <a:blipFill>
                <a:blip r:embed="rId7"/>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9032C76-1CAA-E325-21EA-51E5B84347D4}"/>
                  </a:ext>
                </a:extLst>
              </p:cNvPr>
              <p:cNvSpPr txBox="1"/>
              <p:nvPr/>
            </p:nvSpPr>
            <p:spPr>
              <a:xfrm>
                <a:off x="3859679" y="1259399"/>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1</m:t>
                          </m:r>
                        </m:sub>
                      </m:sSub>
                    </m:oMath>
                  </m:oMathPara>
                </a14:m>
                <a:endParaRPr lang="zh-CN" altLang="en-US" sz="2200" dirty="0">
                  <a:solidFill>
                    <a:srgbClr val="0000FF"/>
                  </a:solidFill>
                </a:endParaRPr>
              </a:p>
            </p:txBody>
          </p:sp>
        </mc:Choice>
        <mc:Fallback xmlns="">
          <p:sp>
            <p:nvSpPr>
              <p:cNvPr id="54" name="文本框 53">
                <a:extLst>
                  <a:ext uri="{FF2B5EF4-FFF2-40B4-BE49-F238E27FC236}">
                    <a16:creationId xmlns:a16="http://schemas.microsoft.com/office/drawing/2014/main" id="{E9032C76-1CAA-E325-21EA-51E5B84347D4}"/>
                  </a:ext>
                </a:extLst>
              </p:cNvPr>
              <p:cNvSpPr txBox="1">
                <a:spLocks noRot="1" noChangeAspect="1" noMove="1" noResize="1" noEditPoints="1" noAdjustHandles="1" noChangeArrowheads="1" noChangeShapeType="1" noTextEdit="1"/>
              </p:cNvSpPr>
              <p:nvPr/>
            </p:nvSpPr>
            <p:spPr>
              <a:xfrm>
                <a:off x="3859679" y="1259399"/>
                <a:ext cx="413829" cy="430887"/>
              </a:xfrm>
              <a:prstGeom prst="rect">
                <a:avLst/>
              </a:prstGeom>
              <a:blipFill>
                <a:blip r:embed="rId8"/>
                <a:stretch>
                  <a:fillRect l="-1471" r="-8824"/>
                </a:stretch>
              </a:blipFill>
            </p:spPr>
            <p:txBody>
              <a:bodyPr/>
              <a:lstStyle/>
              <a:p>
                <a:r>
                  <a:rPr lang="zh-CN" altLang="en-US">
                    <a:noFill/>
                  </a:rPr>
                  <a:t> </a:t>
                </a:r>
              </a:p>
            </p:txBody>
          </p:sp>
        </mc:Fallback>
      </mc:AlternateContent>
      <p:sp>
        <p:nvSpPr>
          <p:cNvPr id="55" name="文本框 54">
            <a:extLst>
              <a:ext uri="{FF2B5EF4-FFF2-40B4-BE49-F238E27FC236}">
                <a16:creationId xmlns:a16="http://schemas.microsoft.com/office/drawing/2014/main" id="{6EE85721-239F-B204-69A1-3898925361A8}"/>
              </a:ext>
            </a:extLst>
          </p:cNvPr>
          <p:cNvSpPr txBox="1"/>
          <p:nvPr/>
        </p:nvSpPr>
        <p:spPr>
          <a:xfrm>
            <a:off x="4465977" y="170984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B5D28FA1-82D7-AAB3-7A2F-1679656CE6F5}"/>
              </a:ext>
            </a:extLst>
          </p:cNvPr>
          <p:cNvSpPr txBox="1"/>
          <p:nvPr/>
        </p:nvSpPr>
        <p:spPr>
          <a:xfrm>
            <a:off x="4840869" y="170984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7" name="文本框 56">
            <a:extLst>
              <a:ext uri="{FF2B5EF4-FFF2-40B4-BE49-F238E27FC236}">
                <a16:creationId xmlns:a16="http://schemas.microsoft.com/office/drawing/2014/main" id="{6DFE6D86-1707-BD56-C07A-B621FEE74149}"/>
              </a:ext>
            </a:extLst>
          </p:cNvPr>
          <p:cNvSpPr txBox="1"/>
          <p:nvPr/>
        </p:nvSpPr>
        <p:spPr>
          <a:xfrm>
            <a:off x="5216725" y="17067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947A2219-ECB2-2166-BCAC-FC2F6AEC44DB}"/>
              </a:ext>
            </a:extLst>
          </p:cNvPr>
          <p:cNvSpPr txBox="1"/>
          <p:nvPr/>
        </p:nvSpPr>
        <p:spPr>
          <a:xfrm>
            <a:off x="5591621" y="171281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410782E4-98BB-BCEE-F5BB-BF93FD6E9A20}"/>
              </a:ext>
            </a:extLst>
          </p:cNvPr>
          <p:cNvSpPr txBox="1"/>
          <p:nvPr/>
        </p:nvSpPr>
        <p:spPr>
          <a:xfrm>
            <a:off x="4166254" y="194760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329410D0-E525-3819-76E3-A42A017807C9}"/>
              </a:ext>
            </a:extLst>
          </p:cNvPr>
          <p:cNvSpPr txBox="1"/>
          <p:nvPr/>
        </p:nvSpPr>
        <p:spPr>
          <a:xfrm>
            <a:off x="4166254" y="225034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5170C94A-3BA8-3AC9-2FF6-4CEC0E14772F}"/>
              </a:ext>
            </a:extLst>
          </p:cNvPr>
          <p:cNvSpPr txBox="1"/>
          <p:nvPr/>
        </p:nvSpPr>
        <p:spPr>
          <a:xfrm>
            <a:off x="4166254" y="25527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BA11DD72-818E-77E5-6C83-EA32089D9D9B}"/>
              </a:ext>
            </a:extLst>
          </p:cNvPr>
          <p:cNvSpPr txBox="1"/>
          <p:nvPr/>
        </p:nvSpPr>
        <p:spPr>
          <a:xfrm>
            <a:off x="4165010" y="285420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64" name="表格 63">
            <a:extLst>
              <a:ext uri="{FF2B5EF4-FFF2-40B4-BE49-F238E27FC236}">
                <a16:creationId xmlns:a16="http://schemas.microsoft.com/office/drawing/2014/main" id="{5D80D759-324B-9E17-6104-E62AB63C35C6}"/>
              </a:ext>
            </a:extLst>
          </p:cNvPr>
          <p:cNvGraphicFramePr>
            <a:graphicFrameLocks noGrp="1"/>
          </p:cNvGraphicFramePr>
          <p:nvPr>
            <p:extLst>
              <p:ext uri="{D42A27DB-BD31-4B8C-83A1-F6EECF244321}">
                <p14:modId xmlns:p14="http://schemas.microsoft.com/office/powerpoint/2010/main" val="1363018714"/>
              </p:ext>
            </p:extLst>
          </p:nvPr>
        </p:nvGraphicFramePr>
        <p:xfrm>
          <a:off x="1045583" y="3740383"/>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65" name="直接连接符 64">
            <a:extLst>
              <a:ext uri="{FF2B5EF4-FFF2-40B4-BE49-F238E27FC236}">
                <a16:creationId xmlns:a16="http://schemas.microsoft.com/office/drawing/2014/main" id="{9DE92FAD-487A-F746-E78C-D0CA9B4707B6}"/>
              </a:ext>
            </a:extLst>
          </p:cNvPr>
          <p:cNvCxnSpPr>
            <a:cxnSpLocks/>
          </p:cNvCxnSpPr>
          <p:nvPr/>
        </p:nvCxnSpPr>
        <p:spPr>
          <a:xfrm flipH="1" flipV="1">
            <a:off x="825258" y="3446024"/>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32325B1C-D748-0A20-F0E3-3CC9A9556776}"/>
                  </a:ext>
                </a:extLst>
              </p:cNvPr>
              <p:cNvSpPr txBox="1"/>
              <p:nvPr/>
            </p:nvSpPr>
            <p:spPr>
              <a:xfrm>
                <a:off x="786864" y="3235618"/>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66" name="文本框 65">
                <a:extLst>
                  <a:ext uri="{FF2B5EF4-FFF2-40B4-BE49-F238E27FC236}">
                    <a16:creationId xmlns:a16="http://schemas.microsoft.com/office/drawing/2014/main" id="{32325B1C-D748-0A20-F0E3-3CC9A9556776}"/>
                  </a:ext>
                </a:extLst>
              </p:cNvPr>
              <p:cNvSpPr txBox="1">
                <a:spLocks noRot="1" noChangeAspect="1" noMove="1" noResize="1" noEditPoints="1" noAdjustHandles="1" noChangeArrowheads="1" noChangeShapeType="1" noTextEdit="1"/>
              </p:cNvSpPr>
              <p:nvPr/>
            </p:nvSpPr>
            <p:spPr>
              <a:xfrm>
                <a:off x="786864" y="3235618"/>
                <a:ext cx="638842" cy="369332"/>
              </a:xfrm>
              <a:prstGeom prst="rect">
                <a:avLst/>
              </a:prstGeom>
              <a:blipFill>
                <a:blip r:embed="rId9"/>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E6DDC185-AED8-5361-CC3F-8D4F60F95B25}"/>
                  </a:ext>
                </a:extLst>
              </p:cNvPr>
              <p:cNvSpPr txBox="1"/>
              <p:nvPr/>
            </p:nvSpPr>
            <p:spPr>
              <a:xfrm>
                <a:off x="359458" y="3444789"/>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67" name="文本框 66">
                <a:extLst>
                  <a:ext uri="{FF2B5EF4-FFF2-40B4-BE49-F238E27FC236}">
                    <a16:creationId xmlns:a16="http://schemas.microsoft.com/office/drawing/2014/main" id="{E6DDC185-AED8-5361-CC3F-8D4F60F95B25}"/>
                  </a:ext>
                </a:extLst>
              </p:cNvPr>
              <p:cNvSpPr txBox="1">
                <a:spLocks noRot="1" noChangeAspect="1" noMove="1" noResize="1" noEditPoints="1" noAdjustHandles="1" noChangeArrowheads="1" noChangeShapeType="1" noTextEdit="1"/>
              </p:cNvSpPr>
              <p:nvPr/>
            </p:nvSpPr>
            <p:spPr>
              <a:xfrm>
                <a:off x="359458" y="3444789"/>
                <a:ext cx="638842" cy="369332"/>
              </a:xfrm>
              <a:prstGeom prst="rect">
                <a:avLst/>
              </a:prstGeom>
              <a:blipFill>
                <a:blip r:embed="rId10"/>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E66F4FCA-5FA6-F6B4-265E-64D8FED13B32}"/>
                  </a:ext>
                </a:extLst>
              </p:cNvPr>
              <p:cNvSpPr txBox="1"/>
              <p:nvPr/>
            </p:nvSpPr>
            <p:spPr>
              <a:xfrm>
                <a:off x="439286" y="3068326"/>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2</m:t>
                          </m:r>
                        </m:sub>
                      </m:sSub>
                    </m:oMath>
                  </m:oMathPara>
                </a14:m>
                <a:endParaRPr lang="zh-CN" altLang="en-US" sz="2200" dirty="0">
                  <a:solidFill>
                    <a:srgbClr val="0000FF"/>
                  </a:solidFill>
                </a:endParaRPr>
              </a:p>
            </p:txBody>
          </p:sp>
        </mc:Choice>
        <mc:Fallback xmlns="">
          <p:sp>
            <p:nvSpPr>
              <p:cNvPr id="68" name="文本框 67">
                <a:extLst>
                  <a:ext uri="{FF2B5EF4-FFF2-40B4-BE49-F238E27FC236}">
                    <a16:creationId xmlns:a16="http://schemas.microsoft.com/office/drawing/2014/main" id="{E66F4FCA-5FA6-F6B4-265E-64D8FED13B32}"/>
                  </a:ext>
                </a:extLst>
              </p:cNvPr>
              <p:cNvSpPr txBox="1">
                <a:spLocks noRot="1" noChangeAspect="1" noMove="1" noResize="1" noEditPoints="1" noAdjustHandles="1" noChangeArrowheads="1" noChangeShapeType="1" noTextEdit="1"/>
              </p:cNvSpPr>
              <p:nvPr/>
            </p:nvSpPr>
            <p:spPr>
              <a:xfrm>
                <a:off x="439286" y="3068326"/>
                <a:ext cx="413829" cy="430887"/>
              </a:xfrm>
              <a:prstGeom prst="rect">
                <a:avLst/>
              </a:prstGeom>
              <a:blipFill>
                <a:blip r:embed="rId11"/>
                <a:stretch>
                  <a:fillRect l="-1471" r="-10294"/>
                </a:stretch>
              </a:blipFill>
            </p:spPr>
            <p:txBody>
              <a:bodyPr/>
              <a:lstStyle/>
              <a:p>
                <a:r>
                  <a:rPr lang="zh-CN" altLang="en-US">
                    <a:noFill/>
                  </a:rPr>
                  <a:t> </a:t>
                </a:r>
              </a:p>
            </p:txBody>
          </p:sp>
        </mc:Fallback>
      </mc:AlternateContent>
      <p:sp>
        <p:nvSpPr>
          <p:cNvPr id="69" name="文本框 68">
            <a:extLst>
              <a:ext uri="{FF2B5EF4-FFF2-40B4-BE49-F238E27FC236}">
                <a16:creationId xmlns:a16="http://schemas.microsoft.com/office/drawing/2014/main" id="{9B731DD1-FD40-854E-A024-48B34E4D9C2B}"/>
              </a:ext>
            </a:extLst>
          </p:cNvPr>
          <p:cNvSpPr txBox="1"/>
          <p:nvPr/>
        </p:nvSpPr>
        <p:spPr>
          <a:xfrm>
            <a:off x="1045584" y="35187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0" name="文本框 69">
            <a:extLst>
              <a:ext uri="{FF2B5EF4-FFF2-40B4-BE49-F238E27FC236}">
                <a16:creationId xmlns:a16="http://schemas.microsoft.com/office/drawing/2014/main" id="{9306EE30-9BAA-719E-6E0C-255E771AE9CE}"/>
              </a:ext>
            </a:extLst>
          </p:cNvPr>
          <p:cNvSpPr txBox="1"/>
          <p:nvPr/>
        </p:nvSpPr>
        <p:spPr>
          <a:xfrm>
            <a:off x="1420476" y="351877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1" name="文本框 70">
            <a:extLst>
              <a:ext uri="{FF2B5EF4-FFF2-40B4-BE49-F238E27FC236}">
                <a16:creationId xmlns:a16="http://schemas.microsoft.com/office/drawing/2014/main" id="{3140CF96-A810-6CDE-BDFF-4E50C1FEB9EE}"/>
              </a:ext>
            </a:extLst>
          </p:cNvPr>
          <p:cNvSpPr txBox="1"/>
          <p:nvPr/>
        </p:nvSpPr>
        <p:spPr>
          <a:xfrm>
            <a:off x="1796332" y="351571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FE358B62-85B9-457A-FFA4-10E526D26F66}"/>
              </a:ext>
            </a:extLst>
          </p:cNvPr>
          <p:cNvSpPr txBox="1"/>
          <p:nvPr/>
        </p:nvSpPr>
        <p:spPr>
          <a:xfrm>
            <a:off x="2171228" y="35217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0DEDAC37-F5C6-3148-E60E-4F316A1AAB7D}"/>
              </a:ext>
            </a:extLst>
          </p:cNvPr>
          <p:cNvSpPr txBox="1"/>
          <p:nvPr/>
        </p:nvSpPr>
        <p:spPr>
          <a:xfrm>
            <a:off x="745861" y="375653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4" name="文本框 73">
            <a:extLst>
              <a:ext uri="{FF2B5EF4-FFF2-40B4-BE49-F238E27FC236}">
                <a16:creationId xmlns:a16="http://schemas.microsoft.com/office/drawing/2014/main" id="{8473FCA7-91C5-45CC-904C-D9F205B8D320}"/>
              </a:ext>
            </a:extLst>
          </p:cNvPr>
          <p:cNvSpPr txBox="1"/>
          <p:nvPr/>
        </p:nvSpPr>
        <p:spPr>
          <a:xfrm>
            <a:off x="745861" y="405927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D7779435-617A-9BC5-B976-07F35D4481BB}"/>
              </a:ext>
            </a:extLst>
          </p:cNvPr>
          <p:cNvSpPr txBox="1"/>
          <p:nvPr/>
        </p:nvSpPr>
        <p:spPr>
          <a:xfrm>
            <a:off x="745861" y="436162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5030177A-D57F-6E59-D655-A7F19BCCB3AA}"/>
              </a:ext>
            </a:extLst>
          </p:cNvPr>
          <p:cNvSpPr txBox="1"/>
          <p:nvPr/>
        </p:nvSpPr>
        <p:spPr>
          <a:xfrm>
            <a:off x="744617" y="466313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77" name="表格 76">
            <a:extLst>
              <a:ext uri="{FF2B5EF4-FFF2-40B4-BE49-F238E27FC236}">
                <a16:creationId xmlns:a16="http://schemas.microsoft.com/office/drawing/2014/main" id="{C851FA18-61FF-6C18-B2B2-A6DC237CD646}"/>
              </a:ext>
            </a:extLst>
          </p:cNvPr>
          <p:cNvGraphicFramePr>
            <a:graphicFrameLocks noGrp="1"/>
          </p:cNvGraphicFramePr>
          <p:nvPr>
            <p:extLst>
              <p:ext uri="{D42A27DB-BD31-4B8C-83A1-F6EECF244321}">
                <p14:modId xmlns:p14="http://schemas.microsoft.com/office/powerpoint/2010/main" val="1542177446"/>
              </p:ext>
            </p:extLst>
          </p:nvPr>
        </p:nvGraphicFramePr>
        <p:xfrm>
          <a:off x="4465976" y="3729699"/>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78" name="直接连接符 77">
            <a:extLst>
              <a:ext uri="{FF2B5EF4-FFF2-40B4-BE49-F238E27FC236}">
                <a16:creationId xmlns:a16="http://schemas.microsoft.com/office/drawing/2014/main" id="{FAFB41CD-8874-B309-31D0-32671A1D5F01}"/>
              </a:ext>
            </a:extLst>
          </p:cNvPr>
          <p:cNvCxnSpPr>
            <a:cxnSpLocks/>
          </p:cNvCxnSpPr>
          <p:nvPr/>
        </p:nvCxnSpPr>
        <p:spPr>
          <a:xfrm flipH="1" flipV="1">
            <a:off x="4245651" y="3435340"/>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5BAEC931-8351-47B8-2270-692AD416962D}"/>
                  </a:ext>
                </a:extLst>
              </p:cNvPr>
              <p:cNvSpPr txBox="1"/>
              <p:nvPr/>
            </p:nvSpPr>
            <p:spPr>
              <a:xfrm>
                <a:off x="4207257" y="3224934"/>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79" name="文本框 78">
                <a:extLst>
                  <a:ext uri="{FF2B5EF4-FFF2-40B4-BE49-F238E27FC236}">
                    <a16:creationId xmlns:a16="http://schemas.microsoft.com/office/drawing/2014/main" id="{5BAEC931-8351-47B8-2270-692AD416962D}"/>
                  </a:ext>
                </a:extLst>
              </p:cNvPr>
              <p:cNvSpPr txBox="1">
                <a:spLocks noRot="1" noChangeAspect="1" noMove="1" noResize="1" noEditPoints="1" noAdjustHandles="1" noChangeArrowheads="1" noChangeShapeType="1" noTextEdit="1"/>
              </p:cNvSpPr>
              <p:nvPr/>
            </p:nvSpPr>
            <p:spPr>
              <a:xfrm>
                <a:off x="4207257" y="3224934"/>
                <a:ext cx="638842" cy="369332"/>
              </a:xfrm>
              <a:prstGeom prst="rect">
                <a:avLst/>
              </a:prstGeom>
              <a:blipFill>
                <a:blip r:embed="rId12"/>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6F45D723-B785-A87A-9D40-113A4FBEB85E}"/>
                  </a:ext>
                </a:extLst>
              </p:cNvPr>
              <p:cNvSpPr txBox="1"/>
              <p:nvPr/>
            </p:nvSpPr>
            <p:spPr>
              <a:xfrm>
                <a:off x="3779851" y="343410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80" name="文本框 79">
                <a:extLst>
                  <a:ext uri="{FF2B5EF4-FFF2-40B4-BE49-F238E27FC236}">
                    <a16:creationId xmlns:a16="http://schemas.microsoft.com/office/drawing/2014/main" id="{6F45D723-B785-A87A-9D40-113A4FBEB85E}"/>
                  </a:ext>
                </a:extLst>
              </p:cNvPr>
              <p:cNvSpPr txBox="1">
                <a:spLocks noRot="1" noChangeAspect="1" noMove="1" noResize="1" noEditPoints="1" noAdjustHandles="1" noChangeArrowheads="1" noChangeShapeType="1" noTextEdit="1"/>
              </p:cNvSpPr>
              <p:nvPr/>
            </p:nvSpPr>
            <p:spPr>
              <a:xfrm>
                <a:off x="3779851" y="3434105"/>
                <a:ext cx="638842" cy="369332"/>
              </a:xfrm>
              <a:prstGeom prst="rect">
                <a:avLst/>
              </a:prstGeom>
              <a:blipFill>
                <a:blip r:embed="rId13"/>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17C2BEF6-C122-5425-A691-541A324B1D4C}"/>
                  </a:ext>
                </a:extLst>
              </p:cNvPr>
              <p:cNvSpPr txBox="1"/>
              <p:nvPr/>
            </p:nvSpPr>
            <p:spPr>
              <a:xfrm>
                <a:off x="3859679" y="3057642"/>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3</m:t>
                          </m:r>
                        </m:sub>
                      </m:sSub>
                    </m:oMath>
                  </m:oMathPara>
                </a14:m>
                <a:endParaRPr lang="zh-CN" altLang="en-US" sz="2200" dirty="0">
                  <a:solidFill>
                    <a:srgbClr val="0000FF"/>
                  </a:solidFill>
                </a:endParaRPr>
              </a:p>
            </p:txBody>
          </p:sp>
        </mc:Choice>
        <mc:Fallback xmlns="">
          <p:sp>
            <p:nvSpPr>
              <p:cNvPr id="81" name="文本框 80">
                <a:extLst>
                  <a:ext uri="{FF2B5EF4-FFF2-40B4-BE49-F238E27FC236}">
                    <a16:creationId xmlns:a16="http://schemas.microsoft.com/office/drawing/2014/main" id="{17C2BEF6-C122-5425-A691-541A324B1D4C}"/>
                  </a:ext>
                </a:extLst>
              </p:cNvPr>
              <p:cNvSpPr txBox="1">
                <a:spLocks noRot="1" noChangeAspect="1" noMove="1" noResize="1" noEditPoints="1" noAdjustHandles="1" noChangeArrowheads="1" noChangeShapeType="1" noTextEdit="1"/>
              </p:cNvSpPr>
              <p:nvPr/>
            </p:nvSpPr>
            <p:spPr>
              <a:xfrm>
                <a:off x="3859679" y="3057642"/>
                <a:ext cx="413829" cy="430887"/>
              </a:xfrm>
              <a:prstGeom prst="rect">
                <a:avLst/>
              </a:prstGeom>
              <a:blipFill>
                <a:blip r:embed="rId14"/>
                <a:stretch>
                  <a:fillRect l="-1471" r="-10294"/>
                </a:stretch>
              </a:blipFill>
            </p:spPr>
            <p:txBody>
              <a:bodyPr/>
              <a:lstStyle/>
              <a:p>
                <a:r>
                  <a:rPr lang="zh-CN" altLang="en-US">
                    <a:noFill/>
                  </a:rPr>
                  <a:t> </a:t>
                </a:r>
              </a:p>
            </p:txBody>
          </p:sp>
        </mc:Fallback>
      </mc:AlternateContent>
      <p:sp>
        <p:nvSpPr>
          <p:cNvPr id="82" name="文本框 81">
            <a:extLst>
              <a:ext uri="{FF2B5EF4-FFF2-40B4-BE49-F238E27FC236}">
                <a16:creationId xmlns:a16="http://schemas.microsoft.com/office/drawing/2014/main" id="{9B207383-C489-A669-4E44-7452ACA80B83}"/>
              </a:ext>
            </a:extLst>
          </p:cNvPr>
          <p:cNvSpPr txBox="1"/>
          <p:nvPr/>
        </p:nvSpPr>
        <p:spPr>
          <a:xfrm>
            <a:off x="4465977" y="35080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83A92E30-1D75-3931-7FBF-33CB33C3F631}"/>
              </a:ext>
            </a:extLst>
          </p:cNvPr>
          <p:cNvSpPr txBox="1"/>
          <p:nvPr/>
        </p:nvSpPr>
        <p:spPr>
          <a:xfrm>
            <a:off x="4840869" y="35080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4" name="文本框 83">
            <a:extLst>
              <a:ext uri="{FF2B5EF4-FFF2-40B4-BE49-F238E27FC236}">
                <a16:creationId xmlns:a16="http://schemas.microsoft.com/office/drawing/2014/main" id="{B24FE627-E255-7D52-1209-D89D54541A1E}"/>
              </a:ext>
            </a:extLst>
          </p:cNvPr>
          <p:cNvSpPr txBox="1"/>
          <p:nvPr/>
        </p:nvSpPr>
        <p:spPr>
          <a:xfrm>
            <a:off x="5216725" y="350503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A90B52CE-4C1E-7F85-3672-47637682E234}"/>
              </a:ext>
            </a:extLst>
          </p:cNvPr>
          <p:cNvSpPr txBox="1"/>
          <p:nvPr/>
        </p:nvSpPr>
        <p:spPr>
          <a:xfrm>
            <a:off x="5591621" y="351106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6" name="文本框 85">
            <a:extLst>
              <a:ext uri="{FF2B5EF4-FFF2-40B4-BE49-F238E27FC236}">
                <a16:creationId xmlns:a16="http://schemas.microsoft.com/office/drawing/2014/main" id="{EB594E93-CF7D-FE50-7D9E-98AC32D7666D}"/>
              </a:ext>
            </a:extLst>
          </p:cNvPr>
          <p:cNvSpPr txBox="1"/>
          <p:nvPr/>
        </p:nvSpPr>
        <p:spPr>
          <a:xfrm>
            <a:off x="4166254" y="374585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E2D0C85B-ADA2-F75A-BFF1-F8B683F2C02B}"/>
              </a:ext>
            </a:extLst>
          </p:cNvPr>
          <p:cNvSpPr txBox="1"/>
          <p:nvPr/>
        </p:nvSpPr>
        <p:spPr>
          <a:xfrm>
            <a:off x="4166254" y="40485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AF7FBEE5-AB0B-7BAD-D874-82BBA68CE4AD}"/>
              </a:ext>
            </a:extLst>
          </p:cNvPr>
          <p:cNvSpPr txBox="1"/>
          <p:nvPr/>
        </p:nvSpPr>
        <p:spPr>
          <a:xfrm>
            <a:off x="4166254" y="43509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34804971-EECC-3AF6-B057-1C8293D60BE4}"/>
              </a:ext>
            </a:extLst>
          </p:cNvPr>
          <p:cNvSpPr txBox="1"/>
          <p:nvPr/>
        </p:nvSpPr>
        <p:spPr>
          <a:xfrm>
            <a:off x="4165010" y="465244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56ED8DD5-7DE5-C9FD-0AC2-22343A2BF97E}"/>
                  </a:ext>
                </a:extLst>
              </p:cNvPr>
              <p:cNvSpPr txBox="1"/>
              <p:nvPr/>
            </p:nvSpPr>
            <p:spPr>
              <a:xfrm>
                <a:off x="2557357" y="2345369"/>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solidFill>
                                <a:srgbClr val="0000FF"/>
                              </a:solidFill>
                              <a:latin typeface="Cambria Math" panose="02040503050406030204" pitchFamily="18" charset="0"/>
                            </a:rPr>
                          </m:ctrlPr>
                        </m:sSubPr>
                        <m:e>
                          <m:r>
                            <m:rPr>
                              <m:sty m:val="p"/>
                            </m:rPr>
                            <a:rPr lang="en-US" altLang="zh-CN" sz="2000" b="0" i="0">
                              <a:solidFill>
                                <a:srgbClr val="0000FF"/>
                              </a:solidFill>
                              <a:latin typeface="Cambria Math" panose="02040503050406030204" pitchFamily="18" charset="0"/>
                            </a:rPr>
                            <m:t>D</m:t>
                          </m:r>
                        </m:e>
                        <m:sub>
                          <m:r>
                            <a:rPr lang="en-US" altLang="zh-CN" sz="2000" b="0" i="0">
                              <a:solidFill>
                                <a:srgbClr val="0000FF"/>
                              </a:solidFill>
                              <a:latin typeface="Cambria Math" panose="02040503050406030204" pitchFamily="18" charset="0"/>
                            </a:rPr>
                            <m:t>0</m:t>
                          </m:r>
                        </m:sub>
                      </m:sSub>
                      <m:r>
                        <a:rPr lang="en-US" altLang="zh-CN" sz="2000" b="0" i="1" smtClean="0">
                          <a:solidFill>
                            <a:srgbClr val="0000FF"/>
                          </a:solidFill>
                          <a:latin typeface="Cambria Math" panose="02040503050406030204" pitchFamily="18" charset="0"/>
                        </a:rPr>
                        <m:t>=</m:t>
                      </m:r>
                      <m:acc>
                        <m:accPr>
                          <m:chr m:val="̅"/>
                          <m:ctrlPr>
                            <a:rPr lang="en-US" altLang="zh-CN" sz="2000" b="0" i="1" smtClean="0">
                              <a:solidFill>
                                <a:srgbClr val="0000FF"/>
                              </a:solidFill>
                              <a:latin typeface="Cambria Math" panose="02040503050406030204" pitchFamily="18" charset="0"/>
                            </a:rPr>
                          </m:ctrlPr>
                        </m:accPr>
                        <m:e>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3</m:t>
                              </m:r>
                            </m:sub>
                          </m:sSub>
                        </m:e>
                      </m:acc>
                    </m:oMath>
                  </m:oMathPara>
                </a14:m>
                <a:endParaRPr lang="en-US" altLang="zh-CN" sz="2000" dirty="0">
                  <a:solidFill>
                    <a:srgbClr val="0000FF"/>
                  </a:solidFill>
                </a:endParaRPr>
              </a:p>
            </p:txBody>
          </p:sp>
        </mc:Choice>
        <mc:Fallback xmlns="">
          <p:sp>
            <p:nvSpPr>
              <p:cNvPr id="90" name="文本框 89">
                <a:extLst>
                  <a:ext uri="{FF2B5EF4-FFF2-40B4-BE49-F238E27FC236}">
                    <a16:creationId xmlns:a16="http://schemas.microsoft.com/office/drawing/2014/main" id="{56ED8DD5-7DE5-C9FD-0AC2-22343A2BF97E}"/>
                  </a:ext>
                </a:extLst>
              </p:cNvPr>
              <p:cNvSpPr txBox="1">
                <a:spLocks noRot="1" noChangeAspect="1" noMove="1" noResize="1" noEditPoints="1" noAdjustHandles="1" noChangeArrowheads="1" noChangeShapeType="1" noTextEdit="1"/>
              </p:cNvSpPr>
              <p:nvPr/>
            </p:nvSpPr>
            <p:spPr>
              <a:xfrm>
                <a:off x="2557357" y="2345369"/>
                <a:ext cx="1131803" cy="400815"/>
              </a:xfrm>
              <a:prstGeom prst="rect">
                <a:avLst/>
              </a:prstGeom>
              <a:blipFill>
                <a:blip r:embed="rId1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D686E4C7-8208-7B11-D087-F48274958332}"/>
                  </a:ext>
                </a:extLst>
              </p:cNvPr>
              <p:cNvSpPr txBox="1"/>
              <p:nvPr/>
            </p:nvSpPr>
            <p:spPr>
              <a:xfrm>
                <a:off x="5977750" y="2344352"/>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a:solidFill>
                                <a:srgbClr val="0000FF"/>
                              </a:solidFill>
                              <a:latin typeface="Cambria Math" panose="02040503050406030204" pitchFamily="18" charset="0"/>
                            </a:rPr>
                            <m:t>1</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0</m:t>
                          </m:r>
                        </m:sub>
                      </m:sSub>
                    </m:oMath>
                  </m:oMathPara>
                </a14:m>
                <a:endParaRPr lang="en-US" altLang="zh-CN" sz="2000" dirty="0">
                  <a:solidFill>
                    <a:srgbClr val="0000FF"/>
                  </a:solidFill>
                </a:endParaRPr>
              </a:p>
            </p:txBody>
          </p:sp>
        </mc:Choice>
        <mc:Fallback xmlns="">
          <p:sp>
            <p:nvSpPr>
              <p:cNvPr id="91" name="文本框 90">
                <a:extLst>
                  <a:ext uri="{FF2B5EF4-FFF2-40B4-BE49-F238E27FC236}">
                    <a16:creationId xmlns:a16="http://schemas.microsoft.com/office/drawing/2014/main" id="{D686E4C7-8208-7B11-D087-F48274958332}"/>
                  </a:ext>
                </a:extLst>
              </p:cNvPr>
              <p:cNvSpPr txBox="1">
                <a:spLocks noRot="1" noChangeAspect="1" noMove="1" noResize="1" noEditPoints="1" noAdjustHandles="1" noChangeArrowheads="1" noChangeShapeType="1" noTextEdit="1"/>
              </p:cNvSpPr>
              <p:nvPr/>
            </p:nvSpPr>
            <p:spPr>
              <a:xfrm>
                <a:off x="5977750" y="2344352"/>
                <a:ext cx="1131803" cy="400815"/>
              </a:xfrm>
              <a:prstGeom prst="rect">
                <a:avLst/>
              </a:prstGeom>
              <a:blipFill>
                <a:blip r:embed="rId16"/>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52288F06-1249-2FB6-EF33-FB097D6E2CDD}"/>
                  </a:ext>
                </a:extLst>
              </p:cNvPr>
              <p:cNvSpPr txBox="1"/>
              <p:nvPr/>
            </p:nvSpPr>
            <p:spPr>
              <a:xfrm>
                <a:off x="2557356" y="4143893"/>
                <a:ext cx="113180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2</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1</m:t>
                          </m:r>
                        </m:sub>
                      </m:sSub>
                    </m:oMath>
                  </m:oMathPara>
                </a14:m>
                <a:endParaRPr lang="en-US" altLang="zh-CN" sz="2000" dirty="0">
                  <a:solidFill>
                    <a:srgbClr val="0000FF"/>
                  </a:solidFill>
                </a:endParaRPr>
              </a:p>
            </p:txBody>
          </p:sp>
        </mc:Choice>
        <mc:Fallback xmlns="">
          <p:sp>
            <p:nvSpPr>
              <p:cNvPr id="92" name="文本框 91">
                <a:extLst>
                  <a:ext uri="{FF2B5EF4-FFF2-40B4-BE49-F238E27FC236}">
                    <a16:creationId xmlns:a16="http://schemas.microsoft.com/office/drawing/2014/main" id="{52288F06-1249-2FB6-EF33-FB097D6E2CDD}"/>
                  </a:ext>
                </a:extLst>
              </p:cNvPr>
              <p:cNvSpPr txBox="1">
                <a:spLocks noRot="1" noChangeAspect="1" noMove="1" noResize="1" noEditPoints="1" noAdjustHandles="1" noChangeArrowheads="1" noChangeShapeType="1" noTextEdit="1"/>
              </p:cNvSpPr>
              <p:nvPr/>
            </p:nvSpPr>
            <p:spPr>
              <a:xfrm>
                <a:off x="2557356" y="4143893"/>
                <a:ext cx="1131803" cy="400110"/>
              </a:xfrm>
              <a:prstGeom prst="rect">
                <a:avLst/>
              </a:prstGeom>
              <a:blipFill>
                <a:blip r:embed="rId17"/>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D53CE853-B672-513C-503D-B102B731CC81}"/>
                  </a:ext>
                </a:extLst>
              </p:cNvPr>
              <p:cNvSpPr txBox="1"/>
              <p:nvPr/>
            </p:nvSpPr>
            <p:spPr>
              <a:xfrm>
                <a:off x="5977750" y="4143893"/>
                <a:ext cx="113180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3</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2</m:t>
                          </m:r>
                        </m:sub>
                      </m:sSub>
                    </m:oMath>
                  </m:oMathPara>
                </a14:m>
                <a:endParaRPr lang="en-US" altLang="zh-CN" sz="2000" dirty="0">
                  <a:solidFill>
                    <a:srgbClr val="0000FF"/>
                  </a:solidFill>
                </a:endParaRPr>
              </a:p>
            </p:txBody>
          </p:sp>
        </mc:Choice>
        <mc:Fallback xmlns="">
          <p:sp>
            <p:nvSpPr>
              <p:cNvPr id="93" name="文本框 92">
                <a:extLst>
                  <a:ext uri="{FF2B5EF4-FFF2-40B4-BE49-F238E27FC236}">
                    <a16:creationId xmlns:a16="http://schemas.microsoft.com/office/drawing/2014/main" id="{D53CE853-B672-513C-503D-B102B731CC81}"/>
                  </a:ext>
                </a:extLst>
              </p:cNvPr>
              <p:cNvSpPr txBox="1">
                <a:spLocks noRot="1" noChangeAspect="1" noMove="1" noResize="1" noEditPoints="1" noAdjustHandles="1" noChangeArrowheads="1" noChangeShapeType="1" noTextEdit="1"/>
              </p:cNvSpPr>
              <p:nvPr/>
            </p:nvSpPr>
            <p:spPr>
              <a:xfrm>
                <a:off x="5977750" y="4143893"/>
                <a:ext cx="1131803" cy="400110"/>
              </a:xfrm>
              <a:prstGeom prst="rect">
                <a:avLst/>
              </a:prstGeom>
              <a:blipFill>
                <a:blip r:embed="rId18"/>
                <a:stretch>
                  <a:fillRect b="-12308"/>
                </a:stretch>
              </a:blipFill>
            </p:spPr>
            <p:txBody>
              <a:bodyPr/>
              <a:lstStyle/>
              <a:p>
                <a:r>
                  <a:rPr lang="zh-CN" altLang="en-US">
                    <a:noFill/>
                  </a:rPr>
                  <a:t> </a:t>
                </a:r>
              </a:p>
            </p:txBody>
          </p:sp>
        </mc:Fallback>
      </mc:AlternateContent>
      <p:sp>
        <p:nvSpPr>
          <p:cNvPr id="94" name="矩形 93">
            <a:extLst>
              <a:ext uri="{FF2B5EF4-FFF2-40B4-BE49-F238E27FC236}">
                <a16:creationId xmlns:a16="http://schemas.microsoft.com/office/drawing/2014/main" id="{A9383DF3-E22C-DBAD-F4FF-A1E45A9499D0}"/>
              </a:ext>
            </a:extLst>
          </p:cNvPr>
          <p:cNvSpPr/>
          <p:nvPr/>
        </p:nvSpPr>
        <p:spPr>
          <a:xfrm>
            <a:off x="1113669" y="1989655"/>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169F5CB1-8660-547F-E1F8-97F9D0CCCB66}"/>
              </a:ext>
            </a:extLst>
          </p:cNvPr>
          <p:cNvSpPr/>
          <p:nvPr/>
        </p:nvSpPr>
        <p:spPr>
          <a:xfrm>
            <a:off x="1855561" y="3783711"/>
            <a:ext cx="63146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56931AB8-D1FB-DA12-DBEA-4C4FF328073A}"/>
              </a:ext>
            </a:extLst>
          </p:cNvPr>
          <p:cNvSpPr/>
          <p:nvPr/>
        </p:nvSpPr>
        <p:spPr>
          <a:xfrm>
            <a:off x="4900991" y="1975510"/>
            <a:ext cx="63146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D89E1BAD-939A-2FB6-C13C-8C70A4F741E9}"/>
              </a:ext>
            </a:extLst>
          </p:cNvPr>
          <p:cNvSpPr/>
          <p:nvPr/>
        </p:nvSpPr>
        <p:spPr>
          <a:xfrm>
            <a:off x="4529380" y="4077998"/>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138" name="表格 137">
                <a:extLst>
                  <a:ext uri="{FF2B5EF4-FFF2-40B4-BE49-F238E27FC236}">
                    <a16:creationId xmlns:a16="http://schemas.microsoft.com/office/drawing/2014/main" id="{E78470A0-5AC3-905E-E46C-4E36D6955653}"/>
                  </a:ext>
                </a:extLst>
              </p:cNvPr>
              <p:cNvGraphicFramePr>
                <a:graphicFrameLocks noGrp="1"/>
              </p:cNvGraphicFramePr>
              <p:nvPr>
                <p:extLst>
                  <p:ext uri="{D42A27DB-BD31-4B8C-83A1-F6EECF244321}">
                    <p14:modId xmlns:p14="http://schemas.microsoft.com/office/powerpoint/2010/main" val="1110398240"/>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30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Choice>
        <mc:Fallback xmlns="">
          <p:graphicFrame>
            <p:nvGraphicFramePr>
              <p:cNvPr id="138" name="表格 137">
                <a:extLst>
                  <a:ext uri="{FF2B5EF4-FFF2-40B4-BE49-F238E27FC236}">
                    <a16:creationId xmlns:a16="http://schemas.microsoft.com/office/drawing/2014/main" id="{E78470A0-5AC3-905E-E46C-4E36D6955653}"/>
                  </a:ext>
                </a:extLst>
              </p:cNvPr>
              <p:cNvGraphicFramePr>
                <a:graphicFrameLocks noGrp="1"/>
              </p:cNvGraphicFramePr>
              <p:nvPr>
                <p:extLst>
                  <p:ext uri="{D42A27DB-BD31-4B8C-83A1-F6EECF244321}">
                    <p14:modId xmlns:p14="http://schemas.microsoft.com/office/powerpoint/2010/main" val="1110398240"/>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40868">
                    <a:tc>
                      <a:txBody>
                        <a:bodyPr/>
                        <a:lstStyle/>
                        <a:p>
                          <a:endParaRPr lang="zh-CN"/>
                        </a:p>
                      </a:txBody>
                      <a:tcPr>
                        <a:blipFill>
                          <a:blip r:embed="rId19"/>
                          <a:stretch>
                            <a:fillRect l="-353" t="-1786" r="-135689" b="-1469643"/>
                          </a:stretch>
                        </a:blipFill>
                      </a:tcPr>
                    </a:tc>
                    <a:tc>
                      <a:txBody>
                        <a:bodyPr/>
                        <a:lstStyle/>
                        <a:p>
                          <a:endParaRPr lang="zh-CN"/>
                        </a:p>
                      </a:txBody>
                      <a:tcPr>
                        <a:blipFill>
                          <a:blip r:embed="rId19"/>
                          <a:stretch>
                            <a:fillRect l="-74346" t="-1786" r="-524" b="-1469643"/>
                          </a:stretch>
                        </a:blipFill>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Fallback>
      </mc:AlternateContent>
      <p:sp>
        <p:nvSpPr>
          <p:cNvPr id="139" name="文本框 138">
            <a:extLst>
              <a:ext uri="{FF2B5EF4-FFF2-40B4-BE49-F238E27FC236}">
                <a16:creationId xmlns:a16="http://schemas.microsoft.com/office/drawing/2014/main" id="{B831EB01-0517-06DE-816E-600F7A88B52A}"/>
              </a:ext>
            </a:extLst>
          </p:cNvPr>
          <p:cNvSpPr txBox="1"/>
          <p:nvPr/>
        </p:nvSpPr>
        <p:spPr>
          <a:xfrm>
            <a:off x="7378198" y="682694"/>
            <a:ext cx="4047626" cy="369332"/>
          </a:xfrm>
          <a:prstGeom prst="rect">
            <a:avLst/>
          </a:prstGeom>
          <a:noFill/>
        </p:spPr>
        <p:txBody>
          <a:bodyPr wrap="square">
            <a:spAutoFit/>
          </a:bodyPr>
          <a:lstStyle/>
          <a:p>
            <a:pPr algn="ctr"/>
            <a:r>
              <a:rPr lang="zh-CN" altLang="en-US" dirty="0">
                <a:solidFill>
                  <a:srgbClr val="002060"/>
                </a:solidFill>
                <a:latin typeface="微软雅黑" panose="020B0503020204020204" pitchFamily="34" charset="-122"/>
                <a:ea typeface="微软雅黑" panose="020B0503020204020204" pitchFamily="34" charset="-122"/>
              </a:rPr>
              <a:t>状态表</a:t>
            </a:r>
            <a:endParaRPr lang="zh-CN" altLang="en-US" dirty="0">
              <a:solidFill>
                <a:srgbClr val="002060"/>
              </a:solidFill>
            </a:endParaRPr>
          </a:p>
        </p:txBody>
      </p:sp>
      <p:sp>
        <p:nvSpPr>
          <p:cNvPr id="4" name="标题 1">
            <a:extLst>
              <a:ext uri="{FF2B5EF4-FFF2-40B4-BE49-F238E27FC236}">
                <a16:creationId xmlns:a16="http://schemas.microsoft.com/office/drawing/2014/main" id="{2AB61C93-1F6A-D5B5-5045-50FF742F14E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
        <p:nvSpPr>
          <p:cNvPr id="2" name="椭圆 1">
            <a:extLst>
              <a:ext uri="{FF2B5EF4-FFF2-40B4-BE49-F238E27FC236}">
                <a16:creationId xmlns:a16="http://schemas.microsoft.com/office/drawing/2014/main" id="{A460FD86-D59E-498C-D030-0FD648B4FE5D}"/>
              </a:ext>
            </a:extLst>
          </p:cNvPr>
          <p:cNvSpPr/>
          <p:nvPr/>
        </p:nvSpPr>
        <p:spPr>
          <a:xfrm>
            <a:off x="360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id="{D32CDC32-EA40-5A87-CF5E-F3E65B2D1382}"/>
              </a:ext>
            </a:extLst>
          </p:cNvPr>
          <p:cNvSpPr/>
          <p:nvPr/>
        </p:nvSpPr>
        <p:spPr>
          <a:xfrm>
            <a:off x="136618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1AACF193-FAFC-2E5B-91BB-942110B4A409}"/>
              </a:ext>
            </a:extLst>
          </p:cNvPr>
          <p:cNvSpPr/>
          <p:nvPr/>
        </p:nvSpPr>
        <p:spPr>
          <a:xfrm>
            <a:off x="2371691"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7" name="椭圆 6">
            <a:extLst>
              <a:ext uri="{FF2B5EF4-FFF2-40B4-BE49-F238E27FC236}">
                <a16:creationId xmlns:a16="http://schemas.microsoft.com/office/drawing/2014/main" id="{A853155E-70B7-D598-1E5E-CB8F8BA9AA4F}"/>
              </a:ext>
            </a:extLst>
          </p:cNvPr>
          <p:cNvSpPr/>
          <p:nvPr/>
        </p:nvSpPr>
        <p:spPr>
          <a:xfrm>
            <a:off x="360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8" name="直接箭头连接符 7">
            <a:extLst>
              <a:ext uri="{FF2B5EF4-FFF2-40B4-BE49-F238E27FC236}">
                <a16:creationId xmlns:a16="http://schemas.microsoft.com/office/drawing/2014/main" id="{B5D1BB84-7324-CBBE-FB2C-38E1B8619524}"/>
              </a:ext>
            </a:extLst>
          </p:cNvPr>
          <p:cNvCxnSpPr>
            <a:cxnSpLocks/>
            <a:stCxn id="2" idx="6"/>
            <a:endCxn id="5" idx="2"/>
          </p:cNvCxnSpPr>
          <p:nvPr/>
        </p:nvCxnSpPr>
        <p:spPr>
          <a:xfrm>
            <a:off x="1129366" y="5326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693B690-7EC0-D36E-9CD0-22B78D848AC6}"/>
              </a:ext>
            </a:extLst>
          </p:cNvPr>
          <p:cNvCxnSpPr>
            <a:cxnSpLocks/>
            <a:stCxn id="5" idx="6"/>
            <a:endCxn id="12" idx="2"/>
          </p:cNvCxnSpPr>
          <p:nvPr/>
        </p:nvCxnSpPr>
        <p:spPr>
          <a:xfrm>
            <a:off x="2135555" y="5326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B6D0F483-61B6-0117-3587-ABEB4ACD3B00}"/>
              </a:ext>
            </a:extLst>
          </p:cNvPr>
          <p:cNvCxnSpPr>
            <a:cxnSpLocks/>
            <a:stCxn id="12" idx="4"/>
            <a:endCxn id="6" idx="0"/>
          </p:cNvCxnSpPr>
          <p:nvPr/>
        </p:nvCxnSpPr>
        <p:spPr>
          <a:xfrm>
            <a:off x="2756374"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3DD9CED-A9EE-FF54-4FE4-11AFA6C391C7}"/>
              </a:ext>
            </a:extLst>
          </p:cNvPr>
          <p:cNvCxnSpPr>
            <a:cxnSpLocks/>
            <a:stCxn id="7" idx="0"/>
            <a:endCxn id="2" idx="4"/>
          </p:cNvCxnSpPr>
          <p:nvPr/>
        </p:nvCxnSpPr>
        <p:spPr>
          <a:xfrm flipV="1">
            <a:off x="744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8A2B2296-882C-B5BB-2992-F73AC9CDB353}"/>
              </a:ext>
            </a:extLst>
          </p:cNvPr>
          <p:cNvSpPr/>
          <p:nvPr/>
        </p:nvSpPr>
        <p:spPr>
          <a:xfrm>
            <a:off x="2371691"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id="{6D799AB1-A03D-0560-413D-D991BC3D6603}"/>
              </a:ext>
            </a:extLst>
          </p:cNvPr>
          <p:cNvSpPr/>
          <p:nvPr/>
        </p:nvSpPr>
        <p:spPr>
          <a:xfrm>
            <a:off x="2371691"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23F11A9F-ABE1-45BD-13AF-DD03B43E1413}"/>
              </a:ext>
            </a:extLst>
          </p:cNvPr>
          <p:cNvSpPr/>
          <p:nvPr/>
        </p:nvSpPr>
        <p:spPr>
          <a:xfrm>
            <a:off x="136618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DCE1F12A-3845-12CF-A0BE-21F65D0F5E26}"/>
              </a:ext>
            </a:extLst>
          </p:cNvPr>
          <p:cNvSpPr/>
          <p:nvPr/>
        </p:nvSpPr>
        <p:spPr>
          <a:xfrm>
            <a:off x="360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16" name="直接箭头连接符 15">
            <a:extLst>
              <a:ext uri="{FF2B5EF4-FFF2-40B4-BE49-F238E27FC236}">
                <a16:creationId xmlns:a16="http://schemas.microsoft.com/office/drawing/2014/main" id="{DCDAA48E-2F8A-002A-9D29-B412E77A3C4C}"/>
              </a:ext>
            </a:extLst>
          </p:cNvPr>
          <p:cNvCxnSpPr>
            <a:cxnSpLocks/>
            <a:stCxn id="6" idx="4"/>
            <a:endCxn id="13" idx="0"/>
          </p:cNvCxnSpPr>
          <p:nvPr/>
        </p:nvCxnSpPr>
        <p:spPr>
          <a:xfrm>
            <a:off x="2756374"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7EBA715-24B8-067E-178D-B95C7E0E9BF4}"/>
              </a:ext>
            </a:extLst>
          </p:cNvPr>
          <p:cNvCxnSpPr>
            <a:cxnSpLocks/>
            <a:stCxn id="13" idx="2"/>
            <a:endCxn id="14" idx="6"/>
          </p:cNvCxnSpPr>
          <p:nvPr/>
        </p:nvCxnSpPr>
        <p:spPr>
          <a:xfrm flipH="1">
            <a:off x="2135555" y="6460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3E68CAC-B1E6-A3F1-4466-16B1A4389251}"/>
              </a:ext>
            </a:extLst>
          </p:cNvPr>
          <p:cNvCxnSpPr>
            <a:cxnSpLocks/>
            <a:stCxn id="14" idx="2"/>
            <a:endCxn id="15" idx="6"/>
          </p:cNvCxnSpPr>
          <p:nvPr/>
        </p:nvCxnSpPr>
        <p:spPr>
          <a:xfrm flipH="1">
            <a:off x="1129366" y="6460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73C8742-4D4B-1E0C-1FB4-0C10125F68AC}"/>
              </a:ext>
            </a:extLst>
          </p:cNvPr>
          <p:cNvCxnSpPr>
            <a:cxnSpLocks/>
            <a:stCxn id="15" idx="0"/>
            <a:endCxn id="7" idx="4"/>
          </p:cNvCxnSpPr>
          <p:nvPr/>
        </p:nvCxnSpPr>
        <p:spPr>
          <a:xfrm flipV="1">
            <a:off x="744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8FCB096-B4A8-92CD-4489-1F7BD9C69EC0}"/>
              </a:ext>
            </a:extLst>
          </p:cNvPr>
          <p:cNvSpPr txBox="1"/>
          <p:nvPr/>
        </p:nvSpPr>
        <p:spPr>
          <a:xfrm>
            <a:off x="1217844" y="5760000"/>
            <a:ext cx="1062702" cy="338554"/>
          </a:xfrm>
          <a:prstGeom prst="rect">
            <a:avLst/>
          </a:prstGeom>
          <a:noFill/>
        </p:spPr>
        <p:txBody>
          <a:bodyPr wrap="square">
            <a:spAutoFit/>
          </a:bodyPr>
          <a:lstStyle/>
          <a:p>
            <a:pPr algn="ctr"/>
            <a:r>
              <a:rPr kumimoji="1" lang="zh-CN" altLang="en-US" sz="1600" b="0" dirty="0">
                <a:solidFill>
                  <a:srgbClr val="0000FF"/>
                </a:solidFill>
                <a:latin typeface="Microsoft YaHei" panose="020B0503020204020204" pitchFamily="34" charset="-122"/>
                <a:ea typeface="Microsoft YaHei" panose="020B0503020204020204" pitchFamily="34" charset="-122"/>
              </a:rPr>
              <a:t>有效循环</a:t>
            </a:r>
            <a:endParaRPr lang="zh-CN" altLang="en-US" sz="1600" dirty="0">
              <a:solidFill>
                <a:srgbClr val="0000FF"/>
              </a:solidFill>
            </a:endParaRPr>
          </a:p>
        </p:txBody>
      </p:sp>
      <p:sp>
        <p:nvSpPr>
          <p:cNvPr id="140" name="椭圆 139">
            <a:extLst>
              <a:ext uri="{FF2B5EF4-FFF2-40B4-BE49-F238E27FC236}">
                <a16:creationId xmlns:a16="http://schemas.microsoft.com/office/drawing/2014/main" id="{B3673899-BCE2-CC46-822E-431E0034A92B}"/>
              </a:ext>
            </a:extLst>
          </p:cNvPr>
          <p:cNvSpPr/>
          <p:nvPr/>
        </p:nvSpPr>
        <p:spPr>
          <a:xfrm>
            <a:off x="4392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1" name="椭圆 140">
            <a:extLst>
              <a:ext uri="{FF2B5EF4-FFF2-40B4-BE49-F238E27FC236}">
                <a16:creationId xmlns:a16="http://schemas.microsoft.com/office/drawing/2014/main" id="{725DE4BA-8B02-3B76-9ADC-1E54D430EB21}"/>
              </a:ext>
            </a:extLst>
          </p:cNvPr>
          <p:cNvSpPr/>
          <p:nvPr/>
        </p:nvSpPr>
        <p:spPr>
          <a:xfrm>
            <a:off x="539917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2" name="椭圆 141">
            <a:extLst>
              <a:ext uri="{FF2B5EF4-FFF2-40B4-BE49-F238E27FC236}">
                <a16:creationId xmlns:a16="http://schemas.microsoft.com/office/drawing/2014/main" id="{0ECDAAC8-437B-4852-589F-5F41CD36925B}"/>
              </a:ext>
            </a:extLst>
          </p:cNvPr>
          <p:cNvSpPr/>
          <p:nvPr/>
        </p:nvSpPr>
        <p:spPr>
          <a:xfrm>
            <a:off x="640369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3" name="椭圆 142">
            <a:extLst>
              <a:ext uri="{FF2B5EF4-FFF2-40B4-BE49-F238E27FC236}">
                <a16:creationId xmlns:a16="http://schemas.microsoft.com/office/drawing/2014/main" id="{8B7F7BAC-825A-C2F4-3E6A-9B904923161F}"/>
              </a:ext>
            </a:extLst>
          </p:cNvPr>
          <p:cNvSpPr/>
          <p:nvPr/>
        </p:nvSpPr>
        <p:spPr>
          <a:xfrm>
            <a:off x="4392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144" name="直接箭头连接符 143">
            <a:extLst>
              <a:ext uri="{FF2B5EF4-FFF2-40B4-BE49-F238E27FC236}">
                <a16:creationId xmlns:a16="http://schemas.microsoft.com/office/drawing/2014/main" id="{A81E6200-FC51-86E5-29C9-8E818C479968}"/>
              </a:ext>
            </a:extLst>
          </p:cNvPr>
          <p:cNvCxnSpPr>
            <a:cxnSpLocks/>
            <a:stCxn id="140" idx="6"/>
            <a:endCxn id="141" idx="2"/>
          </p:cNvCxnSpPr>
          <p:nvPr/>
        </p:nvCxnSpPr>
        <p:spPr>
          <a:xfrm>
            <a:off x="5161366" y="5326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E86E74BE-CE96-D7E1-A8A7-579C48770E57}"/>
              </a:ext>
            </a:extLst>
          </p:cNvPr>
          <p:cNvCxnSpPr>
            <a:cxnSpLocks/>
            <a:stCxn id="141" idx="6"/>
            <a:endCxn id="148" idx="2"/>
          </p:cNvCxnSpPr>
          <p:nvPr/>
        </p:nvCxnSpPr>
        <p:spPr>
          <a:xfrm>
            <a:off x="6168545" y="5326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43C09E3E-0168-1F94-D919-C5D78E35A98B}"/>
              </a:ext>
            </a:extLst>
          </p:cNvPr>
          <p:cNvCxnSpPr>
            <a:cxnSpLocks/>
            <a:stCxn id="148" idx="4"/>
            <a:endCxn id="142" idx="0"/>
          </p:cNvCxnSpPr>
          <p:nvPr/>
        </p:nvCxnSpPr>
        <p:spPr>
          <a:xfrm>
            <a:off x="678837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D4A9FDDA-8706-FD1C-00D9-1A51BBCAF8D0}"/>
              </a:ext>
            </a:extLst>
          </p:cNvPr>
          <p:cNvCxnSpPr>
            <a:cxnSpLocks/>
            <a:stCxn id="143" idx="0"/>
            <a:endCxn id="140" idx="4"/>
          </p:cNvCxnSpPr>
          <p:nvPr/>
        </p:nvCxnSpPr>
        <p:spPr>
          <a:xfrm flipV="1">
            <a:off x="4776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8" name="椭圆 147">
            <a:extLst>
              <a:ext uri="{FF2B5EF4-FFF2-40B4-BE49-F238E27FC236}">
                <a16:creationId xmlns:a16="http://schemas.microsoft.com/office/drawing/2014/main" id="{9387918F-96F9-1C76-ED57-304DCC79F222}"/>
              </a:ext>
            </a:extLst>
          </p:cNvPr>
          <p:cNvSpPr/>
          <p:nvPr/>
        </p:nvSpPr>
        <p:spPr>
          <a:xfrm>
            <a:off x="640369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9" name="椭圆 148">
            <a:extLst>
              <a:ext uri="{FF2B5EF4-FFF2-40B4-BE49-F238E27FC236}">
                <a16:creationId xmlns:a16="http://schemas.microsoft.com/office/drawing/2014/main" id="{7D453F93-BB21-717A-6B74-E3A3A8421A9B}"/>
              </a:ext>
            </a:extLst>
          </p:cNvPr>
          <p:cNvSpPr/>
          <p:nvPr/>
        </p:nvSpPr>
        <p:spPr>
          <a:xfrm>
            <a:off x="640369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50" name="椭圆 149">
            <a:extLst>
              <a:ext uri="{FF2B5EF4-FFF2-40B4-BE49-F238E27FC236}">
                <a16:creationId xmlns:a16="http://schemas.microsoft.com/office/drawing/2014/main" id="{56F341E4-2AF5-62B5-FC1B-8DD50499ED1D}"/>
              </a:ext>
            </a:extLst>
          </p:cNvPr>
          <p:cNvSpPr/>
          <p:nvPr/>
        </p:nvSpPr>
        <p:spPr>
          <a:xfrm>
            <a:off x="539917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51" name="椭圆 150">
            <a:extLst>
              <a:ext uri="{FF2B5EF4-FFF2-40B4-BE49-F238E27FC236}">
                <a16:creationId xmlns:a16="http://schemas.microsoft.com/office/drawing/2014/main" id="{4103518F-87CD-3DFB-DF35-F33C5CAAD010}"/>
              </a:ext>
            </a:extLst>
          </p:cNvPr>
          <p:cNvSpPr/>
          <p:nvPr/>
        </p:nvSpPr>
        <p:spPr>
          <a:xfrm>
            <a:off x="4392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152" name="直接箭头连接符 151">
            <a:extLst>
              <a:ext uri="{FF2B5EF4-FFF2-40B4-BE49-F238E27FC236}">
                <a16:creationId xmlns:a16="http://schemas.microsoft.com/office/drawing/2014/main" id="{D3C6AA44-2608-7EFB-522C-0BF1AD901B73}"/>
              </a:ext>
            </a:extLst>
          </p:cNvPr>
          <p:cNvCxnSpPr>
            <a:cxnSpLocks/>
            <a:stCxn id="142" idx="4"/>
            <a:endCxn id="149" idx="0"/>
          </p:cNvCxnSpPr>
          <p:nvPr/>
        </p:nvCxnSpPr>
        <p:spPr>
          <a:xfrm>
            <a:off x="678837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B6AFFA30-D4C2-D002-52C2-92CEAF3CA799}"/>
              </a:ext>
            </a:extLst>
          </p:cNvPr>
          <p:cNvCxnSpPr>
            <a:cxnSpLocks/>
            <a:stCxn id="149" idx="2"/>
            <a:endCxn id="150" idx="6"/>
          </p:cNvCxnSpPr>
          <p:nvPr/>
        </p:nvCxnSpPr>
        <p:spPr>
          <a:xfrm flipH="1">
            <a:off x="6168545" y="6460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9F24597A-9755-9D03-DA56-4A1644ED9459}"/>
              </a:ext>
            </a:extLst>
          </p:cNvPr>
          <p:cNvCxnSpPr>
            <a:cxnSpLocks/>
            <a:stCxn id="150" idx="2"/>
            <a:endCxn id="151" idx="6"/>
          </p:cNvCxnSpPr>
          <p:nvPr/>
        </p:nvCxnSpPr>
        <p:spPr>
          <a:xfrm flipH="1">
            <a:off x="5161366" y="6460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C073098E-CFB7-113C-9B1C-A1586A0CE9CA}"/>
              </a:ext>
            </a:extLst>
          </p:cNvPr>
          <p:cNvCxnSpPr>
            <a:cxnSpLocks/>
            <a:stCxn id="151" idx="0"/>
            <a:endCxn id="143" idx="4"/>
          </p:cNvCxnSpPr>
          <p:nvPr/>
        </p:nvCxnSpPr>
        <p:spPr>
          <a:xfrm flipV="1">
            <a:off x="4776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6" name="文本框 155">
            <a:extLst>
              <a:ext uri="{FF2B5EF4-FFF2-40B4-BE49-F238E27FC236}">
                <a16:creationId xmlns:a16="http://schemas.microsoft.com/office/drawing/2014/main" id="{E11BDEF5-1BFF-078D-137B-7F2799BD98B5}"/>
              </a:ext>
            </a:extLst>
          </p:cNvPr>
          <p:cNvSpPr txBox="1"/>
          <p:nvPr/>
        </p:nvSpPr>
        <p:spPr>
          <a:xfrm>
            <a:off x="5252511" y="5760000"/>
            <a:ext cx="1062702" cy="338554"/>
          </a:xfrm>
          <a:prstGeom prst="rect">
            <a:avLst/>
          </a:prstGeom>
          <a:noFill/>
        </p:spPr>
        <p:txBody>
          <a:bodyPr wrap="square">
            <a:spAutoFit/>
          </a:bodyPr>
          <a:lstStyle/>
          <a:p>
            <a:pPr algn="ctr"/>
            <a:r>
              <a:rPr kumimoji="1" lang="zh-CN" altLang="en-US" sz="1600" b="0" dirty="0">
                <a:latin typeface="Microsoft YaHei" panose="020B0503020204020204" pitchFamily="34" charset="-122"/>
                <a:ea typeface="Microsoft YaHei" panose="020B0503020204020204" pitchFamily="34" charset="-122"/>
              </a:rPr>
              <a:t>无效循环</a:t>
            </a:r>
            <a:endParaRPr lang="zh-CN" altLang="en-US" sz="1600" dirty="0"/>
          </a:p>
        </p:txBody>
      </p:sp>
    </p:spTree>
    <p:extLst>
      <p:ext uri="{BB962C8B-B14F-4D97-AF65-F5344CB8AC3E}">
        <p14:creationId xmlns:p14="http://schemas.microsoft.com/office/powerpoint/2010/main" val="4169998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5ACC1-9B2D-B86C-D275-D92E91EECA0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242C5BD-1095-12C8-E961-A9AF3BBED4DC}"/>
              </a:ext>
            </a:extLst>
          </p:cNvPr>
          <p:cNvSpPr txBox="1"/>
          <p:nvPr/>
        </p:nvSpPr>
        <p:spPr>
          <a:xfrm>
            <a:off x="360000" y="828000"/>
            <a:ext cx="535564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扭环形计数器的自校正设计</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12" name="组合 111">
            <a:extLst>
              <a:ext uri="{FF2B5EF4-FFF2-40B4-BE49-F238E27FC236}">
                <a16:creationId xmlns:a16="http://schemas.microsoft.com/office/drawing/2014/main" id="{2B465D73-79E5-81F5-8F70-E085C644DFAF}"/>
              </a:ext>
            </a:extLst>
          </p:cNvPr>
          <p:cNvGrpSpPr/>
          <p:nvPr/>
        </p:nvGrpSpPr>
        <p:grpSpPr>
          <a:xfrm>
            <a:off x="11449269" y="6198682"/>
            <a:ext cx="786273" cy="548639"/>
            <a:chOff x="11454918" y="5839511"/>
            <a:chExt cx="786273" cy="548639"/>
          </a:xfrm>
        </p:grpSpPr>
        <p:grpSp>
          <p:nvGrpSpPr>
            <p:cNvPr id="113" name="组合 112">
              <a:extLst>
                <a:ext uri="{FF2B5EF4-FFF2-40B4-BE49-F238E27FC236}">
                  <a16:creationId xmlns:a16="http://schemas.microsoft.com/office/drawing/2014/main" id="{977414DB-6E33-EA28-1BFD-532599F94A33}"/>
                </a:ext>
              </a:extLst>
            </p:cNvPr>
            <p:cNvGrpSpPr/>
            <p:nvPr/>
          </p:nvGrpSpPr>
          <p:grpSpPr>
            <a:xfrm>
              <a:off x="11454918" y="5867450"/>
              <a:ext cx="737081" cy="520700"/>
              <a:chOff x="11454918" y="5867450"/>
              <a:chExt cx="737081" cy="520700"/>
            </a:xfrm>
          </p:grpSpPr>
          <p:sp>
            <p:nvSpPr>
              <p:cNvPr id="115" name="箭头: 五边形 114">
                <a:extLst>
                  <a:ext uri="{FF2B5EF4-FFF2-40B4-BE49-F238E27FC236}">
                    <a16:creationId xmlns:a16="http://schemas.microsoft.com/office/drawing/2014/main" id="{CF2FE0AF-F2E8-E617-2B61-DE79D57B583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箭头: V 形 115">
                <a:extLst>
                  <a:ext uri="{FF2B5EF4-FFF2-40B4-BE49-F238E27FC236}">
                    <a16:creationId xmlns:a16="http://schemas.microsoft.com/office/drawing/2014/main" id="{D3639755-604C-25BA-D316-24120F55C50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4" name="灯片编号占位符 3">
              <a:extLst>
                <a:ext uri="{FF2B5EF4-FFF2-40B4-BE49-F238E27FC236}">
                  <a16:creationId xmlns:a16="http://schemas.microsoft.com/office/drawing/2014/main" id="{AD4EEDBB-508F-77D0-5816-115C32CC799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35</a:t>
              </a:fld>
              <a:endParaRPr lang="zh-CN" altLang="en-US" sz="3200" dirty="0">
                <a:solidFill>
                  <a:schemeClr val="bg1"/>
                </a:solidFill>
                <a:latin typeface="Candara"/>
                <a:ea typeface="微软雅黑"/>
              </a:endParaRPr>
            </a:p>
          </p:txBody>
        </p:sp>
      </p:grpSp>
      <p:sp>
        <p:nvSpPr>
          <p:cNvPr id="186" name="箭头: 右 185">
            <a:extLst>
              <a:ext uri="{FF2B5EF4-FFF2-40B4-BE49-F238E27FC236}">
                <a16:creationId xmlns:a16="http://schemas.microsoft.com/office/drawing/2014/main" id="{608BB2E1-E22E-8491-83EE-668C07DEB648}"/>
              </a:ext>
            </a:extLst>
          </p:cNvPr>
          <p:cNvSpPr/>
          <p:nvPr/>
        </p:nvSpPr>
        <p:spPr>
          <a:xfrm rot="16200000">
            <a:off x="5585898" y="3967481"/>
            <a:ext cx="371060" cy="315411"/>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198" name="表格 197">
                <a:extLst>
                  <a:ext uri="{FF2B5EF4-FFF2-40B4-BE49-F238E27FC236}">
                    <a16:creationId xmlns:a16="http://schemas.microsoft.com/office/drawing/2014/main" id="{C740EA4A-DDDB-9AFF-1D5C-F94DC243607A}"/>
                  </a:ext>
                </a:extLst>
              </p:cNvPr>
              <p:cNvGraphicFramePr>
                <a:graphicFrameLocks noGrp="1"/>
              </p:cNvGraphicFramePr>
              <p:nvPr>
                <p:extLst>
                  <p:ext uri="{D42A27DB-BD31-4B8C-83A1-F6EECF244321}">
                    <p14:modId xmlns:p14="http://schemas.microsoft.com/office/powerpoint/2010/main" val="4143513195"/>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30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Choice>
        <mc:Fallback xmlns="">
          <p:graphicFrame>
            <p:nvGraphicFramePr>
              <p:cNvPr id="198" name="表格 197">
                <a:extLst>
                  <a:ext uri="{FF2B5EF4-FFF2-40B4-BE49-F238E27FC236}">
                    <a16:creationId xmlns:a16="http://schemas.microsoft.com/office/drawing/2014/main" id="{C740EA4A-DDDB-9AFF-1D5C-F94DC243607A}"/>
                  </a:ext>
                </a:extLst>
              </p:cNvPr>
              <p:cNvGraphicFramePr>
                <a:graphicFrameLocks noGrp="1"/>
              </p:cNvGraphicFramePr>
              <p:nvPr>
                <p:extLst>
                  <p:ext uri="{D42A27DB-BD31-4B8C-83A1-F6EECF244321}">
                    <p14:modId xmlns:p14="http://schemas.microsoft.com/office/powerpoint/2010/main" val="4143513195"/>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40868">
                    <a:tc>
                      <a:txBody>
                        <a:bodyPr/>
                        <a:lstStyle/>
                        <a:p>
                          <a:endParaRPr lang="zh-CN"/>
                        </a:p>
                      </a:txBody>
                      <a:tcPr>
                        <a:blipFill>
                          <a:blip r:embed="rId3"/>
                          <a:stretch>
                            <a:fillRect l="-353" t="-1786" r="-135689" b="-1469643"/>
                          </a:stretch>
                        </a:blipFill>
                      </a:tcPr>
                    </a:tc>
                    <a:tc>
                      <a:txBody>
                        <a:bodyPr/>
                        <a:lstStyle/>
                        <a:p>
                          <a:endParaRPr lang="zh-CN"/>
                        </a:p>
                      </a:txBody>
                      <a:tcPr>
                        <a:blipFill>
                          <a:blip r:embed="rId3"/>
                          <a:stretch>
                            <a:fillRect l="-74346" t="-1786" r="-524" b="-1469643"/>
                          </a:stretch>
                        </a:blipFill>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Fallback>
      </mc:AlternateContent>
      <p:sp>
        <p:nvSpPr>
          <p:cNvPr id="199" name="文本框 198">
            <a:extLst>
              <a:ext uri="{FF2B5EF4-FFF2-40B4-BE49-F238E27FC236}">
                <a16:creationId xmlns:a16="http://schemas.microsoft.com/office/drawing/2014/main" id="{68A23472-8DE4-8728-40F3-5DF7AB53CC3F}"/>
              </a:ext>
            </a:extLst>
          </p:cNvPr>
          <p:cNvSpPr txBox="1"/>
          <p:nvPr/>
        </p:nvSpPr>
        <p:spPr>
          <a:xfrm>
            <a:off x="7378198" y="682694"/>
            <a:ext cx="4047626" cy="369332"/>
          </a:xfrm>
          <a:prstGeom prst="rect">
            <a:avLst/>
          </a:prstGeom>
          <a:noFill/>
        </p:spPr>
        <p:txBody>
          <a:bodyPr wrap="square">
            <a:spAutoFit/>
          </a:bodyPr>
          <a:lstStyle/>
          <a:p>
            <a:pPr algn="ctr"/>
            <a:r>
              <a:rPr lang="zh-CN" altLang="en-US" dirty="0">
                <a:solidFill>
                  <a:srgbClr val="002060"/>
                </a:solidFill>
                <a:latin typeface="微软雅黑" panose="020B0503020204020204" pitchFamily="34" charset="-122"/>
                <a:ea typeface="微软雅黑" panose="020B0503020204020204" pitchFamily="34" charset="-122"/>
              </a:rPr>
              <a:t>状态表</a:t>
            </a:r>
            <a:endParaRPr lang="zh-CN" altLang="en-US" dirty="0">
              <a:solidFill>
                <a:srgbClr val="002060"/>
              </a:solidFill>
            </a:endParaRPr>
          </a:p>
        </p:txBody>
      </p:sp>
      <p:sp>
        <p:nvSpPr>
          <p:cNvPr id="4" name="标题 1">
            <a:extLst>
              <a:ext uri="{FF2B5EF4-FFF2-40B4-BE49-F238E27FC236}">
                <a16:creationId xmlns:a16="http://schemas.microsoft.com/office/drawing/2014/main" id="{58F9BFAC-2CFD-2076-D8D0-0686E2CD274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
        <p:nvSpPr>
          <p:cNvPr id="2" name="椭圆 1">
            <a:extLst>
              <a:ext uri="{FF2B5EF4-FFF2-40B4-BE49-F238E27FC236}">
                <a16:creationId xmlns:a16="http://schemas.microsoft.com/office/drawing/2014/main" id="{7C2FD8D9-A7F1-FA7F-86A1-94CCAA9B5EE5}"/>
              </a:ext>
            </a:extLst>
          </p:cNvPr>
          <p:cNvSpPr/>
          <p:nvPr/>
        </p:nvSpPr>
        <p:spPr>
          <a:xfrm>
            <a:off x="360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id="{238CD3BC-6AE3-523F-4007-5E822CFF6546}"/>
              </a:ext>
            </a:extLst>
          </p:cNvPr>
          <p:cNvSpPr/>
          <p:nvPr/>
        </p:nvSpPr>
        <p:spPr>
          <a:xfrm>
            <a:off x="136618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BE4FFA80-6605-57F3-3B57-DF06E11F52AC}"/>
              </a:ext>
            </a:extLst>
          </p:cNvPr>
          <p:cNvSpPr/>
          <p:nvPr/>
        </p:nvSpPr>
        <p:spPr>
          <a:xfrm>
            <a:off x="2371691"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7" name="椭圆 6">
            <a:extLst>
              <a:ext uri="{FF2B5EF4-FFF2-40B4-BE49-F238E27FC236}">
                <a16:creationId xmlns:a16="http://schemas.microsoft.com/office/drawing/2014/main" id="{93C92215-7B2A-F441-497A-D71B1AD59368}"/>
              </a:ext>
            </a:extLst>
          </p:cNvPr>
          <p:cNvSpPr/>
          <p:nvPr/>
        </p:nvSpPr>
        <p:spPr>
          <a:xfrm>
            <a:off x="360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8" name="直接箭头连接符 7">
            <a:extLst>
              <a:ext uri="{FF2B5EF4-FFF2-40B4-BE49-F238E27FC236}">
                <a16:creationId xmlns:a16="http://schemas.microsoft.com/office/drawing/2014/main" id="{45448447-1C06-4DF3-46C8-EA716B1EDAA0}"/>
              </a:ext>
            </a:extLst>
          </p:cNvPr>
          <p:cNvCxnSpPr>
            <a:cxnSpLocks/>
            <a:stCxn id="2" idx="6"/>
            <a:endCxn id="5" idx="2"/>
          </p:cNvCxnSpPr>
          <p:nvPr/>
        </p:nvCxnSpPr>
        <p:spPr>
          <a:xfrm>
            <a:off x="1129366" y="5326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A3E52DA0-03F0-5C29-183D-3896F207248E}"/>
              </a:ext>
            </a:extLst>
          </p:cNvPr>
          <p:cNvCxnSpPr>
            <a:cxnSpLocks/>
            <a:stCxn id="5" idx="6"/>
            <a:endCxn id="12" idx="2"/>
          </p:cNvCxnSpPr>
          <p:nvPr/>
        </p:nvCxnSpPr>
        <p:spPr>
          <a:xfrm>
            <a:off x="2135555" y="5326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A4FC0ACD-397A-C197-560D-1F93F3433DF4}"/>
              </a:ext>
            </a:extLst>
          </p:cNvPr>
          <p:cNvCxnSpPr>
            <a:cxnSpLocks/>
            <a:stCxn id="12" idx="4"/>
            <a:endCxn id="6" idx="0"/>
          </p:cNvCxnSpPr>
          <p:nvPr/>
        </p:nvCxnSpPr>
        <p:spPr>
          <a:xfrm>
            <a:off x="2756374"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344EBE5D-F2C9-14BD-B1BD-12EA1F576300}"/>
              </a:ext>
            </a:extLst>
          </p:cNvPr>
          <p:cNvCxnSpPr>
            <a:cxnSpLocks/>
            <a:stCxn id="7" idx="0"/>
            <a:endCxn id="2" idx="4"/>
          </p:cNvCxnSpPr>
          <p:nvPr/>
        </p:nvCxnSpPr>
        <p:spPr>
          <a:xfrm flipV="1">
            <a:off x="744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id="{EF7F3806-139B-DF1C-DDF8-224DEB2EC201}"/>
              </a:ext>
            </a:extLst>
          </p:cNvPr>
          <p:cNvSpPr/>
          <p:nvPr/>
        </p:nvSpPr>
        <p:spPr>
          <a:xfrm>
            <a:off x="2371691"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id="{B09EC677-9039-C8B1-63D8-70828C54FEE7}"/>
              </a:ext>
            </a:extLst>
          </p:cNvPr>
          <p:cNvSpPr/>
          <p:nvPr/>
        </p:nvSpPr>
        <p:spPr>
          <a:xfrm>
            <a:off x="2371691"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623C0871-FDD0-53CD-296F-6B064A6BB12D}"/>
              </a:ext>
            </a:extLst>
          </p:cNvPr>
          <p:cNvSpPr/>
          <p:nvPr/>
        </p:nvSpPr>
        <p:spPr>
          <a:xfrm>
            <a:off x="136618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7EA958BB-CF1C-2398-DFB7-15783A67B8E3}"/>
              </a:ext>
            </a:extLst>
          </p:cNvPr>
          <p:cNvSpPr/>
          <p:nvPr/>
        </p:nvSpPr>
        <p:spPr>
          <a:xfrm>
            <a:off x="360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16" name="直接箭头连接符 15">
            <a:extLst>
              <a:ext uri="{FF2B5EF4-FFF2-40B4-BE49-F238E27FC236}">
                <a16:creationId xmlns:a16="http://schemas.microsoft.com/office/drawing/2014/main" id="{15C3B529-7DA3-4AF8-075F-C171803B1F90}"/>
              </a:ext>
            </a:extLst>
          </p:cNvPr>
          <p:cNvCxnSpPr>
            <a:cxnSpLocks/>
            <a:stCxn id="6" idx="4"/>
            <a:endCxn id="13" idx="0"/>
          </p:cNvCxnSpPr>
          <p:nvPr/>
        </p:nvCxnSpPr>
        <p:spPr>
          <a:xfrm>
            <a:off x="2756374"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058B54B-EBB5-8050-7230-8A636494BC06}"/>
              </a:ext>
            </a:extLst>
          </p:cNvPr>
          <p:cNvCxnSpPr>
            <a:cxnSpLocks/>
            <a:stCxn id="13" idx="2"/>
            <a:endCxn id="14" idx="6"/>
          </p:cNvCxnSpPr>
          <p:nvPr/>
        </p:nvCxnSpPr>
        <p:spPr>
          <a:xfrm flipH="1">
            <a:off x="2135555" y="6460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D9700C9E-8E03-E3D9-3CEF-7E9A668EF78F}"/>
              </a:ext>
            </a:extLst>
          </p:cNvPr>
          <p:cNvCxnSpPr>
            <a:cxnSpLocks/>
            <a:stCxn id="14" idx="2"/>
            <a:endCxn id="15" idx="6"/>
          </p:cNvCxnSpPr>
          <p:nvPr/>
        </p:nvCxnSpPr>
        <p:spPr>
          <a:xfrm flipH="1">
            <a:off x="1129366" y="6460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EB0B8811-AE23-D07E-7637-18404234DAB4}"/>
              </a:ext>
            </a:extLst>
          </p:cNvPr>
          <p:cNvCxnSpPr>
            <a:cxnSpLocks/>
            <a:stCxn id="15" idx="0"/>
            <a:endCxn id="7" idx="4"/>
          </p:cNvCxnSpPr>
          <p:nvPr/>
        </p:nvCxnSpPr>
        <p:spPr>
          <a:xfrm flipV="1">
            <a:off x="744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C7B1A4B9-EBF7-90E0-0435-3E12A1868A27}"/>
              </a:ext>
            </a:extLst>
          </p:cNvPr>
          <p:cNvSpPr txBox="1"/>
          <p:nvPr/>
        </p:nvSpPr>
        <p:spPr>
          <a:xfrm>
            <a:off x="1217844" y="5760000"/>
            <a:ext cx="1062702" cy="338554"/>
          </a:xfrm>
          <a:prstGeom prst="rect">
            <a:avLst/>
          </a:prstGeom>
          <a:noFill/>
        </p:spPr>
        <p:txBody>
          <a:bodyPr wrap="square">
            <a:spAutoFit/>
          </a:bodyPr>
          <a:lstStyle/>
          <a:p>
            <a:pPr algn="ctr"/>
            <a:r>
              <a:rPr kumimoji="1" lang="zh-CN" altLang="en-US" sz="1600" b="0" dirty="0">
                <a:solidFill>
                  <a:srgbClr val="0000FF"/>
                </a:solidFill>
                <a:latin typeface="Microsoft YaHei" panose="020B0503020204020204" pitchFamily="34" charset="-122"/>
                <a:ea typeface="Microsoft YaHei" panose="020B0503020204020204" pitchFamily="34" charset="-122"/>
              </a:rPr>
              <a:t>有效循环</a:t>
            </a:r>
            <a:endParaRPr lang="zh-CN" altLang="en-US" sz="1600" dirty="0">
              <a:solidFill>
                <a:srgbClr val="0000FF"/>
              </a:solidFill>
            </a:endParaRPr>
          </a:p>
        </p:txBody>
      </p:sp>
      <p:sp>
        <p:nvSpPr>
          <p:cNvPr id="21" name="椭圆 20">
            <a:extLst>
              <a:ext uri="{FF2B5EF4-FFF2-40B4-BE49-F238E27FC236}">
                <a16:creationId xmlns:a16="http://schemas.microsoft.com/office/drawing/2014/main" id="{ABACA2E8-5FDE-59EB-66D9-D0E407039C7C}"/>
              </a:ext>
            </a:extLst>
          </p:cNvPr>
          <p:cNvSpPr/>
          <p:nvPr/>
        </p:nvSpPr>
        <p:spPr>
          <a:xfrm>
            <a:off x="4392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A9789335-4FA5-06C3-7F5D-0E8CA3F9A2D6}"/>
              </a:ext>
            </a:extLst>
          </p:cNvPr>
          <p:cNvSpPr/>
          <p:nvPr/>
        </p:nvSpPr>
        <p:spPr>
          <a:xfrm>
            <a:off x="539917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143D84DA-19ED-7D32-9504-AEAE509E674E}"/>
              </a:ext>
            </a:extLst>
          </p:cNvPr>
          <p:cNvSpPr/>
          <p:nvPr/>
        </p:nvSpPr>
        <p:spPr>
          <a:xfrm>
            <a:off x="640369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4" name="椭圆 23">
            <a:extLst>
              <a:ext uri="{FF2B5EF4-FFF2-40B4-BE49-F238E27FC236}">
                <a16:creationId xmlns:a16="http://schemas.microsoft.com/office/drawing/2014/main" id="{CAB1DC5F-0821-B3CC-5FAA-BCBA26C240AC}"/>
              </a:ext>
            </a:extLst>
          </p:cNvPr>
          <p:cNvSpPr/>
          <p:nvPr/>
        </p:nvSpPr>
        <p:spPr>
          <a:xfrm>
            <a:off x="4392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5" name="直接箭头连接符 24">
            <a:extLst>
              <a:ext uri="{FF2B5EF4-FFF2-40B4-BE49-F238E27FC236}">
                <a16:creationId xmlns:a16="http://schemas.microsoft.com/office/drawing/2014/main" id="{44D208F7-28CD-2D16-7DEB-641EF0924E5D}"/>
              </a:ext>
            </a:extLst>
          </p:cNvPr>
          <p:cNvCxnSpPr>
            <a:cxnSpLocks/>
            <a:stCxn id="21" idx="6"/>
            <a:endCxn id="22" idx="2"/>
          </p:cNvCxnSpPr>
          <p:nvPr/>
        </p:nvCxnSpPr>
        <p:spPr>
          <a:xfrm>
            <a:off x="5161366" y="5326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37AB440C-A691-FD9F-3D7B-C7E0EFDC9811}"/>
              </a:ext>
            </a:extLst>
          </p:cNvPr>
          <p:cNvCxnSpPr>
            <a:cxnSpLocks/>
            <a:stCxn id="22" idx="6"/>
            <a:endCxn id="29" idx="2"/>
          </p:cNvCxnSpPr>
          <p:nvPr/>
        </p:nvCxnSpPr>
        <p:spPr>
          <a:xfrm>
            <a:off x="6168545" y="5326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2BB0C631-A1F9-32FF-5DB8-69827DA738C4}"/>
              </a:ext>
            </a:extLst>
          </p:cNvPr>
          <p:cNvCxnSpPr>
            <a:cxnSpLocks/>
            <a:stCxn id="29" idx="4"/>
            <a:endCxn id="23" idx="0"/>
          </p:cNvCxnSpPr>
          <p:nvPr/>
        </p:nvCxnSpPr>
        <p:spPr>
          <a:xfrm>
            <a:off x="678837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9FA09ED-412D-074C-25CD-2E80F7121978}"/>
              </a:ext>
            </a:extLst>
          </p:cNvPr>
          <p:cNvCxnSpPr>
            <a:cxnSpLocks/>
            <a:stCxn id="24" idx="0"/>
            <a:endCxn id="21" idx="4"/>
          </p:cNvCxnSpPr>
          <p:nvPr/>
        </p:nvCxnSpPr>
        <p:spPr>
          <a:xfrm flipV="1">
            <a:off x="4776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CD7E6FD8-E303-20F0-A225-98E5B9E95A45}"/>
              </a:ext>
            </a:extLst>
          </p:cNvPr>
          <p:cNvSpPr/>
          <p:nvPr/>
        </p:nvSpPr>
        <p:spPr>
          <a:xfrm>
            <a:off x="640369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0" name="椭圆 29">
            <a:extLst>
              <a:ext uri="{FF2B5EF4-FFF2-40B4-BE49-F238E27FC236}">
                <a16:creationId xmlns:a16="http://schemas.microsoft.com/office/drawing/2014/main" id="{E3D45238-C942-8783-8F20-33B1B54DC1C9}"/>
              </a:ext>
            </a:extLst>
          </p:cNvPr>
          <p:cNvSpPr/>
          <p:nvPr/>
        </p:nvSpPr>
        <p:spPr>
          <a:xfrm>
            <a:off x="640369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C21AB400-B532-D1F7-9692-C07829090763}"/>
              </a:ext>
            </a:extLst>
          </p:cNvPr>
          <p:cNvSpPr/>
          <p:nvPr/>
        </p:nvSpPr>
        <p:spPr>
          <a:xfrm>
            <a:off x="539917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2" name="椭圆 31">
            <a:extLst>
              <a:ext uri="{FF2B5EF4-FFF2-40B4-BE49-F238E27FC236}">
                <a16:creationId xmlns:a16="http://schemas.microsoft.com/office/drawing/2014/main" id="{C6ED3055-B658-285F-0B92-4562CCA9C166}"/>
              </a:ext>
            </a:extLst>
          </p:cNvPr>
          <p:cNvSpPr/>
          <p:nvPr/>
        </p:nvSpPr>
        <p:spPr>
          <a:xfrm>
            <a:off x="4392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33" name="直接箭头连接符 32">
            <a:extLst>
              <a:ext uri="{FF2B5EF4-FFF2-40B4-BE49-F238E27FC236}">
                <a16:creationId xmlns:a16="http://schemas.microsoft.com/office/drawing/2014/main" id="{8FEFAAA1-C640-9597-AE1D-68DA5585B5D9}"/>
              </a:ext>
            </a:extLst>
          </p:cNvPr>
          <p:cNvCxnSpPr>
            <a:cxnSpLocks/>
            <a:stCxn id="23" idx="4"/>
            <a:endCxn id="30" idx="0"/>
          </p:cNvCxnSpPr>
          <p:nvPr/>
        </p:nvCxnSpPr>
        <p:spPr>
          <a:xfrm>
            <a:off x="678837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A289F90B-D5A1-1591-F97D-391C287A360F}"/>
              </a:ext>
            </a:extLst>
          </p:cNvPr>
          <p:cNvCxnSpPr>
            <a:cxnSpLocks/>
            <a:stCxn id="30" idx="2"/>
            <a:endCxn id="31" idx="6"/>
          </p:cNvCxnSpPr>
          <p:nvPr/>
        </p:nvCxnSpPr>
        <p:spPr>
          <a:xfrm flipH="1">
            <a:off x="6168545" y="6460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4B73A81-E6FB-13E7-B6D3-3473C16506C3}"/>
              </a:ext>
            </a:extLst>
          </p:cNvPr>
          <p:cNvCxnSpPr>
            <a:cxnSpLocks/>
            <a:stCxn id="31" idx="2"/>
            <a:endCxn id="32" idx="6"/>
          </p:cNvCxnSpPr>
          <p:nvPr/>
        </p:nvCxnSpPr>
        <p:spPr>
          <a:xfrm flipH="1">
            <a:off x="5161366" y="6460393"/>
            <a:ext cx="23781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D1D9844-9692-4537-686B-5EF665A54075}"/>
              </a:ext>
            </a:extLst>
          </p:cNvPr>
          <p:cNvCxnSpPr>
            <a:cxnSpLocks/>
            <a:stCxn id="32" idx="0"/>
            <a:endCxn id="24" idx="4"/>
          </p:cNvCxnSpPr>
          <p:nvPr/>
        </p:nvCxnSpPr>
        <p:spPr>
          <a:xfrm flipV="1">
            <a:off x="4776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772141B-C187-6E2A-F93B-4801F736442C}"/>
              </a:ext>
            </a:extLst>
          </p:cNvPr>
          <p:cNvSpPr txBox="1"/>
          <p:nvPr/>
        </p:nvSpPr>
        <p:spPr>
          <a:xfrm>
            <a:off x="5252511" y="5760000"/>
            <a:ext cx="1062702" cy="338554"/>
          </a:xfrm>
          <a:prstGeom prst="rect">
            <a:avLst/>
          </a:prstGeom>
          <a:noFill/>
        </p:spPr>
        <p:txBody>
          <a:bodyPr wrap="square">
            <a:spAutoFit/>
          </a:bodyPr>
          <a:lstStyle/>
          <a:p>
            <a:pPr algn="ctr"/>
            <a:r>
              <a:rPr kumimoji="1" lang="zh-CN" altLang="en-US" sz="1600" b="0" dirty="0">
                <a:latin typeface="Microsoft YaHei" panose="020B0503020204020204" pitchFamily="34" charset="-122"/>
                <a:ea typeface="Microsoft YaHei" panose="020B0503020204020204" pitchFamily="34" charset="-122"/>
              </a:rPr>
              <a:t>无效循环</a:t>
            </a:r>
            <a:endParaRPr lang="zh-CN" altLang="en-US" sz="1600" dirty="0"/>
          </a:p>
        </p:txBody>
      </p:sp>
      <p:grpSp>
        <p:nvGrpSpPr>
          <p:cNvPr id="105" name="组合 104">
            <a:extLst>
              <a:ext uri="{FF2B5EF4-FFF2-40B4-BE49-F238E27FC236}">
                <a16:creationId xmlns:a16="http://schemas.microsoft.com/office/drawing/2014/main" id="{3EAEF8C4-3E76-6429-5834-EDF2FD1DA286}"/>
              </a:ext>
            </a:extLst>
          </p:cNvPr>
          <p:cNvGrpSpPr/>
          <p:nvPr/>
        </p:nvGrpSpPr>
        <p:grpSpPr>
          <a:xfrm>
            <a:off x="360000" y="1800000"/>
            <a:ext cx="6813056" cy="1490785"/>
            <a:chOff x="360000" y="1800000"/>
            <a:chExt cx="6813056" cy="1490785"/>
          </a:xfrm>
        </p:grpSpPr>
        <p:sp>
          <p:nvSpPr>
            <p:cNvPr id="58" name="椭圆 57">
              <a:extLst>
                <a:ext uri="{FF2B5EF4-FFF2-40B4-BE49-F238E27FC236}">
                  <a16:creationId xmlns:a16="http://schemas.microsoft.com/office/drawing/2014/main" id="{14485DCE-E23A-3281-E8F7-9E6283A1668B}"/>
                </a:ext>
              </a:extLst>
            </p:cNvPr>
            <p:cNvSpPr/>
            <p:nvPr/>
          </p:nvSpPr>
          <p:spPr>
            <a:xfrm>
              <a:off x="360000"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59" name="椭圆 58">
              <a:extLst>
                <a:ext uri="{FF2B5EF4-FFF2-40B4-BE49-F238E27FC236}">
                  <a16:creationId xmlns:a16="http://schemas.microsoft.com/office/drawing/2014/main" id="{FA548539-FACA-E0F8-3B91-C7BA6A7D4E78}"/>
                </a:ext>
              </a:extLst>
            </p:cNvPr>
            <p:cNvSpPr/>
            <p:nvPr/>
          </p:nvSpPr>
          <p:spPr>
            <a:xfrm>
              <a:off x="1366189"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0" name="椭圆 59">
              <a:extLst>
                <a:ext uri="{FF2B5EF4-FFF2-40B4-BE49-F238E27FC236}">
                  <a16:creationId xmlns:a16="http://schemas.microsoft.com/office/drawing/2014/main" id="{8ED90FCA-9D76-FC2E-A5A0-67453BAE1595}"/>
                </a:ext>
              </a:extLst>
            </p:cNvPr>
            <p:cNvSpPr/>
            <p:nvPr/>
          </p:nvSpPr>
          <p:spPr>
            <a:xfrm>
              <a:off x="2371691" y="2367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1" name="椭圆 60">
              <a:extLst>
                <a:ext uri="{FF2B5EF4-FFF2-40B4-BE49-F238E27FC236}">
                  <a16:creationId xmlns:a16="http://schemas.microsoft.com/office/drawing/2014/main" id="{C2614DE1-D70C-3517-7AE1-5873C223305D}"/>
                </a:ext>
              </a:extLst>
            </p:cNvPr>
            <p:cNvSpPr/>
            <p:nvPr/>
          </p:nvSpPr>
          <p:spPr>
            <a:xfrm>
              <a:off x="360000" y="2367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62" name="直接箭头连接符 61">
              <a:extLst>
                <a:ext uri="{FF2B5EF4-FFF2-40B4-BE49-F238E27FC236}">
                  <a16:creationId xmlns:a16="http://schemas.microsoft.com/office/drawing/2014/main" id="{E25CCDB7-D58B-F727-1D6B-FC01927B4493}"/>
                </a:ext>
              </a:extLst>
            </p:cNvPr>
            <p:cNvCxnSpPr>
              <a:cxnSpLocks/>
              <a:stCxn id="58" idx="6"/>
              <a:endCxn id="59" idx="2"/>
            </p:cNvCxnSpPr>
            <p:nvPr/>
          </p:nvCxnSpPr>
          <p:spPr>
            <a:xfrm>
              <a:off x="1129366" y="1978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7A9B3F54-9A6F-7FA4-2FD1-A9FB2332A0F3}"/>
                </a:ext>
              </a:extLst>
            </p:cNvPr>
            <p:cNvCxnSpPr>
              <a:cxnSpLocks/>
              <a:stCxn id="59" idx="6"/>
              <a:endCxn id="66" idx="2"/>
            </p:cNvCxnSpPr>
            <p:nvPr/>
          </p:nvCxnSpPr>
          <p:spPr>
            <a:xfrm>
              <a:off x="2135555" y="1978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DDEFA71-DDA8-5187-4F7E-4B0B9954FD91}"/>
                </a:ext>
              </a:extLst>
            </p:cNvPr>
            <p:cNvCxnSpPr>
              <a:cxnSpLocks/>
              <a:stCxn id="66" idx="4"/>
              <a:endCxn id="60" idx="0"/>
            </p:cNvCxnSpPr>
            <p:nvPr/>
          </p:nvCxnSpPr>
          <p:spPr>
            <a:xfrm>
              <a:off x="2756374" y="2156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F51A1962-3CA1-5C2B-9B27-BB288D6C5E4C}"/>
                </a:ext>
              </a:extLst>
            </p:cNvPr>
            <p:cNvCxnSpPr>
              <a:cxnSpLocks/>
              <a:stCxn id="61" idx="0"/>
              <a:endCxn id="58" idx="4"/>
            </p:cNvCxnSpPr>
            <p:nvPr/>
          </p:nvCxnSpPr>
          <p:spPr>
            <a:xfrm flipV="1">
              <a:off x="744683" y="2156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6" name="椭圆 65">
              <a:extLst>
                <a:ext uri="{FF2B5EF4-FFF2-40B4-BE49-F238E27FC236}">
                  <a16:creationId xmlns:a16="http://schemas.microsoft.com/office/drawing/2014/main" id="{C25DFE47-9B53-0C46-B7EF-E0A95CC4A0CE}"/>
                </a:ext>
              </a:extLst>
            </p:cNvPr>
            <p:cNvSpPr/>
            <p:nvPr/>
          </p:nvSpPr>
          <p:spPr>
            <a:xfrm>
              <a:off x="2371691"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7" name="椭圆 66">
              <a:extLst>
                <a:ext uri="{FF2B5EF4-FFF2-40B4-BE49-F238E27FC236}">
                  <a16:creationId xmlns:a16="http://schemas.microsoft.com/office/drawing/2014/main" id="{E30425C0-AF45-8AA9-9944-9713B8CB6C79}"/>
                </a:ext>
              </a:extLst>
            </p:cNvPr>
            <p:cNvSpPr/>
            <p:nvPr/>
          </p:nvSpPr>
          <p:spPr>
            <a:xfrm>
              <a:off x="2371691"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8" name="椭圆 67">
              <a:extLst>
                <a:ext uri="{FF2B5EF4-FFF2-40B4-BE49-F238E27FC236}">
                  <a16:creationId xmlns:a16="http://schemas.microsoft.com/office/drawing/2014/main" id="{2F71E94E-3DB2-D02C-98AF-C62E8C4F8592}"/>
                </a:ext>
              </a:extLst>
            </p:cNvPr>
            <p:cNvSpPr/>
            <p:nvPr/>
          </p:nvSpPr>
          <p:spPr>
            <a:xfrm>
              <a:off x="1366189"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9" name="椭圆 68">
              <a:extLst>
                <a:ext uri="{FF2B5EF4-FFF2-40B4-BE49-F238E27FC236}">
                  <a16:creationId xmlns:a16="http://schemas.microsoft.com/office/drawing/2014/main" id="{00D45BD1-16DB-EBE0-F0AD-4DF4849ABAB1}"/>
                </a:ext>
              </a:extLst>
            </p:cNvPr>
            <p:cNvSpPr/>
            <p:nvPr/>
          </p:nvSpPr>
          <p:spPr>
            <a:xfrm>
              <a:off x="360000"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70" name="直接箭头连接符 69">
              <a:extLst>
                <a:ext uri="{FF2B5EF4-FFF2-40B4-BE49-F238E27FC236}">
                  <a16:creationId xmlns:a16="http://schemas.microsoft.com/office/drawing/2014/main" id="{F0A1CDDA-61F6-D9BB-28C8-3F908B4A22D2}"/>
                </a:ext>
              </a:extLst>
            </p:cNvPr>
            <p:cNvCxnSpPr>
              <a:cxnSpLocks/>
              <a:stCxn id="60" idx="4"/>
              <a:endCxn id="67" idx="0"/>
            </p:cNvCxnSpPr>
            <p:nvPr/>
          </p:nvCxnSpPr>
          <p:spPr>
            <a:xfrm>
              <a:off x="2756374" y="2723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8AD97A1D-DD10-F62B-3B33-4D906FB54DCC}"/>
                </a:ext>
              </a:extLst>
            </p:cNvPr>
            <p:cNvCxnSpPr>
              <a:cxnSpLocks/>
              <a:stCxn id="67" idx="2"/>
              <a:endCxn id="68" idx="6"/>
            </p:cNvCxnSpPr>
            <p:nvPr/>
          </p:nvCxnSpPr>
          <p:spPr>
            <a:xfrm flipH="1">
              <a:off x="2135555" y="3112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98D8B7D9-1125-B3B6-464A-F645B29127E7}"/>
                </a:ext>
              </a:extLst>
            </p:cNvPr>
            <p:cNvCxnSpPr>
              <a:cxnSpLocks/>
              <a:stCxn id="68" idx="2"/>
              <a:endCxn id="69" idx="6"/>
            </p:cNvCxnSpPr>
            <p:nvPr/>
          </p:nvCxnSpPr>
          <p:spPr>
            <a:xfrm flipH="1">
              <a:off x="1129366" y="3112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9AE71BD2-6F80-3C6A-4E72-1E63C76271E0}"/>
                </a:ext>
              </a:extLst>
            </p:cNvPr>
            <p:cNvCxnSpPr>
              <a:cxnSpLocks/>
              <a:stCxn id="69" idx="0"/>
              <a:endCxn id="61" idx="4"/>
            </p:cNvCxnSpPr>
            <p:nvPr/>
          </p:nvCxnSpPr>
          <p:spPr>
            <a:xfrm flipV="1">
              <a:off x="744683" y="2723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F244BB61-3E18-1CAE-A5D3-58D6D52E8350}"/>
                </a:ext>
              </a:extLst>
            </p:cNvPr>
            <p:cNvSpPr/>
            <p:nvPr/>
          </p:nvSpPr>
          <p:spPr>
            <a:xfrm>
              <a:off x="4392000"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8" name="椭圆 77">
              <a:extLst>
                <a:ext uri="{FF2B5EF4-FFF2-40B4-BE49-F238E27FC236}">
                  <a16:creationId xmlns:a16="http://schemas.microsoft.com/office/drawing/2014/main" id="{76A40615-7D92-F57A-54A2-AD578DB4F57B}"/>
                </a:ext>
              </a:extLst>
            </p:cNvPr>
            <p:cNvSpPr/>
            <p:nvPr/>
          </p:nvSpPr>
          <p:spPr>
            <a:xfrm>
              <a:off x="5399179"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9" name="椭圆 78">
              <a:extLst>
                <a:ext uri="{FF2B5EF4-FFF2-40B4-BE49-F238E27FC236}">
                  <a16:creationId xmlns:a16="http://schemas.microsoft.com/office/drawing/2014/main" id="{CFE8B7C1-B4DE-2BEF-5CB5-8F34E4C7C5E3}"/>
                </a:ext>
              </a:extLst>
            </p:cNvPr>
            <p:cNvSpPr/>
            <p:nvPr/>
          </p:nvSpPr>
          <p:spPr>
            <a:xfrm>
              <a:off x="6403690" y="2367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0" name="椭圆 79">
              <a:extLst>
                <a:ext uri="{FF2B5EF4-FFF2-40B4-BE49-F238E27FC236}">
                  <a16:creationId xmlns:a16="http://schemas.microsoft.com/office/drawing/2014/main" id="{210E0B93-77F4-BE19-A773-3D9068813A8E}"/>
                </a:ext>
              </a:extLst>
            </p:cNvPr>
            <p:cNvSpPr/>
            <p:nvPr/>
          </p:nvSpPr>
          <p:spPr>
            <a:xfrm>
              <a:off x="4392000" y="2367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81" name="直接箭头连接符 80">
              <a:extLst>
                <a:ext uri="{FF2B5EF4-FFF2-40B4-BE49-F238E27FC236}">
                  <a16:creationId xmlns:a16="http://schemas.microsoft.com/office/drawing/2014/main" id="{DB4B3165-5564-46B5-B17D-0D68C65345E7}"/>
                </a:ext>
              </a:extLst>
            </p:cNvPr>
            <p:cNvCxnSpPr>
              <a:cxnSpLocks/>
              <a:stCxn id="77" idx="3"/>
              <a:endCxn id="94" idx="7"/>
            </p:cNvCxnSpPr>
            <p:nvPr/>
          </p:nvCxnSpPr>
          <p:spPr>
            <a:xfrm flipH="1">
              <a:off x="4184695" y="2104535"/>
              <a:ext cx="319976" cy="1077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6D57B7B4-0E2D-7251-BDB8-1BE14A27DA65}"/>
                </a:ext>
              </a:extLst>
            </p:cNvPr>
            <p:cNvCxnSpPr>
              <a:cxnSpLocks/>
              <a:stCxn id="78" idx="6"/>
              <a:endCxn id="85" idx="2"/>
            </p:cNvCxnSpPr>
            <p:nvPr/>
          </p:nvCxnSpPr>
          <p:spPr>
            <a:xfrm>
              <a:off x="6168545" y="1978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265871BB-27DA-C10C-6872-CFC0DF74E9E6}"/>
                </a:ext>
              </a:extLst>
            </p:cNvPr>
            <p:cNvCxnSpPr>
              <a:cxnSpLocks/>
              <a:stCxn id="85" idx="4"/>
              <a:endCxn id="79" idx="0"/>
            </p:cNvCxnSpPr>
            <p:nvPr/>
          </p:nvCxnSpPr>
          <p:spPr>
            <a:xfrm>
              <a:off x="6788373" y="2156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33C88D1B-34DB-35FF-D68D-DF431E4ED3C2}"/>
                </a:ext>
              </a:extLst>
            </p:cNvPr>
            <p:cNvCxnSpPr>
              <a:cxnSpLocks/>
              <a:stCxn id="80" idx="0"/>
              <a:endCxn id="77" idx="4"/>
            </p:cNvCxnSpPr>
            <p:nvPr/>
          </p:nvCxnSpPr>
          <p:spPr>
            <a:xfrm flipV="1">
              <a:off x="4776683" y="2156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4B82F362-7A66-1442-B3CD-94C12E84FF11}"/>
                </a:ext>
              </a:extLst>
            </p:cNvPr>
            <p:cNvSpPr/>
            <p:nvPr/>
          </p:nvSpPr>
          <p:spPr>
            <a:xfrm>
              <a:off x="6403690" y="180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6" name="椭圆 85">
              <a:extLst>
                <a:ext uri="{FF2B5EF4-FFF2-40B4-BE49-F238E27FC236}">
                  <a16:creationId xmlns:a16="http://schemas.microsoft.com/office/drawing/2014/main" id="{F4852F75-59A2-2A2E-A48C-8DC6D489D876}"/>
                </a:ext>
              </a:extLst>
            </p:cNvPr>
            <p:cNvSpPr/>
            <p:nvPr/>
          </p:nvSpPr>
          <p:spPr>
            <a:xfrm>
              <a:off x="6403690"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7" name="椭圆 86">
              <a:extLst>
                <a:ext uri="{FF2B5EF4-FFF2-40B4-BE49-F238E27FC236}">
                  <a16:creationId xmlns:a16="http://schemas.microsoft.com/office/drawing/2014/main" id="{5F135AC8-0FEF-4319-FC94-A9C3EE50AB28}"/>
                </a:ext>
              </a:extLst>
            </p:cNvPr>
            <p:cNvSpPr/>
            <p:nvPr/>
          </p:nvSpPr>
          <p:spPr>
            <a:xfrm>
              <a:off x="5399179"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8" name="椭圆 87">
              <a:extLst>
                <a:ext uri="{FF2B5EF4-FFF2-40B4-BE49-F238E27FC236}">
                  <a16:creationId xmlns:a16="http://schemas.microsoft.com/office/drawing/2014/main" id="{67779B50-F8B9-9DC2-B5ED-F0F458190D5A}"/>
                </a:ext>
              </a:extLst>
            </p:cNvPr>
            <p:cNvSpPr/>
            <p:nvPr/>
          </p:nvSpPr>
          <p:spPr>
            <a:xfrm>
              <a:off x="4392000" y="2934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89" name="直接箭头连接符 88">
              <a:extLst>
                <a:ext uri="{FF2B5EF4-FFF2-40B4-BE49-F238E27FC236}">
                  <a16:creationId xmlns:a16="http://schemas.microsoft.com/office/drawing/2014/main" id="{1E9811F3-CFFF-CB8E-D5CC-10FFE7E0829A}"/>
                </a:ext>
              </a:extLst>
            </p:cNvPr>
            <p:cNvCxnSpPr>
              <a:cxnSpLocks/>
              <a:stCxn id="79" idx="4"/>
              <a:endCxn id="86" idx="0"/>
            </p:cNvCxnSpPr>
            <p:nvPr/>
          </p:nvCxnSpPr>
          <p:spPr>
            <a:xfrm>
              <a:off x="6788373" y="2723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633E9B78-EF96-070B-2F10-0075C7C44A01}"/>
                </a:ext>
              </a:extLst>
            </p:cNvPr>
            <p:cNvCxnSpPr>
              <a:cxnSpLocks/>
              <a:stCxn id="86" idx="2"/>
              <a:endCxn id="87" idx="6"/>
            </p:cNvCxnSpPr>
            <p:nvPr/>
          </p:nvCxnSpPr>
          <p:spPr>
            <a:xfrm flipH="1">
              <a:off x="6168545" y="3112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9E9F5DE7-C52E-1350-DC85-DF5AF67FB488}"/>
                </a:ext>
              </a:extLst>
            </p:cNvPr>
            <p:cNvCxnSpPr>
              <a:cxnSpLocks/>
              <a:stCxn id="87" idx="0"/>
              <a:endCxn id="102" idx="4"/>
            </p:cNvCxnSpPr>
            <p:nvPr/>
          </p:nvCxnSpPr>
          <p:spPr>
            <a:xfrm flipV="1">
              <a:off x="5783862" y="2725585"/>
              <a:ext cx="821" cy="2084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979FD485-6D56-FB96-08E4-2E9CF7BE7CB6}"/>
                </a:ext>
              </a:extLst>
            </p:cNvPr>
            <p:cNvCxnSpPr>
              <a:cxnSpLocks/>
              <a:stCxn id="88" idx="0"/>
              <a:endCxn id="80" idx="4"/>
            </p:cNvCxnSpPr>
            <p:nvPr/>
          </p:nvCxnSpPr>
          <p:spPr>
            <a:xfrm flipV="1">
              <a:off x="4776683" y="2723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E1A4D058-4F4F-D957-4222-A1831A9B6415}"/>
                </a:ext>
              </a:extLst>
            </p:cNvPr>
            <p:cNvSpPr/>
            <p:nvPr/>
          </p:nvSpPr>
          <p:spPr>
            <a:xfrm>
              <a:off x="3528000" y="2160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02" name="椭圆 101">
              <a:extLst>
                <a:ext uri="{FF2B5EF4-FFF2-40B4-BE49-F238E27FC236}">
                  <a16:creationId xmlns:a16="http://schemas.microsoft.com/office/drawing/2014/main" id="{4152D06F-E6F9-BBE2-F57E-AF7896C7CE48}"/>
                </a:ext>
              </a:extLst>
            </p:cNvPr>
            <p:cNvSpPr/>
            <p:nvPr/>
          </p:nvSpPr>
          <p:spPr>
            <a:xfrm>
              <a:off x="5400000" y="23688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79956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3DFD4-1829-B53E-50CA-2858298B894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588928C-E3D2-767B-7105-68D7F8C03442}"/>
              </a:ext>
            </a:extLst>
          </p:cNvPr>
          <p:cNvSpPr txBox="1"/>
          <p:nvPr/>
        </p:nvSpPr>
        <p:spPr>
          <a:xfrm>
            <a:off x="360000" y="828000"/>
            <a:ext cx="535564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扭环形计数器的自校正设计</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30" name="组合 229">
            <a:extLst>
              <a:ext uri="{FF2B5EF4-FFF2-40B4-BE49-F238E27FC236}">
                <a16:creationId xmlns:a16="http://schemas.microsoft.com/office/drawing/2014/main" id="{A0CC934F-87B2-7E8C-9E2C-18B9D8BD187F}"/>
              </a:ext>
            </a:extLst>
          </p:cNvPr>
          <p:cNvGrpSpPr/>
          <p:nvPr/>
        </p:nvGrpSpPr>
        <p:grpSpPr>
          <a:xfrm>
            <a:off x="11449269" y="6198682"/>
            <a:ext cx="786273" cy="548639"/>
            <a:chOff x="11454918" y="5839511"/>
            <a:chExt cx="786273" cy="548639"/>
          </a:xfrm>
        </p:grpSpPr>
        <p:grpSp>
          <p:nvGrpSpPr>
            <p:cNvPr id="231" name="组合 230">
              <a:extLst>
                <a:ext uri="{FF2B5EF4-FFF2-40B4-BE49-F238E27FC236}">
                  <a16:creationId xmlns:a16="http://schemas.microsoft.com/office/drawing/2014/main" id="{873219DD-24B9-8827-3A68-6E10481CC8B4}"/>
                </a:ext>
              </a:extLst>
            </p:cNvPr>
            <p:cNvGrpSpPr/>
            <p:nvPr/>
          </p:nvGrpSpPr>
          <p:grpSpPr>
            <a:xfrm>
              <a:off x="11454918" y="5867450"/>
              <a:ext cx="737081" cy="520700"/>
              <a:chOff x="11454918" y="5867450"/>
              <a:chExt cx="737081" cy="520700"/>
            </a:xfrm>
          </p:grpSpPr>
          <p:sp>
            <p:nvSpPr>
              <p:cNvPr id="233" name="箭头: 五边形 232">
                <a:extLst>
                  <a:ext uri="{FF2B5EF4-FFF2-40B4-BE49-F238E27FC236}">
                    <a16:creationId xmlns:a16="http://schemas.microsoft.com/office/drawing/2014/main" id="{425F4187-D686-1EAD-5EE8-97E887D52FB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4" name="箭头: V 形 233">
                <a:extLst>
                  <a:ext uri="{FF2B5EF4-FFF2-40B4-BE49-F238E27FC236}">
                    <a16:creationId xmlns:a16="http://schemas.microsoft.com/office/drawing/2014/main" id="{BE68A220-F6E8-8863-E563-8C28E912A45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32" name="灯片编号占位符 3">
              <a:extLst>
                <a:ext uri="{FF2B5EF4-FFF2-40B4-BE49-F238E27FC236}">
                  <a16:creationId xmlns:a16="http://schemas.microsoft.com/office/drawing/2014/main" id="{7442BB37-1226-2FC4-9122-05F2B37DCB7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36</a:t>
              </a:fld>
              <a:endParaRPr lang="zh-CN" altLang="en-US" sz="3200" dirty="0">
                <a:solidFill>
                  <a:schemeClr val="bg1"/>
                </a:solidFill>
                <a:latin typeface="Candara"/>
                <a:ea typeface="微软雅黑"/>
              </a:endParaRPr>
            </a:p>
          </p:txBody>
        </p:sp>
      </p:grpSp>
      <p:graphicFrame>
        <p:nvGraphicFramePr>
          <p:cNvPr id="434" name="表格 433">
            <a:extLst>
              <a:ext uri="{FF2B5EF4-FFF2-40B4-BE49-F238E27FC236}">
                <a16:creationId xmlns:a16="http://schemas.microsoft.com/office/drawing/2014/main" id="{01591109-56E4-F0C6-DCBE-1782067367E2}"/>
              </a:ext>
            </a:extLst>
          </p:cNvPr>
          <p:cNvGraphicFramePr>
            <a:graphicFrameLocks noGrp="1"/>
          </p:cNvGraphicFramePr>
          <p:nvPr>
            <p:extLst>
              <p:ext uri="{D42A27DB-BD31-4B8C-83A1-F6EECF244321}">
                <p14:modId xmlns:p14="http://schemas.microsoft.com/office/powerpoint/2010/main" val="2673416300"/>
              </p:ext>
            </p:extLst>
          </p:nvPr>
        </p:nvGraphicFramePr>
        <p:xfrm>
          <a:off x="1045583" y="1942140"/>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435" name="直接连接符 434">
            <a:extLst>
              <a:ext uri="{FF2B5EF4-FFF2-40B4-BE49-F238E27FC236}">
                <a16:creationId xmlns:a16="http://schemas.microsoft.com/office/drawing/2014/main" id="{D6C47439-EB28-3DCE-0BE1-5877C6051EF9}"/>
              </a:ext>
            </a:extLst>
          </p:cNvPr>
          <p:cNvCxnSpPr>
            <a:cxnSpLocks/>
          </p:cNvCxnSpPr>
          <p:nvPr/>
        </p:nvCxnSpPr>
        <p:spPr>
          <a:xfrm flipH="1" flipV="1">
            <a:off x="825258" y="1647781"/>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6" name="文本框 435">
                <a:extLst>
                  <a:ext uri="{FF2B5EF4-FFF2-40B4-BE49-F238E27FC236}">
                    <a16:creationId xmlns:a16="http://schemas.microsoft.com/office/drawing/2014/main" id="{D07271C3-D467-FDBF-8EDC-34BF5A6365F4}"/>
                  </a:ext>
                </a:extLst>
              </p:cNvPr>
              <p:cNvSpPr txBox="1"/>
              <p:nvPr/>
            </p:nvSpPr>
            <p:spPr>
              <a:xfrm>
                <a:off x="786864" y="143737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436" name="文本框 435">
                <a:extLst>
                  <a:ext uri="{FF2B5EF4-FFF2-40B4-BE49-F238E27FC236}">
                    <a16:creationId xmlns:a16="http://schemas.microsoft.com/office/drawing/2014/main" id="{D07271C3-D467-FDBF-8EDC-34BF5A6365F4}"/>
                  </a:ext>
                </a:extLst>
              </p:cNvPr>
              <p:cNvSpPr txBox="1">
                <a:spLocks noRot="1" noChangeAspect="1" noMove="1" noResize="1" noEditPoints="1" noAdjustHandles="1" noChangeArrowheads="1" noChangeShapeType="1" noTextEdit="1"/>
              </p:cNvSpPr>
              <p:nvPr/>
            </p:nvSpPr>
            <p:spPr>
              <a:xfrm>
                <a:off x="786864" y="1437375"/>
                <a:ext cx="638842" cy="369332"/>
              </a:xfrm>
              <a:prstGeom prst="rect">
                <a:avLst/>
              </a:prstGeom>
              <a:blipFill>
                <a:blip r:embed="rId3"/>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7" name="文本框 436">
                <a:extLst>
                  <a:ext uri="{FF2B5EF4-FFF2-40B4-BE49-F238E27FC236}">
                    <a16:creationId xmlns:a16="http://schemas.microsoft.com/office/drawing/2014/main" id="{55BEA967-9BA6-BC3A-DA61-8A088050B4DE}"/>
                  </a:ext>
                </a:extLst>
              </p:cNvPr>
              <p:cNvSpPr txBox="1"/>
              <p:nvPr/>
            </p:nvSpPr>
            <p:spPr>
              <a:xfrm>
                <a:off x="359458" y="1646546"/>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37" name="文本框 436">
                <a:extLst>
                  <a:ext uri="{FF2B5EF4-FFF2-40B4-BE49-F238E27FC236}">
                    <a16:creationId xmlns:a16="http://schemas.microsoft.com/office/drawing/2014/main" id="{55BEA967-9BA6-BC3A-DA61-8A088050B4DE}"/>
                  </a:ext>
                </a:extLst>
              </p:cNvPr>
              <p:cNvSpPr txBox="1">
                <a:spLocks noRot="1" noChangeAspect="1" noMove="1" noResize="1" noEditPoints="1" noAdjustHandles="1" noChangeArrowheads="1" noChangeShapeType="1" noTextEdit="1"/>
              </p:cNvSpPr>
              <p:nvPr/>
            </p:nvSpPr>
            <p:spPr>
              <a:xfrm>
                <a:off x="359458" y="1646546"/>
                <a:ext cx="638842" cy="369332"/>
              </a:xfrm>
              <a:prstGeom prst="rect">
                <a:avLst/>
              </a:prstGeom>
              <a:blipFill>
                <a:blip r:embed="rId4"/>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8" name="文本框 437">
                <a:extLst>
                  <a:ext uri="{FF2B5EF4-FFF2-40B4-BE49-F238E27FC236}">
                    <a16:creationId xmlns:a16="http://schemas.microsoft.com/office/drawing/2014/main" id="{09028D5E-65BE-4BBA-73C4-D0B430C25397}"/>
                  </a:ext>
                </a:extLst>
              </p:cNvPr>
              <p:cNvSpPr txBox="1"/>
              <p:nvPr/>
            </p:nvSpPr>
            <p:spPr>
              <a:xfrm>
                <a:off x="439286" y="1270083"/>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b="0" i="1" smtClean="0">
                              <a:solidFill>
                                <a:srgbClr val="0000FF"/>
                              </a:solidFill>
                              <a:latin typeface="Cambria Math" panose="02040503050406030204" pitchFamily="18" charset="0"/>
                            </a:rPr>
                            <m:t>0</m:t>
                          </m:r>
                        </m:sub>
                      </m:sSub>
                    </m:oMath>
                  </m:oMathPara>
                </a14:m>
                <a:endParaRPr lang="zh-CN" altLang="en-US" sz="2200" dirty="0">
                  <a:solidFill>
                    <a:srgbClr val="0000FF"/>
                  </a:solidFill>
                </a:endParaRPr>
              </a:p>
            </p:txBody>
          </p:sp>
        </mc:Choice>
        <mc:Fallback xmlns="">
          <p:sp>
            <p:nvSpPr>
              <p:cNvPr id="438" name="文本框 437">
                <a:extLst>
                  <a:ext uri="{FF2B5EF4-FFF2-40B4-BE49-F238E27FC236}">
                    <a16:creationId xmlns:a16="http://schemas.microsoft.com/office/drawing/2014/main" id="{09028D5E-65BE-4BBA-73C4-D0B430C25397}"/>
                  </a:ext>
                </a:extLst>
              </p:cNvPr>
              <p:cNvSpPr txBox="1">
                <a:spLocks noRot="1" noChangeAspect="1" noMove="1" noResize="1" noEditPoints="1" noAdjustHandles="1" noChangeArrowheads="1" noChangeShapeType="1" noTextEdit="1"/>
              </p:cNvSpPr>
              <p:nvPr/>
            </p:nvSpPr>
            <p:spPr>
              <a:xfrm>
                <a:off x="439286" y="1270083"/>
                <a:ext cx="413829" cy="430887"/>
              </a:xfrm>
              <a:prstGeom prst="rect">
                <a:avLst/>
              </a:prstGeom>
              <a:blipFill>
                <a:blip r:embed="rId5"/>
                <a:stretch>
                  <a:fillRect l="-1471" r="-10294"/>
                </a:stretch>
              </a:blipFill>
            </p:spPr>
            <p:txBody>
              <a:bodyPr/>
              <a:lstStyle/>
              <a:p>
                <a:r>
                  <a:rPr lang="zh-CN" altLang="en-US">
                    <a:noFill/>
                  </a:rPr>
                  <a:t> </a:t>
                </a:r>
              </a:p>
            </p:txBody>
          </p:sp>
        </mc:Fallback>
      </mc:AlternateContent>
      <p:sp>
        <p:nvSpPr>
          <p:cNvPr id="439" name="文本框 438">
            <a:extLst>
              <a:ext uri="{FF2B5EF4-FFF2-40B4-BE49-F238E27FC236}">
                <a16:creationId xmlns:a16="http://schemas.microsoft.com/office/drawing/2014/main" id="{1DE709F4-DB9E-CDDF-7B0A-E2207C2FC9FA}"/>
              </a:ext>
            </a:extLst>
          </p:cNvPr>
          <p:cNvSpPr txBox="1"/>
          <p:nvPr/>
        </p:nvSpPr>
        <p:spPr>
          <a:xfrm>
            <a:off x="1045584" y="172052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0" name="文本框 439">
            <a:extLst>
              <a:ext uri="{FF2B5EF4-FFF2-40B4-BE49-F238E27FC236}">
                <a16:creationId xmlns:a16="http://schemas.microsoft.com/office/drawing/2014/main" id="{225BE329-6E9A-DA6B-C13A-21DDFE4697BB}"/>
              </a:ext>
            </a:extLst>
          </p:cNvPr>
          <p:cNvSpPr txBox="1"/>
          <p:nvPr/>
        </p:nvSpPr>
        <p:spPr>
          <a:xfrm>
            <a:off x="1420476" y="172052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1" name="文本框 440">
            <a:extLst>
              <a:ext uri="{FF2B5EF4-FFF2-40B4-BE49-F238E27FC236}">
                <a16:creationId xmlns:a16="http://schemas.microsoft.com/office/drawing/2014/main" id="{7E7B29C6-FC4B-D60C-FF44-61998585FE99}"/>
              </a:ext>
            </a:extLst>
          </p:cNvPr>
          <p:cNvSpPr txBox="1"/>
          <p:nvPr/>
        </p:nvSpPr>
        <p:spPr>
          <a:xfrm>
            <a:off x="1796332" y="17174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2" name="文本框 441">
            <a:extLst>
              <a:ext uri="{FF2B5EF4-FFF2-40B4-BE49-F238E27FC236}">
                <a16:creationId xmlns:a16="http://schemas.microsoft.com/office/drawing/2014/main" id="{27038154-150B-15DE-EDA1-72353397F4A7}"/>
              </a:ext>
            </a:extLst>
          </p:cNvPr>
          <p:cNvSpPr txBox="1"/>
          <p:nvPr/>
        </p:nvSpPr>
        <p:spPr>
          <a:xfrm>
            <a:off x="2171228" y="17235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3" name="文本框 442">
            <a:extLst>
              <a:ext uri="{FF2B5EF4-FFF2-40B4-BE49-F238E27FC236}">
                <a16:creationId xmlns:a16="http://schemas.microsoft.com/office/drawing/2014/main" id="{4E29F633-FB46-127A-EA32-AEFEEC6ADB8E}"/>
              </a:ext>
            </a:extLst>
          </p:cNvPr>
          <p:cNvSpPr txBox="1"/>
          <p:nvPr/>
        </p:nvSpPr>
        <p:spPr>
          <a:xfrm>
            <a:off x="745861" y="195829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4" name="文本框 443">
            <a:extLst>
              <a:ext uri="{FF2B5EF4-FFF2-40B4-BE49-F238E27FC236}">
                <a16:creationId xmlns:a16="http://schemas.microsoft.com/office/drawing/2014/main" id="{439CDF9C-5C64-5B24-A363-FE02D519FCF1}"/>
              </a:ext>
            </a:extLst>
          </p:cNvPr>
          <p:cNvSpPr txBox="1"/>
          <p:nvPr/>
        </p:nvSpPr>
        <p:spPr>
          <a:xfrm>
            <a:off x="745861" y="226103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5" name="文本框 444">
            <a:extLst>
              <a:ext uri="{FF2B5EF4-FFF2-40B4-BE49-F238E27FC236}">
                <a16:creationId xmlns:a16="http://schemas.microsoft.com/office/drawing/2014/main" id="{D9A9B632-F004-CA20-7F94-3B6693726F97}"/>
              </a:ext>
            </a:extLst>
          </p:cNvPr>
          <p:cNvSpPr txBox="1"/>
          <p:nvPr/>
        </p:nvSpPr>
        <p:spPr>
          <a:xfrm>
            <a:off x="745861" y="25633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6" name="文本框 445">
            <a:extLst>
              <a:ext uri="{FF2B5EF4-FFF2-40B4-BE49-F238E27FC236}">
                <a16:creationId xmlns:a16="http://schemas.microsoft.com/office/drawing/2014/main" id="{DC5C4F0A-1F56-D169-4072-69008CCCEB25}"/>
              </a:ext>
            </a:extLst>
          </p:cNvPr>
          <p:cNvSpPr txBox="1"/>
          <p:nvPr/>
        </p:nvSpPr>
        <p:spPr>
          <a:xfrm>
            <a:off x="744617" y="28648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447" name="表格 446">
            <a:extLst>
              <a:ext uri="{FF2B5EF4-FFF2-40B4-BE49-F238E27FC236}">
                <a16:creationId xmlns:a16="http://schemas.microsoft.com/office/drawing/2014/main" id="{B9CEE7B5-60D8-25E5-DAA1-F141BF8FC128}"/>
              </a:ext>
            </a:extLst>
          </p:cNvPr>
          <p:cNvGraphicFramePr>
            <a:graphicFrameLocks noGrp="1"/>
          </p:cNvGraphicFramePr>
          <p:nvPr>
            <p:extLst>
              <p:ext uri="{D42A27DB-BD31-4B8C-83A1-F6EECF244321}">
                <p14:modId xmlns:p14="http://schemas.microsoft.com/office/powerpoint/2010/main" val="1142223144"/>
              </p:ext>
            </p:extLst>
          </p:nvPr>
        </p:nvGraphicFramePr>
        <p:xfrm>
          <a:off x="4465976" y="1931456"/>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448" name="直接连接符 447">
            <a:extLst>
              <a:ext uri="{FF2B5EF4-FFF2-40B4-BE49-F238E27FC236}">
                <a16:creationId xmlns:a16="http://schemas.microsoft.com/office/drawing/2014/main" id="{0A579F4C-66EF-1D59-F416-B076836AAE42}"/>
              </a:ext>
            </a:extLst>
          </p:cNvPr>
          <p:cNvCxnSpPr>
            <a:cxnSpLocks/>
          </p:cNvCxnSpPr>
          <p:nvPr/>
        </p:nvCxnSpPr>
        <p:spPr>
          <a:xfrm flipH="1" flipV="1">
            <a:off x="4245651" y="1637097"/>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9" name="文本框 448">
                <a:extLst>
                  <a:ext uri="{FF2B5EF4-FFF2-40B4-BE49-F238E27FC236}">
                    <a16:creationId xmlns:a16="http://schemas.microsoft.com/office/drawing/2014/main" id="{6FEAC2FA-E44D-DC21-D5AD-7D4635EC3314}"/>
                  </a:ext>
                </a:extLst>
              </p:cNvPr>
              <p:cNvSpPr txBox="1"/>
              <p:nvPr/>
            </p:nvSpPr>
            <p:spPr>
              <a:xfrm>
                <a:off x="4207257" y="1426691"/>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449" name="文本框 448">
                <a:extLst>
                  <a:ext uri="{FF2B5EF4-FFF2-40B4-BE49-F238E27FC236}">
                    <a16:creationId xmlns:a16="http://schemas.microsoft.com/office/drawing/2014/main" id="{6FEAC2FA-E44D-DC21-D5AD-7D4635EC3314}"/>
                  </a:ext>
                </a:extLst>
              </p:cNvPr>
              <p:cNvSpPr txBox="1">
                <a:spLocks noRot="1" noChangeAspect="1" noMove="1" noResize="1" noEditPoints="1" noAdjustHandles="1" noChangeArrowheads="1" noChangeShapeType="1" noTextEdit="1"/>
              </p:cNvSpPr>
              <p:nvPr/>
            </p:nvSpPr>
            <p:spPr>
              <a:xfrm>
                <a:off x="4207257" y="1426691"/>
                <a:ext cx="638842" cy="369332"/>
              </a:xfrm>
              <a:prstGeom prst="rect">
                <a:avLst/>
              </a:prstGeom>
              <a:blipFill>
                <a:blip r:embed="rId6"/>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0" name="文本框 449">
                <a:extLst>
                  <a:ext uri="{FF2B5EF4-FFF2-40B4-BE49-F238E27FC236}">
                    <a16:creationId xmlns:a16="http://schemas.microsoft.com/office/drawing/2014/main" id="{E1254AA9-D983-6BB5-795F-9D96A0521010}"/>
                  </a:ext>
                </a:extLst>
              </p:cNvPr>
              <p:cNvSpPr txBox="1"/>
              <p:nvPr/>
            </p:nvSpPr>
            <p:spPr>
              <a:xfrm>
                <a:off x="3779851" y="1635862"/>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50" name="文本框 449">
                <a:extLst>
                  <a:ext uri="{FF2B5EF4-FFF2-40B4-BE49-F238E27FC236}">
                    <a16:creationId xmlns:a16="http://schemas.microsoft.com/office/drawing/2014/main" id="{E1254AA9-D983-6BB5-795F-9D96A0521010}"/>
                  </a:ext>
                </a:extLst>
              </p:cNvPr>
              <p:cNvSpPr txBox="1">
                <a:spLocks noRot="1" noChangeAspect="1" noMove="1" noResize="1" noEditPoints="1" noAdjustHandles="1" noChangeArrowheads="1" noChangeShapeType="1" noTextEdit="1"/>
              </p:cNvSpPr>
              <p:nvPr/>
            </p:nvSpPr>
            <p:spPr>
              <a:xfrm>
                <a:off x="3779851" y="1635862"/>
                <a:ext cx="638842" cy="369332"/>
              </a:xfrm>
              <a:prstGeom prst="rect">
                <a:avLst/>
              </a:prstGeom>
              <a:blipFill>
                <a:blip r:embed="rId7"/>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1" name="文本框 450">
                <a:extLst>
                  <a:ext uri="{FF2B5EF4-FFF2-40B4-BE49-F238E27FC236}">
                    <a16:creationId xmlns:a16="http://schemas.microsoft.com/office/drawing/2014/main" id="{799EFB32-B33C-7420-E7AA-F8A490384875}"/>
                  </a:ext>
                </a:extLst>
              </p:cNvPr>
              <p:cNvSpPr txBox="1"/>
              <p:nvPr/>
            </p:nvSpPr>
            <p:spPr>
              <a:xfrm>
                <a:off x="3859679" y="1259399"/>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1</m:t>
                          </m:r>
                        </m:sub>
                      </m:sSub>
                    </m:oMath>
                  </m:oMathPara>
                </a14:m>
                <a:endParaRPr lang="zh-CN" altLang="en-US" sz="2200" dirty="0">
                  <a:solidFill>
                    <a:srgbClr val="0000FF"/>
                  </a:solidFill>
                </a:endParaRPr>
              </a:p>
            </p:txBody>
          </p:sp>
        </mc:Choice>
        <mc:Fallback xmlns="">
          <p:sp>
            <p:nvSpPr>
              <p:cNvPr id="451" name="文本框 450">
                <a:extLst>
                  <a:ext uri="{FF2B5EF4-FFF2-40B4-BE49-F238E27FC236}">
                    <a16:creationId xmlns:a16="http://schemas.microsoft.com/office/drawing/2014/main" id="{799EFB32-B33C-7420-E7AA-F8A490384875}"/>
                  </a:ext>
                </a:extLst>
              </p:cNvPr>
              <p:cNvSpPr txBox="1">
                <a:spLocks noRot="1" noChangeAspect="1" noMove="1" noResize="1" noEditPoints="1" noAdjustHandles="1" noChangeArrowheads="1" noChangeShapeType="1" noTextEdit="1"/>
              </p:cNvSpPr>
              <p:nvPr/>
            </p:nvSpPr>
            <p:spPr>
              <a:xfrm>
                <a:off x="3859679" y="1259399"/>
                <a:ext cx="413829" cy="430887"/>
              </a:xfrm>
              <a:prstGeom prst="rect">
                <a:avLst/>
              </a:prstGeom>
              <a:blipFill>
                <a:blip r:embed="rId8"/>
                <a:stretch>
                  <a:fillRect l="-1471" r="-8824"/>
                </a:stretch>
              </a:blipFill>
            </p:spPr>
            <p:txBody>
              <a:bodyPr/>
              <a:lstStyle/>
              <a:p>
                <a:r>
                  <a:rPr lang="zh-CN" altLang="en-US">
                    <a:noFill/>
                  </a:rPr>
                  <a:t> </a:t>
                </a:r>
              </a:p>
            </p:txBody>
          </p:sp>
        </mc:Fallback>
      </mc:AlternateContent>
      <p:sp>
        <p:nvSpPr>
          <p:cNvPr id="452" name="文本框 451">
            <a:extLst>
              <a:ext uri="{FF2B5EF4-FFF2-40B4-BE49-F238E27FC236}">
                <a16:creationId xmlns:a16="http://schemas.microsoft.com/office/drawing/2014/main" id="{AE3AE08F-4B63-C5D7-57FC-4DDD623A0B9B}"/>
              </a:ext>
            </a:extLst>
          </p:cNvPr>
          <p:cNvSpPr txBox="1"/>
          <p:nvPr/>
        </p:nvSpPr>
        <p:spPr>
          <a:xfrm>
            <a:off x="4465977" y="170984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3" name="文本框 452">
            <a:extLst>
              <a:ext uri="{FF2B5EF4-FFF2-40B4-BE49-F238E27FC236}">
                <a16:creationId xmlns:a16="http://schemas.microsoft.com/office/drawing/2014/main" id="{6A58DE41-9A85-FCDE-7D09-750E4F1E45C5}"/>
              </a:ext>
            </a:extLst>
          </p:cNvPr>
          <p:cNvSpPr txBox="1"/>
          <p:nvPr/>
        </p:nvSpPr>
        <p:spPr>
          <a:xfrm>
            <a:off x="4840869" y="170984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4" name="文本框 453">
            <a:extLst>
              <a:ext uri="{FF2B5EF4-FFF2-40B4-BE49-F238E27FC236}">
                <a16:creationId xmlns:a16="http://schemas.microsoft.com/office/drawing/2014/main" id="{9B373831-15A4-303E-97BB-97F2C939B60F}"/>
              </a:ext>
            </a:extLst>
          </p:cNvPr>
          <p:cNvSpPr txBox="1"/>
          <p:nvPr/>
        </p:nvSpPr>
        <p:spPr>
          <a:xfrm>
            <a:off x="5216725" y="17067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5" name="文本框 454">
            <a:extLst>
              <a:ext uri="{FF2B5EF4-FFF2-40B4-BE49-F238E27FC236}">
                <a16:creationId xmlns:a16="http://schemas.microsoft.com/office/drawing/2014/main" id="{D4B0FCD7-F9E5-FD46-CC1B-8966B2542279}"/>
              </a:ext>
            </a:extLst>
          </p:cNvPr>
          <p:cNvSpPr txBox="1"/>
          <p:nvPr/>
        </p:nvSpPr>
        <p:spPr>
          <a:xfrm>
            <a:off x="5591621" y="171281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6" name="文本框 455">
            <a:extLst>
              <a:ext uri="{FF2B5EF4-FFF2-40B4-BE49-F238E27FC236}">
                <a16:creationId xmlns:a16="http://schemas.microsoft.com/office/drawing/2014/main" id="{98E409CB-A7DB-20DD-2A09-0B5F8A7C73AD}"/>
              </a:ext>
            </a:extLst>
          </p:cNvPr>
          <p:cNvSpPr txBox="1"/>
          <p:nvPr/>
        </p:nvSpPr>
        <p:spPr>
          <a:xfrm>
            <a:off x="4166254" y="1947608"/>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7" name="文本框 456">
            <a:extLst>
              <a:ext uri="{FF2B5EF4-FFF2-40B4-BE49-F238E27FC236}">
                <a16:creationId xmlns:a16="http://schemas.microsoft.com/office/drawing/2014/main" id="{2A4A3793-3437-1D7A-7764-1BA8AFFE4840}"/>
              </a:ext>
            </a:extLst>
          </p:cNvPr>
          <p:cNvSpPr txBox="1"/>
          <p:nvPr/>
        </p:nvSpPr>
        <p:spPr>
          <a:xfrm>
            <a:off x="4166254" y="225034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8" name="文本框 457">
            <a:extLst>
              <a:ext uri="{FF2B5EF4-FFF2-40B4-BE49-F238E27FC236}">
                <a16:creationId xmlns:a16="http://schemas.microsoft.com/office/drawing/2014/main" id="{3B6B703A-9DA4-5C74-1EEC-95FA2A2CB02F}"/>
              </a:ext>
            </a:extLst>
          </p:cNvPr>
          <p:cNvSpPr txBox="1"/>
          <p:nvPr/>
        </p:nvSpPr>
        <p:spPr>
          <a:xfrm>
            <a:off x="4166254" y="2552702"/>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59" name="文本框 458">
            <a:extLst>
              <a:ext uri="{FF2B5EF4-FFF2-40B4-BE49-F238E27FC236}">
                <a16:creationId xmlns:a16="http://schemas.microsoft.com/office/drawing/2014/main" id="{0C39D6E5-4500-7B84-82FE-AA875DB60DFC}"/>
              </a:ext>
            </a:extLst>
          </p:cNvPr>
          <p:cNvSpPr txBox="1"/>
          <p:nvPr/>
        </p:nvSpPr>
        <p:spPr>
          <a:xfrm>
            <a:off x="4165010" y="285420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460" name="表格 459">
            <a:extLst>
              <a:ext uri="{FF2B5EF4-FFF2-40B4-BE49-F238E27FC236}">
                <a16:creationId xmlns:a16="http://schemas.microsoft.com/office/drawing/2014/main" id="{EB5228F0-FC7D-C7C1-3C80-FA7B17119EDB}"/>
              </a:ext>
            </a:extLst>
          </p:cNvPr>
          <p:cNvGraphicFramePr>
            <a:graphicFrameLocks noGrp="1"/>
          </p:cNvGraphicFramePr>
          <p:nvPr>
            <p:extLst>
              <p:ext uri="{D42A27DB-BD31-4B8C-83A1-F6EECF244321}">
                <p14:modId xmlns:p14="http://schemas.microsoft.com/office/powerpoint/2010/main" val="970678085"/>
              </p:ext>
            </p:extLst>
          </p:nvPr>
        </p:nvGraphicFramePr>
        <p:xfrm>
          <a:off x="1045583" y="3740383"/>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b="1" dirty="0">
                          <a:solidFill>
                            <a:srgbClr val="FF0000"/>
                          </a:solidFill>
                          <a:latin typeface="微软雅黑" panose="020B0503020204020204" pitchFamily="34" charset="-122"/>
                          <a:ea typeface="微软雅黑" panose="020B0503020204020204" pitchFamily="34" charset="-122"/>
                        </a:rPr>
                        <a:t>0</a:t>
                      </a:r>
                      <a:endParaRPr lang="zh-CN" altLang="en-US" sz="1400" b="1" dirty="0">
                        <a:solidFill>
                          <a:srgbClr val="FF0000"/>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b="1" dirty="0">
                          <a:solidFill>
                            <a:srgbClr val="FF0000"/>
                          </a:solidFill>
                          <a:latin typeface="微软雅黑" panose="020B0503020204020204" pitchFamily="34" charset="-122"/>
                          <a:ea typeface="微软雅黑" panose="020B0503020204020204" pitchFamily="34" charset="-122"/>
                        </a:rPr>
                        <a:t>0</a:t>
                      </a:r>
                      <a:endParaRPr lang="zh-CN" altLang="en-US" sz="1400" b="1" dirty="0">
                        <a:solidFill>
                          <a:srgbClr val="FF0000"/>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461" name="直接连接符 460">
            <a:extLst>
              <a:ext uri="{FF2B5EF4-FFF2-40B4-BE49-F238E27FC236}">
                <a16:creationId xmlns:a16="http://schemas.microsoft.com/office/drawing/2014/main" id="{25CD5DDA-4916-8EBE-ECF8-D8BB13109278}"/>
              </a:ext>
            </a:extLst>
          </p:cNvPr>
          <p:cNvCxnSpPr>
            <a:cxnSpLocks/>
          </p:cNvCxnSpPr>
          <p:nvPr/>
        </p:nvCxnSpPr>
        <p:spPr>
          <a:xfrm flipH="1" flipV="1">
            <a:off x="825258" y="3446024"/>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2" name="文本框 461">
                <a:extLst>
                  <a:ext uri="{FF2B5EF4-FFF2-40B4-BE49-F238E27FC236}">
                    <a16:creationId xmlns:a16="http://schemas.microsoft.com/office/drawing/2014/main" id="{E965C7B8-D6DD-6130-9349-5D875601C250}"/>
                  </a:ext>
                </a:extLst>
              </p:cNvPr>
              <p:cNvSpPr txBox="1"/>
              <p:nvPr/>
            </p:nvSpPr>
            <p:spPr>
              <a:xfrm>
                <a:off x="786864" y="3235618"/>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462" name="文本框 461">
                <a:extLst>
                  <a:ext uri="{FF2B5EF4-FFF2-40B4-BE49-F238E27FC236}">
                    <a16:creationId xmlns:a16="http://schemas.microsoft.com/office/drawing/2014/main" id="{E965C7B8-D6DD-6130-9349-5D875601C250}"/>
                  </a:ext>
                </a:extLst>
              </p:cNvPr>
              <p:cNvSpPr txBox="1">
                <a:spLocks noRot="1" noChangeAspect="1" noMove="1" noResize="1" noEditPoints="1" noAdjustHandles="1" noChangeArrowheads="1" noChangeShapeType="1" noTextEdit="1"/>
              </p:cNvSpPr>
              <p:nvPr/>
            </p:nvSpPr>
            <p:spPr>
              <a:xfrm>
                <a:off x="786864" y="3235618"/>
                <a:ext cx="638842" cy="369332"/>
              </a:xfrm>
              <a:prstGeom prst="rect">
                <a:avLst/>
              </a:prstGeom>
              <a:blipFill>
                <a:blip r:embed="rId9"/>
                <a:stretch>
                  <a:fillRect l="-1905" r="-381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3" name="文本框 462">
                <a:extLst>
                  <a:ext uri="{FF2B5EF4-FFF2-40B4-BE49-F238E27FC236}">
                    <a16:creationId xmlns:a16="http://schemas.microsoft.com/office/drawing/2014/main" id="{EC7977BD-996D-5261-447B-46C1B69BE623}"/>
                  </a:ext>
                </a:extLst>
              </p:cNvPr>
              <p:cNvSpPr txBox="1"/>
              <p:nvPr/>
            </p:nvSpPr>
            <p:spPr>
              <a:xfrm>
                <a:off x="359458" y="3444789"/>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63" name="文本框 462">
                <a:extLst>
                  <a:ext uri="{FF2B5EF4-FFF2-40B4-BE49-F238E27FC236}">
                    <a16:creationId xmlns:a16="http://schemas.microsoft.com/office/drawing/2014/main" id="{EC7977BD-996D-5261-447B-46C1B69BE623}"/>
                  </a:ext>
                </a:extLst>
              </p:cNvPr>
              <p:cNvSpPr txBox="1">
                <a:spLocks noRot="1" noChangeAspect="1" noMove="1" noResize="1" noEditPoints="1" noAdjustHandles="1" noChangeArrowheads="1" noChangeShapeType="1" noTextEdit="1"/>
              </p:cNvSpPr>
              <p:nvPr/>
            </p:nvSpPr>
            <p:spPr>
              <a:xfrm>
                <a:off x="359458" y="3444789"/>
                <a:ext cx="638842" cy="369332"/>
              </a:xfrm>
              <a:prstGeom prst="rect">
                <a:avLst/>
              </a:prstGeom>
              <a:blipFill>
                <a:blip r:embed="rId10"/>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4" name="文本框 463">
                <a:extLst>
                  <a:ext uri="{FF2B5EF4-FFF2-40B4-BE49-F238E27FC236}">
                    <a16:creationId xmlns:a16="http://schemas.microsoft.com/office/drawing/2014/main" id="{5A3E7437-9F3E-1A85-45C4-A7CB2FEC35DA}"/>
                  </a:ext>
                </a:extLst>
              </p:cNvPr>
              <p:cNvSpPr txBox="1"/>
              <p:nvPr/>
            </p:nvSpPr>
            <p:spPr>
              <a:xfrm>
                <a:off x="439286" y="3068326"/>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2</m:t>
                          </m:r>
                        </m:sub>
                      </m:sSub>
                    </m:oMath>
                  </m:oMathPara>
                </a14:m>
                <a:endParaRPr lang="zh-CN" altLang="en-US" sz="2200" dirty="0">
                  <a:solidFill>
                    <a:srgbClr val="0000FF"/>
                  </a:solidFill>
                </a:endParaRPr>
              </a:p>
            </p:txBody>
          </p:sp>
        </mc:Choice>
        <mc:Fallback xmlns="">
          <p:sp>
            <p:nvSpPr>
              <p:cNvPr id="464" name="文本框 463">
                <a:extLst>
                  <a:ext uri="{FF2B5EF4-FFF2-40B4-BE49-F238E27FC236}">
                    <a16:creationId xmlns:a16="http://schemas.microsoft.com/office/drawing/2014/main" id="{5A3E7437-9F3E-1A85-45C4-A7CB2FEC35DA}"/>
                  </a:ext>
                </a:extLst>
              </p:cNvPr>
              <p:cNvSpPr txBox="1">
                <a:spLocks noRot="1" noChangeAspect="1" noMove="1" noResize="1" noEditPoints="1" noAdjustHandles="1" noChangeArrowheads="1" noChangeShapeType="1" noTextEdit="1"/>
              </p:cNvSpPr>
              <p:nvPr/>
            </p:nvSpPr>
            <p:spPr>
              <a:xfrm>
                <a:off x="439286" y="3068326"/>
                <a:ext cx="413829" cy="430887"/>
              </a:xfrm>
              <a:prstGeom prst="rect">
                <a:avLst/>
              </a:prstGeom>
              <a:blipFill>
                <a:blip r:embed="rId11"/>
                <a:stretch>
                  <a:fillRect l="-1471" r="-10294"/>
                </a:stretch>
              </a:blipFill>
            </p:spPr>
            <p:txBody>
              <a:bodyPr/>
              <a:lstStyle/>
              <a:p>
                <a:r>
                  <a:rPr lang="zh-CN" altLang="en-US">
                    <a:noFill/>
                  </a:rPr>
                  <a:t> </a:t>
                </a:r>
              </a:p>
            </p:txBody>
          </p:sp>
        </mc:Fallback>
      </mc:AlternateContent>
      <p:sp>
        <p:nvSpPr>
          <p:cNvPr id="465" name="文本框 464">
            <a:extLst>
              <a:ext uri="{FF2B5EF4-FFF2-40B4-BE49-F238E27FC236}">
                <a16:creationId xmlns:a16="http://schemas.microsoft.com/office/drawing/2014/main" id="{6AB278CB-3630-C269-E088-DC9860F9F228}"/>
              </a:ext>
            </a:extLst>
          </p:cNvPr>
          <p:cNvSpPr txBox="1"/>
          <p:nvPr/>
        </p:nvSpPr>
        <p:spPr>
          <a:xfrm>
            <a:off x="1045584" y="351877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6" name="文本框 465">
            <a:extLst>
              <a:ext uri="{FF2B5EF4-FFF2-40B4-BE49-F238E27FC236}">
                <a16:creationId xmlns:a16="http://schemas.microsoft.com/office/drawing/2014/main" id="{1D215F6B-913E-681F-8720-FB31A463E445}"/>
              </a:ext>
            </a:extLst>
          </p:cNvPr>
          <p:cNvSpPr txBox="1"/>
          <p:nvPr/>
        </p:nvSpPr>
        <p:spPr>
          <a:xfrm>
            <a:off x="1420476" y="351877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7" name="文本框 466">
            <a:extLst>
              <a:ext uri="{FF2B5EF4-FFF2-40B4-BE49-F238E27FC236}">
                <a16:creationId xmlns:a16="http://schemas.microsoft.com/office/drawing/2014/main" id="{5C839481-8801-ADA5-BCA8-628A4452737B}"/>
              </a:ext>
            </a:extLst>
          </p:cNvPr>
          <p:cNvSpPr txBox="1"/>
          <p:nvPr/>
        </p:nvSpPr>
        <p:spPr>
          <a:xfrm>
            <a:off x="1796332" y="351571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8" name="文本框 467">
            <a:extLst>
              <a:ext uri="{FF2B5EF4-FFF2-40B4-BE49-F238E27FC236}">
                <a16:creationId xmlns:a16="http://schemas.microsoft.com/office/drawing/2014/main" id="{FD970BA6-C4BF-9342-DBEF-3902BB301D43}"/>
              </a:ext>
            </a:extLst>
          </p:cNvPr>
          <p:cNvSpPr txBox="1"/>
          <p:nvPr/>
        </p:nvSpPr>
        <p:spPr>
          <a:xfrm>
            <a:off x="2171228" y="35217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69" name="文本框 468">
            <a:extLst>
              <a:ext uri="{FF2B5EF4-FFF2-40B4-BE49-F238E27FC236}">
                <a16:creationId xmlns:a16="http://schemas.microsoft.com/office/drawing/2014/main" id="{A59B9DC7-F7EF-1A0A-D1F4-EF1CEA295764}"/>
              </a:ext>
            </a:extLst>
          </p:cNvPr>
          <p:cNvSpPr txBox="1"/>
          <p:nvPr/>
        </p:nvSpPr>
        <p:spPr>
          <a:xfrm>
            <a:off x="745861" y="375653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0" name="文本框 469">
            <a:extLst>
              <a:ext uri="{FF2B5EF4-FFF2-40B4-BE49-F238E27FC236}">
                <a16:creationId xmlns:a16="http://schemas.microsoft.com/office/drawing/2014/main" id="{D8C6062B-DC2B-A1B1-2F92-FBA93BCC0D33}"/>
              </a:ext>
            </a:extLst>
          </p:cNvPr>
          <p:cNvSpPr txBox="1"/>
          <p:nvPr/>
        </p:nvSpPr>
        <p:spPr>
          <a:xfrm>
            <a:off x="745861" y="4059274"/>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1" name="文本框 470">
            <a:extLst>
              <a:ext uri="{FF2B5EF4-FFF2-40B4-BE49-F238E27FC236}">
                <a16:creationId xmlns:a16="http://schemas.microsoft.com/office/drawing/2014/main" id="{8EB4B828-30CE-43D8-9F44-8565E87983CD}"/>
              </a:ext>
            </a:extLst>
          </p:cNvPr>
          <p:cNvSpPr txBox="1"/>
          <p:nvPr/>
        </p:nvSpPr>
        <p:spPr>
          <a:xfrm>
            <a:off x="745861" y="436162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2" name="文本框 471">
            <a:extLst>
              <a:ext uri="{FF2B5EF4-FFF2-40B4-BE49-F238E27FC236}">
                <a16:creationId xmlns:a16="http://schemas.microsoft.com/office/drawing/2014/main" id="{7DDC8501-FF43-25CD-987C-259843BFA257}"/>
              </a:ext>
            </a:extLst>
          </p:cNvPr>
          <p:cNvSpPr txBox="1"/>
          <p:nvPr/>
        </p:nvSpPr>
        <p:spPr>
          <a:xfrm>
            <a:off x="744617" y="4663133"/>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473" name="表格 472">
            <a:extLst>
              <a:ext uri="{FF2B5EF4-FFF2-40B4-BE49-F238E27FC236}">
                <a16:creationId xmlns:a16="http://schemas.microsoft.com/office/drawing/2014/main" id="{A1528C3A-8D63-3439-BC05-397337714C04}"/>
              </a:ext>
            </a:extLst>
          </p:cNvPr>
          <p:cNvGraphicFramePr>
            <a:graphicFrameLocks noGrp="1"/>
          </p:cNvGraphicFramePr>
          <p:nvPr>
            <p:extLst>
              <p:ext uri="{D42A27DB-BD31-4B8C-83A1-F6EECF244321}">
                <p14:modId xmlns:p14="http://schemas.microsoft.com/office/powerpoint/2010/main" val="1336189263"/>
              </p:ext>
            </p:extLst>
          </p:nvPr>
        </p:nvGraphicFramePr>
        <p:xfrm>
          <a:off x="4465976" y="3729699"/>
          <a:ext cx="1501500" cy="1207836"/>
        </p:xfrm>
        <a:graphic>
          <a:graphicData uri="http://schemas.openxmlformats.org/drawingml/2006/table">
            <a:tbl>
              <a:tblPr firstRow="1" bandRow="1">
                <a:tableStyleId>{5940675A-B579-460E-94D1-54222C63F5DA}</a:tableStyleId>
              </a:tblPr>
              <a:tblGrid>
                <a:gridCol w="375375">
                  <a:extLst>
                    <a:ext uri="{9D8B030D-6E8A-4147-A177-3AD203B41FA5}">
                      <a16:colId xmlns:a16="http://schemas.microsoft.com/office/drawing/2014/main" val="2507528376"/>
                    </a:ext>
                  </a:extLst>
                </a:gridCol>
                <a:gridCol w="375375">
                  <a:extLst>
                    <a:ext uri="{9D8B030D-6E8A-4147-A177-3AD203B41FA5}">
                      <a16:colId xmlns:a16="http://schemas.microsoft.com/office/drawing/2014/main" val="2510699092"/>
                    </a:ext>
                  </a:extLst>
                </a:gridCol>
                <a:gridCol w="375375">
                  <a:extLst>
                    <a:ext uri="{9D8B030D-6E8A-4147-A177-3AD203B41FA5}">
                      <a16:colId xmlns:a16="http://schemas.microsoft.com/office/drawing/2014/main" val="895492936"/>
                    </a:ext>
                  </a:extLst>
                </a:gridCol>
                <a:gridCol w="375375">
                  <a:extLst>
                    <a:ext uri="{9D8B030D-6E8A-4147-A177-3AD203B41FA5}">
                      <a16:colId xmlns:a16="http://schemas.microsoft.com/office/drawing/2014/main" val="1403914070"/>
                    </a:ext>
                  </a:extLst>
                </a:gridCol>
              </a:tblGrid>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214521680"/>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2196426900"/>
                  </a:ext>
                </a:extLst>
              </a:tr>
              <a:tr h="301959">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solidFill>
                            <a:srgbClr val="0000FF"/>
                          </a:solidFill>
                          <a:latin typeface="微软雅黑" panose="020B0503020204020204" pitchFamily="34" charset="-122"/>
                          <a:ea typeface="微软雅黑" panose="020B0503020204020204" pitchFamily="34" charset="-122"/>
                        </a:rPr>
                        <a:t>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456064302"/>
                  </a:ext>
                </a:extLst>
              </a:tr>
              <a:tr h="301959">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tc>
                  <a:txBody>
                    <a:bodyPr/>
                    <a:lstStyle/>
                    <a:p>
                      <a:pPr algn="ct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a:txBody>
                  <a:tcPr marL="63544" marR="63544" marT="31773" marB="31773" anchor="ctr"/>
                </a:tc>
                <a:extLst>
                  <a:ext uri="{0D108BD9-81ED-4DB2-BD59-A6C34878D82A}">
                    <a16:rowId xmlns:a16="http://schemas.microsoft.com/office/drawing/2014/main" val="820742391"/>
                  </a:ext>
                </a:extLst>
              </a:tr>
            </a:tbl>
          </a:graphicData>
        </a:graphic>
      </p:graphicFrame>
      <p:cxnSp>
        <p:nvCxnSpPr>
          <p:cNvPr id="474" name="直接连接符 473">
            <a:extLst>
              <a:ext uri="{FF2B5EF4-FFF2-40B4-BE49-F238E27FC236}">
                <a16:creationId xmlns:a16="http://schemas.microsoft.com/office/drawing/2014/main" id="{6397FD12-D67A-4731-BCAB-E83A558F62D3}"/>
              </a:ext>
            </a:extLst>
          </p:cNvPr>
          <p:cNvCxnSpPr>
            <a:cxnSpLocks/>
          </p:cNvCxnSpPr>
          <p:nvPr/>
        </p:nvCxnSpPr>
        <p:spPr>
          <a:xfrm flipH="1" flipV="1">
            <a:off x="4245651" y="3435340"/>
            <a:ext cx="220325" cy="2943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5" name="文本框 474">
                <a:extLst>
                  <a:ext uri="{FF2B5EF4-FFF2-40B4-BE49-F238E27FC236}">
                    <a16:creationId xmlns:a16="http://schemas.microsoft.com/office/drawing/2014/main" id="{02B93DE7-9061-BC79-1B4A-148E6BCC825E}"/>
                  </a:ext>
                </a:extLst>
              </p:cNvPr>
              <p:cNvSpPr txBox="1"/>
              <p:nvPr/>
            </p:nvSpPr>
            <p:spPr>
              <a:xfrm>
                <a:off x="4207257" y="3224934"/>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1</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475" name="文本框 474">
                <a:extLst>
                  <a:ext uri="{FF2B5EF4-FFF2-40B4-BE49-F238E27FC236}">
                    <a16:creationId xmlns:a16="http://schemas.microsoft.com/office/drawing/2014/main" id="{02B93DE7-9061-BC79-1B4A-148E6BCC825E}"/>
                  </a:ext>
                </a:extLst>
              </p:cNvPr>
              <p:cNvSpPr txBox="1">
                <a:spLocks noRot="1" noChangeAspect="1" noMove="1" noResize="1" noEditPoints="1" noAdjustHandles="1" noChangeArrowheads="1" noChangeShapeType="1" noTextEdit="1"/>
              </p:cNvSpPr>
              <p:nvPr/>
            </p:nvSpPr>
            <p:spPr>
              <a:xfrm>
                <a:off x="4207257" y="3224934"/>
                <a:ext cx="638842" cy="369332"/>
              </a:xfrm>
              <a:prstGeom prst="rect">
                <a:avLst/>
              </a:prstGeom>
              <a:blipFill>
                <a:blip r:embed="rId12"/>
                <a:stretch>
                  <a:fillRect l="-1905" r="-3810"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6" name="文本框 475">
                <a:extLst>
                  <a:ext uri="{FF2B5EF4-FFF2-40B4-BE49-F238E27FC236}">
                    <a16:creationId xmlns:a16="http://schemas.microsoft.com/office/drawing/2014/main" id="{AE2ADBED-17CC-43B5-51D9-5E7816321F50}"/>
                  </a:ext>
                </a:extLst>
              </p:cNvPr>
              <p:cNvSpPr txBox="1"/>
              <p:nvPr/>
            </p:nvSpPr>
            <p:spPr>
              <a:xfrm>
                <a:off x="3779851" y="3434105"/>
                <a:ext cx="6388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3</m:t>
                          </m:r>
                        </m:sub>
                      </m:sSub>
                      <m:sSub>
                        <m:sSubPr>
                          <m:ctrlPr>
                            <a:rPr lang="en-US" altLang="zh-CN" i="1">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Q</m:t>
                          </m:r>
                        </m:e>
                        <m:sub>
                          <m:r>
                            <a:rPr lang="en-US" altLang="zh-CN" i="1">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76" name="文本框 475">
                <a:extLst>
                  <a:ext uri="{FF2B5EF4-FFF2-40B4-BE49-F238E27FC236}">
                    <a16:creationId xmlns:a16="http://schemas.microsoft.com/office/drawing/2014/main" id="{AE2ADBED-17CC-43B5-51D9-5E7816321F50}"/>
                  </a:ext>
                </a:extLst>
              </p:cNvPr>
              <p:cNvSpPr txBox="1">
                <a:spLocks noRot="1" noChangeAspect="1" noMove="1" noResize="1" noEditPoints="1" noAdjustHandles="1" noChangeArrowheads="1" noChangeShapeType="1" noTextEdit="1"/>
              </p:cNvSpPr>
              <p:nvPr/>
            </p:nvSpPr>
            <p:spPr>
              <a:xfrm>
                <a:off x="3779851" y="3434105"/>
                <a:ext cx="638842" cy="369332"/>
              </a:xfrm>
              <a:prstGeom prst="rect">
                <a:avLst/>
              </a:prstGeom>
              <a:blipFill>
                <a:blip r:embed="rId13"/>
                <a:stretch>
                  <a:fillRect l="-1905" r="-4762"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7" name="文本框 476">
                <a:extLst>
                  <a:ext uri="{FF2B5EF4-FFF2-40B4-BE49-F238E27FC236}">
                    <a16:creationId xmlns:a16="http://schemas.microsoft.com/office/drawing/2014/main" id="{36C9EB40-AC85-9FA6-D059-2609E1F5EA0B}"/>
                  </a:ext>
                </a:extLst>
              </p:cNvPr>
              <p:cNvSpPr txBox="1"/>
              <p:nvPr/>
            </p:nvSpPr>
            <p:spPr>
              <a:xfrm>
                <a:off x="3859679" y="3057642"/>
                <a:ext cx="413829"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solidFill>
                                <a:srgbClr val="0000FF"/>
                              </a:solidFill>
                              <a:latin typeface="Cambria Math" panose="02040503050406030204" pitchFamily="18" charset="0"/>
                            </a:rPr>
                          </m:ctrlPr>
                        </m:sSubPr>
                        <m:e>
                          <m:r>
                            <m:rPr>
                              <m:sty m:val="p"/>
                            </m:rPr>
                            <a:rPr lang="en-US" altLang="zh-CN" sz="2200" b="0" i="0" smtClean="0">
                              <a:solidFill>
                                <a:srgbClr val="0000FF"/>
                              </a:solidFill>
                              <a:latin typeface="Cambria Math" panose="02040503050406030204" pitchFamily="18" charset="0"/>
                            </a:rPr>
                            <m:t>D</m:t>
                          </m:r>
                        </m:e>
                        <m:sub>
                          <m:r>
                            <a:rPr lang="en-US" altLang="zh-CN" sz="2200" i="1">
                              <a:solidFill>
                                <a:srgbClr val="0000FF"/>
                              </a:solidFill>
                              <a:latin typeface="Cambria Math" panose="02040503050406030204" pitchFamily="18" charset="0"/>
                            </a:rPr>
                            <m:t>3</m:t>
                          </m:r>
                        </m:sub>
                      </m:sSub>
                    </m:oMath>
                  </m:oMathPara>
                </a14:m>
                <a:endParaRPr lang="zh-CN" altLang="en-US" sz="2200" dirty="0">
                  <a:solidFill>
                    <a:srgbClr val="0000FF"/>
                  </a:solidFill>
                </a:endParaRPr>
              </a:p>
            </p:txBody>
          </p:sp>
        </mc:Choice>
        <mc:Fallback xmlns="">
          <p:sp>
            <p:nvSpPr>
              <p:cNvPr id="477" name="文本框 476">
                <a:extLst>
                  <a:ext uri="{FF2B5EF4-FFF2-40B4-BE49-F238E27FC236}">
                    <a16:creationId xmlns:a16="http://schemas.microsoft.com/office/drawing/2014/main" id="{36C9EB40-AC85-9FA6-D059-2609E1F5EA0B}"/>
                  </a:ext>
                </a:extLst>
              </p:cNvPr>
              <p:cNvSpPr txBox="1">
                <a:spLocks noRot="1" noChangeAspect="1" noMove="1" noResize="1" noEditPoints="1" noAdjustHandles="1" noChangeArrowheads="1" noChangeShapeType="1" noTextEdit="1"/>
              </p:cNvSpPr>
              <p:nvPr/>
            </p:nvSpPr>
            <p:spPr>
              <a:xfrm>
                <a:off x="3859679" y="3057642"/>
                <a:ext cx="413829" cy="430887"/>
              </a:xfrm>
              <a:prstGeom prst="rect">
                <a:avLst/>
              </a:prstGeom>
              <a:blipFill>
                <a:blip r:embed="rId14"/>
                <a:stretch>
                  <a:fillRect l="-1471" r="-10294"/>
                </a:stretch>
              </a:blipFill>
            </p:spPr>
            <p:txBody>
              <a:bodyPr/>
              <a:lstStyle/>
              <a:p>
                <a:r>
                  <a:rPr lang="zh-CN" altLang="en-US">
                    <a:noFill/>
                  </a:rPr>
                  <a:t> </a:t>
                </a:r>
              </a:p>
            </p:txBody>
          </p:sp>
        </mc:Fallback>
      </mc:AlternateContent>
      <p:sp>
        <p:nvSpPr>
          <p:cNvPr id="478" name="文本框 477">
            <a:extLst>
              <a:ext uri="{FF2B5EF4-FFF2-40B4-BE49-F238E27FC236}">
                <a16:creationId xmlns:a16="http://schemas.microsoft.com/office/drawing/2014/main" id="{4B297326-666F-7EAC-ECDD-2BA79645C972}"/>
              </a:ext>
            </a:extLst>
          </p:cNvPr>
          <p:cNvSpPr txBox="1"/>
          <p:nvPr/>
        </p:nvSpPr>
        <p:spPr>
          <a:xfrm>
            <a:off x="4465977" y="3508087"/>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9" name="文本框 478">
            <a:extLst>
              <a:ext uri="{FF2B5EF4-FFF2-40B4-BE49-F238E27FC236}">
                <a16:creationId xmlns:a16="http://schemas.microsoft.com/office/drawing/2014/main" id="{C48FD47F-C104-135B-6366-E18BC4587C97}"/>
              </a:ext>
            </a:extLst>
          </p:cNvPr>
          <p:cNvSpPr txBox="1"/>
          <p:nvPr/>
        </p:nvSpPr>
        <p:spPr>
          <a:xfrm>
            <a:off x="4840869" y="3508086"/>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0" name="文本框 479">
            <a:extLst>
              <a:ext uri="{FF2B5EF4-FFF2-40B4-BE49-F238E27FC236}">
                <a16:creationId xmlns:a16="http://schemas.microsoft.com/office/drawing/2014/main" id="{ACC4B8BA-6B9A-4426-60C0-A1DDE835507D}"/>
              </a:ext>
            </a:extLst>
          </p:cNvPr>
          <p:cNvSpPr txBox="1"/>
          <p:nvPr/>
        </p:nvSpPr>
        <p:spPr>
          <a:xfrm>
            <a:off x="5216725" y="350503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1" name="文本框 480">
            <a:extLst>
              <a:ext uri="{FF2B5EF4-FFF2-40B4-BE49-F238E27FC236}">
                <a16:creationId xmlns:a16="http://schemas.microsoft.com/office/drawing/2014/main" id="{106022D0-7479-83D1-78AD-A3B840195ED8}"/>
              </a:ext>
            </a:extLst>
          </p:cNvPr>
          <p:cNvSpPr txBox="1"/>
          <p:nvPr/>
        </p:nvSpPr>
        <p:spPr>
          <a:xfrm>
            <a:off x="5591621" y="351106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2" name="文本框 481">
            <a:extLst>
              <a:ext uri="{FF2B5EF4-FFF2-40B4-BE49-F238E27FC236}">
                <a16:creationId xmlns:a16="http://schemas.microsoft.com/office/drawing/2014/main" id="{A6EB3BA1-E93B-A142-5B95-E3476128B20B}"/>
              </a:ext>
            </a:extLst>
          </p:cNvPr>
          <p:cNvSpPr txBox="1"/>
          <p:nvPr/>
        </p:nvSpPr>
        <p:spPr>
          <a:xfrm>
            <a:off x="4166254" y="3745851"/>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3" name="文本框 482">
            <a:extLst>
              <a:ext uri="{FF2B5EF4-FFF2-40B4-BE49-F238E27FC236}">
                <a16:creationId xmlns:a16="http://schemas.microsoft.com/office/drawing/2014/main" id="{7C633395-A373-112B-6285-A35265C077A2}"/>
              </a:ext>
            </a:extLst>
          </p:cNvPr>
          <p:cNvSpPr txBox="1"/>
          <p:nvPr/>
        </p:nvSpPr>
        <p:spPr>
          <a:xfrm>
            <a:off x="4166254" y="4048590"/>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4" name="文本框 483">
            <a:extLst>
              <a:ext uri="{FF2B5EF4-FFF2-40B4-BE49-F238E27FC236}">
                <a16:creationId xmlns:a16="http://schemas.microsoft.com/office/drawing/2014/main" id="{D0855C74-781F-C4FF-C296-5CC7898192AA}"/>
              </a:ext>
            </a:extLst>
          </p:cNvPr>
          <p:cNvSpPr txBox="1"/>
          <p:nvPr/>
        </p:nvSpPr>
        <p:spPr>
          <a:xfrm>
            <a:off x="4166254" y="4350945"/>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85" name="文本框 484">
            <a:extLst>
              <a:ext uri="{FF2B5EF4-FFF2-40B4-BE49-F238E27FC236}">
                <a16:creationId xmlns:a16="http://schemas.microsoft.com/office/drawing/2014/main" id="{8CA311D6-5C80-722C-5CB9-52AA78EDECFF}"/>
              </a:ext>
            </a:extLst>
          </p:cNvPr>
          <p:cNvSpPr txBox="1"/>
          <p:nvPr/>
        </p:nvSpPr>
        <p:spPr>
          <a:xfrm>
            <a:off x="4165010" y="4652449"/>
            <a:ext cx="375856" cy="276999"/>
          </a:xfrm>
          <a:prstGeom prst="rect">
            <a:avLst/>
          </a:prstGeom>
          <a:noFill/>
        </p:spPr>
        <p:txBody>
          <a:bodyPr wrap="square">
            <a:spAutoFit/>
          </a:bodyPr>
          <a:lstStyle/>
          <a:p>
            <a:pPr algn="ctr"/>
            <a:r>
              <a:rPr lang="en-US" altLang="zh-CN" sz="1200" dirty="0">
                <a:solidFill>
                  <a:schemeClr val="tx1"/>
                </a:solidFill>
                <a:latin typeface="微软雅黑" panose="020B0503020204020204" pitchFamily="34" charset="-122"/>
                <a:ea typeface="微软雅黑" panose="020B0503020204020204" pitchFamily="34" charset="-122"/>
              </a:rPr>
              <a:t>10</a:t>
            </a:r>
            <a:endParaRPr lang="zh-CN" altLang="en-US" sz="12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86" name="文本框 485">
                <a:extLst>
                  <a:ext uri="{FF2B5EF4-FFF2-40B4-BE49-F238E27FC236}">
                    <a16:creationId xmlns:a16="http://schemas.microsoft.com/office/drawing/2014/main" id="{C7AE6064-909D-7D05-CC04-705DDB6584FD}"/>
                  </a:ext>
                </a:extLst>
              </p:cNvPr>
              <p:cNvSpPr txBox="1"/>
              <p:nvPr/>
            </p:nvSpPr>
            <p:spPr>
              <a:xfrm>
                <a:off x="2557357" y="2345369"/>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solidFill>
                                <a:srgbClr val="0000FF"/>
                              </a:solidFill>
                              <a:latin typeface="Cambria Math" panose="02040503050406030204" pitchFamily="18" charset="0"/>
                            </a:rPr>
                          </m:ctrlPr>
                        </m:sSubPr>
                        <m:e>
                          <m:r>
                            <m:rPr>
                              <m:sty m:val="p"/>
                            </m:rPr>
                            <a:rPr lang="en-US" altLang="zh-CN" sz="2000" b="0" i="0">
                              <a:solidFill>
                                <a:srgbClr val="0000FF"/>
                              </a:solidFill>
                              <a:latin typeface="Cambria Math" panose="02040503050406030204" pitchFamily="18" charset="0"/>
                            </a:rPr>
                            <m:t>D</m:t>
                          </m:r>
                        </m:e>
                        <m:sub>
                          <m:r>
                            <a:rPr lang="en-US" altLang="zh-CN" sz="2000" b="0" i="0">
                              <a:solidFill>
                                <a:srgbClr val="0000FF"/>
                              </a:solidFill>
                              <a:latin typeface="Cambria Math" panose="02040503050406030204" pitchFamily="18" charset="0"/>
                            </a:rPr>
                            <m:t>0</m:t>
                          </m:r>
                        </m:sub>
                      </m:sSub>
                      <m:r>
                        <a:rPr lang="en-US" altLang="zh-CN" sz="2000" b="0" i="1" smtClean="0">
                          <a:solidFill>
                            <a:srgbClr val="0000FF"/>
                          </a:solidFill>
                          <a:latin typeface="Cambria Math" panose="02040503050406030204" pitchFamily="18" charset="0"/>
                        </a:rPr>
                        <m:t>=</m:t>
                      </m:r>
                      <m:acc>
                        <m:accPr>
                          <m:chr m:val="̅"/>
                          <m:ctrlPr>
                            <a:rPr lang="en-US" altLang="zh-CN" sz="2000" b="0" i="1" smtClean="0">
                              <a:solidFill>
                                <a:srgbClr val="0000FF"/>
                              </a:solidFill>
                              <a:latin typeface="Cambria Math" panose="02040503050406030204" pitchFamily="18" charset="0"/>
                            </a:rPr>
                          </m:ctrlPr>
                        </m:accPr>
                        <m:e>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3</m:t>
                              </m:r>
                            </m:sub>
                          </m:sSub>
                        </m:e>
                      </m:acc>
                    </m:oMath>
                  </m:oMathPara>
                </a14:m>
                <a:endParaRPr lang="en-US" altLang="zh-CN" sz="2000" dirty="0">
                  <a:solidFill>
                    <a:srgbClr val="0000FF"/>
                  </a:solidFill>
                </a:endParaRPr>
              </a:p>
            </p:txBody>
          </p:sp>
        </mc:Choice>
        <mc:Fallback xmlns="">
          <p:sp>
            <p:nvSpPr>
              <p:cNvPr id="486" name="文本框 485">
                <a:extLst>
                  <a:ext uri="{FF2B5EF4-FFF2-40B4-BE49-F238E27FC236}">
                    <a16:creationId xmlns:a16="http://schemas.microsoft.com/office/drawing/2014/main" id="{C7AE6064-909D-7D05-CC04-705DDB6584FD}"/>
                  </a:ext>
                </a:extLst>
              </p:cNvPr>
              <p:cNvSpPr txBox="1">
                <a:spLocks noRot="1" noChangeAspect="1" noMove="1" noResize="1" noEditPoints="1" noAdjustHandles="1" noChangeArrowheads="1" noChangeShapeType="1" noTextEdit="1"/>
              </p:cNvSpPr>
              <p:nvPr/>
            </p:nvSpPr>
            <p:spPr>
              <a:xfrm>
                <a:off x="2557357" y="2345369"/>
                <a:ext cx="1131803" cy="400815"/>
              </a:xfrm>
              <a:prstGeom prst="rect">
                <a:avLst/>
              </a:prstGeom>
              <a:blipFill>
                <a:blip r:embed="rId1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7" name="文本框 486">
                <a:extLst>
                  <a:ext uri="{FF2B5EF4-FFF2-40B4-BE49-F238E27FC236}">
                    <a16:creationId xmlns:a16="http://schemas.microsoft.com/office/drawing/2014/main" id="{24E6B678-13C1-BDF9-3D85-EDB8F0DD6C11}"/>
                  </a:ext>
                </a:extLst>
              </p:cNvPr>
              <p:cNvSpPr txBox="1"/>
              <p:nvPr/>
            </p:nvSpPr>
            <p:spPr>
              <a:xfrm>
                <a:off x="5977750" y="2344352"/>
                <a:ext cx="1131803" cy="4008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a:solidFill>
                                <a:srgbClr val="0000FF"/>
                              </a:solidFill>
                              <a:latin typeface="Cambria Math" panose="02040503050406030204" pitchFamily="18" charset="0"/>
                            </a:rPr>
                            <m:t>1</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0</m:t>
                          </m:r>
                        </m:sub>
                      </m:sSub>
                    </m:oMath>
                  </m:oMathPara>
                </a14:m>
                <a:endParaRPr lang="en-US" altLang="zh-CN" sz="2000" dirty="0">
                  <a:solidFill>
                    <a:srgbClr val="0000FF"/>
                  </a:solidFill>
                </a:endParaRPr>
              </a:p>
            </p:txBody>
          </p:sp>
        </mc:Choice>
        <mc:Fallback xmlns="">
          <p:sp>
            <p:nvSpPr>
              <p:cNvPr id="487" name="文本框 486">
                <a:extLst>
                  <a:ext uri="{FF2B5EF4-FFF2-40B4-BE49-F238E27FC236}">
                    <a16:creationId xmlns:a16="http://schemas.microsoft.com/office/drawing/2014/main" id="{24E6B678-13C1-BDF9-3D85-EDB8F0DD6C11}"/>
                  </a:ext>
                </a:extLst>
              </p:cNvPr>
              <p:cNvSpPr txBox="1">
                <a:spLocks noRot="1" noChangeAspect="1" noMove="1" noResize="1" noEditPoints="1" noAdjustHandles="1" noChangeArrowheads="1" noChangeShapeType="1" noTextEdit="1"/>
              </p:cNvSpPr>
              <p:nvPr/>
            </p:nvSpPr>
            <p:spPr>
              <a:xfrm>
                <a:off x="5977750" y="2344352"/>
                <a:ext cx="1131803" cy="400815"/>
              </a:xfrm>
              <a:prstGeom prst="rect">
                <a:avLst/>
              </a:prstGeom>
              <a:blipFill>
                <a:blip r:embed="rId16"/>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8" name="文本框 487">
                <a:extLst>
                  <a:ext uri="{FF2B5EF4-FFF2-40B4-BE49-F238E27FC236}">
                    <a16:creationId xmlns:a16="http://schemas.microsoft.com/office/drawing/2014/main" id="{C688F9CC-EB18-08FB-AA84-4BD0B077FF93}"/>
                  </a:ext>
                </a:extLst>
              </p:cNvPr>
              <p:cNvSpPr txBox="1"/>
              <p:nvPr/>
            </p:nvSpPr>
            <p:spPr>
              <a:xfrm>
                <a:off x="2557356" y="4143893"/>
                <a:ext cx="1523774"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2</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1</m:t>
                          </m:r>
                        </m:sub>
                      </m:sSub>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0</m:t>
                          </m:r>
                        </m:sub>
                      </m:sSub>
                    </m:oMath>
                  </m:oMathPara>
                </a14:m>
                <a:endParaRPr lang="en-US" altLang="zh-CN" sz="2000" dirty="0">
                  <a:solidFill>
                    <a:srgbClr val="0000FF"/>
                  </a:solidFill>
                </a:endParaRPr>
              </a:p>
              <a:p>
                <a:pPr/>
                <a14:m>
                  <m:oMathPara xmlns:m="http://schemas.openxmlformats.org/officeDocument/2006/math">
                    <m:oMathParaPr>
                      <m:jc m:val="left"/>
                    </m:oMathParaPr>
                    <m:oMath xmlns:m="http://schemas.openxmlformats.org/officeDocument/2006/math">
                      <m:r>
                        <a:rPr lang="en-US" altLang="zh-CN" sz="2000">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2</m:t>
                          </m:r>
                        </m:sub>
                      </m:sSub>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b="0" i="1" smtClean="0">
                              <a:solidFill>
                                <a:srgbClr val="0000FF"/>
                              </a:solidFill>
                              <a:latin typeface="Cambria Math" panose="02040503050406030204" pitchFamily="18" charset="0"/>
                            </a:rPr>
                            <m:t>1</m:t>
                          </m:r>
                        </m:sub>
                      </m:sSub>
                    </m:oMath>
                  </m:oMathPara>
                </a14:m>
                <a:endParaRPr lang="en-US" altLang="zh-CN" sz="2000" dirty="0">
                  <a:solidFill>
                    <a:srgbClr val="0000FF"/>
                  </a:solidFill>
                </a:endParaRPr>
              </a:p>
            </p:txBody>
          </p:sp>
        </mc:Choice>
        <mc:Fallback xmlns="">
          <p:sp>
            <p:nvSpPr>
              <p:cNvPr id="488" name="文本框 487">
                <a:extLst>
                  <a:ext uri="{FF2B5EF4-FFF2-40B4-BE49-F238E27FC236}">
                    <a16:creationId xmlns:a16="http://schemas.microsoft.com/office/drawing/2014/main" id="{C688F9CC-EB18-08FB-AA84-4BD0B077FF93}"/>
                  </a:ext>
                </a:extLst>
              </p:cNvPr>
              <p:cNvSpPr txBox="1">
                <a:spLocks noRot="1" noChangeAspect="1" noMove="1" noResize="1" noEditPoints="1" noAdjustHandles="1" noChangeArrowheads="1" noChangeShapeType="1" noTextEdit="1"/>
              </p:cNvSpPr>
              <p:nvPr/>
            </p:nvSpPr>
            <p:spPr>
              <a:xfrm>
                <a:off x="2557356" y="4143893"/>
                <a:ext cx="1523774" cy="707886"/>
              </a:xfrm>
              <a:prstGeom prst="rect">
                <a:avLst/>
              </a:prstGeom>
              <a:blipFill>
                <a:blip r:embed="rId17"/>
                <a:stretch>
                  <a:fillRect b="-60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9" name="文本框 488">
                <a:extLst>
                  <a:ext uri="{FF2B5EF4-FFF2-40B4-BE49-F238E27FC236}">
                    <a16:creationId xmlns:a16="http://schemas.microsoft.com/office/drawing/2014/main" id="{41E6A3A0-EC88-2FB4-B1C8-563789B48CA9}"/>
                  </a:ext>
                </a:extLst>
              </p:cNvPr>
              <p:cNvSpPr txBox="1"/>
              <p:nvPr/>
            </p:nvSpPr>
            <p:spPr>
              <a:xfrm>
                <a:off x="5977750" y="4143893"/>
                <a:ext cx="113180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i="1" smtClean="0">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D</m:t>
                          </m:r>
                        </m:e>
                        <m:sub>
                          <m:r>
                            <a:rPr lang="en-US" altLang="zh-CN" sz="2000" i="1">
                              <a:solidFill>
                                <a:srgbClr val="0000FF"/>
                              </a:solidFill>
                              <a:latin typeface="Cambria Math" panose="02040503050406030204" pitchFamily="18" charset="0"/>
                            </a:rPr>
                            <m:t>3</m:t>
                          </m:r>
                        </m:sub>
                      </m:sSub>
                      <m:r>
                        <a:rPr lang="en-US" altLang="zh-CN" sz="2000" i="1">
                          <a:solidFill>
                            <a:srgbClr val="0000FF"/>
                          </a:solidFill>
                          <a:latin typeface="Cambria Math" panose="02040503050406030204" pitchFamily="18" charset="0"/>
                        </a:rPr>
                        <m:t>=</m:t>
                      </m:r>
                      <m:sSub>
                        <m:sSubPr>
                          <m:ctrlPr>
                            <a:rPr lang="en-US" altLang="zh-CN" sz="2000" i="1">
                              <a:solidFill>
                                <a:srgbClr val="0000FF"/>
                              </a:solidFill>
                              <a:latin typeface="Cambria Math" panose="02040503050406030204" pitchFamily="18" charset="0"/>
                            </a:rPr>
                          </m:ctrlPr>
                        </m:sSubPr>
                        <m:e>
                          <m:r>
                            <m:rPr>
                              <m:sty m:val="p"/>
                            </m:rPr>
                            <a:rPr lang="en-US" altLang="zh-CN" sz="2000">
                              <a:solidFill>
                                <a:srgbClr val="0000FF"/>
                              </a:solidFill>
                              <a:latin typeface="Cambria Math" panose="02040503050406030204" pitchFamily="18" charset="0"/>
                            </a:rPr>
                            <m:t>Q</m:t>
                          </m:r>
                        </m:e>
                        <m:sub>
                          <m:r>
                            <a:rPr lang="en-US" altLang="zh-CN" sz="2000" i="1">
                              <a:solidFill>
                                <a:srgbClr val="0000FF"/>
                              </a:solidFill>
                              <a:latin typeface="Cambria Math" panose="02040503050406030204" pitchFamily="18" charset="0"/>
                            </a:rPr>
                            <m:t>2</m:t>
                          </m:r>
                        </m:sub>
                      </m:sSub>
                    </m:oMath>
                  </m:oMathPara>
                </a14:m>
                <a:endParaRPr lang="en-US" altLang="zh-CN" sz="2000" dirty="0">
                  <a:solidFill>
                    <a:srgbClr val="0000FF"/>
                  </a:solidFill>
                </a:endParaRPr>
              </a:p>
            </p:txBody>
          </p:sp>
        </mc:Choice>
        <mc:Fallback xmlns="">
          <p:sp>
            <p:nvSpPr>
              <p:cNvPr id="489" name="文本框 488">
                <a:extLst>
                  <a:ext uri="{FF2B5EF4-FFF2-40B4-BE49-F238E27FC236}">
                    <a16:creationId xmlns:a16="http://schemas.microsoft.com/office/drawing/2014/main" id="{41E6A3A0-EC88-2FB4-B1C8-563789B48CA9}"/>
                  </a:ext>
                </a:extLst>
              </p:cNvPr>
              <p:cNvSpPr txBox="1">
                <a:spLocks noRot="1" noChangeAspect="1" noMove="1" noResize="1" noEditPoints="1" noAdjustHandles="1" noChangeArrowheads="1" noChangeShapeType="1" noTextEdit="1"/>
              </p:cNvSpPr>
              <p:nvPr/>
            </p:nvSpPr>
            <p:spPr>
              <a:xfrm>
                <a:off x="5977750" y="4143893"/>
                <a:ext cx="1131803" cy="400110"/>
              </a:xfrm>
              <a:prstGeom prst="rect">
                <a:avLst/>
              </a:prstGeom>
              <a:blipFill>
                <a:blip r:embed="rId18"/>
                <a:stretch>
                  <a:fillRect b="-12308"/>
                </a:stretch>
              </a:blipFill>
            </p:spPr>
            <p:txBody>
              <a:bodyPr/>
              <a:lstStyle/>
              <a:p>
                <a:r>
                  <a:rPr lang="zh-CN" altLang="en-US">
                    <a:noFill/>
                  </a:rPr>
                  <a:t> </a:t>
                </a:r>
              </a:p>
            </p:txBody>
          </p:sp>
        </mc:Fallback>
      </mc:AlternateContent>
      <p:sp>
        <p:nvSpPr>
          <p:cNvPr id="490" name="矩形 489">
            <a:extLst>
              <a:ext uri="{FF2B5EF4-FFF2-40B4-BE49-F238E27FC236}">
                <a16:creationId xmlns:a16="http://schemas.microsoft.com/office/drawing/2014/main" id="{3CC3F6B8-57D1-7C5E-3B3A-CB86800EEDDD}"/>
              </a:ext>
            </a:extLst>
          </p:cNvPr>
          <p:cNvSpPr/>
          <p:nvPr/>
        </p:nvSpPr>
        <p:spPr>
          <a:xfrm>
            <a:off x="1113669" y="1989655"/>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92" name="矩形 491">
            <a:extLst>
              <a:ext uri="{FF2B5EF4-FFF2-40B4-BE49-F238E27FC236}">
                <a16:creationId xmlns:a16="http://schemas.microsoft.com/office/drawing/2014/main" id="{B707C46E-3CCF-7ED7-C14A-26B7CC16A413}"/>
              </a:ext>
            </a:extLst>
          </p:cNvPr>
          <p:cNvSpPr/>
          <p:nvPr/>
        </p:nvSpPr>
        <p:spPr>
          <a:xfrm>
            <a:off x="4900991" y="1975510"/>
            <a:ext cx="63146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93" name="矩形 492">
            <a:extLst>
              <a:ext uri="{FF2B5EF4-FFF2-40B4-BE49-F238E27FC236}">
                <a16:creationId xmlns:a16="http://schemas.microsoft.com/office/drawing/2014/main" id="{1E24F171-314D-2383-3B22-7C66AD70C247}"/>
              </a:ext>
            </a:extLst>
          </p:cNvPr>
          <p:cNvSpPr/>
          <p:nvPr/>
        </p:nvSpPr>
        <p:spPr>
          <a:xfrm>
            <a:off x="4529380" y="4077998"/>
            <a:ext cx="1374688" cy="512706"/>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639" name="表格 638">
                <a:extLst>
                  <a:ext uri="{FF2B5EF4-FFF2-40B4-BE49-F238E27FC236}">
                    <a16:creationId xmlns:a16="http://schemas.microsoft.com/office/drawing/2014/main" id="{4F1AF076-211F-5D1B-5612-85A5D9C4CC78}"/>
                  </a:ext>
                </a:extLst>
              </p:cNvPr>
              <p:cNvGraphicFramePr>
                <a:graphicFrameLocks noGrp="1"/>
              </p:cNvGraphicFramePr>
              <p:nvPr>
                <p:extLst>
                  <p:ext uri="{D42A27DB-BD31-4B8C-83A1-F6EECF244321}">
                    <p14:modId xmlns:p14="http://schemas.microsoft.com/office/powerpoint/2010/main" val="624999362"/>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3</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2</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r>
                            <a:rPr lang="en-US" altLang="zh-CN" sz="16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sSubSup>
                                <m:sSubSupPr>
                                  <m:ctrlPr>
                                    <a:rPr lang="ar-AE" altLang="zh-CN" sz="1600" b="0" i="1" dirty="0" smtClean="0">
                                      <a:solidFill>
                                        <a:schemeClr val="accent5">
                                          <a:lumMod val="75000"/>
                                        </a:schemeClr>
                                      </a:solidFill>
                                      <a:latin typeface="Cambria Math" panose="02040503050406030204" pitchFamily="18" charset="0"/>
                                      <a:ea typeface="微软雅黑" panose="020B0503020204020204" pitchFamily="34" charset="-122"/>
                                    </a:rPr>
                                  </m:ctrlPr>
                                </m:sSubSupPr>
                                <m:e>
                                  <m:r>
                                    <m:rPr>
                                      <m:sty m:val="p"/>
                                    </m:rPr>
                                    <a:rPr lang="en-US" altLang="zh-CN" sz="1600" b="0" i="0" dirty="0" smtClean="0">
                                      <a:solidFill>
                                        <a:schemeClr val="accent5">
                                          <a:lumMod val="75000"/>
                                        </a:schemeClr>
                                      </a:solidFill>
                                      <a:latin typeface="Cambria Math" panose="02040503050406030204" pitchFamily="18" charset="0"/>
                                      <a:ea typeface="微软雅黑" panose="020B0503020204020204" pitchFamily="34" charset="-122"/>
                                    </a:rPr>
                                    <m:t>Q</m:t>
                                  </m:r>
                                </m:e>
                                <m:sub>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0</m:t>
                                  </m:r>
                                </m:sub>
                                <m:sup>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𝑛</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m:t>
                                  </m:r>
                                  <m:r>
                                    <a:rPr lang="en-US" altLang="zh-CN" sz="1600" b="0" i="1" dirty="0" smtClean="0">
                                      <a:solidFill>
                                        <a:schemeClr val="accent5">
                                          <a:lumMod val="75000"/>
                                        </a:schemeClr>
                                      </a:solidFill>
                                      <a:latin typeface="Cambria Math" panose="02040503050406030204" pitchFamily="18" charset="0"/>
                                      <a:ea typeface="微软雅黑" panose="020B0503020204020204" pitchFamily="34" charset="-122"/>
                                    </a:rPr>
                                    <m:t>1</m:t>
                                  </m:r>
                                </m:sup>
                              </m:sSubSup>
                            </m:oMath>
                          </a14:m>
                          <a:endParaRPr lang="ar-AE" altLang="zh-CN" sz="1600" dirty="0">
                            <a:solidFill>
                              <a:schemeClr val="accent5">
                                <a:lumMod val="75000"/>
                              </a:schemeClr>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30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Choice>
        <mc:Fallback xmlns="">
          <p:graphicFrame>
            <p:nvGraphicFramePr>
              <p:cNvPr id="639" name="表格 638">
                <a:extLst>
                  <a:ext uri="{FF2B5EF4-FFF2-40B4-BE49-F238E27FC236}">
                    <a16:creationId xmlns:a16="http://schemas.microsoft.com/office/drawing/2014/main" id="{4F1AF076-211F-5D1B-5612-85A5D9C4CC78}"/>
                  </a:ext>
                </a:extLst>
              </p:cNvPr>
              <p:cNvGraphicFramePr>
                <a:graphicFrameLocks noGrp="1"/>
              </p:cNvGraphicFramePr>
              <p:nvPr>
                <p:extLst>
                  <p:ext uri="{D42A27DB-BD31-4B8C-83A1-F6EECF244321}">
                    <p14:modId xmlns:p14="http://schemas.microsoft.com/office/powerpoint/2010/main" val="624999362"/>
                  </p:ext>
                </p:extLst>
              </p:nvPr>
            </p:nvGraphicFramePr>
            <p:xfrm>
              <a:off x="7378198" y="1052026"/>
              <a:ext cx="4047626" cy="5296823"/>
            </p:xfrm>
            <a:graphic>
              <a:graphicData uri="http://schemas.openxmlformats.org/drawingml/2006/table">
                <a:tbl>
                  <a:tblPr firstRow="1" bandRow="1">
                    <a:tableStyleId>{5940675A-B579-460E-94D1-54222C63F5DA}</a:tableStyleId>
                  </a:tblPr>
                  <a:tblGrid>
                    <a:gridCol w="1721869">
                      <a:extLst>
                        <a:ext uri="{9D8B030D-6E8A-4147-A177-3AD203B41FA5}">
                          <a16:colId xmlns:a16="http://schemas.microsoft.com/office/drawing/2014/main" val="2871262058"/>
                        </a:ext>
                      </a:extLst>
                    </a:gridCol>
                    <a:gridCol w="2325757">
                      <a:extLst>
                        <a:ext uri="{9D8B030D-6E8A-4147-A177-3AD203B41FA5}">
                          <a16:colId xmlns:a16="http://schemas.microsoft.com/office/drawing/2014/main" val="444144378"/>
                        </a:ext>
                      </a:extLst>
                    </a:gridCol>
                  </a:tblGrid>
                  <a:tr h="340868">
                    <a:tc>
                      <a:txBody>
                        <a:bodyPr/>
                        <a:lstStyle/>
                        <a:p>
                          <a:endParaRPr lang="zh-CN"/>
                        </a:p>
                      </a:txBody>
                      <a:tcPr>
                        <a:blipFill>
                          <a:blip r:embed="rId19"/>
                          <a:stretch>
                            <a:fillRect l="-353" t="-1786" r="-135689" b="-1469643"/>
                          </a:stretch>
                        </a:blipFill>
                      </a:tcPr>
                    </a:tc>
                    <a:tc>
                      <a:txBody>
                        <a:bodyPr/>
                        <a:lstStyle/>
                        <a:p>
                          <a:endParaRPr lang="zh-CN"/>
                        </a:p>
                      </a:txBody>
                      <a:tcPr>
                        <a:blipFill>
                          <a:blip r:embed="rId19"/>
                          <a:stretch>
                            <a:fillRect l="-74346" t="-1786" r="-524" b="-1469643"/>
                          </a:stretch>
                        </a:blipFill>
                      </a:tcPr>
                    </a:tc>
                    <a:extLst>
                      <a:ext uri="{0D108BD9-81ED-4DB2-BD59-A6C34878D82A}">
                        <a16:rowId xmlns:a16="http://schemas.microsoft.com/office/drawing/2014/main" val="1277790798"/>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0      0      0      0</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71357792"/>
                      </a:ext>
                    </a:extLst>
                  </a:tr>
                  <a:tr h="310077">
                    <a:tc>
                      <a:txBody>
                        <a:bodyPr/>
                        <a:lstStyle/>
                        <a:p>
                          <a:r>
                            <a:rPr lang="en-US" altLang="zh-CN" sz="1400" dirty="0">
                              <a:solidFill>
                                <a:srgbClr val="0000FF"/>
                              </a:solidFill>
                              <a:latin typeface="微软雅黑" panose="020B0503020204020204" pitchFamily="34" charset="-122"/>
                              <a:ea typeface="微软雅黑" panose="020B0503020204020204" pitchFamily="34" charset="-122"/>
                            </a:rPr>
                            <a:t> 0      0      0      1</a:t>
                          </a:r>
                          <a:endParaRPr lang="zh-CN" altLang="en-US" sz="1400" dirty="0">
                            <a:solidFill>
                              <a:srgbClr val="0000FF"/>
                            </a:solidFill>
                            <a:latin typeface="微软雅黑" panose="020B0503020204020204" pitchFamily="34" charset="-122"/>
                            <a:ea typeface="微软雅黑" panose="020B0503020204020204" pitchFamily="3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9951544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66026586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907710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58430946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3704743"/>
                      </a:ext>
                    </a:extLst>
                  </a:tr>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79864179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274755439"/>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0        0         0         0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804016030"/>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060418226"/>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a:t>
                          </a:r>
                          <a:r>
                            <a:rPr kumimoji="0" lang="en-US" altLang="zh-CN" sz="1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1→0</a:t>
                          </a:r>
                          <a:r>
                            <a:rPr kumimoji="0" lang="en-US" altLang="zh-CN" sz="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143807645"/>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0        1         1         0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00093995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1        0         0         0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275608852"/>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1      1      0      1</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1        0         1         0</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3302918364"/>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1        1         0         0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2070786427"/>
                      </a:ext>
                    </a:extLst>
                  </a:tr>
                  <a:tr h="3100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1      1      1      1</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 1        1         1         0</a:t>
                          </a:r>
                          <a:endParaRPr kumimoji="0" lang="zh-CN" altLang="en-US" sz="1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val="1760022297"/>
                      </a:ext>
                    </a:extLst>
                  </a:tr>
                </a:tbl>
              </a:graphicData>
            </a:graphic>
          </p:graphicFrame>
        </mc:Fallback>
      </mc:AlternateContent>
      <p:sp>
        <p:nvSpPr>
          <p:cNvPr id="640" name="文本框 639">
            <a:extLst>
              <a:ext uri="{FF2B5EF4-FFF2-40B4-BE49-F238E27FC236}">
                <a16:creationId xmlns:a16="http://schemas.microsoft.com/office/drawing/2014/main" id="{74717A42-3C7B-2F11-ACBD-72F9298EBDE5}"/>
              </a:ext>
            </a:extLst>
          </p:cNvPr>
          <p:cNvSpPr txBox="1"/>
          <p:nvPr/>
        </p:nvSpPr>
        <p:spPr>
          <a:xfrm>
            <a:off x="7378198" y="682694"/>
            <a:ext cx="4047626" cy="369332"/>
          </a:xfrm>
          <a:prstGeom prst="rect">
            <a:avLst/>
          </a:prstGeom>
          <a:noFill/>
        </p:spPr>
        <p:txBody>
          <a:bodyPr wrap="square">
            <a:spAutoFit/>
          </a:bodyPr>
          <a:lstStyle/>
          <a:p>
            <a:pPr algn="ctr"/>
            <a:r>
              <a:rPr lang="zh-CN" altLang="en-US" dirty="0">
                <a:solidFill>
                  <a:srgbClr val="002060"/>
                </a:solidFill>
                <a:latin typeface="微软雅黑" panose="020B0503020204020204" pitchFamily="34" charset="-122"/>
                <a:ea typeface="微软雅黑" panose="020B0503020204020204" pitchFamily="34" charset="-122"/>
              </a:rPr>
              <a:t>状态表</a:t>
            </a:r>
            <a:endParaRPr lang="zh-CN" altLang="en-US" dirty="0">
              <a:solidFill>
                <a:srgbClr val="002060"/>
              </a:solidFill>
            </a:endParaRPr>
          </a:p>
        </p:txBody>
      </p:sp>
      <p:sp>
        <p:nvSpPr>
          <p:cNvPr id="641" name="矩形 640">
            <a:extLst>
              <a:ext uri="{FF2B5EF4-FFF2-40B4-BE49-F238E27FC236}">
                <a16:creationId xmlns:a16="http://schemas.microsoft.com/office/drawing/2014/main" id="{E40BC504-7CAB-9538-CD56-FC2FF4966BB4}"/>
              </a:ext>
            </a:extLst>
          </p:cNvPr>
          <p:cNvSpPr/>
          <p:nvPr/>
        </p:nvSpPr>
        <p:spPr>
          <a:xfrm>
            <a:off x="1905161" y="3784084"/>
            <a:ext cx="163046" cy="1119728"/>
          </a:xfrm>
          <a:prstGeom prst="rect">
            <a:avLst/>
          </a:prstGeom>
          <a:noFill/>
          <a:ln w="38100">
            <a:solidFill>
              <a:srgbClr val="FF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43" name="矩形 642">
            <a:extLst>
              <a:ext uri="{FF2B5EF4-FFF2-40B4-BE49-F238E27FC236}">
                <a16:creationId xmlns:a16="http://schemas.microsoft.com/office/drawing/2014/main" id="{5A057E8A-1D01-3070-FE6D-67916A65CDCA}"/>
              </a:ext>
            </a:extLst>
          </p:cNvPr>
          <p:cNvSpPr/>
          <p:nvPr/>
        </p:nvSpPr>
        <p:spPr>
          <a:xfrm>
            <a:off x="1846167" y="4096946"/>
            <a:ext cx="642190" cy="493757"/>
          </a:xfrm>
          <a:prstGeom prst="rect">
            <a:avLst/>
          </a:prstGeom>
          <a:noFill/>
          <a:ln w="38100">
            <a:solidFill>
              <a:srgbClr val="00FF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 name="标题 1">
            <a:extLst>
              <a:ext uri="{FF2B5EF4-FFF2-40B4-BE49-F238E27FC236}">
                <a16:creationId xmlns:a16="http://schemas.microsoft.com/office/drawing/2014/main" id="{D3D8986E-BBA9-BF8B-F4A0-BB4D34E88D7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sp>
        <p:nvSpPr>
          <p:cNvPr id="5" name="椭圆 4">
            <a:extLst>
              <a:ext uri="{FF2B5EF4-FFF2-40B4-BE49-F238E27FC236}">
                <a16:creationId xmlns:a16="http://schemas.microsoft.com/office/drawing/2014/main" id="{10899227-058F-DCE0-8A8E-54928A95CC44}"/>
              </a:ext>
            </a:extLst>
          </p:cNvPr>
          <p:cNvSpPr/>
          <p:nvPr/>
        </p:nvSpPr>
        <p:spPr>
          <a:xfrm>
            <a:off x="360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997D7150-514B-E9C6-6DB8-DCBA05D6870A}"/>
              </a:ext>
            </a:extLst>
          </p:cNvPr>
          <p:cNvSpPr/>
          <p:nvPr/>
        </p:nvSpPr>
        <p:spPr>
          <a:xfrm>
            <a:off x="136618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7" name="椭圆 6">
            <a:extLst>
              <a:ext uri="{FF2B5EF4-FFF2-40B4-BE49-F238E27FC236}">
                <a16:creationId xmlns:a16="http://schemas.microsoft.com/office/drawing/2014/main" id="{D6842CBB-7CAD-8B41-4339-F3857757AE5D}"/>
              </a:ext>
            </a:extLst>
          </p:cNvPr>
          <p:cNvSpPr/>
          <p:nvPr/>
        </p:nvSpPr>
        <p:spPr>
          <a:xfrm>
            <a:off x="2371691"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id="{41E2C20D-BB7B-D1ED-57A8-0FF59742DD08}"/>
              </a:ext>
            </a:extLst>
          </p:cNvPr>
          <p:cNvSpPr/>
          <p:nvPr/>
        </p:nvSpPr>
        <p:spPr>
          <a:xfrm>
            <a:off x="360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9" name="直接箭头连接符 8">
            <a:extLst>
              <a:ext uri="{FF2B5EF4-FFF2-40B4-BE49-F238E27FC236}">
                <a16:creationId xmlns:a16="http://schemas.microsoft.com/office/drawing/2014/main" id="{E637161B-0A66-9766-B2C7-D535364C34D9}"/>
              </a:ext>
            </a:extLst>
          </p:cNvPr>
          <p:cNvCxnSpPr>
            <a:cxnSpLocks/>
            <a:stCxn id="5" idx="6"/>
            <a:endCxn id="6" idx="2"/>
          </p:cNvCxnSpPr>
          <p:nvPr/>
        </p:nvCxnSpPr>
        <p:spPr>
          <a:xfrm>
            <a:off x="1129366" y="5326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1C20F45-E839-0FAF-9FEE-3B458A34049F}"/>
              </a:ext>
            </a:extLst>
          </p:cNvPr>
          <p:cNvCxnSpPr>
            <a:cxnSpLocks/>
            <a:stCxn id="6" idx="6"/>
            <a:endCxn id="13" idx="2"/>
          </p:cNvCxnSpPr>
          <p:nvPr/>
        </p:nvCxnSpPr>
        <p:spPr>
          <a:xfrm>
            <a:off x="2135555" y="5326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5A7D7AC-E747-D72C-B3C2-8F5E8C8BBF77}"/>
              </a:ext>
            </a:extLst>
          </p:cNvPr>
          <p:cNvCxnSpPr>
            <a:cxnSpLocks/>
            <a:stCxn id="13" idx="4"/>
            <a:endCxn id="7" idx="0"/>
          </p:cNvCxnSpPr>
          <p:nvPr/>
        </p:nvCxnSpPr>
        <p:spPr>
          <a:xfrm>
            <a:off x="2756374"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6BC7BBF-8D44-BDC1-BA5B-7365FDD15BF0}"/>
              </a:ext>
            </a:extLst>
          </p:cNvPr>
          <p:cNvCxnSpPr>
            <a:cxnSpLocks/>
            <a:stCxn id="8" idx="0"/>
            <a:endCxn id="5" idx="4"/>
          </p:cNvCxnSpPr>
          <p:nvPr/>
        </p:nvCxnSpPr>
        <p:spPr>
          <a:xfrm flipV="1">
            <a:off x="744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E9244FE8-B815-CDA7-A269-39C842B90460}"/>
              </a:ext>
            </a:extLst>
          </p:cNvPr>
          <p:cNvSpPr/>
          <p:nvPr/>
        </p:nvSpPr>
        <p:spPr>
          <a:xfrm>
            <a:off x="2371691"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98A4032C-75E5-A9E4-C5E0-5B0ACC14FA3D}"/>
              </a:ext>
            </a:extLst>
          </p:cNvPr>
          <p:cNvSpPr/>
          <p:nvPr/>
        </p:nvSpPr>
        <p:spPr>
          <a:xfrm>
            <a:off x="2371691"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36D2D1F8-469D-DDD2-87F7-4051B983324B}"/>
              </a:ext>
            </a:extLst>
          </p:cNvPr>
          <p:cNvSpPr/>
          <p:nvPr/>
        </p:nvSpPr>
        <p:spPr>
          <a:xfrm>
            <a:off x="136618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1110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6" name="椭圆 15">
            <a:extLst>
              <a:ext uri="{FF2B5EF4-FFF2-40B4-BE49-F238E27FC236}">
                <a16:creationId xmlns:a16="http://schemas.microsoft.com/office/drawing/2014/main" id="{0CE7A5FA-46D5-0114-51FA-9906A7403FC8}"/>
              </a:ext>
            </a:extLst>
          </p:cNvPr>
          <p:cNvSpPr/>
          <p:nvPr/>
        </p:nvSpPr>
        <p:spPr>
          <a:xfrm>
            <a:off x="360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1100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cxnSp>
        <p:nvCxnSpPr>
          <p:cNvPr id="17" name="直接箭头连接符 16">
            <a:extLst>
              <a:ext uri="{FF2B5EF4-FFF2-40B4-BE49-F238E27FC236}">
                <a16:creationId xmlns:a16="http://schemas.microsoft.com/office/drawing/2014/main" id="{BF0D1153-F31C-24A2-2084-A3B9593745F7}"/>
              </a:ext>
            </a:extLst>
          </p:cNvPr>
          <p:cNvCxnSpPr>
            <a:cxnSpLocks/>
            <a:stCxn id="7" idx="4"/>
            <a:endCxn id="14" idx="0"/>
          </p:cNvCxnSpPr>
          <p:nvPr/>
        </p:nvCxnSpPr>
        <p:spPr>
          <a:xfrm>
            <a:off x="2756374"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EA1C6DD-CBE0-F8D4-CF77-82D823440038}"/>
              </a:ext>
            </a:extLst>
          </p:cNvPr>
          <p:cNvCxnSpPr>
            <a:cxnSpLocks/>
            <a:stCxn id="14" idx="2"/>
            <a:endCxn id="15" idx="6"/>
          </p:cNvCxnSpPr>
          <p:nvPr/>
        </p:nvCxnSpPr>
        <p:spPr>
          <a:xfrm flipH="1">
            <a:off x="2135555" y="6460393"/>
            <a:ext cx="23613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3D09776-EADC-8587-0777-FE818718B5B1}"/>
              </a:ext>
            </a:extLst>
          </p:cNvPr>
          <p:cNvCxnSpPr>
            <a:cxnSpLocks/>
            <a:stCxn id="15" idx="2"/>
            <a:endCxn id="16" idx="6"/>
          </p:cNvCxnSpPr>
          <p:nvPr/>
        </p:nvCxnSpPr>
        <p:spPr>
          <a:xfrm flipH="1">
            <a:off x="1129366" y="6460393"/>
            <a:ext cx="23682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9B25DC0D-E8D9-6D30-3BD3-F82E55D81D88}"/>
              </a:ext>
            </a:extLst>
          </p:cNvPr>
          <p:cNvCxnSpPr>
            <a:cxnSpLocks/>
            <a:stCxn id="16" idx="0"/>
            <a:endCxn id="8" idx="4"/>
          </p:cNvCxnSpPr>
          <p:nvPr/>
        </p:nvCxnSpPr>
        <p:spPr>
          <a:xfrm flipV="1">
            <a:off x="744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49DC8DF4-AC1E-3FEC-A8BB-6C2DA747BDA2}"/>
              </a:ext>
            </a:extLst>
          </p:cNvPr>
          <p:cNvSpPr/>
          <p:nvPr/>
        </p:nvSpPr>
        <p:spPr>
          <a:xfrm>
            <a:off x="439200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408C2CA9-CD6A-5890-6990-37A0DA96DB97}"/>
              </a:ext>
            </a:extLst>
          </p:cNvPr>
          <p:cNvSpPr/>
          <p:nvPr/>
        </p:nvSpPr>
        <p:spPr>
          <a:xfrm>
            <a:off x="5399179"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3" name="椭圆 22">
            <a:extLst>
              <a:ext uri="{FF2B5EF4-FFF2-40B4-BE49-F238E27FC236}">
                <a16:creationId xmlns:a16="http://schemas.microsoft.com/office/drawing/2014/main" id="{957B43EE-2AAB-6A30-DC5A-4D0D70C701AF}"/>
              </a:ext>
            </a:extLst>
          </p:cNvPr>
          <p:cNvSpPr/>
          <p:nvPr/>
        </p:nvSpPr>
        <p:spPr>
          <a:xfrm>
            <a:off x="640369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4" name="椭圆 23">
            <a:extLst>
              <a:ext uri="{FF2B5EF4-FFF2-40B4-BE49-F238E27FC236}">
                <a16:creationId xmlns:a16="http://schemas.microsoft.com/office/drawing/2014/main" id="{85C98AF9-67A5-ABAA-DB0F-1FD6B616F117}"/>
              </a:ext>
            </a:extLst>
          </p:cNvPr>
          <p:cNvSpPr/>
          <p:nvPr/>
        </p:nvSpPr>
        <p:spPr>
          <a:xfrm>
            <a:off x="4392000" y="5715013"/>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5" name="直接箭头连接符 24">
            <a:extLst>
              <a:ext uri="{FF2B5EF4-FFF2-40B4-BE49-F238E27FC236}">
                <a16:creationId xmlns:a16="http://schemas.microsoft.com/office/drawing/2014/main" id="{CB4B72EC-ED00-3F4A-E191-8EC4026B68E6}"/>
              </a:ext>
            </a:extLst>
          </p:cNvPr>
          <p:cNvCxnSpPr>
            <a:cxnSpLocks/>
            <a:stCxn id="21" idx="3"/>
            <a:endCxn id="37" idx="7"/>
          </p:cNvCxnSpPr>
          <p:nvPr/>
        </p:nvCxnSpPr>
        <p:spPr>
          <a:xfrm flipH="1">
            <a:off x="4184695" y="5452535"/>
            <a:ext cx="319976" cy="1077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231315F3-FEC4-40F9-3E7E-B65F23A799FE}"/>
              </a:ext>
            </a:extLst>
          </p:cNvPr>
          <p:cNvCxnSpPr>
            <a:cxnSpLocks/>
            <a:stCxn id="22" idx="6"/>
            <a:endCxn id="29" idx="2"/>
          </p:cNvCxnSpPr>
          <p:nvPr/>
        </p:nvCxnSpPr>
        <p:spPr>
          <a:xfrm>
            <a:off x="6168545" y="5326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1483B439-9E99-4885-BAC0-F59463792C1A}"/>
              </a:ext>
            </a:extLst>
          </p:cNvPr>
          <p:cNvCxnSpPr>
            <a:cxnSpLocks/>
            <a:stCxn id="29" idx="4"/>
            <a:endCxn id="23" idx="0"/>
          </p:cNvCxnSpPr>
          <p:nvPr/>
        </p:nvCxnSpPr>
        <p:spPr>
          <a:xfrm>
            <a:off x="678837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E257046-BCA3-5656-EA36-E4F6C71A40AF}"/>
              </a:ext>
            </a:extLst>
          </p:cNvPr>
          <p:cNvCxnSpPr>
            <a:cxnSpLocks/>
            <a:stCxn id="24" idx="0"/>
            <a:endCxn id="21" idx="4"/>
          </p:cNvCxnSpPr>
          <p:nvPr/>
        </p:nvCxnSpPr>
        <p:spPr>
          <a:xfrm flipV="1">
            <a:off x="4776683" y="5504785"/>
            <a:ext cx="0" cy="21022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48A7D7A6-726E-52AD-4C9C-85E9376C5FB8}"/>
              </a:ext>
            </a:extLst>
          </p:cNvPr>
          <p:cNvSpPr/>
          <p:nvPr/>
        </p:nvSpPr>
        <p:spPr>
          <a:xfrm>
            <a:off x="6403690" y="514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0" name="椭圆 29">
            <a:extLst>
              <a:ext uri="{FF2B5EF4-FFF2-40B4-BE49-F238E27FC236}">
                <a16:creationId xmlns:a16="http://schemas.microsoft.com/office/drawing/2014/main" id="{3D85F11D-A500-64E6-998A-EB5D6AFA17F8}"/>
              </a:ext>
            </a:extLst>
          </p:cNvPr>
          <p:cNvSpPr/>
          <p:nvPr/>
        </p:nvSpPr>
        <p:spPr>
          <a:xfrm>
            <a:off x="640369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1101</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B0A719DF-3F28-916D-0522-78BA06932F4A}"/>
              </a:ext>
            </a:extLst>
          </p:cNvPr>
          <p:cNvSpPr/>
          <p:nvPr/>
        </p:nvSpPr>
        <p:spPr>
          <a:xfrm>
            <a:off x="5399179"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1010</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2" name="椭圆 31">
            <a:extLst>
              <a:ext uri="{FF2B5EF4-FFF2-40B4-BE49-F238E27FC236}">
                <a16:creationId xmlns:a16="http://schemas.microsoft.com/office/drawing/2014/main" id="{802E7E31-FC16-4ECD-54AC-8585CF8A7CB5}"/>
              </a:ext>
            </a:extLst>
          </p:cNvPr>
          <p:cNvSpPr/>
          <p:nvPr/>
        </p:nvSpPr>
        <p:spPr>
          <a:xfrm>
            <a:off x="4392000" y="6282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0100</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33" name="直接箭头连接符 32">
            <a:extLst>
              <a:ext uri="{FF2B5EF4-FFF2-40B4-BE49-F238E27FC236}">
                <a16:creationId xmlns:a16="http://schemas.microsoft.com/office/drawing/2014/main" id="{72E7F33A-EA26-B591-F058-9865040BDE14}"/>
              </a:ext>
            </a:extLst>
          </p:cNvPr>
          <p:cNvCxnSpPr>
            <a:cxnSpLocks/>
            <a:stCxn id="23" idx="4"/>
            <a:endCxn id="30" idx="0"/>
          </p:cNvCxnSpPr>
          <p:nvPr/>
        </p:nvCxnSpPr>
        <p:spPr>
          <a:xfrm>
            <a:off x="678837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69C46F30-499F-DA2B-CC3C-14BAE16AC9B5}"/>
              </a:ext>
            </a:extLst>
          </p:cNvPr>
          <p:cNvCxnSpPr>
            <a:cxnSpLocks/>
            <a:stCxn id="30" idx="2"/>
            <a:endCxn id="31" idx="6"/>
          </p:cNvCxnSpPr>
          <p:nvPr/>
        </p:nvCxnSpPr>
        <p:spPr>
          <a:xfrm flipH="1">
            <a:off x="6168545" y="6460393"/>
            <a:ext cx="23514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0A72E213-4562-3F32-6758-3D65E8F7193C}"/>
              </a:ext>
            </a:extLst>
          </p:cNvPr>
          <p:cNvCxnSpPr>
            <a:cxnSpLocks/>
            <a:stCxn id="31" idx="0"/>
            <a:endCxn id="38" idx="4"/>
          </p:cNvCxnSpPr>
          <p:nvPr/>
        </p:nvCxnSpPr>
        <p:spPr>
          <a:xfrm flipV="1">
            <a:off x="5783862" y="6073585"/>
            <a:ext cx="821" cy="2084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FD17E13-1781-F8DA-D2BE-EDA61D84A36F}"/>
              </a:ext>
            </a:extLst>
          </p:cNvPr>
          <p:cNvCxnSpPr>
            <a:cxnSpLocks/>
            <a:stCxn id="32" idx="0"/>
            <a:endCxn id="24" idx="4"/>
          </p:cNvCxnSpPr>
          <p:nvPr/>
        </p:nvCxnSpPr>
        <p:spPr>
          <a:xfrm flipV="1">
            <a:off x="4776683" y="6071798"/>
            <a:ext cx="0" cy="21020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38685DC5-1AAB-D9B8-2174-30E4AFF62677}"/>
              </a:ext>
            </a:extLst>
          </p:cNvPr>
          <p:cNvSpPr/>
          <p:nvPr/>
        </p:nvSpPr>
        <p:spPr>
          <a:xfrm>
            <a:off x="3528000" y="55080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0001</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38" name="椭圆 37">
            <a:extLst>
              <a:ext uri="{FF2B5EF4-FFF2-40B4-BE49-F238E27FC236}">
                <a16:creationId xmlns:a16="http://schemas.microsoft.com/office/drawing/2014/main" id="{4630EF88-B27A-8424-312A-F40F3869FCCD}"/>
              </a:ext>
            </a:extLst>
          </p:cNvPr>
          <p:cNvSpPr/>
          <p:nvPr/>
        </p:nvSpPr>
        <p:spPr>
          <a:xfrm>
            <a:off x="5400000" y="5716800"/>
            <a:ext cx="769366" cy="356785"/>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0000</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5988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43"/>
                                        </p:tgtEl>
                                        <p:attrNameLst>
                                          <p:attrName>style.visibility</p:attrName>
                                        </p:attrNameLst>
                                      </p:cBhvr>
                                      <p:to>
                                        <p:strVal val="visible"/>
                                      </p:to>
                                    </p:set>
                                    <p:animEffect transition="in" filter="randombar(horizontal)">
                                      <p:cBhvr>
                                        <p:cTn id="7" dur="500"/>
                                        <p:tgtEl>
                                          <p:spTgt spid="64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41"/>
                                        </p:tgtEl>
                                        <p:attrNameLst>
                                          <p:attrName>style.visibility</p:attrName>
                                        </p:attrNameLst>
                                      </p:cBhvr>
                                      <p:to>
                                        <p:strVal val="visible"/>
                                      </p:to>
                                    </p:set>
                                    <p:animEffect transition="in" filter="randombar(horizontal)">
                                      <p:cBhvr>
                                        <p:cTn id="10" dur="500"/>
                                        <p:tgtEl>
                                          <p:spTgt spid="64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88"/>
                                        </p:tgtEl>
                                        <p:attrNameLst>
                                          <p:attrName>style.visibility</p:attrName>
                                        </p:attrNameLst>
                                      </p:cBhvr>
                                      <p:to>
                                        <p:strVal val="visible"/>
                                      </p:to>
                                    </p:set>
                                    <p:animEffect transition="in" filter="randombar(horizontal)">
                                      <p:cBhvr>
                                        <p:cTn id="13" dur="500"/>
                                        <p:tgtEl>
                                          <p:spTgt spid="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 grpId="0"/>
      <p:bldP spid="641" grpId="0" animBg="1"/>
      <p:bldP spid="64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0B67C562-D1C1-37AB-BBDD-0D3C81593139}"/>
              </a:ext>
            </a:extLst>
          </p:cNvPr>
          <p:cNvSpPr txBox="1"/>
          <p:nvPr/>
        </p:nvSpPr>
        <p:spPr>
          <a:xfrm>
            <a:off x="360000" y="828000"/>
            <a:ext cx="5355643"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扭环形计数器的自校正设计</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9" name="文本框 38">
                <a:extLst>
                  <a:ext uri="{FF2B5EF4-FFF2-40B4-BE49-F238E27FC236}">
                    <a16:creationId xmlns:a16="http://schemas.microsoft.com/office/drawing/2014/main" id="{D800DE6D-B849-7F2D-CF60-E1DC04D46456}"/>
                  </a:ext>
                </a:extLst>
              </p:cNvPr>
              <p:cNvSpPr txBox="1"/>
              <p:nvPr/>
            </p:nvSpPr>
            <p:spPr>
              <a:xfrm>
                <a:off x="360000" y="1548000"/>
                <a:ext cx="2655067" cy="1548000"/>
              </a:xfrm>
              <a:prstGeom prst="rect">
                <a:avLst/>
              </a:prstGeom>
              <a:noFill/>
            </p:spPr>
            <p:txBody>
              <a:bodyPr wrap="square">
                <a:spAutoFit/>
              </a:bodyPr>
              <a:lstStyle/>
              <a:p>
                <a:pPr lvl="1"/>
                <a14:m>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a:solidFill>
                              <a:schemeClr val="accent5">
                                <a:lumMod val="75000"/>
                              </a:schemeClr>
                            </a:solidFill>
                            <a:latin typeface="Cambria Math" panose="02040503050406030204" pitchFamily="18" charset="0"/>
                          </a:rPr>
                          <m:t>D</m:t>
                        </m:r>
                      </m:e>
                      <m:sub>
                        <m:r>
                          <a:rPr lang="en-US" altLang="zh-CN" sz="2400" b="0" i="0">
                            <a:solidFill>
                              <a:schemeClr val="accent5">
                                <a:lumMod val="75000"/>
                              </a:schemeClr>
                            </a:solidFill>
                            <a:latin typeface="Cambria Math" panose="02040503050406030204" pitchFamily="18" charset="0"/>
                          </a:rPr>
                          <m:t>0</m:t>
                        </m:r>
                      </m:sub>
                    </m:sSub>
                    <m:r>
                      <a:rPr lang="en-US" altLang="zh-CN" sz="2400" b="0" i="1" smtClean="0">
                        <a:solidFill>
                          <a:schemeClr val="accent5">
                            <a:lumMod val="75000"/>
                          </a:schemeClr>
                        </a:solidFill>
                        <a:latin typeface="Cambria Math" panose="02040503050406030204" pitchFamily="18" charset="0"/>
                      </a:rPr>
                      <m:t>=</m:t>
                    </m:r>
                    <m:acc>
                      <m:accPr>
                        <m:chr m:val="̅"/>
                        <m:ctrlPr>
                          <a:rPr lang="en-US" altLang="zh-CN" sz="2400" b="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b="0" i="1" smtClean="0">
                                <a:solidFill>
                                  <a:schemeClr val="accent5">
                                    <a:lumMod val="75000"/>
                                  </a:schemeClr>
                                </a:solidFill>
                                <a:latin typeface="Cambria Math" panose="02040503050406030204" pitchFamily="18" charset="0"/>
                              </a:rPr>
                              <m:t>3</m:t>
                            </m:r>
                          </m:sub>
                        </m:sSub>
                      </m:e>
                    </m:acc>
                  </m:oMath>
                </a14:m>
                <a:r>
                  <a:rPr lang="en-US" altLang="zh-CN" sz="2400" dirty="0">
                    <a:solidFill>
                      <a:schemeClr val="accent5">
                        <a:lumMod val="75000"/>
                      </a:schemeClr>
                    </a:solidFill>
                  </a:rPr>
                  <a:t>  </a:t>
                </a:r>
              </a:p>
              <a:p>
                <a:pPr lvl="1"/>
                <a14:m>
                  <m:oMathPara xmlns:m="http://schemas.openxmlformats.org/officeDocument/2006/math">
                    <m:oMathParaPr>
                      <m:jc m:val="left"/>
                    </m:oMathParaPr>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a:solidFill>
                                <a:schemeClr val="accent5">
                                  <a:lumMod val="75000"/>
                                </a:schemeClr>
                              </a:solidFill>
                              <a:latin typeface="Cambria Math" panose="02040503050406030204" pitchFamily="18" charset="0"/>
                            </a:rPr>
                            <m:t>1</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oMath>
                  </m:oMathPara>
                </a14:m>
                <a:endParaRPr lang="en-US" altLang="zh-CN" sz="2400" dirty="0">
                  <a:solidFill>
                    <a:schemeClr val="accent5">
                      <a:lumMod val="75000"/>
                    </a:schemeClr>
                  </a:solidFill>
                </a:endParaRPr>
              </a:p>
              <a:p>
                <a:pPr lvl="1"/>
                <a14:m>
                  <m:oMathPara xmlns:m="http://schemas.openxmlformats.org/officeDocument/2006/math">
                    <m:oMathParaPr>
                      <m:jc m:val="left"/>
                    </m:oMathParaPr>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2</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oMath>
                  </m:oMathPara>
                </a14:m>
                <a:endParaRPr lang="en-US" altLang="zh-CN" sz="2400" dirty="0">
                  <a:solidFill>
                    <a:schemeClr val="accent5">
                      <a:lumMod val="75000"/>
                    </a:schemeClr>
                  </a:solidFill>
                </a:endParaRPr>
              </a:p>
              <a:p>
                <a:pPr lvl="1"/>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3</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a14:m>
                <a:r>
                  <a:rPr lang="en-US" altLang="zh-CN" sz="2400" dirty="0">
                    <a:solidFill>
                      <a:schemeClr val="accent5">
                        <a:lumMod val="75000"/>
                      </a:schemeClr>
                    </a:solidFill>
                  </a:rPr>
                  <a:t>  </a:t>
                </a:r>
              </a:p>
            </p:txBody>
          </p:sp>
        </mc:Choice>
        <mc:Fallback>
          <p:sp>
            <p:nvSpPr>
              <p:cNvPr id="39" name="文本框 38">
                <a:extLst>
                  <a:ext uri="{FF2B5EF4-FFF2-40B4-BE49-F238E27FC236}">
                    <a16:creationId xmlns:a16="http://schemas.microsoft.com/office/drawing/2014/main" id="{D800DE6D-B849-7F2D-CF60-E1DC04D46456}"/>
                  </a:ext>
                </a:extLst>
              </p:cNvPr>
              <p:cNvSpPr txBox="1">
                <a:spLocks noRot="1" noChangeAspect="1" noMove="1" noResize="1" noEditPoints="1" noAdjustHandles="1" noChangeArrowheads="1" noChangeShapeType="1" noTextEdit="1"/>
              </p:cNvSpPr>
              <p:nvPr/>
            </p:nvSpPr>
            <p:spPr>
              <a:xfrm>
                <a:off x="360000" y="1548000"/>
                <a:ext cx="2655067" cy="1548000"/>
              </a:xfrm>
              <a:prstGeom prst="rect">
                <a:avLst/>
              </a:prstGeom>
              <a:blipFill>
                <a:blip r:embed="rId3"/>
                <a:stretch>
                  <a:fillRect b="-4331"/>
                </a:stretch>
              </a:blipFill>
            </p:spPr>
            <p:txBody>
              <a:bodyPr/>
              <a:lstStyle/>
              <a:p>
                <a:r>
                  <a:rPr lang="zh-CN" altLang="en-US">
                    <a:noFill/>
                  </a:rPr>
                  <a:t> </a:t>
                </a:r>
              </a:p>
            </p:txBody>
          </p:sp>
        </mc:Fallback>
      </mc:AlternateContent>
      <p:grpSp>
        <p:nvGrpSpPr>
          <p:cNvPr id="131" name="组合 130">
            <a:extLst>
              <a:ext uri="{FF2B5EF4-FFF2-40B4-BE49-F238E27FC236}">
                <a16:creationId xmlns:a16="http://schemas.microsoft.com/office/drawing/2014/main" id="{0F8EA2F9-3C42-3F54-269A-C53289816131}"/>
              </a:ext>
            </a:extLst>
          </p:cNvPr>
          <p:cNvGrpSpPr/>
          <p:nvPr/>
        </p:nvGrpSpPr>
        <p:grpSpPr>
          <a:xfrm>
            <a:off x="11449269" y="6198682"/>
            <a:ext cx="786273" cy="548639"/>
            <a:chOff x="11454918" y="5839511"/>
            <a:chExt cx="786273" cy="548639"/>
          </a:xfrm>
        </p:grpSpPr>
        <p:grpSp>
          <p:nvGrpSpPr>
            <p:cNvPr id="132" name="组合 131">
              <a:extLst>
                <a:ext uri="{FF2B5EF4-FFF2-40B4-BE49-F238E27FC236}">
                  <a16:creationId xmlns:a16="http://schemas.microsoft.com/office/drawing/2014/main" id="{8DC30F4C-ECED-3CA4-4D02-CA1F598C19E8}"/>
                </a:ext>
              </a:extLst>
            </p:cNvPr>
            <p:cNvGrpSpPr/>
            <p:nvPr/>
          </p:nvGrpSpPr>
          <p:grpSpPr>
            <a:xfrm>
              <a:off x="11454918" y="5867450"/>
              <a:ext cx="737081" cy="520700"/>
              <a:chOff x="11454918" y="5867450"/>
              <a:chExt cx="737081" cy="520700"/>
            </a:xfrm>
          </p:grpSpPr>
          <p:sp>
            <p:nvSpPr>
              <p:cNvPr id="134" name="箭头: 五边形 133">
                <a:extLst>
                  <a:ext uri="{FF2B5EF4-FFF2-40B4-BE49-F238E27FC236}">
                    <a16:creationId xmlns:a16="http://schemas.microsoft.com/office/drawing/2014/main" id="{A4C16C6B-1CFD-19EE-74B3-5AFB3417884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箭头: V 形 134">
                <a:extLst>
                  <a:ext uri="{FF2B5EF4-FFF2-40B4-BE49-F238E27FC236}">
                    <a16:creationId xmlns:a16="http://schemas.microsoft.com/office/drawing/2014/main" id="{10764D90-C237-3940-1958-9FC35158CB0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33" name="灯片编号占位符 3">
              <a:extLst>
                <a:ext uri="{FF2B5EF4-FFF2-40B4-BE49-F238E27FC236}">
                  <a16:creationId xmlns:a16="http://schemas.microsoft.com/office/drawing/2014/main" id="{09D5F0A2-87B0-3AEA-7751-9D3C6D12FA0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37</a:t>
              </a:fld>
              <a:endParaRPr lang="zh-CN" altLang="en-US" sz="3200" dirty="0">
                <a:solidFill>
                  <a:schemeClr val="bg1"/>
                </a:solidFill>
                <a:latin typeface="Candara"/>
                <a:ea typeface="微软雅黑"/>
              </a:endParaRPr>
            </a:p>
          </p:txBody>
        </p:sp>
      </p:grpSp>
      <mc:AlternateContent xmlns:mc="http://schemas.openxmlformats.org/markup-compatibility/2006">
        <mc:Choice xmlns:a14="http://schemas.microsoft.com/office/drawing/2010/main" Requires="a14">
          <p:sp>
            <p:nvSpPr>
              <p:cNvPr id="136" name="文本框 135">
                <a:extLst>
                  <a:ext uri="{FF2B5EF4-FFF2-40B4-BE49-F238E27FC236}">
                    <a16:creationId xmlns:a16="http://schemas.microsoft.com/office/drawing/2014/main" id="{722CEE0E-10BB-893D-C280-13459E547381}"/>
                  </a:ext>
                </a:extLst>
              </p:cNvPr>
              <p:cNvSpPr txBox="1"/>
              <p:nvPr/>
            </p:nvSpPr>
            <p:spPr>
              <a:xfrm>
                <a:off x="360000" y="4320000"/>
                <a:ext cx="5207685" cy="1548000"/>
              </a:xfrm>
              <a:prstGeom prst="rect">
                <a:avLst/>
              </a:prstGeom>
              <a:noFill/>
            </p:spPr>
            <p:txBody>
              <a:bodyPr wrap="square">
                <a:spAutoFit/>
              </a:bodyPr>
              <a:lstStyle/>
              <a:p>
                <a:pPr lvl="1"/>
                <a14:m>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a:solidFill>
                              <a:schemeClr val="accent5">
                                <a:lumMod val="75000"/>
                              </a:schemeClr>
                            </a:solidFill>
                            <a:latin typeface="Cambria Math" panose="02040503050406030204" pitchFamily="18" charset="0"/>
                          </a:rPr>
                          <m:t>D</m:t>
                        </m:r>
                      </m:e>
                      <m:sub>
                        <m:r>
                          <a:rPr lang="en-US" altLang="zh-CN" sz="2400" b="0" i="0">
                            <a:solidFill>
                              <a:schemeClr val="accent5">
                                <a:lumMod val="75000"/>
                              </a:schemeClr>
                            </a:solidFill>
                            <a:latin typeface="Cambria Math" panose="02040503050406030204" pitchFamily="18" charset="0"/>
                          </a:rPr>
                          <m:t>0</m:t>
                        </m:r>
                      </m:sub>
                    </m:sSub>
                    <m:r>
                      <a:rPr lang="en-US" altLang="zh-CN" sz="2400" b="0" i="1" smtClean="0">
                        <a:solidFill>
                          <a:schemeClr val="accent5">
                            <a:lumMod val="75000"/>
                          </a:schemeClr>
                        </a:solidFill>
                        <a:latin typeface="Cambria Math" panose="02040503050406030204" pitchFamily="18" charset="0"/>
                      </a:rPr>
                      <m:t>=</m:t>
                    </m:r>
                    <m:acc>
                      <m:accPr>
                        <m:chr m:val="̅"/>
                        <m:ctrlPr>
                          <a:rPr lang="en-US" altLang="zh-CN" sz="2400" b="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b="0" i="1" smtClean="0">
                                <a:solidFill>
                                  <a:schemeClr val="accent5">
                                    <a:lumMod val="75000"/>
                                  </a:schemeClr>
                                </a:solidFill>
                                <a:latin typeface="Cambria Math" panose="02040503050406030204" pitchFamily="18" charset="0"/>
                              </a:rPr>
                              <m:t>3</m:t>
                            </m:r>
                          </m:sub>
                        </m:sSub>
                      </m:e>
                    </m:acc>
                  </m:oMath>
                </a14:m>
                <a:r>
                  <a:rPr lang="en-US" altLang="zh-CN" sz="2400" dirty="0">
                    <a:solidFill>
                      <a:schemeClr val="accent5">
                        <a:lumMod val="75000"/>
                      </a:schemeClr>
                    </a:solidFill>
                  </a:rPr>
                  <a:t>  </a:t>
                </a:r>
              </a:p>
              <a:p>
                <a:pPr lvl="1"/>
                <a14:m>
                  <m:oMathPara xmlns:m="http://schemas.openxmlformats.org/officeDocument/2006/math">
                    <m:oMathParaPr>
                      <m:jc m:val="left"/>
                    </m:oMathParaPr>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a:solidFill>
                                <a:schemeClr val="accent5">
                                  <a:lumMod val="75000"/>
                                </a:schemeClr>
                              </a:solidFill>
                              <a:latin typeface="Cambria Math" panose="02040503050406030204" pitchFamily="18" charset="0"/>
                            </a:rPr>
                            <m:t>1</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oMath>
                  </m:oMathPara>
                </a14:m>
                <a:endParaRPr lang="en-US" altLang="zh-CN" sz="2400" dirty="0">
                  <a:solidFill>
                    <a:schemeClr val="accent5">
                      <a:lumMod val="75000"/>
                    </a:schemeClr>
                  </a:solidFill>
                </a:endParaRPr>
              </a:p>
              <a:p>
                <a:pPr lvl="1"/>
                <a14:m>
                  <m:oMathPara xmlns:m="http://schemas.openxmlformats.org/officeDocument/2006/math">
                    <m:oMathParaPr>
                      <m:jc m:val="left"/>
                    </m:oMathParaPr>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2</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r>
                        <a:rPr lang="en-US" altLang="zh-CN" sz="2400" b="0" i="0" smtClean="0">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r>
                        <a:rPr lang="en-US" altLang="zh-CN" sz="2400" b="0" i="1" smtClean="0">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1</m:t>
                          </m:r>
                        </m:sub>
                      </m:sSub>
                      <m:r>
                        <a:rPr lang="en-US" altLang="zh-CN" sz="2400" b="0" i="1" smtClean="0">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0</m:t>
                          </m:r>
                        </m:sub>
                      </m:sSub>
                      <m:r>
                        <a:rPr lang="en-US" altLang="zh-CN" sz="2400">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r>
                        <a:rPr lang="en-US" altLang="zh-CN" sz="2400" b="0" i="1" smtClean="0">
                          <a:solidFill>
                            <a:schemeClr val="accent5">
                              <a:lumMod val="75000"/>
                            </a:schemeClr>
                          </a:solidFill>
                          <a:latin typeface="Cambria Math" panose="02040503050406030204" pitchFamily="18" charset="0"/>
                        </a:rPr>
                        <m:t>)</m:t>
                      </m:r>
                    </m:oMath>
                  </m:oMathPara>
                </a14:m>
                <a:endParaRPr lang="en-US" altLang="zh-CN" sz="2400" dirty="0">
                  <a:solidFill>
                    <a:schemeClr val="accent5">
                      <a:lumMod val="75000"/>
                    </a:schemeClr>
                  </a:solidFill>
                </a:endParaRPr>
              </a:p>
              <a:p>
                <a:pPr lvl="1"/>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3</m:t>
                        </m:r>
                      </m:sub>
                    </m:sSub>
                    <m:r>
                      <a:rPr lang="en-US" altLang="zh-CN" sz="2400" i="1">
                        <a:solidFill>
                          <a:schemeClr val="accent5">
                            <a:lumMod val="75000"/>
                          </a:schemeClr>
                        </a:solidFill>
                        <a:latin typeface="Cambria Math" panose="02040503050406030204" pitchFamily="18" charset="0"/>
                      </a:rPr>
                      <m:t>=</m:t>
                    </m:r>
                    <m:sSub>
                      <m:sSubPr>
                        <m:ctrlPr>
                          <a:rPr lang="en-US" altLang="zh-CN" sz="2400" i="1">
                            <a:solidFill>
                              <a:schemeClr val="accent5">
                                <a:lumMod val="75000"/>
                              </a:schemeClr>
                            </a:solidFill>
                            <a:latin typeface="Cambria Math" panose="02040503050406030204" pitchFamily="18" charset="0"/>
                          </a:rPr>
                        </m:ctrlPr>
                      </m:sSubPr>
                      <m:e>
                        <m:r>
                          <m:rPr>
                            <m:sty m:val="p"/>
                          </m:rPr>
                          <a:rPr lang="en-US" altLang="zh-CN" sz="240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2</m:t>
                        </m:r>
                      </m:sub>
                    </m:sSub>
                  </m:oMath>
                </a14:m>
                <a:r>
                  <a:rPr lang="en-US" altLang="zh-CN" sz="2400" dirty="0">
                    <a:solidFill>
                      <a:schemeClr val="accent5">
                        <a:lumMod val="75000"/>
                      </a:schemeClr>
                    </a:solidFill>
                  </a:rPr>
                  <a:t>  </a:t>
                </a:r>
              </a:p>
            </p:txBody>
          </p:sp>
        </mc:Choice>
        <mc:Fallback>
          <p:sp>
            <p:nvSpPr>
              <p:cNvPr id="136" name="文本框 135">
                <a:extLst>
                  <a:ext uri="{FF2B5EF4-FFF2-40B4-BE49-F238E27FC236}">
                    <a16:creationId xmlns:a16="http://schemas.microsoft.com/office/drawing/2014/main" id="{722CEE0E-10BB-893D-C280-13459E547381}"/>
                  </a:ext>
                </a:extLst>
              </p:cNvPr>
              <p:cNvSpPr txBox="1">
                <a:spLocks noRot="1" noChangeAspect="1" noMove="1" noResize="1" noEditPoints="1" noAdjustHandles="1" noChangeArrowheads="1" noChangeShapeType="1" noTextEdit="1"/>
              </p:cNvSpPr>
              <p:nvPr/>
            </p:nvSpPr>
            <p:spPr>
              <a:xfrm>
                <a:off x="360000" y="4320000"/>
                <a:ext cx="5207685" cy="1548000"/>
              </a:xfrm>
              <a:prstGeom prst="rect">
                <a:avLst/>
              </a:prstGeom>
              <a:blipFill>
                <a:blip r:embed="rId4"/>
                <a:stretch>
                  <a:fillRect r="-585" b="-43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Text Box 11">
                <a:extLst>
                  <a:ext uri="{FF2B5EF4-FFF2-40B4-BE49-F238E27FC236}">
                    <a16:creationId xmlns:a16="http://schemas.microsoft.com/office/drawing/2014/main" id="{4AE5B585-115C-E303-7670-E745316F47B0}"/>
                  </a:ext>
                </a:extLst>
              </p:cNvPr>
              <p:cNvSpPr txBox="1">
                <a:spLocks noChangeArrowheads="1"/>
              </p:cNvSpPr>
              <p:nvPr/>
            </p:nvSpPr>
            <p:spPr bwMode="auto">
              <a:xfrm>
                <a:off x="10936504" y="5263200"/>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000" b="0" i="1">
                              <a:latin typeface="Cambria Math" panose="02040503050406030204" pitchFamily="18" charset="0"/>
                            </a:rPr>
                          </m:ctrlPr>
                        </m:accPr>
                        <m:e>
                          <m:sSub>
                            <m:sSubPr>
                              <m:ctrlPr>
                                <a:rPr lang="en-US" altLang="zh-CN" sz="2000" b="0" i="1">
                                  <a:latin typeface="Cambria Math" panose="02040503050406030204" pitchFamily="18" charset="0"/>
                                </a:rPr>
                              </m:ctrlPr>
                            </m:sSubPr>
                            <m:e>
                              <m:r>
                                <m:rPr>
                                  <m:sty m:val="p"/>
                                </m:rPr>
                                <a:rPr lang="en-US" altLang="zh-CN" sz="2000" b="0">
                                  <a:latin typeface="Cambria Math" panose="02040503050406030204" pitchFamily="18" charset="0"/>
                                </a:rPr>
                                <m:t>Q</m:t>
                              </m:r>
                            </m:e>
                            <m:sub>
                              <m:r>
                                <a:rPr lang="en-US" altLang="zh-CN" sz="2000" b="0" i="1">
                                  <a:latin typeface="Cambria Math" panose="02040503050406030204" pitchFamily="18" charset="0"/>
                                </a:rPr>
                                <m:t>3</m:t>
                              </m:r>
                            </m:sub>
                          </m:sSub>
                        </m:e>
                      </m:acc>
                    </m:oMath>
                  </m:oMathPara>
                </a14:m>
                <a:endParaRPr kumimoji="1" lang="en-US" altLang="zh-CN" sz="2000" b="0" dirty="0"/>
              </a:p>
            </p:txBody>
          </p:sp>
        </mc:Choice>
        <mc:Fallback xmlns="">
          <p:sp>
            <p:nvSpPr>
              <p:cNvPr id="138" name="Text Box 11">
                <a:extLst>
                  <a:ext uri="{FF2B5EF4-FFF2-40B4-BE49-F238E27FC236}">
                    <a16:creationId xmlns:a16="http://schemas.microsoft.com/office/drawing/2014/main" id="{4AE5B585-115C-E303-7670-E745316F47B0}"/>
                  </a:ext>
                </a:extLst>
              </p:cNvPr>
              <p:cNvSpPr txBox="1">
                <a:spLocks noRot="1" noChangeAspect="1" noMove="1" noResize="1" noEditPoints="1" noAdjustHandles="1" noChangeArrowheads="1" noChangeShapeType="1" noTextEdit="1"/>
              </p:cNvSpPr>
              <p:nvPr/>
            </p:nvSpPr>
            <p:spPr bwMode="auto">
              <a:xfrm>
                <a:off x="10936504" y="5263200"/>
                <a:ext cx="544893" cy="400110"/>
              </a:xfrm>
              <a:prstGeom prst="rect">
                <a:avLst/>
              </a:prstGeom>
              <a:blipFill>
                <a:blip r:embed="rId18"/>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Text Box 3">
                <a:extLst>
                  <a:ext uri="{FF2B5EF4-FFF2-40B4-BE49-F238E27FC236}">
                    <a16:creationId xmlns:a16="http://schemas.microsoft.com/office/drawing/2014/main" id="{EC340A59-F2A0-17E3-96E0-DD08DFEBD02B}"/>
                  </a:ext>
                </a:extLst>
              </p:cNvPr>
              <p:cNvSpPr txBox="1">
                <a:spLocks noChangeArrowheads="1"/>
              </p:cNvSpPr>
              <p:nvPr/>
            </p:nvSpPr>
            <p:spPr bwMode="auto">
              <a:xfrm>
                <a:off x="6393203" y="4979520"/>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39" name="Text Box 3">
                <a:extLst>
                  <a:ext uri="{FF2B5EF4-FFF2-40B4-BE49-F238E27FC236}">
                    <a16:creationId xmlns:a16="http://schemas.microsoft.com/office/drawing/2014/main" id="{EC340A59-F2A0-17E3-96E0-DD08DFEBD02B}"/>
                  </a:ext>
                </a:extLst>
              </p:cNvPr>
              <p:cNvSpPr txBox="1">
                <a:spLocks noRot="1" noChangeAspect="1" noMove="1" noResize="1" noEditPoints="1" noAdjustHandles="1" noChangeArrowheads="1" noChangeShapeType="1" noTextEdit="1"/>
              </p:cNvSpPr>
              <p:nvPr/>
            </p:nvSpPr>
            <p:spPr bwMode="auto">
              <a:xfrm>
                <a:off x="6393203" y="4979520"/>
                <a:ext cx="281901" cy="400110"/>
              </a:xfrm>
              <a:prstGeom prst="rect">
                <a:avLst/>
              </a:prstGeom>
              <a:blipFill>
                <a:blip r:embed="rId19"/>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40" name="Rectangle 7">
            <a:extLst>
              <a:ext uri="{FF2B5EF4-FFF2-40B4-BE49-F238E27FC236}">
                <a16:creationId xmlns:a16="http://schemas.microsoft.com/office/drawing/2014/main" id="{3F4C8EBC-22A9-6B75-9183-4F3A07CB57C6}"/>
              </a:ext>
            </a:extLst>
          </p:cNvPr>
          <p:cNvSpPr>
            <a:spLocks noChangeArrowheads="1"/>
          </p:cNvSpPr>
          <p:nvPr/>
        </p:nvSpPr>
        <p:spPr bwMode="auto">
          <a:xfrm>
            <a:off x="6418528" y="5049400"/>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41" name="Text Box 11">
                <a:extLst>
                  <a:ext uri="{FF2B5EF4-FFF2-40B4-BE49-F238E27FC236}">
                    <a16:creationId xmlns:a16="http://schemas.microsoft.com/office/drawing/2014/main" id="{EC6CAE76-A57C-DDA3-726D-AB73BC255FE0}"/>
                  </a:ext>
                </a:extLst>
              </p:cNvPr>
              <p:cNvSpPr txBox="1">
                <a:spLocks noChangeArrowheads="1"/>
              </p:cNvSpPr>
              <p:nvPr/>
            </p:nvSpPr>
            <p:spPr bwMode="auto">
              <a:xfrm>
                <a:off x="6995998" y="5112840"/>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a:latin typeface="Cambria Math" panose="02040503050406030204" pitchFamily="18" charset="0"/>
                            </a:rPr>
                            <m:t>0</m:t>
                          </m:r>
                        </m:sub>
                      </m:sSub>
                    </m:oMath>
                  </m:oMathPara>
                </a14:m>
                <a:endParaRPr kumimoji="1" lang="en-US" altLang="zh-CN" sz="2000" b="0" dirty="0"/>
              </a:p>
            </p:txBody>
          </p:sp>
        </mc:Choice>
        <mc:Fallback xmlns="">
          <p:sp>
            <p:nvSpPr>
              <p:cNvPr id="141" name="Text Box 11">
                <a:extLst>
                  <a:ext uri="{FF2B5EF4-FFF2-40B4-BE49-F238E27FC236}">
                    <a16:creationId xmlns:a16="http://schemas.microsoft.com/office/drawing/2014/main" id="{EC6CAE76-A57C-DDA3-726D-AB73BC255FE0}"/>
                  </a:ext>
                </a:extLst>
              </p:cNvPr>
              <p:cNvSpPr txBox="1">
                <a:spLocks noRot="1" noChangeAspect="1" noMove="1" noResize="1" noEditPoints="1" noAdjustHandles="1" noChangeArrowheads="1" noChangeShapeType="1" noTextEdit="1"/>
              </p:cNvSpPr>
              <p:nvPr/>
            </p:nvSpPr>
            <p:spPr bwMode="auto">
              <a:xfrm>
                <a:off x="6995998" y="5112840"/>
                <a:ext cx="544893" cy="400110"/>
              </a:xfrm>
              <a:prstGeom prst="rect">
                <a:avLst/>
              </a:prstGeom>
              <a:blipFill>
                <a:blip r:embed="rId20"/>
                <a:stretch>
                  <a:fillRect b="-13846"/>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42" name="Line 12">
            <a:extLst>
              <a:ext uri="{FF2B5EF4-FFF2-40B4-BE49-F238E27FC236}">
                <a16:creationId xmlns:a16="http://schemas.microsoft.com/office/drawing/2014/main" id="{87571FC9-3CC5-8EEE-F2EA-EDE165F8EC72}"/>
              </a:ext>
            </a:extLst>
          </p:cNvPr>
          <p:cNvSpPr>
            <a:spLocks noChangeShapeType="1"/>
          </p:cNvSpPr>
          <p:nvPr/>
        </p:nvSpPr>
        <p:spPr bwMode="auto">
          <a:xfrm>
            <a:off x="6274065" y="5712475"/>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Line 13">
            <a:extLst>
              <a:ext uri="{FF2B5EF4-FFF2-40B4-BE49-F238E27FC236}">
                <a16:creationId xmlns:a16="http://schemas.microsoft.com/office/drawing/2014/main" id="{1CC04073-0686-81E3-2AA5-42FD631BE630}"/>
              </a:ext>
            </a:extLst>
          </p:cNvPr>
          <p:cNvSpPr>
            <a:spLocks noChangeShapeType="1"/>
          </p:cNvSpPr>
          <p:nvPr/>
        </p:nvSpPr>
        <p:spPr bwMode="auto">
          <a:xfrm>
            <a:off x="7070990" y="5185925"/>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20">
            <a:extLst>
              <a:ext uri="{FF2B5EF4-FFF2-40B4-BE49-F238E27FC236}">
                <a16:creationId xmlns:a16="http://schemas.microsoft.com/office/drawing/2014/main" id="{3823A2E9-63F6-A72D-DAC0-A1DF2FA24BAF}"/>
              </a:ext>
            </a:extLst>
          </p:cNvPr>
          <p:cNvSpPr>
            <a:spLocks noChangeShapeType="1"/>
          </p:cNvSpPr>
          <p:nvPr/>
        </p:nvSpPr>
        <p:spPr bwMode="auto">
          <a:xfrm>
            <a:off x="8373892" y="5184689"/>
            <a:ext cx="21460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34">
            <a:extLst>
              <a:ext uri="{FF2B5EF4-FFF2-40B4-BE49-F238E27FC236}">
                <a16:creationId xmlns:a16="http://schemas.microsoft.com/office/drawing/2014/main" id="{CA3F8B46-C95F-2895-6A16-486EEEBF6D03}"/>
              </a:ext>
            </a:extLst>
          </p:cNvPr>
          <p:cNvSpPr>
            <a:spLocks noChangeShapeType="1"/>
          </p:cNvSpPr>
          <p:nvPr/>
        </p:nvSpPr>
        <p:spPr bwMode="auto">
          <a:xfrm>
            <a:off x="5762889" y="6213038"/>
            <a:ext cx="447291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Line 36">
            <a:extLst>
              <a:ext uri="{FF2B5EF4-FFF2-40B4-BE49-F238E27FC236}">
                <a16:creationId xmlns:a16="http://schemas.microsoft.com/office/drawing/2014/main" id="{E785B6EC-D369-7F59-AC11-BBF31F4E9658}"/>
              </a:ext>
            </a:extLst>
          </p:cNvPr>
          <p:cNvSpPr>
            <a:spLocks noChangeShapeType="1"/>
          </p:cNvSpPr>
          <p:nvPr/>
        </p:nvSpPr>
        <p:spPr bwMode="auto">
          <a:xfrm flipH="1">
            <a:off x="6196278" y="5185925"/>
            <a:ext cx="2222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 name="Line 37">
            <a:extLst>
              <a:ext uri="{FF2B5EF4-FFF2-40B4-BE49-F238E27FC236}">
                <a16:creationId xmlns:a16="http://schemas.microsoft.com/office/drawing/2014/main" id="{772725C4-0797-6FAA-3559-F3489F0661CF}"/>
              </a:ext>
            </a:extLst>
          </p:cNvPr>
          <p:cNvSpPr>
            <a:spLocks noChangeShapeType="1"/>
          </p:cNvSpPr>
          <p:nvPr/>
        </p:nvSpPr>
        <p:spPr bwMode="auto">
          <a:xfrm flipV="1">
            <a:off x="6201040" y="3987277"/>
            <a:ext cx="0" cy="1198646"/>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Line 38">
            <a:extLst>
              <a:ext uri="{FF2B5EF4-FFF2-40B4-BE49-F238E27FC236}">
                <a16:creationId xmlns:a16="http://schemas.microsoft.com/office/drawing/2014/main" id="{774CB7C9-65C1-0CC0-2AE3-13D34A833ACF}"/>
              </a:ext>
            </a:extLst>
          </p:cNvPr>
          <p:cNvSpPr>
            <a:spLocks noChangeShapeType="1"/>
          </p:cNvSpPr>
          <p:nvPr/>
        </p:nvSpPr>
        <p:spPr bwMode="auto">
          <a:xfrm flipH="1">
            <a:off x="6201037" y="3987277"/>
            <a:ext cx="529073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49" name="Text Box 39">
                <a:extLst>
                  <a:ext uri="{FF2B5EF4-FFF2-40B4-BE49-F238E27FC236}">
                    <a16:creationId xmlns:a16="http://schemas.microsoft.com/office/drawing/2014/main" id="{87E43411-E5B2-7D4A-BA15-51C372CBF8D1}"/>
                  </a:ext>
                </a:extLst>
              </p:cNvPr>
              <p:cNvSpPr txBox="1">
                <a:spLocks noChangeArrowheads="1"/>
              </p:cNvSpPr>
              <p:nvPr/>
            </p:nvSpPr>
            <p:spPr bwMode="auto">
              <a:xfrm>
                <a:off x="5782015" y="4978459"/>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0">
                              <a:latin typeface="Cambria Math" panose="02040503050406030204" pitchFamily="18" charset="0"/>
                            </a:rPr>
                            <m:t>0</m:t>
                          </m:r>
                        </m:sub>
                      </m:sSub>
                    </m:oMath>
                  </m:oMathPara>
                </a14:m>
                <a:endParaRPr kumimoji="1" lang="en-US" altLang="zh-CN" sz="2000" b="0" dirty="0"/>
              </a:p>
            </p:txBody>
          </p:sp>
        </mc:Choice>
        <mc:Fallback xmlns="">
          <p:sp>
            <p:nvSpPr>
              <p:cNvPr id="149" name="Text Box 39">
                <a:extLst>
                  <a:ext uri="{FF2B5EF4-FFF2-40B4-BE49-F238E27FC236}">
                    <a16:creationId xmlns:a16="http://schemas.microsoft.com/office/drawing/2014/main" id="{87E43411-E5B2-7D4A-BA15-51C372CBF8D1}"/>
                  </a:ext>
                </a:extLst>
              </p:cNvPr>
              <p:cNvSpPr txBox="1">
                <a:spLocks noRot="1" noChangeAspect="1" noMove="1" noResize="1" noEditPoints="1" noAdjustHandles="1" noChangeArrowheads="1" noChangeShapeType="1" noTextEdit="1"/>
              </p:cNvSpPr>
              <p:nvPr/>
            </p:nvSpPr>
            <p:spPr bwMode="auto">
              <a:xfrm>
                <a:off x="5782015" y="4978459"/>
                <a:ext cx="538353" cy="400110"/>
              </a:xfrm>
              <a:prstGeom prst="rect">
                <a:avLst/>
              </a:prstGeom>
              <a:blipFill>
                <a:blip r:embed="rId21"/>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0" name="Text Box 40">
                <a:extLst>
                  <a:ext uri="{FF2B5EF4-FFF2-40B4-BE49-F238E27FC236}">
                    <a16:creationId xmlns:a16="http://schemas.microsoft.com/office/drawing/2014/main" id="{BD4D0F87-6213-0042-BEB1-E6CF9176F4CE}"/>
                  </a:ext>
                </a:extLst>
              </p:cNvPr>
              <p:cNvSpPr txBox="1">
                <a:spLocks noChangeArrowheads="1"/>
              </p:cNvSpPr>
              <p:nvPr/>
            </p:nvSpPr>
            <p:spPr bwMode="auto">
              <a:xfrm>
                <a:off x="5694628" y="5827275"/>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CP</m:t>
                      </m:r>
                    </m:oMath>
                  </m:oMathPara>
                </a14:m>
                <a:endParaRPr kumimoji="1" lang="en-US" altLang="zh-CN" sz="2000" b="0" dirty="0"/>
              </a:p>
            </p:txBody>
          </p:sp>
        </mc:Choice>
        <mc:Fallback xmlns="">
          <p:sp>
            <p:nvSpPr>
              <p:cNvPr id="150" name="Text Box 40">
                <a:extLst>
                  <a:ext uri="{FF2B5EF4-FFF2-40B4-BE49-F238E27FC236}">
                    <a16:creationId xmlns:a16="http://schemas.microsoft.com/office/drawing/2014/main" id="{BD4D0F87-6213-0042-BEB1-E6CF9176F4CE}"/>
                  </a:ext>
                </a:extLst>
              </p:cNvPr>
              <p:cNvSpPr txBox="1">
                <a:spLocks noRot="1" noChangeAspect="1" noMove="1" noResize="1" noEditPoints="1" noAdjustHandles="1" noChangeArrowheads="1" noChangeShapeType="1" noTextEdit="1"/>
              </p:cNvSpPr>
              <p:nvPr/>
            </p:nvSpPr>
            <p:spPr bwMode="auto">
              <a:xfrm>
                <a:off x="5694628" y="5827275"/>
                <a:ext cx="538929" cy="400110"/>
              </a:xfrm>
              <a:prstGeom prst="rect">
                <a:avLst/>
              </a:prstGeom>
              <a:blipFill>
                <a:blip r:embed="rId22"/>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1" name="Text Box 11">
                <a:extLst>
                  <a:ext uri="{FF2B5EF4-FFF2-40B4-BE49-F238E27FC236}">
                    <a16:creationId xmlns:a16="http://schemas.microsoft.com/office/drawing/2014/main" id="{A67FF4FE-C4FE-1ACA-42D3-020F1E9470E0}"/>
                  </a:ext>
                </a:extLst>
              </p:cNvPr>
              <p:cNvSpPr txBox="1">
                <a:spLocks noChangeArrowheads="1"/>
              </p:cNvSpPr>
              <p:nvPr/>
            </p:nvSpPr>
            <p:spPr bwMode="auto">
              <a:xfrm>
                <a:off x="8297361" y="5112000"/>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151" name="Text Box 11">
                <a:extLst>
                  <a:ext uri="{FF2B5EF4-FFF2-40B4-BE49-F238E27FC236}">
                    <a16:creationId xmlns:a16="http://schemas.microsoft.com/office/drawing/2014/main" id="{A67FF4FE-C4FE-1ACA-42D3-020F1E9470E0}"/>
                  </a:ext>
                </a:extLst>
              </p:cNvPr>
              <p:cNvSpPr txBox="1">
                <a:spLocks noRot="1" noChangeAspect="1" noMove="1" noResize="1" noEditPoints="1" noAdjustHandles="1" noChangeArrowheads="1" noChangeShapeType="1" noTextEdit="1"/>
              </p:cNvSpPr>
              <p:nvPr/>
            </p:nvSpPr>
            <p:spPr bwMode="auto">
              <a:xfrm>
                <a:off x="8297361" y="5112000"/>
                <a:ext cx="538929" cy="400110"/>
              </a:xfrm>
              <a:prstGeom prst="rect">
                <a:avLst/>
              </a:prstGeom>
              <a:blipFill>
                <a:blip r:embed="rId23"/>
                <a:stretch>
                  <a:fillRect b="-13846"/>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2" name="Text Box 39">
                <a:extLst>
                  <a:ext uri="{FF2B5EF4-FFF2-40B4-BE49-F238E27FC236}">
                    <a16:creationId xmlns:a16="http://schemas.microsoft.com/office/drawing/2014/main" id="{BD1E3A81-1ACA-E9F8-3270-C5F4E91D35F8}"/>
                  </a:ext>
                </a:extLst>
              </p:cNvPr>
              <p:cNvSpPr txBox="1">
                <a:spLocks noChangeArrowheads="1"/>
              </p:cNvSpPr>
              <p:nvPr/>
            </p:nvSpPr>
            <p:spPr bwMode="auto">
              <a:xfrm>
                <a:off x="6659757" y="5323801"/>
                <a:ext cx="50469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0">
                              <a:latin typeface="Cambria Math" panose="02040503050406030204" pitchFamily="18" charset="0"/>
                            </a:rPr>
                            <m:t>0</m:t>
                          </m:r>
                        </m:sub>
                      </m:sSub>
                    </m:oMath>
                  </m:oMathPara>
                </a14:m>
                <a:endParaRPr kumimoji="1" lang="en-US" altLang="zh-CN" sz="1400" b="0" dirty="0"/>
              </a:p>
            </p:txBody>
          </p:sp>
        </mc:Choice>
        <mc:Fallback xmlns="">
          <p:sp>
            <p:nvSpPr>
              <p:cNvPr id="152" name="Text Box 39">
                <a:extLst>
                  <a:ext uri="{FF2B5EF4-FFF2-40B4-BE49-F238E27FC236}">
                    <a16:creationId xmlns:a16="http://schemas.microsoft.com/office/drawing/2014/main" id="{BD1E3A81-1ACA-E9F8-3270-C5F4E91D35F8}"/>
                  </a:ext>
                </a:extLst>
              </p:cNvPr>
              <p:cNvSpPr txBox="1">
                <a:spLocks noRot="1" noChangeAspect="1" noMove="1" noResize="1" noEditPoints="1" noAdjustHandles="1" noChangeArrowheads="1" noChangeShapeType="1" noTextEdit="1"/>
              </p:cNvSpPr>
              <p:nvPr/>
            </p:nvSpPr>
            <p:spPr bwMode="auto">
              <a:xfrm>
                <a:off x="6659757" y="5323801"/>
                <a:ext cx="504690" cy="307777"/>
              </a:xfrm>
              <a:prstGeom prst="rect">
                <a:avLst/>
              </a:prstGeom>
              <a:blipFill>
                <a:blip r:embed="rId24"/>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53" name="等腰三角形 152">
            <a:extLst>
              <a:ext uri="{FF2B5EF4-FFF2-40B4-BE49-F238E27FC236}">
                <a16:creationId xmlns:a16="http://schemas.microsoft.com/office/drawing/2014/main" id="{9DB21EDB-93EA-5AB1-77F2-716D046D5ED0}"/>
              </a:ext>
            </a:extLst>
          </p:cNvPr>
          <p:cNvSpPr/>
          <p:nvPr/>
        </p:nvSpPr>
        <p:spPr>
          <a:xfrm rot="5400000">
            <a:off x="6381048" y="566167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54" name="Text Box 3">
                <a:extLst>
                  <a:ext uri="{FF2B5EF4-FFF2-40B4-BE49-F238E27FC236}">
                    <a16:creationId xmlns:a16="http://schemas.microsoft.com/office/drawing/2014/main" id="{1FC1423F-BE0F-EBF4-EC8F-F810C532C1E9}"/>
                  </a:ext>
                </a:extLst>
              </p:cNvPr>
              <p:cNvSpPr txBox="1">
                <a:spLocks noChangeArrowheads="1"/>
              </p:cNvSpPr>
              <p:nvPr/>
            </p:nvSpPr>
            <p:spPr bwMode="auto">
              <a:xfrm>
                <a:off x="7691165" y="4979520"/>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54" name="Text Box 3">
                <a:extLst>
                  <a:ext uri="{FF2B5EF4-FFF2-40B4-BE49-F238E27FC236}">
                    <a16:creationId xmlns:a16="http://schemas.microsoft.com/office/drawing/2014/main" id="{1FC1423F-BE0F-EBF4-EC8F-F810C532C1E9}"/>
                  </a:ext>
                </a:extLst>
              </p:cNvPr>
              <p:cNvSpPr txBox="1">
                <a:spLocks noRot="1" noChangeAspect="1" noMove="1" noResize="1" noEditPoints="1" noAdjustHandles="1" noChangeArrowheads="1" noChangeShapeType="1" noTextEdit="1"/>
              </p:cNvSpPr>
              <p:nvPr/>
            </p:nvSpPr>
            <p:spPr bwMode="auto">
              <a:xfrm>
                <a:off x="7691165" y="4979520"/>
                <a:ext cx="281901" cy="400110"/>
              </a:xfrm>
              <a:prstGeom prst="rect">
                <a:avLst/>
              </a:prstGeom>
              <a:blipFill>
                <a:blip r:embed="rId25"/>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5" name="Text Box 39">
                <a:extLst>
                  <a:ext uri="{FF2B5EF4-FFF2-40B4-BE49-F238E27FC236}">
                    <a16:creationId xmlns:a16="http://schemas.microsoft.com/office/drawing/2014/main" id="{A75DB1A5-DC72-2C15-A8D1-F7AB5C6B1762}"/>
                  </a:ext>
                </a:extLst>
              </p:cNvPr>
              <p:cNvSpPr txBox="1">
                <a:spLocks noChangeArrowheads="1"/>
              </p:cNvSpPr>
              <p:nvPr/>
            </p:nvSpPr>
            <p:spPr bwMode="auto">
              <a:xfrm>
                <a:off x="7961712" y="5323802"/>
                <a:ext cx="500522"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155" name="Text Box 39">
                <a:extLst>
                  <a:ext uri="{FF2B5EF4-FFF2-40B4-BE49-F238E27FC236}">
                    <a16:creationId xmlns:a16="http://schemas.microsoft.com/office/drawing/2014/main" id="{A75DB1A5-DC72-2C15-A8D1-F7AB5C6B1762}"/>
                  </a:ext>
                </a:extLst>
              </p:cNvPr>
              <p:cNvSpPr txBox="1">
                <a:spLocks noRot="1" noChangeAspect="1" noMove="1" noResize="1" noEditPoints="1" noAdjustHandles="1" noChangeArrowheads="1" noChangeShapeType="1" noTextEdit="1"/>
              </p:cNvSpPr>
              <p:nvPr/>
            </p:nvSpPr>
            <p:spPr bwMode="auto">
              <a:xfrm>
                <a:off x="7961712" y="5323802"/>
                <a:ext cx="500522" cy="307777"/>
              </a:xfrm>
              <a:prstGeom prst="rect">
                <a:avLst/>
              </a:prstGeom>
              <a:blipFill>
                <a:blip r:embed="rId26"/>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56" name="Rectangle 7">
            <a:extLst>
              <a:ext uri="{FF2B5EF4-FFF2-40B4-BE49-F238E27FC236}">
                <a16:creationId xmlns:a16="http://schemas.microsoft.com/office/drawing/2014/main" id="{A1656A15-759D-C122-51B5-F1F351E088C7}"/>
              </a:ext>
            </a:extLst>
          </p:cNvPr>
          <p:cNvSpPr>
            <a:spLocks noChangeArrowheads="1"/>
          </p:cNvSpPr>
          <p:nvPr/>
        </p:nvSpPr>
        <p:spPr bwMode="auto">
          <a:xfrm>
            <a:off x="7729010" y="5047913"/>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157" name="Line 12">
            <a:extLst>
              <a:ext uri="{FF2B5EF4-FFF2-40B4-BE49-F238E27FC236}">
                <a16:creationId xmlns:a16="http://schemas.microsoft.com/office/drawing/2014/main" id="{68090CEE-A98C-BAEB-7E62-A0745F0C6D37}"/>
              </a:ext>
            </a:extLst>
          </p:cNvPr>
          <p:cNvSpPr>
            <a:spLocks noChangeShapeType="1"/>
          </p:cNvSpPr>
          <p:nvPr/>
        </p:nvSpPr>
        <p:spPr bwMode="auto">
          <a:xfrm>
            <a:off x="7584547" y="5710988"/>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等腰三角形 157">
            <a:extLst>
              <a:ext uri="{FF2B5EF4-FFF2-40B4-BE49-F238E27FC236}">
                <a16:creationId xmlns:a16="http://schemas.microsoft.com/office/drawing/2014/main" id="{F063DD1C-CB0E-6D35-5458-1E41271081B3}"/>
              </a:ext>
            </a:extLst>
          </p:cNvPr>
          <p:cNvSpPr/>
          <p:nvPr/>
        </p:nvSpPr>
        <p:spPr>
          <a:xfrm rot="5400000">
            <a:off x="7691530" y="566018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59" name="Text Box 3">
                <a:extLst>
                  <a:ext uri="{FF2B5EF4-FFF2-40B4-BE49-F238E27FC236}">
                    <a16:creationId xmlns:a16="http://schemas.microsoft.com/office/drawing/2014/main" id="{EC19C63C-7885-F3C1-635F-DA8AAE4FA216}"/>
                  </a:ext>
                </a:extLst>
              </p:cNvPr>
              <p:cNvSpPr txBox="1">
                <a:spLocks noChangeArrowheads="1"/>
              </p:cNvSpPr>
              <p:nvPr/>
            </p:nvSpPr>
            <p:spPr bwMode="auto">
              <a:xfrm>
                <a:off x="9032346" y="4978033"/>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59" name="Text Box 3">
                <a:extLst>
                  <a:ext uri="{FF2B5EF4-FFF2-40B4-BE49-F238E27FC236}">
                    <a16:creationId xmlns:a16="http://schemas.microsoft.com/office/drawing/2014/main" id="{EC19C63C-7885-F3C1-635F-DA8AAE4FA216}"/>
                  </a:ext>
                </a:extLst>
              </p:cNvPr>
              <p:cNvSpPr txBox="1">
                <a:spLocks noRot="1" noChangeAspect="1" noMove="1" noResize="1" noEditPoints="1" noAdjustHandles="1" noChangeArrowheads="1" noChangeShapeType="1" noTextEdit="1"/>
              </p:cNvSpPr>
              <p:nvPr/>
            </p:nvSpPr>
            <p:spPr bwMode="auto">
              <a:xfrm>
                <a:off x="9032346" y="4978033"/>
                <a:ext cx="281901" cy="400110"/>
              </a:xfrm>
              <a:prstGeom prst="rect">
                <a:avLst/>
              </a:prstGeom>
              <a:blipFill>
                <a:blip r:embed="rId27"/>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60" name="Rectangle 7">
            <a:extLst>
              <a:ext uri="{FF2B5EF4-FFF2-40B4-BE49-F238E27FC236}">
                <a16:creationId xmlns:a16="http://schemas.microsoft.com/office/drawing/2014/main" id="{8F0A6D8B-8162-FB0B-FB89-A6FEAD766721}"/>
              </a:ext>
            </a:extLst>
          </p:cNvPr>
          <p:cNvSpPr>
            <a:spLocks noChangeArrowheads="1"/>
          </p:cNvSpPr>
          <p:nvPr/>
        </p:nvSpPr>
        <p:spPr bwMode="auto">
          <a:xfrm>
            <a:off x="9057671" y="5047913"/>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61" name="Text Box 11">
                <a:extLst>
                  <a:ext uri="{FF2B5EF4-FFF2-40B4-BE49-F238E27FC236}">
                    <a16:creationId xmlns:a16="http://schemas.microsoft.com/office/drawing/2014/main" id="{415DDC3A-EB39-646B-28CB-3870C41B894D}"/>
                  </a:ext>
                </a:extLst>
              </p:cNvPr>
              <p:cNvSpPr txBox="1">
                <a:spLocks noChangeArrowheads="1"/>
              </p:cNvSpPr>
              <p:nvPr/>
            </p:nvSpPr>
            <p:spPr bwMode="auto">
              <a:xfrm>
                <a:off x="9635141" y="5112000"/>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161" name="Text Box 11">
                <a:extLst>
                  <a:ext uri="{FF2B5EF4-FFF2-40B4-BE49-F238E27FC236}">
                    <a16:creationId xmlns:a16="http://schemas.microsoft.com/office/drawing/2014/main" id="{415DDC3A-EB39-646B-28CB-3870C41B894D}"/>
                  </a:ext>
                </a:extLst>
              </p:cNvPr>
              <p:cNvSpPr txBox="1">
                <a:spLocks noRot="1" noChangeAspect="1" noMove="1" noResize="1" noEditPoints="1" noAdjustHandles="1" noChangeArrowheads="1" noChangeShapeType="1" noTextEdit="1"/>
              </p:cNvSpPr>
              <p:nvPr/>
            </p:nvSpPr>
            <p:spPr bwMode="auto">
              <a:xfrm>
                <a:off x="9635141" y="5112000"/>
                <a:ext cx="544893" cy="400110"/>
              </a:xfrm>
              <a:prstGeom prst="rect">
                <a:avLst/>
              </a:prstGeom>
              <a:blipFill>
                <a:blip r:embed="rId28"/>
                <a:stretch>
                  <a:fillRect b="-13846"/>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62" name="Line 12">
            <a:extLst>
              <a:ext uri="{FF2B5EF4-FFF2-40B4-BE49-F238E27FC236}">
                <a16:creationId xmlns:a16="http://schemas.microsoft.com/office/drawing/2014/main" id="{A39BC89A-C588-331E-C2E9-BAFA0BF4DF70}"/>
              </a:ext>
            </a:extLst>
          </p:cNvPr>
          <p:cNvSpPr>
            <a:spLocks noChangeShapeType="1"/>
          </p:cNvSpPr>
          <p:nvPr/>
        </p:nvSpPr>
        <p:spPr bwMode="auto">
          <a:xfrm>
            <a:off x="8913208" y="5710988"/>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Line 13">
            <a:extLst>
              <a:ext uri="{FF2B5EF4-FFF2-40B4-BE49-F238E27FC236}">
                <a16:creationId xmlns:a16="http://schemas.microsoft.com/office/drawing/2014/main" id="{F025AB11-9EF4-61D5-BCC5-AB7081C57949}"/>
              </a:ext>
            </a:extLst>
          </p:cNvPr>
          <p:cNvSpPr>
            <a:spLocks noChangeShapeType="1"/>
          </p:cNvSpPr>
          <p:nvPr/>
        </p:nvSpPr>
        <p:spPr bwMode="auto">
          <a:xfrm>
            <a:off x="9710133" y="5184438"/>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 name="Line 20">
            <a:extLst>
              <a:ext uri="{FF2B5EF4-FFF2-40B4-BE49-F238E27FC236}">
                <a16:creationId xmlns:a16="http://schemas.microsoft.com/office/drawing/2014/main" id="{2A20B11B-EF93-4621-CD62-07D9B8BEEED2}"/>
              </a:ext>
            </a:extLst>
          </p:cNvPr>
          <p:cNvSpPr>
            <a:spLocks noChangeShapeType="1"/>
          </p:cNvSpPr>
          <p:nvPr/>
        </p:nvSpPr>
        <p:spPr bwMode="auto">
          <a:xfrm>
            <a:off x="11022426" y="5709258"/>
            <a:ext cx="46934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65" name="Text Box 39">
                <a:extLst>
                  <a:ext uri="{FF2B5EF4-FFF2-40B4-BE49-F238E27FC236}">
                    <a16:creationId xmlns:a16="http://schemas.microsoft.com/office/drawing/2014/main" id="{1D0256C2-5982-A235-F908-28DA25751C0F}"/>
                  </a:ext>
                </a:extLst>
              </p:cNvPr>
              <p:cNvSpPr txBox="1">
                <a:spLocks noChangeArrowheads="1"/>
              </p:cNvSpPr>
              <p:nvPr/>
            </p:nvSpPr>
            <p:spPr bwMode="auto">
              <a:xfrm>
                <a:off x="9298900" y="5322314"/>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2</m:t>
                          </m:r>
                        </m:sub>
                      </m:sSub>
                    </m:oMath>
                  </m:oMathPara>
                </a14:m>
                <a:endParaRPr kumimoji="1" lang="en-US" altLang="zh-CN" sz="1400" b="0" dirty="0"/>
              </a:p>
            </p:txBody>
          </p:sp>
        </mc:Choice>
        <mc:Fallback xmlns="">
          <p:sp>
            <p:nvSpPr>
              <p:cNvPr id="165" name="Text Box 39">
                <a:extLst>
                  <a:ext uri="{FF2B5EF4-FFF2-40B4-BE49-F238E27FC236}">
                    <a16:creationId xmlns:a16="http://schemas.microsoft.com/office/drawing/2014/main" id="{1D0256C2-5982-A235-F908-28DA25751C0F}"/>
                  </a:ext>
                </a:extLst>
              </p:cNvPr>
              <p:cNvSpPr txBox="1">
                <a:spLocks noRot="1" noChangeAspect="1" noMove="1" noResize="1" noEditPoints="1" noAdjustHandles="1" noChangeArrowheads="1" noChangeShapeType="1" noTextEdit="1"/>
              </p:cNvSpPr>
              <p:nvPr/>
            </p:nvSpPr>
            <p:spPr bwMode="auto">
              <a:xfrm>
                <a:off x="9298900" y="5322314"/>
                <a:ext cx="504689" cy="307777"/>
              </a:xfrm>
              <a:prstGeom prst="rect">
                <a:avLst/>
              </a:prstGeom>
              <a:blipFill>
                <a:blip r:embed="rId14"/>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66" name="等腰三角形 165">
            <a:extLst>
              <a:ext uri="{FF2B5EF4-FFF2-40B4-BE49-F238E27FC236}">
                <a16:creationId xmlns:a16="http://schemas.microsoft.com/office/drawing/2014/main" id="{E69B7FE2-12C2-20E2-2BB5-927EE1A9AB2E}"/>
              </a:ext>
            </a:extLst>
          </p:cNvPr>
          <p:cNvSpPr/>
          <p:nvPr/>
        </p:nvSpPr>
        <p:spPr>
          <a:xfrm rot="5400000">
            <a:off x="9020191" y="5660188"/>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67" name="Text Box 3">
                <a:extLst>
                  <a:ext uri="{FF2B5EF4-FFF2-40B4-BE49-F238E27FC236}">
                    <a16:creationId xmlns:a16="http://schemas.microsoft.com/office/drawing/2014/main" id="{F1F47DA7-4CD4-8738-BCCA-E50D0116FC95}"/>
                  </a:ext>
                </a:extLst>
              </p:cNvPr>
              <p:cNvSpPr txBox="1">
                <a:spLocks noChangeArrowheads="1"/>
              </p:cNvSpPr>
              <p:nvPr/>
            </p:nvSpPr>
            <p:spPr bwMode="auto">
              <a:xfrm>
                <a:off x="10330308" y="4978033"/>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67" name="Text Box 3">
                <a:extLst>
                  <a:ext uri="{FF2B5EF4-FFF2-40B4-BE49-F238E27FC236}">
                    <a16:creationId xmlns:a16="http://schemas.microsoft.com/office/drawing/2014/main" id="{F1F47DA7-4CD4-8738-BCCA-E50D0116FC95}"/>
                  </a:ext>
                </a:extLst>
              </p:cNvPr>
              <p:cNvSpPr txBox="1">
                <a:spLocks noRot="1" noChangeAspect="1" noMove="1" noResize="1" noEditPoints="1" noAdjustHandles="1" noChangeArrowheads="1" noChangeShapeType="1" noTextEdit="1"/>
              </p:cNvSpPr>
              <p:nvPr/>
            </p:nvSpPr>
            <p:spPr bwMode="auto">
              <a:xfrm>
                <a:off x="10330308" y="4978033"/>
                <a:ext cx="281901" cy="400110"/>
              </a:xfrm>
              <a:prstGeom prst="rect">
                <a:avLst/>
              </a:prstGeom>
              <a:blipFill>
                <a:blip r:embed="rId29"/>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Text Box 39">
                <a:extLst>
                  <a:ext uri="{FF2B5EF4-FFF2-40B4-BE49-F238E27FC236}">
                    <a16:creationId xmlns:a16="http://schemas.microsoft.com/office/drawing/2014/main" id="{675A22C9-53D9-2210-CDF1-7DF64BC24671}"/>
                  </a:ext>
                </a:extLst>
              </p:cNvPr>
              <p:cNvSpPr txBox="1">
                <a:spLocks noChangeArrowheads="1"/>
              </p:cNvSpPr>
              <p:nvPr/>
            </p:nvSpPr>
            <p:spPr bwMode="auto">
              <a:xfrm>
                <a:off x="10600855" y="5322315"/>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3</m:t>
                          </m:r>
                        </m:sub>
                      </m:sSub>
                    </m:oMath>
                  </m:oMathPara>
                </a14:m>
                <a:endParaRPr kumimoji="1" lang="en-US" altLang="zh-CN" sz="1400" b="0" dirty="0"/>
              </a:p>
            </p:txBody>
          </p:sp>
        </mc:Choice>
        <mc:Fallback xmlns="">
          <p:sp>
            <p:nvSpPr>
              <p:cNvPr id="168" name="Text Box 39">
                <a:extLst>
                  <a:ext uri="{FF2B5EF4-FFF2-40B4-BE49-F238E27FC236}">
                    <a16:creationId xmlns:a16="http://schemas.microsoft.com/office/drawing/2014/main" id="{675A22C9-53D9-2210-CDF1-7DF64BC24671}"/>
                  </a:ext>
                </a:extLst>
              </p:cNvPr>
              <p:cNvSpPr txBox="1">
                <a:spLocks noRot="1" noChangeAspect="1" noMove="1" noResize="1" noEditPoints="1" noAdjustHandles="1" noChangeArrowheads="1" noChangeShapeType="1" noTextEdit="1"/>
              </p:cNvSpPr>
              <p:nvPr/>
            </p:nvSpPr>
            <p:spPr bwMode="auto">
              <a:xfrm>
                <a:off x="10600855" y="5322315"/>
                <a:ext cx="504689" cy="307777"/>
              </a:xfrm>
              <a:prstGeom prst="rect">
                <a:avLst/>
              </a:prstGeom>
              <a:blipFill>
                <a:blip r:embed="rId16"/>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69" name="Rectangle 7">
            <a:extLst>
              <a:ext uri="{FF2B5EF4-FFF2-40B4-BE49-F238E27FC236}">
                <a16:creationId xmlns:a16="http://schemas.microsoft.com/office/drawing/2014/main" id="{DBD17F07-4FB8-0E9D-312D-3FBC4933A115}"/>
              </a:ext>
            </a:extLst>
          </p:cNvPr>
          <p:cNvSpPr>
            <a:spLocks noChangeArrowheads="1"/>
          </p:cNvSpPr>
          <p:nvPr/>
        </p:nvSpPr>
        <p:spPr bwMode="auto">
          <a:xfrm>
            <a:off x="10368153" y="5046426"/>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170" name="Line 12">
            <a:extLst>
              <a:ext uri="{FF2B5EF4-FFF2-40B4-BE49-F238E27FC236}">
                <a16:creationId xmlns:a16="http://schemas.microsoft.com/office/drawing/2014/main" id="{B5A9A96F-6855-0F45-80DC-FED017FEE555}"/>
              </a:ext>
            </a:extLst>
          </p:cNvPr>
          <p:cNvSpPr>
            <a:spLocks noChangeShapeType="1"/>
          </p:cNvSpPr>
          <p:nvPr/>
        </p:nvSpPr>
        <p:spPr bwMode="auto">
          <a:xfrm>
            <a:off x="10223690" y="5709501"/>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等腰三角形 170">
            <a:extLst>
              <a:ext uri="{FF2B5EF4-FFF2-40B4-BE49-F238E27FC236}">
                <a16:creationId xmlns:a16="http://schemas.microsoft.com/office/drawing/2014/main" id="{7CF3E5F5-F117-0373-538B-2665B4C2F30A}"/>
              </a:ext>
            </a:extLst>
          </p:cNvPr>
          <p:cNvSpPr/>
          <p:nvPr/>
        </p:nvSpPr>
        <p:spPr>
          <a:xfrm rot="5400000">
            <a:off x="10330673" y="5658701"/>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72" name="Line 12">
            <a:extLst>
              <a:ext uri="{FF2B5EF4-FFF2-40B4-BE49-F238E27FC236}">
                <a16:creationId xmlns:a16="http://schemas.microsoft.com/office/drawing/2014/main" id="{8632876D-F997-931D-083E-BCE63AF75BB2}"/>
              </a:ext>
            </a:extLst>
          </p:cNvPr>
          <p:cNvSpPr>
            <a:spLocks noChangeShapeType="1"/>
          </p:cNvSpPr>
          <p:nvPr/>
        </p:nvSpPr>
        <p:spPr bwMode="auto">
          <a:xfrm rot="5400000">
            <a:off x="9974549" y="5957915"/>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37">
            <a:extLst>
              <a:ext uri="{FF2B5EF4-FFF2-40B4-BE49-F238E27FC236}">
                <a16:creationId xmlns:a16="http://schemas.microsoft.com/office/drawing/2014/main" id="{03BFB84D-9FCD-F577-EA1F-93AF9B1D688C}"/>
              </a:ext>
            </a:extLst>
          </p:cNvPr>
          <p:cNvSpPr>
            <a:spLocks noChangeShapeType="1"/>
          </p:cNvSpPr>
          <p:nvPr/>
        </p:nvSpPr>
        <p:spPr bwMode="auto">
          <a:xfrm flipV="1">
            <a:off x="11481397" y="3987277"/>
            <a:ext cx="0" cy="173237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Line 12">
            <a:extLst>
              <a:ext uri="{FF2B5EF4-FFF2-40B4-BE49-F238E27FC236}">
                <a16:creationId xmlns:a16="http://schemas.microsoft.com/office/drawing/2014/main" id="{EAD32B66-8ADD-B78F-B3A2-1042515ABC9B}"/>
              </a:ext>
            </a:extLst>
          </p:cNvPr>
          <p:cNvSpPr>
            <a:spLocks noChangeShapeType="1"/>
          </p:cNvSpPr>
          <p:nvPr/>
        </p:nvSpPr>
        <p:spPr bwMode="auto">
          <a:xfrm rot="5400000">
            <a:off x="8663441" y="5957915"/>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 name="Line 12">
            <a:extLst>
              <a:ext uri="{FF2B5EF4-FFF2-40B4-BE49-F238E27FC236}">
                <a16:creationId xmlns:a16="http://schemas.microsoft.com/office/drawing/2014/main" id="{0FCB6C91-A8F1-8383-EE01-91DF512C62DD}"/>
              </a:ext>
            </a:extLst>
          </p:cNvPr>
          <p:cNvSpPr>
            <a:spLocks noChangeShapeType="1"/>
          </p:cNvSpPr>
          <p:nvPr/>
        </p:nvSpPr>
        <p:spPr bwMode="auto">
          <a:xfrm rot="5400000">
            <a:off x="7334780" y="5957915"/>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12">
            <a:extLst>
              <a:ext uri="{FF2B5EF4-FFF2-40B4-BE49-F238E27FC236}">
                <a16:creationId xmlns:a16="http://schemas.microsoft.com/office/drawing/2014/main" id="{0BD38648-CECF-FD4A-F2BA-D1C7FEE0678E}"/>
              </a:ext>
            </a:extLst>
          </p:cNvPr>
          <p:cNvSpPr>
            <a:spLocks noChangeShapeType="1"/>
          </p:cNvSpPr>
          <p:nvPr/>
        </p:nvSpPr>
        <p:spPr bwMode="auto">
          <a:xfrm rot="5400000">
            <a:off x="6024298" y="5957915"/>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椭圆 176">
            <a:extLst>
              <a:ext uri="{FF2B5EF4-FFF2-40B4-BE49-F238E27FC236}">
                <a16:creationId xmlns:a16="http://schemas.microsoft.com/office/drawing/2014/main" id="{9E3F4553-D48E-F838-6751-FE1CF6790BFD}"/>
              </a:ext>
            </a:extLst>
          </p:cNvPr>
          <p:cNvSpPr/>
          <p:nvPr/>
        </p:nvSpPr>
        <p:spPr>
          <a:xfrm flipV="1">
            <a:off x="6226732" y="6166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78" name="椭圆 177">
            <a:extLst>
              <a:ext uri="{FF2B5EF4-FFF2-40B4-BE49-F238E27FC236}">
                <a16:creationId xmlns:a16="http://schemas.microsoft.com/office/drawing/2014/main" id="{78026100-247B-DBF7-64E8-FD6E34FADE8D}"/>
              </a:ext>
            </a:extLst>
          </p:cNvPr>
          <p:cNvSpPr/>
          <p:nvPr/>
        </p:nvSpPr>
        <p:spPr>
          <a:xfrm flipV="1">
            <a:off x="7535896" y="6166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79" name="椭圆 178">
            <a:extLst>
              <a:ext uri="{FF2B5EF4-FFF2-40B4-BE49-F238E27FC236}">
                <a16:creationId xmlns:a16="http://schemas.microsoft.com/office/drawing/2014/main" id="{3B81D3A3-E092-B4FD-183D-2EC1AA478F64}"/>
              </a:ext>
            </a:extLst>
          </p:cNvPr>
          <p:cNvSpPr/>
          <p:nvPr/>
        </p:nvSpPr>
        <p:spPr>
          <a:xfrm flipV="1">
            <a:off x="8866459" y="6166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0" name="椭圆 179">
            <a:extLst>
              <a:ext uri="{FF2B5EF4-FFF2-40B4-BE49-F238E27FC236}">
                <a16:creationId xmlns:a16="http://schemas.microsoft.com/office/drawing/2014/main" id="{D78542D0-DDD4-0C89-0139-BF0231CB4DEC}"/>
              </a:ext>
            </a:extLst>
          </p:cNvPr>
          <p:cNvSpPr/>
          <p:nvPr/>
        </p:nvSpPr>
        <p:spPr>
          <a:xfrm flipV="1">
            <a:off x="11030400" y="5649586"/>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2" name="流程图: 延期 181">
            <a:extLst>
              <a:ext uri="{FF2B5EF4-FFF2-40B4-BE49-F238E27FC236}">
                <a16:creationId xmlns:a16="http://schemas.microsoft.com/office/drawing/2014/main" id="{6A251C6D-3FBD-BCF1-D2D5-130A7ADFC94A}"/>
              </a:ext>
            </a:extLst>
          </p:cNvPr>
          <p:cNvSpPr/>
          <p:nvPr/>
        </p:nvSpPr>
        <p:spPr>
          <a:xfrm>
            <a:off x="8743565" y="4424982"/>
            <a:ext cx="455846" cy="420186"/>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83" name="Line 13">
            <a:extLst>
              <a:ext uri="{FF2B5EF4-FFF2-40B4-BE49-F238E27FC236}">
                <a16:creationId xmlns:a16="http://schemas.microsoft.com/office/drawing/2014/main" id="{BF7DA88E-92E1-0E42-95F9-A20826AA0A38}"/>
              </a:ext>
            </a:extLst>
          </p:cNvPr>
          <p:cNvSpPr>
            <a:spLocks noChangeShapeType="1"/>
          </p:cNvSpPr>
          <p:nvPr/>
        </p:nvSpPr>
        <p:spPr bwMode="auto">
          <a:xfrm rot="16200000">
            <a:off x="8359044" y="4966158"/>
            <a:ext cx="436559"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 name="Line 13">
            <a:extLst>
              <a:ext uri="{FF2B5EF4-FFF2-40B4-BE49-F238E27FC236}">
                <a16:creationId xmlns:a16="http://schemas.microsoft.com/office/drawing/2014/main" id="{3EC219B4-9F36-D460-2477-A0C1731F5599}"/>
              </a:ext>
            </a:extLst>
          </p:cNvPr>
          <p:cNvSpPr>
            <a:spLocks noChangeShapeType="1"/>
          </p:cNvSpPr>
          <p:nvPr/>
        </p:nvSpPr>
        <p:spPr bwMode="auto">
          <a:xfrm rot="16200000">
            <a:off x="7123906" y="4908946"/>
            <a:ext cx="55098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 name="椭圆 184">
            <a:extLst>
              <a:ext uri="{FF2B5EF4-FFF2-40B4-BE49-F238E27FC236}">
                <a16:creationId xmlns:a16="http://schemas.microsoft.com/office/drawing/2014/main" id="{DD6D22DD-C976-9E1A-6430-47928569604C}"/>
              </a:ext>
            </a:extLst>
          </p:cNvPr>
          <p:cNvSpPr/>
          <p:nvPr/>
        </p:nvSpPr>
        <p:spPr>
          <a:xfrm flipV="1">
            <a:off x="7351359" y="51372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6" name="Line 12">
            <a:extLst>
              <a:ext uri="{FF2B5EF4-FFF2-40B4-BE49-F238E27FC236}">
                <a16:creationId xmlns:a16="http://schemas.microsoft.com/office/drawing/2014/main" id="{A31F6736-9D2A-37BA-4226-A9BDD63A4A38}"/>
              </a:ext>
            </a:extLst>
          </p:cNvPr>
          <p:cNvSpPr>
            <a:spLocks noChangeShapeType="1"/>
          </p:cNvSpPr>
          <p:nvPr/>
        </p:nvSpPr>
        <p:spPr bwMode="auto">
          <a:xfrm>
            <a:off x="9199411" y="4633454"/>
            <a:ext cx="18461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 name="Line 13">
            <a:extLst>
              <a:ext uri="{FF2B5EF4-FFF2-40B4-BE49-F238E27FC236}">
                <a16:creationId xmlns:a16="http://schemas.microsoft.com/office/drawing/2014/main" id="{E01DD14C-82E1-7FD4-BBFC-33434DDF43C5}"/>
              </a:ext>
            </a:extLst>
          </p:cNvPr>
          <p:cNvSpPr>
            <a:spLocks noChangeShapeType="1"/>
          </p:cNvSpPr>
          <p:nvPr/>
        </p:nvSpPr>
        <p:spPr bwMode="auto">
          <a:xfrm rot="16200000">
            <a:off x="7282331" y="4295372"/>
            <a:ext cx="234132"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8" name="Line 12">
            <a:extLst>
              <a:ext uri="{FF2B5EF4-FFF2-40B4-BE49-F238E27FC236}">
                <a16:creationId xmlns:a16="http://schemas.microsoft.com/office/drawing/2014/main" id="{36B0282C-E562-12C6-1F0D-0BD5FBD7EE2D}"/>
              </a:ext>
            </a:extLst>
          </p:cNvPr>
          <p:cNvSpPr>
            <a:spLocks noChangeShapeType="1"/>
          </p:cNvSpPr>
          <p:nvPr/>
        </p:nvSpPr>
        <p:spPr bwMode="auto">
          <a:xfrm>
            <a:off x="8087270" y="4523186"/>
            <a:ext cx="65330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9" name="Line 12">
            <a:extLst>
              <a:ext uri="{FF2B5EF4-FFF2-40B4-BE49-F238E27FC236}">
                <a16:creationId xmlns:a16="http://schemas.microsoft.com/office/drawing/2014/main" id="{9D9BA102-491A-ECA6-2041-4187F1BA78FF}"/>
              </a:ext>
            </a:extLst>
          </p:cNvPr>
          <p:cNvSpPr>
            <a:spLocks noChangeShapeType="1"/>
          </p:cNvSpPr>
          <p:nvPr/>
        </p:nvSpPr>
        <p:spPr bwMode="auto">
          <a:xfrm>
            <a:off x="8564259" y="4747878"/>
            <a:ext cx="176317"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3" name="组合 202">
            <a:extLst>
              <a:ext uri="{FF2B5EF4-FFF2-40B4-BE49-F238E27FC236}">
                <a16:creationId xmlns:a16="http://schemas.microsoft.com/office/drawing/2014/main" id="{F839BC34-8C0B-874A-0B06-F7CABE243992}"/>
              </a:ext>
            </a:extLst>
          </p:cNvPr>
          <p:cNvGrpSpPr/>
          <p:nvPr/>
        </p:nvGrpSpPr>
        <p:grpSpPr>
          <a:xfrm rot="16200000">
            <a:off x="7357676" y="3995749"/>
            <a:ext cx="421551" cy="1052006"/>
            <a:chOff x="2254857" y="2688900"/>
            <a:chExt cx="421551" cy="1052006"/>
          </a:xfrm>
        </p:grpSpPr>
        <p:sp>
          <p:nvSpPr>
            <p:cNvPr id="197" name="Arc 158">
              <a:extLst>
                <a:ext uri="{FF2B5EF4-FFF2-40B4-BE49-F238E27FC236}">
                  <a16:creationId xmlns:a16="http://schemas.microsoft.com/office/drawing/2014/main" id="{F1E8D707-9783-CB6C-F9B6-B0FCCB87AE27}"/>
                </a:ext>
              </a:extLst>
            </p:cNvPr>
            <p:cNvSpPr>
              <a:spLocks/>
            </p:cNvSpPr>
            <p:nvPr/>
          </p:nvSpPr>
          <p:spPr bwMode="auto">
            <a:xfrm rot="10800000">
              <a:off x="2254858" y="2688900"/>
              <a:ext cx="419308" cy="655606"/>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8" name="Line 160">
              <a:extLst>
                <a:ext uri="{FF2B5EF4-FFF2-40B4-BE49-F238E27FC236}">
                  <a16:creationId xmlns:a16="http://schemas.microsoft.com/office/drawing/2014/main" id="{1B322AD9-3AFC-B636-996A-68097F99309B}"/>
                </a:ext>
              </a:extLst>
            </p:cNvPr>
            <p:cNvSpPr>
              <a:spLocks noChangeShapeType="1"/>
            </p:cNvSpPr>
            <p:nvPr/>
          </p:nvSpPr>
          <p:spPr bwMode="auto">
            <a:xfrm rot="5400000" flipH="1">
              <a:off x="2575399" y="3349576"/>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00" name="Line 160">
              <a:extLst>
                <a:ext uri="{FF2B5EF4-FFF2-40B4-BE49-F238E27FC236}">
                  <a16:creationId xmlns:a16="http://schemas.microsoft.com/office/drawing/2014/main" id="{15888B20-88A2-EFC4-D830-BB336149BC5E}"/>
                </a:ext>
              </a:extLst>
            </p:cNvPr>
            <p:cNvSpPr>
              <a:spLocks noChangeShapeType="1"/>
            </p:cNvSpPr>
            <p:nvPr/>
          </p:nvSpPr>
          <p:spPr bwMode="auto">
            <a:xfrm rot="5400000" flipH="1">
              <a:off x="2153848" y="3349576"/>
              <a:ext cx="2020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01" name="Arc 156">
              <a:extLst>
                <a:ext uri="{FF2B5EF4-FFF2-40B4-BE49-F238E27FC236}">
                  <a16:creationId xmlns:a16="http://schemas.microsoft.com/office/drawing/2014/main" id="{56F6A985-B05F-2F83-8688-51A73B1C00F8}"/>
                </a:ext>
              </a:extLst>
            </p:cNvPr>
            <p:cNvSpPr>
              <a:spLocks/>
            </p:cNvSpPr>
            <p:nvPr/>
          </p:nvSpPr>
          <p:spPr bwMode="auto">
            <a:xfrm rot="5400000" flipV="1">
              <a:off x="2304924" y="3385907"/>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02" name="Arc 156">
              <a:extLst>
                <a:ext uri="{FF2B5EF4-FFF2-40B4-BE49-F238E27FC236}">
                  <a16:creationId xmlns:a16="http://schemas.microsoft.com/office/drawing/2014/main" id="{E83A8BB4-792F-1CD8-0B93-779E93BBBB07}"/>
                </a:ext>
              </a:extLst>
            </p:cNvPr>
            <p:cNvSpPr>
              <a:spLocks/>
            </p:cNvSpPr>
            <p:nvPr/>
          </p:nvSpPr>
          <p:spPr bwMode="auto">
            <a:xfrm rot="5400000">
              <a:off x="2321022" y="3382975"/>
              <a:ext cx="304933" cy="40506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204" name="Line 12">
            <a:extLst>
              <a:ext uri="{FF2B5EF4-FFF2-40B4-BE49-F238E27FC236}">
                <a16:creationId xmlns:a16="http://schemas.microsoft.com/office/drawing/2014/main" id="{E89284D9-2D3C-065A-65B5-E27F18CE5FEE}"/>
              </a:ext>
            </a:extLst>
          </p:cNvPr>
          <p:cNvSpPr>
            <a:spLocks noChangeShapeType="1"/>
          </p:cNvSpPr>
          <p:nvPr/>
        </p:nvSpPr>
        <p:spPr bwMode="auto">
          <a:xfrm>
            <a:off x="7399397" y="4408763"/>
            <a:ext cx="28053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 name="Line 12">
            <a:extLst>
              <a:ext uri="{FF2B5EF4-FFF2-40B4-BE49-F238E27FC236}">
                <a16:creationId xmlns:a16="http://schemas.microsoft.com/office/drawing/2014/main" id="{75A5C3C5-AA9D-E6A6-113D-59229D63E1B9}"/>
              </a:ext>
            </a:extLst>
          </p:cNvPr>
          <p:cNvSpPr>
            <a:spLocks noChangeShapeType="1"/>
          </p:cNvSpPr>
          <p:nvPr/>
        </p:nvSpPr>
        <p:spPr bwMode="auto">
          <a:xfrm>
            <a:off x="7399397" y="4633455"/>
            <a:ext cx="28053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 name="Line 12">
            <a:extLst>
              <a:ext uri="{FF2B5EF4-FFF2-40B4-BE49-F238E27FC236}">
                <a16:creationId xmlns:a16="http://schemas.microsoft.com/office/drawing/2014/main" id="{DEAAE65A-2A8E-35A4-B18A-D545F1138336}"/>
              </a:ext>
            </a:extLst>
          </p:cNvPr>
          <p:cNvSpPr>
            <a:spLocks noChangeShapeType="1"/>
          </p:cNvSpPr>
          <p:nvPr/>
        </p:nvSpPr>
        <p:spPr bwMode="auto">
          <a:xfrm>
            <a:off x="7389424" y="4177262"/>
            <a:ext cx="26486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 name="Line 13">
            <a:extLst>
              <a:ext uri="{FF2B5EF4-FFF2-40B4-BE49-F238E27FC236}">
                <a16:creationId xmlns:a16="http://schemas.microsoft.com/office/drawing/2014/main" id="{B4272734-CEE8-20EA-4C09-6B318F3A3642}"/>
              </a:ext>
            </a:extLst>
          </p:cNvPr>
          <p:cNvSpPr>
            <a:spLocks noChangeShapeType="1"/>
          </p:cNvSpPr>
          <p:nvPr/>
        </p:nvSpPr>
        <p:spPr bwMode="auto">
          <a:xfrm rot="16200000">
            <a:off x="9531483" y="4677846"/>
            <a:ext cx="101318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 name="椭圆 208">
            <a:extLst>
              <a:ext uri="{FF2B5EF4-FFF2-40B4-BE49-F238E27FC236}">
                <a16:creationId xmlns:a16="http://schemas.microsoft.com/office/drawing/2014/main" id="{8ADB6838-42AA-7BA2-FA87-C072A091348A}"/>
              </a:ext>
            </a:extLst>
          </p:cNvPr>
          <p:cNvSpPr/>
          <p:nvPr/>
        </p:nvSpPr>
        <p:spPr>
          <a:xfrm flipV="1">
            <a:off x="9990036" y="51372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0" name="Line 13">
            <a:extLst>
              <a:ext uri="{FF2B5EF4-FFF2-40B4-BE49-F238E27FC236}">
                <a16:creationId xmlns:a16="http://schemas.microsoft.com/office/drawing/2014/main" id="{CFFB6807-8F08-08D6-1836-2172BE298C03}"/>
              </a:ext>
            </a:extLst>
          </p:cNvPr>
          <p:cNvSpPr>
            <a:spLocks noChangeShapeType="1"/>
          </p:cNvSpPr>
          <p:nvPr/>
        </p:nvSpPr>
        <p:spPr bwMode="auto">
          <a:xfrm rot="16200000">
            <a:off x="9235057" y="4789012"/>
            <a:ext cx="31111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 name="Line 12">
            <a:extLst>
              <a:ext uri="{FF2B5EF4-FFF2-40B4-BE49-F238E27FC236}">
                <a16:creationId xmlns:a16="http://schemas.microsoft.com/office/drawing/2014/main" id="{762F6D3D-C5A1-28E2-BE1C-1A58E398A4EE}"/>
              </a:ext>
            </a:extLst>
          </p:cNvPr>
          <p:cNvSpPr>
            <a:spLocks noChangeShapeType="1"/>
          </p:cNvSpPr>
          <p:nvPr/>
        </p:nvSpPr>
        <p:spPr bwMode="auto">
          <a:xfrm>
            <a:off x="8875957" y="4944572"/>
            <a:ext cx="51465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2" name="Line 13">
            <a:extLst>
              <a:ext uri="{FF2B5EF4-FFF2-40B4-BE49-F238E27FC236}">
                <a16:creationId xmlns:a16="http://schemas.microsoft.com/office/drawing/2014/main" id="{A4015F5D-F5F2-7AFF-8878-A943E1B2121C}"/>
              </a:ext>
            </a:extLst>
          </p:cNvPr>
          <p:cNvSpPr>
            <a:spLocks noChangeShapeType="1"/>
          </p:cNvSpPr>
          <p:nvPr/>
        </p:nvSpPr>
        <p:spPr bwMode="auto">
          <a:xfrm>
            <a:off x="8865268" y="5184438"/>
            <a:ext cx="20201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3" name="Line 13">
            <a:extLst>
              <a:ext uri="{FF2B5EF4-FFF2-40B4-BE49-F238E27FC236}">
                <a16:creationId xmlns:a16="http://schemas.microsoft.com/office/drawing/2014/main" id="{14FF5FDC-4B32-A585-25F7-D54C9D4C5931}"/>
              </a:ext>
            </a:extLst>
          </p:cNvPr>
          <p:cNvSpPr>
            <a:spLocks noChangeShapeType="1"/>
          </p:cNvSpPr>
          <p:nvPr/>
        </p:nvSpPr>
        <p:spPr bwMode="auto">
          <a:xfrm rot="16200000">
            <a:off x="8753972" y="5066556"/>
            <a:ext cx="24397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 name="箭头: 右 213">
            <a:extLst>
              <a:ext uri="{FF2B5EF4-FFF2-40B4-BE49-F238E27FC236}">
                <a16:creationId xmlns:a16="http://schemas.microsoft.com/office/drawing/2014/main" id="{1124C755-9ED0-E85A-D985-5E42908509F2}"/>
              </a:ext>
            </a:extLst>
          </p:cNvPr>
          <p:cNvSpPr/>
          <p:nvPr/>
        </p:nvSpPr>
        <p:spPr>
          <a:xfrm rot="5400000" flipV="1">
            <a:off x="8640000" y="3456000"/>
            <a:ext cx="396000" cy="324000"/>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箭头: 右 214">
            <a:extLst>
              <a:ext uri="{FF2B5EF4-FFF2-40B4-BE49-F238E27FC236}">
                <a16:creationId xmlns:a16="http://schemas.microsoft.com/office/drawing/2014/main" id="{E88FBD71-F631-0D38-3450-8385DDC21E92}"/>
              </a:ext>
            </a:extLst>
          </p:cNvPr>
          <p:cNvSpPr/>
          <p:nvPr/>
        </p:nvSpPr>
        <p:spPr>
          <a:xfrm rot="5400000" flipV="1">
            <a:off x="1260000" y="3456000"/>
            <a:ext cx="396000" cy="324000"/>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a:extLst>
              <a:ext uri="{FF2B5EF4-FFF2-40B4-BE49-F238E27FC236}">
                <a16:creationId xmlns:a16="http://schemas.microsoft.com/office/drawing/2014/main" id="{3C994A74-DCB1-1EAC-548F-F6D884C68CA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计数器 </a:t>
            </a:r>
            <a:r>
              <a:rPr lang="en-US" altLang="zh-CN" sz="3000" dirty="0"/>
              <a:t>—— </a:t>
            </a:r>
            <a:r>
              <a:rPr lang="zh-CN" altLang="en-US" sz="3000" dirty="0">
                <a:solidFill>
                  <a:srgbClr val="FFFF00"/>
                </a:solidFill>
              </a:rPr>
              <a:t>移位寄存器型计数器</a:t>
            </a:r>
            <a:endParaRPr lang="en-US" altLang="zh-CN" sz="3000" dirty="0">
              <a:solidFill>
                <a:srgbClr val="FFFF00"/>
              </a:solidFill>
            </a:endParaRPr>
          </a:p>
        </p:txBody>
      </p:sp>
      <p:grpSp>
        <p:nvGrpSpPr>
          <p:cNvPr id="52" name="组合 51">
            <a:extLst>
              <a:ext uri="{FF2B5EF4-FFF2-40B4-BE49-F238E27FC236}">
                <a16:creationId xmlns:a16="http://schemas.microsoft.com/office/drawing/2014/main" id="{84435C07-B844-1AC9-4021-402E05F9002C}"/>
              </a:ext>
            </a:extLst>
          </p:cNvPr>
          <p:cNvGrpSpPr/>
          <p:nvPr/>
        </p:nvGrpSpPr>
        <p:grpSpPr>
          <a:xfrm>
            <a:off x="5695200" y="1735200"/>
            <a:ext cx="5797146" cy="1454400"/>
            <a:chOff x="6027739" y="900000"/>
            <a:chExt cx="5797146" cy="1454400"/>
          </a:xfrm>
        </p:grpSpPr>
        <mc:AlternateContent xmlns:mc="http://schemas.openxmlformats.org/markup-compatibility/2006" xmlns:a14="http://schemas.microsoft.com/office/drawing/2010/main">
          <mc:Choice Requires="a14">
            <p:sp>
              <p:nvSpPr>
                <p:cNvPr id="53" name="Text Box 11">
                  <a:extLst>
                    <a:ext uri="{FF2B5EF4-FFF2-40B4-BE49-F238E27FC236}">
                      <a16:creationId xmlns:a16="http://schemas.microsoft.com/office/drawing/2014/main" id="{19A86E25-240F-8398-8A4F-8FF95157EFD9}"/>
                    </a:ext>
                  </a:extLst>
                </p:cNvPr>
                <p:cNvSpPr txBox="1">
                  <a:spLocks noChangeArrowheads="1"/>
                </p:cNvSpPr>
                <p:nvPr/>
              </p:nvSpPr>
              <p:spPr bwMode="auto">
                <a:xfrm>
                  <a:off x="11269615" y="1361311"/>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000" b="0" i="1">
                                <a:latin typeface="Cambria Math" panose="02040503050406030204" pitchFamily="18" charset="0"/>
                              </a:rPr>
                            </m:ctrlPr>
                          </m:accPr>
                          <m:e>
                            <m:sSub>
                              <m:sSubPr>
                                <m:ctrlPr>
                                  <a:rPr lang="en-US" altLang="zh-CN" sz="2000" b="0" i="1">
                                    <a:latin typeface="Cambria Math" panose="02040503050406030204" pitchFamily="18" charset="0"/>
                                  </a:rPr>
                                </m:ctrlPr>
                              </m:sSubPr>
                              <m:e>
                                <m:r>
                                  <m:rPr>
                                    <m:sty m:val="p"/>
                                  </m:rPr>
                                  <a:rPr lang="en-US" altLang="zh-CN" sz="2000" b="0">
                                    <a:latin typeface="Cambria Math" panose="02040503050406030204" pitchFamily="18" charset="0"/>
                                  </a:rPr>
                                  <m:t>Q</m:t>
                                </m:r>
                              </m:e>
                              <m:sub>
                                <m:r>
                                  <a:rPr lang="en-US" altLang="zh-CN" sz="2000" b="0" i="1">
                                    <a:latin typeface="Cambria Math" panose="02040503050406030204" pitchFamily="18" charset="0"/>
                                  </a:rPr>
                                  <m:t>3</m:t>
                                </m:r>
                              </m:sub>
                            </m:sSub>
                          </m:e>
                        </m:acc>
                      </m:oMath>
                    </m:oMathPara>
                  </a14:m>
                  <a:endParaRPr kumimoji="1" lang="en-US" altLang="zh-CN" sz="2000" b="0" dirty="0"/>
                </a:p>
              </p:txBody>
            </p:sp>
          </mc:Choice>
          <mc:Fallback xmlns="">
            <p:sp>
              <p:nvSpPr>
                <p:cNvPr id="53" name="Text Box 11">
                  <a:extLst>
                    <a:ext uri="{FF2B5EF4-FFF2-40B4-BE49-F238E27FC236}">
                      <a16:creationId xmlns:a16="http://schemas.microsoft.com/office/drawing/2014/main" id="{19A86E25-240F-8398-8A4F-8FF95157EFD9}"/>
                    </a:ext>
                  </a:extLst>
                </p:cNvPr>
                <p:cNvSpPr txBox="1">
                  <a:spLocks noRot="1" noChangeAspect="1" noMove="1" noResize="1" noEditPoints="1" noAdjustHandles="1" noChangeArrowheads="1" noChangeShapeType="1" noTextEdit="1"/>
                </p:cNvSpPr>
                <p:nvPr/>
              </p:nvSpPr>
              <p:spPr bwMode="auto">
                <a:xfrm>
                  <a:off x="11269615" y="1361311"/>
                  <a:ext cx="544893" cy="400110"/>
                </a:xfrm>
                <a:prstGeom prst="rect">
                  <a:avLst/>
                </a:prstGeom>
                <a:blipFill>
                  <a:blip r:embed="rId30"/>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Text Box 3">
                  <a:extLst>
                    <a:ext uri="{FF2B5EF4-FFF2-40B4-BE49-F238E27FC236}">
                      <a16:creationId xmlns:a16="http://schemas.microsoft.com/office/drawing/2014/main" id="{6723E4F5-DE75-FC4D-E6FD-DE020E5B3910}"/>
                    </a:ext>
                  </a:extLst>
                </p:cNvPr>
                <p:cNvSpPr txBox="1">
                  <a:spLocks noChangeArrowheads="1"/>
                </p:cNvSpPr>
                <p:nvPr/>
              </p:nvSpPr>
              <p:spPr bwMode="auto">
                <a:xfrm>
                  <a:off x="6726314"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54" name="Text Box 3">
                  <a:extLst>
                    <a:ext uri="{FF2B5EF4-FFF2-40B4-BE49-F238E27FC236}">
                      <a16:creationId xmlns:a16="http://schemas.microsoft.com/office/drawing/2014/main" id="{6723E4F5-DE75-FC4D-E6FD-DE020E5B3910}"/>
                    </a:ext>
                  </a:extLst>
                </p:cNvPr>
                <p:cNvSpPr txBox="1">
                  <a:spLocks noRot="1" noChangeAspect="1" noMove="1" noResize="1" noEditPoints="1" noAdjustHandles="1" noChangeArrowheads="1" noChangeShapeType="1" noTextEdit="1"/>
                </p:cNvSpPr>
                <p:nvPr/>
              </p:nvSpPr>
              <p:spPr bwMode="auto">
                <a:xfrm>
                  <a:off x="6726314" y="1075784"/>
                  <a:ext cx="281901" cy="400110"/>
                </a:xfrm>
                <a:prstGeom prst="rect">
                  <a:avLst/>
                </a:prstGeom>
                <a:blipFill>
                  <a:blip r:embed="rId31"/>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55" name="Rectangle 7">
              <a:extLst>
                <a:ext uri="{FF2B5EF4-FFF2-40B4-BE49-F238E27FC236}">
                  <a16:creationId xmlns:a16="http://schemas.microsoft.com/office/drawing/2014/main" id="{DC4E94B8-27E5-A303-E55A-FD184EB42F82}"/>
                </a:ext>
              </a:extLst>
            </p:cNvPr>
            <p:cNvSpPr>
              <a:spLocks noChangeArrowheads="1"/>
            </p:cNvSpPr>
            <p:nvPr/>
          </p:nvSpPr>
          <p:spPr bwMode="auto">
            <a:xfrm>
              <a:off x="6751639" y="1145664"/>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56" name="Text Box 11">
                  <a:extLst>
                    <a:ext uri="{FF2B5EF4-FFF2-40B4-BE49-F238E27FC236}">
                      <a16:creationId xmlns:a16="http://schemas.microsoft.com/office/drawing/2014/main" id="{3ED6ED89-511B-94F6-ECE1-B610F2022ED4}"/>
                    </a:ext>
                  </a:extLst>
                </p:cNvPr>
                <p:cNvSpPr txBox="1">
                  <a:spLocks noChangeArrowheads="1"/>
                </p:cNvSpPr>
                <p:nvPr/>
              </p:nvSpPr>
              <p:spPr bwMode="auto">
                <a:xfrm>
                  <a:off x="7329109" y="1209104"/>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a:latin typeface="Cambria Math" panose="02040503050406030204" pitchFamily="18" charset="0"/>
                              </a:rPr>
                              <m:t>0</m:t>
                            </m:r>
                          </m:sub>
                        </m:sSub>
                      </m:oMath>
                    </m:oMathPara>
                  </a14:m>
                  <a:endParaRPr kumimoji="1" lang="en-US" altLang="zh-CN" sz="2000" b="0" dirty="0"/>
                </a:p>
              </p:txBody>
            </p:sp>
          </mc:Choice>
          <mc:Fallback xmlns="">
            <p:sp>
              <p:nvSpPr>
                <p:cNvPr id="56" name="Text Box 11">
                  <a:extLst>
                    <a:ext uri="{FF2B5EF4-FFF2-40B4-BE49-F238E27FC236}">
                      <a16:creationId xmlns:a16="http://schemas.microsoft.com/office/drawing/2014/main" id="{3ED6ED89-511B-94F6-ECE1-B610F2022ED4}"/>
                    </a:ext>
                  </a:extLst>
                </p:cNvPr>
                <p:cNvSpPr txBox="1">
                  <a:spLocks noRot="1" noChangeAspect="1" noMove="1" noResize="1" noEditPoints="1" noAdjustHandles="1" noChangeArrowheads="1" noChangeShapeType="1" noTextEdit="1"/>
                </p:cNvSpPr>
                <p:nvPr/>
              </p:nvSpPr>
              <p:spPr bwMode="auto">
                <a:xfrm>
                  <a:off x="7329109" y="1209104"/>
                  <a:ext cx="544893" cy="400110"/>
                </a:xfrm>
                <a:prstGeom prst="rect">
                  <a:avLst/>
                </a:prstGeom>
                <a:blipFill>
                  <a:blip r:embed="rId32"/>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57" name="Line 12">
              <a:extLst>
                <a:ext uri="{FF2B5EF4-FFF2-40B4-BE49-F238E27FC236}">
                  <a16:creationId xmlns:a16="http://schemas.microsoft.com/office/drawing/2014/main" id="{721752E4-917C-7364-FF5E-4B8362F35E01}"/>
                </a:ext>
              </a:extLst>
            </p:cNvPr>
            <p:cNvSpPr>
              <a:spLocks noChangeShapeType="1"/>
            </p:cNvSpPr>
            <p:nvPr/>
          </p:nvSpPr>
          <p:spPr bwMode="auto">
            <a:xfrm>
              <a:off x="6607176" y="1808739"/>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3">
              <a:extLst>
                <a:ext uri="{FF2B5EF4-FFF2-40B4-BE49-F238E27FC236}">
                  <a16:creationId xmlns:a16="http://schemas.microsoft.com/office/drawing/2014/main" id="{F3E13A9E-BE2F-0B11-60FD-B0B3AEBCBDBD}"/>
                </a:ext>
              </a:extLst>
            </p:cNvPr>
            <p:cNvSpPr>
              <a:spLocks noChangeShapeType="1"/>
            </p:cNvSpPr>
            <p:nvPr/>
          </p:nvSpPr>
          <p:spPr bwMode="auto">
            <a:xfrm>
              <a:off x="7404101" y="1282189"/>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20">
              <a:extLst>
                <a:ext uri="{FF2B5EF4-FFF2-40B4-BE49-F238E27FC236}">
                  <a16:creationId xmlns:a16="http://schemas.microsoft.com/office/drawing/2014/main" id="{B94AACDF-B81B-C09A-892C-A92027DA8E27}"/>
                </a:ext>
              </a:extLst>
            </p:cNvPr>
            <p:cNvSpPr>
              <a:spLocks noChangeShapeType="1"/>
            </p:cNvSpPr>
            <p:nvPr/>
          </p:nvSpPr>
          <p:spPr bwMode="auto">
            <a:xfrm>
              <a:off x="8707438" y="1282189"/>
              <a:ext cx="68334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34">
              <a:extLst>
                <a:ext uri="{FF2B5EF4-FFF2-40B4-BE49-F238E27FC236}">
                  <a16:creationId xmlns:a16="http://schemas.microsoft.com/office/drawing/2014/main" id="{97F363C5-4B6F-49F8-C383-E84CF1EFF9D4}"/>
                </a:ext>
              </a:extLst>
            </p:cNvPr>
            <p:cNvSpPr>
              <a:spLocks noChangeShapeType="1"/>
            </p:cNvSpPr>
            <p:nvPr/>
          </p:nvSpPr>
          <p:spPr bwMode="auto">
            <a:xfrm>
              <a:off x="6096000" y="2309302"/>
              <a:ext cx="447291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36">
              <a:extLst>
                <a:ext uri="{FF2B5EF4-FFF2-40B4-BE49-F238E27FC236}">
                  <a16:creationId xmlns:a16="http://schemas.microsoft.com/office/drawing/2014/main" id="{6A6C2DBB-9508-CA69-5F4C-51B259568D1A}"/>
                </a:ext>
              </a:extLst>
            </p:cNvPr>
            <p:cNvSpPr>
              <a:spLocks noChangeShapeType="1"/>
            </p:cNvSpPr>
            <p:nvPr/>
          </p:nvSpPr>
          <p:spPr bwMode="auto">
            <a:xfrm flipH="1">
              <a:off x="6529389" y="1282189"/>
              <a:ext cx="222250"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37">
              <a:extLst>
                <a:ext uri="{FF2B5EF4-FFF2-40B4-BE49-F238E27FC236}">
                  <a16:creationId xmlns:a16="http://schemas.microsoft.com/office/drawing/2014/main" id="{A3F1F1F1-5535-BCF7-5D1F-7E0B81A190B3}"/>
                </a:ext>
              </a:extLst>
            </p:cNvPr>
            <p:cNvSpPr>
              <a:spLocks noChangeShapeType="1"/>
            </p:cNvSpPr>
            <p:nvPr/>
          </p:nvSpPr>
          <p:spPr bwMode="auto">
            <a:xfrm flipV="1">
              <a:off x="6534151" y="931912"/>
              <a:ext cx="0" cy="350275"/>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38">
              <a:extLst>
                <a:ext uri="{FF2B5EF4-FFF2-40B4-BE49-F238E27FC236}">
                  <a16:creationId xmlns:a16="http://schemas.microsoft.com/office/drawing/2014/main" id="{80A7EF56-CBFA-2B31-B4C2-0D38D8CD5307}"/>
                </a:ext>
              </a:extLst>
            </p:cNvPr>
            <p:cNvSpPr>
              <a:spLocks noChangeShapeType="1"/>
            </p:cNvSpPr>
            <p:nvPr/>
          </p:nvSpPr>
          <p:spPr bwMode="auto">
            <a:xfrm flipH="1">
              <a:off x="6534148" y="944397"/>
              <a:ext cx="5290736"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28" name="Text Box 39">
                  <a:extLst>
                    <a:ext uri="{FF2B5EF4-FFF2-40B4-BE49-F238E27FC236}">
                      <a16:creationId xmlns:a16="http://schemas.microsoft.com/office/drawing/2014/main" id="{253531CA-B7E3-5831-F579-AD601EBAA27D}"/>
                    </a:ext>
                  </a:extLst>
                </p:cNvPr>
                <p:cNvSpPr txBox="1">
                  <a:spLocks noChangeArrowheads="1"/>
                </p:cNvSpPr>
                <p:nvPr/>
              </p:nvSpPr>
              <p:spPr bwMode="auto">
                <a:xfrm>
                  <a:off x="6115126" y="1074723"/>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0">
                                <a:latin typeface="Cambria Math" panose="02040503050406030204" pitchFamily="18" charset="0"/>
                              </a:rPr>
                              <m:t>0</m:t>
                            </m:r>
                          </m:sub>
                        </m:sSub>
                      </m:oMath>
                    </m:oMathPara>
                  </a14:m>
                  <a:endParaRPr kumimoji="1" lang="en-US" altLang="zh-CN" sz="2000" b="0" dirty="0"/>
                </a:p>
              </p:txBody>
            </p:sp>
          </mc:Choice>
          <mc:Fallback xmlns="">
            <p:sp>
              <p:nvSpPr>
                <p:cNvPr id="128" name="Text Box 39">
                  <a:extLst>
                    <a:ext uri="{FF2B5EF4-FFF2-40B4-BE49-F238E27FC236}">
                      <a16:creationId xmlns:a16="http://schemas.microsoft.com/office/drawing/2014/main" id="{253531CA-B7E3-5831-F579-AD601EBAA27D}"/>
                    </a:ext>
                  </a:extLst>
                </p:cNvPr>
                <p:cNvSpPr txBox="1">
                  <a:spLocks noRot="1" noChangeAspect="1" noMove="1" noResize="1" noEditPoints="1" noAdjustHandles="1" noChangeArrowheads="1" noChangeShapeType="1" noTextEdit="1"/>
                </p:cNvSpPr>
                <p:nvPr/>
              </p:nvSpPr>
              <p:spPr bwMode="auto">
                <a:xfrm>
                  <a:off x="6115126" y="1074723"/>
                  <a:ext cx="538353" cy="400110"/>
                </a:xfrm>
                <a:prstGeom prst="rect">
                  <a:avLst/>
                </a:prstGeom>
                <a:blipFill>
                  <a:blip r:embed="rId33"/>
                  <a:stretch>
                    <a:fillRect b="-151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Text Box 40">
                  <a:extLst>
                    <a:ext uri="{FF2B5EF4-FFF2-40B4-BE49-F238E27FC236}">
                      <a16:creationId xmlns:a16="http://schemas.microsoft.com/office/drawing/2014/main" id="{F7189EB9-3AAD-561C-7F2F-CE3046867032}"/>
                    </a:ext>
                  </a:extLst>
                </p:cNvPr>
                <p:cNvSpPr txBox="1">
                  <a:spLocks noChangeArrowheads="1"/>
                </p:cNvSpPr>
                <p:nvPr/>
              </p:nvSpPr>
              <p:spPr bwMode="auto">
                <a:xfrm>
                  <a:off x="6027739" y="1923539"/>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CP</m:t>
                        </m:r>
                      </m:oMath>
                    </m:oMathPara>
                  </a14:m>
                  <a:endParaRPr kumimoji="1" lang="en-US" altLang="zh-CN" sz="2000" b="0" dirty="0"/>
                </a:p>
              </p:txBody>
            </p:sp>
          </mc:Choice>
          <mc:Fallback xmlns="">
            <p:sp>
              <p:nvSpPr>
                <p:cNvPr id="129" name="Text Box 40">
                  <a:extLst>
                    <a:ext uri="{FF2B5EF4-FFF2-40B4-BE49-F238E27FC236}">
                      <a16:creationId xmlns:a16="http://schemas.microsoft.com/office/drawing/2014/main" id="{F7189EB9-3AAD-561C-7F2F-CE3046867032}"/>
                    </a:ext>
                  </a:extLst>
                </p:cNvPr>
                <p:cNvSpPr txBox="1">
                  <a:spLocks noRot="1" noChangeAspect="1" noMove="1" noResize="1" noEditPoints="1" noAdjustHandles="1" noChangeArrowheads="1" noChangeShapeType="1" noTextEdit="1"/>
                </p:cNvSpPr>
                <p:nvPr/>
              </p:nvSpPr>
              <p:spPr bwMode="auto">
                <a:xfrm>
                  <a:off x="6027739" y="1923539"/>
                  <a:ext cx="538929" cy="400110"/>
                </a:xfrm>
                <a:prstGeom prst="rect">
                  <a:avLst/>
                </a:prstGeom>
                <a:blipFill>
                  <a:blip r:embed="rId34"/>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 name="Text Box 11">
                  <a:extLst>
                    <a:ext uri="{FF2B5EF4-FFF2-40B4-BE49-F238E27FC236}">
                      <a16:creationId xmlns:a16="http://schemas.microsoft.com/office/drawing/2014/main" id="{1F54BFF4-CEFB-F786-6353-F9BEC4CB12E2}"/>
                    </a:ext>
                  </a:extLst>
                </p:cNvPr>
                <p:cNvSpPr txBox="1">
                  <a:spLocks noChangeArrowheads="1"/>
                </p:cNvSpPr>
                <p:nvPr/>
              </p:nvSpPr>
              <p:spPr bwMode="auto">
                <a:xfrm>
                  <a:off x="8630472" y="1209104"/>
                  <a:ext cx="538929"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130" name="Text Box 11">
                  <a:extLst>
                    <a:ext uri="{FF2B5EF4-FFF2-40B4-BE49-F238E27FC236}">
                      <a16:creationId xmlns:a16="http://schemas.microsoft.com/office/drawing/2014/main" id="{1F54BFF4-CEFB-F786-6353-F9BEC4CB12E2}"/>
                    </a:ext>
                  </a:extLst>
                </p:cNvPr>
                <p:cNvSpPr txBox="1">
                  <a:spLocks noRot="1" noChangeAspect="1" noMove="1" noResize="1" noEditPoints="1" noAdjustHandles="1" noChangeArrowheads="1" noChangeShapeType="1" noTextEdit="1"/>
                </p:cNvSpPr>
                <p:nvPr/>
              </p:nvSpPr>
              <p:spPr bwMode="auto">
                <a:xfrm>
                  <a:off x="8630472" y="1209104"/>
                  <a:ext cx="538929" cy="400110"/>
                </a:xfrm>
                <a:prstGeom prst="rect">
                  <a:avLst/>
                </a:prstGeom>
                <a:blipFill>
                  <a:blip r:embed="rId35"/>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Text Box 39">
                  <a:extLst>
                    <a:ext uri="{FF2B5EF4-FFF2-40B4-BE49-F238E27FC236}">
                      <a16:creationId xmlns:a16="http://schemas.microsoft.com/office/drawing/2014/main" id="{4CE83FC5-9C8A-09E0-64EA-B82336C347AE}"/>
                    </a:ext>
                  </a:extLst>
                </p:cNvPr>
                <p:cNvSpPr txBox="1">
                  <a:spLocks noChangeArrowheads="1"/>
                </p:cNvSpPr>
                <p:nvPr/>
              </p:nvSpPr>
              <p:spPr bwMode="auto">
                <a:xfrm>
                  <a:off x="6992868" y="1420065"/>
                  <a:ext cx="504690"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0">
                                <a:latin typeface="Cambria Math" panose="02040503050406030204" pitchFamily="18" charset="0"/>
                              </a:rPr>
                              <m:t>0</m:t>
                            </m:r>
                          </m:sub>
                        </m:sSub>
                      </m:oMath>
                    </m:oMathPara>
                  </a14:m>
                  <a:endParaRPr kumimoji="1" lang="en-US" altLang="zh-CN" sz="1400" b="0" dirty="0"/>
                </a:p>
              </p:txBody>
            </p:sp>
          </mc:Choice>
          <mc:Fallback xmlns="">
            <p:sp>
              <p:nvSpPr>
                <p:cNvPr id="137" name="Text Box 39">
                  <a:extLst>
                    <a:ext uri="{FF2B5EF4-FFF2-40B4-BE49-F238E27FC236}">
                      <a16:creationId xmlns:a16="http://schemas.microsoft.com/office/drawing/2014/main" id="{4CE83FC5-9C8A-09E0-64EA-B82336C347AE}"/>
                    </a:ext>
                  </a:extLst>
                </p:cNvPr>
                <p:cNvSpPr txBox="1">
                  <a:spLocks noRot="1" noChangeAspect="1" noMove="1" noResize="1" noEditPoints="1" noAdjustHandles="1" noChangeArrowheads="1" noChangeShapeType="1" noTextEdit="1"/>
                </p:cNvSpPr>
                <p:nvPr/>
              </p:nvSpPr>
              <p:spPr bwMode="auto">
                <a:xfrm>
                  <a:off x="6992868" y="1420065"/>
                  <a:ext cx="504690" cy="307777"/>
                </a:xfrm>
                <a:prstGeom prst="rect">
                  <a:avLst/>
                </a:prstGeom>
                <a:blipFill>
                  <a:blip r:embed="rId36"/>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81" name="等腰三角形 180">
              <a:extLst>
                <a:ext uri="{FF2B5EF4-FFF2-40B4-BE49-F238E27FC236}">
                  <a16:creationId xmlns:a16="http://schemas.microsoft.com/office/drawing/2014/main" id="{4B83DA95-2C97-F161-05E3-C724CBCAEB58}"/>
                </a:ext>
              </a:extLst>
            </p:cNvPr>
            <p:cNvSpPr/>
            <p:nvPr/>
          </p:nvSpPr>
          <p:spPr>
            <a:xfrm rot="5400000">
              <a:off x="6714159" y="1757939"/>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90" name="Text Box 3">
                  <a:extLst>
                    <a:ext uri="{FF2B5EF4-FFF2-40B4-BE49-F238E27FC236}">
                      <a16:creationId xmlns:a16="http://schemas.microsoft.com/office/drawing/2014/main" id="{BDF7BDD4-7899-EDFE-19B0-1EC789A03814}"/>
                    </a:ext>
                  </a:extLst>
                </p:cNvPr>
                <p:cNvSpPr txBox="1">
                  <a:spLocks noChangeArrowheads="1"/>
                </p:cNvSpPr>
                <p:nvPr/>
              </p:nvSpPr>
              <p:spPr bwMode="auto">
                <a:xfrm>
                  <a:off x="8024276" y="1075784"/>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90" name="Text Box 3">
                  <a:extLst>
                    <a:ext uri="{FF2B5EF4-FFF2-40B4-BE49-F238E27FC236}">
                      <a16:creationId xmlns:a16="http://schemas.microsoft.com/office/drawing/2014/main" id="{BDF7BDD4-7899-EDFE-19B0-1EC789A03814}"/>
                    </a:ext>
                  </a:extLst>
                </p:cNvPr>
                <p:cNvSpPr txBox="1">
                  <a:spLocks noRot="1" noChangeAspect="1" noMove="1" noResize="1" noEditPoints="1" noAdjustHandles="1" noChangeArrowheads="1" noChangeShapeType="1" noTextEdit="1"/>
                </p:cNvSpPr>
                <p:nvPr/>
              </p:nvSpPr>
              <p:spPr bwMode="auto">
                <a:xfrm>
                  <a:off x="8024276" y="1075784"/>
                  <a:ext cx="281901" cy="400110"/>
                </a:xfrm>
                <a:prstGeom prst="rect">
                  <a:avLst/>
                </a:prstGeom>
                <a:blipFill>
                  <a:blip r:embed="rId37"/>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Text Box 39">
                  <a:extLst>
                    <a:ext uri="{FF2B5EF4-FFF2-40B4-BE49-F238E27FC236}">
                      <a16:creationId xmlns:a16="http://schemas.microsoft.com/office/drawing/2014/main" id="{C46F707C-94BE-D10F-CA82-42DB01A44548}"/>
                    </a:ext>
                  </a:extLst>
                </p:cNvPr>
                <p:cNvSpPr txBox="1">
                  <a:spLocks noChangeArrowheads="1"/>
                </p:cNvSpPr>
                <p:nvPr/>
              </p:nvSpPr>
              <p:spPr bwMode="auto">
                <a:xfrm>
                  <a:off x="8294823" y="1420066"/>
                  <a:ext cx="500522"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1</m:t>
                            </m:r>
                          </m:sub>
                        </m:sSub>
                      </m:oMath>
                    </m:oMathPara>
                  </a14:m>
                  <a:endParaRPr kumimoji="1" lang="en-US" altLang="zh-CN" sz="1400" b="0" dirty="0"/>
                </a:p>
              </p:txBody>
            </p:sp>
          </mc:Choice>
          <mc:Fallback xmlns="">
            <p:sp>
              <p:nvSpPr>
                <p:cNvPr id="191" name="Text Box 39">
                  <a:extLst>
                    <a:ext uri="{FF2B5EF4-FFF2-40B4-BE49-F238E27FC236}">
                      <a16:creationId xmlns:a16="http://schemas.microsoft.com/office/drawing/2014/main" id="{C46F707C-94BE-D10F-CA82-42DB01A44548}"/>
                    </a:ext>
                  </a:extLst>
                </p:cNvPr>
                <p:cNvSpPr txBox="1">
                  <a:spLocks noRot="1" noChangeAspect="1" noMove="1" noResize="1" noEditPoints="1" noAdjustHandles="1" noChangeArrowheads="1" noChangeShapeType="1" noTextEdit="1"/>
                </p:cNvSpPr>
                <p:nvPr/>
              </p:nvSpPr>
              <p:spPr bwMode="auto">
                <a:xfrm>
                  <a:off x="8294823" y="1420066"/>
                  <a:ext cx="500522" cy="307777"/>
                </a:xfrm>
                <a:prstGeom prst="rect">
                  <a:avLst/>
                </a:prstGeom>
                <a:blipFill>
                  <a:blip r:embed="rId38"/>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92" name="Rectangle 7">
              <a:extLst>
                <a:ext uri="{FF2B5EF4-FFF2-40B4-BE49-F238E27FC236}">
                  <a16:creationId xmlns:a16="http://schemas.microsoft.com/office/drawing/2014/main" id="{34F403F7-1067-02FF-2C36-2A94B1D85E91}"/>
                </a:ext>
              </a:extLst>
            </p:cNvPr>
            <p:cNvSpPr>
              <a:spLocks noChangeArrowheads="1"/>
            </p:cNvSpPr>
            <p:nvPr/>
          </p:nvSpPr>
          <p:spPr bwMode="auto">
            <a:xfrm>
              <a:off x="8062121"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193" name="Line 12">
              <a:extLst>
                <a:ext uri="{FF2B5EF4-FFF2-40B4-BE49-F238E27FC236}">
                  <a16:creationId xmlns:a16="http://schemas.microsoft.com/office/drawing/2014/main" id="{685635B3-FAA0-3944-6824-EDBD12AE373F}"/>
                </a:ext>
              </a:extLst>
            </p:cNvPr>
            <p:cNvSpPr>
              <a:spLocks noChangeShapeType="1"/>
            </p:cNvSpPr>
            <p:nvPr/>
          </p:nvSpPr>
          <p:spPr bwMode="auto">
            <a:xfrm>
              <a:off x="7917658"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等腰三角形 193">
              <a:extLst>
                <a:ext uri="{FF2B5EF4-FFF2-40B4-BE49-F238E27FC236}">
                  <a16:creationId xmlns:a16="http://schemas.microsoft.com/office/drawing/2014/main" id="{55ACD3D8-87FC-300C-5787-64A3B92605E8}"/>
                </a:ext>
              </a:extLst>
            </p:cNvPr>
            <p:cNvSpPr/>
            <p:nvPr/>
          </p:nvSpPr>
          <p:spPr>
            <a:xfrm rot="5400000">
              <a:off x="8024641"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95" name="Text Box 3">
                  <a:extLst>
                    <a:ext uri="{FF2B5EF4-FFF2-40B4-BE49-F238E27FC236}">
                      <a16:creationId xmlns:a16="http://schemas.microsoft.com/office/drawing/2014/main" id="{E69ADF00-86C8-4767-7790-6651463B0F40}"/>
                    </a:ext>
                  </a:extLst>
                </p:cNvPr>
                <p:cNvSpPr txBox="1">
                  <a:spLocks noChangeArrowheads="1"/>
                </p:cNvSpPr>
                <p:nvPr/>
              </p:nvSpPr>
              <p:spPr bwMode="auto">
                <a:xfrm>
                  <a:off x="9365457"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195" name="Text Box 3">
                  <a:extLst>
                    <a:ext uri="{FF2B5EF4-FFF2-40B4-BE49-F238E27FC236}">
                      <a16:creationId xmlns:a16="http://schemas.microsoft.com/office/drawing/2014/main" id="{E69ADF00-86C8-4767-7790-6651463B0F40}"/>
                    </a:ext>
                  </a:extLst>
                </p:cNvPr>
                <p:cNvSpPr txBox="1">
                  <a:spLocks noRot="1" noChangeAspect="1" noMove="1" noResize="1" noEditPoints="1" noAdjustHandles="1" noChangeArrowheads="1" noChangeShapeType="1" noTextEdit="1"/>
                </p:cNvSpPr>
                <p:nvPr/>
              </p:nvSpPr>
              <p:spPr bwMode="auto">
                <a:xfrm>
                  <a:off x="9365457" y="1074297"/>
                  <a:ext cx="281901" cy="400110"/>
                </a:xfrm>
                <a:prstGeom prst="rect">
                  <a:avLst/>
                </a:prstGeom>
                <a:blipFill>
                  <a:blip r:embed="rId39"/>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96" name="Rectangle 7">
              <a:extLst>
                <a:ext uri="{FF2B5EF4-FFF2-40B4-BE49-F238E27FC236}">
                  <a16:creationId xmlns:a16="http://schemas.microsoft.com/office/drawing/2014/main" id="{FADD2A2C-F592-6AE7-CE95-F98AF5BAFA27}"/>
                </a:ext>
              </a:extLst>
            </p:cNvPr>
            <p:cNvSpPr>
              <a:spLocks noChangeArrowheads="1"/>
            </p:cNvSpPr>
            <p:nvPr/>
          </p:nvSpPr>
          <p:spPr bwMode="auto">
            <a:xfrm>
              <a:off x="9390782" y="1144177"/>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258" name="Text Box 11">
                  <a:extLst>
                    <a:ext uri="{FF2B5EF4-FFF2-40B4-BE49-F238E27FC236}">
                      <a16:creationId xmlns:a16="http://schemas.microsoft.com/office/drawing/2014/main" id="{D18E914C-CF07-C33C-95A4-0895C95C9A2D}"/>
                    </a:ext>
                  </a:extLst>
                </p:cNvPr>
                <p:cNvSpPr txBox="1">
                  <a:spLocks noChangeArrowheads="1"/>
                </p:cNvSpPr>
                <p:nvPr/>
              </p:nvSpPr>
              <p:spPr bwMode="auto">
                <a:xfrm>
                  <a:off x="9968252" y="1207617"/>
                  <a:ext cx="54489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m:rPr>
                                <m:sty m:val="p"/>
                              </m:rPr>
                              <a:rPr lang="en-US" altLang="zh-CN" sz="2000" b="0" i="0" smtClean="0">
                                <a:latin typeface="Cambria Math" panose="02040503050406030204" pitchFamily="18" charset="0"/>
                              </a:rPr>
                              <m:t>Q</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258" name="Text Box 11">
                  <a:extLst>
                    <a:ext uri="{FF2B5EF4-FFF2-40B4-BE49-F238E27FC236}">
                      <a16:creationId xmlns:a16="http://schemas.microsoft.com/office/drawing/2014/main" id="{D18E914C-CF07-C33C-95A4-0895C95C9A2D}"/>
                    </a:ext>
                  </a:extLst>
                </p:cNvPr>
                <p:cNvSpPr txBox="1">
                  <a:spLocks noRot="1" noChangeAspect="1" noMove="1" noResize="1" noEditPoints="1" noAdjustHandles="1" noChangeArrowheads="1" noChangeShapeType="1" noTextEdit="1"/>
                </p:cNvSpPr>
                <p:nvPr/>
              </p:nvSpPr>
              <p:spPr bwMode="auto">
                <a:xfrm>
                  <a:off x="9968252" y="1207617"/>
                  <a:ext cx="544893" cy="400110"/>
                </a:xfrm>
                <a:prstGeom prst="rect">
                  <a:avLst/>
                </a:prstGeom>
                <a:blipFill>
                  <a:blip r:embed="rId40"/>
                  <a:stretch>
                    <a:fillRect b="-12121"/>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59" name="Line 12">
              <a:extLst>
                <a:ext uri="{FF2B5EF4-FFF2-40B4-BE49-F238E27FC236}">
                  <a16:creationId xmlns:a16="http://schemas.microsoft.com/office/drawing/2014/main" id="{48019991-A8E8-F145-56DA-82338706DA3B}"/>
                </a:ext>
              </a:extLst>
            </p:cNvPr>
            <p:cNvSpPr>
              <a:spLocks noChangeShapeType="1"/>
            </p:cNvSpPr>
            <p:nvPr/>
          </p:nvSpPr>
          <p:spPr bwMode="auto">
            <a:xfrm>
              <a:off x="9246319" y="1807252"/>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0" name="Line 13">
              <a:extLst>
                <a:ext uri="{FF2B5EF4-FFF2-40B4-BE49-F238E27FC236}">
                  <a16:creationId xmlns:a16="http://schemas.microsoft.com/office/drawing/2014/main" id="{D8D056AD-9A41-4C1B-BB9A-3C3C8F80FC1C}"/>
                </a:ext>
              </a:extLst>
            </p:cNvPr>
            <p:cNvSpPr>
              <a:spLocks noChangeShapeType="1"/>
            </p:cNvSpPr>
            <p:nvPr/>
          </p:nvSpPr>
          <p:spPr bwMode="auto">
            <a:xfrm>
              <a:off x="10043244" y="1280702"/>
              <a:ext cx="650875"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1" name="Line 20">
              <a:extLst>
                <a:ext uri="{FF2B5EF4-FFF2-40B4-BE49-F238E27FC236}">
                  <a16:creationId xmlns:a16="http://schemas.microsoft.com/office/drawing/2014/main" id="{B5E90D40-0575-82AB-6855-0F897660428B}"/>
                </a:ext>
              </a:extLst>
            </p:cNvPr>
            <p:cNvSpPr>
              <a:spLocks noChangeShapeType="1"/>
            </p:cNvSpPr>
            <p:nvPr/>
          </p:nvSpPr>
          <p:spPr bwMode="auto">
            <a:xfrm>
              <a:off x="11355537" y="1805522"/>
              <a:ext cx="469348"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62" name="Text Box 39">
                  <a:extLst>
                    <a:ext uri="{FF2B5EF4-FFF2-40B4-BE49-F238E27FC236}">
                      <a16:creationId xmlns:a16="http://schemas.microsoft.com/office/drawing/2014/main" id="{09D5D3E0-E5C6-51C6-71C3-A2781B01D1A1}"/>
                    </a:ext>
                  </a:extLst>
                </p:cNvPr>
                <p:cNvSpPr txBox="1">
                  <a:spLocks noChangeArrowheads="1"/>
                </p:cNvSpPr>
                <p:nvPr/>
              </p:nvSpPr>
              <p:spPr bwMode="auto">
                <a:xfrm>
                  <a:off x="9632011" y="1418578"/>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2</m:t>
                            </m:r>
                          </m:sub>
                        </m:sSub>
                      </m:oMath>
                    </m:oMathPara>
                  </a14:m>
                  <a:endParaRPr kumimoji="1" lang="en-US" altLang="zh-CN" sz="1400" b="0" dirty="0"/>
                </a:p>
              </p:txBody>
            </p:sp>
          </mc:Choice>
          <mc:Fallback xmlns="">
            <p:sp>
              <p:nvSpPr>
                <p:cNvPr id="262" name="Text Box 39">
                  <a:extLst>
                    <a:ext uri="{FF2B5EF4-FFF2-40B4-BE49-F238E27FC236}">
                      <a16:creationId xmlns:a16="http://schemas.microsoft.com/office/drawing/2014/main" id="{09D5D3E0-E5C6-51C6-71C3-A2781B01D1A1}"/>
                    </a:ext>
                  </a:extLst>
                </p:cNvPr>
                <p:cNvSpPr txBox="1">
                  <a:spLocks noRot="1" noChangeAspect="1" noMove="1" noResize="1" noEditPoints="1" noAdjustHandles="1" noChangeArrowheads="1" noChangeShapeType="1" noTextEdit="1"/>
                </p:cNvSpPr>
                <p:nvPr/>
              </p:nvSpPr>
              <p:spPr bwMode="auto">
                <a:xfrm>
                  <a:off x="9632011" y="1418578"/>
                  <a:ext cx="504689" cy="307777"/>
                </a:xfrm>
                <a:prstGeom prst="rect">
                  <a:avLst/>
                </a:prstGeom>
                <a:blipFill>
                  <a:blip r:embed="rId41"/>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63" name="等腰三角形 262">
              <a:extLst>
                <a:ext uri="{FF2B5EF4-FFF2-40B4-BE49-F238E27FC236}">
                  <a16:creationId xmlns:a16="http://schemas.microsoft.com/office/drawing/2014/main" id="{97228DA2-4A8D-1A94-F5F5-EC78199F61D4}"/>
                </a:ext>
              </a:extLst>
            </p:cNvPr>
            <p:cNvSpPr/>
            <p:nvPr/>
          </p:nvSpPr>
          <p:spPr>
            <a:xfrm rot="5400000">
              <a:off x="9353302" y="1756452"/>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264" name="Text Box 3">
                  <a:extLst>
                    <a:ext uri="{FF2B5EF4-FFF2-40B4-BE49-F238E27FC236}">
                      <a16:creationId xmlns:a16="http://schemas.microsoft.com/office/drawing/2014/main" id="{97425361-CD85-C4C5-49A6-2B221DA574C3}"/>
                    </a:ext>
                  </a:extLst>
                </p:cNvPr>
                <p:cNvSpPr txBox="1">
                  <a:spLocks noChangeArrowheads="1"/>
                </p:cNvSpPr>
                <p:nvPr/>
              </p:nvSpPr>
              <p:spPr bwMode="auto">
                <a:xfrm>
                  <a:off x="10663419" y="1074297"/>
                  <a:ext cx="281901" cy="400110"/>
                </a:xfrm>
                <a:prstGeom prst="rect">
                  <a:avLst/>
                </a:prstGeom>
                <a:noFill/>
                <a:ln w="25400">
                  <a:noFill/>
                  <a:miter lim="800000"/>
                  <a:headEnd/>
                  <a:tailEnd/>
                </a:ln>
                <a:extLst>
                  <a:ext uri="{909E8E84-426E-40DD-AFC4-6F175D3DCCD1}">
                    <a14:hiddenFill>
                      <a:solidFill>
                        <a:srgbClr val="FFFFFF"/>
                      </a:solidFill>
                    </a14:hiddenFill>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D</m:t>
                        </m:r>
                      </m:oMath>
                    </m:oMathPara>
                  </a14:m>
                  <a:endParaRPr kumimoji="1" lang="en-US" altLang="zh-CN" sz="2000" b="0" dirty="0"/>
                </a:p>
              </p:txBody>
            </p:sp>
          </mc:Choice>
          <mc:Fallback xmlns="">
            <p:sp>
              <p:nvSpPr>
                <p:cNvPr id="264" name="Text Box 3">
                  <a:extLst>
                    <a:ext uri="{FF2B5EF4-FFF2-40B4-BE49-F238E27FC236}">
                      <a16:creationId xmlns:a16="http://schemas.microsoft.com/office/drawing/2014/main" id="{97425361-CD85-C4C5-49A6-2B221DA574C3}"/>
                    </a:ext>
                  </a:extLst>
                </p:cNvPr>
                <p:cNvSpPr txBox="1">
                  <a:spLocks noRot="1" noChangeAspect="1" noMove="1" noResize="1" noEditPoints="1" noAdjustHandles="1" noChangeArrowheads="1" noChangeShapeType="1" noTextEdit="1"/>
                </p:cNvSpPr>
                <p:nvPr/>
              </p:nvSpPr>
              <p:spPr bwMode="auto">
                <a:xfrm>
                  <a:off x="10663419" y="1074297"/>
                  <a:ext cx="281901" cy="400110"/>
                </a:xfrm>
                <a:prstGeom prst="rect">
                  <a:avLst/>
                </a:prstGeom>
                <a:blipFill>
                  <a:blip r:embed="rId42"/>
                  <a:stretch>
                    <a:fillRect r="-2391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5" name="Text Box 39">
                  <a:extLst>
                    <a:ext uri="{FF2B5EF4-FFF2-40B4-BE49-F238E27FC236}">
                      <a16:creationId xmlns:a16="http://schemas.microsoft.com/office/drawing/2014/main" id="{A4189D4A-2249-DFF0-2566-3F7105D1395B}"/>
                    </a:ext>
                  </a:extLst>
                </p:cNvPr>
                <p:cNvSpPr txBox="1">
                  <a:spLocks noChangeArrowheads="1"/>
                </p:cNvSpPr>
                <p:nvPr/>
              </p:nvSpPr>
              <p:spPr bwMode="auto">
                <a:xfrm>
                  <a:off x="10933966" y="1418579"/>
                  <a:ext cx="504689" cy="307777"/>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m:rPr>
                                <m:sty m:val="p"/>
                              </m:rPr>
                              <a:rPr lang="en-US" altLang="zh-CN" sz="1400" b="0" i="0" smtClean="0">
                                <a:latin typeface="Cambria Math" panose="02040503050406030204" pitchFamily="18" charset="0"/>
                              </a:rPr>
                              <m:t>FF</m:t>
                            </m:r>
                          </m:e>
                          <m:sub>
                            <m:r>
                              <a:rPr lang="en-US" altLang="zh-CN" sz="1400" b="0" i="1" smtClean="0">
                                <a:latin typeface="Cambria Math" panose="02040503050406030204" pitchFamily="18" charset="0"/>
                              </a:rPr>
                              <m:t>3</m:t>
                            </m:r>
                          </m:sub>
                        </m:sSub>
                      </m:oMath>
                    </m:oMathPara>
                  </a14:m>
                  <a:endParaRPr kumimoji="1" lang="en-US" altLang="zh-CN" sz="1400" b="0" dirty="0"/>
                </a:p>
              </p:txBody>
            </p:sp>
          </mc:Choice>
          <mc:Fallback xmlns="">
            <p:sp>
              <p:nvSpPr>
                <p:cNvPr id="265" name="Text Box 39">
                  <a:extLst>
                    <a:ext uri="{FF2B5EF4-FFF2-40B4-BE49-F238E27FC236}">
                      <a16:creationId xmlns:a16="http://schemas.microsoft.com/office/drawing/2014/main" id="{A4189D4A-2249-DFF0-2566-3F7105D1395B}"/>
                    </a:ext>
                  </a:extLst>
                </p:cNvPr>
                <p:cNvSpPr txBox="1">
                  <a:spLocks noRot="1" noChangeAspect="1" noMove="1" noResize="1" noEditPoints="1" noAdjustHandles="1" noChangeArrowheads="1" noChangeShapeType="1" noTextEdit="1"/>
                </p:cNvSpPr>
                <p:nvPr/>
              </p:nvSpPr>
              <p:spPr bwMode="auto">
                <a:xfrm>
                  <a:off x="10933966" y="1418579"/>
                  <a:ext cx="504689" cy="307777"/>
                </a:xfrm>
                <a:prstGeom prst="rect">
                  <a:avLst/>
                </a:prstGeom>
                <a:blipFill>
                  <a:blip r:embed="rId43"/>
                  <a:stretch>
                    <a:fillRect/>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266" name="Rectangle 7">
              <a:extLst>
                <a:ext uri="{FF2B5EF4-FFF2-40B4-BE49-F238E27FC236}">
                  <a16:creationId xmlns:a16="http://schemas.microsoft.com/office/drawing/2014/main" id="{E5610A3D-1217-260A-41EA-37F4421943A8}"/>
                </a:ext>
              </a:extLst>
            </p:cNvPr>
            <p:cNvSpPr>
              <a:spLocks noChangeArrowheads="1"/>
            </p:cNvSpPr>
            <p:nvPr/>
          </p:nvSpPr>
          <p:spPr bwMode="auto">
            <a:xfrm>
              <a:off x="10701264" y="1142690"/>
              <a:ext cx="652462" cy="820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endParaRPr lang="en-US" altLang="zh-CN" sz="1800" b="0" i="1" dirty="0">
                <a:latin typeface="Cambria Math" panose="02040503050406030204" pitchFamily="18" charset="0"/>
              </a:endParaRPr>
            </a:p>
          </p:txBody>
        </p:sp>
        <p:sp>
          <p:nvSpPr>
            <p:cNvPr id="267" name="Line 12">
              <a:extLst>
                <a:ext uri="{FF2B5EF4-FFF2-40B4-BE49-F238E27FC236}">
                  <a16:creationId xmlns:a16="http://schemas.microsoft.com/office/drawing/2014/main" id="{C422086C-0D7F-6FD7-6729-5FBE7CE356C2}"/>
                </a:ext>
              </a:extLst>
            </p:cNvPr>
            <p:cNvSpPr>
              <a:spLocks noChangeShapeType="1"/>
            </p:cNvSpPr>
            <p:nvPr/>
          </p:nvSpPr>
          <p:spPr bwMode="auto">
            <a:xfrm>
              <a:off x="10556801" y="1805765"/>
              <a:ext cx="144463"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8" name="等腰三角形 267">
              <a:extLst>
                <a:ext uri="{FF2B5EF4-FFF2-40B4-BE49-F238E27FC236}">
                  <a16:creationId xmlns:a16="http://schemas.microsoft.com/office/drawing/2014/main" id="{16331FA9-B168-C0F7-7161-E5E6BE91170D}"/>
                </a:ext>
              </a:extLst>
            </p:cNvPr>
            <p:cNvSpPr/>
            <p:nvPr/>
          </p:nvSpPr>
          <p:spPr>
            <a:xfrm rot="5400000">
              <a:off x="10663784" y="1754965"/>
              <a:ext cx="174212"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269" name="Line 12">
              <a:extLst>
                <a:ext uri="{FF2B5EF4-FFF2-40B4-BE49-F238E27FC236}">
                  <a16:creationId xmlns:a16="http://schemas.microsoft.com/office/drawing/2014/main" id="{6D15504B-E818-367B-8A37-23BEDFEB4256}"/>
                </a:ext>
              </a:extLst>
            </p:cNvPr>
            <p:cNvSpPr>
              <a:spLocks noChangeShapeType="1"/>
            </p:cNvSpPr>
            <p:nvPr/>
          </p:nvSpPr>
          <p:spPr bwMode="auto">
            <a:xfrm rot="5400000">
              <a:off x="10307660"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0" name="Line 37">
              <a:extLst>
                <a:ext uri="{FF2B5EF4-FFF2-40B4-BE49-F238E27FC236}">
                  <a16:creationId xmlns:a16="http://schemas.microsoft.com/office/drawing/2014/main" id="{3803892F-F264-4884-5352-B61B5D2681FA}"/>
                </a:ext>
              </a:extLst>
            </p:cNvPr>
            <p:cNvSpPr>
              <a:spLocks noChangeShapeType="1"/>
            </p:cNvSpPr>
            <p:nvPr/>
          </p:nvSpPr>
          <p:spPr bwMode="auto">
            <a:xfrm flipV="1">
              <a:off x="11814508" y="931911"/>
              <a:ext cx="0" cy="884009"/>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 name="Line 12">
              <a:extLst>
                <a:ext uri="{FF2B5EF4-FFF2-40B4-BE49-F238E27FC236}">
                  <a16:creationId xmlns:a16="http://schemas.microsoft.com/office/drawing/2014/main" id="{48D6718B-1229-96AD-305F-6C242E42252E}"/>
                </a:ext>
              </a:extLst>
            </p:cNvPr>
            <p:cNvSpPr>
              <a:spLocks noChangeShapeType="1"/>
            </p:cNvSpPr>
            <p:nvPr/>
          </p:nvSpPr>
          <p:spPr bwMode="auto">
            <a:xfrm rot="5400000">
              <a:off x="8996552"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2" name="Line 12">
              <a:extLst>
                <a:ext uri="{FF2B5EF4-FFF2-40B4-BE49-F238E27FC236}">
                  <a16:creationId xmlns:a16="http://schemas.microsoft.com/office/drawing/2014/main" id="{C57706EF-87A8-421D-C6C7-DEB22B9AD9BE}"/>
                </a:ext>
              </a:extLst>
            </p:cNvPr>
            <p:cNvSpPr>
              <a:spLocks noChangeShapeType="1"/>
            </p:cNvSpPr>
            <p:nvPr/>
          </p:nvSpPr>
          <p:spPr bwMode="auto">
            <a:xfrm rot="5400000">
              <a:off x="7667891"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3" name="Line 12">
              <a:extLst>
                <a:ext uri="{FF2B5EF4-FFF2-40B4-BE49-F238E27FC236}">
                  <a16:creationId xmlns:a16="http://schemas.microsoft.com/office/drawing/2014/main" id="{7D22ECEB-323D-BAD3-8AA7-25EDC178BE8D}"/>
                </a:ext>
              </a:extLst>
            </p:cNvPr>
            <p:cNvSpPr>
              <a:spLocks noChangeShapeType="1"/>
            </p:cNvSpPr>
            <p:nvPr/>
          </p:nvSpPr>
          <p:spPr bwMode="auto">
            <a:xfrm rot="5400000">
              <a:off x="6357409" y="2054179"/>
              <a:ext cx="499534" cy="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4" name="椭圆 273">
              <a:extLst>
                <a:ext uri="{FF2B5EF4-FFF2-40B4-BE49-F238E27FC236}">
                  <a16:creationId xmlns:a16="http://schemas.microsoft.com/office/drawing/2014/main" id="{8D0CCE21-AAA9-41A8-CE9A-5778E1E65A34}"/>
                </a:ext>
              </a:extLst>
            </p:cNvPr>
            <p:cNvSpPr/>
            <p:nvPr/>
          </p:nvSpPr>
          <p:spPr>
            <a:xfrm flipV="1">
              <a:off x="11364441" y="1744659"/>
              <a:ext cx="118800" cy="1188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75" name="椭圆 274">
              <a:extLst>
                <a:ext uri="{FF2B5EF4-FFF2-40B4-BE49-F238E27FC236}">
                  <a16:creationId xmlns:a16="http://schemas.microsoft.com/office/drawing/2014/main" id="{B2B4E703-2CC3-1E49-2137-CE90BB563B73}"/>
                </a:ext>
              </a:extLst>
            </p:cNvPr>
            <p:cNvSpPr/>
            <p:nvPr/>
          </p:nvSpPr>
          <p:spPr>
            <a:xfrm flipV="1">
              <a:off x="6559887"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76" name="椭圆 275">
              <a:extLst>
                <a:ext uri="{FF2B5EF4-FFF2-40B4-BE49-F238E27FC236}">
                  <a16:creationId xmlns:a16="http://schemas.microsoft.com/office/drawing/2014/main" id="{1CEE328C-580C-D6EF-3CA3-9DB0164E2B63}"/>
                </a:ext>
              </a:extLst>
            </p:cNvPr>
            <p:cNvSpPr/>
            <p:nvPr/>
          </p:nvSpPr>
          <p:spPr>
            <a:xfrm flipV="1">
              <a:off x="7870198"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77" name="椭圆 276">
              <a:extLst>
                <a:ext uri="{FF2B5EF4-FFF2-40B4-BE49-F238E27FC236}">
                  <a16:creationId xmlns:a16="http://schemas.microsoft.com/office/drawing/2014/main" id="{AFE2533C-8BD5-52B4-C6F9-8797A2726E74}"/>
                </a:ext>
              </a:extLst>
            </p:cNvPr>
            <p:cNvSpPr/>
            <p:nvPr/>
          </p:nvSpPr>
          <p:spPr>
            <a:xfrm flipV="1">
              <a:off x="9198379" y="2260800"/>
              <a:ext cx="94759" cy="936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78" name="Text Box 39">
                  <a:extLst>
                    <a:ext uri="{FF2B5EF4-FFF2-40B4-BE49-F238E27FC236}">
                      <a16:creationId xmlns:a16="http://schemas.microsoft.com/office/drawing/2014/main" id="{00498F9C-9AAC-8B60-22EE-E9ABF999C35D}"/>
                    </a:ext>
                  </a:extLst>
                </p:cNvPr>
                <p:cNvSpPr txBox="1">
                  <a:spLocks noChangeArrowheads="1"/>
                </p:cNvSpPr>
                <p:nvPr/>
              </p:nvSpPr>
              <p:spPr bwMode="auto">
                <a:xfrm>
                  <a:off x="7639200"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278" name="Text Box 39">
                  <a:extLst>
                    <a:ext uri="{FF2B5EF4-FFF2-40B4-BE49-F238E27FC236}">
                      <a16:creationId xmlns:a16="http://schemas.microsoft.com/office/drawing/2014/main" id="{00498F9C-9AAC-8B60-22EE-E9ABF999C35D}"/>
                    </a:ext>
                  </a:extLst>
                </p:cNvPr>
                <p:cNvSpPr txBox="1">
                  <a:spLocks noRot="1" noChangeAspect="1" noMove="1" noResize="1" noEditPoints="1" noAdjustHandles="1" noChangeArrowheads="1" noChangeShapeType="1" noTextEdit="1"/>
                </p:cNvSpPr>
                <p:nvPr/>
              </p:nvSpPr>
              <p:spPr bwMode="auto">
                <a:xfrm>
                  <a:off x="7639200" y="900000"/>
                  <a:ext cx="538353" cy="400110"/>
                </a:xfrm>
                <a:prstGeom prst="rect">
                  <a:avLst/>
                </a:prstGeom>
                <a:blipFill>
                  <a:blip r:embed="rId44"/>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9" name="Text Box 39">
                  <a:extLst>
                    <a:ext uri="{FF2B5EF4-FFF2-40B4-BE49-F238E27FC236}">
                      <a16:creationId xmlns:a16="http://schemas.microsoft.com/office/drawing/2014/main" id="{1D19E350-1B07-5D07-9993-98F52BD8927A}"/>
                    </a:ext>
                  </a:extLst>
                </p:cNvPr>
                <p:cNvSpPr txBox="1">
                  <a:spLocks noChangeArrowheads="1"/>
                </p:cNvSpPr>
                <p:nvPr/>
              </p:nvSpPr>
              <p:spPr bwMode="auto">
                <a:xfrm>
                  <a:off x="8958139"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279" name="Text Box 39">
                  <a:extLst>
                    <a:ext uri="{FF2B5EF4-FFF2-40B4-BE49-F238E27FC236}">
                      <a16:creationId xmlns:a16="http://schemas.microsoft.com/office/drawing/2014/main" id="{1D19E350-1B07-5D07-9993-98F52BD8927A}"/>
                    </a:ext>
                  </a:extLst>
                </p:cNvPr>
                <p:cNvSpPr txBox="1">
                  <a:spLocks noRot="1" noChangeAspect="1" noMove="1" noResize="1" noEditPoints="1" noAdjustHandles="1" noChangeArrowheads="1" noChangeShapeType="1" noTextEdit="1"/>
                </p:cNvSpPr>
                <p:nvPr/>
              </p:nvSpPr>
              <p:spPr bwMode="auto">
                <a:xfrm>
                  <a:off x="8958139" y="900000"/>
                  <a:ext cx="538353" cy="400110"/>
                </a:xfrm>
                <a:prstGeom prst="rect">
                  <a:avLst/>
                </a:prstGeom>
                <a:blipFill>
                  <a:blip r:embed="rId45"/>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0" name="Text Box 39">
                  <a:extLst>
                    <a:ext uri="{FF2B5EF4-FFF2-40B4-BE49-F238E27FC236}">
                      <a16:creationId xmlns:a16="http://schemas.microsoft.com/office/drawing/2014/main" id="{2983C189-5AEB-126D-5325-65D3912715F1}"/>
                    </a:ext>
                  </a:extLst>
                </p:cNvPr>
                <p:cNvSpPr txBox="1">
                  <a:spLocks noChangeArrowheads="1"/>
                </p:cNvSpPr>
                <p:nvPr/>
              </p:nvSpPr>
              <p:spPr bwMode="auto">
                <a:xfrm>
                  <a:off x="10268539" y="900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3</m:t>
                            </m:r>
                          </m:sub>
                        </m:sSub>
                      </m:oMath>
                    </m:oMathPara>
                  </a14:m>
                  <a:endParaRPr kumimoji="1" lang="en-US" altLang="zh-CN" sz="2000" b="0" dirty="0"/>
                </a:p>
              </p:txBody>
            </p:sp>
          </mc:Choice>
          <mc:Fallback xmlns="">
            <p:sp>
              <p:nvSpPr>
                <p:cNvPr id="280" name="Text Box 39">
                  <a:extLst>
                    <a:ext uri="{FF2B5EF4-FFF2-40B4-BE49-F238E27FC236}">
                      <a16:creationId xmlns:a16="http://schemas.microsoft.com/office/drawing/2014/main" id="{2983C189-5AEB-126D-5325-65D3912715F1}"/>
                    </a:ext>
                  </a:extLst>
                </p:cNvPr>
                <p:cNvSpPr txBox="1">
                  <a:spLocks noRot="1" noChangeAspect="1" noMove="1" noResize="1" noEditPoints="1" noAdjustHandles="1" noChangeArrowheads="1" noChangeShapeType="1" noTextEdit="1"/>
                </p:cNvSpPr>
                <p:nvPr/>
              </p:nvSpPr>
              <p:spPr bwMode="auto">
                <a:xfrm>
                  <a:off x="10268539" y="900000"/>
                  <a:ext cx="538353" cy="400110"/>
                </a:xfrm>
                <a:prstGeom prst="rect">
                  <a:avLst/>
                </a:prstGeom>
                <a:blipFill>
                  <a:blip r:embed="rId46"/>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81" name="Text Box 39">
                <a:extLst>
                  <a:ext uri="{FF2B5EF4-FFF2-40B4-BE49-F238E27FC236}">
                    <a16:creationId xmlns:a16="http://schemas.microsoft.com/office/drawing/2014/main" id="{76EB79DC-FA4F-68C8-C4EE-3A1BBB09F4A6}"/>
                  </a:ext>
                </a:extLst>
              </p:cNvPr>
              <p:cNvSpPr txBox="1">
                <a:spLocks noChangeArrowheads="1"/>
              </p:cNvSpPr>
              <p:nvPr/>
            </p:nvSpPr>
            <p:spPr bwMode="auto">
              <a:xfrm>
                <a:off x="7319321" y="47988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1</m:t>
                          </m:r>
                        </m:sub>
                      </m:sSub>
                    </m:oMath>
                  </m:oMathPara>
                </a14:m>
                <a:endParaRPr kumimoji="1" lang="en-US" altLang="zh-CN" sz="2000" b="0" dirty="0"/>
              </a:p>
            </p:txBody>
          </p:sp>
        </mc:Choice>
        <mc:Fallback xmlns="">
          <p:sp>
            <p:nvSpPr>
              <p:cNvPr id="281" name="Text Box 39">
                <a:extLst>
                  <a:ext uri="{FF2B5EF4-FFF2-40B4-BE49-F238E27FC236}">
                    <a16:creationId xmlns:a16="http://schemas.microsoft.com/office/drawing/2014/main" id="{76EB79DC-FA4F-68C8-C4EE-3A1BBB09F4A6}"/>
                  </a:ext>
                </a:extLst>
              </p:cNvPr>
              <p:cNvSpPr txBox="1">
                <a:spLocks noRot="1" noChangeAspect="1" noMove="1" noResize="1" noEditPoints="1" noAdjustHandles="1" noChangeArrowheads="1" noChangeShapeType="1" noTextEdit="1"/>
              </p:cNvSpPr>
              <p:nvPr/>
            </p:nvSpPr>
            <p:spPr bwMode="auto">
              <a:xfrm>
                <a:off x="7319321" y="4798800"/>
                <a:ext cx="538353" cy="400110"/>
              </a:xfrm>
              <a:prstGeom prst="rect">
                <a:avLst/>
              </a:prstGeom>
              <a:blipFill>
                <a:blip r:embed="rId47"/>
                <a:stretch>
                  <a:fillRect b="-151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2" name="Text Box 39">
                <a:extLst>
                  <a:ext uri="{FF2B5EF4-FFF2-40B4-BE49-F238E27FC236}">
                    <a16:creationId xmlns:a16="http://schemas.microsoft.com/office/drawing/2014/main" id="{9F1BEB5C-C431-6827-9CAC-5225FEDE90A5}"/>
                  </a:ext>
                </a:extLst>
              </p:cNvPr>
              <p:cNvSpPr txBox="1">
                <a:spLocks noChangeArrowheads="1"/>
              </p:cNvSpPr>
              <p:nvPr/>
            </p:nvSpPr>
            <p:spPr bwMode="auto">
              <a:xfrm>
                <a:off x="8647265" y="51120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2</m:t>
                          </m:r>
                        </m:sub>
                      </m:sSub>
                    </m:oMath>
                  </m:oMathPara>
                </a14:m>
                <a:endParaRPr kumimoji="1" lang="en-US" altLang="zh-CN" sz="2000" b="0" dirty="0"/>
              </a:p>
            </p:txBody>
          </p:sp>
        </mc:Choice>
        <mc:Fallback xmlns="">
          <p:sp>
            <p:nvSpPr>
              <p:cNvPr id="282" name="Text Box 39">
                <a:extLst>
                  <a:ext uri="{FF2B5EF4-FFF2-40B4-BE49-F238E27FC236}">
                    <a16:creationId xmlns:a16="http://schemas.microsoft.com/office/drawing/2014/main" id="{9F1BEB5C-C431-6827-9CAC-5225FEDE90A5}"/>
                  </a:ext>
                </a:extLst>
              </p:cNvPr>
              <p:cNvSpPr txBox="1">
                <a:spLocks noRot="1" noChangeAspect="1" noMove="1" noResize="1" noEditPoints="1" noAdjustHandles="1" noChangeArrowheads="1" noChangeShapeType="1" noTextEdit="1"/>
              </p:cNvSpPr>
              <p:nvPr/>
            </p:nvSpPr>
            <p:spPr bwMode="auto">
              <a:xfrm>
                <a:off x="8647265" y="5112000"/>
                <a:ext cx="538353" cy="400110"/>
              </a:xfrm>
              <a:prstGeom prst="rect">
                <a:avLst/>
              </a:prstGeom>
              <a:blipFill>
                <a:blip r:embed="rId48"/>
                <a:stretch>
                  <a:fillRect b="-1538"/>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 name="Text Box 39">
                <a:extLst>
                  <a:ext uri="{FF2B5EF4-FFF2-40B4-BE49-F238E27FC236}">
                    <a16:creationId xmlns:a16="http://schemas.microsoft.com/office/drawing/2014/main" id="{393BD60A-8D60-3958-BA52-E73D68F9A299}"/>
                  </a:ext>
                </a:extLst>
              </p:cNvPr>
              <p:cNvSpPr txBox="1">
                <a:spLocks noChangeArrowheads="1"/>
              </p:cNvSpPr>
              <p:nvPr/>
            </p:nvSpPr>
            <p:spPr bwMode="auto">
              <a:xfrm>
                <a:off x="9936000" y="4798800"/>
                <a:ext cx="538353" cy="400110"/>
              </a:xfrm>
              <a:prstGeom prst="rect">
                <a:avLst/>
              </a:prstGeom>
              <a:noFill/>
              <a:ln w="25400">
                <a:noFill/>
                <a:miter lim="800000"/>
                <a:headEnd/>
                <a:tailEnd/>
              </a:ln>
              <a:extLst>
                <a:ext uri="{909E8E84-426E-40DD-AFC4-6F175D3DCCD1}">
                  <a14:hiddenFill>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000" b="0" i="1">
                              <a:latin typeface="Cambria Math" panose="02040503050406030204" pitchFamily="18" charset="0"/>
                            </a:rPr>
                          </m:ctrlPr>
                        </m:sSubPr>
                        <m:e>
                          <m:r>
                            <m:rPr>
                              <m:sty m:val="p"/>
                            </m:rPr>
                            <a:rPr lang="en-US" altLang="zh-CN" sz="2000" b="0" i="0">
                              <a:latin typeface="Cambria Math" panose="02040503050406030204" pitchFamily="18" charset="0"/>
                            </a:rPr>
                            <m:t>D</m:t>
                          </m:r>
                        </m:e>
                        <m:sub>
                          <m:r>
                            <a:rPr lang="en-US" altLang="zh-CN" sz="2000" b="0" i="1">
                              <a:latin typeface="Cambria Math" panose="02040503050406030204" pitchFamily="18" charset="0"/>
                            </a:rPr>
                            <m:t>3</m:t>
                          </m:r>
                        </m:sub>
                      </m:sSub>
                    </m:oMath>
                  </m:oMathPara>
                </a14:m>
                <a:endParaRPr kumimoji="1" lang="en-US" altLang="zh-CN" sz="2000" b="0" dirty="0"/>
              </a:p>
            </p:txBody>
          </p:sp>
        </mc:Choice>
        <mc:Fallback xmlns="">
          <p:sp>
            <p:nvSpPr>
              <p:cNvPr id="283" name="Text Box 39">
                <a:extLst>
                  <a:ext uri="{FF2B5EF4-FFF2-40B4-BE49-F238E27FC236}">
                    <a16:creationId xmlns:a16="http://schemas.microsoft.com/office/drawing/2014/main" id="{393BD60A-8D60-3958-BA52-E73D68F9A299}"/>
                  </a:ext>
                </a:extLst>
              </p:cNvPr>
              <p:cNvSpPr txBox="1">
                <a:spLocks noRot="1" noChangeAspect="1" noMove="1" noResize="1" noEditPoints="1" noAdjustHandles="1" noChangeArrowheads="1" noChangeShapeType="1" noTextEdit="1"/>
              </p:cNvSpPr>
              <p:nvPr/>
            </p:nvSpPr>
            <p:spPr bwMode="auto">
              <a:xfrm>
                <a:off x="9936000" y="4798800"/>
                <a:ext cx="538353" cy="400110"/>
              </a:xfrm>
              <a:prstGeom prst="rect">
                <a:avLst/>
              </a:prstGeom>
              <a:blipFill>
                <a:blip r:embed="rId49"/>
                <a:stretch>
                  <a:fillRect b="-1515"/>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extLst>
      <p:ext uri="{BB962C8B-B14F-4D97-AF65-F5344CB8AC3E}">
        <p14:creationId xmlns:p14="http://schemas.microsoft.com/office/powerpoint/2010/main" val="3741016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EB142-39A8-3D14-10FB-AE69E3443E4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作业</a:t>
            </a:r>
            <a:endParaRPr lang="zh-CN" altLang="en-US" sz="3000" dirty="0">
              <a:solidFill>
                <a:srgbClr val="FFFF00"/>
              </a:solidFill>
            </a:endParaRPr>
          </a:p>
        </p:txBody>
      </p:sp>
      <p:sp>
        <p:nvSpPr>
          <p:cNvPr id="3" name="文本框 2">
            <a:extLst>
              <a:ext uri="{FF2B5EF4-FFF2-40B4-BE49-F238E27FC236}">
                <a16:creationId xmlns:a16="http://schemas.microsoft.com/office/drawing/2014/main" id="{F3A92877-F1B4-308B-F237-8230FCCE7DA4}"/>
              </a:ext>
            </a:extLst>
          </p:cNvPr>
          <p:cNvSpPr txBox="1"/>
          <p:nvPr/>
        </p:nvSpPr>
        <p:spPr>
          <a:xfrm>
            <a:off x="360001" y="828000"/>
            <a:ext cx="6012224" cy="3549498"/>
          </a:xfrm>
          <a:prstGeom prst="rect">
            <a:avLst/>
          </a:prstGeom>
          <a:noFill/>
        </p:spPr>
        <p:txBody>
          <a:bodyPr wrap="square">
            <a:spAutoFit/>
          </a:bodyPr>
          <a:lstStyle/>
          <a:p>
            <a:pPr>
              <a:lnSpc>
                <a:spcPct val="110000"/>
              </a:lnSpc>
              <a:spcAft>
                <a:spcPct val="30000"/>
              </a:spcAft>
              <a:defRPr/>
            </a:pPr>
            <a:r>
              <a:rPr lang="zh-CN" altLang="en-US" sz="2800" kern="0" dirty="0">
                <a:solidFill>
                  <a:srgbClr val="C00000"/>
                </a:solidFill>
                <a:latin typeface="微软雅黑" panose="020B0503020204020204" pitchFamily="34" charset="-122"/>
                <a:ea typeface="微软雅黑" panose="020B0503020204020204" pitchFamily="34" charset="-122"/>
              </a:rPr>
              <a:t>电子技术基础（数字部分）</a:t>
            </a:r>
            <a:endParaRPr lang="en-US" altLang="zh-CN" sz="2800" kern="0" dirty="0">
              <a:solidFill>
                <a:srgbClr val="C00000"/>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11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月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7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日的作业</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P327 - 329</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6.5.8</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6.5.16</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6.5.18</a:t>
            </a:r>
          </a:p>
        </p:txBody>
      </p:sp>
    </p:spTree>
    <p:extLst>
      <p:ext uri="{BB962C8B-B14F-4D97-AF65-F5344CB8AC3E}">
        <p14:creationId xmlns:p14="http://schemas.microsoft.com/office/powerpoint/2010/main" val="18415183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29779</TotalTime>
  <Words>5021</Words>
  <Application>Microsoft Office PowerPoint</Application>
  <PresentationFormat>宽屏</PresentationFormat>
  <Paragraphs>1843</Paragraphs>
  <Slides>38</Slides>
  <Notes>31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等线</vt:lpstr>
      <vt:lpstr>宋体</vt:lpstr>
      <vt:lpstr>微软雅黑</vt:lpstr>
      <vt:lpstr>微软雅黑</vt:lpstr>
      <vt:lpstr>Arial</vt:lpstr>
      <vt:lpstr>Cambria Math</vt:lpstr>
      <vt:lpstr>Candara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1405</cp:revision>
  <dcterms:created xsi:type="dcterms:W3CDTF">2024-12-23T04:28:42Z</dcterms:created>
  <dcterms:modified xsi:type="dcterms:W3CDTF">2025-12-31T09:01:37Z</dcterms:modified>
</cp:coreProperties>
</file>