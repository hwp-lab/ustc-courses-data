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1354" r:id="rId2"/>
    <p:sldId id="6935" r:id="rId3"/>
    <p:sldId id="7013" r:id="rId4"/>
    <p:sldId id="7030" r:id="rId5"/>
    <p:sldId id="7011" r:id="rId6"/>
    <p:sldId id="7012" r:id="rId7"/>
    <p:sldId id="7014" r:id="rId8"/>
    <p:sldId id="7017" r:id="rId9"/>
    <p:sldId id="7015" r:id="rId10"/>
    <p:sldId id="7018" r:id="rId11"/>
    <p:sldId id="7019" r:id="rId12"/>
    <p:sldId id="7022" r:id="rId13"/>
    <p:sldId id="7021" r:id="rId14"/>
    <p:sldId id="7020" r:id="rId15"/>
    <p:sldId id="7023" r:id="rId16"/>
    <p:sldId id="7024" r:id="rId17"/>
    <p:sldId id="7027" r:id="rId18"/>
    <p:sldId id="7028" r:id="rId19"/>
    <p:sldId id="7025" r:id="rId20"/>
    <p:sldId id="7031" r:id="rId21"/>
    <p:sldId id="700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6" autoAdjust="0"/>
    <p:restoredTop sz="77761" autoAdjust="0"/>
  </p:normalViewPr>
  <p:slideViewPr>
    <p:cSldViewPr snapToGrid="0">
      <p:cViewPr varScale="1">
        <p:scale>
          <a:sx n="75" d="100"/>
          <a:sy n="75" d="100"/>
        </p:scale>
        <p:origin x="7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230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336B957-0C23-1CDE-A2B8-044701C667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7E1FBC-070D-8861-8D9C-258144CACE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2CA61-C7A7-44C1-8225-2F3B25FCEFE9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964B15-02A6-96D1-7025-FFA5019E5E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ABE5DA-4AAF-6256-556A-73DB14F76B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A6520-B727-41E0-BB1B-FA4B49A62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041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499D7-817A-4BF8-98BA-7E2BFEC27B52}" type="datetimeFigureOut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F8E926-3218-4A05-BE3C-00B734B06F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01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49EC6D-DB1F-44A4-BAF7-4CD4248B20AA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306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83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0280E-5390-CEEB-42E0-BB0DB2BA4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66EA75-23EF-8E26-31C9-FBCCAB40E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A5C72C-BA42-7EBA-882E-29C364370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258D66-D7B2-F9A6-005D-46748F3F8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323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972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214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787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2B680-DB46-AAC7-F0EB-58CEC972E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7D94E1-3CE6-1C62-4C8C-C09E27347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552C06-1294-8DDA-E761-46DA5A496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观察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结果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，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C_i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只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取决于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P_k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，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G_j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C_(-1)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，这些都直接依赖于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A_i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B_i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,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所以所有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C_i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 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  <a:cs typeface="宋体" charset="0"/>
              </a:rPr>
              <a:t>几乎可以同时算出，不需要一级级等待，故称为提前进位。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343C9F-EAFB-CEB0-066A-34B54B623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140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36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12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1200" b="0" i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1200" b="0" i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kumimoji="1" lang="en-US" altLang="zh-CN" sz="1200" b="0" i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zh-CN" altLang="en-US" i="0" dirty="0"/>
                  <a:t> </a:t>
                </a:r>
                <a:r>
                  <a:rPr lang="zh-CN" altLang="en-US" dirty="0"/>
                  <a:t>表示按位求反</a:t>
                </a:r>
                <a:r>
                  <a:rPr lang="zh-CN" altLang="en-US"/>
                  <a:t>（没有符号位）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zh-CN" sz="1200" i="0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(</a:t>
                </a:r>
                <a:r>
                  <a:rPr kumimoji="1" lang="en-US" altLang="zh-CN" sz="1200" b="0" i="0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 Y ) ̅</a:t>
                </a:r>
                <a:r>
                  <a:rPr lang="zh-CN" altLang="en-US" i="0" dirty="0"/>
                  <a:t> </a:t>
                </a:r>
                <a:r>
                  <a:rPr lang="zh-CN" altLang="en-US" dirty="0"/>
                  <a:t>表示按位求反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F8E926-3218-4A05-BE3C-00B734B06F2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247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bg3">
            <a:extLst>
              <a:ext uri="{FF2B5EF4-FFF2-40B4-BE49-F238E27FC236}">
                <a16:creationId xmlns:a16="http://schemas.microsoft.com/office/drawing/2014/main" id="{3C12D28E-7FDA-416A-89CF-B41CFE8C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80031" b="16504"/>
          <a:stretch>
            <a:fillRect/>
          </a:stretch>
        </p:blipFill>
        <p:spPr bwMode="auto">
          <a:xfrm flipV="1">
            <a:off x="0" y="1711615"/>
            <a:ext cx="12192000" cy="4378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</p:pic>
      <p:pic>
        <p:nvPicPr>
          <p:cNvPr id="9" name="Picture 17" descr="bg3">
            <a:extLst>
              <a:ext uri="{FF2B5EF4-FFF2-40B4-BE49-F238E27FC236}">
                <a16:creationId xmlns:a16="http://schemas.microsoft.com/office/drawing/2014/main" id="{6256C6DD-5C6C-4934-AE0F-6E767F3C2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767" b="15891"/>
          <a:stretch>
            <a:fillRect/>
          </a:stretch>
        </p:blipFill>
        <p:spPr bwMode="auto">
          <a:xfrm>
            <a:off x="0" y="1930558"/>
            <a:ext cx="12192000" cy="2777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2">
            <a:extLst>
              <a:ext uri="{FF2B5EF4-FFF2-40B4-BE49-F238E27FC236}">
                <a16:creationId xmlns:a16="http://schemas.microsoft.com/office/drawing/2014/main" id="{12F893B6-5430-4116-B41C-027E149AB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clrChange>
              <a:clrFrom>
                <a:srgbClr val="E8E8EA"/>
              </a:clrFrom>
              <a:clrTo>
                <a:srgbClr val="E8E8EA">
                  <a:alpha val="0"/>
                </a:srgbClr>
              </a:clrTo>
            </a:clrChange>
          </a:blip>
          <a:srcRect l="3981" t="5824" r="52233" b="80846"/>
          <a:stretch/>
        </p:blipFill>
        <p:spPr bwMode="auto">
          <a:xfrm>
            <a:off x="0" y="278392"/>
            <a:ext cx="4244196" cy="914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585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 descr="bg2">
            <a:extLst>
              <a:ext uri="{FF2B5EF4-FFF2-40B4-BE49-F238E27FC236}">
                <a16:creationId xmlns:a16="http://schemas.microsoft.com/office/drawing/2014/main" id="{B5E88CDA-D72A-4EE5-A041-54DDE04C08E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r="31108" b="84377"/>
          <a:stretch/>
        </p:blipFill>
        <p:spPr bwMode="auto">
          <a:xfrm>
            <a:off x="0" y="1"/>
            <a:ext cx="12192000" cy="57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3758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05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240.png"/><Relationship Id="rId18" Type="http://schemas.openxmlformats.org/officeDocument/2006/relationships/image" Target="../media/image39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12" Type="http://schemas.openxmlformats.org/officeDocument/2006/relationships/image" Target="../media/image230.png"/><Relationship Id="rId17" Type="http://schemas.openxmlformats.org/officeDocument/2006/relationships/image" Target="../media/image38.png"/><Relationship Id="rId2" Type="http://schemas.openxmlformats.org/officeDocument/2006/relationships/image" Target="../media/image320.png"/><Relationship Id="rId16" Type="http://schemas.openxmlformats.org/officeDocument/2006/relationships/image" Target="../media/image270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0.png"/><Relationship Id="rId11" Type="http://schemas.openxmlformats.org/officeDocument/2006/relationships/image" Target="../media/image2210.png"/><Relationship Id="rId5" Type="http://schemas.openxmlformats.org/officeDocument/2006/relationships/image" Target="../media/image1610.png"/><Relationship Id="rId15" Type="http://schemas.openxmlformats.org/officeDocument/2006/relationships/image" Target="../media/image260.png"/><Relationship Id="rId10" Type="http://schemas.openxmlformats.org/officeDocument/2006/relationships/image" Target="../media/image2110.png"/><Relationship Id="rId19" Type="http://schemas.openxmlformats.org/officeDocument/2006/relationships/image" Target="../media/image300.png"/><Relationship Id="rId4" Type="http://schemas.openxmlformats.org/officeDocument/2006/relationships/image" Target="../media/image34.png"/><Relationship Id="rId9" Type="http://schemas.openxmlformats.org/officeDocument/2006/relationships/image" Target="../media/image37.png"/><Relationship Id="rId14" Type="http://schemas.openxmlformats.org/officeDocument/2006/relationships/image" Target="../media/image2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Relationship Id="rId5" Type="http://schemas.openxmlformats.org/officeDocument/2006/relationships/image" Target="../media/image410.png"/><Relationship Id="rId4" Type="http://schemas.openxmlformats.org/officeDocument/2006/relationships/image" Target="../media/image40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0.png"/><Relationship Id="rId7" Type="http://schemas.openxmlformats.org/officeDocument/2006/relationships/image" Target="../media/image48.png"/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image" Target="../media/image66.png"/><Relationship Id="rId21" Type="http://schemas.openxmlformats.org/officeDocument/2006/relationships/image" Target="../media/image84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9.png"/><Relationship Id="rId20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Relationship Id="rId22" Type="http://schemas.openxmlformats.org/officeDocument/2006/relationships/image" Target="../media/image85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21" Type="http://schemas.openxmlformats.org/officeDocument/2006/relationships/image" Target="../media/image104.png"/><Relationship Id="rId34" Type="http://schemas.openxmlformats.org/officeDocument/2006/relationships/image" Target="../media/image117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33" Type="http://schemas.openxmlformats.org/officeDocument/2006/relationships/image" Target="../media/image116.png"/><Relationship Id="rId38" Type="http://schemas.openxmlformats.org/officeDocument/2006/relationships/image" Target="../media/image12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29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32" Type="http://schemas.openxmlformats.org/officeDocument/2006/relationships/image" Target="../media/image115.png"/><Relationship Id="rId37" Type="http://schemas.openxmlformats.org/officeDocument/2006/relationships/image" Target="../media/image120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36" Type="http://schemas.openxmlformats.org/officeDocument/2006/relationships/image" Target="../media/image119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31" Type="http://schemas.openxmlformats.org/officeDocument/2006/relationships/image" Target="../media/image114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Relationship Id="rId30" Type="http://schemas.openxmlformats.org/officeDocument/2006/relationships/image" Target="../media/image113.png"/><Relationship Id="rId35" Type="http://schemas.openxmlformats.org/officeDocument/2006/relationships/image" Target="../media/image118.png"/><Relationship Id="rId8" Type="http://schemas.openxmlformats.org/officeDocument/2006/relationships/image" Target="../media/image91.png"/><Relationship Id="rId3" Type="http://schemas.openxmlformats.org/officeDocument/2006/relationships/image" Target="../media/image8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26" Type="http://schemas.openxmlformats.org/officeDocument/2006/relationships/image" Target="../media/image151.png"/><Relationship Id="rId39" Type="http://schemas.openxmlformats.org/officeDocument/2006/relationships/image" Target="../media/image164.png"/><Relationship Id="rId21" Type="http://schemas.openxmlformats.org/officeDocument/2006/relationships/image" Target="../media/image146.png"/><Relationship Id="rId34" Type="http://schemas.openxmlformats.org/officeDocument/2006/relationships/image" Target="../media/image159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5" Type="http://schemas.openxmlformats.org/officeDocument/2006/relationships/image" Target="../media/image150.png"/><Relationship Id="rId33" Type="http://schemas.openxmlformats.org/officeDocument/2006/relationships/image" Target="../media/image158.png"/><Relationship Id="rId38" Type="http://schemas.openxmlformats.org/officeDocument/2006/relationships/image" Target="../media/image163.png"/><Relationship Id="rId2" Type="http://schemas.openxmlformats.org/officeDocument/2006/relationships/image" Target="../media/image127.png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29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24" Type="http://schemas.openxmlformats.org/officeDocument/2006/relationships/image" Target="../media/image149.png"/><Relationship Id="rId32" Type="http://schemas.openxmlformats.org/officeDocument/2006/relationships/image" Target="../media/image157.png"/><Relationship Id="rId37" Type="http://schemas.openxmlformats.org/officeDocument/2006/relationships/image" Target="../media/image162.png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23" Type="http://schemas.openxmlformats.org/officeDocument/2006/relationships/image" Target="../media/image148.png"/><Relationship Id="rId28" Type="http://schemas.openxmlformats.org/officeDocument/2006/relationships/image" Target="../media/image153.png"/><Relationship Id="rId36" Type="http://schemas.openxmlformats.org/officeDocument/2006/relationships/image" Target="../media/image161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31" Type="http://schemas.openxmlformats.org/officeDocument/2006/relationships/image" Target="../media/image156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Relationship Id="rId22" Type="http://schemas.openxmlformats.org/officeDocument/2006/relationships/image" Target="../media/image147.png"/><Relationship Id="rId27" Type="http://schemas.openxmlformats.org/officeDocument/2006/relationships/image" Target="../media/image152.png"/><Relationship Id="rId30" Type="http://schemas.openxmlformats.org/officeDocument/2006/relationships/image" Target="../media/image155.png"/><Relationship Id="rId35" Type="http://schemas.openxmlformats.org/officeDocument/2006/relationships/image" Target="../media/image160.png"/><Relationship Id="rId8" Type="http://schemas.openxmlformats.org/officeDocument/2006/relationships/image" Target="../media/image133.png"/><Relationship Id="rId3" Type="http://schemas.openxmlformats.org/officeDocument/2006/relationships/image" Target="../media/image1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6.png"/><Relationship Id="rId18" Type="http://schemas.openxmlformats.org/officeDocument/2006/relationships/image" Target="../media/image181.png"/><Relationship Id="rId26" Type="http://schemas.openxmlformats.org/officeDocument/2006/relationships/image" Target="../media/image189.png"/><Relationship Id="rId3" Type="http://schemas.openxmlformats.org/officeDocument/2006/relationships/image" Target="../media/image166.png"/><Relationship Id="rId21" Type="http://schemas.openxmlformats.org/officeDocument/2006/relationships/image" Target="../media/image184.png"/><Relationship Id="rId7" Type="http://schemas.openxmlformats.org/officeDocument/2006/relationships/image" Target="../media/image170.png"/><Relationship Id="rId12" Type="http://schemas.openxmlformats.org/officeDocument/2006/relationships/image" Target="../media/image175.png"/><Relationship Id="rId17" Type="http://schemas.openxmlformats.org/officeDocument/2006/relationships/image" Target="../media/image180.png"/><Relationship Id="rId25" Type="http://schemas.openxmlformats.org/officeDocument/2006/relationships/image" Target="../media/image188.png"/><Relationship Id="rId2" Type="http://schemas.openxmlformats.org/officeDocument/2006/relationships/image" Target="../media/image165.png"/><Relationship Id="rId16" Type="http://schemas.openxmlformats.org/officeDocument/2006/relationships/image" Target="../media/image179.png"/><Relationship Id="rId20" Type="http://schemas.openxmlformats.org/officeDocument/2006/relationships/image" Target="../media/image183.png"/><Relationship Id="rId29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24" Type="http://schemas.openxmlformats.org/officeDocument/2006/relationships/image" Target="../media/image187.png"/><Relationship Id="rId32" Type="http://schemas.openxmlformats.org/officeDocument/2006/relationships/image" Target="../media/image194.png"/><Relationship Id="rId5" Type="http://schemas.openxmlformats.org/officeDocument/2006/relationships/image" Target="../media/image168.png"/><Relationship Id="rId15" Type="http://schemas.openxmlformats.org/officeDocument/2006/relationships/image" Target="../media/image178.png"/><Relationship Id="rId23" Type="http://schemas.openxmlformats.org/officeDocument/2006/relationships/image" Target="../media/image186.png"/><Relationship Id="rId28" Type="http://schemas.openxmlformats.org/officeDocument/2006/relationships/image" Target="../media/image191.png"/><Relationship Id="rId10" Type="http://schemas.openxmlformats.org/officeDocument/2006/relationships/image" Target="../media/image173.png"/><Relationship Id="rId19" Type="http://schemas.openxmlformats.org/officeDocument/2006/relationships/image" Target="../media/image182.png"/><Relationship Id="rId31" Type="http://schemas.openxmlformats.org/officeDocument/2006/relationships/image" Target="../media/image193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Relationship Id="rId14" Type="http://schemas.openxmlformats.org/officeDocument/2006/relationships/image" Target="../media/image177.png"/><Relationship Id="rId22" Type="http://schemas.openxmlformats.org/officeDocument/2006/relationships/image" Target="../media/image185.png"/><Relationship Id="rId27" Type="http://schemas.openxmlformats.org/officeDocument/2006/relationships/image" Target="../media/image190.png"/><Relationship Id="rId30" Type="http://schemas.openxmlformats.org/officeDocument/2006/relationships/image" Target="../media/image19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7" Type="http://schemas.openxmlformats.org/officeDocument/2006/relationships/image" Target="../media/image200.pn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9.png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13" Type="http://schemas.openxmlformats.org/officeDocument/2006/relationships/image" Target="../media/image211.png"/><Relationship Id="rId3" Type="http://schemas.openxmlformats.org/officeDocument/2006/relationships/image" Target="../media/image201.png"/><Relationship Id="rId7" Type="http://schemas.openxmlformats.org/officeDocument/2006/relationships/image" Target="../media/image205.png"/><Relationship Id="rId12" Type="http://schemas.openxmlformats.org/officeDocument/2006/relationships/image" Target="../media/image2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11" Type="http://schemas.openxmlformats.org/officeDocument/2006/relationships/image" Target="../media/image209.png"/><Relationship Id="rId5" Type="http://schemas.openxmlformats.org/officeDocument/2006/relationships/image" Target="../media/image203.png"/><Relationship Id="rId15" Type="http://schemas.openxmlformats.org/officeDocument/2006/relationships/image" Target="../media/image213.png"/><Relationship Id="rId10" Type="http://schemas.openxmlformats.org/officeDocument/2006/relationships/image" Target="../media/image208.png"/><Relationship Id="rId4" Type="http://schemas.openxmlformats.org/officeDocument/2006/relationships/image" Target="../media/image202.png"/><Relationship Id="rId9" Type="http://schemas.openxmlformats.org/officeDocument/2006/relationships/image" Target="../media/image207.png"/><Relationship Id="rId14" Type="http://schemas.openxmlformats.org/officeDocument/2006/relationships/image" Target="../media/image2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png"/><Relationship Id="rId13" Type="http://schemas.openxmlformats.org/officeDocument/2006/relationships/image" Target="../media/image224.png"/><Relationship Id="rId18" Type="http://schemas.openxmlformats.org/officeDocument/2006/relationships/image" Target="../media/image229.png"/><Relationship Id="rId3" Type="http://schemas.openxmlformats.org/officeDocument/2006/relationships/image" Target="../media/image214.png"/><Relationship Id="rId7" Type="http://schemas.openxmlformats.org/officeDocument/2006/relationships/image" Target="../media/image218.png"/><Relationship Id="rId12" Type="http://schemas.openxmlformats.org/officeDocument/2006/relationships/image" Target="../media/image223.png"/><Relationship Id="rId17" Type="http://schemas.openxmlformats.org/officeDocument/2006/relationships/image" Target="../media/image22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7.png"/><Relationship Id="rId11" Type="http://schemas.openxmlformats.org/officeDocument/2006/relationships/image" Target="../media/image222.png"/><Relationship Id="rId5" Type="http://schemas.openxmlformats.org/officeDocument/2006/relationships/image" Target="../media/image216.png"/><Relationship Id="rId15" Type="http://schemas.openxmlformats.org/officeDocument/2006/relationships/image" Target="../media/image226.png"/><Relationship Id="rId10" Type="http://schemas.openxmlformats.org/officeDocument/2006/relationships/image" Target="../media/image221.png"/><Relationship Id="rId4" Type="http://schemas.openxmlformats.org/officeDocument/2006/relationships/image" Target="../media/image215.png"/><Relationship Id="rId9" Type="http://schemas.openxmlformats.org/officeDocument/2006/relationships/image" Target="../media/image220.png"/><Relationship Id="rId14" Type="http://schemas.openxmlformats.org/officeDocument/2006/relationships/image" Target="../media/image22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89073248-787E-5D40-AE5E-610E41D0A30C}"/>
              </a:ext>
            </a:extLst>
          </p:cNvPr>
          <p:cNvSpPr txBox="1">
            <a:spLocks/>
          </p:cNvSpPr>
          <p:nvPr/>
        </p:nvSpPr>
        <p:spPr>
          <a:xfrm>
            <a:off x="0" y="2817091"/>
            <a:ext cx="12191999" cy="1226516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zh-CN" altLang="en-US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组合逻辑电路 </a:t>
            </a:r>
            <a:r>
              <a:rPr lang="en-US" altLang="zh-CN" sz="5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charset="-122"/>
              </a:rPr>
              <a:t>(4)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42438B-9455-BCBC-7490-250107AE8BAC}"/>
              </a:ext>
            </a:extLst>
          </p:cNvPr>
          <p:cNvSpPr/>
          <p:nvPr/>
        </p:nvSpPr>
        <p:spPr>
          <a:xfrm>
            <a:off x="0" y="252787"/>
            <a:ext cx="4271375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3BB9C-92C3-DE18-5792-0E22FDDAA0A4}"/>
              </a:ext>
            </a:extLst>
          </p:cNvPr>
          <p:cNvSpPr/>
          <p:nvPr/>
        </p:nvSpPr>
        <p:spPr>
          <a:xfrm>
            <a:off x="4115280" y="5040000"/>
            <a:ext cx="3961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zh-CN" altLang="en-US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数电 </a:t>
            </a:r>
            <a:r>
              <a:rPr lang="en-US" altLang="zh-CN" sz="2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P178 – 188</a:t>
            </a:r>
          </a:p>
        </p:txBody>
      </p:sp>
      <p:pic>
        <p:nvPicPr>
          <p:cNvPr id="12" name="图片 11" descr="图片包含 图形用户界面&#10;&#10;描述已自动生成">
            <a:extLst>
              <a:ext uri="{FF2B5EF4-FFF2-40B4-BE49-F238E27FC236}">
                <a16:creationId xmlns:a16="http://schemas.microsoft.com/office/drawing/2014/main" id="{36B95622-439B-2F01-3763-4744D210F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t="27915" r="8682" b="26692"/>
          <a:stretch/>
        </p:blipFill>
        <p:spPr>
          <a:xfrm>
            <a:off x="0" y="0"/>
            <a:ext cx="4405745" cy="99842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570352-420A-0C13-044B-FD4A338CD6AA}"/>
              </a:ext>
            </a:extLst>
          </p:cNvPr>
          <p:cNvSpPr txBox="1"/>
          <p:nvPr/>
        </p:nvSpPr>
        <p:spPr>
          <a:xfrm>
            <a:off x="0" y="1931813"/>
            <a:ext cx="9531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模拟与数字电路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(Analog and Digital Circuits)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F3C51-ACC3-CEB4-0CD3-FB5FA64AEC1C}"/>
              </a:ext>
            </a:extLst>
          </p:cNvPr>
          <p:cNvSpPr/>
          <p:nvPr/>
        </p:nvSpPr>
        <p:spPr>
          <a:xfrm>
            <a:off x="0" y="6352426"/>
            <a:ext cx="12192000" cy="5055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计算机科学与技术学院本科课程</a:t>
            </a:r>
          </a:p>
        </p:txBody>
      </p:sp>
    </p:spTree>
    <p:extLst>
      <p:ext uri="{BB962C8B-B14F-4D97-AF65-F5344CB8AC3E}">
        <p14:creationId xmlns:p14="http://schemas.microsoft.com/office/powerpoint/2010/main" val="253319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4A8A429-A57A-A971-5B68-36C274978AD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内容提纲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45B4BAD-F1AF-DA8F-D325-2AEA13223897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CADB5B-DD68-FB6B-CE4A-4D568A53302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D9CA2CB5-31A5-2271-2D0D-B793AF350D1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015BBDD1-4572-5612-26B6-27B8BA88897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98A25324-8856-1585-AC55-264ACE01D509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CDF2AE60-C26A-C7FA-8400-BF2355B293CB}"/>
              </a:ext>
            </a:extLst>
          </p:cNvPr>
          <p:cNvSpPr txBox="1"/>
          <p:nvPr/>
        </p:nvSpPr>
        <p:spPr>
          <a:xfrm>
            <a:off x="1296000" y="1296000"/>
            <a:ext cx="2923833" cy="1519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比较器</a:t>
            </a:r>
            <a:endParaRPr lang="en-US" altLang="zh-CN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71500" indent="-5715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3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  <a:endParaRPr kumimoji="1" lang="zh-CN" altLang="en-US" sz="36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3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1414A-6EBE-BF34-920E-F2D62D3CD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82D76-625A-FD4D-DB88-9A5402CA78F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比较器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365C4C-A0DF-8272-6444-BB2EF1E7F024}"/>
              </a:ext>
            </a:extLst>
          </p:cNvPr>
          <p:cNvSpPr txBox="1"/>
          <p:nvPr/>
        </p:nvSpPr>
        <p:spPr>
          <a:xfrm>
            <a:off x="360000" y="828000"/>
            <a:ext cx="8588441" cy="1091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数值比较器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：对两个二进制数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进行比较的电路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比较结果有 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&gt; B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= B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&lt; B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三种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D9006C38-752F-B4F0-A54D-D32F916AD7E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40B5B151-B8BA-6256-2E7E-7262BB04091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59" name="箭头: 五边形 58">
                <a:extLst>
                  <a:ext uri="{FF2B5EF4-FFF2-40B4-BE49-F238E27FC236}">
                    <a16:creationId xmlns:a16="http://schemas.microsoft.com/office/drawing/2014/main" id="{F0B737F9-1237-01D1-CF31-AAC40325C50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0" name="箭头: V 形 59">
                <a:extLst>
                  <a:ext uri="{FF2B5EF4-FFF2-40B4-BE49-F238E27FC236}">
                    <a16:creationId xmlns:a16="http://schemas.microsoft.com/office/drawing/2014/main" id="{FD060745-D162-522A-EF11-36C2EE7D0FDD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8" name="灯片编号占位符 3">
              <a:extLst>
                <a:ext uri="{FF2B5EF4-FFF2-40B4-BE49-F238E27FC236}">
                  <a16:creationId xmlns:a16="http://schemas.microsoft.com/office/drawing/2014/main" id="{673E79DC-B565-42B4-9F1F-F7E52D5CB35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9D1F11B-08B8-E1B1-F0E5-31A0A8122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808680"/>
              </p:ext>
            </p:extLst>
          </p:nvPr>
        </p:nvGraphicFramePr>
        <p:xfrm>
          <a:off x="360000" y="3816000"/>
          <a:ext cx="4792238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87409">
                  <a:extLst>
                    <a:ext uri="{9D8B030D-6E8A-4147-A177-3AD203B41FA5}">
                      <a16:colId xmlns:a16="http://schemas.microsoft.com/office/drawing/2014/main" val="1228595603"/>
                    </a:ext>
                  </a:extLst>
                </a:gridCol>
                <a:gridCol w="1034943">
                  <a:extLst>
                    <a:ext uri="{9D8B030D-6E8A-4147-A177-3AD203B41FA5}">
                      <a16:colId xmlns:a16="http://schemas.microsoft.com/office/drawing/2014/main" val="2720320290"/>
                    </a:ext>
                  </a:extLst>
                </a:gridCol>
                <a:gridCol w="1034943">
                  <a:extLst>
                    <a:ext uri="{9D8B030D-6E8A-4147-A177-3AD203B41FA5}">
                      <a16:colId xmlns:a16="http://schemas.microsoft.com/office/drawing/2014/main" val="86404319"/>
                    </a:ext>
                  </a:extLst>
                </a:gridCol>
                <a:gridCol w="1034943">
                  <a:extLst>
                    <a:ext uri="{9D8B030D-6E8A-4147-A177-3AD203B41FA5}">
                      <a16:colId xmlns:a16="http://schemas.microsoft.com/office/drawing/2014/main" val="3328252892"/>
                    </a:ext>
                  </a:extLst>
                </a:gridCol>
              </a:tblGrid>
              <a:tr h="38444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A   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B  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A&lt;B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A&gt;B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A=B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101600"/>
                  </a:ext>
                </a:extLst>
              </a:tr>
              <a:tr h="38444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0</a:t>
                      </a:r>
                      <a:r>
                        <a:rPr kumimoji="1"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	  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718531"/>
                  </a:ext>
                </a:extLst>
              </a:tr>
              <a:tr h="38444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0       1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987197"/>
                  </a:ext>
                </a:extLst>
              </a:tr>
              <a:tr h="384443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1       0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894557"/>
                  </a:ext>
                </a:extLst>
              </a:tr>
              <a:tr h="38444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1       1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063572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8604CA6-6D3C-50FE-A97B-02C5B82541A6}"/>
              </a:ext>
            </a:extLst>
          </p:cNvPr>
          <p:cNvSpPr txBox="1"/>
          <p:nvPr/>
        </p:nvSpPr>
        <p:spPr>
          <a:xfrm>
            <a:off x="360000" y="3348000"/>
            <a:ext cx="47922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真值表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304EE8-941C-489B-5D15-0BD800B6A210}"/>
              </a:ext>
            </a:extLst>
          </p:cNvPr>
          <p:cNvSpPr txBox="1"/>
          <p:nvPr/>
        </p:nvSpPr>
        <p:spPr>
          <a:xfrm>
            <a:off x="360000" y="2160000"/>
            <a:ext cx="597697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位数值比较器：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对两个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位二进制数 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做比较</a:t>
            </a:r>
            <a:endParaRPr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48B54A4-CE1F-E45A-91F3-0151E36F31C5}"/>
                  </a:ext>
                </a:extLst>
              </p:cNvPr>
              <p:cNvSpPr txBox="1"/>
              <p:nvPr/>
            </p:nvSpPr>
            <p:spPr>
              <a:xfrm>
                <a:off x="7200000" y="2376000"/>
                <a:ext cx="3060701" cy="16176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</m:oMath>
                  </m:oMathPara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AB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48B54A4-CE1F-E45A-91F3-0151E36F3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0" y="2376000"/>
                <a:ext cx="3060701" cy="16176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组合 49">
            <a:extLst>
              <a:ext uri="{FF2B5EF4-FFF2-40B4-BE49-F238E27FC236}">
                <a16:creationId xmlns:a16="http://schemas.microsoft.com/office/drawing/2014/main" id="{3FA97B0E-FD19-D60B-5F0A-22C64BC66434}"/>
              </a:ext>
            </a:extLst>
          </p:cNvPr>
          <p:cNvGrpSpPr/>
          <p:nvPr/>
        </p:nvGrpSpPr>
        <p:grpSpPr>
          <a:xfrm>
            <a:off x="6480000" y="4184810"/>
            <a:ext cx="4743723" cy="2081627"/>
            <a:chOff x="6480000" y="4184810"/>
            <a:chExt cx="4743723" cy="2081627"/>
          </a:xfrm>
        </p:grpSpPr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8307D9D3-31B1-56AE-8056-1C81A46C00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9529" y="4509465"/>
              <a:ext cx="14777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2A20F095-71BB-9C08-9B81-D6F317EAD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9530" y="5895520"/>
              <a:ext cx="14777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3" name="Line 27">
              <a:extLst>
                <a:ext uri="{FF2B5EF4-FFF2-40B4-BE49-F238E27FC236}">
                  <a16:creationId xmlns:a16="http://schemas.microsoft.com/office/drawing/2014/main" id="{6C0C7EF7-B8BF-5557-22AC-8942896918C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38784" y="4868259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BBCB81BD-7631-3F38-BF51-DDB51ED009C6}"/>
                </a:ext>
              </a:extLst>
            </p:cNvPr>
            <p:cNvGrpSpPr/>
            <p:nvPr/>
          </p:nvGrpSpPr>
          <p:grpSpPr>
            <a:xfrm rot="16200000">
              <a:off x="7225215" y="4300053"/>
              <a:ext cx="378929" cy="418823"/>
              <a:chOff x="3311354" y="4860091"/>
              <a:chExt cx="378929" cy="418823"/>
            </a:xfrm>
          </p:grpSpPr>
          <p:sp>
            <p:nvSpPr>
              <p:cNvPr id="177" name="等腰三角形 176">
                <a:extLst>
                  <a:ext uri="{FF2B5EF4-FFF2-40B4-BE49-F238E27FC236}">
                    <a16:creationId xmlns:a16="http://schemas.microsoft.com/office/drawing/2014/main" id="{C86EDFD2-4D25-A12A-7044-4C918E36189D}"/>
                  </a:ext>
                </a:extLst>
              </p:cNvPr>
              <p:cNvSpPr/>
              <p:nvPr/>
            </p:nvSpPr>
            <p:spPr>
              <a:xfrm flipH="1" flipV="1">
                <a:off x="3311354" y="4860091"/>
                <a:ext cx="378929" cy="312656"/>
              </a:xfrm>
              <a:prstGeom prst="triangl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178" name="椭圆 177">
                <a:extLst>
                  <a:ext uri="{FF2B5EF4-FFF2-40B4-BE49-F238E27FC236}">
                    <a16:creationId xmlns:a16="http://schemas.microsoft.com/office/drawing/2014/main" id="{B2C2E988-5CA4-F40C-A24B-8F765D292CF2}"/>
                  </a:ext>
                </a:extLst>
              </p:cNvPr>
              <p:cNvSpPr/>
              <p:nvPr/>
            </p:nvSpPr>
            <p:spPr>
              <a:xfrm rot="5400000" flipV="1">
                <a:off x="3453215" y="5181576"/>
                <a:ext cx="95205" cy="99471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 dirty="0"/>
              </a:p>
            </p:txBody>
          </p:sp>
        </p:grpSp>
        <p:sp>
          <p:nvSpPr>
            <p:cNvPr id="55" name="Line 27">
              <a:extLst>
                <a:ext uri="{FF2B5EF4-FFF2-40B4-BE49-F238E27FC236}">
                  <a16:creationId xmlns:a16="http://schemas.microsoft.com/office/drawing/2014/main" id="{20AD7954-5368-87C8-1F3A-AD2440703D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0216" y="4845804"/>
              <a:ext cx="3170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8BC5377F-1B10-DD7E-2401-BE1010511FD5}"/>
                </a:ext>
              </a:extLst>
            </p:cNvPr>
            <p:cNvGrpSpPr/>
            <p:nvPr/>
          </p:nvGrpSpPr>
          <p:grpSpPr>
            <a:xfrm rot="16200000">
              <a:off x="7225215" y="5685212"/>
              <a:ext cx="378929" cy="418823"/>
              <a:chOff x="3274686" y="4860091"/>
              <a:chExt cx="378929" cy="418823"/>
            </a:xfrm>
          </p:grpSpPr>
          <p:sp>
            <p:nvSpPr>
              <p:cNvPr id="175" name="等腰三角形 174">
                <a:extLst>
                  <a:ext uri="{FF2B5EF4-FFF2-40B4-BE49-F238E27FC236}">
                    <a16:creationId xmlns:a16="http://schemas.microsoft.com/office/drawing/2014/main" id="{306AC4DD-4FF6-6C02-C506-8C6344978509}"/>
                  </a:ext>
                </a:extLst>
              </p:cNvPr>
              <p:cNvSpPr/>
              <p:nvPr/>
            </p:nvSpPr>
            <p:spPr>
              <a:xfrm flipH="1" flipV="1">
                <a:off x="3274686" y="4860091"/>
                <a:ext cx="378929" cy="312656"/>
              </a:xfrm>
              <a:prstGeom prst="triangl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39A66996-0C67-FC79-AF6B-CDACC76B8E30}"/>
                  </a:ext>
                </a:extLst>
              </p:cNvPr>
              <p:cNvSpPr/>
              <p:nvPr/>
            </p:nvSpPr>
            <p:spPr>
              <a:xfrm rot="5400000" flipV="1">
                <a:off x="3416547" y="5181576"/>
                <a:ext cx="95205" cy="99471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</p:grpSp>
        <p:sp>
          <p:nvSpPr>
            <p:cNvPr id="65" name="Line 27">
              <a:extLst>
                <a:ext uri="{FF2B5EF4-FFF2-40B4-BE49-F238E27FC236}">
                  <a16:creationId xmlns:a16="http://schemas.microsoft.com/office/drawing/2014/main" id="{935FB261-21D7-E3F0-B020-9288FBA0242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877137" y="4674173"/>
              <a:ext cx="3390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69" name="Line 27">
              <a:extLst>
                <a:ext uri="{FF2B5EF4-FFF2-40B4-BE49-F238E27FC236}">
                  <a16:creationId xmlns:a16="http://schemas.microsoft.com/office/drawing/2014/main" id="{9263B768-060D-175B-99C5-2CB1576F91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888142" y="5720669"/>
              <a:ext cx="3170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0" name="Line 27">
              <a:extLst>
                <a:ext uri="{FF2B5EF4-FFF2-40B4-BE49-F238E27FC236}">
                  <a16:creationId xmlns:a16="http://schemas.microsoft.com/office/drawing/2014/main" id="{5F317471-E093-3372-40E0-2C68C3661F8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158324" y="4727045"/>
              <a:ext cx="725270" cy="9586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B6677363-485B-FC3E-4C56-66F5F9A317AF}"/>
                    </a:ext>
                  </a:extLst>
                </p:cNvPr>
                <p:cNvSpPr txBox="1"/>
                <p:nvPr/>
              </p:nvSpPr>
              <p:spPr>
                <a:xfrm>
                  <a:off x="6483527" y="4363541"/>
                  <a:ext cx="324691" cy="5191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B6677363-485B-FC3E-4C56-66F5F9A317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3527" y="4363541"/>
                  <a:ext cx="324691" cy="519142"/>
                </a:xfrm>
                <a:prstGeom prst="rect">
                  <a:avLst/>
                </a:prstGeom>
                <a:blipFill>
                  <a:blip r:embed="rId4"/>
                  <a:stretch>
                    <a:fillRect l="-20755" r="-37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97B2027D-CE97-F293-DDA1-BF9BE850FF88}"/>
                    </a:ext>
                  </a:extLst>
                </p:cNvPr>
                <p:cNvSpPr txBox="1"/>
                <p:nvPr/>
              </p:nvSpPr>
              <p:spPr>
                <a:xfrm>
                  <a:off x="6480000" y="5702306"/>
                  <a:ext cx="324691" cy="5191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97B2027D-CE97-F293-DDA1-BF9BE850FF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0000" y="5702306"/>
                  <a:ext cx="324691" cy="519142"/>
                </a:xfrm>
                <a:prstGeom prst="rect">
                  <a:avLst/>
                </a:prstGeom>
                <a:blipFill>
                  <a:blip r:embed="rId5"/>
                  <a:stretch>
                    <a:fillRect l="-18868" r="-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Arc 158">
              <a:extLst>
                <a:ext uri="{FF2B5EF4-FFF2-40B4-BE49-F238E27FC236}">
                  <a16:creationId xmlns:a16="http://schemas.microsoft.com/office/drawing/2014/main" id="{63C0DB86-FA1C-92A0-BE4F-2AF48903A3B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8830411" y="4784260"/>
              <a:ext cx="540228" cy="84229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8" name="Line 160">
              <a:extLst>
                <a:ext uri="{FF2B5EF4-FFF2-40B4-BE49-F238E27FC236}">
                  <a16:creationId xmlns:a16="http://schemas.microsoft.com/office/drawing/2014/main" id="{B8A98EBF-B6BA-DD6E-CC6D-3AB16E823C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98413" y="4932391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9" name="Line 160">
              <a:extLst>
                <a:ext uri="{FF2B5EF4-FFF2-40B4-BE49-F238E27FC236}">
                  <a16:creationId xmlns:a16="http://schemas.microsoft.com/office/drawing/2014/main" id="{B775E1BB-9369-07FD-FBF2-D32BE91D42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98413" y="5475521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0" name="Arc 156">
              <a:extLst>
                <a:ext uri="{FF2B5EF4-FFF2-40B4-BE49-F238E27FC236}">
                  <a16:creationId xmlns:a16="http://schemas.microsoft.com/office/drawing/2014/main" id="{034E3C6B-7A32-494F-3468-FFECBE0C90C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639184" y="4953642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1" name="Line 27">
              <a:extLst>
                <a:ext uri="{FF2B5EF4-FFF2-40B4-BE49-F238E27FC236}">
                  <a16:creationId xmlns:a16="http://schemas.microsoft.com/office/drawing/2014/main" id="{F149E602-288E-2DB9-DBFD-3CE645D3D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2616" y="5053985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Line 27">
              <a:extLst>
                <a:ext uri="{FF2B5EF4-FFF2-40B4-BE49-F238E27FC236}">
                  <a16:creationId xmlns:a16="http://schemas.microsoft.com/office/drawing/2014/main" id="{5C078DAF-6570-92A0-BF61-B7FBA1043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2616" y="5353488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" name="Line 27">
              <a:extLst>
                <a:ext uri="{FF2B5EF4-FFF2-40B4-BE49-F238E27FC236}">
                  <a16:creationId xmlns:a16="http://schemas.microsoft.com/office/drawing/2014/main" id="{3040B3BE-7A7F-6EFF-97F6-D4081FB2D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18656" y="5203979"/>
              <a:ext cx="3411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Arc 156">
              <a:extLst>
                <a:ext uri="{FF2B5EF4-FFF2-40B4-BE49-F238E27FC236}">
                  <a16:creationId xmlns:a16="http://schemas.microsoft.com/office/drawing/2014/main" id="{82511BB1-D992-5F6C-6B7C-207F25E68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7493" y="4932376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208D81FC-B960-B6E5-EC73-022C762D731E}"/>
                </a:ext>
              </a:extLst>
            </p:cNvPr>
            <p:cNvSpPr/>
            <p:nvPr/>
          </p:nvSpPr>
          <p:spPr>
            <a:xfrm>
              <a:off x="7010910" y="4474788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6772BB93-2EFB-21B7-85E1-911B4827F8CD}"/>
                </a:ext>
              </a:extLst>
            </p:cNvPr>
            <p:cNvSpPr/>
            <p:nvPr/>
          </p:nvSpPr>
          <p:spPr>
            <a:xfrm>
              <a:off x="7009502" y="5859933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69A14841-017D-0C6A-B64D-605252A04646}"/>
                </a:ext>
              </a:extLst>
            </p:cNvPr>
            <p:cNvSpPr/>
            <p:nvPr/>
          </p:nvSpPr>
          <p:spPr>
            <a:xfrm>
              <a:off x="9091366" y="4644572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Line 27">
              <a:extLst>
                <a:ext uri="{FF2B5EF4-FFF2-40B4-BE49-F238E27FC236}">
                  <a16:creationId xmlns:a16="http://schemas.microsoft.com/office/drawing/2014/main" id="{46781895-A269-06C6-DDDD-65BFDF1D73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38784" y="5534667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CF949468-5BE6-3E46-0120-90731184EA52}"/>
                </a:ext>
              </a:extLst>
            </p:cNvPr>
            <p:cNvSpPr/>
            <p:nvPr/>
          </p:nvSpPr>
          <p:spPr>
            <a:xfrm>
              <a:off x="9091366" y="5689148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E239E8F0-A5E5-81F1-960E-9BEE6FDC2208}"/>
                </a:ext>
              </a:extLst>
            </p:cNvPr>
            <p:cNvSpPr/>
            <p:nvPr/>
          </p:nvSpPr>
          <p:spPr>
            <a:xfrm flipV="1">
              <a:off x="10029254" y="5155757"/>
              <a:ext cx="95205" cy="9947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E5BF9022-194E-BA2D-2BA4-267F6EF6F794}"/>
                    </a:ext>
                  </a:extLst>
                </p:cNvPr>
                <p:cNvSpPr txBox="1"/>
                <p:nvPr/>
              </p:nvSpPr>
              <p:spPr>
                <a:xfrm>
                  <a:off x="10359843" y="5544839"/>
                  <a:ext cx="863880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A</m:t>
                            </m:r>
                            <m: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&gt;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E5BF9022-194E-BA2D-2BA4-267F6EF6F7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9843" y="5544839"/>
                  <a:ext cx="863880" cy="417037"/>
                </a:xfrm>
                <a:prstGeom prst="rect">
                  <a:avLst/>
                </a:prstGeom>
                <a:blipFill>
                  <a:blip r:embed="rId6"/>
                  <a:stretch>
                    <a:fillRect l="-2113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0F2435BD-1FD8-4B9A-575A-4E3CC177C83C}"/>
                    </a:ext>
                  </a:extLst>
                </p:cNvPr>
                <p:cNvSpPr txBox="1"/>
                <p:nvPr/>
              </p:nvSpPr>
              <p:spPr>
                <a:xfrm>
                  <a:off x="10359843" y="4991821"/>
                  <a:ext cx="863880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A</m:t>
                            </m:r>
                            <m: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0F2435BD-1FD8-4B9A-575A-4E3CC177C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9843" y="4991821"/>
                  <a:ext cx="863880" cy="417037"/>
                </a:xfrm>
                <a:prstGeom prst="rect">
                  <a:avLst/>
                </a:prstGeom>
                <a:blipFill>
                  <a:blip r:embed="rId7"/>
                  <a:stretch>
                    <a:fillRect l="-2113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4AC7BCC3-C573-4DB3-2BA9-4C1C1748E878}"/>
                    </a:ext>
                  </a:extLst>
                </p:cNvPr>
                <p:cNvSpPr txBox="1"/>
                <p:nvPr/>
              </p:nvSpPr>
              <p:spPr>
                <a:xfrm>
                  <a:off x="10359843" y="4438803"/>
                  <a:ext cx="863880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A</m:t>
                            </m:r>
                            <m: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&lt;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4AC7BCC3-C573-4DB3-2BA9-4C1C1748E8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9843" y="4438803"/>
                  <a:ext cx="863880" cy="417037"/>
                </a:xfrm>
                <a:prstGeom prst="rect">
                  <a:avLst/>
                </a:prstGeom>
                <a:blipFill>
                  <a:blip r:embed="rId8"/>
                  <a:stretch>
                    <a:fillRect l="-2113" b="-57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" name="流程图: 延期 104">
              <a:extLst>
                <a:ext uri="{FF2B5EF4-FFF2-40B4-BE49-F238E27FC236}">
                  <a16:creationId xmlns:a16="http://schemas.microsoft.com/office/drawing/2014/main" id="{D18729D2-CADE-25FD-4DCE-3D18A45568ED}"/>
                </a:ext>
              </a:extLst>
            </p:cNvPr>
            <p:cNvSpPr/>
            <p:nvPr/>
          </p:nvSpPr>
          <p:spPr>
            <a:xfrm>
              <a:off x="8307280" y="4404304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06" name="Line 27">
              <a:extLst>
                <a:ext uri="{FF2B5EF4-FFF2-40B4-BE49-F238E27FC236}">
                  <a16:creationId xmlns:a16="http://schemas.microsoft.com/office/drawing/2014/main" id="{A1182486-D78C-5080-92DB-5F3994BB72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0215" y="4847984"/>
              <a:ext cx="3170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/>
            </a:p>
          </p:txBody>
        </p:sp>
        <p:sp>
          <p:nvSpPr>
            <p:cNvPr id="107" name="Line 27">
              <a:extLst>
                <a:ext uri="{FF2B5EF4-FFF2-40B4-BE49-F238E27FC236}">
                  <a16:creationId xmlns:a16="http://schemas.microsoft.com/office/drawing/2014/main" id="{92487B96-6312-3DF8-796B-64F16A5B03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1523" y="4675904"/>
              <a:ext cx="15233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8" name="流程图: 延期 107">
              <a:extLst>
                <a:ext uri="{FF2B5EF4-FFF2-40B4-BE49-F238E27FC236}">
                  <a16:creationId xmlns:a16="http://schemas.microsoft.com/office/drawing/2014/main" id="{C3E5AC21-F2C2-A91F-C401-ACFED0B91EF9}"/>
                </a:ext>
              </a:extLst>
            </p:cNvPr>
            <p:cNvSpPr/>
            <p:nvPr/>
          </p:nvSpPr>
          <p:spPr>
            <a:xfrm>
              <a:off x="8309147" y="5450899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09" name="Line 27">
              <a:extLst>
                <a:ext uri="{FF2B5EF4-FFF2-40B4-BE49-F238E27FC236}">
                  <a16:creationId xmlns:a16="http://schemas.microsoft.com/office/drawing/2014/main" id="{3E72BAA5-E96C-D538-1632-2E7481D665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2082" y="5555858"/>
              <a:ext cx="3170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0" name="Line 27">
              <a:extLst>
                <a:ext uri="{FF2B5EF4-FFF2-40B4-BE49-F238E27FC236}">
                  <a16:creationId xmlns:a16="http://schemas.microsoft.com/office/drawing/2014/main" id="{27CC10B3-8540-E004-AD7F-78181D037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3391" y="5722499"/>
              <a:ext cx="15214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1" name="Line 27">
              <a:extLst>
                <a:ext uri="{FF2B5EF4-FFF2-40B4-BE49-F238E27FC236}">
                  <a16:creationId xmlns:a16="http://schemas.microsoft.com/office/drawing/2014/main" id="{342BF4E3-34C5-3709-F238-81B0315575A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7158324" y="4716555"/>
              <a:ext cx="725270" cy="9586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9F0B20B5-3A91-FBDF-DDA3-00D0605C0285}"/>
                    </a:ext>
                  </a:extLst>
                </p:cNvPr>
                <p:cNvSpPr txBox="1"/>
                <p:nvPr/>
              </p:nvSpPr>
              <p:spPr>
                <a:xfrm>
                  <a:off x="7633907" y="4184810"/>
                  <a:ext cx="253274" cy="33932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9F0B20B5-3A91-FBDF-DDA3-00D0605C0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3907" y="4184810"/>
                  <a:ext cx="253274" cy="339324"/>
                </a:xfrm>
                <a:prstGeom prst="rect">
                  <a:avLst/>
                </a:prstGeom>
                <a:blipFill>
                  <a:blip r:embed="rId9"/>
                  <a:stretch>
                    <a:fillRect l="-23810" r="-26190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B1AC33C9-0887-E686-596F-FD52AB2A5BFC}"/>
                    </a:ext>
                  </a:extLst>
                </p:cNvPr>
                <p:cNvSpPr txBox="1"/>
                <p:nvPr/>
              </p:nvSpPr>
              <p:spPr>
                <a:xfrm>
                  <a:off x="7633907" y="5927883"/>
                  <a:ext cx="250068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B1AC33C9-0887-E686-596F-FD52AB2A5B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3907" y="5927883"/>
                  <a:ext cx="250068" cy="338554"/>
                </a:xfrm>
                <a:prstGeom prst="rect">
                  <a:avLst/>
                </a:prstGeom>
                <a:blipFill>
                  <a:blip r:embed="rId10"/>
                  <a:stretch>
                    <a:fillRect l="-24390" r="-29268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2719AD6E-E02A-B364-435B-61E83A0A55E9}"/>
                    </a:ext>
                  </a:extLst>
                </p:cNvPr>
                <p:cNvSpPr txBox="1"/>
                <p:nvPr/>
              </p:nvSpPr>
              <p:spPr>
                <a:xfrm>
                  <a:off x="9000744" y="4280060"/>
                  <a:ext cx="424244" cy="33932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2719AD6E-E02A-B364-435B-61E83A0A55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0744" y="4280060"/>
                  <a:ext cx="424244" cy="339324"/>
                </a:xfrm>
                <a:prstGeom prst="rect">
                  <a:avLst/>
                </a:prstGeom>
                <a:blipFill>
                  <a:blip r:embed="rId11"/>
                  <a:stretch>
                    <a:fillRect l="-14493" r="-17391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2FC93D10-E670-46B8-F533-58CFA264C123}"/>
                    </a:ext>
                  </a:extLst>
                </p:cNvPr>
                <p:cNvSpPr txBox="1"/>
                <p:nvPr/>
              </p:nvSpPr>
              <p:spPr>
                <a:xfrm>
                  <a:off x="9000744" y="5799446"/>
                  <a:ext cx="424244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acc>
                          <m:accPr>
                            <m:chr m:val="̅"/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2FC93D10-E670-46B8-F533-58CFA264C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0744" y="5799446"/>
                  <a:ext cx="424244" cy="338554"/>
                </a:xfrm>
                <a:prstGeom prst="rect">
                  <a:avLst/>
                </a:prstGeom>
                <a:blipFill>
                  <a:blip r:embed="rId12"/>
                  <a:stretch>
                    <a:fillRect l="-14493" r="-59420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57712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标题 1">
            <a:extLst>
              <a:ext uri="{FF2B5EF4-FFF2-40B4-BE49-F238E27FC236}">
                <a16:creationId xmlns:a16="http://schemas.microsoft.com/office/drawing/2014/main" id="{2753CC65-C7F6-0D42-56D1-A86C1E3ACB8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比较器</a:t>
            </a:r>
          </a:p>
        </p:txBody>
      </p: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16A4671E-5601-BEA7-2B67-8908EFD498BC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6F3DC657-ADC7-530C-C7B1-2AAD3EAAAFF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97" name="箭头: 五边形 96">
                <a:extLst>
                  <a:ext uri="{FF2B5EF4-FFF2-40B4-BE49-F238E27FC236}">
                    <a16:creationId xmlns:a16="http://schemas.microsoft.com/office/drawing/2014/main" id="{3DD73F67-B387-E8F2-9DB3-E6EE6CCC4FC8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8" name="箭头: V 形 97">
                <a:extLst>
                  <a:ext uri="{FF2B5EF4-FFF2-40B4-BE49-F238E27FC236}">
                    <a16:creationId xmlns:a16="http://schemas.microsoft.com/office/drawing/2014/main" id="{DFD3F1FD-C0D9-3369-467E-46C01E03D53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6" name="灯片编号占位符 3">
              <a:extLst>
                <a:ext uri="{FF2B5EF4-FFF2-40B4-BE49-F238E27FC236}">
                  <a16:creationId xmlns:a16="http://schemas.microsoft.com/office/drawing/2014/main" id="{791905F1-A204-11D1-BE79-F19360467D2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00" name="文本框 99">
            <a:extLst>
              <a:ext uri="{FF2B5EF4-FFF2-40B4-BE49-F238E27FC236}">
                <a16:creationId xmlns:a16="http://schemas.microsoft.com/office/drawing/2014/main" id="{7CA5BEDE-E32D-1144-648F-169A9EF82322}"/>
              </a:ext>
            </a:extLst>
          </p:cNvPr>
          <p:cNvSpPr txBox="1"/>
          <p:nvPr/>
        </p:nvSpPr>
        <p:spPr>
          <a:xfrm>
            <a:off x="360000" y="828000"/>
            <a:ext cx="6115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位数值比较器的不同电路形式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1" name="组合 260">
            <a:extLst>
              <a:ext uri="{FF2B5EF4-FFF2-40B4-BE49-F238E27FC236}">
                <a16:creationId xmlns:a16="http://schemas.microsoft.com/office/drawing/2014/main" id="{7777E41A-04D9-30B0-EB27-451BC10B7DC0}"/>
              </a:ext>
            </a:extLst>
          </p:cNvPr>
          <p:cNvGrpSpPr/>
          <p:nvPr/>
        </p:nvGrpSpPr>
        <p:grpSpPr>
          <a:xfrm>
            <a:off x="6480000" y="4184810"/>
            <a:ext cx="4743723" cy="2081627"/>
            <a:chOff x="6480000" y="4184810"/>
            <a:chExt cx="4743723" cy="2081627"/>
          </a:xfrm>
        </p:grpSpPr>
        <p:sp>
          <p:nvSpPr>
            <p:cNvPr id="3" name="Line 27">
              <a:extLst>
                <a:ext uri="{FF2B5EF4-FFF2-40B4-BE49-F238E27FC236}">
                  <a16:creationId xmlns:a16="http://schemas.microsoft.com/office/drawing/2014/main" id="{5796FFE9-A8DB-C41E-7893-2D67D8BEFC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9529" y="4509465"/>
              <a:ext cx="14777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" name="Line 27">
              <a:extLst>
                <a:ext uri="{FF2B5EF4-FFF2-40B4-BE49-F238E27FC236}">
                  <a16:creationId xmlns:a16="http://schemas.microsoft.com/office/drawing/2014/main" id="{A0A934B5-1505-427C-EC46-34A5BDFFBD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9530" y="5895520"/>
              <a:ext cx="14777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" name="Line 27">
              <a:extLst>
                <a:ext uri="{FF2B5EF4-FFF2-40B4-BE49-F238E27FC236}">
                  <a16:creationId xmlns:a16="http://schemas.microsoft.com/office/drawing/2014/main" id="{8C52C9D5-527B-8673-2FAA-9FD81174D1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38784" y="4868259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335041D7-2078-F36C-61B2-D441BB60613F}"/>
                </a:ext>
              </a:extLst>
            </p:cNvPr>
            <p:cNvGrpSpPr/>
            <p:nvPr/>
          </p:nvGrpSpPr>
          <p:grpSpPr>
            <a:xfrm rot="16200000">
              <a:off x="7225215" y="4300053"/>
              <a:ext cx="378929" cy="418823"/>
              <a:chOff x="3311354" y="4860091"/>
              <a:chExt cx="378929" cy="418823"/>
            </a:xfrm>
          </p:grpSpPr>
          <p:sp>
            <p:nvSpPr>
              <p:cNvPr id="40" name="等腰三角形 39">
                <a:extLst>
                  <a:ext uri="{FF2B5EF4-FFF2-40B4-BE49-F238E27FC236}">
                    <a16:creationId xmlns:a16="http://schemas.microsoft.com/office/drawing/2014/main" id="{32B1DFE2-B7FC-6493-B938-C29F717F9ED9}"/>
                  </a:ext>
                </a:extLst>
              </p:cNvPr>
              <p:cNvSpPr/>
              <p:nvPr/>
            </p:nvSpPr>
            <p:spPr>
              <a:xfrm flipH="1" flipV="1">
                <a:off x="3311354" y="4860091"/>
                <a:ext cx="378929" cy="312656"/>
              </a:xfrm>
              <a:prstGeom prst="triangl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DF3A0070-33C6-1BD2-2F95-60D1318DBA6C}"/>
                  </a:ext>
                </a:extLst>
              </p:cNvPr>
              <p:cNvSpPr/>
              <p:nvPr/>
            </p:nvSpPr>
            <p:spPr>
              <a:xfrm rot="5400000" flipV="1">
                <a:off x="3453215" y="5181576"/>
                <a:ext cx="95205" cy="99471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 dirty="0"/>
              </a:p>
            </p:txBody>
          </p:sp>
        </p:grpSp>
        <p:sp>
          <p:nvSpPr>
            <p:cNvPr id="7" name="Line 27">
              <a:extLst>
                <a:ext uri="{FF2B5EF4-FFF2-40B4-BE49-F238E27FC236}">
                  <a16:creationId xmlns:a16="http://schemas.microsoft.com/office/drawing/2014/main" id="{FEFEBC3C-D5E9-B55D-1C05-73B1A51DF6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0216" y="4845804"/>
              <a:ext cx="3170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8373951B-0170-0EB4-9C20-82D29D1A5F3C}"/>
                </a:ext>
              </a:extLst>
            </p:cNvPr>
            <p:cNvGrpSpPr/>
            <p:nvPr/>
          </p:nvGrpSpPr>
          <p:grpSpPr>
            <a:xfrm rot="16200000">
              <a:off x="7225215" y="5685212"/>
              <a:ext cx="378929" cy="418823"/>
              <a:chOff x="3274686" y="4860091"/>
              <a:chExt cx="378929" cy="418823"/>
            </a:xfrm>
          </p:grpSpPr>
          <p:sp>
            <p:nvSpPr>
              <p:cNvPr id="38" name="等腰三角形 37">
                <a:extLst>
                  <a:ext uri="{FF2B5EF4-FFF2-40B4-BE49-F238E27FC236}">
                    <a16:creationId xmlns:a16="http://schemas.microsoft.com/office/drawing/2014/main" id="{559787E5-B053-E607-89B0-25F13EBA77B3}"/>
                  </a:ext>
                </a:extLst>
              </p:cNvPr>
              <p:cNvSpPr/>
              <p:nvPr/>
            </p:nvSpPr>
            <p:spPr>
              <a:xfrm flipH="1" flipV="1">
                <a:off x="3274686" y="4860091"/>
                <a:ext cx="378929" cy="312656"/>
              </a:xfrm>
              <a:prstGeom prst="triangl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92BD854C-8667-7E49-FB2B-08713BA77081}"/>
                  </a:ext>
                </a:extLst>
              </p:cNvPr>
              <p:cNvSpPr/>
              <p:nvPr/>
            </p:nvSpPr>
            <p:spPr>
              <a:xfrm rot="5400000" flipV="1">
                <a:off x="3416547" y="5181576"/>
                <a:ext cx="95205" cy="99471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/>
              </a:p>
            </p:txBody>
          </p:sp>
        </p:grpSp>
        <p:sp>
          <p:nvSpPr>
            <p:cNvPr id="9" name="Line 27">
              <a:extLst>
                <a:ext uri="{FF2B5EF4-FFF2-40B4-BE49-F238E27FC236}">
                  <a16:creationId xmlns:a16="http://schemas.microsoft.com/office/drawing/2014/main" id="{89B666D3-EE93-BBBD-48ED-FAC70A11023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877137" y="4674173"/>
              <a:ext cx="3390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9CB3BBAE-A367-4283-14C5-B971EC3D5DB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888142" y="5720669"/>
              <a:ext cx="3170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1" name="Line 27">
              <a:extLst>
                <a:ext uri="{FF2B5EF4-FFF2-40B4-BE49-F238E27FC236}">
                  <a16:creationId xmlns:a16="http://schemas.microsoft.com/office/drawing/2014/main" id="{103C47EE-C203-3C26-89E6-AF549EAA945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158324" y="4727045"/>
              <a:ext cx="725270" cy="9586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D5A5B469-5A2B-0D16-6E47-7AA90509B39D}"/>
                    </a:ext>
                  </a:extLst>
                </p:cNvPr>
                <p:cNvSpPr txBox="1"/>
                <p:nvPr/>
              </p:nvSpPr>
              <p:spPr>
                <a:xfrm>
                  <a:off x="6483527" y="4363541"/>
                  <a:ext cx="324691" cy="5191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D5A5B469-5A2B-0D16-6E47-7AA90509B3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3527" y="4363541"/>
                  <a:ext cx="324691" cy="519142"/>
                </a:xfrm>
                <a:prstGeom prst="rect">
                  <a:avLst/>
                </a:prstGeom>
                <a:blipFill>
                  <a:blip r:embed="rId2"/>
                  <a:stretch>
                    <a:fillRect l="-20755" r="-37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F9756128-3A45-BD26-5312-D2FEB3831D6D}"/>
                    </a:ext>
                  </a:extLst>
                </p:cNvPr>
                <p:cNvSpPr txBox="1"/>
                <p:nvPr/>
              </p:nvSpPr>
              <p:spPr>
                <a:xfrm>
                  <a:off x="6480000" y="5702306"/>
                  <a:ext cx="324691" cy="5191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F9756128-3A45-BD26-5312-D2FEB3831D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0000" y="5702306"/>
                  <a:ext cx="324691" cy="519142"/>
                </a:xfrm>
                <a:prstGeom prst="rect">
                  <a:avLst/>
                </a:prstGeom>
                <a:blipFill>
                  <a:blip r:embed="rId3"/>
                  <a:stretch>
                    <a:fillRect l="-18868" r="-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Arc 158">
              <a:extLst>
                <a:ext uri="{FF2B5EF4-FFF2-40B4-BE49-F238E27FC236}">
                  <a16:creationId xmlns:a16="http://schemas.microsoft.com/office/drawing/2014/main" id="{FB9BCB36-A4FB-B7F8-E3DA-0CE61A9786B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8830411" y="4784260"/>
              <a:ext cx="540228" cy="84229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5" name="Line 160">
              <a:extLst>
                <a:ext uri="{FF2B5EF4-FFF2-40B4-BE49-F238E27FC236}">
                  <a16:creationId xmlns:a16="http://schemas.microsoft.com/office/drawing/2014/main" id="{C87EB509-F7FA-5E73-91A7-941871D351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98413" y="4932391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" name="Line 160">
              <a:extLst>
                <a:ext uri="{FF2B5EF4-FFF2-40B4-BE49-F238E27FC236}">
                  <a16:creationId xmlns:a16="http://schemas.microsoft.com/office/drawing/2014/main" id="{6144B135-AFA9-0D63-9B59-3A8D8C2DC3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98413" y="5475521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" name="Arc 156">
              <a:extLst>
                <a:ext uri="{FF2B5EF4-FFF2-40B4-BE49-F238E27FC236}">
                  <a16:creationId xmlns:a16="http://schemas.microsoft.com/office/drawing/2014/main" id="{F30645F5-CED6-7D4E-6E40-BBC939BA494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9639184" y="4953642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F0E75D57-5BBD-473D-1365-EA9E65FC17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2616" y="5053985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37469997-EC25-C3B4-A9AF-70E406CBB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12616" y="5353488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2AAF28D8-290D-4E29-16F9-B391A6072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18656" y="5203979"/>
              <a:ext cx="3411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Arc 156">
              <a:extLst>
                <a:ext uri="{FF2B5EF4-FFF2-40B4-BE49-F238E27FC236}">
                  <a16:creationId xmlns:a16="http://schemas.microsoft.com/office/drawing/2014/main" id="{2FC3D9EB-149B-1494-AC65-D4564F911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7493" y="4932376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185411D-DEC9-7BF8-7F58-3D347E8C1F60}"/>
                </a:ext>
              </a:extLst>
            </p:cNvPr>
            <p:cNvSpPr/>
            <p:nvPr/>
          </p:nvSpPr>
          <p:spPr>
            <a:xfrm>
              <a:off x="7010910" y="4474788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BF8CDA24-B35B-A9CF-AE44-5C8465887D0A}"/>
                </a:ext>
              </a:extLst>
            </p:cNvPr>
            <p:cNvSpPr/>
            <p:nvPr/>
          </p:nvSpPr>
          <p:spPr>
            <a:xfrm>
              <a:off x="7009502" y="5859933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629A23FC-E1CC-9597-15B4-E974115CE2D2}"/>
                </a:ext>
              </a:extLst>
            </p:cNvPr>
            <p:cNvSpPr/>
            <p:nvPr/>
          </p:nvSpPr>
          <p:spPr>
            <a:xfrm>
              <a:off x="9091366" y="4644572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4DC72882-2AB4-5136-3CCD-F0FA42481C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38784" y="5534667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C9589F50-71A4-4BC1-612C-0B26544A8453}"/>
                </a:ext>
              </a:extLst>
            </p:cNvPr>
            <p:cNvSpPr/>
            <p:nvPr/>
          </p:nvSpPr>
          <p:spPr>
            <a:xfrm>
              <a:off x="9091366" y="5689148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879BE748-DE2E-9E01-6529-9DE4AC5D2AC1}"/>
                </a:ext>
              </a:extLst>
            </p:cNvPr>
            <p:cNvSpPr/>
            <p:nvPr/>
          </p:nvSpPr>
          <p:spPr>
            <a:xfrm flipV="1">
              <a:off x="10029254" y="5155757"/>
              <a:ext cx="95205" cy="9947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556981F-9BA7-4E59-97D5-0BFC9C0B5C67}"/>
                    </a:ext>
                  </a:extLst>
                </p:cNvPr>
                <p:cNvSpPr txBox="1"/>
                <p:nvPr/>
              </p:nvSpPr>
              <p:spPr>
                <a:xfrm>
                  <a:off x="10359843" y="5544839"/>
                  <a:ext cx="863880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A</m:t>
                            </m:r>
                            <m: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&gt;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D556981F-9BA7-4E59-97D5-0BFC9C0B5C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9843" y="5544839"/>
                  <a:ext cx="863880" cy="417037"/>
                </a:xfrm>
                <a:prstGeom prst="rect">
                  <a:avLst/>
                </a:prstGeom>
                <a:blipFill>
                  <a:blip r:embed="rId4"/>
                  <a:stretch>
                    <a:fillRect l="-2113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095D067A-5659-CA51-98DC-8E7ADB6178D6}"/>
                    </a:ext>
                  </a:extLst>
                </p:cNvPr>
                <p:cNvSpPr txBox="1"/>
                <p:nvPr/>
              </p:nvSpPr>
              <p:spPr>
                <a:xfrm>
                  <a:off x="10359843" y="4991821"/>
                  <a:ext cx="863880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A</m:t>
                            </m:r>
                            <m: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095D067A-5659-CA51-98DC-8E7ADB6178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9843" y="4991821"/>
                  <a:ext cx="863880" cy="417037"/>
                </a:xfrm>
                <a:prstGeom prst="rect">
                  <a:avLst/>
                </a:prstGeom>
                <a:blipFill>
                  <a:blip r:embed="rId5"/>
                  <a:stretch>
                    <a:fillRect l="-2113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714F8E90-19E9-A516-D628-C9FA04A7B752}"/>
                    </a:ext>
                  </a:extLst>
                </p:cNvPr>
                <p:cNvSpPr txBox="1"/>
                <p:nvPr/>
              </p:nvSpPr>
              <p:spPr>
                <a:xfrm>
                  <a:off x="10359843" y="4438803"/>
                  <a:ext cx="863880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A</m:t>
                            </m:r>
                            <m: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&lt;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714F8E90-19E9-A516-D628-C9FA04A7B7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9843" y="4438803"/>
                  <a:ext cx="863880" cy="417037"/>
                </a:xfrm>
                <a:prstGeom prst="rect">
                  <a:avLst/>
                </a:prstGeom>
                <a:blipFill>
                  <a:blip r:embed="rId6"/>
                  <a:stretch>
                    <a:fillRect l="-2113" b="-57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流程图: 延期 30">
              <a:extLst>
                <a:ext uri="{FF2B5EF4-FFF2-40B4-BE49-F238E27FC236}">
                  <a16:creationId xmlns:a16="http://schemas.microsoft.com/office/drawing/2014/main" id="{5F156819-7137-3BF1-9AF2-102A4E6A2720}"/>
                </a:ext>
              </a:extLst>
            </p:cNvPr>
            <p:cNvSpPr/>
            <p:nvPr/>
          </p:nvSpPr>
          <p:spPr>
            <a:xfrm>
              <a:off x="8307280" y="4404304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19EDA49F-CD3B-4B2E-4D87-83FCBF5E1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0215" y="4847984"/>
              <a:ext cx="3170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/>
            </a:p>
          </p:txBody>
        </p:sp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28429520-8574-9D19-5519-ACBFEA8476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1523" y="4675904"/>
              <a:ext cx="15233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4" name="流程图: 延期 33">
              <a:extLst>
                <a:ext uri="{FF2B5EF4-FFF2-40B4-BE49-F238E27FC236}">
                  <a16:creationId xmlns:a16="http://schemas.microsoft.com/office/drawing/2014/main" id="{D03E5DAA-2527-94E7-A21E-C7C37F741808}"/>
                </a:ext>
              </a:extLst>
            </p:cNvPr>
            <p:cNvSpPr/>
            <p:nvPr/>
          </p:nvSpPr>
          <p:spPr>
            <a:xfrm>
              <a:off x="8309147" y="5450899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5" name="Line 27">
              <a:extLst>
                <a:ext uri="{FF2B5EF4-FFF2-40B4-BE49-F238E27FC236}">
                  <a16:creationId xmlns:a16="http://schemas.microsoft.com/office/drawing/2014/main" id="{BE9888DF-0B22-B8A8-43E6-19F6E2DB34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2082" y="5555858"/>
              <a:ext cx="3170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BFF656EB-2909-9D66-679B-19C828DF8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3391" y="5722499"/>
              <a:ext cx="15214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37" name="Line 27">
              <a:extLst>
                <a:ext uri="{FF2B5EF4-FFF2-40B4-BE49-F238E27FC236}">
                  <a16:creationId xmlns:a16="http://schemas.microsoft.com/office/drawing/2014/main" id="{163224DD-FFEE-3B67-650C-5CDC50E9A12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7158324" y="4716555"/>
              <a:ext cx="725270" cy="9586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文本框 246">
                  <a:extLst>
                    <a:ext uri="{FF2B5EF4-FFF2-40B4-BE49-F238E27FC236}">
                      <a16:creationId xmlns:a16="http://schemas.microsoft.com/office/drawing/2014/main" id="{C4D839DC-3153-89B6-9D37-6DA2C259A4E8}"/>
                    </a:ext>
                  </a:extLst>
                </p:cNvPr>
                <p:cNvSpPr txBox="1"/>
                <p:nvPr/>
              </p:nvSpPr>
              <p:spPr>
                <a:xfrm>
                  <a:off x="7633907" y="4184810"/>
                  <a:ext cx="253274" cy="33932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47" name="文本框 246">
                  <a:extLst>
                    <a:ext uri="{FF2B5EF4-FFF2-40B4-BE49-F238E27FC236}">
                      <a16:creationId xmlns:a16="http://schemas.microsoft.com/office/drawing/2014/main" id="{C4D839DC-3153-89B6-9D37-6DA2C259A4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3907" y="4184810"/>
                  <a:ext cx="253274" cy="339324"/>
                </a:xfrm>
                <a:prstGeom prst="rect">
                  <a:avLst/>
                </a:prstGeom>
                <a:blipFill>
                  <a:blip r:embed="rId7"/>
                  <a:stretch>
                    <a:fillRect l="-23810" r="-26190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B4A41F8D-FB1B-06BC-C082-21FD12080B41}"/>
                    </a:ext>
                  </a:extLst>
                </p:cNvPr>
                <p:cNvSpPr txBox="1"/>
                <p:nvPr/>
              </p:nvSpPr>
              <p:spPr>
                <a:xfrm>
                  <a:off x="7633907" y="5927883"/>
                  <a:ext cx="250068" cy="33855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B4A41F8D-FB1B-06BC-C082-21FD12080B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33907" y="5927883"/>
                  <a:ext cx="250068" cy="338554"/>
                </a:xfrm>
                <a:prstGeom prst="rect">
                  <a:avLst/>
                </a:prstGeom>
                <a:blipFill>
                  <a:blip r:embed="rId8"/>
                  <a:stretch>
                    <a:fillRect l="-24390" r="-29268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9" name="文本框 248">
                  <a:extLst>
                    <a:ext uri="{FF2B5EF4-FFF2-40B4-BE49-F238E27FC236}">
                      <a16:creationId xmlns:a16="http://schemas.microsoft.com/office/drawing/2014/main" id="{60ED0DE3-5751-F844-DD77-25EDB85E2344}"/>
                    </a:ext>
                  </a:extLst>
                </p:cNvPr>
                <p:cNvSpPr txBox="1"/>
                <p:nvPr/>
              </p:nvSpPr>
              <p:spPr>
                <a:xfrm>
                  <a:off x="9000744" y="4280060"/>
                  <a:ext cx="424244" cy="33932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49" name="文本框 248">
                  <a:extLst>
                    <a:ext uri="{FF2B5EF4-FFF2-40B4-BE49-F238E27FC236}">
                      <a16:creationId xmlns:a16="http://schemas.microsoft.com/office/drawing/2014/main" id="{60ED0DE3-5751-F844-DD77-25EDB85E23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0744" y="4280060"/>
                  <a:ext cx="424244" cy="339324"/>
                </a:xfrm>
                <a:prstGeom prst="rect">
                  <a:avLst/>
                </a:prstGeom>
                <a:blipFill>
                  <a:blip r:embed="rId9"/>
                  <a:stretch>
                    <a:fillRect l="-14493" r="-17391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文本框 249">
                  <a:extLst>
                    <a:ext uri="{FF2B5EF4-FFF2-40B4-BE49-F238E27FC236}">
                      <a16:creationId xmlns:a16="http://schemas.microsoft.com/office/drawing/2014/main" id="{44BD4A02-C139-A0A3-B076-09D7DEF463AA}"/>
                    </a:ext>
                  </a:extLst>
                </p:cNvPr>
                <p:cNvSpPr txBox="1"/>
                <p:nvPr/>
              </p:nvSpPr>
              <p:spPr>
                <a:xfrm>
                  <a:off x="9000744" y="5799446"/>
                  <a:ext cx="424244" cy="3385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acc>
                          <m:accPr>
                            <m:chr m:val="̅"/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50" name="文本框 249">
                  <a:extLst>
                    <a:ext uri="{FF2B5EF4-FFF2-40B4-BE49-F238E27FC236}">
                      <a16:creationId xmlns:a16="http://schemas.microsoft.com/office/drawing/2014/main" id="{44BD4A02-C139-A0A3-B076-09D7DEF463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0744" y="5799446"/>
                  <a:ext cx="424244" cy="338554"/>
                </a:xfrm>
                <a:prstGeom prst="rect">
                  <a:avLst/>
                </a:prstGeom>
                <a:blipFill>
                  <a:blip r:embed="rId10"/>
                  <a:stretch>
                    <a:fillRect l="-14493" r="-59420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0" name="组合 259">
            <a:extLst>
              <a:ext uri="{FF2B5EF4-FFF2-40B4-BE49-F238E27FC236}">
                <a16:creationId xmlns:a16="http://schemas.microsoft.com/office/drawing/2014/main" id="{D0B093F1-ADFF-7FF7-8528-824D5B3EFD6A}"/>
              </a:ext>
            </a:extLst>
          </p:cNvPr>
          <p:cNvGrpSpPr/>
          <p:nvPr/>
        </p:nvGrpSpPr>
        <p:grpSpPr>
          <a:xfrm>
            <a:off x="360000" y="1548000"/>
            <a:ext cx="4743723" cy="1854828"/>
            <a:chOff x="360000" y="1691965"/>
            <a:chExt cx="4743723" cy="1854828"/>
          </a:xfrm>
        </p:grpSpPr>
        <p:sp>
          <p:nvSpPr>
            <p:cNvPr id="44" name="Line 27">
              <a:extLst>
                <a:ext uri="{FF2B5EF4-FFF2-40B4-BE49-F238E27FC236}">
                  <a16:creationId xmlns:a16="http://schemas.microsoft.com/office/drawing/2014/main" id="{92E910F6-F9F5-6B74-1DCB-16D3604EB30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818785" y="2263681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流程图: 延期 44">
              <a:extLst>
                <a:ext uri="{FF2B5EF4-FFF2-40B4-BE49-F238E27FC236}">
                  <a16:creationId xmlns:a16="http://schemas.microsoft.com/office/drawing/2014/main" id="{8A39A156-BDA4-6ACF-4126-DF423CACF44C}"/>
                </a:ext>
              </a:extLst>
            </p:cNvPr>
            <p:cNvSpPr/>
            <p:nvPr/>
          </p:nvSpPr>
          <p:spPr>
            <a:xfrm>
              <a:off x="2187282" y="1800000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7" name="Line 27">
              <a:extLst>
                <a:ext uri="{FF2B5EF4-FFF2-40B4-BE49-F238E27FC236}">
                  <a16:creationId xmlns:a16="http://schemas.microsoft.com/office/drawing/2014/main" id="{AF2B7C46-594B-385E-14A0-8AB794FC4A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658" y="1934589"/>
              <a:ext cx="1265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8" name="Line 27">
              <a:extLst>
                <a:ext uri="{FF2B5EF4-FFF2-40B4-BE49-F238E27FC236}">
                  <a16:creationId xmlns:a16="http://schemas.microsoft.com/office/drawing/2014/main" id="{2B4D1E74-ECE8-85BA-4AFC-0BC4F65C6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0216" y="2241225"/>
              <a:ext cx="3170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9" name="流程图: 延期 48">
              <a:extLst>
                <a:ext uri="{FF2B5EF4-FFF2-40B4-BE49-F238E27FC236}">
                  <a16:creationId xmlns:a16="http://schemas.microsoft.com/office/drawing/2014/main" id="{E178CE99-BAA4-B7A4-6378-ED3546FE250F}"/>
                </a:ext>
              </a:extLst>
            </p:cNvPr>
            <p:cNvSpPr/>
            <p:nvPr/>
          </p:nvSpPr>
          <p:spPr>
            <a:xfrm>
              <a:off x="2187282" y="2846321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51" name="Line 27">
              <a:extLst>
                <a:ext uri="{FF2B5EF4-FFF2-40B4-BE49-F238E27FC236}">
                  <a16:creationId xmlns:a16="http://schemas.microsoft.com/office/drawing/2014/main" id="{C9192561-AE8B-EA64-7C25-8288B7E5DD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0216" y="2980910"/>
              <a:ext cx="3170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2" name="Line 27">
              <a:extLst>
                <a:ext uri="{FF2B5EF4-FFF2-40B4-BE49-F238E27FC236}">
                  <a16:creationId xmlns:a16="http://schemas.microsoft.com/office/drawing/2014/main" id="{D1922EAD-D6EC-177C-92AA-DB280D735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384" y="3287546"/>
              <a:ext cx="139908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4" name="Line 27">
              <a:extLst>
                <a:ext uri="{FF2B5EF4-FFF2-40B4-BE49-F238E27FC236}">
                  <a16:creationId xmlns:a16="http://schemas.microsoft.com/office/drawing/2014/main" id="{67469C3B-9CBB-0597-346D-E7594B6ECF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1814" y="2868420"/>
              <a:ext cx="83826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7" name="Line 27">
              <a:extLst>
                <a:ext uri="{FF2B5EF4-FFF2-40B4-BE49-F238E27FC236}">
                  <a16:creationId xmlns:a16="http://schemas.microsoft.com/office/drawing/2014/main" id="{BFC4C78D-2AEE-4A76-FD00-E9CF63E6C2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22" y="2075277"/>
              <a:ext cx="15183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8" name="Line 27">
              <a:extLst>
                <a:ext uri="{FF2B5EF4-FFF2-40B4-BE49-F238E27FC236}">
                  <a16:creationId xmlns:a16="http://schemas.microsoft.com/office/drawing/2014/main" id="{F036DB06-128C-691F-3C0A-B35AF4D82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23" y="3119886"/>
              <a:ext cx="15183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69784192-26CA-4BEE-FB00-4BE35F1168EA}"/>
                    </a:ext>
                  </a:extLst>
                </p:cNvPr>
                <p:cNvSpPr txBox="1"/>
                <p:nvPr/>
              </p:nvSpPr>
              <p:spPr>
                <a:xfrm>
                  <a:off x="360000" y="2200609"/>
                  <a:ext cx="324691" cy="5191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69784192-26CA-4BEE-FB00-4BE35F1168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0" y="2200609"/>
                  <a:ext cx="324691" cy="519142"/>
                </a:xfrm>
                <a:prstGeom prst="rect">
                  <a:avLst/>
                </a:prstGeom>
                <a:blipFill>
                  <a:blip r:embed="rId11"/>
                  <a:stretch>
                    <a:fillRect l="-20755" r="-37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BD7E1F12-49C1-BCFD-46B9-7A7285429A4D}"/>
                    </a:ext>
                  </a:extLst>
                </p:cNvPr>
                <p:cNvSpPr txBox="1"/>
                <p:nvPr/>
              </p:nvSpPr>
              <p:spPr>
                <a:xfrm>
                  <a:off x="360000" y="2587655"/>
                  <a:ext cx="324691" cy="5191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BD7E1F12-49C1-BCFD-46B9-7A7285429A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0" y="2587655"/>
                  <a:ext cx="324691" cy="519142"/>
                </a:xfrm>
                <a:prstGeom prst="rect">
                  <a:avLst/>
                </a:prstGeom>
                <a:blipFill>
                  <a:blip r:embed="rId12"/>
                  <a:stretch>
                    <a:fillRect l="-18868" r="-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Arc 158">
              <a:extLst>
                <a:ext uri="{FF2B5EF4-FFF2-40B4-BE49-F238E27FC236}">
                  <a16:creationId xmlns:a16="http://schemas.microsoft.com/office/drawing/2014/main" id="{B4AEE130-1A6D-AD14-1518-B3F012FAF31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710412" y="2179682"/>
              <a:ext cx="540228" cy="84229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2" name="Line 160">
              <a:extLst>
                <a:ext uri="{FF2B5EF4-FFF2-40B4-BE49-F238E27FC236}">
                  <a16:creationId xmlns:a16="http://schemas.microsoft.com/office/drawing/2014/main" id="{77AC0CB7-70EB-7CC5-1131-B99D8D641A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78413" y="2327812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3" name="Line 160">
              <a:extLst>
                <a:ext uri="{FF2B5EF4-FFF2-40B4-BE49-F238E27FC236}">
                  <a16:creationId xmlns:a16="http://schemas.microsoft.com/office/drawing/2014/main" id="{43F4AFE9-D40D-AD0E-81E5-BF5925DC2D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78413" y="2870942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4" name="Arc 156">
              <a:extLst>
                <a:ext uri="{FF2B5EF4-FFF2-40B4-BE49-F238E27FC236}">
                  <a16:creationId xmlns:a16="http://schemas.microsoft.com/office/drawing/2014/main" id="{EC44A3C5-BFB3-88FD-9177-2F195D2B023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19184" y="2349063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65" name="Line 27">
              <a:extLst>
                <a:ext uri="{FF2B5EF4-FFF2-40B4-BE49-F238E27FC236}">
                  <a16:creationId xmlns:a16="http://schemas.microsoft.com/office/drawing/2014/main" id="{8D219882-563F-8A0E-CF80-DF4D32FEE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2617" y="2449407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27">
              <a:extLst>
                <a:ext uri="{FF2B5EF4-FFF2-40B4-BE49-F238E27FC236}">
                  <a16:creationId xmlns:a16="http://schemas.microsoft.com/office/drawing/2014/main" id="{828B5D19-46E9-9E1F-05C7-AF4D5934A4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2617" y="2748910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27">
              <a:extLst>
                <a:ext uri="{FF2B5EF4-FFF2-40B4-BE49-F238E27FC236}">
                  <a16:creationId xmlns:a16="http://schemas.microsoft.com/office/drawing/2014/main" id="{221BC713-7D97-ECB7-21F9-D0A6F5E71E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8656" y="2599400"/>
              <a:ext cx="3411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Arc 156">
              <a:extLst>
                <a:ext uri="{FF2B5EF4-FFF2-40B4-BE49-F238E27FC236}">
                  <a16:creationId xmlns:a16="http://schemas.microsoft.com/office/drawing/2014/main" id="{999730FB-BC6D-B6CB-98CD-374D69528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493" y="2327797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CBD9366E-CE62-A86A-4E5B-A97EAB3217B5}"/>
                </a:ext>
              </a:extLst>
            </p:cNvPr>
            <p:cNvSpPr/>
            <p:nvPr/>
          </p:nvSpPr>
          <p:spPr>
            <a:xfrm>
              <a:off x="892150" y="2724551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4470ADC3-76C6-7567-AF75-A65901C52D5F}"/>
                </a:ext>
              </a:extLst>
            </p:cNvPr>
            <p:cNvSpPr/>
            <p:nvPr/>
          </p:nvSpPr>
          <p:spPr>
            <a:xfrm>
              <a:off x="2971367" y="2039994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Line 27">
              <a:extLst>
                <a:ext uri="{FF2B5EF4-FFF2-40B4-BE49-F238E27FC236}">
                  <a16:creationId xmlns:a16="http://schemas.microsoft.com/office/drawing/2014/main" id="{69CB87D9-6035-DCD9-8855-D709E4E1F67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818785" y="2930089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677AED8E-92D6-F15D-72D5-1A9E76CA36BF}"/>
                </a:ext>
              </a:extLst>
            </p:cNvPr>
            <p:cNvSpPr/>
            <p:nvPr/>
          </p:nvSpPr>
          <p:spPr>
            <a:xfrm>
              <a:off x="2971367" y="3084570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03A2EF20-221C-793F-76EB-5946C95538D3}"/>
                </a:ext>
              </a:extLst>
            </p:cNvPr>
            <p:cNvSpPr/>
            <p:nvPr/>
          </p:nvSpPr>
          <p:spPr>
            <a:xfrm flipV="1">
              <a:off x="3909255" y="2546027"/>
              <a:ext cx="95205" cy="9947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893DA75-A232-93E7-3CD3-72CD0798A61A}"/>
                    </a:ext>
                  </a:extLst>
                </p:cNvPr>
                <p:cNvSpPr txBox="1"/>
                <p:nvPr/>
              </p:nvSpPr>
              <p:spPr>
                <a:xfrm>
                  <a:off x="4239843" y="2940261"/>
                  <a:ext cx="863880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A</m:t>
                            </m:r>
                            <m: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&gt;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3893DA75-A232-93E7-3CD3-72CD0798A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9843" y="2940261"/>
                  <a:ext cx="863880" cy="417037"/>
                </a:xfrm>
                <a:prstGeom prst="rect">
                  <a:avLst/>
                </a:prstGeom>
                <a:blipFill>
                  <a:blip r:embed="rId13"/>
                  <a:stretch>
                    <a:fillRect l="-2837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F9D9422D-8ADD-D04F-F9ED-9532CB944EED}"/>
                    </a:ext>
                  </a:extLst>
                </p:cNvPr>
                <p:cNvSpPr txBox="1"/>
                <p:nvPr/>
              </p:nvSpPr>
              <p:spPr>
                <a:xfrm>
                  <a:off x="4239843" y="2387243"/>
                  <a:ext cx="863880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A</m:t>
                            </m:r>
                            <m: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F9D9422D-8ADD-D04F-F9ED-9532CB944E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9843" y="2387243"/>
                  <a:ext cx="863880" cy="417037"/>
                </a:xfrm>
                <a:prstGeom prst="rect">
                  <a:avLst/>
                </a:prstGeom>
                <a:blipFill>
                  <a:blip r:embed="rId14"/>
                  <a:stretch>
                    <a:fillRect l="-2837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E338AAD6-2B1A-D430-8289-740A6DCB821B}"/>
                    </a:ext>
                  </a:extLst>
                </p:cNvPr>
                <p:cNvSpPr txBox="1"/>
                <p:nvPr/>
              </p:nvSpPr>
              <p:spPr>
                <a:xfrm>
                  <a:off x="4239843" y="1834225"/>
                  <a:ext cx="863880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A</m:t>
                            </m:r>
                            <m: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&lt;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E338AAD6-2B1A-D430-8289-740A6DCB82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9843" y="1834225"/>
                  <a:ext cx="863880" cy="417037"/>
                </a:xfrm>
                <a:prstGeom prst="rect">
                  <a:avLst/>
                </a:prstGeom>
                <a:blipFill>
                  <a:blip r:embed="rId15"/>
                  <a:stretch>
                    <a:fillRect l="-2837" b="-57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流程图: 延期 83">
              <a:extLst>
                <a:ext uri="{FF2B5EF4-FFF2-40B4-BE49-F238E27FC236}">
                  <a16:creationId xmlns:a16="http://schemas.microsoft.com/office/drawing/2014/main" id="{D3ECF416-B74B-CC23-6765-469F40EA9F2C}"/>
                </a:ext>
              </a:extLst>
            </p:cNvPr>
            <p:cNvSpPr/>
            <p:nvPr/>
          </p:nvSpPr>
          <p:spPr>
            <a:xfrm>
              <a:off x="1121264" y="2318361"/>
              <a:ext cx="534241" cy="548639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85" name="Line 27">
              <a:extLst>
                <a:ext uri="{FF2B5EF4-FFF2-40B4-BE49-F238E27FC236}">
                  <a16:creationId xmlns:a16="http://schemas.microsoft.com/office/drawing/2014/main" id="{B1D83ADC-7DAA-7594-6361-88F2B26D0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785" y="2452950"/>
              <a:ext cx="4564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6" name="Line 27">
              <a:extLst>
                <a:ext uri="{FF2B5EF4-FFF2-40B4-BE49-F238E27FC236}">
                  <a16:creationId xmlns:a16="http://schemas.microsoft.com/office/drawing/2014/main" id="{2B7402E5-C46D-F05F-5CE5-4960053167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785" y="2759586"/>
              <a:ext cx="4564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7" name="Line 27">
              <a:extLst>
                <a:ext uri="{FF2B5EF4-FFF2-40B4-BE49-F238E27FC236}">
                  <a16:creationId xmlns:a16="http://schemas.microsoft.com/office/drawing/2014/main" id="{4441CA8C-5D58-5F66-0819-A6F4315F5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505" y="2591926"/>
              <a:ext cx="23737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90AE35EC-5EE7-6562-CC62-C0E47A0B7C70}"/>
                </a:ext>
              </a:extLst>
            </p:cNvPr>
            <p:cNvSpPr/>
            <p:nvPr/>
          </p:nvSpPr>
          <p:spPr>
            <a:xfrm flipV="1">
              <a:off x="1655505" y="2542190"/>
              <a:ext cx="95205" cy="9947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/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337F26B7-2E92-EB41-8A1C-D1EECEAD9953}"/>
                </a:ext>
              </a:extLst>
            </p:cNvPr>
            <p:cNvSpPr/>
            <p:nvPr/>
          </p:nvSpPr>
          <p:spPr>
            <a:xfrm>
              <a:off x="767533" y="2417873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Line 27">
              <a:extLst>
                <a:ext uri="{FF2B5EF4-FFF2-40B4-BE49-F238E27FC236}">
                  <a16:creationId xmlns:a16="http://schemas.microsoft.com/office/drawing/2014/main" id="{21761F61-4E4B-5E01-0DD4-3CBF1E897FF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09088" y="2338609"/>
              <a:ext cx="83300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91" name="Line 27">
              <a:extLst>
                <a:ext uri="{FF2B5EF4-FFF2-40B4-BE49-F238E27FC236}">
                  <a16:creationId xmlns:a16="http://schemas.microsoft.com/office/drawing/2014/main" id="{FBFED01D-6E1C-567F-83CF-01A291EC89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18684" y="2605830"/>
              <a:ext cx="7280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683EAE09-8681-E181-FF71-FCB504A8179F}"/>
                </a:ext>
              </a:extLst>
            </p:cNvPr>
            <p:cNvSpPr/>
            <p:nvPr/>
          </p:nvSpPr>
          <p:spPr>
            <a:xfrm>
              <a:off x="1845609" y="2558903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1" name="文本框 250">
                  <a:extLst>
                    <a:ext uri="{FF2B5EF4-FFF2-40B4-BE49-F238E27FC236}">
                      <a16:creationId xmlns:a16="http://schemas.microsoft.com/office/drawing/2014/main" id="{051C155A-10D7-2B84-BD3C-A68E6E40C716}"/>
                    </a:ext>
                  </a:extLst>
                </p:cNvPr>
                <p:cNvSpPr txBox="1"/>
                <p:nvPr/>
              </p:nvSpPr>
              <p:spPr>
                <a:xfrm>
                  <a:off x="1928432" y="2428552"/>
                  <a:ext cx="424244" cy="33932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AB</m:t>
                            </m:r>
                          </m:e>
                        </m:acc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51" name="文本框 250">
                  <a:extLst>
                    <a:ext uri="{FF2B5EF4-FFF2-40B4-BE49-F238E27FC236}">
                      <a16:creationId xmlns:a16="http://schemas.microsoft.com/office/drawing/2014/main" id="{051C155A-10D7-2B84-BD3C-A68E6E40C7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8432" y="2428552"/>
                  <a:ext cx="424244" cy="339324"/>
                </a:xfrm>
                <a:prstGeom prst="rect">
                  <a:avLst/>
                </a:prstGeom>
                <a:blipFill>
                  <a:blip r:embed="rId16"/>
                  <a:stretch>
                    <a:fillRect l="-14286" r="-12857" b="-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文本框 251">
                  <a:extLst>
                    <a:ext uri="{FF2B5EF4-FFF2-40B4-BE49-F238E27FC236}">
                      <a16:creationId xmlns:a16="http://schemas.microsoft.com/office/drawing/2014/main" id="{3D8432BA-D74D-155D-5779-A2BD03C4C808}"/>
                    </a:ext>
                  </a:extLst>
                </p:cNvPr>
                <p:cNvSpPr txBox="1"/>
                <p:nvPr/>
              </p:nvSpPr>
              <p:spPr>
                <a:xfrm>
                  <a:off x="2695493" y="1691965"/>
                  <a:ext cx="1462170" cy="33932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sz="2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̅"/>
                            <m:ctrlPr>
                              <a:rPr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AB</m:t>
                            </m:r>
                          </m:e>
                        </m:acc>
                        <m:r>
                          <a:rPr lang="en-US" altLang="zh-CN" sz="2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52" name="文本框 251">
                  <a:extLst>
                    <a:ext uri="{FF2B5EF4-FFF2-40B4-BE49-F238E27FC236}">
                      <a16:creationId xmlns:a16="http://schemas.microsoft.com/office/drawing/2014/main" id="{3D8432BA-D74D-155D-5779-A2BD03C4C8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5493" y="1691965"/>
                  <a:ext cx="1462170" cy="339324"/>
                </a:xfrm>
                <a:prstGeom prst="rect">
                  <a:avLst/>
                </a:prstGeom>
                <a:blipFill>
                  <a:blip r:embed="rId17"/>
                  <a:stretch>
                    <a:fillRect l="-5417" t="-1786" r="-20833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8436BA8D-3576-096D-14D0-BDAE386CDA14}"/>
                    </a:ext>
                  </a:extLst>
                </p:cNvPr>
                <p:cNvSpPr txBox="1"/>
                <p:nvPr/>
              </p:nvSpPr>
              <p:spPr>
                <a:xfrm>
                  <a:off x="2695493" y="3207469"/>
                  <a:ext cx="1462170" cy="33932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2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acc>
                          <m:accPr>
                            <m:chr m:val="̅"/>
                            <m:ctrlPr>
                              <a:rPr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AB</m:t>
                            </m:r>
                          </m:e>
                        </m:acc>
                        <m:r>
                          <a:rPr lang="en-US" altLang="zh-CN" sz="22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acc>
                          <m:accPr>
                            <m:chr m:val="̅"/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8436BA8D-3576-096D-14D0-BDAE386CDA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5493" y="3207469"/>
                  <a:ext cx="1462170" cy="339324"/>
                </a:xfrm>
                <a:prstGeom prst="rect">
                  <a:avLst/>
                </a:prstGeom>
                <a:blipFill>
                  <a:blip r:embed="rId18"/>
                  <a:stretch>
                    <a:fillRect l="-5833" t="-1818" r="-33333" b="-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9" name="组合 258">
            <a:extLst>
              <a:ext uri="{FF2B5EF4-FFF2-40B4-BE49-F238E27FC236}">
                <a16:creationId xmlns:a16="http://schemas.microsoft.com/office/drawing/2014/main" id="{0E4D51D0-E7ED-672D-4D88-DF20BDB552AD}"/>
              </a:ext>
            </a:extLst>
          </p:cNvPr>
          <p:cNvGrpSpPr/>
          <p:nvPr/>
        </p:nvGrpSpPr>
        <p:grpSpPr>
          <a:xfrm>
            <a:off x="284568" y="3873293"/>
            <a:ext cx="4821537" cy="2592513"/>
            <a:chOff x="284568" y="3864384"/>
            <a:chExt cx="4821537" cy="2592513"/>
          </a:xfrm>
        </p:grpSpPr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FAC3CC88-6DC1-A939-C803-C268EA9965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324" y="4424620"/>
              <a:ext cx="12753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46" name="Line 27">
              <a:extLst>
                <a:ext uri="{FF2B5EF4-FFF2-40B4-BE49-F238E27FC236}">
                  <a16:creationId xmlns:a16="http://schemas.microsoft.com/office/drawing/2014/main" id="{E6609848-3D37-0760-49D3-A26FA81557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324" y="5810675"/>
              <a:ext cx="12753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50" name="Line 27">
              <a:extLst>
                <a:ext uri="{FF2B5EF4-FFF2-40B4-BE49-F238E27FC236}">
                  <a16:creationId xmlns:a16="http://schemas.microsoft.com/office/drawing/2014/main" id="{9999CBE4-73A9-30F6-BA57-6343F6DE57B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821166" y="4783414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27">
              <a:extLst>
                <a:ext uri="{FF2B5EF4-FFF2-40B4-BE49-F238E27FC236}">
                  <a16:creationId xmlns:a16="http://schemas.microsoft.com/office/drawing/2014/main" id="{8CDE9A09-2023-AF99-66AB-6FAD376B7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598" y="4760959"/>
              <a:ext cx="3170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69" name="Line 27">
              <a:extLst>
                <a:ext uri="{FF2B5EF4-FFF2-40B4-BE49-F238E27FC236}">
                  <a16:creationId xmlns:a16="http://schemas.microsoft.com/office/drawing/2014/main" id="{182EEC16-327D-8BB4-59CF-6D832897096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58249" y="4692864"/>
              <a:ext cx="5364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78" name="Line 27">
              <a:extLst>
                <a:ext uri="{FF2B5EF4-FFF2-40B4-BE49-F238E27FC236}">
                  <a16:creationId xmlns:a16="http://schemas.microsoft.com/office/drawing/2014/main" id="{2E099ECD-2294-F7F5-5E1F-354FFE69529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52721" y="5537249"/>
              <a:ext cx="5468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838D67F2-A609-C9EB-4E65-1D2EC5B9DF39}"/>
                    </a:ext>
                  </a:extLst>
                </p:cNvPr>
                <p:cNvSpPr txBox="1"/>
                <p:nvPr/>
              </p:nvSpPr>
              <p:spPr>
                <a:xfrm>
                  <a:off x="360000" y="4716728"/>
                  <a:ext cx="324691" cy="5191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A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838D67F2-A609-C9EB-4E65-1D2EC5B9DF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0" y="4716728"/>
                  <a:ext cx="324691" cy="519142"/>
                </a:xfrm>
                <a:prstGeom prst="rect">
                  <a:avLst/>
                </a:prstGeom>
                <a:blipFill>
                  <a:blip r:embed="rId19"/>
                  <a:stretch>
                    <a:fillRect l="-20755" r="-377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5572F489-9180-9CF1-2E27-57EF98B37482}"/>
                    </a:ext>
                  </a:extLst>
                </p:cNvPr>
                <p:cNvSpPr txBox="1"/>
                <p:nvPr/>
              </p:nvSpPr>
              <p:spPr>
                <a:xfrm>
                  <a:off x="360000" y="5097296"/>
                  <a:ext cx="324691" cy="51914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400" b="0" i="0" smtClean="0"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B</m:t>
                        </m:r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5572F489-9180-9CF1-2E27-57EF98B374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00" y="5097296"/>
                  <a:ext cx="324691" cy="519142"/>
                </a:xfrm>
                <a:prstGeom prst="rect">
                  <a:avLst/>
                </a:prstGeom>
                <a:blipFill>
                  <a:blip r:embed="rId20"/>
                  <a:stretch>
                    <a:fillRect l="-18868" r="-56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Arc 158">
              <a:extLst>
                <a:ext uri="{FF2B5EF4-FFF2-40B4-BE49-F238E27FC236}">
                  <a16:creationId xmlns:a16="http://schemas.microsoft.com/office/drawing/2014/main" id="{648CE2B8-9B6C-C536-BF59-FAF18823B3D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712793" y="4699415"/>
              <a:ext cx="540228" cy="84229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3" name="Line 160">
              <a:extLst>
                <a:ext uri="{FF2B5EF4-FFF2-40B4-BE49-F238E27FC236}">
                  <a16:creationId xmlns:a16="http://schemas.microsoft.com/office/drawing/2014/main" id="{7B939C20-7E46-0B16-0C68-406727B3F1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0795" y="4847546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9" name="Line 160">
              <a:extLst>
                <a:ext uri="{FF2B5EF4-FFF2-40B4-BE49-F238E27FC236}">
                  <a16:creationId xmlns:a16="http://schemas.microsoft.com/office/drawing/2014/main" id="{E4713816-DBCC-9581-FA9A-4621DC92CE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0795" y="5390676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2" name="Arc 156">
              <a:extLst>
                <a:ext uri="{FF2B5EF4-FFF2-40B4-BE49-F238E27FC236}">
                  <a16:creationId xmlns:a16="http://schemas.microsoft.com/office/drawing/2014/main" id="{2FAAA357-CEFB-6D2B-F228-6E45E28806B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521566" y="4868797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3" name="Line 27">
              <a:extLst>
                <a:ext uri="{FF2B5EF4-FFF2-40B4-BE49-F238E27FC236}">
                  <a16:creationId xmlns:a16="http://schemas.microsoft.com/office/drawing/2014/main" id="{2A28806F-8819-D749-F7AF-AEB49038B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4998" y="4969140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" name="Line 27">
              <a:extLst>
                <a:ext uri="{FF2B5EF4-FFF2-40B4-BE49-F238E27FC236}">
                  <a16:creationId xmlns:a16="http://schemas.microsoft.com/office/drawing/2014/main" id="{7F1C97EC-ACFE-2DE2-454E-205D6CCDF2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4998" y="5268643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" name="Line 27">
              <a:extLst>
                <a:ext uri="{FF2B5EF4-FFF2-40B4-BE49-F238E27FC236}">
                  <a16:creationId xmlns:a16="http://schemas.microsoft.com/office/drawing/2014/main" id="{1C041363-626B-08C1-A819-449A700872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1038" y="5119134"/>
              <a:ext cx="3411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" name="Arc 156">
              <a:extLst>
                <a:ext uri="{FF2B5EF4-FFF2-40B4-BE49-F238E27FC236}">
                  <a16:creationId xmlns:a16="http://schemas.microsoft.com/office/drawing/2014/main" id="{96D53208-FF25-1527-E96C-0EAC1BA4F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9875" y="4847531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9635DE96-0728-E5B0-7425-F2A518E7E980}"/>
                </a:ext>
              </a:extLst>
            </p:cNvPr>
            <p:cNvSpPr/>
            <p:nvPr/>
          </p:nvSpPr>
          <p:spPr>
            <a:xfrm>
              <a:off x="892728" y="5233623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EDB0859D-FACF-0151-6EAB-7C170FF7D76C}"/>
                </a:ext>
              </a:extLst>
            </p:cNvPr>
            <p:cNvSpPr/>
            <p:nvPr/>
          </p:nvSpPr>
          <p:spPr>
            <a:xfrm>
              <a:off x="2973748" y="4559727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Line 27">
              <a:extLst>
                <a:ext uri="{FF2B5EF4-FFF2-40B4-BE49-F238E27FC236}">
                  <a16:creationId xmlns:a16="http://schemas.microsoft.com/office/drawing/2014/main" id="{2FC7F919-3BF9-DC49-09F7-2D5991B3774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821166" y="5449822"/>
              <a:ext cx="3720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A1A479AB-EFB3-409D-6478-7FBA20008A79}"/>
                </a:ext>
              </a:extLst>
            </p:cNvPr>
            <p:cNvSpPr/>
            <p:nvPr/>
          </p:nvSpPr>
          <p:spPr>
            <a:xfrm>
              <a:off x="2973748" y="5604303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6D8CE1D7-6B61-E4A0-7610-F3FAF186D87B}"/>
                </a:ext>
              </a:extLst>
            </p:cNvPr>
            <p:cNvSpPr/>
            <p:nvPr/>
          </p:nvSpPr>
          <p:spPr>
            <a:xfrm flipV="1">
              <a:off x="3911636" y="5070912"/>
              <a:ext cx="95205" cy="9947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DC9BFA7B-507A-9641-E965-69DEEFF820DA}"/>
                    </a:ext>
                  </a:extLst>
                </p:cNvPr>
                <p:cNvSpPr txBox="1"/>
                <p:nvPr/>
              </p:nvSpPr>
              <p:spPr>
                <a:xfrm>
                  <a:off x="4242225" y="5459994"/>
                  <a:ext cx="863880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A</m:t>
                            </m:r>
                            <m: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&gt;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DC9BFA7B-507A-9641-E965-69DEEFF820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2225" y="5459994"/>
                  <a:ext cx="863880" cy="417037"/>
                </a:xfrm>
                <a:prstGeom prst="rect">
                  <a:avLst/>
                </a:prstGeom>
                <a:blipFill>
                  <a:blip r:embed="rId21"/>
                  <a:stretch>
                    <a:fillRect l="-2817" b="-57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40AA358E-1E77-B833-32F0-D381C498B6AA}"/>
                    </a:ext>
                  </a:extLst>
                </p:cNvPr>
                <p:cNvSpPr txBox="1"/>
                <p:nvPr/>
              </p:nvSpPr>
              <p:spPr>
                <a:xfrm>
                  <a:off x="4242225" y="4906976"/>
                  <a:ext cx="863880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A</m:t>
                            </m:r>
                            <m: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40AA358E-1E77-B833-32F0-D381C498B6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2225" y="4906976"/>
                  <a:ext cx="863880" cy="417037"/>
                </a:xfrm>
                <a:prstGeom prst="rect">
                  <a:avLst/>
                </a:prstGeom>
                <a:blipFill>
                  <a:blip r:embed="rId22"/>
                  <a:stretch>
                    <a:fillRect l="-2817" b="-57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4F252BD8-DFD5-700A-520C-4A4DABE53B0A}"/>
                    </a:ext>
                  </a:extLst>
                </p:cNvPr>
                <p:cNvSpPr txBox="1"/>
                <p:nvPr/>
              </p:nvSpPr>
              <p:spPr>
                <a:xfrm>
                  <a:off x="4242225" y="4353958"/>
                  <a:ext cx="863880" cy="41703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eaLnBrk="1" hangingPunct="1">
                    <a:lnSpc>
                      <a:spcPct val="90000"/>
                    </a:lnSpc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400" b="0" i="1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A</m:t>
                            </m:r>
                            <m: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&lt;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b="0" i="0" smtClean="0">
                                <a:latin typeface="Cambria Math" panose="02040503050406030204" pitchFamily="18" charset="0"/>
                                <a:ea typeface="楷体_GB2312" pitchFamily="49" charset="-122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400" b="0" baseline="-25000" dirty="0"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4F252BD8-DFD5-700A-520C-4A4DABE53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2225" y="4353958"/>
                  <a:ext cx="863880" cy="417037"/>
                </a:xfrm>
                <a:prstGeom prst="rect">
                  <a:avLst/>
                </a:prstGeom>
                <a:blipFill>
                  <a:blip r:embed="rId23"/>
                  <a:stretch>
                    <a:fillRect l="-2817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1" name="Line 27">
              <a:extLst>
                <a:ext uri="{FF2B5EF4-FFF2-40B4-BE49-F238E27FC236}">
                  <a16:creationId xmlns:a16="http://schemas.microsoft.com/office/drawing/2014/main" id="{DE715DF5-7E29-9B17-FEBB-4F649B04D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597" y="4763139"/>
              <a:ext cx="3170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/>
            </a:p>
          </p:txBody>
        </p:sp>
        <p:sp>
          <p:nvSpPr>
            <p:cNvPr id="182" name="Line 27">
              <a:extLst>
                <a:ext uri="{FF2B5EF4-FFF2-40B4-BE49-F238E27FC236}">
                  <a16:creationId xmlns:a16="http://schemas.microsoft.com/office/drawing/2014/main" id="{B169DB91-1B6E-53B9-74DD-F8031A6C9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3905" y="4591059"/>
              <a:ext cx="152334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4" name="Line 27">
              <a:extLst>
                <a:ext uri="{FF2B5EF4-FFF2-40B4-BE49-F238E27FC236}">
                  <a16:creationId xmlns:a16="http://schemas.microsoft.com/office/drawing/2014/main" id="{9F5EA95C-1B14-D865-CCBA-3EA67C637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4464" y="5471013"/>
              <a:ext cx="31706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85" name="Line 27">
              <a:extLst>
                <a:ext uri="{FF2B5EF4-FFF2-40B4-BE49-F238E27FC236}">
                  <a16:creationId xmlns:a16="http://schemas.microsoft.com/office/drawing/2014/main" id="{955637A5-EB42-6939-A0C9-33B472396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5773" y="5637654"/>
              <a:ext cx="152147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sp>
          <p:nvSpPr>
            <p:cNvPr id="191" name="Arc 158">
              <a:extLst>
                <a:ext uri="{FF2B5EF4-FFF2-40B4-BE49-F238E27FC236}">
                  <a16:creationId xmlns:a16="http://schemas.microsoft.com/office/drawing/2014/main" id="{C67300EA-46EC-7BC8-3A4F-AE8BE1FE753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35599" y="4699039"/>
              <a:ext cx="540228" cy="842290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2" name="Line 160">
              <a:extLst>
                <a:ext uri="{FF2B5EF4-FFF2-40B4-BE49-F238E27FC236}">
                  <a16:creationId xmlns:a16="http://schemas.microsoft.com/office/drawing/2014/main" id="{DDA37B22-F5F8-3546-3453-E75F564539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3601" y="4847170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3" name="Line 160">
              <a:extLst>
                <a:ext uri="{FF2B5EF4-FFF2-40B4-BE49-F238E27FC236}">
                  <a16:creationId xmlns:a16="http://schemas.microsoft.com/office/drawing/2014/main" id="{009AA37B-ECEA-CABE-2845-14AB660C86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3601" y="5390300"/>
              <a:ext cx="2595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4" name="Arc 156">
              <a:extLst>
                <a:ext uri="{FF2B5EF4-FFF2-40B4-BE49-F238E27FC236}">
                  <a16:creationId xmlns:a16="http://schemas.microsoft.com/office/drawing/2014/main" id="{A10CA44F-6D44-86B9-925D-766AB26CFBE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244372" y="4868421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5" name="Line 27">
              <a:extLst>
                <a:ext uri="{FF2B5EF4-FFF2-40B4-BE49-F238E27FC236}">
                  <a16:creationId xmlns:a16="http://schemas.microsoft.com/office/drawing/2014/main" id="{294AED4A-1618-4CAF-9DCC-38ECC1234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8999" y="4968764"/>
              <a:ext cx="42080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" name="Line 27">
              <a:extLst>
                <a:ext uri="{FF2B5EF4-FFF2-40B4-BE49-F238E27FC236}">
                  <a16:creationId xmlns:a16="http://schemas.microsoft.com/office/drawing/2014/main" id="{57478B28-33A6-0C43-3AD1-B84E77778C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597" y="5268267"/>
              <a:ext cx="41920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7" name="Line 27">
              <a:extLst>
                <a:ext uri="{FF2B5EF4-FFF2-40B4-BE49-F238E27FC236}">
                  <a16:creationId xmlns:a16="http://schemas.microsoft.com/office/drawing/2014/main" id="{979FDEB3-D83E-3D7B-B305-27DF21DBE8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3844" y="5118758"/>
              <a:ext cx="2617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" name="Arc 156">
              <a:extLst>
                <a:ext uri="{FF2B5EF4-FFF2-40B4-BE49-F238E27FC236}">
                  <a16:creationId xmlns:a16="http://schemas.microsoft.com/office/drawing/2014/main" id="{8C14EC30-5085-C853-FAF0-73785083B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2681" y="4847155"/>
              <a:ext cx="391762" cy="521879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4678538F-F85C-6895-C152-BFBD3A8462CB}"/>
                </a:ext>
              </a:extLst>
            </p:cNvPr>
            <p:cNvSpPr/>
            <p:nvPr/>
          </p:nvSpPr>
          <p:spPr>
            <a:xfrm flipV="1">
              <a:off x="1634442" y="5070536"/>
              <a:ext cx="95205" cy="99471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/>
            </a:p>
          </p:txBody>
        </p:sp>
        <p:sp>
          <p:nvSpPr>
            <p:cNvPr id="201" name="椭圆 200">
              <a:extLst>
                <a:ext uri="{FF2B5EF4-FFF2-40B4-BE49-F238E27FC236}">
                  <a16:creationId xmlns:a16="http://schemas.microsoft.com/office/drawing/2014/main" id="{37C09817-67E6-7D4F-EDBE-904556F5798A}"/>
                </a:ext>
              </a:extLst>
            </p:cNvPr>
            <p:cNvSpPr/>
            <p:nvPr/>
          </p:nvSpPr>
          <p:spPr>
            <a:xfrm>
              <a:off x="891921" y="4933677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Line 27">
              <a:extLst>
                <a:ext uri="{FF2B5EF4-FFF2-40B4-BE49-F238E27FC236}">
                  <a16:creationId xmlns:a16="http://schemas.microsoft.com/office/drawing/2014/main" id="{C9D199F7-5D16-87F9-4D80-885AE128F8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521582" y="5115494"/>
              <a:ext cx="7280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C2F40765-9FF8-5688-0D5A-77E0D5891783}"/>
                </a:ext>
              </a:extLst>
            </p:cNvPr>
            <p:cNvSpPr/>
            <p:nvPr/>
          </p:nvSpPr>
          <p:spPr>
            <a:xfrm>
              <a:off x="1849182" y="5084791"/>
              <a:ext cx="69219" cy="692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4" name="组合 223">
              <a:extLst>
                <a:ext uri="{FF2B5EF4-FFF2-40B4-BE49-F238E27FC236}">
                  <a16:creationId xmlns:a16="http://schemas.microsoft.com/office/drawing/2014/main" id="{DEC08D55-7737-E693-EB00-435B26ADC240}"/>
                </a:ext>
              </a:extLst>
            </p:cNvPr>
            <p:cNvGrpSpPr/>
            <p:nvPr/>
          </p:nvGrpSpPr>
          <p:grpSpPr>
            <a:xfrm>
              <a:off x="1384179" y="4320000"/>
              <a:ext cx="1445079" cy="543145"/>
              <a:chOff x="605240" y="3505440"/>
              <a:chExt cx="1445079" cy="543145"/>
            </a:xfrm>
          </p:grpSpPr>
          <p:sp>
            <p:nvSpPr>
              <p:cNvPr id="225" name="Arc 158">
                <a:extLst>
                  <a:ext uri="{FF2B5EF4-FFF2-40B4-BE49-F238E27FC236}">
                    <a16:creationId xmlns:a16="http://schemas.microsoft.com/office/drawing/2014/main" id="{2273FBFD-B117-B826-4E24-E81D13B84005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56271" y="3357324"/>
                <a:ext cx="540228" cy="842290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26" name="Line 160">
                <a:extLst>
                  <a:ext uri="{FF2B5EF4-FFF2-40B4-BE49-F238E27FC236}">
                    <a16:creationId xmlns:a16="http://schemas.microsoft.com/office/drawing/2014/main" id="{943F6B32-2BA9-EDB2-2DCC-D96B1D5C3D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24273" y="3505455"/>
                <a:ext cx="2595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27" name="Line 160">
                <a:extLst>
                  <a:ext uri="{FF2B5EF4-FFF2-40B4-BE49-F238E27FC236}">
                    <a16:creationId xmlns:a16="http://schemas.microsoft.com/office/drawing/2014/main" id="{86253B2E-D6C0-6FCC-9436-094625C0EF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24273" y="4048585"/>
                <a:ext cx="2595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28" name="Arc 156">
                <a:extLst>
                  <a:ext uri="{FF2B5EF4-FFF2-40B4-BE49-F238E27FC236}">
                    <a16:creationId xmlns:a16="http://schemas.microsoft.com/office/drawing/2014/main" id="{3B0FA4F5-A191-1C50-6915-AEBECD17363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565044" y="3526706"/>
                <a:ext cx="391762" cy="521879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30" name="Arc 156">
                <a:extLst>
                  <a:ext uri="{FF2B5EF4-FFF2-40B4-BE49-F238E27FC236}">
                    <a16:creationId xmlns:a16="http://schemas.microsoft.com/office/drawing/2014/main" id="{A9F63DE4-57DF-5166-C323-F6CEC06913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353" y="3505440"/>
                <a:ext cx="391762" cy="521879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31" name="椭圆 230">
                <a:extLst>
                  <a:ext uri="{FF2B5EF4-FFF2-40B4-BE49-F238E27FC236}">
                    <a16:creationId xmlns:a16="http://schemas.microsoft.com/office/drawing/2014/main" id="{CA067F5F-3967-36BE-2BE9-95B1F4F8E5A2}"/>
                  </a:ext>
                </a:extLst>
              </p:cNvPr>
              <p:cNvSpPr/>
              <p:nvPr/>
            </p:nvSpPr>
            <p:spPr>
              <a:xfrm flipV="1">
                <a:off x="1955114" y="3728821"/>
                <a:ext cx="95205" cy="99471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 dirty="0"/>
              </a:p>
            </p:txBody>
          </p:sp>
        </p:grpSp>
        <p:grpSp>
          <p:nvGrpSpPr>
            <p:cNvPr id="239" name="组合 238">
              <a:extLst>
                <a:ext uri="{FF2B5EF4-FFF2-40B4-BE49-F238E27FC236}">
                  <a16:creationId xmlns:a16="http://schemas.microsoft.com/office/drawing/2014/main" id="{BF715204-5A98-8AD7-C507-ABE73C3E1EAF}"/>
                </a:ext>
              </a:extLst>
            </p:cNvPr>
            <p:cNvGrpSpPr/>
            <p:nvPr/>
          </p:nvGrpSpPr>
          <p:grpSpPr>
            <a:xfrm>
              <a:off x="1384782" y="5366069"/>
              <a:ext cx="1445079" cy="543145"/>
              <a:chOff x="605240" y="3505440"/>
              <a:chExt cx="1445079" cy="543145"/>
            </a:xfrm>
          </p:grpSpPr>
          <p:sp>
            <p:nvSpPr>
              <p:cNvPr id="240" name="Arc 158">
                <a:extLst>
                  <a:ext uri="{FF2B5EF4-FFF2-40B4-BE49-F238E27FC236}">
                    <a16:creationId xmlns:a16="http://schemas.microsoft.com/office/drawing/2014/main" id="{F35B3C68-E39C-0654-A9B0-ECB2AB7A3A45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56271" y="3357324"/>
                <a:ext cx="540228" cy="842290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41" name="Line 160">
                <a:extLst>
                  <a:ext uri="{FF2B5EF4-FFF2-40B4-BE49-F238E27FC236}">
                    <a16:creationId xmlns:a16="http://schemas.microsoft.com/office/drawing/2014/main" id="{D9D45E44-E5C6-8116-D77B-D259485D7D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24273" y="3505455"/>
                <a:ext cx="2595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42" name="Line 160">
                <a:extLst>
                  <a:ext uri="{FF2B5EF4-FFF2-40B4-BE49-F238E27FC236}">
                    <a16:creationId xmlns:a16="http://schemas.microsoft.com/office/drawing/2014/main" id="{16F7F83B-85F1-F554-53D3-DF30DBCD74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24273" y="4048585"/>
                <a:ext cx="25954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43" name="Arc 156">
                <a:extLst>
                  <a:ext uri="{FF2B5EF4-FFF2-40B4-BE49-F238E27FC236}">
                    <a16:creationId xmlns:a16="http://schemas.microsoft.com/office/drawing/2014/main" id="{7E213A2D-B5C1-184E-815A-5BBC0FC5022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565044" y="3526706"/>
                <a:ext cx="391762" cy="521879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44" name="Arc 156">
                <a:extLst>
                  <a:ext uri="{FF2B5EF4-FFF2-40B4-BE49-F238E27FC236}">
                    <a16:creationId xmlns:a16="http://schemas.microsoft.com/office/drawing/2014/main" id="{62B686E5-8DA4-B881-D268-6BC929256D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353" y="3505440"/>
                <a:ext cx="391762" cy="521879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sp>
            <p:nvSpPr>
              <p:cNvPr id="245" name="椭圆 244">
                <a:extLst>
                  <a:ext uri="{FF2B5EF4-FFF2-40B4-BE49-F238E27FC236}">
                    <a16:creationId xmlns:a16="http://schemas.microsoft.com/office/drawing/2014/main" id="{4ED97FAA-05A5-4567-FB13-5651A1CD50C8}"/>
                  </a:ext>
                </a:extLst>
              </p:cNvPr>
              <p:cNvSpPr/>
              <p:nvPr/>
            </p:nvSpPr>
            <p:spPr>
              <a:xfrm flipV="1">
                <a:off x="1955114" y="3728821"/>
                <a:ext cx="95205" cy="99471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8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3E9DBCE2-7F61-3952-EC0F-FD396CFD87D1}"/>
                    </a:ext>
                  </a:extLst>
                </p:cNvPr>
                <p:cNvSpPr txBox="1"/>
                <p:nvPr/>
              </p:nvSpPr>
              <p:spPr>
                <a:xfrm>
                  <a:off x="1967842" y="4967818"/>
                  <a:ext cx="698333" cy="33932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54" name="文本框 253">
                  <a:extLst>
                    <a:ext uri="{FF2B5EF4-FFF2-40B4-BE49-F238E27FC236}">
                      <a16:creationId xmlns:a16="http://schemas.microsoft.com/office/drawing/2014/main" id="{3E9DBCE2-7F61-3952-EC0F-FD396CFD87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7842" y="4967818"/>
                  <a:ext cx="698333" cy="339324"/>
                </a:xfrm>
                <a:prstGeom prst="rect">
                  <a:avLst/>
                </a:prstGeom>
                <a:blipFill>
                  <a:blip r:embed="rId24"/>
                  <a:stretch>
                    <a:fillRect l="-14035" r="-11404" b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3B3C48AD-9F3C-5B30-FE73-CBE4A657F941}"/>
                    </a:ext>
                  </a:extLst>
                </p:cNvPr>
                <p:cNvSpPr txBox="1"/>
                <p:nvPr/>
              </p:nvSpPr>
              <p:spPr>
                <a:xfrm>
                  <a:off x="2984855" y="3864384"/>
                  <a:ext cx="1240304" cy="72366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CN" sz="22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2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</m:e>
                        </m:acc>
                      </m:oMath>
                    </m:oMathPara>
                  </a14:m>
                  <a:endParaRPr lang="en-US" altLang="zh-CN" sz="2200" i="1" dirty="0">
                    <a:solidFill>
                      <a:srgbClr val="0000FF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3B3C48AD-9F3C-5B30-FE73-CBE4A657F9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4855" y="3864384"/>
                  <a:ext cx="1240304" cy="723660"/>
                </a:xfrm>
                <a:prstGeom prst="rect">
                  <a:avLst/>
                </a:prstGeom>
                <a:blipFill>
                  <a:blip r:embed="rId25"/>
                  <a:stretch>
                    <a:fillRect l="-4926" b="-25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3840A9CB-A617-A5A4-63A0-A30200086D18}"/>
                    </a:ext>
                  </a:extLst>
                </p:cNvPr>
                <p:cNvSpPr txBox="1"/>
                <p:nvPr/>
              </p:nvSpPr>
              <p:spPr>
                <a:xfrm>
                  <a:off x="2984855" y="5734007"/>
                  <a:ext cx="1288042" cy="72289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altLang="zh-CN" sz="22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2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2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  <m:r>
                                  <a:rPr lang="en-US" altLang="zh-CN" sz="22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2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</m:e>
                        </m:acc>
                      </m:oMath>
                    </m:oMathPara>
                  </a14:m>
                  <a:endParaRPr lang="en-US" altLang="zh-CN" sz="2200" i="1" dirty="0">
                    <a:solidFill>
                      <a:srgbClr val="0000FF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2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2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acc>
                          <m:accPr>
                            <m:chr m:val="̅"/>
                            <m:ctrlPr>
                              <a:rPr lang="en-US" altLang="zh-CN" sz="22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zh-CN" sz="22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acc>
                      </m:oMath>
                    </m:oMathPara>
                  </a14:m>
                  <a:endParaRPr lang="zh-CN" altLang="en-US" sz="22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57" name="文本框 256">
                  <a:extLst>
                    <a:ext uri="{FF2B5EF4-FFF2-40B4-BE49-F238E27FC236}">
                      <a16:creationId xmlns:a16="http://schemas.microsoft.com/office/drawing/2014/main" id="{3840A9CB-A617-A5A4-63A0-A30200086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4855" y="5734007"/>
                  <a:ext cx="1288042" cy="722890"/>
                </a:xfrm>
                <a:prstGeom prst="rect">
                  <a:avLst/>
                </a:prstGeom>
                <a:blipFill>
                  <a:blip r:embed="rId26"/>
                  <a:stretch>
                    <a:fillRect l="-4739" b="-25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CFFE8D34-04F9-6218-8BFB-6EE5AFA1E25E}"/>
                  </a:ext>
                </a:extLst>
              </p:cNvPr>
              <p:cNvSpPr txBox="1"/>
              <p:nvPr/>
            </p:nvSpPr>
            <p:spPr>
              <a:xfrm>
                <a:off x="7200000" y="2376000"/>
                <a:ext cx="3060701" cy="16176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</m:oMath>
                  </m:oMathPara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acc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AB</m:t>
                      </m:r>
                    </m:oMath>
                  </m:oMathPara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CFFE8D34-04F9-6218-8BFB-6EE5AFA1E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0" y="2376000"/>
                <a:ext cx="3060701" cy="161762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1238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CCB3D86-9143-125B-D2FD-4EA8DD0FDF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430897"/>
              </p:ext>
            </p:extLst>
          </p:nvPr>
        </p:nvGraphicFramePr>
        <p:xfrm>
          <a:off x="720000" y="3168000"/>
          <a:ext cx="4993990" cy="2758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9699">
                  <a:extLst>
                    <a:ext uri="{9D8B030D-6E8A-4147-A177-3AD203B41FA5}">
                      <a16:colId xmlns:a16="http://schemas.microsoft.com/office/drawing/2014/main" val="1233322485"/>
                    </a:ext>
                  </a:extLst>
                </a:gridCol>
                <a:gridCol w="1327355">
                  <a:extLst>
                    <a:ext uri="{9D8B030D-6E8A-4147-A177-3AD203B41FA5}">
                      <a16:colId xmlns:a16="http://schemas.microsoft.com/office/drawing/2014/main" val="1228595603"/>
                    </a:ext>
                  </a:extLst>
                </a:gridCol>
                <a:gridCol w="781665">
                  <a:extLst>
                    <a:ext uri="{9D8B030D-6E8A-4147-A177-3AD203B41FA5}">
                      <a16:colId xmlns:a16="http://schemas.microsoft.com/office/drawing/2014/main" val="2720320290"/>
                    </a:ext>
                  </a:extLst>
                </a:gridCol>
                <a:gridCol w="752167">
                  <a:extLst>
                    <a:ext uri="{9D8B030D-6E8A-4147-A177-3AD203B41FA5}">
                      <a16:colId xmlns:a16="http://schemas.microsoft.com/office/drawing/2014/main" val="86404319"/>
                    </a:ext>
                  </a:extLst>
                </a:gridCol>
                <a:gridCol w="783104">
                  <a:extLst>
                    <a:ext uri="{9D8B030D-6E8A-4147-A177-3AD203B41FA5}">
                      <a16:colId xmlns:a16="http://schemas.microsoft.com/office/drawing/2014/main" val="3328252892"/>
                    </a:ext>
                  </a:extLst>
                </a:gridCol>
              </a:tblGrid>
              <a:tr h="38444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A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B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A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B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A&lt;B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A&gt;B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A=B</a:t>
                      </a:r>
                      <a:endParaRPr lang="zh-CN" altLang="en-US" sz="2400" baseline="-25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101600"/>
                  </a:ext>
                </a:extLst>
              </a:tr>
              <a:tr h="472840"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A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&gt; B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kumimoji="1"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</a:t>
                      </a:r>
                      <a:r>
                        <a:rPr kumimoji="1" lang="en-US" altLang="zh-CN" sz="24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718531"/>
                  </a:ext>
                </a:extLst>
              </a:tr>
              <a:tr h="384443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&lt; B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      </a:t>
                      </a:r>
                      <a:r>
                        <a:rPr lang="en-US" altLang="zh-CN" sz="24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987197"/>
                  </a:ext>
                </a:extLst>
              </a:tr>
              <a:tr h="384443">
                <a:tc rowSpan="3"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</a:p>
                    <a:p>
                      <a:pPr algn="l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A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= B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1"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&gt; B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894557"/>
                  </a:ext>
                </a:extLst>
              </a:tr>
              <a:tr h="384443">
                <a:tc vMerge="1">
                  <a:txBody>
                    <a:bodyPr/>
                    <a:lstStyle/>
                    <a:p>
                      <a:pPr algn="l"/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&lt; B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063572"/>
                  </a:ext>
                </a:extLst>
              </a:tr>
              <a:tr h="384443">
                <a:tc vMerge="1">
                  <a:txBody>
                    <a:bodyPr/>
                    <a:lstStyle/>
                    <a:p>
                      <a:pPr algn="l"/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= B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296239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68DC7192-1F26-0076-4C83-9AD1D6A405E2}"/>
              </a:ext>
            </a:extLst>
          </p:cNvPr>
          <p:cNvSpPr txBox="1"/>
          <p:nvPr/>
        </p:nvSpPr>
        <p:spPr>
          <a:xfrm>
            <a:off x="720000" y="2700000"/>
            <a:ext cx="49939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真值表</a:t>
            </a:r>
            <a:endParaRPr lang="zh-CN" altLang="en-US" sz="2400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C8D5DBD-3149-9A7A-322C-560B002A271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5E24972A-8B70-1669-E0B3-09D9B358D6D1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13" name="箭头: 五边形 12">
                <a:extLst>
                  <a:ext uri="{FF2B5EF4-FFF2-40B4-BE49-F238E27FC236}">
                    <a16:creationId xmlns:a16="http://schemas.microsoft.com/office/drawing/2014/main" id="{419E9598-9F1D-3408-A195-4D70161A556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" name="箭头: V 形 13">
                <a:extLst>
                  <a:ext uri="{FF2B5EF4-FFF2-40B4-BE49-F238E27FC236}">
                    <a16:creationId xmlns:a16="http://schemas.microsoft.com/office/drawing/2014/main" id="{99C6A6DB-FB08-8E5B-7802-09FBD6251C3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" name="灯片编号占位符 3">
              <a:extLst>
                <a:ext uri="{FF2B5EF4-FFF2-40B4-BE49-F238E27FC236}">
                  <a16:creationId xmlns:a16="http://schemas.microsoft.com/office/drawing/2014/main" id="{FB09DD60-8E4C-8C71-DB4C-D9F3AA419416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427F500-37BD-25B9-F016-DCE086564B79}"/>
                  </a:ext>
                </a:extLst>
              </p:cNvPr>
              <p:cNvSpPr txBox="1"/>
              <p:nvPr/>
            </p:nvSpPr>
            <p:spPr>
              <a:xfrm>
                <a:off x="6336000" y="3600000"/>
                <a:ext cx="5537804" cy="17341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2800" i="1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28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427F500-37BD-25B9-F016-DCE086564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000" y="3600000"/>
                <a:ext cx="5537804" cy="17341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58FA604-2836-646B-A584-90A73BCFE3C7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8880423" cy="14673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位数值比较器：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对两个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位二进制数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40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做比较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先比较高位，只有高位相等，才比较两个数低位的大小</a:t>
                </a: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58FA604-2836-646B-A584-90A73BCFE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8880423" cy="1467389"/>
              </a:xfrm>
              <a:prstGeom prst="rect">
                <a:avLst/>
              </a:prstGeom>
              <a:blipFill>
                <a:blip r:embed="rId3"/>
                <a:stretch>
                  <a:fillRect l="-1235" t="-4564" b="-49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1">
            <a:extLst>
              <a:ext uri="{FF2B5EF4-FFF2-40B4-BE49-F238E27FC236}">
                <a16:creationId xmlns:a16="http://schemas.microsoft.com/office/drawing/2014/main" id="{3F0EE0CA-DDC3-11E1-609F-9DE7FF36A76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比较器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2 </a:t>
            </a:r>
            <a:r>
              <a:rPr lang="zh-CN" altLang="en-US" sz="3000" dirty="0">
                <a:solidFill>
                  <a:srgbClr val="FFFF00"/>
                </a:solidFill>
              </a:rPr>
              <a:t>位数值比较器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881556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4F6872F-691E-D435-9BA0-6DAA275099AB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8F7B7E9-72A7-FB25-EA7A-5100F5550CD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6" name="箭头: 五边形 5">
                <a:extLst>
                  <a:ext uri="{FF2B5EF4-FFF2-40B4-BE49-F238E27FC236}">
                    <a16:creationId xmlns:a16="http://schemas.microsoft.com/office/drawing/2014/main" id="{3C3A5A08-E437-7662-47F6-E140400B480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箭头: V 形 6">
                <a:extLst>
                  <a:ext uri="{FF2B5EF4-FFF2-40B4-BE49-F238E27FC236}">
                    <a16:creationId xmlns:a16="http://schemas.microsoft.com/office/drawing/2014/main" id="{E2E20692-921A-0D0F-776B-5369B0CF156E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" name="灯片编号占位符 3">
              <a:extLst>
                <a:ext uri="{FF2B5EF4-FFF2-40B4-BE49-F238E27FC236}">
                  <a16:creationId xmlns:a16="http://schemas.microsoft.com/office/drawing/2014/main" id="{EAE45256-9E2D-68D9-4198-D44ABDE2C7D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0C8C256C-6E32-F03A-6823-39DFA3F3F9E1}"/>
              </a:ext>
            </a:extLst>
          </p:cNvPr>
          <p:cNvSpPr txBox="1"/>
          <p:nvPr/>
        </p:nvSpPr>
        <p:spPr>
          <a:xfrm>
            <a:off x="360000" y="828000"/>
            <a:ext cx="3791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位数值比较器：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CAAB8D8E-313E-53F3-6311-1FDAC21184E9}"/>
              </a:ext>
            </a:extLst>
          </p:cNvPr>
          <p:cNvGrpSpPr/>
          <p:nvPr/>
        </p:nvGrpSpPr>
        <p:grpSpPr>
          <a:xfrm>
            <a:off x="3096000" y="1188458"/>
            <a:ext cx="8339635" cy="4255046"/>
            <a:chOff x="476861" y="1789068"/>
            <a:chExt cx="8339635" cy="4255046"/>
          </a:xfrm>
        </p:grpSpPr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38B9534C-0EF3-80A1-95CD-AF0B371B5574}"/>
                </a:ext>
              </a:extLst>
            </p:cNvPr>
            <p:cNvSpPr/>
            <p:nvPr/>
          </p:nvSpPr>
          <p:spPr>
            <a:xfrm>
              <a:off x="1266786" y="2145165"/>
              <a:ext cx="1463443" cy="117119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位数值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比较器</a:t>
              </a:r>
            </a:p>
          </p:txBody>
        </p:sp>
        <p:sp>
          <p:nvSpPr>
            <p:cNvPr id="136" name="Line 27">
              <a:extLst>
                <a:ext uri="{FF2B5EF4-FFF2-40B4-BE49-F238E27FC236}">
                  <a16:creationId xmlns:a16="http://schemas.microsoft.com/office/drawing/2014/main" id="{6CD84A62-BD28-236D-9382-6576C9C5B9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013" y="2356487"/>
              <a:ext cx="3947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37" name="Line 27">
              <a:extLst>
                <a:ext uri="{FF2B5EF4-FFF2-40B4-BE49-F238E27FC236}">
                  <a16:creationId xmlns:a16="http://schemas.microsoft.com/office/drawing/2014/main" id="{79E9765F-089B-0FF9-0BD2-5C87799A21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013" y="3105034"/>
              <a:ext cx="3947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38" name="Line 27">
              <a:extLst>
                <a:ext uri="{FF2B5EF4-FFF2-40B4-BE49-F238E27FC236}">
                  <a16:creationId xmlns:a16="http://schemas.microsoft.com/office/drawing/2014/main" id="{221FC4C3-11D9-ACEA-422E-48B311ADA1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0228" y="2227907"/>
              <a:ext cx="41236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39" name="Line 27">
              <a:extLst>
                <a:ext uri="{FF2B5EF4-FFF2-40B4-BE49-F238E27FC236}">
                  <a16:creationId xmlns:a16="http://schemas.microsoft.com/office/drawing/2014/main" id="{E6E61BAD-8BC6-E6CD-40E2-ADD9694CC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0229" y="2730761"/>
              <a:ext cx="1785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40" name="Line 27">
              <a:extLst>
                <a:ext uri="{FF2B5EF4-FFF2-40B4-BE49-F238E27FC236}">
                  <a16:creationId xmlns:a16="http://schemas.microsoft.com/office/drawing/2014/main" id="{50835863-9E83-70A7-B070-35789FFDB5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0229" y="3233615"/>
              <a:ext cx="13200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A8B9E6A3-1C2F-0B56-8AE5-CCA31E54C2BB}"/>
                    </a:ext>
                  </a:extLst>
                </p:cNvPr>
                <p:cNvSpPr txBox="1"/>
                <p:nvPr/>
              </p:nvSpPr>
              <p:spPr>
                <a:xfrm>
                  <a:off x="2730225" y="1789068"/>
                  <a:ext cx="948057" cy="4265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00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A8B9E6A3-1C2F-0B56-8AE5-CCA31E54C2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0225" y="1789068"/>
                  <a:ext cx="948057" cy="42652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D5D6C46E-1289-025C-4805-3E696B89E52C}"/>
                    </a:ext>
                  </a:extLst>
                </p:cNvPr>
                <p:cNvSpPr txBox="1"/>
                <p:nvPr/>
              </p:nvSpPr>
              <p:spPr>
                <a:xfrm>
                  <a:off x="2730225" y="2297192"/>
                  <a:ext cx="948057" cy="4265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00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D5D6C46E-1289-025C-4805-3E696B89E5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0225" y="2297192"/>
                  <a:ext cx="948057" cy="426527"/>
                </a:xfrm>
                <a:prstGeom prst="rect">
                  <a:avLst/>
                </a:prstGeom>
                <a:blipFill>
                  <a:blip r:embed="rId3"/>
                  <a:stretch>
                    <a:fillRect b="-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69425F4D-1853-94F4-8FBB-F89DCCCF081A}"/>
                    </a:ext>
                  </a:extLst>
                </p:cNvPr>
                <p:cNvSpPr txBox="1"/>
                <p:nvPr/>
              </p:nvSpPr>
              <p:spPr>
                <a:xfrm>
                  <a:off x="2724275" y="2807088"/>
                  <a:ext cx="948057" cy="4265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00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US" altLang="zh-CN" sz="2000" b="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69425F4D-1853-94F4-8FBB-F89DCCCF08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4275" y="2807088"/>
                  <a:ext cx="948057" cy="42652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6B6B8EEE-F7ED-E65A-14F2-7BF28CB14753}"/>
                    </a:ext>
                  </a:extLst>
                </p:cNvPr>
                <p:cNvSpPr txBox="1"/>
                <p:nvPr/>
              </p:nvSpPr>
              <p:spPr>
                <a:xfrm>
                  <a:off x="476864" y="2156432"/>
                  <a:ext cx="43239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6B6B8EEE-F7ED-E65A-14F2-7BF28CB14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864" y="2156432"/>
                  <a:ext cx="432399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A82099AC-3C08-E719-D283-4FB6ACE79854}"/>
                    </a:ext>
                  </a:extLst>
                </p:cNvPr>
                <p:cNvSpPr txBox="1"/>
                <p:nvPr/>
              </p:nvSpPr>
              <p:spPr>
                <a:xfrm>
                  <a:off x="476863" y="2904979"/>
                  <a:ext cx="43239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A82099AC-3C08-E719-D283-4FB6ACE798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863" y="2904979"/>
                  <a:ext cx="432399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040E05F4-E58F-A5A2-5331-B4B0AA0DC68A}"/>
                </a:ext>
              </a:extLst>
            </p:cNvPr>
            <p:cNvSpPr/>
            <p:nvPr/>
          </p:nvSpPr>
          <p:spPr>
            <a:xfrm>
              <a:off x="1266784" y="3774476"/>
              <a:ext cx="1463443" cy="117119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位数值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比较器</a:t>
              </a:r>
            </a:p>
          </p:txBody>
        </p:sp>
        <p:sp>
          <p:nvSpPr>
            <p:cNvPr id="147" name="Line 27">
              <a:extLst>
                <a:ext uri="{FF2B5EF4-FFF2-40B4-BE49-F238E27FC236}">
                  <a16:creationId xmlns:a16="http://schemas.microsoft.com/office/drawing/2014/main" id="{D3FDAC1C-798A-E20A-76FD-DBD79AF942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011" y="3985798"/>
              <a:ext cx="3947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48" name="Line 27">
              <a:extLst>
                <a:ext uri="{FF2B5EF4-FFF2-40B4-BE49-F238E27FC236}">
                  <a16:creationId xmlns:a16="http://schemas.microsoft.com/office/drawing/2014/main" id="{EC92B22D-6ABF-2D54-2F3C-FF140BBC6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2011" y="4734345"/>
              <a:ext cx="39477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390744FB-99EA-3604-C2B5-65203F1DBE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0227" y="3857218"/>
              <a:ext cx="1785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50" name="Line 27">
              <a:extLst>
                <a:ext uri="{FF2B5EF4-FFF2-40B4-BE49-F238E27FC236}">
                  <a16:creationId xmlns:a16="http://schemas.microsoft.com/office/drawing/2014/main" id="{72ABF38F-2D88-94E5-C1F4-3FC69CF3E9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0227" y="4360072"/>
              <a:ext cx="177966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51" name="Line 27">
              <a:extLst>
                <a:ext uri="{FF2B5EF4-FFF2-40B4-BE49-F238E27FC236}">
                  <a16:creationId xmlns:a16="http://schemas.microsoft.com/office/drawing/2014/main" id="{9F9ACC75-0461-3B64-6C46-0D7830E53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0227" y="4862926"/>
              <a:ext cx="1785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6DBE10CF-1F11-7E96-73D0-376C34F844D4}"/>
                    </a:ext>
                  </a:extLst>
                </p:cNvPr>
                <p:cNvSpPr txBox="1"/>
                <p:nvPr/>
              </p:nvSpPr>
              <p:spPr>
                <a:xfrm>
                  <a:off x="2724275" y="3417654"/>
                  <a:ext cx="948057" cy="4385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00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6DBE10CF-1F11-7E96-73D0-376C34F844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4275" y="3417654"/>
                  <a:ext cx="948057" cy="43851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6463CC26-4F23-4905-32F3-C8F4AD180242}"/>
                    </a:ext>
                  </a:extLst>
                </p:cNvPr>
                <p:cNvSpPr txBox="1"/>
                <p:nvPr/>
              </p:nvSpPr>
              <p:spPr>
                <a:xfrm>
                  <a:off x="2718941" y="3932017"/>
                  <a:ext cx="948057" cy="4385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00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文本框 152">
                  <a:extLst>
                    <a:ext uri="{FF2B5EF4-FFF2-40B4-BE49-F238E27FC236}">
                      <a16:creationId xmlns:a16="http://schemas.microsoft.com/office/drawing/2014/main" id="{6463CC26-4F23-4905-32F3-C8F4AD180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8941" y="3932017"/>
                  <a:ext cx="948057" cy="43851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BF9FC73B-EDEE-2D19-179B-01273801B0BA}"/>
                    </a:ext>
                  </a:extLst>
                </p:cNvPr>
                <p:cNvSpPr txBox="1"/>
                <p:nvPr/>
              </p:nvSpPr>
              <p:spPr>
                <a:xfrm>
                  <a:off x="2735931" y="4430586"/>
                  <a:ext cx="948057" cy="43851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CN" sz="2000" i="1" smtClean="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en-US" altLang="zh-CN" sz="20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BF9FC73B-EDEE-2D19-179B-01273801B0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5931" y="4430586"/>
                  <a:ext cx="948057" cy="43851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8C35C95E-A82C-37D8-D391-25E655D342AE}"/>
                    </a:ext>
                  </a:extLst>
                </p:cNvPr>
                <p:cNvSpPr txBox="1"/>
                <p:nvPr/>
              </p:nvSpPr>
              <p:spPr>
                <a:xfrm>
                  <a:off x="476862" y="3785743"/>
                  <a:ext cx="43239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8C35C95E-A82C-37D8-D391-25E655D342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862" y="3785743"/>
                  <a:ext cx="432399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66506403-8A9A-AEA3-3B5B-2F8A6C41BFF8}"/>
                    </a:ext>
                  </a:extLst>
                </p:cNvPr>
                <p:cNvSpPr txBox="1"/>
                <p:nvPr/>
              </p:nvSpPr>
              <p:spPr>
                <a:xfrm>
                  <a:off x="476861" y="4534290"/>
                  <a:ext cx="43239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6" name="文本框 155">
                  <a:extLst>
                    <a:ext uri="{FF2B5EF4-FFF2-40B4-BE49-F238E27FC236}">
                      <a16:creationId xmlns:a16="http://schemas.microsoft.com/office/drawing/2014/main" id="{66506403-8A9A-AEA3-3B5B-2F8A6C41B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861" y="4534290"/>
                  <a:ext cx="432399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7" name="流程图: 延期 156">
              <a:extLst>
                <a:ext uri="{FF2B5EF4-FFF2-40B4-BE49-F238E27FC236}">
                  <a16:creationId xmlns:a16="http://schemas.microsoft.com/office/drawing/2014/main" id="{AD826249-1E81-27A6-3F4C-03C175BE30F5}"/>
                </a:ext>
              </a:extLst>
            </p:cNvPr>
            <p:cNvSpPr/>
            <p:nvPr/>
          </p:nvSpPr>
          <p:spPr>
            <a:xfrm>
              <a:off x="5344590" y="2586102"/>
              <a:ext cx="743870" cy="792173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8" name="Line 27">
              <a:extLst>
                <a:ext uri="{FF2B5EF4-FFF2-40B4-BE49-F238E27FC236}">
                  <a16:creationId xmlns:a16="http://schemas.microsoft.com/office/drawing/2014/main" id="{85E3DCE0-774D-16AD-CD72-F89C40B9E2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8332" y="2730761"/>
              <a:ext cx="8462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59" name="Line 27">
              <a:extLst>
                <a:ext uri="{FF2B5EF4-FFF2-40B4-BE49-F238E27FC236}">
                  <a16:creationId xmlns:a16="http://schemas.microsoft.com/office/drawing/2014/main" id="{05D829AC-E35D-2B9D-B123-D1152CF78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8332" y="3233615"/>
              <a:ext cx="8462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60" name="Line 27">
              <a:extLst>
                <a:ext uri="{FF2B5EF4-FFF2-40B4-BE49-F238E27FC236}">
                  <a16:creationId xmlns:a16="http://schemas.microsoft.com/office/drawing/2014/main" id="{A0247F14-6086-8294-E500-915C82FFA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8460" y="2982188"/>
              <a:ext cx="3100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61" name="Line 27">
              <a:extLst>
                <a:ext uri="{FF2B5EF4-FFF2-40B4-BE49-F238E27FC236}">
                  <a16:creationId xmlns:a16="http://schemas.microsoft.com/office/drawing/2014/main" id="{3DA75652-C431-8D25-33CF-2FFBF05B44A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191938" y="3551573"/>
              <a:ext cx="6359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62" name="流程图: 延期 161">
              <a:extLst>
                <a:ext uri="{FF2B5EF4-FFF2-40B4-BE49-F238E27FC236}">
                  <a16:creationId xmlns:a16="http://schemas.microsoft.com/office/drawing/2014/main" id="{65ACB1A9-A011-5DC8-4294-CC65CD27420A}"/>
                </a:ext>
              </a:extLst>
            </p:cNvPr>
            <p:cNvSpPr/>
            <p:nvPr/>
          </p:nvSpPr>
          <p:spPr>
            <a:xfrm>
              <a:off x="5344590" y="4214826"/>
              <a:ext cx="743870" cy="792173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3" name="Line 27">
              <a:extLst>
                <a:ext uri="{FF2B5EF4-FFF2-40B4-BE49-F238E27FC236}">
                  <a16:creationId xmlns:a16="http://schemas.microsoft.com/office/drawing/2014/main" id="{CE5D1821-7751-1BFB-D3B9-53761CD00D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460" y="4359485"/>
              <a:ext cx="42312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64" name="Line 27">
              <a:extLst>
                <a:ext uri="{FF2B5EF4-FFF2-40B4-BE49-F238E27FC236}">
                  <a16:creationId xmlns:a16="http://schemas.microsoft.com/office/drawing/2014/main" id="{57FDB621-F0E3-51AF-1C84-DB3B5062A0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8332" y="4862339"/>
              <a:ext cx="84625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65" name="Line 27">
              <a:extLst>
                <a:ext uri="{FF2B5EF4-FFF2-40B4-BE49-F238E27FC236}">
                  <a16:creationId xmlns:a16="http://schemas.microsoft.com/office/drawing/2014/main" id="{E26B47E3-354A-7615-138C-66EDC3B54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8460" y="4610912"/>
              <a:ext cx="47402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66" name="Arc 158">
              <a:extLst>
                <a:ext uri="{FF2B5EF4-FFF2-40B4-BE49-F238E27FC236}">
                  <a16:creationId xmlns:a16="http://schemas.microsoft.com/office/drawing/2014/main" id="{DF5415D6-CB8F-3C23-0F2A-EE702813921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912388" y="1912991"/>
              <a:ext cx="853946" cy="1102858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7" name="Line 160">
              <a:extLst>
                <a:ext uri="{FF2B5EF4-FFF2-40B4-BE49-F238E27FC236}">
                  <a16:creationId xmlns:a16="http://schemas.microsoft.com/office/drawing/2014/main" id="{2149A6A2-1284-C1A9-7D78-72A76AB40B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9401" y="2032861"/>
              <a:ext cx="3398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8" name="Line 160">
              <a:extLst>
                <a:ext uri="{FF2B5EF4-FFF2-40B4-BE49-F238E27FC236}">
                  <a16:creationId xmlns:a16="http://schemas.microsoft.com/office/drawing/2014/main" id="{9978BE97-2DE9-24CB-FE94-12357954EF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9401" y="2891394"/>
              <a:ext cx="3398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69" name="Arc 156">
              <a:extLst>
                <a:ext uri="{FF2B5EF4-FFF2-40B4-BE49-F238E27FC236}">
                  <a16:creationId xmlns:a16="http://schemas.microsoft.com/office/drawing/2014/main" id="{8BC826C5-42E3-D93D-E09B-D0DF54A63E6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044656" y="2066453"/>
              <a:ext cx="512956" cy="824941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0" name="Line 27">
              <a:extLst>
                <a:ext uri="{FF2B5EF4-FFF2-40B4-BE49-F238E27FC236}">
                  <a16:creationId xmlns:a16="http://schemas.microsoft.com/office/drawing/2014/main" id="{BC9FDF49-2276-15C3-04E9-06A5430781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1520" y="2462164"/>
              <a:ext cx="4467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71" name="Arc 156">
              <a:extLst>
                <a:ext uri="{FF2B5EF4-FFF2-40B4-BE49-F238E27FC236}">
                  <a16:creationId xmlns:a16="http://schemas.microsoft.com/office/drawing/2014/main" id="{210913BC-7ECB-D608-70FA-000E88937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2442" y="2032837"/>
              <a:ext cx="512956" cy="824941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3" name="Line 27">
              <a:extLst>
                <a:ext uri="{FF2B5EF4-FFF2-40B4-BE49-F238E27FC236}">
                  <a16:creationId xmlns:a16="http://schemas.microsoft.com/office/drawing/2014/main" id="{D4B03963-A67D-E7AD-20B9-BA0DBC073C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98543" y="2730351"/>
              <a:ext cx="4380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D10B2F5C-888A-AF8A-EB2D-EF74F9BB8BE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270247" y="2853891"/>
              <a:ext cx="2565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75" name="Arc 158">
              <a:extLst>
                <a:ext uri="{FF2B5EF4-FFF2-40B4-BE49-F238E27FC236}">
                  <a16:creationId xmlns:a16="http://schemas.microsoft.com/office/drawing/2014/main" id="{91966DFE-F527-0FCD-0474-EEB44BA3F36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5912388" y="3794368"/>
              <a:ext cx="853946" cy="1102858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6" name="Line 160">
              <a:extLst>
                <a:ext uri="{FF2B5EF4-FFF2-40B4-BE49-F238E27FC236}">
                  <a16:creationId xmlns:a16="http://schemas.microsoft.com/office/drawing/2014/main" id="{6DD8FA79-26D1-1287-A5C6-49E1559E64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9401" y="3914238"/>
              <a:ext cx="3398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7" name="Line 160">
              <a:extLst>
                <a:ext uri="{FF2B5EF4-FFF2-40B4-BE49-F238E27FC236}">
                  <a16:creationId xmlns:a16="http://schemas.microsoft.com/office/drawing/2014/main" id="{DB238FBC-1991-E4B8-4075-0414EEFBEF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9401" y="4772771"/>
              <a:ext cx="33983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8" name="Arc 156">
              <a:extLst>
                <a:ext uri="{FF2B5EF4-FFF2-40B4-BE49-F238E27FC236}">
                  <a16:creationId xmlns:a16="http://schemas.microsoft.com/office/drawing/2014/main" id="{5E7B007E-3C2C-BAD8-BC9C-B88CB9A22CA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044656" y="3947830"/>
              <a:ext cx="512956" cy="824941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9" name="Line 27">
              <a:extLst>
                <a:ext uri="{FF2B5EF4-FFF2-40B4-BE49-F238E27FC236}">
                  <a16:creationId xmlns:a16="http://schemas.microsoft.com/office/drawing/2014/main" id="{59F5CA9F-2374-DBEA-8183-BD1FA5D20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1520" y="4343541"/>
              <a:ext cx="4467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80" name="Arc 156">
              <a:extLst>
                <a:ext uri="{FF2B5EF4-FFF2-40B4-BE49-F238E27FC236}">
                  <a16:creationId xmlns:a16="http://schemas.microsoft.com/office/drawing/2014/main" id="{A944E8C4-7A17-54B3-F25A-E35FB8EB4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2442" y="3914214"/>
              <a:ext cx="512956" cy="824941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81" name="Line 27">
              <a:extLst>
                <a:ext uri="{FF2B5EF4-FFF2-40B4-BE49-F238E27FC236}">
                  <a16:creationId xmlns:a16="http://schemas.microsoft.com/office/drawing/2014/main" id="{380EC4EE-9084-DC1A-2BDF-A430B48D3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6218" y="4108874"/>
              <a:ext cx="281765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82" name="Line 27">
              <a:extLst>
                <a:ext uri="{FF2B5EF4-FFF2-40B4-BE49-F238E27FC236}">
                  <a16:creationId xmlns:a16="http://schemas.microsoft.com/office/drawing/2014/main" id="{FF9572E5-7B65-9677-0575-E4040E8026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98543" y="4611728"/>
              <a:ext cx="4380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83" name="Line 27">
              <a:extLst>
                <a:ext uri="{FF2B5EF4-FFF2-40B4-BE49-F238E27FC236}">
                  <a16:creationId xmlns:a16="http://schemas.microsoft.com/office/drawing/2014/main" id="{1BD33891-1AC4-CC4C-234C-647560DEBE4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604469" y="3665358"/>
              <a:ext cx="8870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84" name="Line 27">
              <a:extLst>
                <a:ext uri="{FF2B5EF4-FFF2-40B4-BE49-F238E27FC236}">
                  <a16:creationId xmlns:a16="http://schemas.microsoft.com/office/drawing/2014/main" id="{E5192124-1F27-354E-E067-B1E460049D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75352" y="4050492"/>
              <a:ext cx="26922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85" name="流程图: 延期 184">
              <a:extLst>
                <a:ext uri="{FF2B5EF4-FFF2-40B4-BE49-F238E27FC236}">
                  <a16:creationId xmlns:a16="http://schemas.microsoft.com/office/drawing/2014/main" id="{90521481-4C0F-47AD-A016-3CF09AF54DCA}"/>
                </a:ext>
              </a:extLst>
            </p:cNvPr>
            <p:cNvSpPr/>
            <p:nvPr/>
          </p:nvSpPr>
          <p:spPr>
            <a:xfrm>
              <a:off x="5344589" y="5251941"/>
              <a:ext cx="743870" cy="792173"/>
            </a:xfrm>
            <a:prstGeom prst="flowChartDelay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86" name="Line 27">
              <a:extLst>
                <a:ext uri="{FF2B5EF4-FFF2-40B4-BE49-F238E27FC236}">
                  <a16:creationId xmlns:a16="http://schemas.microsoft.com/office/drawing/2014/main" id="{D52DC1EA-CF8F-9345-2D86-3F95E4AFC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0138" y="5396600"/>
              <a:ext cx="43445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87" name="Line 27">
              <a:extLst>
                <a:ext uri="{FF2B5EF4-FFF2-40B4-BE49-F238E27FC236}">
                  <a16:creationId xmlns:a16="http://schemas.microsoft.com/office/drawing/2014/main" id="{47C93D2B-A3B0-24EE-C45F-39B92D2816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6275" y="5899454"/>
              <a:ext cx="85712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88" name="Line 27">
              <a:extLst>
                <a:ext uri="{FF2B5EF4-FFF2-40B4-BE49-F238E27FC236}">
                  <a16:creationId xmlns:a16="http://schemas.microsoft.com/office/drawing/2014/main" id="{96B8080F-A3DE-86B7-4C09-E8647FA8B1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8459" y="5648027"/>
              <a:ext cx="18997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89" name="Line 27">
              <a:extLst>
                <a:ext uri="{FF2B5EF4-FFF2-40B4-BE49-F238E27FC236}">
                  <a16:creationId xmlns:a16="http://schemas.microsoft.com/office/drawing/2014/main" id="{01981DD4-B4B7-3143-05DA-9A815366FB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28347" y="5129471"/>
              <a:ext cx="1539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/>
            </a:p>
          </p:txBody>
        </p:sp>
        <p:sp>
          <p:nvSpPr>
            <p:cNvPr id="190" name="椭圆 189">
              <a:extLst>
                <a:ext uri="{FF2B5EF4-FFF2-40B4-BE49-F238E27FC236}">
                  <a16:creationId xmlns:a16="http://schemas.microsoft.com/office/drawing/2014/main" id="{BE73B04D-9D4B-7404-AAB5-123445326BFC}"/>
                </a:ext>
              </a:extLst>
            </p:cNvPr>
            <p:cNvSpPr/>
            <p:nvPr/>
          </p:nvSpPr>
          <p:spPr>
            <a:xfrm>
              <a:off x="4878426" y="2686691"/>
              <a:ext cx="86066" cy="860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1" name="椭圆 190">
              <a:extLst>
                <a:ext uri="{FF2B5EF4-FFF2-40B4-BE49-F238E27FC236}">
                  <a16:creationId xmlns:a16="http://schemas.microsoft.com/office/drawing/2014/main" id="{C959B0FB-FD64-E454-5196-10ED9949DCF4}"/>
                </a:ext>
              </a:extLst>
            </p:cNvPr>
            <p:cNvSpPr/>
            <p:nvPr/>
          </p:nvSpPr>
          <p:spPr>
            <a:xfrm>
              <a:off x="4879116" y="4316487"/>
              <a:ext cx="86066" cy="860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70EE4AF2-21FF-2D22-9FBA-274CE8BA9617}"/>
                    </a:ext>
                  </a:extLst>
                </p:cNvPr>
                <p:cNvSpPr txBox="1"/>
                <p:nvPr/>
              </p:nvSpPr>
              <p:spPr>
                <a:xfrm>
                  <a:off x="5453694" y="2778111"/>
                  <a:ext cx="45260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70EE4AF2-21FF-2D22-9FBA-274CE8BA96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3694" y="2778111"/>
                  <a:ext cx="452605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文本框 192">
                  <a:extLst>
                    <a:ext uri="{FF2B5EF4-FFF2-40B4-BE49-F238E27FC236}">
                      <a16:creationId xmlns:a16="http://schemas.microsoft.com/office/drawing/2014/main" id="{EE45EF70-9B3E-0823-B3EB-D1CF4E4DB4A5}"/>
                    </a:ext>
                  </a:extLst>
                </p:cNvPr>
                <p:cNvSpPr txBox="1"/>
                <p:nvPr/>
              </p:nvSpPr>
              <p:spPr>
                <a:xfrm>
                  <a:off x="5379721" y="4410857"/>
                  <a:ext cx="5881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3" name="文本框 192">
                  <a:extLst>
                    <a:ext uri="{FF2B5EF4-FFF2-40B4-BE49-F238E27FC236}">
                      <a16:creationId xmlns:a16="http://schemas.microsoft.com/office/drawing/2014/main" id="{EE45EF70-9B3E-0823-B3EB-D1CF4E4DB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9721" y="4410857"/>
                  <a:ext cx="588179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3D5A0E14-A481-BEF8-6338-C9D43FA78873}"/>
                    </a:ext>
                  </a:extLst>
                </p:cNvPr>
                <p:cNvSpPr txBox="1"/>
                <p:nvPr/>
              </p:nvSpPr>
              <p:spPr>
                <a:xfrm>
                  <a:off x="5379721" y="5447972"/>
                  <a:ext cx="5881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4" name="文本框 193">
                  <a:extLst>
                    <a:ext uri="{FF2B5EF4-FFF2-40B4-BE49-F238E27FC236}">
                      <a16:creationId xmlns:a16="http://schemas.microsoft.com/office/drawing/2014/main" id="{3D5A0E14-A481-BEF8-6338-C9D43FA788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9721" y="5447972"/>
                  <a:ext cx="588179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" name="文本框 194">
                  <a:extLst>
                    <a:ext uri="{FF2B5EF4-FFF2-40B4-BE49-F238E27FC236}">
                      <a16:creationId xmlns:a16="http://schemas.microsoft.com/office/drawing/2014/main" id="{7B644D3C-3920-90EF-62E1-05F559A3276E}"/>
                    </a:ext>
                  </a:extLst>
                </p:cNvPr>
                <p:cNvSpPr txBox="1"/>
                <p:nvPr/>
              </p:nvSpPr>
              <p:spPr>
                <a:xfrm>
                  <a:off x="6977528" y="2257614"/>
                  <a:ext cx="45260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5" name="文本框 194">
                  <a:extLst>
                    <a:ext uri="{FF2B5EF4-FFF2-40B4-BE49-F238E27FC236}">
                      <a16:creationId xmlns:a16="http://schemas.microsoft.com/office/drawing/2014/main" id="{7B644D3C-3920-90EF-62E1-05F559A327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7528" y="2257614"/>
                  <a:ext cx="452605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9A464C4E-AF5D-C0DD-9B1D-C2162A473141}"/>
                    </a:ext>
                  </a:extLst>
                </p:cNvPr>
                <p:cNvSpPr txBox="1"/>
                <p:nvPr/>
              </p:nvSpPr>
              <p:spPr>
                <a:xfrm>
                  <a:off x="6977527" y="4151811"/>
                  <a:ext cx="452605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6" name="文本框 195">
                  <a:extLst>
                    <a:ext uri="{FF2B5EF4-FFF2-40B4-BE49-F238E27FC236}">
                      <a16:creationId xmlns:a16="http://schemas.microsoft.com/office/drawing/2014/main" id="{9A464C4E-AF5D-C0DD-9B1D-C2162A4731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7527" y="4151811"/>
                  <a:ext cx="452605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809405B7-2CD8-5A7D-F096-2093EB01F97A}"/>
                    </a:ext>
                  </a:extLst>
                </p:cNvPr>
                <p:cNvSpPr txBox="1"/>
                <p:nvPr/>
              </p:nvSpPr>
              <p:spPr>
                <a:xfrm>
                  <a:off x="7868439" y="2257614"/>
                  <a:ext cx="94805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7" name="文本框 196">
                  <a:extLst>
                    <a:ext uri="{FF2B5EF4-FFF2-40B4-BE49-F238E27FC236}">
                      <a16:creationId xmlns:a16="http://schemas.microsoft.com/office/drawing/2014/main" id="{809405B7-2CD8-5A7D-F096-2093EB01F9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8439" y="2257614"/>
                  <a:ext cx="948057" cy="400110"/>
                </a:xfrm>
                <a:prstGeom prst="rect">
                  <a:avLst/>
                </a:prstGeom>
                <a:blipFill>
                  <a:blip r:embed="rId17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A0919388-889A-F899-82D1-A1BB596A4308}"/>
                    </a:ext>
                  </a:extLst>
                </p:cNvPr>
                <p:cNvSpPr txBox="1"/>
                <p:nvPr/>
              </p:nvSpPr>
              <p:spPr>
                <a:xfrm>
                  <a:off x="7868439" y="4141516"/>
                  <a:ext cx="94805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8" name="文本框 197">
                  <a:extLst>
                    <a:ext uri="{FF2B5EF4-FFF2-40B4-BE49-F238E27FC236}">
                      <a16:creationId xmlns:a16="http://schemas.microsoft.com/office/drawing/2014/main" id="{A0919388-889A-F899-82D1-A1BB596A4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8439" y="4141516"/>
                  <a:ext cx="948057" cy="400110"/>
                </a:xfrm>
                <a:prstGeom prst="rect">
                  <a:avLst/>
                </a:prstGeom>
                <a:blipFill>
                  <a:blip r:embed="rId18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文本框 198">
                  <a:extLst>
                    <a:ext uri="{FF2B5EF4-FFF2-40B4-BE49-F238E27FC236}">
                      <a16:creationId xmlns:a16="http://schemas.microsoft.com/office/drawing/2014/main" id="{A79C4858-032A-79D4-0788-CAD9A82BD1CC}"/>
                    </a:ext>
                  </a:extLst>
                </p:cNvPr>
                <p:cNvSpPr txBox="1"/>
                <p:nvPr/>
              </p:nvSpPr>
              <p:spPr>
                <a:xfrm>
                  <a:off x="7868438" y="5444394"/>
                  <a:ext cx="94805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i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9" name="文本框 198">
                  <a:extLst>
                    <a:ext uri="{FF2B5EF4-FFF2-40B4-BE49-F238E27FC236}">
                      <a16:creationId xmlns:a16="http://schemas.microsoft.com/office/drawing/2014/main" id="{A79C4858-032A-79D4-0788-CAD9A82BD1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8438" y="5444394"/>
                  <a:ext cx="948057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D505D59-4FCD-9F7F-DC8D-D47F853D3223}"/>
                  </a:ext>
                </a:extLst>
              </p:cNvPr>
              <p:cNvSpPr txBox="1"/>
              <p:nvPr/>
            </p:nvSpPr>
            <p:spPr>
              <a:xfrm>
                <a:off x="360000" y="4680000"/>
                <a:ext cx="6162614" cy="17341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2800" i="1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CN" sz="280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28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accent5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D505D59-4FCD-9F7F-DC8D-D47F853D3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680000"/>
                <a:ext cx="6162614" cy="173412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标题 1">
            <a:extLst>
              <a:ext uri="{FF2B5EF4-FFF2-40B4-BE49-F238E27FC236}">
                <a16:creationId xmlns:a16="http://schemas.microsoft.com/office/drawing/2014/main" id="{820B12F7-5231-5D4C-A429-41CD5FF56197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比较器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2 </a:t>
            </a:r>
            <a:r>
              <a:rPr lang="zh-CN" altLang="en-US" sz="3000" dirty="0">
                <a:solidFill>
                  <a:srgbClr val="FFFF00"/>
                </a:solidFill>
              </a:rPr>
              <a:t>位数值比较器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304569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766A6C8-9198-1F68-2F75-69EC82325844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0482980" cy="14673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位数值比较器：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两个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位二进制数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做比较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比较的原理与 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位数值比较器相同，即从高位开始比较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766A6C8-9198-1F68-2F75-69EC82325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0482980" cy="1467389"/>
              </a:xfrm>
              <a:prstGeom prst="rect">
                <a:avLst/>
              </a:prstGeom>
              <a:blipFill>
                <a:blip r:embed="rId2"/>
                <a:stretch>
                  <a:fillRect l="-1047" t="-4564" b="-49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DC03F0E-7DFF-1C5C-55D5-ABF982027EC4}"/>
                  </a:ext>
                </a:extLst>
              </p:cNvPr>
              <p:cNvSpPr txBox="1"/>
              <p:nvPr/>
            </p:nvSpPr>
            <p:spPr>
              <a:xfrm>
                <a:off x="360000" y="2376000"/>
                <a:ext cx="11284258" cy="15325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CN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US" altLang="zh-CN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US" altLang="zh-CN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rgbClr val="002060"/>
                  </a:solidFill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CN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US" altLang="zh-CN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r>
                        <a:rPr lang="en-US" altLang="zh-CN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24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rgbClr val="002060"/>
                  </a:solidFill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r>
                        <a:rPr lang="en-US" altLang="zh-CN" sz="24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altLang="zh-CN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DC03F0E-7DFF-1C5C-55D5-ABF982027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376000"/>
                <a:ext cx="11284258" cy="15325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组合 26">
            <a:extLst>
              <a:ext uri="{FF2B5EF4-FFF2-40B4-BE49-F238E27FC236}">
                <a16:creationId xmlns:a16="http://schemas.microsoft.com/office/drawing/2014/main" id="{1311A3DE-F389-1737-A288-18D6FD868F0B}"/>
              </a:ext>
            </a:extLst>
          </p:cNvPr>
          <p:cNvGrpSpPr/>
          <p:nvPr/>
        </p:nvGrpSpPr>
        <p:grpSpPr>
          <a:xfrm>
            <a:off x="6300000" y="3688129"/>
            <a:ext cx="3802681" cy="2664745"/>
            <a:chOff x="6133169" y="3885197"/>
            <a:chExt cx="3802681" cy="266474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2935E5E-2967-2103-55B5-EF9F4319375E}"/>
                </a:ext>
              </a:extLst>
            </p:cNvPr>
            <p:cNvSpPr/>
            <p:nvPr/>
          </p:nvSpPr>
          <p:spPr>
            <a:xfrm>
              <a:off x="6438319" y="4184805"/>
              <a:ext cx="3497531" cy="205291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 </a:t>
              </a:r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位数值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比较器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74x85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D71F1AA-9D29-2772-704F-0924297AC4DA}"/>
                    </a:ext>
                  </a:extLst>
                </p:cNvPr>
                <p:cNvSpPr txBox="1"/>
                <p:nvPr/>
              </p:nvSpPr>
              <p:spPr>
                <a:xfrm>
                  <a:off x="6438319" y="4184805"/>
                  <a:ext cx="349753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000" dirty="0"/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2000" dirty="0"/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D71F1AA-9D29-2772-704F-0924297AC4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8319" y="4184805"/>
                  <a:ext cx="3497531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973A9D2A-7733-04A0-8453-6176A1757510}"/>
                    </a:ext>
                  </a:extLst>
                </p:cNvPr>
                <p:cNvSpPr txBox="1"/>
                <p:nvPr/>
              </p:nvSpPr>
              <p:spPr>
                <a:xfrm>
                  <a:off x="6438319" y="5841831"/>
                  <a:ext cx="349753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en-US" altLang="zh-CN" sz="2000" dirty="0"/>
                    <a:t>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973A9D2A-7733-04A0-8453-6176A17575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8319" y="5841831"/>
                  <a:ext cx="3497531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0216021-E2DD-CCC9-7144-2D231F942A17}"/>
                    </a:ext>
                  </a:extLst>
                </p:cNvPr>
                <p:cNvSpPr txBox="1"/>
                <p:nvPr/>
              </p:nvSpPr>
              <p:spPr>
                <a:xfrm>
                  <a:off x="6438319" y="4626487"/>
                  <a:ext cx="677886" cy="11695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en-US" altLang="zh-CN" sz="2000" dirty="0">
                    <a:solidFill>
                      <a:schemeClr val="tx1"/>
                    </a:solidFill>
                  </a:endParaRPr>
                </a:p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Cambria Math" panose="02040503050406030204" pitchFamily="18" charset="0"/>
                  </a:endParaRPr>
                </a:p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40216021-E2DD-CCC9-7144-2D231F942A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8319" y="4626487"/>
                  <a:ext cx="677886" cy="1169551"/>
                </a:xfrm>
                <a:prstGeom prst="rect">
                  <a:avLst/>
                </a:prstGeom>
                <a:blipFill>
                  <a:blip r:embed="rId6"/>
                  <a:stretch>
                    <a:fillRect l="-45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2A33BE95-E63D-07BA-1AEF-F7A02BD764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33169" y="4831389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27">
              <a:extLst>
                <a:ext uri="{FF2B5EF4-FFF2-40B4-BE49-F238E27FC236}">
                  <a16:creationId xmlns:a16="http://schemas.microsoft.com/office/drawing/2014/main" id="{2176A61A-6982-BDF1-7CA8-F83038CBA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33169" y="5207085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37DAB766-547D-FD9D-DB86-AA33C2308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33169" y="5593389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F34B0AE1-BCB8-AAA6-D5E7-3BD1B39945B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557118" y="403500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6234B8CC-E79E-DF01-61B6-B3BFC81F3F3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897940" y="403500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DBF3EF5F-CD5A-6843-4C1D-35B41EE826F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390002" y="403500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4A061E7A-FA1C-197C-35B0-F389C9351B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30824" y="403500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025B8B13-585B-109E-79C2-F85108E7EEA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230588" y="403500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8994DBEE-47C5-ACE6-92A7-D0D02DDF98F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571410" y="403500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8260DE0E-303E-DFB8-9E11-4B34AA8277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054134" y="403500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D7F5BBEB-A001-675B-CC47-E607DE1B2E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394956" y="403500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27">
              <a:extLst>
                <a:ext uri="{FF2B5EF4-FFF2-40B4-BE49-F238E27FC236}">
                  <a16:creationId xmlns:a16="http://schemas.microsoft.com/office/drawing/2014/main" id="{A74A5BA4-A9F2-9045-AC43-2A02B863DD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030974" y="6400138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8260AC50-DAB2-0341-66D7-5C02D2ED32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212218" y="6400138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B68D6F25-D9C1-D327-B697-736F1F5C105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849730" y="6375302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2A31E20-9EA3-B132-A565-A09AFDDF75EA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231B19F6-2A80-B542-41EB-CB9CDDC00049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1" name="箭头: 五边形 30">
                <a:extLst>
                  <a:ext uri="{FF2B5EF4-FFF2-40B4-BE49-F238E27FC236}">
                    <a16:creationId xmlns:a16="http://schemas.microsoft.com/office/drawing/2014/main" id="{0E9D6E3A-693B-E6E0-2C19-FF6BFED1CB4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" name="箭头: V 形 31">
                <a:extLst>
                  <a:ext uri="{FF2B5EF4-FFF2-40B4-BE49-F238E27FC236}">
                    <a16:creationId xmlns:a16="http://schemas.microsoft.com/office/drawing/2014/main" id="{E69DA721-1937-AE3A-D909-9B6E50882C5C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0" name="灯片编号占位符 3">
              <a:extLst>
                <a:ext uri="{FF2B5EF4-FFF2-40B4-BE49-F238E27FC236}">
                  <a16:creationId xmlns:a16="http://schemas.microsoft.com/office/drawing/2014/main" id="{E8255410-BC76-A3E4-1903-11C4C520FD4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59D1B25-382F-EB84-02DA-AB94C8BBF0C5}"/>
                  </a:ext>
                </a:extLst>
              </p:cNvPr>
              <p:cNvSpPr txBox="1"/>
              <p:nvPr/>
            </p:nvSpPr>
            <p:spPr>
              <a:xfrm>
                <a:off x="1080000" y="4320000"/>
                <a:ext cx="4794984" cy="14619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三个扩展输入端（连接低位的比较器输出连接），用于组成更多位数的数值比较器；如果仅对 </a:t>
                </a:r>
                <a:r>
                  <a:rPr lang="en-US" altLang="zh-CN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位数值做比较，令</a:t>
                </a:r>
                <a:endParaRPr lang="en-US" altLang="zh-CN" sz="2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CN" altLang="en-US" sz="24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59D1B25-382F-EB84-02DA-AB94C8BBF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000" y="4320000"/>
                <a:ext cx="4794984" cy="1461939"/>
              </a:xfrm>
              <a:prstGeom prst="rect">
                <a:avLst/>
              </a:prstGeom>
              <a:blipFill>
                <a:blip r:embed="rId7"/>
                <a:stretch>
                  <a:fillRect l="-1271" t="-2510" r="-5845" b="-9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左大括号 34">
            <a:extLst>
              <a:ext uri="{FF2B5EF4-FFF2-40B4-BE49-F238E27FC236}">
                <a16:creationId xmlns:a16="http://schemas.microsoft.com/office/drawing/2014/main" id="{F961D933-B0E0-6408-1F81-0F88560C9399}"/>
              </a:ext>
            </a:extLst>
          </p:cNvPr>
          <p:cNvSpPr/>
          <p:nvPr/>
        </p:nvSpPr>
        <p:spPr>
          <a:xfrm>
            <a:off x="6039967" y="4634321"/>
            <a:ext cx="193749" cy="762000"/>
          </a:xfrm>
          <a:prstGeom prst="leftBrace">
            <a:avLst>
              <a:gd name="adj1" fmla="val 55500"/>
              <a:gd name="adj2" fmla="val 50000"/>
            </a:avLst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76BA90A9-8B6C-70C1-F169-9AD6396DF61E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比较器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4 </a:t>
            </a:r>
            <a:r>
              <a:rPr lang="zh-CN" altLang="en-US" sz="3000" dirty="0">
                <a:solidFill>
                  <a:srgbClr val="FFFF00"/>
                </a:solidFill>
              </a:rPr>
              <a:t>位数值比较器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41711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D4F93-D4FD-592A-0D6D-1185A19D1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F6A2DE0-D1BE-348C-0066-A77A60B65852}"/>
                  </a:ext>
                </a:extLst>
              </p:cNvPr>
              <p:cNvSpPr txBox="1"/>
              <p:nvPr/>
            </p:nvSpPr>
            <p:spPr>
              <a:xfrm>
                <a:off x="359999" y="828000"/>
                <a:ext cx="7239723" cy="28931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位数值比较器（</a:t>
                </a:r>
                <a:r>
                  <a:rPr kumimoji="1" lang="en-US" altLang="zh-CN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74x85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能比出大小，输出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不受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的影响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的值都相等，输出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就由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来决定</a:t>
                </a:r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F6A2DE0-D1BE-348C-0066-A77A60B65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99" y="828000"/>
                <a:ext cx="7239723" cy="2893100"/>
              </a:xfrm>
              <a:prstGeom prst="rect">
                <a:avLst/>
              </a:prstGeom>
              <a:blipFill>
                <a:blip r:embed="rId2"/>
                <a:stretch>
                  <a:fillRect l="-1515" t="-2321" r="-673" b="-40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组合 27">
            <a:extLst>
              <a:ext uri="{FF2B5EF4-FFF2-40B4-BE49-F238E27FC236}">
                <a16:creationId xmlns:a16="http://schemas.microsoft.com/office/drawing/2014/main" id="{61541219-CD14-04C8-78B6-B6EADAC446A8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2FEB396-E29C-6B58-A097-9A83780D84A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1" name="箭头: 五边形 30">
                <a:extLst>
                  <a:ext uri="{FF2B5EF4-FFF2-40B4-BE49-F238E27FC236}">
                    <a16:creationId xmlns:a16="http://schemas.microsoft.com/office/drawing/2014/main" id="{CB7DF0C5-4B65-E485-502D-9FE55D88342F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" name="箭头: V 形 31">
                <a:extLst>
                  <a:ext uri="{FF2B5EF4-FFF2-40B4-BE49-F238E27FC236}">
                    <a16:creationId xmlns:a16="http://schemas.microsoft.com/office/drawing/2014/main" id="{7094AE29-4A36-57AC-034B-4064AAE0667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0" name="灯片编号占位符 3">
              <a:extLst>
                <a:ext uri="{FF2B5EF4-FFF2-40B4-BE49-F238E27FC236}">
                  <a16:creationId xmlns:a16="http://schemas.microsoft.com/office/drawing/2014/main" id="{A7B011B3-4D24-9BF8-BCBC-0A9EC9268E5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AB4F7B2-419E-77BA-7440-49065D8E7B5B}"/>
              </a:ext>
            </a:extLst>
          </p:cNvPr>
          <p:cNvGrpSpPr/>
          <p:nvPr/>
        </p:nvGrpSpPr>
        <p:grpSpPr>
          <a:xfrm>
            <a:off x="8099485" y="920846"/>
            <a:ext cx="3802681" cy="2664745"/>
            <a:chOff x="6133169" y="3885197"/>
            <a:chExt cx="3802681" cy="266474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0E9835E-A8A5-9B7E-C8A6-714440FA9336}"/>
                </a:ext>
              </a:extLst>
            </p:cNvPr>
            <p:cNvSpPr/>
            <p:nvPr/>
          </p:nvSpPr>
          <p:spPr>
            <a:xfrm>
              <a:off x="6438319" y="4184805"/>
              <a:ext cx="3497531" cy="205291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 </a:t>
              </a:r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位数值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比较器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74x85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23EA9EE7-FBCA-010F-84F3-09FEA9CEAD9D}"/>
                    </a:ext>
                  </a:extLst>
                </p:cNvPr>
                <p:cNvSpPr txBox="1"/>
                <p:nvPr/>
              </p:nvSpPr>
              <p:spPr>
                <a:xfrm>
                  <a:off x="6438319" y="4184805"/>
                  <a:ext cx="349753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000" dirty="0"/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2000" dirty="0"/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23EA9EE7-FBCA-010F-84F3-09FEA9CEAD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8319" y="4184805"/>
                  <a:ext cx="3497531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9916707-E27E-2906-F267-EEC7A5D12163}"/>
                    </a:ext>
                  </a:extLst>
                </p:cNvPr>
                <p:cNvSpPr txBox="1"/>
                <p:nvPr/>
              </p:nvSpPr>
              <p:spPr>
                <a:xfrm>
                  <a:off x="6438319" y="5841831"/>
                  <a:ext cx="349753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en-US" altLang="zh-CN" sz="2000" dirty="0"/>
                    <a:t>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29916707-E27E-2906-F267-EEC7A5D121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8319" y="5841831"/>
                  <a:ext cx="3497531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55342EB-A885-E624-B236-D3846BBBEBD9}"/>
                    </a:ext>
                  </a:extLst>
                </p:cNvPr>
                <p:cNvSpPr txBox="1"/>
                <p:nvPr/>
              </p:nvSpPr>
              <p:spPr>
                <a:xfrm>
                  <a:off x="6438319" y="4626487"/>
                  <a:ext cx="677886" cy="11695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en-US" altLang="zh-CN" sz="2000" dirty="0">
                    <a:solidFill>
                      <a:schemeClr val="tx1"/>
                    </a:solidFill>
                  </a:endParaRPr>
                </a:p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Cambria Math" panose="02040503050406030204" pitchFamily="18" charset="0"/>
                  </a:endParaRPr>
                </a:p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55342EB-A885-E624-B236-D3846BBBEB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8319" y="4626487"/>
                  <a:ext cx="677886" cy="1169551"/>
                </a:xfrm>
                <a:prstGeom prst="rect">
                  <a:avLst/>
                </a:prstGeom>
                <a:blipFill>
                  <a:blip r:embed="rId5"/>
                  <a:stretch>
                    <a:fillRect l="-45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Line 27">
              <a:extLst>
                <a:ext uri="{FF2B5EF4-FFF2-40B4-BE49-F238E27FC236}">
                  <a16:creationId xmlns:a16="http://schemas.microsoft.com/office/drawing/2014/main" id="{D988EE84-4CD6-F47B-1622-09D4260716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33169" y="4831389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C2F64592-FC5C-CA57-CF3F-669373C12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33169" y="5207085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ED14BAA5-AA80-3960-BA36-E26BED448F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33169" y="5593389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DB7670A3-2725-2526-E350-DE5B6C31E88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557118" y="403500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27">
              <a:extLst>
                <a:ext uri="{FF2B5EF4-FFF2-40B4-BE49-F238E27FC236}">
                  <a16:creationId xmlns:a16="http://schemas.microsoft.com/office/drawing/2014/main" id="{493E04FA-C320-3710-1FD7-56ED5816856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897940" y="403500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27">
              <a:extLst>
                <a:ext uri="{FF2B5EF4-FFF2-40B4-BE49-F238E27FC236}">
                  <a16:creationId xmlns:a16="http://schemas.microsoft.com/office/drawing/2014/main" id="{91540C02-73B9-1B4B-6430-115FA7BA68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390002" y="403500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27">
              <a:extLst>
                <a:ext uri="{FF2B5EF4-FFF2-40B4-BE49-F238E27FC236}">
                  <a16:creationId xmlns:a16="http://schemas.microsoft.com/office/drawing/2014/main" id="{6F5842D7-EC7D-5C88-46A2-B7464BEA906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730824" y="403500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27">
              <a:extLst>
                <a:ext uri="{FF2B5EF4-FFF2-40B4-BE49-F238E27FC236}">
                  <a16:creationId xmlns:a16="http://schemas.microsoft.com/office/drawing/2014/main" id="{D5AC06C4-747D-E1FC-1E5B-1BA1CB17BA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230588" y="403500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27">
              <a:extLst>
                <a:ext uri="{FF2B5EF4-FFF2-40B4-BE49-F238E27FC236}">
                  <a16:creationId xmlns:a16="http://schemas.microsoft.com/office/drawing/2014/main" id="{163FAC9B-2985-11B2-F7E8-A027973203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571410" y="403500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27">
              <a:extLst>
                <a:ext uri="{FF2B5EF4-FFF2-40B4-BE49-F238E27FC236}">
                  <a16:creationId xmlns:a16="http://schemas.microsoft.com/office/drawing/2014/main" id="{B684F259-E8B3-65F9-BA3E-19158D3A59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054134" y="403500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27">
              <a:extLst>
                <a:ext uri="{FF2B5EF4-FFF2-40B4-BE49-F238E27FC236}">
                  <a16:creationId xmlns:a16="http://schemas.microsoft.com/office/drawing/2014/main" id="{06863FFD-D81A-5580-0849-906F4CF24B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394956" y="403500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27">
              <a:extLst>
                <a:ext uri="{FF2B5EF4-FFF2-40B4-BE49-F238E27FC236}">
                  <a16:creationId xmlns:a16="http://schemas.microsoft.com/office/drawing/2014/main" id="{2E27BC8D-491C-646B-C6EF-DFA7EC36FB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030974" y="6400138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9" name="Line 27">
              <a:extLst>
                <a:ext uri="{FF2B5EF4-FFF2-40B4-BE49-F238E27FC236}">
                  <a16:creationId xmlns:a16="http://schemas.microsoft.com/office/drawing/2014/main" id="{00AFD486-01AC-9725-CEB8-D3B085480C6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212218" y="6400138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50" name="Line 27">
              <a:extLst>
                <a:ext uri="{FF2B5EF4-FFF2-40B4-BE49-F238E27FC236}">
                  <a16:creationId xmlns:a16="http://schemas.microsoft.com/office/drawing/2014/main" id="{D0798593-BF68-B147-24D1-CAEDE69D61A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849730" y="6375302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表格 51">
                <a:extLst>
                  <a:ext uri="{FF2B5EF4-FFF2-40B4-BE49-F238E27FC236}">
                    <a16:creationId xmlns:a16="http://schemas.microsoft.com/office/drawing/2014/main" id="{0E60DA19-BF85-BE8E-0D13-F02912E694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234826"/>
                  </p:ext>
                </p:extLst>
              </p:nvPr>
            </p:nvGraphicFramePr>
            <p:xfrm>
              <a:off x="3143013" y="3820306"/>
              <a:ext cx="6559827" cy="2773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45628">
                      <a:extLst>
                        <a:ext uri="{9D8B030D-6E8A-4147-A177-3AD203B41FA5}">
                          <a16:colId xmlns:a16="http://schemas.microsoft.com/office/drawing/2014/main" val="2260053377"/>
                        </a:ext>
                      </a:extLst>
                    </a:gridCol>
                    <a:gridCol w="2549904">
                      <a:extLst>
                        <a:ext uri="{9D8B030D-6E8A-4147-A177-3AD203B41FA5}">
                          <a16:colId xmlns:a16="http://schemas.microsoft.com/office/drawing/2014/main" val="338911629"/>
                        </a:ext>
                      </a:extLst>
                    </a:gridCol>
                    <a:gridCol w="2564295">
                      <a:extLst>
                        <a:ext uri="{9D8B030D-6E8A-4147-A177-3AD203B41FA5}">
                          <a16:colId xmlns:a16="http://schemas.microsoft.com/office/drawing/2014/main" val="3785587912"/>
                        </a:ext>
                      </a:extLst>
                    </a:gridCol>
                  </a:tblGrid>
                  <a:tr h="363361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 入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 出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8441059"/>
                      </a:ext>
                    </a:extLst>
                  </a:tr>
                  <a:tr h="363361">
                    <a:tc rowSpan="6">
                      <a:txBody>
                        <a:bodyPr/>
                        <a:lstStyle/>
                        <a:p>
                          <a:pPr algn="ctr"/>
                          <a:endPara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:endPara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CN" sz="20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en-US" altLang="zh-CN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20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e>
                                  <m:sub>
                                    <m:r>
                                      <a:rPr lang="en-US" altLang="zh-CN" sz="20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  <a:p>
                          <a:pPr algn="ctr"/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</m:sSub>
                            </m:oMath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</m:sSub>
                            </m:oMath>
                          </a14:m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altLang="zh-CN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sub>
                              </m:sSub>
                            </m:oMath>
                          </a14:m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5592624"/>
                      </a:ext>
                    </a:extLst>
                  </a:tr>
                  <a:tr h="363361">
                    <a:tc vMerge="1">
                      <a:txBody>
                        <a:bodyPr/>
                        <a:lstStyle/>
                        <a:p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x         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 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0          0          1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5415429"/>
                      </a:ext>
                    </a:extLst>
                  </a:tr>
                  <a:tr h="363361">
                    <a:tc vMerge="1">
                      <a:txBody>
                        <a:bodyPr/>
                        <a:lstStyle/>
                        <a:p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1          0          0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1          0          0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7338943"/>
                      </a:ext>
                    </a:extLst>
                  </a:tr>
                  <a:tr h="363361">
                    <a:tc vMerge="1">
                      <a:txBody>
                        <a:bodyPr/>
                        <a:lstStyle/>
                        <a:p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0          1          0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0          1          0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5221383"/>
                      </a:ext>
                    </a:extLst>
                  </a:tr>
                  <a:tr h="363361">
                    <a:tc vMerge="1">
                      <a:txBody>
                        <a:bodyPr/>
                        <a:lstStyle/>
                        <a:p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0          0          0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1          1          0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7981967"/>
                      </a:ext>
                    </a:extLst>
                  </a:tr>
                  <a:tr h="363361">
                    <a:tc vMerge="1">
                      <a:txBody>
                        <a:bodyPr/>
                        <a:lstStyle/>
                        <a:p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1          1          0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0          0          0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1269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2" name="表格 51">
                <a:extLst>
                  <a:ext uri="{FF2B5EF4-FFF2-40B4-BE49-F238E27FC236}">
                    <a16:creationId xmlns:a16="http://schemas.microsoft.com/office/drawing/2014/main" id="{0E60DA19-BF85-BE8E-0D13-F02912E694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234826"/>
                  </p:ext>
                </p:extLst>
              </p:nvPr>
            </p:nvGraphicFramePr>
            <p:xfrm>
              <a:off x="3143013" y="3820306"/>
              <a:ext cx="6559827" cy="2773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45628">
                      <a:extLst>
                        <a:ext uri="{9D8B030D-6E8A-4147-A177-3AD203B41FA5}">
                          <a16:colId xmlns:a16="http://schemas.microsoft.com/office/drawing/2014/main" val="2260053377"/>
                        </a:ext>
                      </a:extLst>
                    </a:gridCol>
                    <a:gridCol w="2549904">
                      <a:extLst>
                        <a:ext uri="{9D8B030D-6E8A-4147-A177-3AD203B41FA5}">
                          <a16:colId xmlns:a16="http://schemas.microsoft.com/office/drawing/2014/main" val="338911629"/>
                        </a:ext>
                      </a:extLst>
                    </a:gridCol>
                    <a:gridCol w="2564295">
                      <a:extLst>
                        <a:ext uri="{9D8B030D-6E8A-4147-A177-3AD203B41FA5}">
                          <a16:colId xmlns:a16="http://schemas.microsoft.com/office/drawing/2014/main" val="3785587912"/>
                        </a:ext>
                      </a:extLst>
                    </a:gridCol>
                  </a:tblGrid>
                  <a:tr h="39624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 入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输   出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8441059"/>
                      </a:ext>
                    </a:extLst>
                  </a:tr>
                  <a:tr h="396240">
                    <a:tc rowSpan="6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22" t="-17903" r="-355274" b="-46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56802" t="-107692" r="-100955" b="-52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56057" t="-107692" r="-475" b="-52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5592624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x          </a:t>
                          </a:r>
                          <a:r>
                            <a:rPr lang="en-US" altLang="zh-CN" sz="200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x</a:t>
                          </a:r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        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0          0          1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45415429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1          0          0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1          0          0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7338943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0          1          0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0          1          0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75221383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0          0          0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1          1          0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27981967"/>
                      </a:ext>
                    </a:extLst>
                  </a:tr>
                  <a:tr h="396240">
                    <a:tc vMerge="1">
                      <a:txBody>
                        <a:bodyPr/>
                        <a:lstStyle/>
                        <a:p>
                          <a:endParaRPr lang="zh-CN" altLang="en-US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1          1          0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200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0          0          0</a:t>
                          </a:r>
                          <a:endParaRPr lang="zh-CN" altLang="en-US" sz="200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1269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标题 1">
            <a:extLst>
              <a:ext uri="{FF2B5EF4-FFF2-40B4-BE49-F238E27FC236}">
                <a16:creationId xmlns:a16="http://schemas.microsoft.com/office/drawing/2014/main" id="{DEA768B9-DAD1-F928-D693-BAFC2FDF405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比较器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4 </a:t>
            </a:r>
            <a:r>
              <a:rPr lang="zh-CN" altLang="en-US" sz="3000" dirty="0">
                <a:solidFill>
                  <a:srgbClr val="FFFF00"/>
                </a:solidFill>
              </a:rPr>
              <a:t>位数值比较器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1412586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2D421E0-5C9C-932F-A34E-21A7534E5C21}"/>
              </a:ext>
            </a:extLst>
          </p:cNvPr>
          <p:cNvSpPr txBox="1"/>
          <p:nvPr/>
        </p:nvSpPr>
        <p:spPr>
          <a:xfrm>
            <a:off x="360000" y="828000"/>
            <a:ext cx="1048298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位数值比较器（可用两个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位比较器扩展实现）：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从高位组比起，若不等，出结果，否则需要往低位比较</a:t>
            </a: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2AE78B11-92ED-67D8-278E-244561D2F7C1}"/>
              </a:ext>
            </a:extLst>
          </p:cNvPr>
          <p:cNvGrpSpPr/>
          <p:nvPr/>
        </p:nvGrpSpPr>
        <p:grpSpPr>
          <a:xfrm>
            <a:off x="1519233" y="2160000"/>
            <a:ext cx="9153533" cy="3363554"/>
            <a:chOff x="637628" y="2249268"/>
            <a:chExt cx="9153533" cy="336355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CAAC9CA-0820-C640-AA2C-8D876CA24BE1}"/>
                </a:ext>
              </a:extLst>
            </p:cNvPr>
            <p:cNvSpPr/>
            <p:nvPr/>
          </p:nvSpPr>
          <p:spPr>
            <a:xfrm>
              <a:off x="1369616" y="2944307"/>
              <a:ext cx="3497531" cy="205291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 </a:t>
              </a:r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位数值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比较器</a:t>
              </a:r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(0)</a:t>
              </a:r>
            </a:p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74x85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6EDB3EEF-F6A2-65C3-FB16-1C93B0830A59}"/>
                    </a:ext>
                  </a:extLst>
                </p:cNvPr>
                <p:cNvSpPr txBox="1"/>
                <p:nvPr/>
              </p:nvSpPr>
              <p:spPr>
                <a:xfrm>
                  <a:off x="1369616" y="2944307"/>
                  <a:ext cx="349753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000" dirty="0"/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2000" dirty="0"/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6EDB3EEF-F6A2-65C3-FB16-1C93B0830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9616" y="2944307"/>
                  <a:ext cx="3497531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5D06FEA-8655-18D0-0C62-17FA8D7F2B1E}"/>
                    </a:ext>
                  </a:extLst>
                </p:cNvPr>
                <p:cNvSpPr txBox="1"/>
                <p:nvPr/>
              </p:nvSpPr>
              <p:spPr>
                <a:xfrm>
                  <a:off x="1369616" y="4601333"/>
                  <a:ext cx="349753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en-US" altLang="zh-CN" sz="2000" dirty="0"/>
                    <a:t>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05D06FEA-8655-18D0-0C62-17FA8D7F2B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9616" y="4601333"/>
                  <a:ext cx="3497531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49455DE-5C32-D5BC-01AD-2252C955F0BE}"/>
                    </a:ext>
                  </a:extLst>
                </p:cNvPr>
                <p:cNvSpPr txBox="1"/>
                <p:nvPr/>
              </p:nvSpPr>
              <p:spPr>
                <a:xfrm>
                  <a:off x="1369616" y="3385989"/>
                  <a:ext cx="677886" cy="11695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en-US" altLang="zh-CN" sz="2000" dirty="0">
                    <a:solidFill>
                      <a:schemeClr val="tx1"/>
                    </a:solidFill>
                  </a:endParaRPr>
                </a:p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Cambria Math" panose="02040503050406030204" pitchFamily="18" charset="0"/>
                  </a:endParaRPr>
                </a:p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A49455DE-5C32-D5BC-01AD-2252C955F0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9616" y="3385989"/>
                  <a:ext cx="677886" cy="1169551"/>
                </a:xfrm>
                <a:prstGeom prst="rect">
                  <a:avLst/>
                </a:prstGeom>
                <a:blipFill>
                  <a:blip r:embed="rId4"/>
                  <a:stretch>
                    <a:fillRect l="-45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Line 27">
              <a:extLst>
                <a:ext uri="{FF2B5EF4-FFF2-40B4-BE49-F238E27FC236}">
                  <a16:creationId xmlns:a16="http://schemas.microsoft.com/office/drawing/2014/main" id="{0E040163-2826-4911-162A-8CB5CFBB78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466" y="359089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27">
              <a:extLst>
                <a:ext uri="{FF2B5EF4-FFF2-40B4-BE49-F238E27FC236}">
                  <a16:creationId xmlns:a16="http://schemas.microsoft.com/office/drawing/2014/main" id="{53930888-B89F-1827-4EEE-21734CBFB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466" y="3966587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27">
              <a:extLst>
                <a:ext uri="{FF2B5EF4-FFF2-40B4-BE49-F238E27FC236}">
                  <a16:creationId xmlns:a16="http://schemas.microsoft.com/office/drawing/2014/main" id="{E7CC5A5F-B882-C22E-BEDA-C36C2A3E4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4466" y="4352891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27">
              <a:extLst>
                <a:ext uri="{FF2B5EF4-FFF2-40B4-BE49-F238E27FC236}">
                  <a16:creationId xmlns:a16="http://schemas.microsoft.com/office/drawing/2014/main" id="{F6BFFE9D-0CD4-19FB-5A45-E4D722BF60B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488415" y="2794503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27">
              <a:extLst>
                <a:ext uri="{FF2B5EF4-FFF2-40B4-BE49-F238E27FC236}">
                  <a16:creationId xmlns:a16="http://schemas.microsoft.com/office/drawing/2014/main" id="{F470F781-F8CF-F129-C6AE-355042971B0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829237" y="2794503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27">
              <a:extLst>
                <a:ext uri="{FF2B5EF4-FFF2-40B4-BE49-F238E27FC236}">
                  <a16:creationId xmlns:a16="http://schemas.microsoft.com/office/drawing/2014/main" id="{38CE47F3-92A0-972E-3118-24DA407D10D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321299" y="2794503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27">
              <a:extLst>
                <a:ext uri="{FF2B5EF4-FFF2-40B4-BE49-F238E27FC236}">
                  <a16:creationId xmlns:a16="http://schemas.microsoft.com/office/drawing/2014/main" id="{C96DF03C-FAF6-0A94-C014-8433C1C2DF0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662121" y="2794503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27">
              <a:extLst>
                <a:ext uri="{FF2B5EF4-FFF2-40B4-BE49-F238E27FC236}">
                  <a16:creationId xmlns:a16="http://schemas.microsoft.com/office/drawing/2014/main" id="{6FE70048-6872-4288-D092-6A192748158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161885" y="2794503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27">
              <a:extLst>
                <a:ext uri="{FF2B5EF4-FFF2-40B4-BE49-F238E27FC236}">
                  <a16:creationId xmlns:a16="http://schemas.microsoft.com/office/drawing/2014/main" id="{94CE96C8-FDE0-820D-585D-13AF023179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502707" y="2794503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D01931A5-28F1-6C0B-C2E9-FFC18B29CF4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985431" y="2794503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27">
              <a:extLst>
                <a:ext uri="{FF2B5EF4-FFF2-40B4-BE49-F238E27FC236}">
                  <a16:creationId xmlns:a16="http://schemas.microsoft.com/office/drawing/2014/main" id="{020654A0-637B-4122-5B9A-B7826012E21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326253" y="2794503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27">
              <a:extLst>
                <a:ext uri="{FF2B5EF4-FFF2-40B4-BE49-F238E27FC236}">
                  <a16:creationId xmlns:a16="http://schemas.microsoft.com/office/drawing/2014/main" id="{2B5CF648-7121-C606-7A70-C43C2B5BC2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2893764" y="5228146"/>
              <a:ext cx="436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9079A53E-0344-C9B3-180C-A690C20E2B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985521" y="5305025"/>
              <a:ext cx="61559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2" name="Line 27">
              <a:extLst>
                <a:ext uri="{FF2B5EF4-FFF2-40B4-BE49-F238E27FC236}">
                  <a16:creationId xmlns:a16="http://schemas.microsoft.com/office/drawing/2014/main" id="{4FF3FFC4-FA06-CCF6-C627-071B749D55C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781027" y="5134804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E793D531-778B-32F3-28F1-3A1E47FE8A9E}"/>
                </a:ext>
              </a:extLst>
            </p:cNvPr>
            <p:cNvSpPr/>
            <p:nvPr/>
          </p:nvSpPr>
          <p:spPr>
            <a:xfrm>
              <a:off x="6293630" y="2933822"/>
              <a:ext cx="3497531" cy="205291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 </a:t>
              </a:r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位数值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比较器</a:t>
              </a:r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(1)</a:t>
              </a:r>
            </a:p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74x85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07515E6-2846-9B67-D5F7-2F82B8B83503}"/>
                    </a:ext>
                  </a:extLst>
                </p:cNvPr>
                <p:cNvSpPr txBox="1"/>
                <p:nvPr/>
              </p:nvSpPr>
              <p:spPr>
                <a:xfrm>
                  <a:off x="6293630" y="2933822"/>
                  <a:ext cx="349753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000" dirty="0"/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2000" dirty="0"/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07515E6-2846-9B67-D5F7-2F82B8B835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3630" y="2933822"/>
                  <a:ext cx="3497531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9100BC4-E7A3-2851-E879-793BA9D20288}"/>
                    </a:ext>
                  </a:extLst>
                </p:cNvPr>
                <p:cNvSpPr txBox="1"/>
                <p:nvPr/>
              </p:nvSpPr>
              <p:spPr>
                <a:xfrm>
                  <a:off x="6293630" y="4590848"/>
                  <a:ext cx="349753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en-US" altLang="zh-CN" sz="2000" dirty="0"/>
                    <a:t>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9100BC4-E7A3-2851-E879-793BA9D202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3630" y="4590848"/>
                  <a:ext cx="3497531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8E0FAFF8-8AB9-07AB-8E4B-C00EC36107F9}"/>
                    </a:ext>
                  </a:extLst>
                </p:cNvPr>
                <p:cNvSpPr txBox="1"/>
                <p:nvPr/>
              </p:nvSpPr>
              <p:spPr>
                <a:xfrm>
                  <a:off x="6293630" y="3375504"/>
                  <a:ext cx="677886" cy="11695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en-US" altLang="zh-CN" sz="2000" dirty="0">
                    <a:solidFill>
                      <a:schemeClr val="tx1"/>
                    </a:solidFill>
                  </a:endParaRPr>
                </a:p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en-US" altLang="zh-CN" sz="2000" i="1" dirty="0">
                    <a:latin typeface="Cambria Math" panose="02040503050406030204" pitchFamily="18" charset="0"/>
                  </a:endParaRPr>
                </a:p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sty m:val="p"/>
                            </m:rPr>
                            <a:rPr lang="en-US" altLang="zh-CN" sz="200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</a:t>
                  </a: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8E0FAFF8-8AB9-07AB-8E4B-C00EC36107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3630" y="3375504"/>
                  <a:ext cx="677886" cy="1169551"/>
                </a:xfrm>
                <a:prstGeom prst="rect">
                  <a:avLst/>
                </a:prstGeom>
                <a:blipFill>
                  <a:blip r:embed="rId7"/>
                  <a:stretch>
                    <a:fillRect l="-44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777DDD01-9275-86A6-09CE-68C053209D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88480" y="3580406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4F432A46-5197-7024-540F-B921896400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88480" y="3956102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E8B0C026-2EFA-C5D6-CD9C-1EDED51F5C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88480" y="4342406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7">
              <a:extLst>
                <a:ext uri="{FF2B5EF4-FFF2-40B4-BE49-F238E27FC236}">
                  <a16:creationId xmlns:a16="http://schemas.microsoft.com/office/drawing/2014/main" id="{214C3CB1-4EC3-77FA-8FD0-0089D2DEDDC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412429" y="2784018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27">
              <a:extLst>
                <a:ext uri="{FF2B5EF4-FFF2-40B4-BE49-F238E27FC236}">
                  <a16:creationId xmlns:a16="http://schemas.microsoft.com/office/drawing/2014/main" id="{A84DFADA-A05A-C4FF-9EC5-97FB5E5FA47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53251" y="2784018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FE5BD665-3034-BC32-C85E-67BC0B005E7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245313" y="2784018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D81FE889-D074-531F-26AD-95C40220AC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586135" y="2784018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27">
              <a:extLst>
                <a:ext uri="{FF2B5EF4-FFF2-40B4-BE49-F238E27FC236}">
                  <a16:creationId xmlns:a16="http://schemas.microsoft.com/office/drawing/2014/main" id="{754CD0DE-31CA-2DE0-B8AE-1A0E7CFAE7D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085899" y="2784018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27">
              <a:extLst>
                <a:ext uri="{FF2B5EF4-FFF2-40B4-BE49-F238E27FC236}">
                  <a16:creationId xmlns:a16="http://schemas.microsoft.com/office/drawing/2014/main" id="{E855241C-65E8-33F7-915E-DE121FE6111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426721" y="2784018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27">
              <a:extLst>
                <a:ext uri="{FF2B5EF4-FFF2-40B4-BE49-F238E27FC236}">
                  <a16:creationId xmlns:a16="http://schemas.microsoft.com/office/drawing/2014/main" id="{EEECA765-E9E1-CA47-635B-393BE8C3045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09445" y="2784018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27">
              <a:extLst>
                <a:ext uri="{FF2B5EF4-FFF2-40B4-BE49-F238E27FC236}">
                  <a16:creationId xmlns:a16="http://schemas.microsoft.com/office/drawing/2014/main" id="{F13E8C05-317F-15F1-1824-414092E8CA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250267" y="2784018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03572AC5-3452-5711-8647-AD3A018F49C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886285" y="5149155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0552C976-74E2-EF2A-F440-308EE54096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7067529" y="5149155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1" name="Line 27">
              <a:extLst>
                <a:ext uri="{FF2B5EF4-FFF2-40B4-BE49-F238E27FC236}">
                  <a16:creationId xmlns:a16="http://schemas.microsoft.com/office/drawing/2014/main" id="{F4DD8AA9-AD10-1081-ABDE-39E8ED450DD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705041" y="5124319"/>
              <a:ext cx="2996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5C57E805-3235-69C2-41A2-B5D608F18FA4}"/>
                    </a:ext>
                  </a:extLst>
                </p:cNvPr>
                <p:cNvSpPr txBox="1"/>
                <p:nvPr/>
              </p:nvSpPr>
              <p:spPr>
                <a:xfrm>
                  <a:off x="1364075" y="2275797"/>
                  <a:ext cx="349753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5C57E805-3235-69C2-41A2-B5D608F18F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4075" y="2275797"/>
                  <a:ext cx="3497530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B3D0F6FF-2A40-F5A4-C9F5-38BBE75B8696}"/>
                    </a:ext>
                  </a:extLst>
                </p:cNvPr>
                <p:cNvSpPr txBox="1"/>
                <p:nvPr/>
              </p:nvSpPr>
              <p:spPr>
                <a:xfrm>
                  <a:off x="6293631" y="2249268"/>
                  <a:ext cx="349753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0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B3D0F6FF-2A40-F5A4-C9F5-38BBE75B86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3631" y="2249268"/>
                  <a:ext cx="3497530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24642CB5-9107-B48C-7C5B-0E3A498F19A9}"/>
                </a:ext>
              </a:extLst>
            </p:cNvPr>
            <p:cNvSpPr txBox="1"/>
            <p:nvPr/>
          </p:nvSpPr>
          <p:spPr>
            <a:xfrm flipH="1">
              <a:off x="637628" y="3404104"/>
              <a:ext cx="4596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26EC119-F64B-0802-650B-93A587FC7903}"/>
                </a:ext>
              </a:extLst>
            </p:cNvPr>
            <p:cNvSpPr txBox="1"/>
            <p:nvPr/>
          </p:nvSpPr>
          <p:spPr>
            <a:xfrm flipH="1">
              <a:off x="637628" y="4170248"/>
              <a:ext cx="4596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zh-CN" altLang="en-US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6A76B1EB-4AAD-357B-C5A5-5A2E09BBAABC}"/>
                </a:ext>
              </a:extLst>
            </p:cNvPr>
            <p:cNvSpPr txBox="1"/>
            <p:nvPr/>
          </p:nvSpPr>
          <p:spPr>
            <a:xfrm flipH="1">
              <a:off x="637628" y="3787176"/>
              <a:ext cx="4596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0" name="连接符: 肘形 49">
              <a:extLst>
                <a:ext uri="{FF2B5EF4-FFF2-40B4-BE49-F238E27FC236}">
                  <a16:creationId xmlns:a16="http://schemas.microsoft.com/office/drawing/2014/main" id="{D7AC8DB4-EF91-7D25-FA3F-82317061B4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8348" y="3580406"/>
              <a:ext cx="2072514" cy="1704202"/>
            </a:xfrm>
            <a:prstGeom prst="bentConnector3">
              <a:avLst>
                <a:gd name="adj1" fmla="val 57673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连接符: 肘形 55">
              <a:extLst>
                <a:ext uri="{FF2B5EF4-FFF2-40B4-BE49-F238E27FC236}">
                  <a16:creationId xmlns:a16="http://schemas.microsoft.com/office/drawing/2014/main" id="{563AC261-B866-C904-2565-2BEE32BEAC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0388" y="3956102"/>
              <a:ext cx="2993230" cy="1490355"/>
            </a:xfrm>
            <a:prstGeom prst="bentConnector3">
              <a:avLst>
                <a:gd name="adj1" fmla="val 7371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连接符: 肘形 71">
              <a:extLst>
                <a:ext uri="{FF2B5EF4-FFF2-40B4-BE49-F238E27FC236}">
                  <a16:creationId xmlns:a16="http://schemas.microsoft.com/office/drawing/2014/main" id="{DE220B6F-6C84-A76D-53CD-F49DDF343C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1633" y="4342405"/>
              <a:ext cx="3795990" cy="1270415"/>
            </a:xfrm>
            <a:prstGeom prst="bentConnector3">
              <a:avLst>
                <a:gd name="adj1" fmla="val 84600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5D01A155-EBD8-D8FD-6936-A0A9B1200C8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2E501132-1589-77E7-2D51-1B224E2DD3DE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4" name="箭头: 五边形 83">
                <a:extLst>
                  <a:ext uri="{FF2B5EF4-FFF2-40B4-BE49-F238E27FC236}">
                    <a16:creationId xmlns:a16="http://schemas.microsoft.com/office/drawing/2014/main" id="{63D9DBAC-65C0-102D-819C-F2BF9F489DE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5" name="箭头: V 形 84">
                <a:extLst>
                  <a:ext uri="{FF2B5EF4-FFF2-40B4-BE49-F238E27FC236}">
                    <a16:creationId xmlns:a16="http://schemas.microsoft.com/office/drawing/2014/main" id="{1694954C-4355-3366-3756-BAC594C26040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3" name="灯片编号占位符 3">
              <a:extLst>
                <a:ext uri="{FF2B5EF4-FFF2-40B4-BE49-F238E27FC236}">
                  <a16:creationId xmlns:a16="http://schemas.microsoft.com/office/drawing/2014/main" id="{04CC22EA-E93D-4616-79AF-A11A415E4947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C42A6CF8-5554-CEF5-F2D6-957EDBECABC5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比较器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8 </a:t>
            </a:r>
            <a:r>
              <a:rPr lang="zh-CN" altLang="en-US" sz="3000" dirty="0">
                <a:solidFill>
                  <a:srgbClr val="FFFF00"/>
                </a:solidFill>
              </a:rPr>
              <a:t>位数值比较器</a:t>
            </a:r>
            <a:endParaRPr lang="zh-CN" altLang="en-US" sz="3000" dirty="0"/>
          </a:p>
        </p:txBody>
      </p:sp>
    </p:spTree>
    <p:extLst>
      <p:ext uri="{BB962C8B-B14F-4D97-AF65-F5344CB8AC3E}">
        <p14:creationId xmlns:p14="http://schemas.microsoft.com/office/powerpoint/2010/main" val="418677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C970A-7C26-004F-4E2A-76AB6CE2FCC9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加法器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733496-988E-167E-8CA1-82DB0619C3C8}"/>
              </a:ext>
            </a:extLst>
          </p:cNvPr>
          <p:cNvSpPr txBox="1"/>
          <p:nvPr/>
        </p:nvSpPr>
        <p:spPr>
          <a:xfrm>
            <a:off x="360000" y="828000"/>
            <a:ext cx="8588441" cy="4129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加法器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：算术运算（加减乘除）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位加法器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半加器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全加器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多位加法器（由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位加法器构成）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串行进位加法器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8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超前进位加法器</a:t>
            </a:r>
            <a:endParaRPr kumimoji="1" lang="en-US" altLang="zh-CN" sz="28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7CA76F2-454D-DD32-72BE-F80CA84F05B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98A0697-812E-CCF3-E5F6-DD52B3AD7260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33CCC67D-1852-61EA-49EC-39CAA7ECA630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F547A41D-8E27-988D-605F-591AD3DD5ABE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759AB49B-C5D3-DC4B-D7D0-AEB860090015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4542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E6BA-54AC-36ED-2D7D-CEE236A40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A7982-BC79-EAC6-DB44-853646714630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加法器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1 </a:t>
            </a:r>
            <a:r>
              <a:rPr lang="zh-CN" altLang="en-US" sz="3000" dirty="0">
                <a:solidFill>
                  <a:srgbClr val="FFFF00"/>
                </a:solidFill>
              </a:rPr>
              <a:t>位加法器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263C51D-F0EC-A4C9-D53A-189180911069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1033811" cy="1612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半加器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：只考虑两个加数本身，不考虑低位进位的相加运算电路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输入是两个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位的二进制加数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输出是一个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位的和数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以及一个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位的进位数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263C51D-F0EC-A4C9-D53A-189180911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1033811" cy="1612108"/>
              </a:xfrm>
              <a:prstGeom prst="rect">
                <a:avLst/>
              </a:prstGeom>
              <a:blipFill>
                <a:blip r:embed="rId2"/>
                <a:stretch>
                  <a:fillRect l="-1105" t="-1515" b="-7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3750F4EE-95D3-F56C-2F31-0FDB75CEAE56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EC9125F2-37AC-8F01-0B4B-1CA109B9FD2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5038533B-0FEA-35BE-5518-6AB00EB53F8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146ED318-9B3B-4CC1-B0AC-950F0955987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194411F3-083C-337E-3358-9B8E1B0FCCA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11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E1BFA44-BF8E-1D7C-61B5-F164530FC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450709"/>
              </p:ext>
            </p:extLst>
          </p:nvPr>
        </p:nvGraphicFramePr>
        <p:xfrm>
          <a:off x="937508" y="2988000"/>
          <a:ext cx="3519945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7429">
                  <a:extLst>
                    <a:ext uri="{9D8B030D-6E8A-4147-A177-3AD203B41FA5}">
                      <a16:colId xmlns:a16="http://schemas.microsoft.com/office/drawing/2014/main" val="1228595603"/>
                    </a:ext>
                  </a:extLst>
                </a:gridCol>
                <a:gridCol w="1742516">
                  <a:extLst>
                    <a:ext uri="{9D8B030D-6E8A-4147-A177-3AD203B41FA5}">
                      <a16:colId xmlns:a16="http://schemas.microsoft.com/office/drawing/2014/main" val="2720320290"/>
                    </a:ext>
                  </a:extLst>
                </a:gridCol>
              </a:tblGrid>
              <a:tr h="34410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A      B  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</a:t>
                      </a: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</a:t>
                      </a:r>
                      <a:r>
                        <a:rPr lang="en-US" altLang="zh-CN" sz="2400" baseline="-25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</a:t>
                      </a:r>
                      <a:r>
                        <a:rPr lang="en-US" altLang="zh-CN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S  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101600"/>
                  </a:ext>
                </a:extLst>
              </a:tr>
              <a:tr h="34410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0</a:t>
                      </a:r>
                      <a:r>
                        <a:rPr kumimoji="1"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	  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0</a:t>
                      </a:r>
                      <a:r>
                        <a:rPr kumimoji="1"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	  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718531"/>
                  </a:ext>
                </a:extLst>
              </a:tr>
              <a:tr h="34410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0       1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0       1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987197"/>
                  </a:ext>
                </a:extLst>
              </a:tr>
              <a:tr h="344109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1       0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0       1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894557"/>
                  </a:ext>
                </a:extLst>
              </a:tr>
              <a:tr h="34410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1       1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1       0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063572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FD6805F-F32A-2DB4-4702-F71265688BDD}"/>
              </a:ext>
            </a:extLst>
          </p:cNvPr>
          <p:cNvSpPr txBox="1"/>
          <p:nvPr/>
        </p:nvSpPr>
        <p:spPr>
          <a:xfrm>
            <a:off x="937508" y="2520000"/>
            <a:ext cx="35199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真值表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76DC82B-3544-1E16-24D3-8444F1063AA1}"/>
                  </a:ext>
                </a:extLst>
              </p:cNvPr>
              <p:cNvSpPr txBox="1"/>
              <p:nvPr/>
            </p:nvSpPr>
            <p:spPr>
              <a:xfrm>
                <a:off x="937508" y="5328000"/>
                <a:ext cx="3653443" cy="1031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76DC82B-3544-1E16-24D3-8444F1063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508" y="5328000"/>
                <a:ext cx="3653443" cy="10319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组合 56">
            <a:extLst>
              <a:ext uri="{FF2B5EF4-FFF2-40B4-BE49-F238E27FC236}">
                <a16:creationId xmlns:a16="http://schemas.microsoft.com/office/drawing/2014/main" id="{B2983F80-CE06-48E0-95D8-B976EE75CCD4}"/>
              </a:ext>
            </a:extLst>
          </p:cNvPr>
          <p:cNvGrpSpPr/>
          <p:nvPr/>
        </p:nvGrpSpPr>
        <p:grpSpPr>
          <a:xfrm>
            <a:off x="9000000" y="3240000"/>
            <a:ext cx="2303107" cy="1404351"/>
            <a:chOff x="5012829" y="2541346"/>
            <a:chExt cx="2303107" cy="1404351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F6A7AE7-43FA-6A16-CB26-C516F75EC44D}"/>
                </a:ext>
              </a:extLst>
            </p:cNvPr>
            <p:cNvSpPr/>
            <p:nvPr/>
          </p:nvSpPr>
          <p:spPr>
            <a:xfrm>
              <a:off x="5438338" y="2616627"/>
              <a:ext cx="1456660" cy="132907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70C2D93-01E0-0BE0-9989-3A2BA4B8EE2A}"/>
                    </a:ext>
                  </a:extLst>
                </p:cNvPr>
                <p:cNvSpPr txBox="1"/>
                <p:nvPr/>
              </p:nvSpPr>
              <p:spPr>
                <a:xfrm>
                  <a:off x="5332108" y="2702601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70C2D93-01E0-0BE0-9989-3A2BA4B8EE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2108" y="2702601"/>
                  <a:ext cx="605962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47F6342D-EE7C-DE1F-6CAF-9847BC5AD025}"/>
                    </a:ext>
                  </a:extLst>
                </p:cNvPr>
                <p:cNvSpPr txBox="1"/>
                <p:nvPr/>
              </p:nvSpPr>
              <p:spPr>
                <a:xfrm>
                  <a:off x="5332108" y="3336502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47F6342D-EE7C-DE1F-6CAF-9847BC5AD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2108" y="3336502"/>
                  <a:ext cx="605962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62385473-B899-3511-AF01-0FE38AFCDDEF}"/>
                    </a:ext>
                  </a:extLst>
                </p:cNvPr>
                <p:cNvSpPr txBox="1"/>
                <p:nvPr/>
              </p:nvSpPr>
              <p:spPr>
                <a:xfrm>
                  <a:off x="6324022" y="2702601"/>
                  <a:ext cx="60596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S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62385473-B899-3511-AF01-0FE38AFCDD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022" y="2702601"/>
                  <a:ext cx="605962" cy="52469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4524AFE-4D41-6EDB-D691-ACD21799B25F}"/>
                    </a:ext>
                  </a:extLst>
                </p:cNvPr>
                <p:cNvSpPr txBox="1"/>
                <p:nvPr/>
              </p:nvSpPr>
              <p:spPr>
                <a:xfrm>
                  <a:off x="6324022" y="3336502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4524AFE-4D41-6EDB-D691-ACD21799B2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022" y="3336502"/>
                  <a:ext cx="605962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7F8CE7D-FC86-D38F-1064-69F59CBFE466}"/>
                    </a:ext>
                  </a:extLst>
                </p:cNvPr>
                <p:cNvSpPr txBox="1"/>
                <p:nvPr/>
              </p:nvSpPr>
              <p:spPr>
                <a:xfrm>
                  <a:off x="5863687" y="2541346"/>
                  <a:ext cx="60596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a14:m>
                  <a:r>
                    <a:rPr lang="zh-CN" altLang="en-US" sz="3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7F8CE7D-FC86-D38F-1064-69F59CBFE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3687" y="2541346"/>
                  <a:ext cx="605962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65B9C21C-58ED-FA08-6C32-D83BAE33FBFD}"/>
                </a:ext>
              </a:extLst>
            </p:cNvPr>
            <p:cNvCxnSpPr/>
            <p:nvPr/>
          </p:nvCxnSpPr>
          <p:spPr>
            <a:xfrm>
              <a:off x="5012829" y="2962855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0316A6EF-D678-91EE-3D7C-66FA0361CCA5}"/>
                </a:ext>
              </a:extLst>
            </p:cNvPr>
            <p:cNvCxnSpPr/>
            <p:nvPr/>
          </p:nvCxnSpPr>
          <p:spPr>
            <a:xfrm>
              <a:off x="5012829" y="3618193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1954B8A-807A-E109-600B-1C0EB083051C}"/>
                </a:ext>
              </a:extLst>
            </p:cNvPr>
            <p:cNvCxnSpPr/>
            <p:nvPr/>
          </p:nvCxnSpPr>
          <p:spPr>
            <a:xfrm>
              <a:off x="6890267" y="2962855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B16AB420-08AF-8AA5-47EB-A594C26C241A}"/>
                </a:ext>
              </a:extLst>
            </p:cNvPr>
            <p:cNvCxnSpPr/>
            <p:nvPr/>
          </p:nvCxnSpPr>
          <p:spPr>
            <a:xfrm>
              <a:off x="6890267" y="3618193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A0A0DF32-AAD6-F66A-60C2-18962EA3FBA5}"/>
              </a:ext>
            </a:extLst>
          </p:cNvPr>
          <p:cNvSpPr txBox="1"/>
          <p:nvPr/>
        </p:nvSpPr>
        <p:spPr>
          <a:xfrm>
            <a:off x="9360000" y="4860000"/>
            <a:ext cx="14519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逻辑符号</a:t>
            </a:r>
            <a:endParaRPr lang="zh-CN" altLang="en-US" sz="2400" dirty="0"/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F0480282-3D00-E02A-A518-B8366871B649}"/>
              </a:ext>
            </a:extLst>
          </p:cNvPr>
          <p:cNvGrpSpPr/>
          <p:nvPr/>
        </p:nvGrpSpPr>
        <p:grpSpPr>
          <a:xfrm>
            <a:off x="5040000" y="3096000"/>
            <a:ext cx="3150380" cy="1627198"/>
            <a:chOff x="6333098" y="4732800"/>
            <a:chExt cx="3150380" cy="1627198"/>
          </a:xfrm>
        </p:grpSpPr>
        <p:sp>
          <p:nvSpPr>
            <p:cNvPr id="30" name="Arc 158">
              <a:extLst>
                <a:ext uri="{FF2B5EF4-FFF2-40B4-BE49-F238E27FC236}">
                  <a16:creationId xmlns:a16="http://schemas.microsoft.com/office/drawing/2014/main" id="{DD23B4C7-93F9-6A35-04AD-F32FF3B4C89A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990310" y="4544050"/>
              <a:ext cx="655694" cy="1040237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1" name="Line 160">
              <a:extLst>
                <a:ext uri="{FF2B5EF4-FFF2-40B4-BE49-F238E27FC236}">
                  <a16:creationId xmlns:a16="http://schemas.microsoft.com/office/drawing/2014/main" id="{989B68D8-5996-E51A-7F13-415DE07B1D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6050" y="4732800"/>
              <a:ext cx="3205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2" name="Text Box 5">
              <a:extLst>
                <a:ext uri="{FF2B5EF4-FFF2-40B4-BE49-F238E27FC236}">
                  <a16:creationId xmlns:a16="http://schemas.microsoft.com/office/drawing/2014/main" id="{2725C6E8-D7A8-0691-ADEB-DC001902E6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3098" y="4736084"/>
              <a:ext cx="323850" cy="331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Text Box 6">
              <a:extLst>
                <a:ext uri="{FF2B5EF4-FFF2-40B4-BE49-F238E27FC236}">
                  <a16:creationId xmlns:a16="http://schemas.microsoft.com/office/drawing/2014/main" id="{919F85FB-FB4E-D5B6-8559-0AB3DB3A8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3098" y="5085087"/>
              <a:ext cx="323850" cy="331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7">
              <a:extLst>
                <a:ext uri="{FF2B5EF4-FFF2-40B4-BE49-F238E27FC236}">
                  <a16:creationId xmlns:a16="http://schemas.microsoft.com/office/drawing/2014/main" id="{0E9D1A04-3A3C-7777-F4DD-0B3B2F43F1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4915" y="4885777"/>
              <a:ext cx="10925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8">
              <a:extLst>
                <a:ext uri="{FF2B5EF4-FFF2-40B4-BE49-F238E27FC236}">
                  <a16:creationId xmlns:a16="http://schemas.microsoft.com/office/drawing/2014/main" id="{3C0F99F2-93BC-37AD-7261-A4AA25E66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4915" y="5209627"/>
              <a:ext cx="109885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9">
              <a:extLst>
                <a:ext uri="{FF2B5EF4-FFF2-40B4-BE49-F238E27FC236}">
                  <a16:creationId xmlns:a16="http://schemas.microsoft.com/office/drawing/2014/main" id="{002D5838-144E-C032-92AE-D44ABF280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2583" y="5065165"/>
              <a:ext cx="376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Text Box 10">
              <a:extLst>
                <a:ext uri="{FF2B5EF4-FFF2-40B4-BE49-F238E27FC236}">
                  <a16:creationId xmlns:a16="http://schemas.microsoft.com/office/drawing/2014/main" id="{0FE1E068-9276-A9EF-9A5B-A099CF0957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2158" y="4917527"/>
              <a:ext cx="323850" cy="332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24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160">
              <a:extLst>
                <a:ext uri="{FF2B5EF4-FFF2-40B4-BE49-F238E27FC236}">
                  <a16:creationId xmlns:a16="http://schemas.microsoft.com/office/drawing/2014/main" id="{DC8BE5B4-EEB2-828C-B9AC-2C362DD3E2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6050" y="5392016"/>
              <a:ext cx="3205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9" name="Arc 156">
              <a:extLst>
                <a:ext uri="{FF2B5EF4-FFF2-40B4-BE49-F238E27FC236}">
                  <a16:creationId xmlns:a16="http://schemas.microsoft.com/office/drawing/2014/main" id="{287800D2-DFB1-06F5-9B94-6BB8B24424B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983404" y="4758592"/>
              <a:ext cx="483831" cy="633423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0" name="Arc 156">
              <a:extLst>
                <a:ext uri="{FF2B5EF4-FFF2-40B4-BE49-F238E27FC236}">
                  <a16:creationId xmlns:a16="http://schemas.microsoft.com/office/drawing/2014/main" id="{75CE6061-0241-18AD-F105-B4630BCF2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8752" y="4733419"/>
              <a:ext cx="483831" cy="633423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1" name="Arc 158">
              <a:extLst>
                <a:ext uri="{FF2B5EF4-FFF2-40B4-BE49-F238E27FC236}">
                  <a16:creationId xmlns:a16="http://schemas.microsoft.com/office/drawing/2014/main" id="{4C304976-5CD9-4914-9474-D57F7DE9922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883875" y="4506101"/>
              <a:ext cx="591089" cy="1115112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5" name="Line 7">
              <a:extLst>
                <a:ext uri="{FF2B5EF4-FFF2-40B4-BE49-F238E27FC236}">
                  <a16:creationId xmlns:a16="http://schemas.microsoft.com/office/drawing/2014/main" id="{FBD5B11A-EF56-60E2-90B1-EBA490707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8069" y="5837293"/>
              <a:ext cx="39570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8">
              <a:extLst>
                <a:ext uri="{FF2B5EF4-FFF2-40B4-BE49-F238E27FC236}">
                  <a16:creationId xmlns:a16="http://schemas.microsoft.com/office/drawing/2014/main" id="{BA42BD5A-FA6D-04AF-DEF5-BEBC2BF87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9419" y="6161143"/>
              <a:ext cx="6243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 Box 10">
              <a:extLst>
                <a:ext uri="{FF2B5EF4-FFF2-40B4-BE49-F238E27FC236}">
                  <a16:creationId xmlns:a16="http://schemas.microsoft.com/office/drawing/2014/main" id="{36986099-B3F1-7447-8162-F4FCBB8191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8534" y="5803537"/>
              <a:ext cx="614944" cy="332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kumimoji="1" lang="en-US" altLang="zh-CN" sz="2400" b="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</a:p>
          </p:txBody>
        </p:sp>
        <p:sp>
          <p:nvSpPr>
            <p:cNvPr id="48" name="AutoShape 11">
              <a:extLst>
                <a:ext uri="{FF2B5EF4-FFF2-40B4-BE49-F238E27FC236}">
                  <a16:creationId xmlns:a16="http://schemas.microsoft.com/office/drawing/2014/main" id="{9126973F-37CF-B083-69BE-53D7AA23B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3797" y="5627325"/>
              <a:ext cx="666751" cy="732673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ACD4A7B6-7835-D166-EC73-FC2E96AE49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7235" y="5993661"/>
              <a:ext cx="3715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4899C481-CFE8-2E16-AFF7-61B1A4222811}"/>
                </a:ext>
              </a:extLst>
            </p:cNvPr>
            <p:cNvSpPr/>
            <p:nvPr/>
          </p:nvSpPr>
          <p:spPr>
            <a:xfrm>
              <a:off x="7369315" y="4834129"/>
              <a:ext cx="103946" cy="1039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Line 8">
              <a:extLst>
                <a:ext uri="{FF2B5EF4-FFF2-40B4-BE49-F238E27FC236}">
                  <a16:creationId xmlns:a16="http://schemas.microsoft.com/office/drawing/2014/main" id="{2D28A4B2-B3EC-6156-667A-BC73EEC2888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942118" y="5356935"/>
              <a:ext cx="9607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Line 8">
              <a:extLst>
                <a:ext uri="{FF2B5EF4-FFF2-40B4-BE49-F238E27FC236}">
                  <a16:creationId xmlns:a16="http://schemas.microsoft.com/office/drawing/2014/main" id="{EEEA0CD7-8114-6443-0D22-0E0DD3F9EC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12916" y="5678649"/>
              <a:ext cx="9607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37CEC4E7-0D78-B484-343C-E59C2B2CEF97}"/>
                </a:ext>
              </a:extLst>
            </p:cNvPr>
            <p:cNvSpPr/>
            <p:nvPr/>
          </p:nvSpPr>
          <p:spPr>
            <a:xfrm>
              <a:off x="7140113" y="5158183"/>
              <a:ext cx="103946" cy="1039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6" name="文本框 55">
            <a:extLst>
              <a:ext uri="{FF2B5EF4-FFF2-40B4-BE49-F238E27FC236}">
                <a16:creationId xmlns:a16="http://schemas.microsoft.com/office/drawing/2014/main" id="{04451C30-CFD4-15C0-A544-4F89E37CDB41}"/>
              </a:ext>
            </a:extLst>
          </p:cNvPr>
          <p:cNvSpPr txBox="1"/>
          <p:nvPr/>
        </p:nvSpPr>
        <p:spPr>
          <a:xfrm>
            <a:off x="5760000" y="4860000"/>
            <a:ext cx="19198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逻辑电路图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57203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49A00-FB69-62F8-E3AC-9353D6CD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75326A0-F313-11D1-14FF-CFF6A9618474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3252882-7FBA-699E-4924-13D3C1C2B95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858F1286-A3DF-93E2-5CBE-99AB0FC97631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1FA3E3C5-03ED-2201-2D24-A68D828C2373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B7BF61F0-AC19-0CC6-4B83-7BE0F58A037B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12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2CA9E1C-C51F-D26A-2EBC-D1A982E07FE9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11306448" cy="1612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全加器</a:t>
                </a: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：完成两个二进制数以及低位进位信号的相加运算电路</a:t>
                </a: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输入是两个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位的二进制加数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以及一个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位的低位进位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输出是一个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位的和数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以及一个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位的向高位的进位数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2CA9E1C-C51F-D26A-2EBC-D1A982E07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11306448" cy="1612108"/>
              </a:xfrm>
              <a:prstGeom prst="rect">
                <a:avLst/>
              </a:prstGeom>
              <a:blipFill>
                <a:blip r:embed="rId3"/>
                <a:stretch>
                  <a:fillRect l="-1078" t="-1515" b="-7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20F3A5D-0DA1-9518-5F45-0FE2D5685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584576"/>
              </p:ext>
            </p:extLst>
          </p:nvPr>
        </p:nvGraphicFramePr>
        <p:xfrm>
          <a:off x="632848" y="2988000"/>
          <a:ext cx="4129264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0094">
                  <a:extLst>
                    <a:ext uri="{9D8B030D-6E8A-4147-A177-3AD203B41FA5}">
                      <a16:colId xmlns:a16="http://schemas.microsoft.com/office/drawing/2014/main" val="1228595603"/>
                    </a:ext>
                  </a:extLst>
                </a:gridCol>
                <a:gridCol w="1699170">
                  <a:extLst>
                    <a:ext uri="{9D8B030D-6E8A-4147-A177-3AD203B41FA5}">
                      <a16:colId xmlns:a16="http://schemas.microsoft.com/office/drawing/2014/main" val="2720320290"/>
                    </a:ext>
                  </a:extLst>
                </a:gridCol>
              </a:tblGrid>
              <a:tr h="30414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A      B      C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C</a:t>
                      </a:r>
                      <a:r>
                        <a:rPr lang="en-US" altLang="zh-CN" sz="2400" baseline="-25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S  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101600"/>
                  </a:ext>
                </a:extLst>
              </a:tr>
              <a:tr h="30414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0</a:t>
                      </a:r>
                      <a:r>
                        <a:rPr kumimoji="1"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	  0        0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0</a:t>
                      </a:r>
                      <a:r>
                        <a:rPr kumimoji="1"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	  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7718531"/>
                  </a:ext>
                </a:extLst>
              </a:tr>
              <a:tr h="30414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0        1</a:t>
                      </a:r>
                      <a:r>
                        <a:rPr kumimoji="1"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0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0         1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987197"/>
                  </a:ext>
                </a:extLst>
              </a:tr>
              <a:tr h="30414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1        0        0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0         1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894557"/>
                  </a:ext>
                </a:extLst>
              </a:tr>
              <a:tr h="30414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1        1        0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1         0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442750"/>
                  </a:ext>
                </a:extLst>
              </a:tr>
              <a:tr h="30414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0</a:t>
                      </a:r>
                      <a:r>
                        <a:rPr kumimoji="1"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	  0        1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0</a:t>
                      </a:r>
                      <a:r>
                        <a:rPr kumimoji="1"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	  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063572"/>
                  </a:ext>
                </a:extLst>
              </a:tr>
              <a:tr h="30414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0        1</a:t>
                      </a:r>
                      <a:r>
                        <a:rPr kumimoji="1"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1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1         0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819308"/>
                  </a:ext>
                </a:extLst>
              </a:tr>
              <a:tr h="30414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1        0        1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1         0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707920"/>
                  </a:ext>
                </a:extLst>
              </a:tr>
              <a:tr h="30414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1        1        1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1         1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1823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5582B45-8164-B3C9-6A9F-DF67EAB4983E}"/>
                  </a:ext>
                </a:extLst>
              </p:cNvPr>
              <p:cNvSpPr txBox="1"/>
              <p:nvPr/>
            </p:nvSpPr>
            <p:spPr>
              <a:xfrm>
                <a:off x="5400000" y="4619253"/>
                <a:ext cx="5709367" cy="2125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 =</m:t>
                    </m:r>
                    <m:acc>
                      <m:accPr>
                        <m:chr m:val="̅"/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acc>
                      <m:accPr>
                        <m:chr m:val="̅"/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zh-CN" sz="28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8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zh-CN" sz="28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acc>
                    <m:r>
                      <a:rPr kumimoji="1" lang="en-US" altLang="zh-CN" sz="28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kumimoji="1" lang="en-US" altLang="zh-CN" sz="28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8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zh-CN" sz="28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i="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acc>
                    <m:r>
                      <a:rPr kumimoji="1" lang="en-US" altLang="zh-CN" sz="28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kumimoji="1" lang="en-US" altLang="zh-CN" sz="28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8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̅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kumimoji="1" lang="en-US" altLang="zh-CN" sz="28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kumimoji="1" lang="en-US" altLang="zh-C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endParaRPr lang="en-US" altLang="zh-CN" sz="28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+(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8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E5582B45-8164-B3C9-6A9F-DF67EAB49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00" y="4619253"/>
                <a:ext cx="5709367" cy="21254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文本框 96">
            <a:extLst>
              <a:ext uri="{FF2B5EF4-FFF2-40B4-BE49-F238E27FC236}">
                <a16:creationId xmlns:a16="http://schemas.microsoft.com/office/drawing/2014/main" id="{7B06DD1D-DA7F-C2BF-048A-3B32C5FEDCB9}"/>
              </a:ext>
            </a:extLst>
          </p:cNvPr>
          <p:cNvSpPr txBox="1"/>
          <p:nvPr/>
        </p:nvSpPr>
        <p:spPr>
          <a:xfrm>
            <a:off x="7536120" y="4125011"/>
            <a:ext cx="14519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逻辑符号</a:t>
            </a:r>
            <a:endParaRPr lang="zh-CN" altLang="en-US" sz="2400" dirty="0"/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3320F2C6-F6A0-1C36-799E-3BA080502318}"/>
              </a:ext>
            </a:extLst>
          </p:cNvPr>
          <p:cNvGrpSpPr/>
          <p:nvPr/>
        </p:nvGrpSpPr>
        <p:grpSpPr>
          <a:xfrm>
            <a:off x="7110611" y="2560596"/>
            <a:ext cx="2303107" cy="1472548"/>
            <a:chOff x="7110611" y="2560596"/>
            <a:chExt cx="2303107" cy="1472548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6453B69D-E679-EF3A-198A-5B1D8586AF55}"/>
                </a:ext>
              </a:extLst>
            </p:cNvPr>
            <p:cNvSpPr/>
            <p:nvPr/>
          </p:nvSpPr>
          <p:spPr>
            <a:xfrm>
              <a:off x="7536120" y="2635877"/>
              <a:ext cx="1456660" cy="132907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5E80FF7F-06DD-D9D8-C2DB-EA27EC4C2356}"/>
                    </a:ext>
                  </a:extLst>
                </p:cNvPr>
                <p:cNvSpPr txBox="1"/>
                <p:nvPr/>
              </p:nvSpPr>
              <p:spPr>
                <a:xfrm>
                  <a:off x="7429890" y="2568118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5E80FF7F-06DD-D9D8-C2DB-EA27EC4C2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890" y="2568118"/>
                  <a:ext cx="605962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8BFEB7A9-FC66-58AF-4931-676217924712}"/>
                    </a:ext>
                  </a:extLst>
                </p:cNvPr>
                <p:cNvSpPr txBox="1"/>
                <p:nvPr/>
              </p:nvSpPr>
              <p:spPr>
                <a:xfrm>
                  <a:off x="7429890" y="3432980"/>
                  <a:ext cx="816056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8BFEB7A9-FC66-58AF-4931-6762179247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890" y="3432980"/>
                  <a:ext cx="816056" cy="60016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48760443-8D90-0F68-12C2-8F4D86A237AA}"/>
                    </a:ext>
                  </a:extLst>
                </p:cNvPr>
                <p:cNvSpPr txBox="1"/>
                <p:nvPr/>
              </p:nvSpPr>
              <p:spPr>
                <a:xfrm>
                  <a:off x="8421804" y="2721851"/>
                  <a:ext cx="60596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S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48760443-8D90-0F68-12C2-8F4D86A237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1804" y="2721851"/>
                  <a:ext cx="605962" cy="52469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BF775F75-B587-80C3-2FAA-FF6009EB6B79}"/>
                    </a:ext>
                  </a:extLst>
                </p:cNvPr>
                <p:cNvSpPr txBox="1"/>
                <p:nvPr/>
              </p:nvSpPr>
              <p:spPr>
                <a:xfrm>
                  <a:off x="8421804" y="3355752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BF775F75-B587-80C3-2FAA-FF6009EB6B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1804" y="3355752"/>
                  <a:ext cx="605962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AE30679F-7516-F357-31CF-EDF1632137ED}"/>
                    </a:ext>
                  </a:extLst>
                </p:cNvPr>
                <p:cNvSpPr txBox="1"/>
                <p:nvPr/>
              </p:nvSpPr>
              <p:spPr>
                <a:xfrm>
                  <a:off x="7961469" y="2560596"/>
                  <a:ext cx="60596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a14:m>
                  <a:r>
                    <a:rPr lang="zh-CN" altLang="en-US" sz="3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AE30679F-7516-F357-31CF-EDF1632137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1469" y="2560596"/>
                  <a:ext cx="605962" cy="6463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FF69E744-29EE-AFAF-5D3E-87696E584E2B}"/>
                </a:ext>
              </a:extLst>
            </p:cNvPr>
            <p:cNvCxnSpPr/>
            <p:nvPr/>
          </p:nvCxnSpPr>
          <p:spPr>
            <a:xfrm>
              <a:off x="7110611" y="2868417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29D6746D-1367-762B-14A0-572E321DFBCA}"/>
                </a:ext>
              </a:extLst>
            </p:cNvPr>
            <p:cNvCxnSpPr/>
            <p:nvPr/>
          </p:nvCxnSpPr>
          <p:spPr>
            <a:xfrm>
              <a:off x="7110611" y="3736406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5F988F10-1EA5-99A6-C2A8-FFE972EC35D2}"/>
                </a:ext>
              </a:extLst>
            </p:cNvPr>
            <p:cNvCxnSpPr/>
            <p:nvPr/>
          </p:nvCxnSpPr>
          <p:spPr>
            <a:xfrm>
              <a:off x="8988049" y="2982105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DFF65885-9A2D-A7B8-FF6E-8F6AAD0FEF5F}"/>
                </a:ext>
              </a:extLst>
            </p:cNvPr>
            <p:cNvCxnSpPr/>
            <p:nvPr/>
          </p:nvCxnSpPr>
          <p:spPr>
            <a:xfrm>
              <a:off x="8988049" y="3637443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D7FE3B80-E964-04D2-B239-226B2F9030B2}"/>
                    </a:ext>
                  </a:extLst>
                </p:cNvPr>
                <p:cNvSpPr txBox="1"/>
                <p:nvPr/>
              </p:nvSpPr>
              <p:spPr>
                <a:xfrm>
                  <a:off x="7429890" y="2979577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D7FE3B80-E964-04D2-B239-226B2F9030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890" y="2979577"/>
                  <a:ext cx="605962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36E6309D-09A0-0916-7C1C-5DF9BF016B24}"/>
                </a:ext>
              </a:extLst>
            </p:cNvPr>
            <p:cNvCxnSpPr/>
            <p:nvPr/>
          </p:nvCxnSpPr>
          <p:spPr>
            <a:xfrm>
              <a:off x="7110611" y="3280587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1F096A2B-BAF4-C093-D780-82483D14261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加法器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1 </a:t>
            </a:r>
            <a:r>
              <a:rPr lang="zh-CN" altLang="en-US" sz="3000" dirty="0">
                <a:solidFill>
                  <a:srgbClr val="FFFF00"/>
                </a:solidFill>
              </a:rPr>
              <a:t>位加法器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935F1F-D7F8-A23F-EFFD-295C970B0F4C}"/>
              </a:ext>
            </a:extLst>
          </p:cNvPr>
          <p:cNvSpPr txBox="1"/>
          <p:nvPr/>
        </p:nvSpPr>
        <p:spPr>
          <a:xfrm>
            <a:off x="937508" y="2520000"/>
            <a:ext cx="35199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真值表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31455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7F2BC-0F76-D02B-B164-E0135670D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2CFBF42-AC7E-5B5B-5D4D-E3A3847D2B02}"/>
                  </a:ext>
                </a:extLst>
              </p:cNvPr>
              <p:cNvSpPr txBox="1"/>
              <p:nvPr/>
            </p:nvSpPr>
            <p:spPr>
              <a:xfrm>
                <a:off x="360000" y="828000"/>
                <a:ext cx="8829500" cy="16191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8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由两个半加器串行构成一个全加器：</a:t>
                </a:r>
                <a:endParaRPr kumimoji="1" lang="en-US" altLang="zh-CN" sz="28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半加器：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14400" lvl="1" indent="-457200">
                  <a:lnSpc>
                    <a:spcPct val="120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全加器：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AB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+(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22CFBF42-AC7E-5B5B-5D4D-E3A3847D2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828000"/>
                <a:ext cx="8829500" cy="1619161"/>
              </a:xfrm>
              <a:prstGeom prst="rect">
                <a:avLst/>
              </a:prstGeom>
              <a:blipFill>
                <a:blip r:embed="rId3"/>
                <a:stretch>
                  <a:fillRect l="-1381" t="-1509" b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CBACE57E-46EC-6390-BC08-C3CFCC19446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281E6C5A-470E-E4FA-6E2F-50076C59226A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07593A31-41A8-FACB-7217-408DE4E23D7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7A8D06DA-88D4-1775-9F5B-F05CA6EF4B12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01B7411B-B72F-2D1F-07D4-EDB9193AEE6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13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05D06E50-DAB4-679E-CBB7-ACD30DF064DE}"/>
              </a:ext>
            </a:extLst>
          </p:cNvPr>
          <p:cNvGrpSpPr/>
          <p:nvPr/>
        </p:nvGrpSpPr>
        <p:grpSpPr>
          <a:xfrm>
            <a:off x="2032180" y="3240000"/>
            <a:ext cx="8127639" cy="2327196"/>
            <a:chOff x="2032180" y="3240000"/>
            <a:chExt cx="8127639" cy="23271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1C93FCBD-9FC6-A506-5833-AAD9BDFBD6A4}"/>
                    </a:ext>
                  </a:extLst>
                </p:cNvPr>
                <p:cNvSpPr txBox="1"/>
                <p:nvPr/>
              </p:nvSpPr>
              <p:spPr>
                <a:xfrm>
                  <a:off x="4428429" y="3914704"/>
                  <a:ext cx="65012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AB</m:t>
                      </m:r>
                    </m:oMath>
                  </a14:m>
                  <a:r>
                    <a:rPr lang="en-US" altLang="zh-CN" sz="24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1C93FCBD-9FC6-A506-5833-AAD9BDFBD6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8429" y="3914704"/>
                  <a:ext cx="650123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86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89FB95B-FB24-1138-AE7A-086B2A97F0B8}"/>
                </a:ext>
              </a:extLst>
            </p:cNvPr>
            <p:cNvSpPr/>
            <p:nvPr/>
          </p:nvSpPr>
          <p:spPr>
            <a:xfrm>
              <a:off x="2997545" y="3371919"/>
              <a:ext cx="1456660" cy="132907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29B8376-2085-70D2-16CA-F7E68E984F4B}"/>
                    </a:ext>
                  </a:extLst>
                </p:cNvPr>
                <p:cNvSpPr txBox="1"/>
                <p:nvPr/>
              </p:nvSpPr>
              <p:spPr>
                <a:xfrm>
                  <a:off x="2891315" y="3457893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29B8376-2085-70D2-16CA-F7E68E984F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315" y="3457893"/>
                  <a:ext cx="605962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E45BF70-FCE3-C9FC-8787-E216ED3FF544}"/>
                    </a:ext>
                  </a:extLst>
                </p:cNvPr>
                <p:cNvSpPr txBox="1"/>
                <p:nvPr/>
              </p:nvSpPr>
              <p:spPr>
                <a:xfrm>
                  <a:off x="2891315" y="4091794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E45BF70-FCE3-C9FC-8787-E216ED3FF5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1315" y="4091794"/>
                  <a:ext cx="605962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A8511ABB-B826-AD23-BAB6-F413C889AEA5}"/>
                    </a:ext>
                  </a:extLst>
                </p:cNvPr>
                <p:cNvSpPr txBox="1"/>
                <p:nvPr/>
              </p:nvSpPr>
              <p:spPr>
                <a:xfrm>
                  <a:off x="3883229" y="3457893"/>
                  <a:ext cx="60596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S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A8511ABB-B826-AD23-BAB6-F413C889AE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3229" y="3457893"/>
                  <a:ext cx="605962" cy="52469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D3A7D382-E571-A576-692B-371996A7D6FE}"/>
                    </a:ext>
                  </a:extLst>
                </p:cNvPr>
                <p:cNvSpPr txBox="1"/>
                <p:nvPr/>
              </p:nvSpPr>
              <p:spPr>
                <a:xfrm>
                  <a:off x="3883229" y="4091794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D3A7D382-E571-A576-692B-371996A7D6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3229" y="4091794"/>
                  <a:ext cx="605962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1A75D7D-9935-BA3E-C5C9-57AF38318077}"/>
                    </a:ext>
                  </a:extLst>
                </p:cNvPr>
                <p:cNvSpPr txBox="1"/>
                <p:nvPr/>
              </p:nvSpPr>
              <p:spPr>
                <a:xfrm>
                  <a:off x="3422894" y="3296638"/>
                  <a:ext cx="60596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a14:m>
                  <a:r>
                    <a:rPr lang="zh-CN" altLang="en-US" sz="3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B1A75D7D-9935-BA3E-C5C9-57AF383180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2894" y="3296638"/>
                  <a:ext cx="605962" cy="64633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F71175BB-951C-8B70-C7E7-8A0A2A391A39}"/>
                </a:ext>
              </a:extLst>
            </p:cNvPr>
            <p:cNvCxnSpPr/>
            <p:nvPr/>
          </p:nvCxnSpPr>
          <p:spPr>
            <a:xfrm>
              <a:off x="2572036" y="3718147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98A736DD-80F0-350A-E40D-3857CBDFA32A}"/>
                </a:ext>
              </a:extLst>
            </p:cNvPr>
            <p:cNvCxnSpPr/>
            <p:nvPr/>
          </p:nvCxnSpPr>
          <p:spPr>
            <a:xfrm>
              <a:off x="2572036" y="4373485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AEA6AB89-0387-B07F-0ADF-02FF98366A46}"/>
                </a:ext>
              </a:extLst>
            </p:cNvPr>
            <p:cNvCxnSpPr>
              <a:cxnSpLocks/>
            </p:cNvCxnSpPr>
            <p:nvPr/>
          </p:nvCxnSpPr>
          <p:spPr>
            <a:xfrm>
              <a:off x="4449474" y="3718147"/>
              <a:ext cx="125844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FB5AD2A3-5656-7677-8722-AE357A032D50}"/>
                </a:ext>
              </a:extLst>
            </p:cNvPr>
            <p:cNvCxnSpPr>
              <a:cxnSpLocks/>
            </p:cNvCxnSpPr>
            <p:nvPr/>
          </p:nvCxnSpPr>
          <p:spPr>
            <a:xfrm>
              <a:off x="4449474" y="4373485"/>
              <a:ext cx="65172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59731979-7D69-2EFA-BFBE-B9D14B7EE987}"/>
                </a:ext>
              </a:extLst>
            </p:cNvPr>
            <p:cNvSpPr/>
            <p:nvPr/>
          </p:nvSpPr>
          <p:spPr>
            <a:xfrm>
              <a:off x="6061147" y="3371978"/>
              <a:ext cx="1456660" cy="132907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72D3F33B-2658-7B1C-905F-7E6AA3FEF990}"/>
                    </a:ext>
                  </a:extLst>
                </p:cNvPr>
                <p:cNvSpPr txBox="1"/>
                <p:nvPr/>
              </p:nvSpPr>
              <p:spPr>
                <a:xfrm>
                  <a:off x="5954917" y="3457952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72D3F33B-2658-7B1C-905F-7E6AA3FEF9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4917" y="3457952"/>
                  <a:ext cx="605962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C89AC142-902F-C9DA-8551-649A2BA1D08E}"/>
                    </a:ext>
                  </a:extLst>
                </p:cNvPr>
                <p:cNvSpPr txBox="1"/>
                <p:nvPr/>
              </p:nvSpPr>
              <p:spPr>
                <a:xfrm>
                  <a:off x="5954917" y="4091853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C89AC142-902F-C9DA-8551-649A2BA1D0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54917" y="4091853"/>
                  <a:ext cx="605962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6EFAC738-9226-5F8C-CAA0-F52D361E4A64}"/>
                    </a:ext>
                  </a:extLst>
                </p:cNvPr>
                <p:cNvSpPr txBox="1"/>
                <p:nvPr/>
              </p:nvSpPr>
              <p:spPr>
                <a:xfrm>
                  <a:off x="6946831" y="3457952"/>
                  <a:ext cx="60596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S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6EFAC738-9226-5F8C-CAA0-F52D361E4A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6831" y="3457952"/>
                  <a:ext cx="605962" cy="52469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9895EB32-3338-0305-CA9B-7365A00D21AD}"/>
                    </a:ext>
                  </a:extLst>
                </p:cNvPr>
                <p:cNvSpPr txBox="1"/>
                <p:nvPr/>
              </p:nvSpPr>
              <p:spPr>
                <a:xfrm>
                  <a:off x="6946831" y="4091853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9895EB32-3338-0305-CA9B-7365A00D21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6831" y="4091853"/>
                  <a:ext cx="605962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6C128A91-4EE8-5F1B-A3D2-BFD15281ED09}"/>
                    </a:ext>
                  </a:extLst>
                </p:cNvPr>
                <p:cNvSpPr txBox="1"/>
                <p:nvPr/>
              </p:nvSpPr>
              <p:spPr>
                <a:xfrm>
                  <a:off x="6486496" y="3296697"/>
                  <a:ext cx="60596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a14:m>
                  <a:r>
                    <a:rPr lang="zh-CN" altLang="en-US" sz="3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4" name="文本框 63">
                  <a:extLst>
                    <a:ext uri="{FF2B5EF4-FFF2-40B4-BE49-F238E27FC236}">
                      <a16:creationId xmlns:a16="http://schemas.microsoft.com/office/drawing/2014/main" id="{6C128A91-4EE8-5F1B-A3D2-BFD15281ED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6496" y="3296697"/>
                  <a:ext cx="605962" cy="64633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B104BF36-94E6-B6A9-7370-E50F8521325A}"/>
                </a:ext>
              </a:extLst>
            </p:cNvPr>
            <p:cNvCxnSpPr/>
            <p:nvPr/>
          </p:nvCxnSpPr>
          <p:spPr>
            <a:xfrm>
              <a:off x="5635638" y="3718206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B7C764A2-2F2A-F1B4-4541-3DBA6F637464}"/>
                </a:ext>
              </a:extLst>
            </p:cNvPr>
            <p:cNvCxnSpPr/>
            <p:nvPr/>
          </p:nvCxnSpPr>
          <p:spPr>
            <a:xfrm>
              <a:off x="5635416" y="4373544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BE885571-411E-7D7A-B85E-5E26A33A7214}"/>
                </a:ext>
              </a:extLst>
            </p:cNvPr>
            <p:cNvCxnSpPr>
              <a:cxnSpLocks/>
            </p:cNvCxnSpPr>
            <p:nvPr/>
          </p:nvCxnSpPr>
          <p:spPr>
            <a:xfrm>
              <a:off x="7513076" y="3718206"/>
              <a:ext cx="207411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462D1988-6816-1361-B279-F153FC8A609D}"/>
                </a:ext>
              </a:extLst>
            </p:cNvPr>
            <p:cNvCxnSpPr/>
            <p:nvPr/>
          </p:nvCxnSpPr>
          <p:spPr>
            <a:xfrm>
              <a:off x="7513076" y="4373544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Arc 158">
              <a:extLst>
                <a:ext uri="{FF2B5EF4-FFF2-40B4-BE49-F238E27FC236}">
                  <a16:creationId xmlns:a16="http://schemas.microsoft.com/office/drawing/2014/main" id="{BA96B1DE-254E-3483-B991-43AF89D92F8D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7705347" y="4591349"/>
              <a:ext cx="655694" cy="1040237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2" name="Line 160">
              <a:extLst>
                <a:ext uri="{FF2B5EF4-FFF2-40B4-BE49-F238E27FC236}">
                  <a16:creationId xmlns:a16="http://schemas.microsoft.com/office/drawing/2014/main" id="{562B06B1-FF24-87D7-5A4E-7539374AB3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01087" y="4780099"/>
              <a:ext cx="3205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5" name="Line 7">
              <a:extLst>
                <a:ext uri="{FF2B5EF4-FFF2-40B4-BE49-F238E27FC236}">
                  <a16:creationId xmlns:a16="http://schemas.microsoft.com/office/drawing/2014/main" id="{230CA990-47AB-2C53-8645-FDAD4A3D76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8746" y="4933076"/>
              <a:ext cx="57717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Line 8">
              <a:extLst>
                <a:ext uri="{FF2B5EF4-FFF2-40B4-BE49-F238E27FC236}">
                  <a16:creationId xmlns:a16="http://schemas.microsoft.com/office/drawing/2014/main" id="{9C1D57FC-E3A2-0EA3-07F2-F604F44BE8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1196" y="5256926"/>
              <a:ext cx="34176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Line 9">
              <a:extLst>
                <a:ext uri="{FF2B5EF4-FFF2-40B4-BE49-F238E27FC236}">
                  <a16:creationId xmlns:a16="http://schemas.microsoft.com/office/drawing/2014/main" id="{A63B5734-5185-BA20-7E65-D6A334BFEF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77620" y="5112464"/>
              <a:ext cx="376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Line 160">
              <a:extLst>
                <a:ext uri="{FF2B5EF4-FFF2-40B4-BE49-F238E27FC236}">
                  <a16:creationId xmlns:a16="http://schemas.microsoft.com/office/drawing/2014/main" id="{C37E0D53-5F8B-557C-DB27-1BCED442C0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01087" y="5439315"/>
              <a:ext cx="3205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0" name="Arc 156">
              <a:extLst>
                <a:ext uri="{FF2B5EF4-FFF2-40B4-BE49-F238E27FC236}">
                  <a16:creationId xmlns:a16="http://schemas.microsoft.com/office/drawing/2014/main" id="{30A817B3-BF57-36B1-BA68-8C5FA236800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698441" y="4805891"/>
              <a:ext cx="483831" cy="633423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1" name="Arc 156">
              <a:extLst>
                <a:ext uri="{FF2B5EF4-FFF2-40B4-BE49-F238E27FC236}">
                  <a16:creationId xmlns:a16="http://schemas.microsoft.com/office/drawing/2014/main" id="{638D2E84-2987-6567-DF8F-ED5362480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3789" y="4780718"/>
              <a:ext cx="483831" cy="633423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95E1E9B7-6B1D-489A-F52E-E26A079895B5}"/>
                    </a:ext>
                  </a:extLst>
                </p:cNvPr>
                <p:cNvSpPr txBox="1"/>
                <p:nvPr/>
              </p:nvSpPr>
              <p:spPr>
                <a:xfrm>
                  <a:off x="4428430" y="3296638"/>
                  <a:ext cx="107821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en-US" altLang="zh-CN" sz="24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95E1E9B7-6B1D-489A-F52E-E26A079895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8430" y="3296638"/>
                  <a:ext cx="1078213" cy="461665"/>
                </a:xfrm>
                <a:prstGeom prst="rect">
                  <a:avLst/>
                </a:prstGeom>
                <a:blipFill>
                  <a:blip r:embed="rId15"/>
                  <a:stretch>
                    <a:fillRect l="-1130" b="-105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7EFD0F49-6935-7EFF-19EF-C6083CE83B8F}"/>
                    </a:ext>
                  </a:extLst>
                </p:cNvPr>
                <p:cNvSpPr txBox="1"/>
                <p:nvPr/>
              </p:nvSpPr>
              <p:spPr>
                <a:xfrm>
                  <a:off x="2032180" y="3457893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7EFD0F49-6935-7EFF-19EF-C6083CE83B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180" y="3457893"/>
                  <a:ext cx="605962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C0B5D94D-1B8B-3CC2-7616-364543D18CE6}"/>
                    </a:ext>
                  </a:extLst>
                </p:cNvPr>
                <p:cNvSpPr txBox="1"/>
                <p:nvPr/>
              </p:nvSpPr>
              <p:spPr>
                <a:xfrm>
                  <a:off x="2032180" y="4091794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C0B5D94D-1B8B-3CC2-7616-364543D18C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180" y="4091794"/>
                  <a:ext cx="605962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10082786-41A6-1702-3E42-A132F6D14C78}"/>
                </a:ext>
              </a:extLst>
            </p:cNvPr>
            <p:cNvCxnSpPr>
              <a:cxnSpLocks/>
            </p:cNvCxnSpPr>
            <p:nvPr/>
          </p:nvCxnSpPr>
          <p:spPr>
            <a:xfrm>
              <a:off x="2571876" y="5028823"/>
              <a:ext cx="308723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7CE8A0FF-D832-BBC2-D3B5-52F32133407E}"/>
                </a:ext>
              </a:extLst>
            </p:cNvPr>
            <p:cNvCxnSpPr>
              <a:cxnSpLocks/>
            </p:cNvCxnSpPr>
            <p:nvPr/>
          </p:nvCxnSpPr>
          <p:spPr>
            <a:xfrm>
              <a:off x="5647336" y="4380042"/>
              <a:ext cx="0" cy="65833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848AAA5F-8F9C-B444-9BE5-051353D02FD5}"/>
                    </a:ext>
                  </a:extLst>
                </p:cNvPr>
                <p:cNvSpPr txBox="1"/>
                <p:nvPr/>
              </p:nvSpPr>
              <p:spPr>
                <a:xfrm>
                  <a:off x="2067900" y="4725327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848AAA5F-8F9C-B444-9BE5-051353D02F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7900" y="4725327"/>
                  <a:ext cx="605962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69AF5322-1EB1-8C7D-793F-A76B6CAB1657}"/>
                </a:ext>
              </a:extLst>
            </p:cNvPr>
            <p:cNvCxnSpPr>
              <a:cxnSpLocks/>
            </p:cNvCxnSpPr>
            <p:nvPr/>
          </p:nvCxnSpPr>
          <p:spPr>
            <a:xfrm>
              <a:off x="5108834" y="4361741"/>
              <a:ext cx="0" cy="90880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8534F030-EC1D-6445-AF4B-21D9AEE9D0A2}"/>
                </a:ext>
              </a:extLst>
            </p:cNvPr>
            <p:cNvCxnSpPr>
              <a:cxnSpLocks/>
            </p:cNvCxnSpPr>
            <p:nvPr/>
          </p:nvCxnSpPr>
          <p:spPr>
            <a:xfrm>
              <a:off x="7951101" y="4361741"/>
              <a:ext cx="0" cy="57133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B605D7FE-B416-66A9-F4DA-F33E8A270899}"/>
                    </a:ext>
                  </a:extLst>
                </p:cNvPr>
                <p:cNvSpPr txBox="1"/>
                <p:nvPr/>
              </p:nvSpPr>
              <p:spPr>
                <a:xfrm>
                  <a:off x="7473701" y="3270016"/>
                  <a:ext cx="1787610" cy="5386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CN" sz="240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en-US" altLang="zh-CN" sz="24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B605D7FE-B416-66A9-F4DA-F33E8A2708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3701" y="3270016"/>
                  <a:ext cx="1787610" cy="53860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5FDF714C-5BC7-18CD-CB70-8EC1F4E97333}"/>
                    </a:ext>
                  </a:extLst>
                </p:cNvPr>
                <p:cNvSpPr txBox="1"/>
                <p:nvPr/>
              </p:nvSpPr>
              <p:spPr>
                <a:xfrm>
                  <a:off x="9477657" y="3464336"/>
                  <a:ext cx="605962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S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5FDF714C-5BC7-18CD-CB70-8EC1F4E973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7657" y="3464336"/>
                  <a:ext cx="605962" cy="52469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5F920042-FF72-F538-050C-4DCE2D8BD98A}"/>
                    </a:ext>
                  </a:extLst>
                </p:cNvPr>
                <p:cNvSpPr txBox="1"/>
                <p:nvPr/>
              </p:nvSpPr>
              <p:spPr>
                <a:xfrm>
                  <a:off x="9553857" y="4835819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5F920042-FF72-F538-050C-4DCE2D8BD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3857" y="4835819"/>
                  <a:ext cx="605962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9D4E3BEE-370E-8BD4-9975-34B625C956DC}"/>
                </a:ext>
              </a:extLst>
            </p:cNvPr>
            <p:cNvSpPr/>
            <p:nvPr/>
          </p:nvSpPr>
          <p:spPr>
            <a:xfrm>
              <a:off x="2826594" y="3240000"/>
              <a:ext cx="6557069" cy="2327196"/>
            </a:xfrm>
            <a:prstGeom prst="rect">
              <a:avLst/>
            </a:prstGeom>
            <a:noFill/>
            <a:ln w="5080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BED6EB51-2EBD-3BDC-8E0E-99DB0E1DE5F6}"/>
                    </a:ext>
                  </a:extLst>
                </p:cNvPr>
                <p:cNvSpPr txBox="1"/>
                <p:nvPr/>
              </p:nvSpPr>
              <p:spPr>
                <a:xfrm>
                  <a:off x="7474311" y="3891004"/>
                  <a:ext cx="158656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r>
                        <m:rPr>
                          <m:sty m:val="p"/>
                        </m:rPr>
                        <a:rPr lang="en-US" altLang="zh-CN" sz="2400" b="0" i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altLang="zh-CN" sz="2400" b="0" i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sz="240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a14:m>
                  <a:r>
                    <a:rPr lang="en-US" altLang="zh-CN" sz="24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4" name="文本框 123">
                  <a:extLst>
                    <a:ext uri="{FF2B5EF4-FFF2-40B4-BE49-F238E27FC236}">
                      <a16:creationId xmlns:a16="http://schemas.microsoft.com/office/drawing/2014/main" id="{BED6EB51-2EBD-3BDC-8E0E-99DB0E1DE5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4311" y="3891004"/>
                  <a:ext cx="1586563" cy="461665"/>
                </a:xfrm>
                <a:prstGeom prst="rect">
                  <a:avLst/>
                </a:prstGeom>
                <a:blipFill>
                  <a:blip r:embed="rId22"/>
                  <a:stretch>
                    <a:fillRect l="-3077"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标题 1">
            <a:extLst>
              <a:ext uri="{FF2B5EF4-FFF2-40B4-BE49-F238E27FC236}">
                <a16:creationId xmlns:a16="http://schemas.microsoft.com/office/drawing/2014/main" id="{CE0CE572-0A93-6799-46F9-B2D914C30C4A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加法器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1 </a:t>
            </a:r>
            <a:r>
              <a:rPr lang="zh-CN" altLang="en-US" sz="3000" dirty="0">
                <a:solidFill>
                  <a:srgbClr val="FFFF00"/>
                </a:solidFill>
              </a:rPr>
              <a:t>位加法器</a:t>
            </a:r>
          </a:p>
        </p:txBody>
      </p:sp>
    </p:spTree>
    <p:extLst>
      <p:ext uri="{BB962C8B-B14F-4D97-AF65-F5344CB8AC3E}">
        <p14:creationId xmlns:p14="http://schemas.microsoft.com/office/powerpoint/2010/main" val="3994328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D8B24-A76E-FE0E-F112-F1D0A418C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873907-C1D5-EA4B-28B3-6F6825F29344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加法器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多位加法器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D071E9-CBC6-DC65-F3C6-28080778AEFE}"/>
              </a:ext>
            </a:extLst>
          </p:cNvPr>
          <p:cNvSpPr txBox="1"/>
          <p:nvPr/>
        </p:nvSpPr>
        <p:spPr>
          <a:xfrm>
            <a:off x="360000" y="828000"/>
            <a:ext cx="6490194" cy="161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串行进位加法器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：并行相加，串行进位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优点：简单，易于扩展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缺点：运算速度慢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F75CDE8-7A00-8AC0-DD95-A1C0BC46AF75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E55E5AB-4644-71A8-907A-B8EF5748723F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C7F13A37-BEC3-88EE-1C44-989DD32B29DD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E422BAA6-A710-86B9-CBDE-8076A74B3904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D5BC9BBF-BC92-0EE1-3233-CDF466D818A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14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93B69F09-375A-9667-2828-811CCE559075}"/>
              </a:ext>
            </a:extLst>
          </p:cNvPr>
          <p:cNvGrpSpPr/>
          <p:nvPr/>
        </p:nvGrpSpPr>
        <p:grpSpPr>
          <a:xfrm>
            <a:off x="1193140" y="2880000"/>
            <a:ext cx="9805719" cy="2350709"/>
            <a:chOff x="1573116" y="2859597"/>
            <a:chExt cx="9805719" cy="2350709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033F12A-705A-0D17-5247-2B354DE7F7B9}"/>
                </a:ext>
              </a:extLst>
            </p:cNvPr>
            <p:cNvSpPr/>
            <p:nvPr/>
          </p:nvSpPr>
          <p:spPr>
            <a:xfrm>
              <a:off x="2049399" y="3630914"/>
              <a:ext cx="1851072" cy="90152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D586BCA-4FB1-623B-42E9-9566EE4C3BD0}"/>
                    </a:ext>
                  </a:extLst>
                </p:cNvPr>
                <p:cNvSpPr txBox="1"/>
                <p:nvPr/>
              </p:nvSpPr>
              <p:spPr>
                <a:xfrm>
                  <a:off x="2147244" y="4095479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CD586BCA-4FB1-623B-42E9-9566EE4C3B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7244" y="4095479"/>
                  <a:ext cx="605962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2B456EC7-A489-98AC-F709-0780C981DADD}"/>
                    </a:ext>
                  </a:extLst>
                </p:cNvPr>
                <p:cNvSpPr txBox="1"/>
                <p:nvPr/>
              </p:nvSpPr>
              <p:spPr>
                <a:xfrm>
                  <a:off x="3375761" y="3630914"/>
                  <a:ext cx="816056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2B456EC7-A489-98AC-F709-0780C981DA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5761" y="3630914"/>
                  <a:ext cx="816056" cy="60016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AE0C829-3426-B752-9A2B-8FFAA515AE4C}"/>
                    </a:ext>
                  </a:extLst>
                </p:cNvPr>
                <p:cNvSpPr txBox="1"/>
                <p:nvPr/>
              </p:nvSpPr>
              <p:spPr>
                <a:xfrm>
                  <a:off x="2671954" y="3630914"/>
                  <a:ext cx="60596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a14:m>
                  <a:r>
                    <a:rPr lang="zh-CN" altLang="en-US" sz="3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AE0C829-3426-B752-9A2B-8FFAA515AE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1954" y="3630914"/>
                  <a:ext cx="605962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0003D85-7655-0EA7-075B-9E45E921D58E}"/>
                </a:ext>
              </a:extLst>
            </p:cNvPr>
            <p:cNvCxnSpPr/>
            <p:nvPr/>
          </p:nvCxnSpPr>
          <p:spPr>
            <a:xfrm>
              <a:off x="1623730" y="3930996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0B9FB81-52E1-D1EB-7732-85820FE4479C}"/>
                    </a:ext>
                  </a:extLst>
                </p:cNvPr>
                <p:cNvSpPr txBox="1"/>
                <p:nvPr/>
              </p:nvSpPr>
              <p:spPr>
                <a:xfrm>
                  <a:off x="3196664" y="4095479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0B9FB81-52E1-D1EB-7732-85820FE447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6664" y="4095479"/>
                  <a:ext cx="605962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F666C54-C357-051C-9659-4829E8CB0C4C}"/>
                    </a:ext>
                  </a:extLst>
                </p:cNvPr>
                <p:cNvSpPr txBox="1"/>
                <p:nvPr/>
              </p:nvSpPr>
              <p:spPr>
                <a:xfrm>
                  <a:off x="1923658" y="3630914"/>
                  <a:ext cx="816056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0F666C54-C357-051C-9659-4829E8CB0C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3658" y="3630914"/>
                  <a:ext cx="816056" cy="60016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682DB697-47C9-E010-9A8F-B6ADB66A9EFE}"/>
                </a:ext>
              </a:extLst>
            </p:cNvPr>
            <p:cNvCxnSpPr/>
            <p:nvPr/>
          </p:nvCxnSpPr>
          <p:spPr>
            <a:xfrm>
              <a:off x="3900471" y="3931859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779F3FA-31C6-6082-BD1D-3C8F84AA8711}"/>
                </a:ext>
              </a:extLst>
            </p:cNvPr>
            <p:cNvSpPr/>
            <p:nvPr/>
          </p:nvSpPr>
          <p:spPr>
            <a:xfrm>
              <a:off x="4351972" y="3630915"/>
              <a:ext cx="1851072" cy="90152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A3ECD5C8-1E9E-85C4-BEEF-EEE9A71BEDE7}"/>
                    </a:ext>
                  </a:extLst>
                </p:cNvPr>
                <p:cNvSpPr txBox="1"/>
                <p:nvPr/>
              </p:nvSpPr>
              <p:spPr>
                <a:xfrm>
                  <a:off x="4449817" y="4095480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A3ECD5C8-1E9E-85C4-BEEF-EEE9A71BED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9817" y="4095480"/>
                  <a:ext cx="605962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93885EE-CFC2-0307-3FE9-98603F40217E}"/>
                    </a:ext>
                  </a:extLst>
                </p:cNvPr>
                <p:cNvSpPr txBox="1"/>
                <p:nvPr/>
              </p:nvSpPr>
              <p:spPr>
                <a:xfrm>
                  <a:off x="5678334" y="3630915"/>
                  <a:ext cx="816056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893885EE-CFC2-0307-3FE9-98603F402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8334" y="3630915"/>
                  <a:ext cx="816056" cy="60016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14976507-D894-86F4-AF41-37962F9986AC}"/>
                    </a:ext>
                  </a:extLst>
                </p:cNvPr>
                <p:cNvSpPr txBox="1"/>
                <p:nvPr/>
              </p:nvSpPr>
              <p:spPr>
                <a:xfrm>
                  <a:off x="4974527" y="3630915"/>
                  <a:ext cx="60596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a14:m>
                  <a:r>
                    <a:rPr lang="zh-CN" altLang="en-US" sz="3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14976507-D894-86F4-AF41-37962F9986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4527" y="3630915"/>
                  <a:ext cx="605962" cy="64633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14464536-CE7B-9622-A8C0-818E0E683DD4}"/>
                </a:ext>
              </a:extLst>
            </p:cNvPr>
            <p:cNvCxnSpPr/>
            <p:nvPr/>
          </p:nvCxnSpPr>
          <p:spPr>
            <a:xfrm>
              <a:off x="3926303" y="3930997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3CC0350-7E94-09D2-02F1-2C99D28BAB64}"/>
                    </a:ext>
                  </a:extLst>
                </p:cNvPr>
                <p:cNvSpPr txBox="1"/>
                <p:nvPr/>
              </p:nvSpPr>
              <p:spPr>
                <a:xfrm>
                  <a:off x="5499237" y="4095480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D3CC0350-7E94-09D2-02F1-2C99D28BAB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9237" y="4095480"/>
                  <a:ext cx="605962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EC403B7A-27C9-E167-B147-494E54FBA4D1}"/>
                    </a:ext>
                  </a:extLst>
                </p:cNvPr>
                <p:cNvSpPr txBox="1"/>
                <p:nvPr/>
              </p:nvSpPr>
              <p:spPr>
                <a:xfrm>
                  <a:off x="4226231" y="3630915"/>
                  <a:ext cx="816056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EC403B7A-27C9-E167-B147-494E54FBA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6231" y="3630915"/>
                  <a:ext cx="816056" cy="60016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78403442-93BE-C266-4213-484EA2492745}"/>
                </a:ext>
              </a:extLst>
            </p:cNvPr>
            <p:cNvCxnSpPr/>
            <p:nvPr/>
          </p:nvCxnSpPr>
          <p:spPr>
            <a:xfrm>
              <a:off x="6203044" y="3931860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72DAADB9-D4AB-5201-4D24-A600A48D4339}"/>
                </a:ext>
              </a:extLst>
            </p:cNvPr>
            <p:cNvSpPr/>
            <p:nvPr/>
          </p:nvSpPr>
          <p:spPr>
            <a:xfrm>
              <a:off x="6653893" y="3630915"/>
              <a:ext cx="1851072" cy="90152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6521BA7F-F49A-6C35-7620-861524C10B1A}"/>
                    </a:ext>
                  </a:extLst>
                </p:cNvPr>
                <p:cNvSpPr txBox="1"/>
                <p:nvPr/>
              </p:nvSpPr>
              <p:spPr>
                <a:xfrm>
                  <a:off x="6751738" y="4095480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6521BA7F-F49A-6C35-7620-861524C10B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1738" y="4095480"/>
                  <a:ext cx="605962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ACAADC8F-BC37-C342-16CA-39BD71274D3D}"/>
                    </a:ext>
                  </a:extLst>
                </p:cNvPr>
                <p:cNvSpPr txBox="1"/>
                <p:nvPr/>
              </p:nvSpPr>
              <p:spPr>
                <a:xfrm>
                  <a:off x="7980255" y="3630915"/>
                  <a:ext cx="816056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ACAADC8F-BC37-C342-16CA-39BD71274D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0255" y="3630915"/>
                  <a:ext cx="816056" cy="60016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C3D65DE-B45A-7D4D-300B-E86DFF493B5B}"/>
                    </a:ext>
                  </a:extLst>
                </p:cNvPr>
                <p:cNvSpPr txBox="1"/>
                <p:nvPr/>
              </p:nvSpPr>
              <p:spPr>
                <a:xfrm>
                  <a:off x="7276448" y="3630915"/>
                  <a:ext cx="60596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a14:m>
                  <a:r>
                    <a:rPr lang="zh-CN" altLang="en-US" sz="3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2C3D65DE-B45A-7D4D-300B-E86DFF493B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6448" y="3630915"/>
                  <a:ext cx="605962" cy="6463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37EC08DD-6B20-230E-45BE-F25ABC0F295B}"/>
                </a:ext>
              </a:extLst>
            </p:cNvPr>
            <p:cNvCxnSpPr/>
            <p:nvPr/>
          </p:nvCxnSpPr>
          <p:spPr>
            <a:xfrm>
              <a:off x="6228224" y="3930997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BF453950-8B97-A42A-ADDE-130AD7FEBEE2}"/>
                    </a:ext>
                  </a:extLst>
                </p:cNvPr>
                <p:cNvSpPr txBox="1"/>
                <p:nvPr/>
              </p:nvSpPr>
              <p:spPr>
                <a:xfrm>
                  <a:off x="7801158" y="4095480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BF453950-8B97-A42A-ADDE-130AD7FEBE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1158" y="4095480"/>
                  <a:ext cx="605962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35FC8C1A-7640-85D3-78A1-32D13BB41182}"/>
                    </a:ext>
                  </a:extLst>
                </p:cNvPr>
                <p:cNvSpPr txBox="1"/>
                <p:nvPr/>
              </p:nvSpPr>
              <p:spPr>
                <a:xfrm>
                  <a:off x="6528152" y="3630915"/>
                  <a:ext cx="816056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35FC8C1A-7640-85D3-78A1-32D13BB41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8152" y="3630915"/>
                  <a:ext cx="816056" cy="60016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143E7626-8357-5F64-E285-3A31D3D49121}"/>
                </a:ext>
              </a:extLst>
            </p:cNvPr>
            <p:cNvCxnSpPr/>
            <p:nvPr/>
          </p:nvCxnSpPr>
          <p:spPr>
            <a:xfrm>
              <a:off x="8504965" y="3931860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0393BB18-5E1B-7B29-F29F-5E9DAB8D1423}"/>
                </a:ext>
              </a:extLst>
            </p:cNvPr>
            <p:cNvSpPr/>
            <p:nvPr/>
          </p:nvSpPr>
          <p:spPr>
            <a:xfrm>
              <a:off x="8956091" y="3630915"/>
              <a:ext cx="1851072" cy="90152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F5505725-9936-276B-7221-39BCD42C9A63}"/>
                    </a:ext>
                  </a:extLst>
                </p:cNvPr>
                <p:cNvSpPr txBox="1"/>
                <p:nvPr/>
              </p:nvSpPr>
              <p:spPr>
                <a:xfrm>
                  <a:off x="9053936" y="4095480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F5505725-9936-276B-7221-39BCD42C9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3936" y="4095480"/>
                  <a:ext cx="605962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12425B34-A388-BA5A-4AFA-516F81FFE526}"/>
                    </a:ext>
                  </a:extLst>
                </p:cNvPr>
                <p:cNvSpPr txBox="1"/>
                <p:nvPr/>
              </p:nvSpPr>
              <p:spPr>
                <a:xfrm>
                  <a:off x="10282453" y="3630915"/>
                  <a:ext cx="816056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12425B34-A388-BA5A-4AFA-516F81FFE5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2453" y="3630915"/>
                  <a:ext cx="816056" cy="600164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58B9C2E-366C-DA39-7832-6875182F480E}"/>
                    </a:ext>
                  </a:extLst>
                </p:cNvPr>
                <p:cNvSpPr txBox="1"/>
                <p:nvPr/>
              </p:nvSpPr>
              <p:spPr>
                <a:xfrm>
                  <a:off x="9578646" y="3630915"/>
                  <a:ext cx="605962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a14:m>
                  <a:r>
                    <a:rPr lang="zh-CN" altLang="en-US" sz="3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158B9C2E-366C-DA39-7832-6875182F48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8646" y="3630915"/>
                  <a:ext cx="605962" cy="646331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BA2342C7-D3D9-4572-134C-F90A5051278D}"/>
                </a:ext>
              </a:extLst>
            </p:cNvPr>
            <p:cNvCxnSpPr/>
            <p:nvPr/>
          </p:nvCxnSpPr>
          <p:spPr>
            <a:xfrm>
              <a:off x="8530422" y="3930997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32899312-BCF6-5275-ADAE-36ED8D720C0B}"/>
                </a:ext>
              </a:extLst>
            </p:cNvPr>
            <p:cNvGrpSpPr/>
            <p:nvPr/>
          </p:nvGrpSpPr>
          <p:grpSpPr>
            <a:xfrm>
              <a:off x="2444884" y="4538696"/>
              <a:ext cx="7966793" cy="260494"/>
              <a:chOff x="2444884" y="4538696"/>
              <a:chExt cx="7966793" cy="425670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2F35ED01-8237-F437-8189-241608C8B6B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232049" y="4751531"/>
                <a:ext cx="42566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DEF1D6EC-376B-68C9-68E9-52A8BFEE953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3292150" y="4751531"/>
                <a:ext cx="42566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539B76DA-FA87-5182-23A7-001EFF406DF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534622" y="4751532"/>
                <a:ext cx="42566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E86A6942-3AED-9B2D-C2B0-811CE1BCEF9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594723" y="4751532"/>
                <a:ext cx="42566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C2EAFD87-E4D8-4DD0-6506-8FCDB400C8C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36543" y="4751532"/>
                <a:ext cx="42566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5AC1F1A7-1F0D-5DCA-DAFF-8B13923326B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896644" y="4751532"/>
                <a:ext cx="42566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>
                <a:extLst>
                  <a:ext uri="{FF2B5EF4-FFF2-40B4-BE49-F238E27FC236}">
                    <a16:creationId xmlns:a16="http://schemas.microsoft.com/office/drawing/2014/main" id="{5182375B-14C8-81C3-4A12-F570C058BF8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9138741" y="4751532"/>
                <a:ext cx="42566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43E00100-0B0B-B3F6-DE2B-EEA2B036A07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198842" y="4751532"/>
                <a:ext cx="42566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F6A77F3E-0716-9BF2-2387-D0A0A01AA360}"/>
                    </a:ext>
                  </a:extLst>
                </p:cNvPr>
                <p:cNvSpPr txBox="1"/>
                <p:nvPr/>
              </p:nvSpPr>
              <p:spPr>
                <a:xfrm>
                  <a:off x="10103356" y="4095480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F6A77F3E-0716-9BF2-2387-D0A0A01AA3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3356" y="4095480"/>
                  <a:ext cx="605962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E53D95A9-CE6F-FFB5-8D9B-C8A6B302F138}"/>
                    </a:ext>
                  </a:extLst>
                </p:cNvPr>
                <p:cNvSpPr txBox="1"/>
                <p:nvPr/>
              </p:nvSpPr>
              <p:spPr>
                <a:xfrm>
                  <a:off x="8830350" y="3630915"/>
                  <a:ext cx="816056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E53D95A9-CE6F-FFB5-8D9B-C8A6B302F1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0350" y="3630915"/>
                  <a:ext cx="816056" cy="600164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A9F79EBE-4186-BEFB-D5AC-F0DDCF340ED9}"/>
                </a:ext>
              </a:extLst>
            </p:cNvPr>
            <p:cNvCxnSpPr/>
            <p:nvPr/>
          </p:nvCxnSpPr>
          <p:spPr>
            <a:xfrm>
              <a:off x="10807163" y="3931860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4ACA4E3-2F31-CFFE-3AA3-C4BF308D814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42912" y="3492633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86FCE5A4-1A07-C5F3-43D7-D0D07FB3180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145485" y="3492633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35BFA6EA-FCAB-E54D-3A3D-C026748C4BE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447406" y="3492633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19923877-EC82-112C-D8B7-ED6AA16EA7B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749604" y="3492633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B7F99214-4317-8F26-619C-0F71BA487453}"/>
                    </a:ext>
                  </a:extLst>
                </p:cNvPr>
                <p:cNvSpPr txBox="1"/>
                <p:nvPr/>
              </p:nvSpPr>
              <p:spPr>
                <a:xfrm>
                  <a:off x="2218408" y="4687086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B7F99214-4317-8F26-619C-0F71BA4874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8408" y="4687086"/>
                  <a:ext cx="605962" cy="52322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E5C26FE4-64E8-6EAB-0A5C-9B5A82AE072A}"/>
                    </a:ext>
                  </a:extLst>
                </p:cNvPr>
                <p:cNvSpPr txBox="1"/>
                <p:nvPr/>
              </p:nvSpPr>
              <p:spPr>
                <a:xfrm>
                  <a:off x="3279169" y="4687086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E5C26FE4-64E8-6EAB-0A5C-9B5A82AE07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9169" y="4687086"/>
                  <a:ext cx="605962" cy="52322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E2D87B90-8285-5F7D-E7E3-CFAA7F753162}"/>
                    </a:ext>
                  </a:extLst>
                </p:cNvPr>
                <p:cNvSpPr txBox="1"/>
                <p:nvPr/>
              </p:nvSpPr>
              <p:spPr>
                <a:xfrm>
                  <a:off x="4526328" y="4687086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E2D87B90-8285-5F7D-E7E3-CFAA7F7531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6328" y="4687086"/>
                  <a:ext cx="605962" cy="52322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B45EE480-63DD-415C-8186-D149AD4A1396}"/>
                    </a:ext>
                  </a:extLst>
                </p:cNvPr>
                <p:cNvSpPr txBox="1"/>
                <p:nvPr/>
              </p:nvSpPr>
              <p:spPr>
                <a:xfrm>
                  <a:off x="5587089" y="4687086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B45EE480-63DD-415C-8186-D149AD4A13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7089" y="4687086"/>
                  <a:ext cx="605962" cy="52322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81303EE0-CF14-B975-356F-801D942CDF46}"/>
                    </a:ext>
                  </a:extLst>
                </p:cNvPr>
                <p:cNvSpPr txBox="1"/>
                <p:nvPr/>
              </p:nvSpPr>
              <p:spPr>
                <a:xfrm>
                  <a:off x="6829185" y="4687086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81303EE0-CF14-B975-356F-801D942CD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9185" y="4687086"/>
                  <a:ext cx="605962" cy="52322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565B87F0-3C8D-8714-F33A-687255381608}"/>
                    </a:ext>
                  </a:extLst>
                </p:cNvPr>
                <p:cNvSpPr txBox="1"/>
                <p:nvPr/>
              </p:nvSpPr>
              <p:spPr>
                <a:xfrm>
                  <a:off x="7889946" y="4687086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565B87F0-3C8D-8714-F33A-6872553816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9946" y="4687086"/>
                  <a:ext cx="605962" cy="52322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F0EDC6D4-F6CA-7F1C-884A-06EFC2E9234F}"/>
                    </a:ext>
                  </a:extLst>
                </p:cNvPr>
                <p:cNvSpPr txBox="1"/>
                <p:nvPr/>
              </p:nvSpPr>
              <p:spPr>
                <a:xfrm>
                  <a:off x="9140440" y="4687086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F0EDC6D4-F6CA-7F1C-884A-06EFC2E923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0440" y="4687086"/>
                  <a:ext cx="605962" cy="52322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85D89DD9-F14C-B279-B22D-11E178FEADB1}"/>
                    </a:ext>
                  </a:extLst>
                </p:cNvPr>
                <p:cNvSpPr txBox="1"/>
                <p:nvPr/>
              </p:nvSpPr>
              <p:spPr>
                <a:xfrm>
                  <a:off x="10201201" y="4687086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85D89DD9-F14C-B279-B22D-11E178FEA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1201" y="4687086"/>
                  <a:ext cx="605962" cy="52322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4" name="Line 60">
              <a:extLst>
                <a:ext uri="{FF2B5EF4-FFF2-40B4-BE49-F238E27FC236}">
                  <a16:creationId xmlns:a16="http://schemas.microsoft.com/office/drawing/2014/main" id="{7C6E2F36-9E7F-8758-3AB3-A56026625E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64511" y="4196698"/>
              <a:ext cx="31432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75" name="Line 60">
              <a:extLst>
                <a:ext uri="{FF2B5EF4-FFF2-40B4-BE49-F238E27FC236}">
                  <a16:creationId xmlns:a16="http://schemas.microsoft.com/office/drawing/2014/main" id="{A4752605-A046-4CBC-890D-DF126BD09DD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1077913" y="4066066"/>
              <a:ext cx="2875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E43FD0BA-F125-63B0-88B2-FD7C77BFE92A}"/>
                    </a:ext>
                  </a:extLst>
                </p:cNvPr>
                <p:cNvSpPr txBox="1"/>
                <p:nvPr/>
              </p:nvSpPr>
              <p:spPr>
                <a:xfrm>
                  <a:off x="9578646" y="2861131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E43FD0BA-F125-63B0-88B2-FD7C77BFE9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78646" y="2861131"/>
                  <a:ext cx="605962" cy="52322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A9A9059B-1AA4-AC64-DF83-687B6E9C9EFB}"/>
                    </a:ext>
                  </a:extLst>
                </p:cNvPr>
                <p:cNvSpPr txBox="1"/>
                <p:nvPr/>
              </p:nvSpPr>
              <p:spPr>
                <a:xfrm>
                  <a:off x="7276068" y="2859597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A9A9059B-1AA4-AC64-DF83-687B6E9C9E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6068" y="2859597"/>
                  <a:ext cx="605962" cy="523220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5F416A83-6B5A-3E37-0FA1-7600A0B792BA}"/>
                    </a:ext>
                  </a:extLst>
                </p:cNvPr>
                <p:cNvSpPr txBox="1"/>
                <p:nvPr/>
              </p:nvSpPr>
              <p:spPr>
                <a:xfrm>
                  <a:off x="4969587" y="2859597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5F416A83-6B5A-3E37-0FA1-7600A0B792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9587" y="2859597"/>
                  <a:ext cx="605962" cy="52322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31BC1DE3-7745-F46E-2867-DCCBC10557D0}"/>
                    </a:ext>
                  </a:extLst>
                </p:cNvPr>
                <p:cNvSpPr txBox="1"/>
                <p:nvPr/>
              </p:nvSpPr>
              <p:spPr>
                <a:xfrm>
                  <a:off x="2671954" y="2859597"/>
                  <a:ext cx="605962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800" dirty="0">
                      <a:solidFill>
                        <a:schemeClr val="accent5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31BC1DE3-7745-F46E-2867-DCCBC10557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1954" y="2859597"/>
                  <a:ext cx="605962" cy="523220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EEF71654-B45F-A261-3EF7-FB3E3ACAEAB1}"/>
                    </a:ext>
                  </a:extLst>
                </p:cNvPr>
                <p:cNvSpPr txBox="1"/>
                <p:nvPr/>
              </p:nvSpPr>
              <p:spPr>
                <a:xfrm>
                  <a:off x="8492952" y="3429000"/>
                  <a:ext cx="603384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EEF71654-B45F-A261-3EF7-FB3E3ACAEA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2952" y="3429000"/>
                  <a:ext cx="603384" cy="600164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CA2C9E3D-8984-DACC-F4DB-DD8B2036561B}"/>
                    </a:ext>
                  </a:extLst>
                </p:cNvPr>
                <p:cNvSpPr txBox="1"/>
                <p:nvPr/>
              </p:nvSpPr>
              <p:spPr>
                <a:xfrm>
                  <a:off x="6193984" y="3429000"/>
                  <a:ext cx="603384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CA2C9E3D-8984-DACC-F4DB-DD8B20365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3984" y="3429000"/>
                  <a:ext cx="603384" cy="600164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7379B403-3D72-582D-9C3F-C0D222DA66E3}"/>
                    </a:ext>
                  </a:extLst>
                </p:cNvPr>
                <p:cNvSpPr txBox="1"/>
                <p:nvPr/>
              </p:nvSpPr>
              <p:spPr>
                <a:xfrm>
                  <a:off x="3884003" y="3409052"/>
                  <a:ext cx="603384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7379B403-3D72-582D-9C3F-C0D222DA66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4003" y="3409052"/>
                  <a:ext cx="603384" cy="600164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FEA3A2C1-4199-6DF9-6FAF-9339AEF6267F}"/>
                    </a:ext>
                  </a:extLst>
                </p:cNvPr>
                <p:cNvSpPr txBox="1"/>
                <p:nvPr/>
              </p:nvSpPr>
              <p:spPr>
                <a:xfrm>
                  <a:off x="1573116" y="3407692"/>
                  <a:ext cx="603384" cy="600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zh-CN" sz="2800" b="0" i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28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FEA3A2C1-4199-6DF9-6FAF-9339AEF626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3116" y="3407692"/>
                  <a:ext cx="603384" cy="600164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9392C33F-74AB-1080-DF30-D31D404F2F50}"/>
              </a:ext>
            </a:extLst>
          </p:cNvPr>
          <p:cNvSpPr txBox="1"/>
          <p:nvPr/>
        </p:nvSpPr>
        <p:spPr>
          <a:xfrm>
            <a:off x="2730644" y="5400000"/>
            <a:ext cx="673071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四个全加器构成的 </a:t>
            </a:r>
            <a:r>
              <a:rPr kumimoji="1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位数加法器</a:t>
            </a:r>
            <a:endParaRPr kumimoji="1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Aft>
                <a:spcPts val="600"/>
              </a:spcAft>
            </a:pPr>
            <a:r>
              <a:rPr kumimoji="1" lang="zh-CN" altLang="en-US" sz="22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（将低位的进位输出信号接到高位的进位输入端）</a:t>
            </a:r>
            <a:endParaRPr lang="zh-CN" altLang="en-US" sz="2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053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5FCE-1501-6250-42EC-6313E54B5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87D1B62-D84B-CBA2-E652-FD63CEAACEF3}"/>
              </a:ext>
            </a:extLst>
          </p:cNvPr>
          <p:cNvSpPr txBox="1"/>
          <p:nvPr/>
        </p:nvSpPr>
        <p:spPr>
          <a:xfrm>
            <a:off x="360000" y="828000"/>
            <a:ext cx="8014176" cy="1612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kumimoji="1"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超前进位加法器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：无需等待低位的进位信号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优点：运算速度快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缺点：电路复杂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16151F54-54A7-E214-B2E1-E70B831E53A2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C7413C09-6337-6060-44E1-906EA42AB45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7" name="箭头: 五边形 6">
                <a:extLst>
                  <a:ext uri="{FF2B5EF4-FFF2-40B4-BE49-F238E27FC236}">
                    <a16:creationId xmlns:a16="http://schemas.microsoft.com/office/drawing/2014/main" id="{BC741FF6-FF2A-DAD6-3F8F-5FC915CCDD5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" name="箭头: V 形 7">
                <a:extLst>
                  <a:ext uri="{FF2B5EF4-FFF2-40B4-BE49-F238E27FC236}">
                    <a16:creationId xmlns:a16="http://schemas.microsoft.com/office/drawing/2014/main" id="{C147F86B-24DB-CA51-A98E-B2D2BDA895E1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灯片编号占位符 3">
              <a:extLst>
                <a:ext uri="{FF2B5EF4-FFF2-40B4-BE49-F238E27FC236}">
                  <a16:creationId xmlns:a16="http://schemas.microsoft.com/office/drawing/2014/main" id="{DB4CDFC8-760E-AECB-D720-3403CCE5607D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15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E96A16D-8B8C-4534-670A-218E5024EAB7}"/>
                  </a:ext>
                </a:extLst>
              </p:cNvPr>
              <p:cNvSpPr txBox="1"/>
              <p:nvPr/>
            </p:nvSpPr>
            <p:spPr>
              <a:xfrm>
                <a:off x="360000" y="2428222"/>
                <a:ext cx="9014558" cy="497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 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个全加器：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kumimoji="1" lang="en-US" altLang="zh-CN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+(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kumimoji="1" lang="en-US" altLang="zh-CN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CN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1" lang="en-US" altLang="zh-CN" sz="2400" i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E96A16D-8B8C-4534-670A-218E5024E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428222"/>
                <a:ext cx="9014558" cy="497957"/>
              </a:xfrm>
              <a:prstGeom prst="rect">
                <a:avLst/>
              </a:prstGeom>
              <a:blipFill>
                <a:blip r:embed="rId3"/>
                <a:stretch>
                  <a:fillRect l="-1014" t="-2439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D4D0016-DE4F-C750-EC93-50694FF2684C}"/>
                  </a:ext>
                </a:extLst>
              </p:cNvPr>
              <p:cNvSpPr txBox="1"/>
              <p:nvPr/>
            </p:nvSpPr>
            <p:spPr>
              <a:xfrm>
                <a:off x="360000" y="2926179"/>
                <a:ext cx="5499833" cy="497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600"/>
                  </a:spcAft>
                </a:pPr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b="0" i="0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zh-CN" altLang="en-US"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:endParaRPr kumimoji="1" lang="en-US" altLang="zh-CN"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D4D0016-DE4F-C750-EC93-50694FF26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926179"/>
                <a:ext cx="5499833" cy="497957"/>
              </a:xfrm>
              <a:prstGeom prst="rect">
                <a:avLst/>
              </a:prstGeom>
              <a:blipFill>
                <a:blip r:embed="rId4"/>
                <a:stretch>
                  <a:fillRect l="-1663" t="-2439" b="-26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971A533-2A31-8020-E36B-F0F634523587}"/>
                  </a:ext>
                </a:extLst>
              </p:cNvPr>
              <p:cNvSpPr txBox="1"/>
              <p:nvPr/>
            </p:nvSpPr>
            <p:spPr>
              <a:xfrm>
                <a:off x="360000" y="3420000"/>
                <a:ext cx="8711003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1"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</a:rPr>
                  <a:t>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sz="2400" dirty="0"/>
                  <a:t>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sz="2400" dirty="0"/>
                  <a:t>   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kumimoji="1"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CN" altLang="en-US" sz="2400" dirty="0"/>
                  <a:t> </a:t>
                </a:r>
                <a:r>
                  <a:rPr kumimoji="1" lang="en-US" altLang="zh-CN" sz="24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971A533-2A31-8020-E36B-F0F634523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3420000"/>
                <a:ext cx="8711003" cy="1569660"/>
              </a:xfrm>
              <a:prstGeom prst="rect">
                <a:avLst/>
              </a:prstGeom>
              <a:blipFill>
                <a:blip r:embed="rId5"/>
                <a:stretch>
                  <a:fillRect l="-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图片 26">
            <a:extLst>
              <a:ext uri="{FF2B5EF4-FFF2-40B4-BE49-F238E27FC236}">
                <a16:creationId xmlns:a16="http://schemas.microsoft.com/office/drawing/2014/main" id="{F71386C0-9AB6-D8D9-5ADB-E5A6D7B5ED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836" y="5040000"/>
            <a:ext cx="6623742" cy="1569660"/>
          </a:xfrm>
          <a:prstGeom prst="rect">
            <a:avLst/>
          </a:prstGeom>
        </p:spPr>
      </p:pic>
      <p:sp>
        <p:nvSpPr>
          <p:cNvPr id="64" name="箭头: 右 63">
            <a:extLst>
              <a:ext uri="{FF2B5EF4-FFF2-40B4-BE49-F238E27FC236}">
                <a16:creationId xmlns:a16="http://schemas.microsoft.com/office/drawing/2014/main" id="{29A413A9-4CED-81EB-EAA8-D122FDA8D007}"/>
              </a:ext>
            </a:extLst>
          </p:cNvPr>
          <p:cNvSpPr/>
          <p:nvPr/>
        </p:nvSpPr>
        <p:spPr>
          <a:xfrm rot="20134350">
            <a:off x="7198998" y="3960000"/>
            <a:ext cx="495656" cy="351102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563E4B19-C28D-AAF6-51C2-A75B24BB4EB1}"/>
                  </a:ext>
                </a:extLst>
              </p:cNvPr>
              <p:cNvSpPr txBox="1"/>
              <p:nvPr/>
            </p:nvSpPr>
            <p:spPr>
              <a:xfrm>
                <a:off x="6181549" y="3348000"/>
                <a:ext cx="5736892" cy="538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kumimoji="1" lang="en-US" altLang="zh-CN" sz="2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sz="24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nary>
                          <m:naryPr>
                            <m:chr m:val="∏"/>
                            <m:limLoc m:val="subSup"/>
                            <m:ctrl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563E4B19-C28D-AAF6-51C2-A75B24BB4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549" y="3348000"/>
                <a:ext cx="5736892" cy="53848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箭头: 右 85">
            <a:extLst>
              <a:ext uri="{FF2B5EF4-FFF2-40B4-BE49-F238E27FC236}">
                <a16:creationId xmlns:a16="http://schemas.microsoft.com/office/drawing/2014/main" id="{4F02E71C-94F9-8838-6582-AFF8CF52EBE9}"/>
              </a:ext>
            </a:extLst>
          </p:cNvPr>
          <p:cNvSpPr/>
          <p:nvPr/>
        </p:nvSpPr>
        <p:spPr>
          <a:xfrm rot="5400000">
            <a:off x="10182301" y="4176000"/>
            <a:ext cx="495656" cy="351102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4E56A8AA-834B-D2A3-E93D-781D13B448C9}"/>
              </a:ext>
            </a:extLst>
          </p:cNvPr>
          <p:cNvSpPr txBox="1"/>
          <p:nvPr/>
        </p:nvSpPr>
        <p:spPr>
          <a:xfrm>
            <a:off x="9204768" y="4680000"/>
            <a:ext cx="24507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所有的进位信号</a:t>
            </a:r>
            <a:endParaRPr kumimoji="1" lang="en-US" altLang="zh-CN" sz="2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几乎可以同时算出</a:t>
            </a:r>
            <a:endParaRPr lang="zh-CN" altLang="en-US" sz="2200" dirty="0">
              <a:solidFill>
                <a:srgbClr val="C00000"/>
              </a:solidFill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F70E754D-7EBD-D34F-3DC4-56EAC52FD86B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加法器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多位加法器</a:t>
            </a:r>
          </a:p>
        </p:txBody>
      </p:sp>
    </p:spTree>
    <p:extLst>
      <p:ext uri="{BB962C8B-B14F-4D97-AF65-F5344CB8AC3E}">
        <p14:creationId xmlns:p14="http://schemas.microsoft.com/office/powerpoint/2010/main" val="49726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2" grpId="0"/>
      <p:bldP spid="64" grpId="0" animBg="1"/>
      <p:bldP spid="81" grpId="0"/>
      <p:bldP spid="86" grpId="1" animBg="1"/>
      <p:bldP spid="9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9A2F775-25B0-7709-BD92-CCA0A20A9F2D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6FB74CC-D5F0-EBD5-C7DE-7D58EF65906B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D667EFD1-4E2F-7F54-A7A4-66C1F8534829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29EECB47-F985-DC6C-E9EE-2B366DFED336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C7FD5DBD-53AF-9E94-0660-809B0C68CDA1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16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3F68480-585B-4DB7-485C-B6CEBB4C26D0}"/>
                  </a:ext>
                </a:extLst>
              </p:cNvPr>
              <p:cNvSpPr txBox="1"/>
              <p:nvPr/>
            </p:nvSpPr>
            <p:spPr>
              <a:xfrm>
                <a:off x="360000" y="1296000"/>
                <a:ext cx="6570964" cy="22242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CN" sz="28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zh-CN" sz="28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sz="28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nary>
                          <m:naryPr>
                            <m:chr m:val="∏"/>
                            <m:limLoc m:val="subSup"/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sz="28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sz="280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a:rPr lang="en-US" altLang="zh-CN" sz="2800" i="1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n-US" altLang="zh-CN" sz="2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∏"/>
                        <m:limLoc m:val="subSup"/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  <m:e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e>
                              <m:sub>
                                <m:r>
                                  <a:rPr lang="en-US" altLang="zh-CN" sz="2800" i="1">
                                    <a:solidFill>
                                      <a:schemeClr val="accent5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altLang="zh-CN" sz="280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nary>
                  </m:oMath>
                </a14:m>
                <a:r>
                  <a:rPr kumimoji="1" lang="en-US" altLang="zh-CN" sz="28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CN" sz="28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kumimoji="1" lang="en-US" altLang="zh-CN" sz="28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8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1" lang="en-US" altLang="zh-CN" sz="2800" i="1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3F68480-585B-4DB7-485C-B6CEBB4C2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296000"/>
                <a:ext cx="6570964" cy="22242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5" name="组合 94">
            <a:extLst>
              <a:ext uri="{FF2B5EF4-FFF2-40B4-BE49-F238E27FC236}">
                <a16:creationId xmlns:a16="http://schemas.microsoft.com/office/drawing/2014/main" id="{CAB1BCC7-7804-968E-4EF8-A967F0843EFC}"/>
              </a:ext>
            </a:extLst>
          </p:cNvPr>
          <p:cNvGrpSpPr/>
          <p:nvPr/>
        </p:nvGrpSpPr>
        <p:grpSpPr>
          <a:xfrm>
            <a:off x="7164000" y="587276"/>
            <a:ext cx="4515993" cy="6259422"/>
            <a:chOff x="7089861" y="587276"/>
            <a:chExt cx="4515993" cy="625942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34840EC-EE8C-4430-70E2-F426B7B6E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24873" y="587276"/>
              <a:ext cx="3645972" cy="613013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17E6BA0-12C6-963E-CE90-1418E2A6B2AB}"/>
                    </a:ext>
                  </a:extLst>
                </p:cNvPr>
                <p:cNvSpPr txBox="1"/>
                <p:nvPr/>
              </p:nvSpPr>
              <p:spPr>
                <a:xfrm>
                  <a:off x="7089864" y="2087990"/>
                  <a:ext cx="5662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kumimoji="1"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817E6BA0-12C6-963E-CE90-1418E2A6B2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9864" y="2087990"/>
                  <a:ext cx="56625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E84BFB39-914A-B545-73A6-76F78C8F7B5B}"/>
                    </a:ext>
                  </a:extLst>
                </p:cNvPr>
                <p:cNvSpPr txBox="1"/>
                <p:nvPr/>
              </p:nvSpPr>
              <p:spPr>
                <a:xfrm>
                  <a:off x="7089864" y="2496973"/>
                  <a:ext cx="5662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kumimoji="1" lang="en-US" altLang="zh-CN" i="1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E84BFB39-914A-B545-73A6-76F78C8F7B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9864" y="2496973"/>
                  <a:ext cx="56625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9563FF9-660E-27A2-E4B3-FDA7A11B3FBA}"/>
                    </a:ext>
                  </a:extLst>
                </p:cNvPr>
                <p:cNvSpPr txBox="1"/>
                <p:nvPr/>
              </p:nvSpPr>
              <p:spPr>
                <a:xfrm>
                  <a:off x="7089863" y="3885448"/>
                  <a:ext cx="5662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9563FF9-660E-27A2-E4B3-FDA7A11B3F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9863" y="3885448"/>
                  <a:ext cx="56625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BD88F3E-F48A-D9FB-D455-154458714C23}"/>
                    </a:ext>
                  </a:extLst>
                </p:cNvPr>
                <p:cNvSpPr txBox="1"/>
                <p:nvPr/>
              </p:nvSpPr>
              <p:spPr>
                <a:xfrm>
                  <a:off x="7089863" y="4266879"/>
                  <a:ext cx="5662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BD88F3E-F48A-D9FB-D455-154458714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9863" y="4266879"/>
                  <a:ext cx="56625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C754A33E-D9B5-EF6A-489F-6B993AC59355}"/>
                    </a:ext>
                  </a:extLst>
                </p:cNvPr>
                <p:cNvSpPr txBox="1"/>
                <p:nvPr/>
              </p:nvSpPr>
              <p:spPr>
                <a:xfrm>
                  <a:off x="7089863" y="5514493"/>
                  <a:ext cx="5662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C754A33E-D9B5-EF6A-489F-6B993AC593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9863" y="5514493"/>
                  <a:ext cx="56625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161DB081-486A-4A30-F5BC-F10DE8A5C40E}"/>
                    </a:ext>
                  </a:extLst>
                </p:cNvPr>
                <p:cNvSpPr txBox="1"/>
                <p:nvPr/>
              </p:nvSpPr>
              <p:spPr>
                <a:xfrm>
                  <a:off x="7089862" y="5111245"/>
                  <a:ext cx="5662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161DB081-486A-4A30-F5BC-F10DE8A5C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9862" y="5111245"/>
                  <a:ext cx="56625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FAEB19F-EC32-BF3A-7928-3383DDE313D9}"/>
                    </a:ext>
                  </a:extLst>
                </p:cNvPr>
                <p:cNvSpPr txBox="1"/>
                <p:nvPr/>
              </p:nvSpPr>
              <p:spPr>
                <a:xfrm>
                  <a:off x="7089862" y="6237319"/>
                  <a:ext cx="5662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FAEB19F-EC32-BF3A-7928-3383DDE313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9862" y="6237319"/>
                  <a:ext cx="566253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745FF57-9AD5-C51A-FDA1-81A6EA744088}"/>
                    </a:ext>
                  </a:extLst>
                </p:cNvPr>
                <p:cNvSpPr txBox="1"/>
                <p:nvPr/>
              </p:nvSpPr>
              <p:spPr>
                <a:xfrm>
                  <a:off x="7089862" y="5844550"/>
                  <a:ext cx="5662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745FF57-9AD5-C51A-FDA1-81A6EA7440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9862" y="5844550"/>
                  <a:ext cx="566253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E46D841-070A-00F1-0E6C-B8DB9BC5C0C8}"/>
                    </a:ext>
                  </a:extLst>
                </p:cNvPr>
                <p:cNvSpPr txBox="1"/>
                <p:nvPr/>
              </p:nvSpPr>
              <p:spPr>
                <a:xfrm>
                  <a:off x="7089861" y="6477366"/>
                  <a:ext cx="5662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E46D841-070A-00F1-0E6C-B8DB9BC5C0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9861" y="6477366"/>
                  <a:ext cx="566253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26784E3-0527-440F-5B7C-6FEA82A78ADA}"/>
                    </a:ext>
                  </a:extLst>
                </p:cNvPr>
                <p:cNvSpPr txBox="1"/>
                <p:nvPr/>
              </p:nvSpPr>
              <p:spPr>
                <a:xfrm>
                  <a:off x="11039601" y="1404233"/>
                  <a:ext cx="5662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26784E3-0527-440F-5B7C-6FEA82A78A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9601" y="1404233"/>
                  <a:ext cx="566253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43E61984-92F8-9ADF-2D73-B1590A45C674}"/>
                    </a:ext>
                  </a:extLst>
                </p:cNvPr>
                <p:cNvSpPr txBox="1"/>
                <p:nvPr/>
              </p:nvSpPr>
              <p:spPr>
                <a:xfrm>
                  <a:off x="11039601" y="3499764"/>
                  <a:ext cx="5662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43E61984-92F8-9ADF-2D73-B1590A45C6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9601" y="3499764"/>
                  <a:ext cx="566253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19B573A9-1DF0-9163-F023-C260EB6539CD}"/>
                    </a:ext>
                  </a:extLst>
                </p:cNvPr>
                <p:cNvSpPr txBox="1"/>
                <p:nvPr/>
              </p:nvSpPr>
              <p:spPr>
                <a:xfrm>
                  <a:off x="11039601" y="4960669"/>
                  <a:ext cx="5662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19B573A9-1DF0-9163-F023-C260EB6539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9601" y="4960669"/>
                  <a:ext cx="566253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96319E8-E003-7810-071F-86D7F2AFCA56}"/>
                    </a:ext>
                  </a:extLst>
                </p:cNvPr>
                <p:cNvSpPr txBox="1"/>
                <p:nvPr/>
              </p:nvSpPr>
              <p:spPr>
                <a:xfrm>
                  <a:off x="11039601" y="6029216"/>
                  <a:ext cx="566253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96319E8-E003-7810-071F-86D7F2AFCA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9601" y="6029216"/>
                  <a:ext cx="566253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6C2830CF-6D2E-E0E2-071E-6EA0CA17FA40}"/>
              </a:ext>
            </a:extLst>
          </p:cNvPr>
          <p:cNvSpPr txBox="1"/>
          <p:nvPr/>
        </p:nvSpPr>
        <p:spPr>
          <a:xfrm>
            <a:off x="360000" y="828000"/>
            <a:ext cx="39717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位超前加法器：</a:t>
            </a: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61FECBDD-78DB-09F1-AC6E-21C428A546F6}"/>
              </a:ext>
            </a:extLst>
          </p:cNvPr>
          <p:cNvGrpSpPr/>
          <p:nvPr/>
        </p:nvGrpSpPr>
        <p:grpSpPr>
          <a:xfrm>
            <a:off x="360000" y="3672000"/>
            <a:ext cx="2672549" cy="2883585"/>
            <a:chOff x="2601671" y="3739997"/>
            <a:chExt cx="2672549" cy="2883585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CFA5955F-47B8-BC10-4DFB-ABB398C1D5B3}"/>
                </a:ext>
              </a:extLst>
            </p:cNvPr>
            <p:cNvSpPr/>
            <p:nvPr/>
          </p:nvSpPr>
          <p:spPr>
            <a:xfrm>
              <a:off x="2865711" y="3739998"/>
              <a:ext cx="2143478" cy="2883584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超前进位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加法器</a:t>
              </a:r>
              <a:endParaRPr lang="en-US" altLang="zh-CN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74x283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B11E4D48-07E5-05E8-4D4B-D065BF74E43A}"/>
                    </a:ext>
                  </a:extLst>
                </p:cNvPr>
                <p:cNvSpPr txBox="1"/>
                <p:nvPr/>
              </p:nvSpPr>
              <p:spPr>
                <a:xfrm>
                  <a:off x="2865711" y="3739997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B11E4D48-07E5-05E8-4D4B-D065BF74E4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5711" y="3739997"/>
                  <a:ext cx="420262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E42936A-5165-A240-9A6C-C83EC3B89A66}"/>
                    </a:ext>
                  </a:extLst>
                </p:cNvPr>
                <p:cNvSpPr txBox="1"/>
                <p:nvPr/>
              </p:nvSpPr>
              <p:spPr>
                <a:xfrm>
                  <a:off x="2865711" y="4023489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CE42936A-5165-A240-9A6C-C83EC3B89A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5711" y="4023489"/>
                  <a:ext cx="420262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24B14A03-AE50-F367-BB72-A0027F4CB926}"/>
                    </a:ext>
                  </a:extLst>
                </p:cNvPr>
                <p:cNvSpPr txBox="1"/>
                <p:nvPr/>
              </p:nvSpPr>
              <p:spPr>
                <a:xfrm>
                  <a:off x="2865711" y="4306981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24B14A03-AE50-F367-BB72-A0027F4CB9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5711" y="4306981"/>
                  <a:ext cx="420262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BE2A327-B19E-B0AE-CAC6-9DC7CB6AD8AF}"/>
                    </a:ext>
                  </a:extLst>
                </p:cNvPr>
                <p:cNvSpPr txBox="1"/>
                <p:nvPr/>
              </p:nvSpPr>
              <p:spPr>
                <a:xfrm>
                  <a:off x="2865711" y="4590473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4BE2A327-B19E-B0AE-CAC6-9DC7CB6AD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5711" y="4590473"/>
                  <a:ext cx="420262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626B66F3-2125-4C66-7D5E-91E30E93C000}"/>
                    </a:ext>
                  </a:extLst>
                </p:cNvPr>
                <p:cNvSpPr txBox="1"/>
                <p:nvPr/>
              </p:nvSpPr>
              <p:spPr>
                <a:xfrm>
                  <a:off x="2865711" y="4959805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626B66F3-2125-4C66-7D5E-91E30E93C0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5711" y="4959805"/>
                  <a:ext cx="420262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F3A00621-F54A-00BD-8785-386B4E90EFDE}"/>
                    </a:ext>
                  </a:extLst>
                </p:cNvPr>
                <p:cNvSpPr txBox="1"/>
                <p:nvPr/>
              </p:nvSpPr>
              <p:spPr>
                <a:xfrm>
                  <a:off x="2865711" y="5243297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F3A00621-F54A-00BD-8785-386B4E90E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5711" y="5243297"/>
                  <a:ext cx="420262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94E246C-E839-338A-8605-2F0C201E25B8}"/>
                    </a:ext>
                  </a:extLst>
                </p:cNvPr>
                <p:cNvSpPr txBox="1"/>
                <p:nvPr/>
              </p:nvSpPr>
              <p:spPr>
                <a:xfrm>
                  <a:off x="2865711" y="5526789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94E246C-E839-338A-8605-2F0C201E25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5711" y="5526789"/>
                  <a:ext cx="420262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EFBAB53A-9A26-AD0E-8AD1-6E4B9267C005}"/>
                    </a:ext>
                  </a:extLst>
                </p:cNvPr>
                <p:cNvSpPr txBox="1"/>
                <p:nvPr/>
              </p:nvSpPr>
              <p:spPr>
                <a:xfrm>
                  <a:off x="2865711" y="5810281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EFBAB53A-9A26-AD0E-8AD1-6E4B9267C0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5711" y="5810281"/>
                  <a:ext cx="420262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9E7AF093-CC64-5E1C-C5CD-9E75FEC5EF27}"/>
                    </a:ext>
                  </a:extLst>
                </p:cNvPr>
                <p:cNvSpPr txBox="1"/>
                <p:nvPr/>
              </p:nvSpPr>
              <p:spPr>
                <a:xfrm>
                  <a:off x="2865711" y="6254249"/>
                  <a:ext cx="51279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9E7AF093-CC64-5E1C-C5CD-9E75FEC5EF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5711" y="6254249"/>
                  <a:ext cx="51279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3B1F3214-4ACB-A4D8-3144-C0C524E370C7}"/>
                    </a:ext>
                  </a:extLst>
                </p:cNvPr>
                <p:cNvSpPr txBox="1"/>
                <p:nvPr/>
              </p:nvSpPr>
              <p:spPr>
                <a:xfrm>
                  <a:off x="4599813" y="4775139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3B1F3214-4ACB-A4D8-3144-C0C524E370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9813" y="4775139"/>
                  <a:ext cx="420262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5B79D93-EEF7-3AD3-98D9-79E8E0929FDC}"/>
                    </a:ext>
                  </a:extLst>
                </p:cNvPr>
                <p:cNvSpPr txBox="1"/>
                <p:nvPr/>
              </p:nvSpPr>
              <p:spPr>
                <a:xfrm>
                  <a:off x="4599813" y="5058631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5B79D93-EEF7-3AD3-98D9-79E8E0929F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9813" y="5058631"/>
                  <a:ext cx="420262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B156E9B7-17AF-C3CF-83E7-A11FD882A63C}"/>
                    </a:ext>
                  </a:extLst>
                </p:cNvPr>
                <p:cNvSpPr txBox="1"/>
                <p:nvPr/>
              </p:nvSpPr>
              <p:spPr>
                <a:xfrm>
                  <a:off x="4599813" y="5342123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B156E9B7-17AF-C3CF-83E7-A11FD882A6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9813" y="5342123"/>
                  <a:ext cx="420262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8AE66661-075D-99B6-0698-CDEF402555D6}"/>
                    </a:ext>
                  </a:extLst>
                </p:cNvPr>
                <p:cNvSpPr txBox="1"/>
                <p:nvPr/>
              </p:nvSpPr>
              <p:spPr>
                <a:xfrm>
                  <a:off x="4599813" y="5625615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8AE66661-075D-99B6-0698-CDEF402555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9813" y="5625615"/>
                  <a:ext cx="420262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AEBE97F0-E9A9-72D3-ACD6-DEE473E7A897}"/>
                    </a:ext>
                  </a:extLst>
                </p:cNvPr>
                <p:cNvSpPr txBox="1"/>
                <p:nvPr/>
              </p:nvSpPr>
              <p:spPr>
                <a:xfrm>
                  <a:off x="4599813" y="4258775"/>
                  <a:ext cx="51279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AEBE97F0-E9A9-72D3-ACD6-DEE473E7A8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9813" y="4258775"/>
                  <a:ext cx="51279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19B7840D-BABD-B20C-5398-23C792B7378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601671" y="3946188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CADD5982-0E5C-712A-1AAA-A7B1309E95B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601671" y="4226477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35A60E5E-47FF-8018-BC69-77E69ECBED4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601671" y="4511560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7399C946-6F2A-C83E-2311-372A991E34A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601671" y="4795044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852D9EB2-657E-671C-22C4-A87ABB78047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601671" y="5144471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1E01BE78-D4C7-17E6-AC20-F9AFBA130C41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601671" y="5427963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8817827E-CDA1-FB90-294C-03246576E3F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601671" y="5711455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9EA9120B-A882-3DCF-1266-F4C33644D93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601671" y="5994947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F5A4346E-9F1F-BE7F-B2D7-63DD6B20078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601671" y="6446285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70A91095-E67F-DAD6-323D-162A4ABA662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010180" y="4959805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E2DA53CE-1111-C7C8-3061-DBE68C9C6FF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010180" y="5243297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D7E9B146-CC3D-AE2C-7BAE-F392713419B4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010180" y="5526789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49F5945-1D03-C7D6-A69B-ED02F544F77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010180" y="5810281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10F29083-B8C7-9352-8BEF-555640B7681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5010180" y="4443441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8B9CE863-B723-391B-BFFA-AAB80C2E9498}"/>
              </a:ext>
            </a:extLst>
          </p:cNvPr>
          <p:cNvGrpSpPr/>
          <p:nvPr/>
        </p:nvGrpSpPr>
        <p:grpSpPr>
          <a:xfrm>
            <a:off x="4221506" y="3678152"/>
            <a:ext cx="2141636" cy="1253094"/>
            <a:chOff x="1129683" y="3972685"/>
            <a:chExt cx="2141636" cy="1253094"/>
          </a:xfrm>
        </p:grpSpPr>
        <p:sp>
          <p:nvSpPr>
            <p:cNvPr id="70" name="Arc 158">
              <a:extLst>
                <a:ext uri="{FF2B5EF4-FFF2-40B4-BE49-F238E27FC236}">
                  <a16:creationId xmlns:a16="http://schemas.microsoft.com/office/drawing/2014/main" id="{C29436AA-FE6A-D32E-D9F6-F4E6271A0D6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650432" y="3990231"/>
              <a:ext cx="446126" cy="707764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1" name="Line 160">
              <a:extLst>
                <a:ext uri="{FF2B5EF4-FFF2-40B4-BE49-F238E27FC236}">
                  <a16:creationId xmlns:a16="http://schemas.microsoft.com/office/drawing/2014/main" id="{E38CE4FA-335C-E1A1-8A22-32CD071A6D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3805" y="4118654"/>
              <a:ext cx="2180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4" name="Line 7">
              <a:extLst>
                <a:ext uri="{FF2B5EF4-FFF2-40B4-BE49-F238E27FC236}">
                  <a16:creationId xmlns:a16="http://schemas.microsoft.com/office/drawing/2014/main" id="{A502AB0F-1605-2ED7-BD6D-AFEF56D77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254" y="4222738"/>
              <a:ext cx="7433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Line 8">
              <a:extLst>
                <a:ext uri="{FF2B5EF4-FFF2-40B4-BE49-F238E27FC236}">
                  <a16:creationId xmlns:a16="http://schemas.microsoft.com/office/drawing/2014/main" id="{7EC2812E-A422-3DB5-FBE6-D03749FD53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6254" y="4443081"/>
              <a:ext cx="74764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Line 9">
              <a:extLst>
                <a:ext uri="{FF2B5EF4-FFF2-40B4-BE49-F238E27FC236}">
                  <a16:creationId xmlns:a16="http://schemas.microsoft.com/office/drawing/2014/main" id="{281F787B-47B4-51D0-EA56-931982A52E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2148" y="4344791"/>
              <a:ext cx="2559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Line 160">
              <a:extLst>
                <a:ext uri="{FF2B5EF4-FFF2-40B4-BE49-F238E27FC236}">
                  <a16:creationId xmlns:a16="http://schemas.microsoft.com/office/drawing/2014/main" id="{7932EAEF-43BD-3B22-0967-8CE6849358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3805" y="4567176"/>
              <a:ext cx="2180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9" name="Arc 156">
              <a:extLst>
                <a:ext uri="{FF2B5EF4-FFF2-40B4-BE49-F238E27FC236}">
                  <a16:creationId xmlns:a16="http://schemas.microsoft.com/office/drawing/2014/main" id="{6A215FC7-6EC8-DFB1-E5B4-6D61533EEA1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326121" y="4136203"/>
              <a:ext cx="329192" cy="430973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0" name="Arc 156">
              <a:extLst>
                <a:ext uri="{FF2B5EF4-FFF2-40B4-BE49-F238E27FC236}">
                  <a16:creationId xmlns:a16="http://schemas.microsoft.com/office/drawing/2014/main" id="{90752F8A-2875-0FBC-4BF0-1E176F59F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2956" y="4119075"/>
              <a:ext cx="329192" cy="430973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1" name="Arc 158">
              <a:extLst>
                <a:ext uri="{FF2B5EF4-FFF2-40B4-BE49-F238E27FC236}">
                  <a16:creationId xmlns:a16="http://schemas.microsoft.com/office/drawing/2014/main" id="{F37FC96D-3DBA-6375-7131-0CA316730582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578016" y="3964411"/>
              <a:ext cx="402170" cy="758708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2" name="Line 7">
              <a:extLst>
                <a:ext uri="{FF2B5EF4-FFF2-40B4-BE49-F238E27FC236}">
                  <a16:creationId xmlns:a16="http://schemas.microsoft.com/office/drawing/2014/main" id="{C3A2741C-0B12-1290-9DDD-C92B23C2A5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4670" y="4870137"/>
              <a:ext cx="2692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Line 8">
              <a:extLst>
                <a:ext uri="{FF2B5EF4-FFF2-40B4-BE49-F238E27FC236}">
                  <a16:creationId xmlns:a16="http://schemas.microsoft.com/office/drawing/2014/main" id="{DE468C0C-B0C1-0C33-8262-9502B73471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9100" y="5090481"/>
              <a:ext cx="42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AutoShape 11">
              <a:extLst>
                <a:ext uri="{FF2B5EF4-FFF2-40B4-BE49-F238E27FC236}">
                  <a16:creationId xmlns:a16="http://schemas.microsoft.com/office/drawing/2014/main" id="{060FFD0F-222C-6527-DE35-03344E858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115" y="4727278"/>
              <a:ext cx="453649" cy="498501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Line 9">
              <a:extLst>
                <a:ext uri="{FF2B5EF4-FFF2-40B4-BE49-F238E27FC236}">
                  <a16:creationId xmlns:a16="http://schemas.microsoft.com/office/drawing/2014/main" id="{0FA7BA74-FB6B-B955-96AB-E98FCA73F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5313" y="4976528"/>
              <a:ext cx="2528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70D6820D-0668-BAF4-99D9-23AB921956A0}"/>
                </a:ext>
              </a:extLst>
            </p:cNvPr>
            <p:cNvSpPr/>
            <p:nvPr/>
          </p:nvSpPr>
          <p:spPr>
            <a:xfrm>
              <a:off x="1908303" y="4187597"/>
              <a:ext cx="70724" cy="707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Line 8">
              <a:extLst>
                <a:ext uri="{FF2B5EF4-FFF2-40B4-BE49-F238E27FC236}">
                  <a16:creationId xmlns:a16="http://schemas.microsoft.com/office/drawing/2014/main" id="{CA2CB3D9-0B1B-0461-1E0A-17C344EADE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617643" y="4543308"/>
              <a:ext cx="6536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Line 8">
              <a:extLst>
                <a:ext uri="{FF2B5EF4-FFF2-40B4-BE49-F238E27FC236}">
                  <a16:creationId xmlns:a16="http://schemas.microsoft.com/office/drawing/2014/main" id="{AEFE7CCD-2C6D-20B3-A26D-E0183BE57E9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461697" y="4762198"/>
              <a:ext cx="6536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FB592979-939E-0542-2065-81CE841F7B97}"/>
                </a:ext>
              </a:extLst>
            </p:cNvPr>
            <p:cNvSpPr/>
            <p:nvPr/>
          </p:nvSpPr>
          <p:spPr>
            <a:xfrm>
              <a:off x="1752357" y="4408079"/>
              <a:ext cx="70724" cy="707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A84A7C98-ED15-D60A-317F-29123B0378D7}"/>
                    </a:ext>
                  </a:extLst>
                </p:cNvPr>
                <p:cNvSpPr txBox="1"/>
                <p:nvPr/>
              </p:nvSpPr>
              <p:spPr>
                <a:xfrm>
                  <a:off x="1133344" y="3972685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A84A7C98-ED15-D60A-317F-29123B0378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344" y="3972685"/>
                  <a:ext cx="420262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B92F4C21-C38D-16BA-1CBB-97A4732E7DE0}"/>
                    </a:ext>
                  </a:extLst>
                </p:cNvPr>
                <p:cNvSpPr txBox="1"/>
                <p:nvPr/>
              </p:nvSpPr>
              <p:spPr>
                <a:xfrm>
                  <a:off x="1129683" y="4250700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B92F4C21-C38D-16BA-1CBB-97A4732E7D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9683" y="4250700"/>
                  <a:ext cx="420262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1AC5541B-979A-6B6F-8715-98A7BC2EBEA3}"/>
                    </a:ext>
                  </a:extLst>
                </p:cNvPr>
                <p:cNvSpPr txBox="1"/>
                <p:nvPr/>
              </p:nvSpPr>
              <p:spPr>
                <a:xfrm>
                  <a:off x="2851057" y="4158398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1AC5541B-979A-6B6F-8715-98A7BC2EBE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1057" y="4158398"/>
                  <a:ext cx="420262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1D5559B5-1BAA-E66C-2BE8-868616935533}"/>
                    </a:ext>
                  </a:extLst>
                </p:cNvPr>
                <p:cNvSpPr txBox="1"/>
                <p:nvPr/>
              </p:nvSpPr>
              <p:spPr>
                <a:xfrm>
                  <a:off x="2845420" y="4791862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1D5559B5-1BAA-E66C-2BE8-868616935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5420" y="4791862"/>
                  <a:ext cx="420262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D2C65F93-EA20-5A53-F5A8-BDCCEDBC4D9F}"/>
              </a:ext>
            </a:extLst>
          </p:cNvPr>
          <p:cNvGrpSpPr/>
          <p:nvPr/>
        </p:nvGrpSpPr>
        <p:grpSpPr>
          <a:xfrm>
            <a:off x="4069532" y="5002085"/>
            <a:ext cx="2293920" cy="647347"/>
            <a:chOff x="3960178" y="4768382"/>
            <a:chExt cx="2293920" cy="647347"/>
          </a:xfrm>
        </p:grpSpPr>
        <p:sp>
          <p:nvSpPr>
            <p:cNvPr id="98" name="Arc 158">
              <a:extLst>
                <a:ext uri="{FF2B5EF4-FFF2-40B4-BE49-F238E27FC236}">
                  <a16:creationId xmlns:a16="http://schemas.microsoft.com/office/drawing/2014/main" id="{8B324256-41E2-4614-07B1-49CDEC37F699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633211" y="4785928"/>
              <a:ext cx="446126" cy="707764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99" name="Line 160">
              <a:extLst>
                <a:ext uri="{FF2B5EF4-FFF2-40B4-BE49-F238E27FC236}">
                  <a16:creationId xmlns:a16="http://schemas.microsoft.com/office/drawing/2014/main" id="{87898D8A-763B-A172-0891-832DDC2754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06584" y="4914351"/>
              <a:ext cx="2180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0" name="Line 7">
              <a:extLst>
                <a:ext uri="{FF2B5EF4-FFF2-40B4-BE49-F238E27FC236}">
                  <a16:creationId xmlns:a16="http://schemas.microsoft.com/office/drawing/2014/main" id="{1ED721EE-AEB6-6F8A-06CC-B8983BED1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9033" y="5018435"/>
              <a:ext cx="7433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Line 8">
              <a:extLst>
                <a:ext uri="{FF2B5EF4-FFF2-40B4-BE49-F238E27FC236}">
                  <a16:creationId xmlns:a16="http://schemas.microsoft.com/office/drawing/2014/main" id="{71FE3159-0648-4A5E-2F69-1C866A122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9033" y="5238778"/>
              <a:ext cx="74764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Line 9">
              <a:extLst>
                <a:ext uri="{FF2B5EF4-FFF2-40B4-BE49-F238E27FC236}">
                  <a16:creationId xmlns:a16="http://schemas.microsoft.com/office/drawing/2014/main" id="{9115C418-97CB-CB2A-E345-EA2D9CD037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4927" y="5140488"/>
              <a:ext cx="2559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Line 160">
              <a:extLst>
                <a:ext uri="{FF2B5EF4-FFF2-40B4-BE49-F238E27FC236}">
                  <a16:creationId xmlns:a16="http://schemas.microsoft.com/office/drawing/2014/main" id="{68185D45-DDB5-5FE0-E7F8-29A016EC65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06584" y="5362873"/>
              <a:ext cx="2180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4" name="Arc 156">
              <a:extLst>
                <a:ext uri="{FF2B5EF4-FFF2-40B4-BE49-F238E27FC236}">
                  <a16:creationId xmlns:a16="http://schemas.microsoft.com/office/drawing/2014/main" id="{43B82833-EC9E-EFB8-8068-C02910E93F3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308900" y="4931900"/>
              <a:ext cx="329192" cy="430973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5" name="Arc 156">
              <a:extLst>
                <a:ext uri="{FF2B5EF4-FFF2-40B4-BE49-F238E27FC236}">
                  <a16:creationId xmlns:a16="http://schemas.microsoft.com/office/drawing/2014/main" id="{2203E0BD-BE25-409A-7337-E39474E56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5735" y="4914772"/>
              <a:ext cx="329192" cy="430973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06" name="Arc 158">
              <a:extLst>
                <a:ext uri="{FF2B5EF4-FFF2-40B4-BE49-F238E27FC236}">
                  <a16:creationId xmlns:a16="http://schemas.microsoft.com/office/drawing/2014/main" id="{A724709D-370A-9481-CD35-64C43DCC5CB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560795" y="4760108"/>
              <a:ext cx="402170" cy="758708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5D91A362-934B-AD4D-14C2-ADE85487AD2A}"/>
                    </a:ext>
                  </a:extLst>
                </p:cNvPr>
                <p:cNvSpPr txBox="1"/>
                <p:nvPr/>
              </p:nvSpPr>
              <p:spPr>
                <a:xfrm>
                  <a:off x="4116123" y="4768382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5D91A362-934B-AD4D-14C2-ADE85487A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6123" y="4768382"/>
                  <a:ext cx="420262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17F722C2-63E0-36A9-47EF-8625A71A74B1}"/>
                    </a:ext>
                  </a:extLst>
                </p:cNvPr>
                <p:cNvSpPr txBox="1"/>
                <p:nvPr/>
              </p:nvSpPr>
              <p:spPr>
                <a:xfrm>
                  <a:off x="3960178" y="5046397"/>
                  <a:ext cx="57254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17F722C2-63E0-36A9-47EF-8625A71A74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0178" y="5046397"/>
                  <a:ext cx="572546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16FF6355-DDB7-A429-8109-F5EE7AF0E1A2}"/>
                    </a:ext>
                  </a:extLst>
                </p:cNvPr>
                <p:cNvSpPr txBox="1"/>
                <p:nvPr/>
              </p:nvSpPr>
              <p:spPr>
                <a:xfrm>
                  <a:off x="5833836" y="4954095"/>
                  <a:ext cx="42026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8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1800" b="0" i="0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a:rPr kumimoji="1" lang="en-US" altLang="zh-CN" sz="18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16FF6355-DDB7-A429-8109-F5EE7AF0E1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3836" y="4954095"/>
                  <a:ext cx="420262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1" name="箭头: 右 120">
            <a:extLst>
              <a:ext uri="{FF2B5EF4-FFF2-40B4-BE49-F238E27FC236}">
                <a16:creationId xmlns:a16="http://schemas.microsoft.com/office/drawing/2014/main" id="{1EF006F3-211E-9344-C74A-F49690B36369}"/>
              </a:ext>
            </a:extLst>
          </p:cNvPr>
          <p:cNvSpPr/>
          <p:nvPr/>
        </p:nvSpPr>
        <p:spPr>
          <a:xfrm flipH="1">
            <a:off x="6516000" y="4742546"/>
            <a:ext cx="495656" cy="351102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箭头: 右 121">
            <a:extLst>
              <a:ext uri="{FF2B5EF4-FFF2-40B4-BE49-F238E27FC236}">
                <a16:creationId xmlns:a16="http://schemas.microsoft.com/office/drawing/2014/main" id="{DAD5F506-C2DE-3C39-D0DA-3C088BAE072F}"/>
              </a:ext>
            </a:extLst>
          </p:cNvPr>
          <p:cNvSpPr/>
          <p:nvPr/>
        </p:nvSpPr>
        <p:spPr>
          <a:xfrm flipH="1">
            <a:off x="3276568" y="4742546"/>
            <a:ext cx="495656" cy="351102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D3C9661B-00FE-90B4-02E4-2499E910C4AB}"/>
              </a:ext>
            </a:extLst>
          </p:cNvPr>
          <p:cNvSpPr/>
          <p:nvPr/>
        </p:nvSpPr>
        <p:spPr>
          <a:xfrm>
            <a:off x="4101981" y="3700329"/>
            <a:ext cx="2238347" cy="2523508"/>
          </a:xfrm>
          <a:prstGeom prst="rect">
            <a:avLst/>
          </a:prstGeom>
          <a:noFill/>
          <a:ln w="25400">
            <a:solidFill>
              <a:srgbClr val="00B0F0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1B067C26-AABA-6233-1CD5-26F40552D1FC}"/>
                  </a:ext>
                </a:extLst>
              </p:cNvPr>
              <p:cNvSpPr txBox="1"/>
              <p:nvPr/>
            </p:nvSpPr>
            <p:spPr>
              <a:xfrm>
                <a:off x="4188620" y="5858485"/>
                <a:ext cx="4202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18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kumimoji="1" lang="en-US" altLang="zh-CN" sz="18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1B067C26-AABA-6233-1CD5-26F40552D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620" y="5858485"/>
                <a:ext cx="420262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4BED6DAF-D61A-0CBC-25A0-4B6E4566300C}"/>
                  </a:ext>
                </a:extLst>
              </p:cNvPr>
              <p:cNvSpPr txBox="1"/>
              <p:nvPr/>
            </p:nvSpPr>
            <p:spPr>
              <a:xfrm>
                <a:off x="5941734" y="5854505"/>
                <a:ext cx="4202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18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8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4BED6DAF-D61A-0CBC-25A0-4B6E45663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734" y="5854505"/>
                <a:ext cx="420262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Line 8">
            <a:extLst>
              <a:ext uri="{FF2B5EF4-FFF2-40B4-BE49-F238E27FC236}">
                <a16:creationId xmlns:a16="http://schemas.microsoft.com/office/drawing/2014/main" id="{A9F4C1B9-20E9-86AD-E9B2-339699794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0761" y="6039171"/>
            <a:ext cx="145351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BB41AD8E-E891-2B78-B367-93AF31291F3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35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加法器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4 </a:t>
            </a:r>
            <a:r>
              <a:rPr lang="zh-CN" altLang="en-US" sz="3000" dirty="0">
                <a:solidFill>
                  <a:srgbClr val="FFFF00"/>
                </a:solidFill>
              </a:rPr>
              <a:t>位超前加法器</a:t>
            </a:r>
          </a:p>
        </p:txBody>
      </p:sp>
    </p:spTree>
    <p:extLst>
      <p:ext uri="{BB962C8B-B14F-4D97-AF65-F5344CB8AC3E}">
        <p14:creationId xmlns:p14="http://schemas.microsoft.com/office/powerpoint/2010/main" val="1165059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  <p:bldP spid="122" grpId="0" animBg="1"/>
      <p:bldP spid="123" grpId="0" animBg="1"/>
      <p:bldP spid="124" grpId="0"/>
      <p:bldP spid="125" grpId="0"/>
      <p:bldP spid="1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DBBB3-C825-DA51-C097-3144BB47E6EF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加法器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延迟分析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687CEE-C4E5-F844-BBF7-B8D61E3D9684}"/>
              </a:ext>
            </a:extLst>
          </p:cNvPr>
          <p:cNvSpPr txBox="1"/>
          <p:nvPr/>
        </p:nvSpPr>
        <p:spPr>
          <a:xfrm>
            <a:off x="360000" y="828000"/>
            <a:ext cx="110591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门延迟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 Delay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）：从门电路的输入跳变到输出跳变的时间差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5CA6E27-08CB-CEB9-4CF4-05A7B2137BAA}"/>
              </a:ext>
            </a:extLst>
          </p:cNvPr>
          <p:cNvGrpSpPr/>
          <p:nvPr/>
        </p:nvGrpSpPr>
        <p:grpSpPr>
          <a:xfrm>
            <a:off x="4805124" y="1513022"/>
            <a:ext cx="2634809" cy="1175063"/>
            <a:chOff x="6333098" y="4732800"/>
            <a:chExt cx="3150380" cy="1627198"/>
          </a:xfrm>
        </p:grpSpPr>
        <p:sp>
          <p:nvSpPr>
            <p:cNvPr id="16" name="Arc 158">
              <a:extLst>
                <a:ext uri="{FF2B5EF4-FFF2-40B4-BE49-F238E27FC236}">
                  <a16:creationId xmlns:a16="http://schemas.microsoft.com/office/drawing/2014/main" id="{C20B254A-B931-0B78-AE83-298670DDFBE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990310" y="4544050"/>
              <a:ext cx="655694" cy="1040237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" name="Line 160">
              <a:extLst>
                <a:ext uri="{FF2B5EF4-FFF2-40B4-BE49-F238E27FC236}">
                  <a16:creationId xmlns:a16="http://schemas.microsoft.com/office/drawing/2014/main" id="{4458C8D3-10AD-AE57-BB34-0888882C46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6050" y="4732800"/>
              <a:ext cx="3205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8" name="Text Box 5">
              <a:extLst>
                <a:ext uri="{FF2B5EF4-FFF2-40B4-BE49-F238E27FC236}">
                  <a16:creationId xmlns:a16="http://schemas.microsoft.com/office/drawing/2014/main" id="{F6D3E4F5-1F78-9FEC-A6B6-DFA7F2BEC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3098" y="4736084"/>
              <a:ext cx="323850" cy="331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6">
              <a:extLst>
                <a:ext uri="{FF2B5EF4-FFF2-40B4-BE49-F238E27FC236}">
                  <a16:creationId xmlns:a16="http://schemas.microsoft.com/office/drawing/2014/main" id="{85D9D64E-0160-15B7-C815-E0894325C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3098" y="5085087"/>
              <a:ext cx="323850" cy="331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kumimoji="1" lang="en-US" altLang="zh-CN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7">
              <a:extLst>
                <a:ext uri="{FF2B5EF4-FFF2-40B4-BE49-F238E27FC236}">
                  <a16:creationId xmlns:a16="http://schemas.microsoft.com/office/drawing/2014/main" id="{37FB63AB-9393-C320-B3CB-322EA4E037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4915" y="4885777"/>
              <a:ext cx="10925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8">
              <a:extLst>
                <a:ext uri="{FF2B5EF4-FFF2-40B4-BE49-F238E27FC236}">
                  <a16:creationId xmlns:a16="http://schemas.microsoft.com/office/drawing/2014/main" id="{D209D188-6C4B-6876-C698-5DDE1895EA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04915" y="5209627"/>
              <a:ext cx="109885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9">
              <a:extLst>
                <a:ext uri="{FF2B5EF4-FFF2-40B4-BE49-F238E27FC236}">
                  <a16:creationId xmlns:a16="http://schemas.microsoft.com/office/drawing/2014/main" id="{652759CC-5547-A475-EA6D-D57232B7C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2583" y="5065165"/>
              <a:ext cx="3762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Text Box 10">
              <a:extLst>
                <a:ext uri="{FF2B5EF4-FFF2-40B4-BE49-F238E27FC236}">
                  <a16:creationId xmlns:a16="http://schemas.microsoft.com/office/drawing/2014/main" id="{266DC407-9977-C02A-9B6F-1300021364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2158" y="4917527"/>
              <a:ext cx="323850" cy="332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2000" b="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160">
              <a:extLst>
                <a:ext uri="{FF2B5EF4-FFF2-40B4-BE49-F238E27FC236}">
                  <a16:creationId xmlns:a16="http://schemas.microsoft.com/office/drawing/2014/main" id="{38A27C9B-DD9F-FA58-D9B4-A2F7C04CBD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6050" y="5392016"/>
              <a:ext cx="3205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5" name="Arc 156">
              <a:extLst>
                <a:ext uri="{FF2B5EF4-FFF2-40B4-BE49-F238E27FC236}">
                  <a16:creationId xmlns:a16="http://schemas.microsoft.com/office/drawing/2014/main" id="{74D4FE87-5642-E954-5C59-F3AE2F804CB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983404" y="4758592"/>
              <a:ext cx="483831" cy="633423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6" name="Arc 156">
              <a:extLst>
                <a:ext uri="{FF2B5EF4-FFF2-40B4-BE49-F238E27FC236}">
                  <a16:creationId xmlns:a16="http://schemas.microsoft.com/office/drawing/2014/main" id="{26AD74D8-F705-0F36-09C1-E965553BE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8752" y="4733419"/>
              <a:ext cx="483831" cy="633423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7" name="Arc 158">
              <a:extLst>
                <a:ext uri="{FF2B5EF4-FFF2-40B4-BE49-F238E27FC236}">
                  <a16:creationId xmlns:a16="http://schemas.microsoft.com/office/drawing/2014/main" id="{D276BCDB-9245-FCC5-C75F-197852F270E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883875" y="4506101"/>
              <a:ext cx="591089" cy="1115112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8" name="Line 7">
              <a:extLst>
                <a:ext uri="{FF2B5EF4-FFF2-40B4-BE49-F238E27FC236}">
                  <a16:creationId xmlns:a16="http://schemas.microsoft.com/office/drawing/2014/main" id="{7973C679-F4B4-CC68-3DC7-4D09A7944E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8069" y="5837293"/>
              <a:ext cx="39570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8">
              <a:extLst>
                <a:ext uri="{FF2B5EF4-FFF2-40B4-BE49-F238E27FC236}">
                  <a16:creationId xmlns:a16="http://schemas.microsoft.com/office/drawing/2014/main" id="{7E26596A-D551-0319-0B97-E19BB79FDD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9419" y="6161143"/>
              <a:ext cx="6243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 Box 10">
              <a:extLst>
                <a:ext uri="{FF2B5EF4-FFF2-40B4-BE49-F238E27FC236}">
                  <a16:creationId xmlns:a16="http://schemas.microsoft.com/office/drawing/2014/main" id="{8414792B-8D83-9567-BCAC-D9786EF0D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68534" y="5803537"/>
              <a:ext cx="614944" cy="332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000" b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r>
                <a:rPr kumimoji="1" lang="en-US" altLang="zh-CN" sz="2000" b="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</a:t>
              </a:r>
            </a:p>
          </p:txBody>
        </p:sp>
        <p:sp>
          <p:nvSpPr>
            <p:cNvPr id="31" name="AutoShape 11">
              <a:extLst>
                <a:ext uri="{FF2B5EF4-FFF2-40B4-BE49-F238E27FC236}">
                  <a16:creationId xmlns:a16="http://schemas.microsoft.com/office/drawing/2014/main" id="{A5394297-40A8-9A2C-8655-7278D7B06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3797" y="5627325"/>
              <a:ext cx="666751" cy="732673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3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9">
              <a:extLst>
                <a:ext uri="{FF2B5EF4-FFF2-40B4-BE49-F238E27FC236}">
                  <a16:creationId xmlns:a16="http://schemas.microsoft.com/office/drawing/2014/main" id="{AC209CEB-67C5-2EFD-F1E8-1747A8F428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7235" y="5993661"/>
              <a:ext cx="3715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5E402FC6-F02A-2481-993A-378FCA916DB1}"/>
                </a:ext>
              </a:extLst>
            </p:cNvPr>
            <p:cNvSpPr/>
            <p:nvPr/>
          </p:nvSpPr>
          <p:spPr>
            <a:xfrm>
              <a:off x="7369315" y="4834129"/>
              <a:ext cx="103946" cy="1039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34" name="Line 8">
              <a:extLst>
                <a:ext uri="{FF2B5EF4-FFF2-40B4-BE49-F238E27FC236}">
                  <a16:creationId xmlns:a16="http://schemas.microsoft.com/office/drawing/2014/main" id="{7DCC36DA-4069-6A1F-AEFD-55617554937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942118" y="5356935"/>
              <a:ext cx="9607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8">
              <a:extLst>
                <a:ext uri="{FF2B5EF4-FFF2-40B4-BE49-F238E27FC236}">
                  <a16:creationId xmlns:a16="http://schemas.microsoft.com/office/drawing/2014/main" id="{7509DE5E-CA1F-FB26-B1EF-787A39AC88B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6712916" y="5678649"/>
              <a:ext cx="9607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2FF80601-127D-5640-AC55-B87A50D675FC}"/>
                </a:ext>
              </a:extLst>
            </p:cNvPr>
            <p:cNvSpPr/>
            <p:nvPr/>
          </p:nvSpPr>
          <p:spPr>
            <a:xfrm>
              <a:off x="7140113" y="5158183"/>
              <a:ext cx="103946" cy="1039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0992B3E4-0AA7-CC5C-A66F-38E7069DE8E3}"/>
              </a:ext>
            </a:extLst>
          </p:cNvPr>
          <p:cNvSpPr txBox="1"/>
          <p:nvPr/>
        </p:nvSpPr>
        <p:spPr>
          <a:xfrm>
            <a:off x="360000" y="1800000"/>
            <a:ext cx="19517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半加器：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014D6F2-1536-6794-142B-2ADBFC1CE315}"/>
              </a:ext>
            </a:extLst>
          </p:cNvPr>
          <p:cNvGrpSpPr/>
          <p:nvPr/>
        </p:nvGrpSpPr>
        <p:grpSpPr>
          <a:xfrm>
            <a:off x="2596806" y="2961370"/>
            <a:ext cx="1776734" cy="1030756"/>
            <a:chOff x="7110611" y="2560596"/>
            <a:chExt cx="2303107" cy="1404351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3DA94F8D-3E71-5823-B431-4250CE7F621A}"/>
                </a:ext>
              </a:extLst>
            </p:cNvPr>
            <p:cNvSpPr/>
            <p:nvPr/>
          </p:nvSpPr>
          <p:spPr>
            <a:xfrm>
              <a:off x="7536120" y="2635877"/>
              <a:ext cx="1456660" cy="132907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76512350-9106-CBDC-3DCB-96CDC08F4EBE}"/>
                    </a:ext>
                  </a:extLst>
                </p:cNvPr>
                <p:cNvSpPr txBox="1"/>
                <p:nvPr/>
              </p:nvSpPr>
              <p:spPr>
                <a:xfrm>
                  <a:off x="7429890" y="2568120"/>
                  <a:ext cx="605962" cy="4708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76512350-9106-CBDC-3DCB-96CDC08F4E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890" y="2568120"/>
                  <a:ext cx="605962" cy="470889"/>
                </a:xfrm>
                <a:prstGeom prst="rect">
                  <a:avLst/>
                </a:prstGeom>
                <a:blipFill>
                  <a:blip r:embed="rId2"/>
                  <a:stretch>
                    <a:fillRect b="-10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92033C0A-0D0E-4670-78AB-02C2317FAD11}"/>
                    </a:ext>
                  </a:extLst>
                </p:cNvPr>
                <p:cNvSpPr txBox="1"/>
                <p:nvPr/>
              </p:nvSpPr>
              <p:spPr>
                <a:xfrm>
                  <a:off x="7429890" y="3381789"/>
                  <a:ext cx="816057" cy="561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92033C0A-0D0E-4670-78AB-02C2317FAD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890" y="3381789"/>
                  <a:ext cx="816057" cy="56144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426FEFE-87AE-D9B5-06FD-BAF636566A54}"/>
                    </a:ext>
                  </a:extLst>
                </p:cNvPr>
                <p:cNvSpPr txBox="1"/>
                <p:nvPr/>
              </p:nvSpPr>
              <p:spPr>
                <a:xfrm>
                  <a:off x="8421803" y="2721851"/>
                  <a:ext cx="605962" cy="4708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S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9426FEFE-87AE-D9B5-06FD-BAF636566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1803" y="2721851"/>
                  <a:ext cx="605962" cy="470889"/>
                </a:xfrm>
                <a:prstGeom prst="rect">
                  <a:avLst/>
                </a:prstGeom>
                <a:blipFill>
                  <a:blip r:embed="rId4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54C109FF-70D9-8C53-D2CD-4D7DA04ECD4E}"/>
                    </a:ext>
                  </a:extLst>
                </p:cNvPr>
                <p:cNvSpPr txBox="1"/>
                <p:nvPr/>
              </p:nvSpPr>
              <p:spPr>
                <a:xfrm>
                  <a:off x="8421803" y="3355752"/>
                  <a:ext cx="605962" cy="4708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54C109FF-70D9-8C53-D2CD-4D7DA04ECD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1803" y="3355752"/>
                  <a:ext cx="605962" cy="470889"/>
                </a:xfrm>
                <a:prstGeom prst="rect">
                  <a:avLst/>
                </a:prstGeom>
                <a:blipFill>
                  <a:blip r:embed="rId5"/>
                  <a:stretch>
                    <a:fillRect b="-196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FCA1F592-7215-B4C5-BA0C-23584332B2B2}"/>
                    </a:ext>
                  </a:extLst>
                </p:cNvPr>
                <p:cNvSpPr txBox="1"/>
                <p:nvPr/>
              </p:nvSpPr>
              <p:spPr>
                <a:xfrm>
                  <a:off x="7961469" y="2560596"/>
                  <a:ext cx="605962" cy="71286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FCA1F592-7215-B4C5-BA0C-23584332B2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1469" y="2560596"/>
                  <a:ext cx="605962" cy="71286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6DFAA22-F53C-B16A-4BDB-0265F6001184}"/>
                </a:ext>
              </a:extLst>
            </p:cNvPr>
            <p:cNvCxnSpPr/>
            <p:nvPr/>
          </p:nvCxnSpPr>
          <p:spPr>
            <a:xfrm>
              <a:off x="7110611" y="2868417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5BB949FB-11D0-EC0A-C71B-66D3D87ED212}"/>
                </a:ext>
              </a:extLst>
            </p:cNvPr>
            <p:cNvCxnSpPr/>
            <p:nvPr/>
          </p:nvCxnSpPr>
          <p:spPr>
            <a:xfrm>
              <a:off x="7110611" y="3736406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4770D298-B5DB-463A-ECD2-E83B64283A7A}"/>
                </a:ext>
              </a:extLst>
            </p:cNvPr>
            <p:cNvCxnSpPr/>
            <p:nvPr/>
          </p:nvCxnSpPr>
          <p:spPr>
            <a:xfrm>
              <a:off x="8988049" y="2982105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42239CE5-0AE0-C869-DD17-7CB483779C59}"/>
                </a:ext>
              </a:extLst>
            </p:cNvPr>
            <p:cNvCxnSpPr/>
            <p:nvPr/>
          </p:nvCxnSpPr>
          <p:spPr>
            <a:xfrm>
              <a:off x="8988049" y="3637443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CF1B61CD-C692-393A-DC27-C1333B49FA5D}"/>
                    </a:ext>
                  </a:extLst>
                </p:cNvPr>
                <p:cNvSpPr txBox="1"/>
                <p:nvPr/>
              </p:nvSpPr>
              <p:spPr>
                <a:xfrm>
                  <a:off x="7429890" y="2979577"/>
                  <a:ext cx="605962" cy="47088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CF1B61CD-C692-393A-DC27-C1333B49FA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890" y="2979577"/>
                  <a:ext cx="605962" cy="470889"/>
                </a:xfrm>
                <a:prstGeom prst="rect">
                  <a:avLst/>
                </a:prstGeom>
                <a:blipFill>
                  <a:blip r:embed="rId7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9FDF97C6-6110-F0E9-11B8-0529F43ACB5F}"/>
                </a:ext>
              </a:extLst>
            </p:cNvPr>
            <p:cNvCxnSpPr/>
            <p:nvPr/>
          </p:nvCxnSpPr>
          <p:spPr>
            <a:xfrm>
              <a:off x="7110611" y="3280587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031B906E-D99E-428C-EFE8-84F5FE4B87B1}"/>
              </a:ext>
            </a:extLst>
          </p:cNvPr>
          <p:cNvGrpSpPr/>
          <p:nvPr/>
        </p:nvGrpSpPr>
        <p:grpSpPr>
          <a:xfrm>
            <a:off x="4537620" y="2949263"/>
            <a:ext cx="3692331" cy="1297976"/>
            <a:chOff x="3726475" y="4042798"/>
            <a:chExt cx="4591079" cy="1502613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41C86C0B-6D1E-32E3-8831-E2746C3DCCD5}"/>
                </a:ext>
              </a:extLst>
            </p:cNvPr>
            <p:cNvSpPr/>
            <p:nvPr/>
          </p:nvSpPr>
          <p:spPr>
            <a:xfrm>
              <a:off x="4404683" y="4092982"/>
              <a:ext cx="1023363" cy="933725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48EFA81-9024-4FD2-59BB-67367CAD75D9}"/>
                    </a:ext>
                  </a:extLst>
                </p:cNvPr>
                <p:cNvSpPr txBox="1"/>
                <p:nvPr/>
              </p:nvSpPr>
              <p:spPr>
                <a:xfrm>
                  <a:off x="4330052" y="4096232"/>
                  <a:ext cx="42571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48EFA81-9024-4FD2-59BB-67367CAD75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0052" y="4096232"/>
                  <a:ext cx="425713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74BBAD5A-EB55-3188-75F9-65F296E15331}"/>
                    </a:ext>
                  </a:extLst>
                </p:cNvPr>
                <p:cNvSpPr txBox="1"/>
                <p:nvPr/>
              </p:nvSpPr>
              <p:spPr>
                <a:xfrm>
                  <a:off x="4330052" y="4541574"/>
                  <a:ext cx="42571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74BBAD5A-EB55-3188-75F9-65F296E153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0052" y="4541574"/>
                  <a:ext cx="425713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B2A16BAD-B074-07DB-DC15-13E06D227471}"/>
                    </a:ext>
                  </a:extLst>
                </p:cNvPr>
                <p:cNvSpPr txBox="1"/>
                <p:nvPr/>
              </p:nvSpPr>
              <p:spPr>
                <a:xfrm>
                  <a:off x="5026912" y="4096232"/>
                  <a:ext cx="42571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S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B2A16BAD-B074-07DB-DC15-13E06D2274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6912" y="4096232"/>
                  <a:ext cx="425713" cy="400110"/>
                </a:xfrm>
                <a:prstGeom prst="rect">
                  <a:avLst/>
                </a:prstGeom>
                <a:blipFill>
                  <a:blip r:embed="rId10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EE530C2E-D362-5C9B-C695-5085B16E006A}"/>
                    </a:ext>
                  </a:extLst>
                </p:cNvPr>
                <p:cNvSpPr txBox="1"/>
                <p:nvPr/>
              </p:nvSpPr>
              <p:spPr>
                <a:xfrm>
                  <a:off x="5026912" y="4541574"/>
                  <a:ext cx="42571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EE530C2E-D362-5C9B-C695-5085B16E00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6912" y="4541574"/>
                  <a:ext cx="425713" cy="400110"/>
                </a:xfrm>
                <a:prstGeom prst="rect">
                  <a:avLst/>
                </a:prstGeom>
                <a:blipFill>
                  <a:blip r:embed="rId11"/>
                  <a:stretch>
                    <a:fillRect l="-17857" r="-8929" b="-175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B35F8A11-2874-1A12-1BCA-9E21BB679870}"/>
                    </a:ext>
                  </a:extLst>
                </p:cNvPr>
                <p:cNvSpPr txBox="1"/>
                <p:nvPr/>
              </p:nvSpPr>
              <p:spPr>
                <a:xfrm>
                  <a:off x="4703508" y="4042798"/>
                  <a:ext cx="425714" cy="53445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a14:m>
                  <a:r>
                    <a:rPr lang="zh-CN" altLang="en-US" sz="24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B35F8A11-2874-1A12-1BCA-9E21BB6798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3508" y="4042798"/>
                  <a:ext cx="425714" cy="534450"/>
                </a:xfrm>
                <a:prstGeom prst="rect">
                  <a:avLst/>
                </a:prstGeom>
                <a:blipFill>
                  <a:blip r:embed="rId12"/>
                  <a:stretch>
                    <a:fillRect l="-5357" r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915DE599-82FE-0564-2271-DAF9B99451C2}"/>
                </a:ext>
              </a:extLst>
            </p:cNvPr>
            <p:cNvCxnSpPr/>
            <p:nvPr/>
          </p:nvCxnSpPr>
          <p:spPr>
            <a:xfrm>
              <a:off x="4105746" y="4336221"/>
              <a:ext cx="2990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EDAF29CC-5483-C9BF-77F3-6A1B3105C404}"/>
                </a:ext>
              </a:extLst>
            </p:cNvPr>
            <p:cNvCxnSpPr/>
            <p:nvPr/>
          </p:nvCxnSpPr>
          <p:spPr>
            <a:xfrm>
              <a:off x="4105746" y="4796622"/>
              <a:ext cx="2990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47D520C6-0EC8-EB10-1721-58E362C6538C}"/>
                </a:ext>
              </a:extLst>
            </p:cNvPr>
            <p:cNvCxnSpPr>
              <a:cxnSpLocks/>
            </p:cNvCxnSpPr>
            <p:nvPr/>
          </p:nvCxnSpPr>
          <p:spPr>
            <a:xfrm>
              <a:off x="5424722" y="4336221"/>
              <a:ext cx="17375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6E5D7953-CB0C-25AF-6BA1-E01964445893}"/>
                </a:ext>
              </a:extLst>
            </p:cNvPr>
            <p:cNvCxnSpPr>
              <a:cxnSpLocks/>
            </p:cNvCxnSpPr>
            <p:nvPr/>
          </p:nvCxnSpPr>
          <p:spPr>
            <a:xfrm>
              <a:off x="5423241" y="4796622"/>
              <a:ext cx="10559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BED02679-D4CC-3527-1242-FB023BC43C0C}"/>
                </a:ext>
              </a:extLst>
            </p:cNvPr>
            <p:cNvSpPr/>
            <p:nvPr/>
          </p:nvSpPr>
          <p:spPr>
            <a:xfrm>
              <a:off x="5805823" y="4093023"/>
              <a:ext cx="1023363" cy="933725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BD6E8E49-17FB-7D0D-EE0C-1285E15833F7}"/>
                    </a:ext>
                  </a:extLst>
                </p:cNvPr>
                <p:cNvSpPr txBox="1"/>
                <p:nvPr/>
              </p:nvSpPr>
              <p:spPr>
                <a:xfrm>
                  <a:off x="5731192" y="4096274"/>
                  <a:ext cx="42571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6" name="文本框 65">
                  <a:extLst>
                    <a:ext uri="{FF2B5EF4-FFF2-40B4-BE49-F238E27FC236}">
                      <a16:creationId xmlns:a16="http://schemas.microsoft.com/office/drawing/2014/main" id="{BD6E8E49-17FB-7D0D-EE0C-1285E15833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1192" y="4096274"/>
                  <a:ext cx="425713" cy="400110"/>
                </a:xfrm>
                <a:prstGeom prst="rect">
                  <a:avLst/>
                </a:prstGeom>
                <a:blipFill>
                  <a:blip r:embed="rId13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CC4FB58-82C1-94E6-F470-9B385F46E683}"/>
                    </a:ext>
                  </a:extLst>
                </p:cNvPr>
                <p:cNvSpPr txBox="1"/>
                <p:nvPr/>
              </p:nvSpPr>
              <p:spPr>
                <a:xfrm>
                  <a:off x="6428052" y="4096274"/>
                  <a:ext cx="42571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S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CC4FB58-82C1-94E6-F470-9B385F46E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8052" y="4096274"/>
                  <a:ext cx="425713" cy="400110"/>
                </a:xfrm>
                <a:prstGeom prst="rect">
                  <a:avLst/>
                </a:prstGeom>
                <a:blipFill>
                  <a:blip r:embed="rId14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CE3526BE-28B1-8FC7-DD01-4E1A1D180061}"/>
                    </a:ext>
                  </a:extLst>
                </p:cNvPr>
                <p:cNvSpPr txBox="1"/>
                <p:nvPr/>
              </p:nvSpPr>
              <p:spPr>
                <a:xfrm>
                  <a:off x="6428052" y="4541615"/>
                  <a:ext cx="42571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9" name="文本框 68">
                  <a:extLst>
                    <a:ext uri="{FF2B5EF4-FFF2-40B4-BE49-F238E27FC236}">
                      <a16:creationId xmlns:a16="http://schemas.microsoft.com/office/drawing/2014/main" id="{CE3526BE-28B1-8FC7-DD01-4E1A1D1800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8052" y="4541615"/>
                  <a:ext cx="425713" cy="400110"/>
                </a:xfrm>
                <a:prstGeom prst="rect">
                  <a:avLst/>
                </a:prstGeom>
                <a:blipFill>
                  <a:blip r:embed="rId15"/>
                  <a:stretch>
                    <a:fillRect l="-17857" r="-8929" b="-175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89F2BA02-0702-E261-E15A-D5B129AC45B3}"/>
                    </a:ext>
                  </a:extLst>
                </p:cNvPr>
                <p:cNvSpPr txBox="1"/>
                <p:nvPr/>
              </p:nvSpPr>
              <p:spPr>
                <a:xfrm>
                  <a:off x="6104648" y="4042840"/>
                  <a:ext cx="425714" cy="53445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a14:m>
                  <a:r>
                    <a:rPr lang="zh-CN" altLang="en-US" sz="24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89F2BA02-0702-E261-E15A-D5B129AC45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4648" y="4042840"/>
                  <a:ext cx="425714" cy="534450"/>
                </a:xfrm>
                <a:prstGeom prst="rect">
                  <a:avLst/>
                </a:prstGeom>
                <a:blipFill>
                  <a:blip r:embed="rId16"/>
                  <a:stretch>
                    <a:fillRect l="-5357" r="-53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D08F09E4-1A95-E438-05B7-867C6D557D93}"/>
                </a:ext>
              </a:extLst>
            </p:cNvPr>
            <p:cNvCxnSpPr/>
            <p:nvPr/>
          </p:nvCxnSpPr>
          <p:spPr>
            <a:xfrm>
              <a:off x="5506886" y="4336263"/>
              <a:ext cx="29905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571C1B30-B799-9BD5-28B4-A3657747BC94}"/>
                </a:ext>
              </a:extLst>
            </p:cNvPr>
            <p:cNvCxnSpPr>
              <a:cxnSpLocks/>
            </p:cNvCxnSpPr>
            <p:nvPr/>
          </p:nvCxnSpPr>
          <p:spPr>
            <a:xfrm>
              <a:off x="5710519" y="4796622"/>
              <a:ext cx="9649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0D9238A8-1C45-A003-241B-C4D0EE7FCDCB}"/>
                </a:ext>
              </a:extLst>
            </p:cNvPr>
            <p:cNvCxnSpPr>
              <a:cxnSpLocks/>
            </p:cNvCxnSpPr>
            <p:nvPr/>
          </p:nvCxnSpPr>
          <p:spPr>
            <a:xfrm>
              <a:off x="6825862" y="4336263"/>
              <a:ext cx="108721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69539EB2-D212-17B4-448C-4D5920BD1C44}"/>
                </a:ext>
              </a:extLst>
            </p:cNvPr>
            <p:cNvCxnSpPr>
              <a:cxnSpLocks/>
            </p:cNvCxnSpPr>
            <p:nvPr/>
          </p:nvCxnSpPr>
          <p:spPr>
            <a:xfrm>
              <a:off x="6824671" y="4796664"/>
              <a:ext cx="10357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Arc 158">
              <a:extLst>
                <a:ext uri="{FF2B5EF4-FFF2-40B4-BE49-F238E27FC236}">
                  <a16:creationId xmlns:a16="http://schemas.microsoft.com/office/drawing/2014/main" id="{58A74E84-9590-7833-151D-C57C4BD9461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734854" y="4949681"/>
              <a:ext cx="460651" cy="730809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6" name="Line 160">
              <a:extLst>
                <a:ext uri="{FF2B5EF4-FFF2-40B4-BE49-F238E27FC236}">
                  <a16:creationId xmlns:a16="http://schemas.microsoft.com/office/drawing/2014/main" id="{D7A25117-7E31-28DA-705D-72D7571DD6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23639" y="5082285"/>
              <a:ext cx="2251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77" name="Line 7">
              <a:extLst>
                <a:ext uri="{FF2B5EF4-FFF2-40B4-BE49-F238E27FC236}">
                  <a16:creationId xmlns:a16="http://schemas.microsoft.com/office/drawing/2014/main" id="{E677B32B-2DF5-DEE5-1BAC-509F9DCC73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4435" y="5189758"/>
              <a:ext cx="40107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Line 8">
              <a:extLst>
                <a:ext uri="{FF2B5EF4-FFF2-40B4-BE49-F238E27FC236}">
                  <a16:creationId xmlns:a16="http://schemas.microsoft.com/office/drawing/2014/main" id="{D091B76C-15DC-0049-900A-68595AE88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8371" y="5417276"/>
              <a:ext cx="18071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Line 9">
              <a:extLst>
                <a:ext uri="{FF2B5EF4-FFF2-40B4-BE49-F238E27FC236}">
                  <a16:creationId xmlns:a16="http://schemas.microsoft.com/office/drawing/2014/main" id="{0E684A94-DEC2-1EFB-9A91-527750590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6988" y="5313997"/>
              <a:ext cx="14609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Line 160">
              <a:extLst>
                <a:ext uri="{FF2B5EF4-FFF2-40B4-BE49-F238E27FC236}">
                  <a16:creationId xmlns:a16="http://schemas.microsoft.com/office/drawing/2014/main" id="{2E8F9339-D454-DAD9-5B7A-195824340C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23639" y="5545411"/>
              <a:ext cx="2251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1" name="Arc 156">
              <a:extLst>
                <a:ext uri="{FF2B5EF4-FFF2-40B4-BE49-F238E27FC236}">
                  <a16:creationId xmlns:a16="http://schemas.microsoft.com/office/drawing/2014/main" id="{50BA7376-439C-56FC-141B-733E4D990FA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432543" y="5100405"/>
              <a:ext cx="339911" cy="445005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2" name="Arc 156">
              <a:extLst>
                <a:ext uri="{FF2B5EF4-FFF2-40B4-BE49-F238E27FC236}">
                  <a16:creationId xmlns:a16="http://schemas.microsoft.com/office/drawing/2014/main" id="{81593151-B69B-F400-D49F-6E04C813A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9274" y="5082720"/>
              <a:ext cx="339911" cy="445005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346AA056-35E6-3604-D040-1DE1913D5A30}"/>
                    </a:ext>
                  </a:extLst>
                </p:cNvPr>
                <p:cNvSpPr txBox="1"/>
                <p:nvPr/>
              </p:nvSpPr>
              <p:spPr>
                <a:xfrm>
                  <a:off x="3726475" y="4109046"/>
                  <a:ext cx="42571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346AA056-35E6-3604-D040-1DE1913D5A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6475" y="4109046"/>
                  <a:ext cx="425713" cy="400110"/>
                </a:xfrm>
                <a:prstGeom prst="rect">
                  <a:avLst/>
                </a:prstGeom>
                <a:blipFill>
                  <a:blip r:embed="rId17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3F269670-5D03-4493-6AC0-32697862EAFA}"/>
                    </a:ext>
                  </a:extLst>
                </p:cNvPr>
                <p:cNvSpPr txBox="1"/>
                <p:nvPr/>
              </p:nvSpPr>
              <p:spPr>
                <a:xfrm>
                  <a:off x="3726475" y="4554388"/>
                  <a:ext cx="42571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3F269670-5D03-4493-6AC0-32697862EA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6475" y="4554388"/>
                  <a:ext cx="425713" cy="400110"/>
                </a:xfrm>
                <a:prstGeom prst="rect">
                  <a:avLst/>
                </a:prstGeom>
                <a:blipFill>
                  <a:blip r:embed="rId18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890EEBF4-2E38-C8B4-7DED-D25D4687485F}"/>
                </a:ext>
              </a:extLst>
            </p:cNvPr>
            <p:cNvCxnSpPr>
              <a:cxnSpLocks/>
            </p:cNvCxnSpPr>
            <p:nvPr/>
          </p:nvCxnSpPr>
          <p:spPr>
            <a:xfrm>
              <a:off x="4105633" y="5257024"/>
              <a:ext cx="162663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BE43231A-53CA-66A4-ABF9-2F10F77B112D}"/>
                </a:ext>
              </a:extLst>
            </p:cNvPr>
            <p:cNvCxnSpPr>
              <a:cxnSpLocks/>
            </p:cNvCxnSpPr>
            <p:nvPr/>
          </p:nvCxnSpPr>
          <p:spPr>
            <a:xfrm>
              <a:off x="5512716" y="4801229"/>
              <a:ext cx="0" cy="62872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5CC4FA9E-4D92-762A-22DD-1C6D313749A0}"/>
                    </a:ext>
                  </a:extLst>
                </p:cNvPr>
                <p:cNvSpPr txBox="1"/>
                <p:nvPr/>
              </p:nvSpPr>
              <p:spPr>
                <a:xfrm>
                  <a:off x="3751570" y="4999470"/>
                  <a:ext cx="42571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88" name="文本框 87">
                  <a:extLst>
                    <a:ext uri="{FF2B5EF4-FFF2-40B4-BE49-F238E27FC236}">
                      <a16:creationId xmlns:a16="http://schemas.microsoft.com/office/drawing/2014/main" id="{5CC4FA9E-4D92-762A-22DD-1C6D31374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1570" y="4999470"/>
                  <a:ext cx="425713" cy="400110"/>
                </a:xfrm>
                <a:prstGeom prst="rect">
                  <a:avLst/>
                </a:prstGeom>
                <a:blipFill>
                  <a:blip r:embed="rId19"/>
                  <a:stretch>
                    <a:fillRect l="-8929" b="-175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C866AD3F-CF28-DA1C-3A31-40B0E58BB435}"/>
                </a:ext>
              </a:extLst>
            </p:cNvPr>
            <p:cNvCxnSpPr>
              <a:cxnSpLocks/>
            </p:cNvCxnSpPr>
            <p:nvPr/>
          </p:nvCxnSpPr>
          <p:spPr>
            <a:xfrm>
              <a:off x="5721770" y="4785990"/>
              <a:ext cx="0" cy="48408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15799AE0-4B80-4C5C-EB5E-8AD3D20A48DF}"/>
                </a:ext>
              </a:extLst>
            </p:cNvPr>
            <p:cNvCxnSpPr>
              <a:cxnSpLocks/>
            </p:cNvCxnSpPr>
            <p:nvPr/>
          </p:nvCxnSpPr>
          <p:spPr>
            <a:xfrm>
              <a:off x="6915838" y="4788372"/>
              <a:ext cx="0" cy="40138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96D417C1-2966-FFA3-558A-F3AC9CCD66BF}"/>
                    </a:ext>
                  </a:extLst>
                </p:cNvPr>
                <p:cNvSpPr txBox="1"/>
                <p:nvPr/>
              </p:nvSpPr>
              <p:spPr>
                <a:xfrm>
                  <a:off x="7891841" y="5038300"/>
                  <a:ext cx="42571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96D417C1-2966-FFA3-558A-F3AC9CCD66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1841" y="5038300"/>
                  <a:ext cx="425713" cy="400110"/>
                </a:xfrm>
                <a:prstGeom prst="rect">
                  <a:avLst/>
                </a:prstGeom>
                <a:blipFill>
                  <a:blip r:embed="rId20"/>
                  <a:stretch>
                    <a:fillRect l="-17857" r="-8929" b="-175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88753B44-750F-0E37-50DB-A9CC280B6722}"/>
                    </a:ext>
                  </a:extLst>
                </p:cNvPr>
                <p:cNvSpPr txBox="1"/>
                <p:nvPr/>
              </p:nvSpPr>
              <p:spPr>
                <a:xfrm>
                  <a:off x="5731192" y="4541615"/>
                  <a:ext cx="42571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88753B44-750F-0E37-50DB-A9CC280B67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1192" y="4541615"/>
                  <a:ext cx="425713" cy="400110"/>
                </a:xfrm>
                <a:prstGeom prst="rect">
                  <a:avLst/>
                </a:prstGeom>
                <a:blipFill>
                  <a:blip r:embed="rId21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18FA3886-94A0-1242-FCB6-3BBAE2019141}"/>
                    </a:ext>
                  </a:extLst>
                </p:cNvPr>
                <p:cNvSpPr txBox="1"/>
                <p:nvPr/>
              </p:nvSpPr>
              <p:spPr>
                <a:xfrm>
                  <a:off x="7838307" y="4074779"/>
                  <a:ext cx="425713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S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18FA3886-94A0-1242-FCB6-3BBAE20191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8307" y="4074779"/>
                  <a:ext cx="425713" cy="400110"/>
                </a:xfrm>
                <a:prstGeom prst="rect">
                  <a:avLst/>
                </a:prstGeom>
                <a:blipFill>
                  <a:blip r:embed="rId22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3FEAF58-30B6-9BD5-33F7-64BCC1A00047}"/>
              </a:ext>
            </a:extLst>
          </p:cNvPr>
          <p:cNvSpPr txBox="1"/>
          <p:nvPr/>
        </p:nvSpPr>
        <p:spPr>
          <a:xfrm>
            <a:off x="360000" y="3240000"/>
            <a:ext cx="1951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全加器：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84" name="图片 183">
            <a:extLst>
              <a:ext uri="{FF2B5EF4-FFF2-40B4-BE49-F238E27FC236}">
                <a16:creationId xmlns:a16="http://schemas.microsoft.com/office/drawing/2014/main" id="{43B381A9-DE1E-FA69-BD7D-3568F156BD4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371" y="4595243"/>
            <a:ext cx="4333407" cy="1080235"/>
          </a:xfrm>
          <a:prstGeom prst="rect">
            <a:avLst/>
          </a:prstGeom>
        </p:spPr>
      </p:pic>
      <p:sp>
        <p:nvSpPr>
          <p:cNvPr id="186" name="文本框 185">
            <a:extLst>
              <a:ext uri="{FF2B5EF4-FFF2-40B4-BE49-F238E27FC236}">
                <a16:creationId xmlns:a16="http://schemas.microsoft.com/office/drawing/2014/main" id="{AF9CE3B5-57B7-A1D0-C8D1-96A32784B196}"/>
              </a:ext>
            </a:extLst>
          </p:cNvPr>
          <p:cNvSpPr txBox="1"/>
          <p:nvPr/>
        </p:nvSpPr>
        <p:spPr>
          <a:xfrm>
            <a:off x="360000" y="4860000"/>
            <a:ext cx="22533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位加法器：</a:t>
            </a:r>
            <a:endParaRPr kumimoji="1" lang="en-US" altLang="zh-CN" sz="240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（串行）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B81D6DD6-3CB5-92E9-D91E-AE6B99C85AA9}"/>
              </a:ext>
            </a:extLst>
          </p:cNvPr>
          <p:cNvGrpSpPr/>
          <p:nvPr/>
        </p:nvGrpSpPr>
        <p:grpSpPr>
          <a:xfrm>
            <a:off x="2594739" y="1570668"/>
            <a:ext cx="1776735" cy="1039954"/>
            <a:chOff x="5012829" y="2541346"/>
            <a:chExt cx="2303107" cy="1404351"/>
          </a:xfrm>
        </p:grpSpPr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35B1F205-822F-A993-50F0-955B1B7947AE}"/>
                </a:ext>
              </a:extLst>
            </p:cNvPr>
            <p:cNvSpPr/>
            <p:nvPr/>
          </p:nvSpPr>
          <p:spPr>
            <a:xfrm>
              <a:off x="5438338" y="2616627"/>
              <a:ext cx="1456660" cy="132907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5FD593B6-BA38-F25B-2696-058E9C18F0BF}"/>
                    </a:ext>
                  </a:extLst>
                </p:cNvPr>
                <p:cNvSpPr txBox="1"/>
                <p:nvPr/>
              </p:nvSpPr>
              <p:spPr>
                <a:xfrm>
                  <a:off x="5332108" y="2702602"/>
                  <a:ext cx="605962" cy="4667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89" name="文本框 188">
                  <a:extLst>
                    <a:ext uri="{FF2B5EF4-FFF2-40B4-BE49-F238E27FC236}">
                      <a16:creationId xmlns:a16="http://schemas.microsoft.com/office/drawing/2014/main" id="{5FD593B6-BA38-F25B-2696-058E9C18F0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2108" y="2702602"/>
                  <a:ext cx="605962" cy="466724"/>
                </a:xfrm>
                <a:prstGeom prst="rect">
                  <a:avLst/>
                </a:prstGeom>
                <a:blipFill>
                  <a:blip r:embed="rId24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BE002E34-3EDD-6DAB-E589-90B77ABA1BE6}"/>
                    </a:ext>
                  </a:extLst>
                </p:cNvPr>
                <p:cNvSpPr txBox="1"/>
                <p:nvPr/>
              </p:nvSpPr>
              <p:spPr>
                <a:xfrm>
                  <a:off x="5332108" y="3336502"/>
                  <a:ext cx="605962" cy="4667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B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0" name="文本框 189">
                  <a:extLst>
                    <a:ext uri="{FF2B5EF4-FFF2-40B4-BE49-F238E27FC236}">
                      <a16:creationId xmlns:a16="http://schemas.microsoft.com/office/drawing/2014/main" id="{BE002E34-3EDD-6DAB-E589-90B77ABA1B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2108" y="3336502"/>
                  <a:ext cx="605962" cy="466724"/>
                </a:xfrm>
                <a:prstGeom prst="rect">
                  <a:avLst/>
                </a:prstGeom>
                <a:blipFill>
                  <a:blip r:embed="rId25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55868B52-3B52-FC59-731B-0A420641EFDF}"/>
                    </a:ext>
                  </a:extLst>
                </p:cNvPr>
                <p:cNvSpPr txBox="1"/>
                <p:nvPr/>
              </p:nvSpPr>
              <p:spPr>
                <a:xfrm>
                  <a:off x="6324022" y="2702602"/>
                  <a:ext cx="605962" cy="4667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S</m:t>
                      </m:r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1" name="文本框 190">
                  <a:extLst>
                    <a:ext uri="{FF2B5EF4-FFF2-40B4-BE49-F238E27FC236}">
                      <a16:creationId xmlns:a16="http://schemas.microsoft.com/office/drawing/2014/main" id="{55868B52-3B52-FC59-731B-0A420641EF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022" y="2702602"/>
                  <a:ext cx="605962" cy="466724"/>
                </a:xfrm>
                <a:prstGeom prst="rect">
                  <a:avLst/>
                </a:prstGeom>
                <a:blipFill>
                  <a:blip r:embed="rId26"/>
                  <a:stretch>
                    <a:fillRect b="-87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DA61FFCB-5882-071B-AA77-DE4121CC2C10}"/>
                    </a:ext>
                  </a:extLst>
                </p:cNvPr>
                <p:cNvSpPr txBox="1"/>
                <p:nvPr/>
              </p:nvSpPr>
              <p:spPr>
                <a:xfrm>
                  <a:off x="6324022" y="3336502"/>
                  <a:ext cx="605962" cy="4667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2" name="文本框 191">
                  <a:extLst>
                    <a:ext uri="{FF2B5EF4-FFF2-40B4-BE49-F238E27FC236}">
                      <a16:creationId xmlns:a16="http://schemas.microsoft.com/office/drawing/2014/main" id="{DA61FFCB-5882-071B-AA77-DE4121CC2C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4022" y="3336502"/>
                  <a:ext cx="605962" cy="466724"/>
                </a:xfrm>
                <a:prstGeom prst="rect">
                  <a:avLst/>
                </a:prstGeom>
                <a:blipFill>
                  <a:blip r:embed="rId27"/>
                  <a:stretch>
                    <a:fillRect b="-175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文本框 192">
                  <a:extLst>
                    <a:ext uri="{FF2B5EF4-FFF2-40B4-BE49-F238E27FC236}">
                      <a16:creationId xmlns:a16="http://schemas.microsoft.com/office/drawing/2014/main" id="{CCAB85DE-A841-9763-F980-F6FA8555139A}"/>
                    </a:ext>
                  </a:extLst>
                </p:cNvPr>
                <p:cNvSpPr txBox="1"/>
                <p:nvPr/>
              </p:nvSpPr>
              <p:spPr>
                <a:xfrm>
                  <a:off x="5863688" y="2541346"/>
                  <a:ext cx="605962" cy="70655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a14:m>
                  <a:r>
                    <a:rPr lang="zh-CN" altLang="en-US" sz="28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93" name="文本框 192">
                  <a:extLst>
                    <a:ext uri="{FF2B5EF4-FFF2-40B4-BE49-F238E27FC236}">
                      <a16:creationId xmlns:a16="http://schemas.microsoft.com/office/drawing/2014/main" id="{CCAB85DE-A841-9763-F980-F6FA855513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3688" y="2541346"/>
                  <a:ext cx="605962" cy="706555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082D33C7-6254-8444-6C77-25269BF9764D}"/>
                </a:ext>
              </a:extLst>
            </p:cNvPr>
            <p:cNvCxnSpPr/>
            <p:nvPr/>
          </p:nvCxnSpPr>
          <p:spPr>
            <a:xfrm>
              <a:off x="5012829" y="2962855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1158E77B-8818-C526-A903-8233AA4FB1A2}"/>
                </a:ext>
              </a:extLst>
            </p:cNvPr>
            <p:cNvCxnSpPr/>
            <p:nvPr/>
          </p:nvCxnSpPr>
          <p:spPr>
            <a:xfrm>
              <a:off x="5012829" y="3618193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EB210247-C5F1-EC1C-435A-33B0520E211D}"/>
                </a:ext>
              </a:extLst>
            </p:cNvPr>
            <p:cNvCxnSpPr/>
            <p:nvPr/>
          </p:nvCxnSpPr>
          <p:spPr>
            <a:xfrm>
              <a:off x="6890267" y="2962855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10584611-4222-3607-E6F2-9F693FBD31BC}"/>
                </a:ext>
              </a:extLst>
            </p:cNvPr>
            <p:cNvCxnSpPr/>
            <p:nvPr/>
          </p:nvCxnSpPr>
          <p:spPr>
            <a:xfrm>
              <a:off x="6890267" y="3618193"/>
              <a:ext cx="425669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EB5CD674-7FF4-4A55-E627-653EA4C1C15A}"/>
                  </a:ext>
                </a:extLst>
              </p:cNvPr>
              <p:cNvSpPr txBox="1"/>
              <p:nvPr/>
            </p:nvSpPr>
            <p:spPr>
              <a:xfrm>
                <a:off x="360000" y="6244106"/>
                <a:ext cx="491174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* </a:t>
                </a:r>
                <a:r>
                  <a:rPr kumimoji="1" lang="zh-CN" altLang="en-US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理想化每个门延迟一致，均为 </a:t>
                </a:r>
                <a:r>
                  <a:rPr kumimoji="1" lang="en-US" altLang="zh-CN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kumimoji="1"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𝒕</m:t>
                        </m:r>
                      </m:e>
                      <m:sub>
                        <m:r>
                          <a:rPr kumimoji="1" lang="en-US" altLang="zh-CN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𝐩𝐝</m:t>
                        </m:r>
                      </m:sub>
                    </m:sSub>
                  </m:oMath>
                </a14:m>
                <a:r>
                  <a:rPr kumimoji="1" lang="en-US" altLang="zh-CN" sz="200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lang="zh-CN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EB5CD674-7FF4-4A55-E627-653EA4C1C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6244106"/>
                <a:ext cx="4911741" cy="461665"/>
              </a:xfrm>
              <a:prstGeom prst="rect">
                <a:avLst/>
              </a:prstGeom>
              <a:blipFill>
                <a:blip r:embed="rId29"/>
                <a:stretch>
                  <a:fillRect l="-1861" t="-13158" b="-26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文本框 13">
                <a:extLst>
                  <a:ext uri="{FF2B5EF4-FFF2-40B4-BE49-F238E27FC236}">
                    <a16:creationId xmlns:a16="http://schemas.microsoft.com/office/drawing/2014/main" id="{322BCADA-5B1B-76B4-60BC-D0CADF069B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0000" y="1500562"/>
                <a:ext cx="2481878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FontTx/>
                  <a:buNone/>
                </a:pP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使用 </a:t>
                </a:r>
                <a:r>
                  <a: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 </a:t>
                </a: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个门</a:t>
                </a:r>
                <a:endPara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spcAft>
                    <a:spcPct val="0"/>
                  </a:spcAft>
                  <a:buFontTx/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S</m:t>
                    </m:r>
                  </m:oMath>
                </a14:m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门延迟为 </a:t>
                </a:r>
                <a:r>
                  <a: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</a:p>
              <a:p>
                <a:pPr>
                  <a:spcAft>
                    <a:spcPct val="0"/>
                  </a:spcAft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O</m:t>
                        </m:r>
                      </m:sub>
                    </m:sSub>
                  </m:oMath>
                </a14:m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门延迟为 </a:t>
                </a:r>
                <a:r>
                  <a: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  <a:endParaRPr lang="zh-CN" altLang="en-US" sz="2000" b="0" dirty="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1" name="文本框 13">
                <a:extLst>
                  <a:ext uri="{FF2B5EF4-FFF2-40B4-BE49-F238E27FC236}">
                    <a16:creationId xmlns:a16="http://schemas.microsoft.com/office/drawing/2014/main" id="{322BCADA-5B1B-76B4-60BC-D0CADF069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40000" y="1500562"/>
                <a:ext cx="2481878" cy="1015663"/>
              </a:xfrm>
              <a:prstGeom prst="rect">
                <a:avLst/>
              </a:prstGeom>
              <a:blipFill>
                <a:blip r:embed="rId30"/>
                <a:stretch>
                  <a:fillRect l="-2457" t="-2994" b="-958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文本框 13">
                <a:extLst>
                  <a:ext uri="{FF2B5EF4-FFF2-40B4-BE49-F238E27FC236}">
                    <a16:creationId xmlns:a16="http://schemas.microsoft.com/office/drawing/2014/main" id="{CEF55E7E-BE11-7D51-9628-E51A045C3F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0000" y="2921168"/>
                <a:ext cx="2481878" cy="10156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FontTx/>
                  <a:buNone/>
                </a:pP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使用 </a:t>
                </a:r>
                <a:r>
                  <a: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5 </a:t>
                </a: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个门</a:t>
                </a:r>
                <a:endPara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spcAft>
                    <a:spcPct val="0"/>
                  </a:spcAft>
                  <a:buFontTx/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S</m:t>
                    </m:r>
                  </m:oMath>
                </a14:m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  门延迟为 </a:t>
                </a:r>
                <a:r>
                  <a: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</a:t>
                </a:r>
              </a:p>
              <a:p>
                <a:pPr>
                  <a:spcAft>
                    <a:spcPct val="0"/>
                  </a:spcAft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O</m:t>
                        </m:r>
                      </m:sub>
                    </m:sSub>
                  </m:oMath>
                </a14:m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门延迟为 </a:t>
                </a:r>
                <a:r>
                  <a: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3</a:t>
                </a:r>
                <a:endParaRPr lang="zh-CN" altLang="en-US" sz="2000" b="0" dirty="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2" name="文本框 13">
                <a:extLst>
                  <a:ext uri="{FF2B5EF4-FFF2-40B4-BE49-F238E27FC236}">
                    <a16:creationId xmlns:a16="http://schemas.microsoft.com/office/drawing/2014/main" id="{CEF55E7E-BE11-7D51-9628-E51A045C3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40000" y="2921168"/>
                <a:ext cx="2481878" cy="1015663"/>
              </a:xfrm>
              <a:prstGeom prst="rect">
                <a:avLst/>
              </a:prstGeom>
              <a:blipFill>
                <a:blip r:embed="rId31"/>
                <a:stretch>
                  <a:fillRect l="-2457" t="-2994" b="-958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文本框 13">
                <a:extLst>
                  <a:ext uri="{FF2B5EF4-FFF2-40B4-BE49-F238E27FC236}">
                    <a16:creationId xmlns:a16="http://schemas.microsoft.com/office/drawing/2014/main" id="{E5126723-A9AE-BEC9-8894-6AF1AD9B52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84000" y="4541830"/>
                <a:ext cx="5171697" cy="16312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Aft>
                    <a:spcPct val="0"/>
                  </a:spcAft>
                  <a:buFontTx/>
                  <a:buNone/>
                </a:pP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使用 </a:t>
                </a:r>
                <a:r>
                  <a: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20 </a:t>
                </a: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个门</a:t>
                </a:r>
                <a:endPara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S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门延迟为 </a:t>
                </a:r>
                <a:r>
                  <a: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</a:t>
                </a: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C</m:t>
                        </m:r>
                      </m:e>
                      <m:sub>
                        <m:r>
                          <a:rPr lang="en-US" altLang="zh-CN" sz="2000" b="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门延迟为 </a:t>
                </a:r>
                <a:r>
                  <a: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3</a:t>
                </a:r>
              </a:p>
              <a:p>
                <a:pPr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S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门延迟为 </a:t>
                </a:r>
                <a:r>
                  <a: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3+1=4</a:t>
                </a: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C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门延迟为 </a:t>
                </a:r>
                <a:r>
                  <a: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3+2=5</a:t>
                </a:r>
              </a:p>
              <a:p>
                <a:pPr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S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门延迟为 </a:t>
                </a:r>
                <a:r>
                  <a: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5+1=6</a:t>
                </a: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C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门延迟为 </a:t>
                </a:r>
                <a:r>
                  <a: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5+2=7</a:t>
                </a:r>
              </a:p>
              <a:p>
                <a:pPr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S</m:t>
                        </m:r>
                      </m:e>
                      <m:sub>
                        <m:r>
                          <a:rPr lang="en-US" altLang="zh-CN" sz="2000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门延迟为 </a:t>
                </a:r>
                <a:r>
                  <a: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7+1=8</a:t>
                </a: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b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C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1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门延迟为 </a:t>
                </a:r>
                <a:r>
                  <a:rPr lang="en-US" altLang="zh-CN" sz="2000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7+2=</a:t>
                </a:r>
                <a:r>
                  <a:rPr lang="en-US" altLang="zh-CN" sz="2000" b="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9</a:t>
                </a:r>
                <a:endParaRPr lang="en-US" altLang="zh-CN" sz="2000" b="0" dirty="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06" name="文本框 13">
                <a:extLst>
                  <a:ext uri="{FF2B5EF4-FFF2-40B4-BE49-F238E27FC236}">
                    <a16:creationId xmlns:a16="http://schemas.microsoft.com/office/drawing/2014/main" id="{E5126723-A9AE-BEC9-8894-6AF1AD9B5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84000" y="4541830"/>
                <a:ext cx="5171697" cy="1631216"/>
              </a:xfrm>
              <a:prstGeom prst="rect">
                <a:avLst/>
              </a:prstGeom>
              <a:blipFill>
                <a:blip r:embed="rId32"/>
                <a:stretch>
                  <a:fillRect l="-1297" t="-1866" b="-559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CB9EAB62-0AC7-9CA1-6B74-34124534DE59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08" name="组合 207">
              <a:extLst>
                <a:ext uri="{FF2B5EF4-FFF2-40B4-BE49-F238E27FC236}">
                  <a16:creationId xmlns:a16="http://schemas.microsoft.com/office/drawing/2014/main" id="{305E1F85-0D76-CB3F-1485-BD6C1498398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10" name="箭头: 五边形 209">
                <a:extLst>
                  <a:ext uri="{FF2B5EF4-FFF2-40B4-BE49-F238E27FC236}">
                    <a16:creationId xmlns:a16="http://schemas.microsoft.com/office/drawing/2014/main" id="{B5AA01E7-2360-4BF7-494A-7C32413CAF86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1" name="箭头: V 形 210">
                <a:extLst>
                  <a:ext uri="{FF2B5EF4-FFF2-40B4-BE49-F238E27FC236}">
                    <a16:creationId xmlns:a16="http://schemas.microsoft.com/office/drawing/2014/main" id="{49AE1BF8-0735-B2C6-9C5F-F252F9A2CA6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9" name="灯片编号占位符 3">
              <a:extLst>
                <a:ext uri="{FF2B5EF4-FFF2-40B4-BE49-F238E27FC236}">
                  <a16:creationId xmlns:a16="http://schemas.microsoft.com/office/drawing/2014/main" id="{2A1E35E6-BC15-BA96-3203-1E17B2B8DA74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17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4397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图片 161">
            <a:extLst>
              <a:ext uri="{FF2B5EF4-FFF2-40B4-BE49-F238E27FC236}">
                <a16:creationId xmlns:a16="http://schemas.microsoft.com/office/drawing/2014/main" id="{13A5D9B7-5763-5AD6-0F4F-F100D8906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914" y="653447"/>
            <a:ext cx="3213034" cy="4673505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2D8056B9-864A-1179-2DC5-2FA31768C0DF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2338F57E-AEEA-12BD-9806-8C752BEF5C44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33" name="箭头: 五边形 32">
                <a:extLst>
                  <a:ext uri="{FF2B5EF4-FFF2-40B4-BE49-F238E27FC236}">
                    <a16:creationId xmlns:a16="http://schemas.microsoft.com/office/drawing/2014/main" id="{780E64E3-A672-407C-378F-756AC754867B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箭头: V 形 33">
                <a:extLst>
                  <a:ext uri="{FF2B5EF4-FFF2-40B4-BE49-F238E27FC236}">
                    <a16:creationId xmlns:a16="http://schemas.microsoft.com/office/drawing/2014/main" id="{A2B86DC0-D053-2A82-DAD5-F2130F2C9B65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2" name="灯片编号占位符 3">
              <a:extLst>
                <a:ext uri="{FF2B5EF4-FFF2-40B4-BE49-F238E27FC236}">
                  <a16:creationId xmlns:a16="http://schemas.microsoft.com/office/drawing/2014/main" id="{327135DB-2917-DC02-B984-93603BB513B8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18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141" name="文本框 140">
            <a:extLst>
              <a:ext uri="{FF2B5EF4-FFF2-40B4-BE49-F238E27FC236}">
                <a16:creationId xmlns:a16="http://schemas.microsoft.com/office/drawing/2014/main" id="{289D6BBC-A067-51BE-3E69-498AC6135CF2}"/>
              </a:ext>
            </a:extLst>
          </p:cNvPr>
          <p:cNvSpPr txBox="1"/>
          <p:nvPr/>
        </p:nvSpPr>
        <p:spPr>
          <a:xfrm>
            <a:off x="360000" y="828000"/>
            <a:ext cx="62824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位超前进位加法器（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74x283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8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3">
                <a:extLst>
                  <a:ext uri="{FF2B5EF4-FFF2-40B4-BE49-F238E27FC236}">
                    <a16:creationId xmlns:a16="http://schemas.microsoft.com/office/drawing/2014/main" id="{6140D9C4-3540-9D97-9C77-0002576F96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000" y="1368000"/>
                <a:ext cx="6216824" cy="18004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1">
                  <a:spcAft>
                    <a:spcPts val="600"/>
                  </a:spcAft>
                  <a:buFontTx/>
                  <a:buNone/>
                </a:pPr>
                <a:r>
                  <a:rPr lang="zh-CN" altLang="en-US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使用 </a:t>
                </a:r>
                <a:r>
                  <a:rPr lang="en-US" altLang="zh-CN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26 </a:t>
                </a:r>
                <a:r>
                  <a:rPr lang="zh-CN" altLang="en-US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个门</a:t>
                </a:r>
                <a:endParaRPr lang="en-US" altLang="zh-CN" b="0" dirty="0">
                  <a:solidFill>
                    <a:schemeClr val="accent5">
                      <a:lumMod val="75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P</m:t>
                        </m:r>
                      </m:e>
                      <m:sub>
                        <m:r>
                          <a:rPr lang="en-US" altLang="zh-CN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~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P</m:t>
                        </m:r>
                      </m:e>
                      <m:sub>
                        <m:r>
                          <a:rPr lang="en-US" altLang="zh-CN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G</m:t>
                        </m:r>
                      </m:e>
                      <m:sub>
                        <m:r>
                          <a:rPr lang="en-US" altLang="zh-CN" b="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b="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~ 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G</m:t>
                        </m:r>
                      </m:e>
                      <m:sub>
                        <m:r>
                          <a:rPr lang="en-US" altLang="zh-CN" b="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3</m:t>
                        </m:r>
                      </m:sub>
                    </m:sSub>
                    <m:r>
                      <a:rPr lang="en-US" altLang="zh-CN" b="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每个门延迟为 </a:t>
                </a:r>
                <a:r>
                  <a:rPr lang="en-US" altLang="zh-CN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1</a:t>
                </a:r>
              </a:p>
              <a:p>
                <a:pPr lvl="1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C</m:t>
                        </m:r>
                      </m:e>
                      <m:sub>
                        <m:r>
                          <a:rPr lang="en-US" altLang="zh-CN" b="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b="0" i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~ 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C</m:t>
                        </m:r>
                      </m:e>
                      <m:sub>
                        <m:r>
                          <a:rPr lang="en-US" altLang="zh-CN" b="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每个门延迟为 </a:t>
                </a:r>
                <a:r>
                  <a:rPr lang="en-US" altLang="zh-CN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3</a:t>
                </a:r>
              </a:p>
              <a:p>
                <a:pPr lvl="1"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S</m:t>
                        </m:r>
                      </m:e>
                      <m:sub>
                        <m:r>
                          <a:rPr lang="en-US" altLang="zh-CN" b="0" i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门延迟为 </a:t>
                </a:r>
                <a:r>
                  <a:rPr lang="en-US" altLang="zh-CN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2</a:t>
                </a:r>
                <a:r>
                  <a:rPr lang="zh-CN" altLang="en-US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S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~ </m:t>
                    </m:r>
                    <m:sSub>
                      <m:sSubPr>
                        <m:ctrlPr>
                          <a:rPr lang="en-US" altLang="zh-CN" b="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S</m:t>
                        </m:r>
                      </m:e>
                      <m:sub>
                        <m:r>
                          <a:rPr lang="en-US" altLang="zh-CN" b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zh-CN" altLang="en-US" b="0" dirty="0">
                    <a:solidFill>
                      <a:schemeClr val="accent5">
                        <a:lumMod val="75000"/>
                      </a:schemeClr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每个门延迟为 </a:t>
                </a:r>
                <a:r>
                  <a:rPr lang="en-US" altLang="zh-CN" b="0" dirty="0">
                    <a:solidFill>
                      <a:srgbClr val="C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4</a:t>
                </a:r>
              </a:p>
            </p:txBody>
          </p:sp>
        </mc:Choice>
        <mc:Fallback xmlns="">
          <p:sp>
            <p:nvSpPr>
              <p:cNvPr id="142" name="文本框 13">
                <a:extLst>
                  <a:ext uri="{FF2B5EF4-FFF2-40B4-BE49-F238E27FC236}">
                    <a16:creationId xmlns:a16="http://schemas.microsoft.com/office/drawing/2014/main" id="{6140D9C4-3540-9D97-9C77-0002576F9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000" y="1368000"/>
                <a:ext cx="6216824" cy="1800493"/>
              </a:xfrm>
              <a:prstGeom prst="rect">
                <a:avLst/>
              </a:prstGeom>
              <a:blipFill>
                <a:blip r:embed="rId3"/>
                <a:stretch>
                  <a:fillRect t="-2703" b="-675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69433F65-B529-C163-3A1C-840DC973F03D}"/>
                  </a:ext>
                </a:extLst>
              </p:cNvPr>
              <p:cNvSpPr txBox="1"/>
              <p:nvPr/>
            </p:nvSpPr>
            <p:spPr>
              <a:xfrm>
                <a:off x="10803477" y="1212108"/>
                <a:ext cx="102108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zh-CN" b="0" i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i="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69433F65-B529-C163-3A1C-840DC973F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477" y="1212108"/>
                <a:ext cx="102108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文本框 13">
            <a:extLst>
              <a:ext uri="{FF2B5EF4-FFF2-40B4-BE49-F238E27FC236}">
                <a16:creationId xmlns:a16="http://schemas.microsoft.com/office/drawing/2014/main" id="{9504DDDF-A5F4-5E23-7D8A-01A50ED73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9747" y="4297096"/>
            <a:ext cx="5531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 4</a:t>
            </a:r>
          </a:p>
        </p:txBody>
      </p:sp>
      <p:sp>
        <p:nvSpPr>
          <p:cNvPr id="164" name="文本框 13">
            <a:extLst>
              <a:ext uri="{FF2B5EF4-FFF2-40B4-BE49-F238E27FC236}">
                <a16:creationId xmlns:a16="http://schemas.microsoft.com/office/drawing/2014/main" id="{DDB66CFC-7DD6-CDF7-1C54-B49457C97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43310" y="2503692"/>
            <a:ext cx="5531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Aft>
                <a:spcPct val="0"/>
              </a:spcAft>
              <a:buFontTx/>
              <a:buNone/>
            </a:pPr>
            <a:r>
              <a:rPr lang="en-US" altLang="zh-CN" sz="2000" b="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 4</a:t>
            </a:r>
          </a:p>
        </p:txBody>
      </p:sp>
      <p:pic>
        <p:nvPicPr>
          <p:cNvPr id="168" name="图片 167">
            <a:extLst>
              <a:ext uri="{FF2B5EF4-FFF2-40B4-BE49-F238E27FC236}">
                <a16:creationId xmlns:a16="http://schemas.microsoft.com/office/drawing/2014/main" id="{62D9A253-5011-3925-CFED-1AF18EA970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5904" y="3914274"/>
            <a:ext cx="1557604" cy="1165754"/>
          </a:xfrm>
          <a:prstGeom prst="rect">
            <a:avLst/>
          </a:prstGeom>
        </p:spPr>
      </p:pic>
      <p:pic>
        <p:nvPicPr>
          <p:cNvPr id="170" name="图片 169">
            <a:extLst>
              <a:ext uri="{FF2B5EF4-FFF2-40B4-BE49-F238E27FC236}">
                <a16:creationId xmlns:a16="http://schemas.microsoft.com/office/drawing/2014/main" id="{0DC48833-8611-676C-C113-FB1786C6EF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5016" y="2046372"/>
            <a:ext cx="1488523" cy="531744"/>
          </a:xfrm>
          <a:prstGeom prst="rect">
            <a:avLst/>
          </a:prstGeom>
        </p:spPr>
      </p:pic>
      <p:sp>
        <p:nvSpPr>
          <p:cNvPr id="171" name="文本框 13">
            <a:extLst>
              <a:ext uri="{FF2B5EF4-FFF2-40B4-BE49-F238E27FC236}">
                <a16:creationId xmlns:a16="http://schemas.microsoft.com/office/drawing/2014/main" id="{62B3F709-3193-6954-3937-1CCC5E0F8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00" y="4320000"/>
            <a:ext cx="4672203" cy="186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600"/>
              </a:spcAft>
              <a:buNone/>
            </a:pPr>
            <a:r>
              <a:rPr lang="zh-CN" altLang="en-US" sz="2400" b="0" dirty="0">
                <a:solidFill>
                  <a:srgbClr val="00206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与串行形式相比：</a:t>
            </a:r>
            <a:endParaRPr lang="en-US" altLang="zh-CN" sz="2400" b="0" dirty="0">
              <a:solidFill>
                <a:srgbClr val="00206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优点：速度快，延迟低</a:t>
            </a:r>
            <a:endParaRPr lang="en-US" altLang="zh-CN" sz="2400" b="0" dirty="0">
              <a:solidFill>
                <a:schemeClr val="accent5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spcAft>
                <a:spcPts val="600"/>
              </a:spcAft>
              <a:buNone/>
            </a:pPr>
            <a:r>
              <a:rPr lang="en-US" altLang="zh-CN" sz="2400" b="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zh-CN" altLang="en-US" sz="2400" b="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延迟不随位数的增加而增加</a:t>
            </a: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400" b="0" dirty="0">
              <a:solidFill>
                <a:schemeClr val="accent5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chemeClr val="accent5">
                    <a:lumMod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缺点：电路复杂</a:t>
            </a:r>
            <a:endParaRPr lang="en-US" altLang="zh-CN" sz="2400" b="0" dirty="0">
              <a:solidFill>
                <a:schemeClr val="accent5">
                  <a:lumMod val="7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97" name="图片 196">
            <a:extLst>
              <a:ext uri="{FF2B5EF4-FFF2-40B4-BE49-F238E27FC236}">
                <a16:creationId xmlns:a16="http://schemas.microsoft.com/office/drawing/2014/main" id="{95EE6099-55D0-64F9-0739-4B5E778E7D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720" y="5326952"/>
            <a:ext cx="2186207" cy="140968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202024E-CA26-B348-135B-78003F6B0343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加法器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延迟分析</a:t>
            </a:r>
          </a:p>
        </p:txBody>
      </p:sp>
    </p:spTree>
    <p:extLst>
      <p:ext uri="{BB962C8B-B14F-4D97-AF65-F5344CB8AC3E}">
        <p14:creationId xmlns:p14="http://schemas.microsoft.com/office/powerpoint/2010/main" val="179548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454C1-D867-B930-4B1A-BEA6D6EBF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5A25B768-7AF3-A101-2F9E-41B0B69871BE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4FAA73A-4ACB-7B8E-761B-E25B38C21982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8" name="箭头: 五边形 7">
                <a:extLst>
                  <a:ext uri="{FF2B5EF4-FFF2-40B4-BE49-F238E27FC236}">
                    <a16:creationId xmlns:a16="http://schemas.microsoft.com/office/drawing/2014/main" id="{5D46B7AD-591D-6039-EBFC-6B357D541785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箭头: V 形 8">
                <a:extLst>
                  <a:ext uri="{FF2B5EF4-FFF2-40B4-BE49-F238E27FC236}">
                    <a16:creationId xmlns:a16="http://schemas.microsoft.com/office/drawing/2014/main" id="{0533A822-83B6-AB94-0DDE-BBAAF9840CB4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" name="灯片编号占位符 3">
              <a:extLst>
                <a:ext uri="{FF2B5EF4-FFF2-40B4-BE49-F238E27FC236}">
                  <a16:creationId xmlns:a16="http://schemas.microsoft.com/office/drawing/2014/main" id="{3DD909B3-8BEE-E73C-F906-90028653E63A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19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7F8C03BE-5DD4-D9E4-D641-12AF7B96DDD2}"/>
              </a:ext>
            </a:extLst>
          </p:cNvPr>
          <p:cNvSpPr txBox="1"/>
          <p:nvPr/>
        </p:nvSpPr>
        <p:spPr>
          <a:xfrm>
            <a:off x="360000" y="828000"/>
            <a:ext cx="10897969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位加法器（可由两个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位超前进位加法器芯片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74x283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实现）：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1" lang="zh-CN" altLang="en-US" sz="24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芯片内超前进位，芯片间串行进位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8C722A41-02E4-A628-F841-2E85E788FA90}"/>
              </a:ext>
            </a:extLst>
          </p:cNvPr>
          <p:cNvGrpSpPr/>
          <p:nvPr/>
        </p:nvGrpSpPr>
        <p:grpSpPr>
          <a:xfrm>
            <a:off x="1475006" y="2590099"/>
            <a:ext cx="9241987" cy="3183331"/>
            <a:chOff x="1128440" y="2448585"/>
            <a:chExt cx="9241987" cy="3183331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2F3192D-5E01-3ED8-73A2-483470C03DB9}"/>
                </a:ext>
              </a:extLst>
            </p:cNvPr>
            <p:cNvSpPr/>
            <p:nvPr/>
          </p:nvSpPr>
          <p:spPr>
            <a:xfrm>
              <a:off x="1860685" y="3099021"/>
              <a:ext cx="3591479" cy="186577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超前进位加法器</a:t>
              </a:r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(1)</a:t>
              </a:r>
            </a:p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74x283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290BC10F-DC09-84FE-5615-EFADDE1E4E8D}"/>
                    </a:ext>
                  </a:extLst>
                </p:cNvPr>
                <p:cNvSpPr txBox="1"/>
                <p:nvPr/>
              </p:nvSpPr>
              <p:spPr>
                <a:xfrm>
                  <a:off x="1860685" y="3099021"/>
                  <a:ext cx="35914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290BC10F-DC09-84FE-5615-EFADDE1E4E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0685" y="3099021"/>
                  <a:ext cx="3591479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621D84E3-BEF4-9DB2-61A3-EFBE32FBB06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596645" y="4030673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13CFE7FB-5499-C5FC-F14D-D01101E171E8}"/>
                    </a:ext>
                  </a:extLst>
                </p:cNvPr>
                <p:cNvSpPr txBox="1"/>
                <p:nvPr/>
              </p:nvSpPr>
              <p:spPr>
                <a:xfrm>
                  <a:off x="1860685" y="4562216"/>
                  <a:ext cx="35914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13CFE7FB-5499-C5FC-F14D-D01101E17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0685" y="4562216"/>
                  <a:ext cx="3591479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61806A9F-8C04-47E3-45D6-958685E7C663}"/>
                    </a:ext>
                  </a:extLst>
                </p:cNvPr>
                <p:cNvSpPr txBox="1"/>
                <p:nvPr/>
              </p:nvSpPr>
              <p:spPr>
                <a:xfrm>
                  <a:off x="1860685" y="3830618"/>
                  <a:ext cx="46820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61806A9F-8C04-47E3-45D6-958685E7C6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0685" y="3830618"/>
                  <a:ext cx="468204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649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D4D05D9B-1464-77B2-6317-74BB67BD7DA5}"/>
                    </a:ext>
                  </a:extLst>
                </p:cNvPr>
                <p:cNvSpPr txBox="1"/>
                <p:nvPr/>
              </p:nvSpPr>
              <p:spPr>
                <a:xfrm>
                  <a:off x="4880118" y="3830618"/>
                  <a:ext cx="64539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20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D4D05D9B-1464-77B2-6317-74BB67BD7D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0118" y="3830618"/>
                  <a:ext cx="64539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AC6D034B-9FB9-FDA7-758C-93C71121EB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2165" y="4028200"/>
              <a:ext cx="714883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855A16CE-A2ED-0CC3-ECA0-B7B59F3F5B5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13248" y="2966685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34B7F332-CE1A-91A0-03D4-43AA9892060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428766" y="2966685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6F1E762-1FA9-491C-58D6-6F2B1503642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50003" y="2966685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1F5C64E7-BF0E-3001-487F-B9EBC612F9E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261539" y="2966685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1BB5A3BC-2CD8-38F2-429E-9F606896BF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684958" y="2966685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5B0E4D93-C983-1F8D-81C9-774586E5FAF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090330" y="2966685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EDF93914-9DB4-E726-957F-AFCCA04F732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509832" y="2966685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69A32E5-29FB-9352-50FD-E3C316E37DF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924185" y="2966685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8FA9AFA7-833E-64C7-FC27-91023247BFB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520053" y="5094346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1951057C-A2BF-2248-5D07-0DA95ABCA06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181262" y="5094346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292AEF11-07DC-2118-E245-5D4BE279374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524609" y="5094346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71F16E90-E02B-40DB-F43B-433F48DD6F3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53876" y="5094346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7341A1ED-9F8C-E956-1B89-77C4DF27EEF8}"/>
                </a:ext>
              </a:extLst>
            </p:cNvPr>
            <p:cNvSpPr/>
            <p:nvPr/>
          </p:nvSpPr>
          <p:spPr>
            <a:xfrm>
              <a:off x="6357745" y="3096704"/>
              <a:ext cx="3591479" cy="186577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超前进位加法器</a:t>
              </a:r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(0)</a:t>
              </a:r>
            </a:p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74x283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AB11B56B-8E7A-0F05-0465-678CC4DC4CA1}"/>
                    </a:ext>
                  </a:extLst>
                </p:cNvPr>
                <p:cNvSpPr txBox="1"/>
                <p:nvPr/>
              </p:nvSpPr>
              <p:spPr>
                <a:xfrm>
                  <a:off x="6357745" y="3096704"/>
                  <a:ext cx="35914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AB11B56B-8E7A-0F05-0465-678CC4DC4C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7745" y="3096704"/>
                  <a:ext cx="3591479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23E49205-98B0-A40A-99D2-1FEB2E47632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093705" y="4028356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94352551-BCA8-8631-D8B0-EC8E63E42A5F}"/>
                    </a:ext>
                  </a:extLst>
                </p:cNvPr>
                <p:cNvSpPr txBox="1"/>
                <p:nvPr/>
              </p:nvSpPr>
              <p:spPr>
                <a:xfrm>
                  <a:off x="6357745" y="4559899"/>
                  <a:ext cx="35914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94352551-BCA8-8631-D8B0-EC8E63E42A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7745" y="4559899"/>
                  <a:ext cx="3591479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2F6C48C1-8A77-543C-C990-9792902941C7}"/>
                    </a:ext>
                  </a:extLst>
                </p:cNvPr>
                <p:cNvSpPr txBox="1"/>
                <p:nvPr/>
              </p:nvSpPr>
              <p:spPr>
                <a:xfrm>
                  <a:off x="6357745" y="3828301"/>
                  <a:ext cx="46820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2F6C48C1-8A77-543C-C990-9792902941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7745" y="3828301"/>
                  <a:ext cx="468204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77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8C3FA7DC-8D5D-95F5-F894-5FE505FDE07D}"/>
                    </a:ext>
                  </a:extLst>
                </p:cNvPr>
                <p:cNvSpPr txBox="1"/>
                <p:nvPr/>
              </p:nvSpPr>
              <p:spPr>
                <a:xfrm>
                  <a:off x="9377178" y="3828301"/>
                  <a:ext cx="64539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20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8C3FA7DC-8D5D-95F5-F894-5FE505FDE0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7178" y="3828301"/>
                  <a:ext cx="645390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3264F60D-51A5-6D2A-A18B-8E3218C9301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9949225" y="4025883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29AF09F1-57E7-493A-2CD4-B9BBA98B000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510308" y="2964368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332233E7-5BE7-CC47-5D81-6FAC3E68C07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925826" y="2964368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B3DB2B37-0A0E-585D-A22E-28A402338CF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347063" y="2964368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967E1409-08C1-6ADB-0022-800242938DB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58599" y="2964368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A0633332-D728-4B13-EBA8-B7DE2CE94ED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182018" y="2964368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D60205AC-EF58-E105-815B-F218036DA23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87390" y="2964368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75E78CDB-A782-3649-FF0A-D7CC7B6C516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006892" y="2964368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7CF72AEB-2FF8-811A-F465-C64BFE5E0F0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421245" y="2964368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0FD02CA7-FA81-B0C9-0D2B-313B58CFCED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017113" y="5092029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675EED4C-7B9D-582C-C761-BFCD8C5F651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678322" y="5092029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EF85B3D5-A817-26BE-A34A-917B3133DD4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021669" y="5092029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18DAB78F-67A0-C2A3-9B59-95D0147D1E4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350936" y="5092029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587360F1-603A-DBC1-CB60-2AEADB5F6A9F}"/>
                    </a:ext>
                  </a:extLst>
                </p:cNvPr>
                <p:cNvSpPr txBox="1"/>
                <p:nvPr/>
              </p:nvSpPr>
              <p:spPr>
                <a:xfrm>
                  <a:off x="6357744" y="2448585"/>
                  <a:ext cx="35914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587360F1-603A-DBC1-CB60-2AEADB5F6A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7744" y="2448585"/>
                  <a:ext cx="3591479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2C23E254-2415-253C-D6D5-037A1CACD6E4}"/>
                    </a:ext>
                  </a:extLst>
                </p:cNvPr>
                <p:cNvSpPr txBox="1"/>
                <p:nvPr/>
              </p:nvSpPr>
              <p:spPr>
                <a:xfrm>
                  <a:off x="1860685" y="2451382"/>
                  <a:ext cx="35914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2C23E254-2415-253C-D6D5-037A1CACD6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0685" y="2451382"/>
                  <a:ext cx="3591479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3" name="Line 60">
              <a:extLst>
                <a:ext uri="{FF2B5EF4-FFF2-40B4-BE49-F238E27FC236}">
                  <a16:creationId xmlns:a16="http://schemas.microsoft.com/office/drawing/2014/main" id="{5ABA2B39-89B5-6795-6F03-FD64BF6182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6103" y="4287402"/>
              <a:ext cx="31432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94" name="Line 60">
              <a:extLst>
                <a:ext uri="{FF2B5EF4-FFF2-40B4-BE49-F238E27FC236}">
                  <a16:creationId xmlns:a16="http://schemas.microsoft.com/office/drawing/2014/main" id="{A73CE8A6-A9AE-B219-7C6E-90EB06125DF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069505" y="4156770"/>
              <a:ext cx="2875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B3B1C46F-3E56-BC88-37BC-2CE1DA77FE5C}"/>
                    </a:ext>
                  </a:extLst>
                </p:cNvPr>
                <p:cNvSpPr txBox="1"/>
                <p:nvPr/>
              </p:nvSpPr>
              <p:spPr>
                <a:xfrm>
                  <a:off x="1860684" y="5231806"/>
                  <a:ext cx="35914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B3B1C46F-3E56-BC88-37BC-2CE1DA77FE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0684" y="5231806"/>
                  <a:ext cx="3591479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8EC447F4-BAC4-D611-F8D8-7B99EB504B65}"/>
                    </a:ext>
                  </a:extLst>
                </p:cNvPr>
                <p:cNvSpPr txBox="1"/>
                <p:nvPr/>
              </p:nvSpPr>
              <p:spPr>
                <a:xfrm>
                  <a:off x="6357743" y="5231806"/>
                  <a:ext cx="35914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8EC447F4-BAC4-D611-F8D8-7B99EB504B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7743" y="5231806"/>
                  <a:ext cx="3591479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06FC65ED-F1CE-C085-B1F3-EE7A8E6D1F99}"/>
                    </a:ext>
                  </a:extLst>
                </p:cNvPr>
                <p:cNvSpPr txBox="1"/>
                <p:nvPr/>
              </p:nvSpPr>
              <p:spPr>
                <a:xfrm>
                  <a:off x="1128440" y="3828301"/>
                  <a:ext cx="431541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2000" b="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06FC65ED-F1CE-C085-B1F3-EE7A8E6D1F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8440" y="3828301"/>
                  <a:ext cx="431541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标题 1">
            <a:extLst>
              <a:ext uri="{FF2B5EF4-FFF2-40B4-BE49-F238E27FC236}">
                <a16:creationId xmlns:a16="http://schemas.microsoft.com/office/drawing/2014/main" id="{49A456B9-81EE-ED3E-8D47-6B9058D51096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加法器 </a:t>
            </a:r>
            <a:r>
              <a:rPr lang="en-US" altLang="zh-CN" sz="3000" dirty="0"/>
              <a:t>—— </a:t>
            </a:r>
            <a:r>
              <a:rPr lang="en-US" altLang="zh-CN" sz="3000" dirty="0">
                <a:solidFill>
                  <a:srgbClr val="FFFF00"/>
                </a:solidFill>
              </a:rPr>
              <a:t>8 </a:t>
            </a:r>
            <a:r>
              <a:rPr lang="zh-CN" altLang="en-US" sz="3000" dirty="0">
                <a:solidFill>
                  <a:srgbClr val="FFFF00"/>
                </a:solidFill>
              </a:rPr>
              <a:t>位加法器</a:t>
            </a:r>
          </a:p>
        </p:txBody>
      </p:sp>
    </p:spTree>
    <p:extLst>
      <p:ext uri="{BB962C8B-B14F-4D97-AF65-F5344CB8AC3E}">
        <p14:creationId xmlns:p14="http://schemas.microsoft.com/office/powerpoint/2010/main" val="330600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F1041-9320-0587-D64C-08EA2DD57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E99CB2B9-A5C7-29C2-57E4-315E7947A280}"/>
              </a:ext>
            </a:extLst>
          </p:cNvPr>
          <p:cNvGrpSpPr/>
          <p:nvPr/>
        </p:nvGrpSpPr>
        <p:grpSpPr>
          <a:xfrm>
            <a:off x="11449269" y="6198682"/>
            <a:ext cx="786273" cy="548639"/>
            <a:chOff x="11454918" y="5839511"/>
            <a:chExt cx="786273" cy="548639"/>
          </a:xfrm>
        </p:grpSpPr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A2EE8A7D-7D6A-B326-ABAC-5DEF28A965FD}"/>
                </a:ext>
              </a:extLst>
            </p:cNvPr>
            <p:cNvGrpSpPr/>
            <p:nvPr/>
          </p:nvGrpSpPr>
          <p:grpSpPr>
            <a:xfrm>
              <a:off x="11454918" y="5867450"/>
              <a:ext cx="737081" cy="520700"/>
              <a:chOff x="11454918" y="5867450"/>
              <a:chExt cx="737081" cy="520700"/>
            </a:xfrm>
          </p:grpSpPr>
          <p:sp>
            <p:nvSpPr>
              <p:cNvPr id="245" name="箭头: 五边形 244">
                <a:extLst>
                  <a:ext uri="{FF2B5EF4-FFF2-40B4-BE49-F238E27FC236}">
                    <a16:creationId xmlns:a16="http://schemas.microsoft.com/office/drawing/2014/main" id="{93C1F4F9-CBA4-2827-8173-49FCC85C4082}"/>
                  </a:ext>
                </a:extLst>
              </p:cNvPr>
              <p:cNvSpPr/>
              <p:nvPr/>
            </p:nvSpPr>
            <p:spPr>
              <a:xfrm rot="10800000">
                <a:off x="11525248" y="5867450"/>
                <a:ext cx="666751" cy="520700"/>
              </a:xfrm>
              <a:prstGeom prst="homePlate">
                <a:avLst>
                  <a:gd name="adj" fmla="val 33161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6" name="箭头: V 形 245">
                <a:extLst>
                  <a:ext uri="{FF2B5EF4-FFF2-40B4-BE49-F238E27FC236}">
                    <a16:creationId xmlns:a16="http://schemas.microsoft.com/office/drawing/2014/main" id="{DC129529-AA05-3D64-B317-961318E68567}"/>
                  </a:ext>
                </a:extLst>
              </p:cNvPr>
              <p:cNvSpPr/>
              <p:nvPr/>
            </p:nvSpPr>
            <p:spPr>
              <a:xfrm rot="10800000">
                <a:off x="11454918" y="5867450"/>
                <a:ext cx="217179" cy="520700"/>
              </a:xfrm>
              <a:prstGeom prst="chevron">
                <a:avLst>
                  <a:gd name="adj" fmla="val 8485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44" name="灯片编号占位符 3">
              <a:extLst>
                <a:ext uri="{FF2B5EF4-FFF2-40B4-BE49-F238E27FC236}">
                  <a16:creationId xmlns:a16="http://schemas.microsoft.com/office/drawing/2014/main" id="{8D0B3907-4D43-6F85-4A03-00EF4E051DF2}"/>
                </a:ext>
              </a:extLst>
            </p:cNvPr>
            <p:cNvSpPr txBox="1">
              <a:spLocks/>
            </p:cNvSpPr>
            <p:nvPr/>
          </p:nvSpPr>
          <p:spPr>
            <a:xfrm>
              <a:off x="11574440" y="5839511"/>
              <a:ext cx="666751" cy="548639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zh-CN"/>
              </a:defPPr>
              <a:lvl1pPr marL="0" algn="ctr" defTabSz="914400" rtl="0" eaLnBrk="1" latinLnBrk="0" hangingPunct="1">
                <a:defRPr sz="2800" b="1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fld id="{27C45CD9-0508-4D1E-923D-4DFDAA610D19}" type="slidenum">
                <a:rPr lang="zh-CN" altLang="en-US" sz="3200" smtClean="0">
                  <a:solidFill>
                    <a:schemeClr val="bg1"/>
                  </a:solidFill>
                  <a:latin typeface="Candara"/>
                  <a:ea typeface="微软雅黑"/>
                </a:rPr>
                <a:pPr>
                  <a:defRPr/>
                </a:pPr>
                <a:t>20</a:t>
              </a:fld>
              <a:endParaRPr lang="zh-CN" altLang="en-US" sz="3200" dirty="0">
                <a:solidFill>
                  <a:schemeClr val="bg1"/>
                </a:solidFill>
                <a:latin typeface="Candara"/>
                <a:ea typeface="微软雅黑"/>
              </a:endParaRPr>
            </a:p>
          </p:txBody>
        </p:sp>
      </p:grpSp>
      <p:sp>
        <p:nvSpPr>
          <p:cNvPr id="248" name="文本框 247">
            <a:extLst>
              <a:ext uri="{FF2B5EF4-FFF2-40B4-BE49-F238E27FC236}">
                <a16:creationId xmlns:a16="http://schemas.microsoft.com/office/drawing/2014/main" id="{80146F7B-7804-F95A-47B8-ADDA5F27F30C}"/>
              </a:ext>
            </a:extLst>
          </p:cNvPr>
          <p:cNvSpPr txBox="1"/>
          <p:nvPr/>
        </p:nvSpPr>
        <p:spPr>
          <a:xfrm>
            <a:off x="360000" y="828000"/>
            <a:ext cx="7254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减法运算（可用两个 </a:t>
            </a:r>
            <a:r>
              <a:rPr kumimoji="1" lang="en-US" altLang="zh-CN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74x283 </a:t>
            </a:r>
            <a:r>
              <a:rPr kumimoji="1" lang="zh-CN" altLang="en-US" sz="28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实现）：</a:t>
            </a:r>
            <a:endParaRPr kumimoji="1" lang="en-US" altLang="zh-CN" sz="28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1" name="组合 250">
            <a:extLst>
              <a:ext uri="{FF2B5EF4-FFF2-40B4-BE49-F238E27FC236}">
                <a16:creationId xmlns:a16="http://schemas.microsoft.com/office/drawing/2014/main" id="{21147C01-A7FE-A5AA-CA6D-4CB606211970}"/>
              </a:ext>
            </a:extLst>
          </p:cNvPr>
          <p:cNvGrpSpPr/>
          <p:nvPr/>
        </p:nvGrpSpPr>
        <p:grpSpPr>
          <a:xfrm>
            <a:off x="7120088" y="690077"/>
            <a:ext cx="5111918" cy="5903564"/>
            <a:chOff x="6958248" y="843757"/>
            <a:chExt cx="5111918" cy="590356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00CC39A-F74F-1A2F-695C-21F18C628815}"/>
                </a:ext>
              </a:extLst>
            </p:cNvPr>
            <p:cNvSpPr/>
            <p:nvPr/>
          </p:nvSpPr>
          <p:spPr>
            <a:xfrm>
              <a:off x="7822570" y="1905516"/>
              <a:ext cx="3591479" cy="136513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超前进位加法器</a:t>
              </a:r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(0)</a:t>
              </a:r>
            </a:p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74x283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F15AF51-C803-7461-681A-DDA92ECAD2C4}"/>
                    </a:ext>
                  </a:extLst>
                </p:cNvPr>
                <p:cNvSpPr txBox="1"/>
                <p:nvPr/>
              </p:nvSpPr>
              <p:spPr>
                <a:xfrm>
                  <a:off x="7822570" y="1905515"/>
                  <a:ext cx="35914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E9C285C-499D-D48A-D906-31A757D687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2570" y="1905515"/>
                  <a:ext cx="3591479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A30FFAE1-E82A-D998-B77D-8F2D702F5E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3455" y="2598582"/>
              <a:ext cx="399115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D9DD326-819F-B815-51EF-170DF8AB40A6}"/>
                    </a:ext>
                  </a:extLst>
                </p:cNvPr>
                <p:cNvSpPr txBox="1"/>
                <p:nvPr/>
              </p:nvSpPr>
              <p:spPr>
                <a:xfrm>
                  <a:off x="7822570" y="2870536"/>
                  <a:ext cx="35914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en-US" altLang="zh-CN" sz="2000" dirty="0"/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B990CC85-F6AA-2FF3-0FF5-8F0277D82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2570" y="2870536"/>
                  <a:ext cx="3591479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B420230F-A67D-4FA4-CACF-A30EBC6B69C8}"/>
                    </a:ext>
                  </a:extLst>
                </p:cNvPr>
                <p:cNvSpPr txBox="1"/>
                <p:nvPr/>
              </p:nvSpPr>
              <p:spPr>
                <a:xfrm>
                  <a:off x="7822570" y="2398527"/>
                  <a:ext cx="46820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A9973B44-272B-BCBB-B3D7-3DAAFC295E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2570" y="2398527"/>
                  <a:ext cx="468204" cy="400110"/>
                </a:xfrm>
                <a:prstGeom prst="rect">
                  <a:avLst/>
                </a:prstGeom>
                <a:blipFill>
                  <a:blip r:embed="rId5"/>
                  <a:stretch>
                    <a:fillRect l="-779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56250DD-BCAF-1101-2263-36FE8F0CA82B}"/>
                    </a:ext>
                  </a:extLst>
                </p:cNvPr>
                <p:cNvSpPr txBox="1"/>
                <p:nvPr/>
              </p:nvSpPr>
              <p:spPr>
                <a:xfrm>
                  <a:off x="10842003" y="2398527"/>
                  <a:ext cx="64539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20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B3C33A4-D2B0-2363-712B-719CEDAECF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2003" y="2398527"/>
                  <a:ext cx="64539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057B82B-DE30-FFDF-62F7-745FA6F48E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14050" y="2596109"/>
              <a:ext cx="297269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F8AABDC-F0C5-0F85-6FB1-B181E1D11CF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55507" y="1553553"/>
              <a:ext cx="703293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0DE24021-7156-5148-F9EA-1CDD7213827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592262" y="1553553"/>
              <a:ext cx="703293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47AABE57-059A-EABE-B2C4-45D26F209AD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427217" y="1553553"/>
              <a:ext cx="703293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D0DD81AC-D7C0-9CCD-169D-A4CAD712A69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252091" y="1553553"/>
              <a:ext cx="703293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0669B17-B3D7-9A48-93ED-D72CF7DD63D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170867" y="1553395"/>
              <a:ext cx="703608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B70E47C6-790B-E624-0608-2C78FF3AE05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003640" y="1553395"/>
              <a:ext cx="703608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C1CD1ABB-3D44-87D1-D1F2-F5A5A4806A6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832431" y="1553395"/>
              <a:ext cx="703608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2488EF94-73E4-BAFA-0AF5-E36C5742353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666286" y="1553395"/>
              <a:ext cx="703608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7DA57CD1-A159-74F9-D2E6-E0E62B2B3628}"/>
                    </a:ext>
                  </a:extLst>
                </p:cNvPr>
                <p:cNvSpPr txBox="1"/>
                <p:nvPr/>
              </p:nvSpPr>
              <p:spPr>
                <a:xfrm>
                  <a:off x="7822570" y="843757"/>
                  <a:ext cx="35914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en-US" altLang="zh-CN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B302CB0C-EE83-451C-72C0-D8F2AC7C8C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2570" y="843757"/>
                  <a:ext cx="3591479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等腰三角形 66">
              <a:extLst>
                <a:ext uri="{FF2B5EF4-FFF2-40B4-BE49-F238E27FC236}">
                  <a16:creationId xmlns:a16="http://schemas.microsoft.com/office/drawing/2014/main" id="{11EF6245-A8E9-879A-8D42-3C345BD58B2D}"/>
                </a:ext>
              </a:extLst>
            </p:cNvPr>
            <p:cNvSpPr/>
            <p:nvPr/>
          </p:nvSpPr>
          <p:spPr>
            <a:xfrm flipV="1">
              <a:off x="7253418" y="2908385"/>
              <a:ext cx="341583" cy="290042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A5246D93-163D-362E-8B37-AB8042AAC40E}"/>
                </a:ext>
              </a:extLst>
            </p:cNvPr>
            <p:cNvSpPr/>
            <p:nvPr/>
          </p:nvSpPr>
          <p:spPr>
            <a:xfrm flipV="1">
              <a:off x="7381080" y="3211747"/>
              <a:ext cx="84750" cy="8475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6724C6DA-1F1C-2C68-2BB3-A7418BE10D81}"/>
                </a:ext>
              </a:extLst>
            </p:cNvPr>
            <p:cNvCxnSpPr>
              <a:cxnSpLocks/>
            </p:cNvCxnSpPr>
            <p:nvPr/>
          </p:nvCxnSpPr>
          <p:spPr>
            <a:xfrm>
              <a:off x="7423455" y="2586890"/>
              <a:ext cx="0" cy="320304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56463B28-C0E3-83C1-E199-02EB82E05D76}"/>
                </a:ext>
              </a:extLst>
            </p:cNvPr>
            <p:cNvCxnSpPr>
              <a:cxnSpLocks/>
            </p:cNvCxnSpPr>
            <p:nvPr/>
          </p:nvCxnSpPr>
          <p:spPr>
            <a:xfrm>
              <a:off x="7423455" y="3304671"/>
              <a:ext cx="0" cy="386209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F6D30D22-A088-BB2F-8B6E-97DB0C3BBE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6781" y="3678971"/>
              <a:ext cx="4284538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等腰三角形 96">
              <a:extLst>
                <a:ext uri="{FF2B5EF4-FFF2-40B4-BE49-F238E27FC236}">
                  <a16:creationId xmlns:a16="http://schemas.microsoft.com/office/drawing/2014/main" id="{DF7813C5-16F1-1D4C-3485-9B731C8AD1D6}"/>
                </a:ext>
              </a:extLst>
            </p:cNvPr>
            <p:cNvSpPr/>
            <p:nvPr/>
          </p:nvSpPr>
          <p:spPr>
            <a:xfrm flipV="1">
              <a:off x="8351707" y="1356588"/>
              <a:ext cx="341583" cy="290042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94A84F04-B9C0-544E-7DD3-397517FD7C04}"/>
                </a:ext>
              </a:extLst>
            </p:cNvPr>
            <p:cNvSpPr/>
            <p:nvPr/>
          </p:nvSpPr>
          <p:spPr>
            <a:xfrm flipV="1">
              <a:off x="8479369" y="1659950"/>
              <a:ext cx="84750" cy="8475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等腰三角形 103">
              <a:extLst>
                <a:ext uri="{FF2B5EF4-FFF2-40B4-BE49-F238E27FC236}">
                  <a16:creationId xmlns:a16="http://schemas.microsoft.com/office/drawing/2014/main" id="{D2280FDD-0D6D-92D6-72B1-20F6E0264A7C}"/>
                </a:ext>
              </a:extLst>
            </p:cNvPr>
            <p:cNvSpPr/>
            <p:nvPr/>
          </p:nvSpPr>
          <p:spPr>
            <a:xfrm flipV="1">
              <a:off x="9185560" y="1356588"/>
              <a:ext cx="341583" cy="290042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B6EE0661-E304-401C-C874-057FEC1DB557}"/>
                </a:ext>
              </a:extLst>
            </p:cNvPr>
            <p:cNvSpPr/>
            <p:nvPr/>
          </p:nvSpPr>
          <p:spPr>
            <a:xfrm flipV="1">
              <a:off x="9313222" y="1659950"/>
              <a:ext cx="84750" cy="8475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等腰三角形 106">
              <a:extLst>
                <a:ext uri="{FF2B5EF4-FFF2-40B4-BE49-F238E27FC236}">
                  <a16:creationId xmlns:a16="http://schemas.microsoft.com/office/drawing/2014/main" id="{EF1B0D33-1687-95DD-05DD-C4AFD2E5515C}"/>
                </a:ext>
              </a:extLst>
            </p:cNvPr>
            <p:cNvSpPr/>
            <p:nvPr/>
          </p:nvSpPr>
          <p:spPr>
            <a:xfrm flipV="1">
              <a:off x="10013341" y="1356588"/>
              <a:ext cx="341583" cy="290042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6B895383-ED7C-E1AE-C47A-0F83CD901AE2}"/>
                </a:ext>
              </a:extLst>
            </p:cNvPr>
            <p:cNvSpPr/>
            <p:nvPr/>
          </p:nvSpPr>
          <p:spPr>
            <a:xfrm flipV="1">
              <a:off x="10141003" y="1659950"/>
              <a:ext cx="84750" cy="8475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等腰三角形 109">
              <a:extLst>
                <a:ext uri="{FF2B5EF4-FFF2-40B4-BE49-F238E27FC236}">
                  <a16:creationId xmlns:a16="http://schemas.microsoft.com/office/drawing/2014/main" id="{827F1359-5612-A18D-5AF5-ADBDAB42D183}"/>
                </a:ext>
              </a:extLst>
            </p:cNvPr>
            <p:cNvSpPr/>
            <p:nvPr/>
          </p:nvSpPr>
          <p:spPr>
            <a:xfrm flipV="1">
              <a:off x="10848189" y="1359073"/>
              <a:ext cx="341583" cy="290042"/>
            </a:xfrm>
            <a:prstGeom prst="triangl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22FD7B6D-DF65-BCA8-79BA-899401704253}"/>
                </a:ext>
              </a:extLst>
            </p:cNvPr>
            <p:cNvSpPr/>
            <p:nvPr/>
          </p:nvSpPr>
          <p:spPr>
            <a:xfrm flipV="1">
              <a:off x="10975851" y="1662435"/>
              <a:ext cx="84750" cy="8475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522CF6A5-B2D8-B1A3-19B7-C5658C153244}"/>
                </a:ext>
              </a:extLst>
            </p:cNvPr>
            <p:cNvSpPr/>
            <p:nvPr/>
          </p:nvSpPr>
          <p:spPr>
            <a:xfrm>
              <a:off x="7821379" y="4768635"/>
              <a:ext cx="3591479" cy="1365130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超前进位加法器</a:t>
              </a:r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(1)</a:t>
              </a:r>
            </a:p>
            <a:p>
              <a:pPr algn="ctr"/>
              <a:r>
                <a:rPr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74x283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942615EB-FDB7-A157-7089-AEE23B25F346}"/>
                    </a:ext>
                  </a:extLst>
                </p:cNvPr>
                <p:cNvSpPr txBox="1"/>
                <p:nvPr/>
              </p:nvSpPr>
              <p:spPr>
                <a:xfrm>
                  <a:off x="7821379" y="4768634"/>
                  <a:ext cx="35914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tx1"/>
                      </a:solidFill>
                    </a:rPr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kumimoji="1" lang="en-US" altLang="zh-CN" sz="2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ED156F81-42C4-7C62-FAF0-1CB0BC5C78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1379" y="4768634"/>
                  <a:ext cx="3591479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F30CCDD3-08F7-4F70-A167-CCE34258E8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2264" y="5461701"/>
              <a:ext cx="399115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480820CC-C385-69A5-4DE2-B261875D2298}"/>
                    </a:ext>
                  </a:extLst>
                </p:cNvPr>
                <p:cNvSpPr txBox="1"/>
                <p:nvPr/>
              </p:nvSpPr>
              <p:spPr>
                <a:xfrm>
                  <a:off x="7821379" y="5733655"/>
                  <a:ext cx="35914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en-US" altLang="zh-CN" sz="2000" dirty="0"/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/>
                    <a:t>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kumimoji="1" lang="en-US" altLang="zh-CN" sz="20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0" name="文本框 119">
                  <a:extLst>
                    <a:ext uri="{FF2B5EF4-FFF2-40B4-BE49-F238E27FC236}">
                      <a16:creationId xmlns:a16="http://schemas.microsoft.com/office/drawing/2014/main" id="{BD1493F6-C9AD-7CE6-386B-122E4D50F1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1379" y="5733655"/>
                  <a:ext cx="3591479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F0ACEFBB-470D-BA1E-7CD6-A7ABB40D94D2}"/>
                    </a:ext>
                  </a:extLst>
                </p:cNvPr>
                <p:cNvSpPr txBox="1"/>
                <p:nvPr/>
              </p:nvSpPr>
              <p:spPr>
                <a:xfrm>
                  <a:off x="7821379" y="5261646"/>
                  <a:ext cx="46820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1C5F40BC-5BA7-4A90-FA16-A3914CFC4F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1379" y="5261646"/>
                  <a:ext cx="468204" cy="400110"/>
                </a:xfrm>
                <a:prstGeom prst="rect">
                  <a:avLst/>
                </a:prstGeom>
                <a:blipFill>
                  <a:blip r:embed="rId10"/>
                  <a:stretch>
                    <a:fillRect l="-78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C05C31BB-B220-452C-E1EC-DA0F41FBD338}"/>
                    </a:ext>
                  </a:extLst>
                </p:cNvPr>
                <p:cNvSpPr txBox="1"/>
                <p:nvPr/>
              </p:nvSpPr>
              <p:spPr>
                <a:xfrm>
                  <a:off x="10840812" y="5261646"/>
                  <a:ext cx="64539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dirty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kumimoji="1" lang="en-US" altLang="zh-CN" sz="20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CAFB7ED8-B59D-B16E-565A-E07AE02A2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40812" y="5261646"/>
                  <a:ext cx="645390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F6CC0E23-8001-B137-2D77-A76DC4D424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12859" y="5459228"/>
              <a:ext cx="297269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E1AD844B-B302-3686-3A19-ADC2DD3340C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989974" y="4652329"/>
              <a:ext cx="231977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618C281C-32B9-9AA0-C19C-59CDF0D4DE9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826729" y="4652329"/>
              <a:ext cx="231977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F0241E6F-2308-C65D-6A04-391570845F9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661684" y="4652329"/>
              <a:ext cx="231977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0B43BC47-A46F-D2C2-79CA-7FBD4C060BF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486558" y="4652329"/>
              <a:ext cx="231977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44FD59B7-CA24-9304-F0B1-B3C67F29978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328377" y="4575215"/>
              <a:ext cx="386208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0AECCC97-C30D-5CE0-0CC5-10ED6268151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161150" y="4575215"/>
              <a:ext cx="386208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C24D3021-FEF3-B53E-C4A0-88129F46509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991354" y="4575215"/>
              <a:ext cx="386208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C6BD51BA-32C2-2073-8EBA-BAA135E960B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823796" y="4575215"/>
              <a:ext cx="386208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6A3609C5-1377-01C4-0F6F-5992924DB4C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303725" y="3404643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Arc 158">
              <a:extLst>
                <a:ext uri="{FF2B5EF4-FFF2-40B4-BE49-F238E27FC236}">
                  <a16:creationId xmlns:a16="http://schemas.microsoft.com/office/drawing/2014/main" id="{491F14FF-A55C-61DA-B985-3D5ADDB63B7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326273" y="3356844"/>
              <a:ext cx="393069" cy="623591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2" name="Line 160">
              <a:extLst>
                <a:ext uri="{FF2B5EF4-FFF2-40B4-BE49-F238E27FC236}">
                  <a16:creationId xmlns:a16="http://schemas.microsoft.com/office/drawing/2014/main" id="{6FC9D50F-AB47-AA8B-109B-93D8E3E33C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8624186" y="3985256"/>
              <a:ext cx="1921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3" name="Line 7">
              <a:extLst>
                <a:ext uri="{FF2B5EF4-FFF2-40B4-BE49-F238E27FC236}">
                  <a16:creationId xmlns:a16="http://schemas.microsoft.com/office/drawing/2014/main" id="{46546570-3150-18A7-916D-A218994864F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484029" y="3812338"/>
              <a:ext cx="2914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8">
              <a:extLst>
                <a:ext uri="{FF2B5EF4-FFF2-40B4-BE49-F238E27FC236}">
                  <a16:creationId xmlns:a16="http://schemas.microsoft.com/office/drawing/2014/main" id="{D56A4A07-77EA-B9C7-5951-8832788F5C8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090808" y="3614950"/>
              <a:ext cx="6896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9">
              <a:extLst>
                <a:ext uri="{FF2B5EF4-FFF2-40B4-BE49-F238E27FC236}">
                  <a16:creationId xmlns:a16="http://schemas.microsoft.com/office/drawing/2014/main" id="{E9CAD982-4D9E-44DF-64DB-CEEAE919CCF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415715" y="4461184"/>
              <a:ext cx="2129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160">
              <a:extLst>
                <a:ext uri="{FF2B5EF4-FFF2-40B4-BE49-F238E27FC236}">
                  <a16:creationId xmlns:a16="http://schemas.microsoft.com/office/drawing/2014/main" id="{A6BA8977-2D8C-50E8-C139-F90C6071950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8230197" y="3985256"/>
              <a:ext cx="1921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7" name="Arc 156">
              <a:extLst>
                <a:ext uri="{FF2B5EF4-FFF2-40B4-BE49-F238E27FC236}">
                  <a16:creationId xmlns:a16="http://schemas.microsoft.com/office/drawing/2014/main" id="{A2E66185-B843-FE7D-AEEE-D146B9BDA99C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8371111" y="4022597"/>
              <a:ext cx="290042" cy="379718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8" name="Arc 156">
              <a:extLst>
                <a:ext uri="{FF2B5EF4-FFF2-40B4-BE49-F238E27FC236}">
                  <a16:creationId xmlns:a16="http://schemas.microsoft.com/office/drawing/2014/main" id="{57EDE37B-2D26-396B-95D3-9360E71149D0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8386202" y="4019808"/>
              <a:ext cx="290042" cy="379718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79" name="Arc 158">
              <a:extLst>
                <a:ext uri="{FF2B5EF4-FFF2-40B4-BE49-F238E27FC236}">
                  <a16:creationId xmlns:a16="http://schemas.microsoft.com/office/drawing/2014/main" id="{F95ED771-F650-D673-6EDB-C88B87A5A44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345944" y="3251233"/>
              <a:ext cx="354341" cy="668476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80" name="椭圆 179">
              <a:extLst>
                <a:ext uri="{FF2B5EF4-FFF2-40B4-BE49-F238E27FC236}">
                  <a16:creationId xmlns:a16="http://schemas.microsoft.com/office/drawing/2014/main" id="{3EC2CCEE-13DD-5887-79D3-8F211D40F00A}"/>
                </a:ext>
              </a:extLst>
            </p:cNvPr>
            <p:cNvSpPr/>
            <p:nvPr/>
          </p:nvSpPr>
          <p:spPr>
            <a:xfrm>
              <a:off x="8603021" y="3650151"/>
              <a:ext cx="55834" cy="55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5C7AAED6-54F8-ADA1-7D0C-FD93D04D6D5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136388" y="3405330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Arc 158">
              <a:extLst>
                <a:ext uri="{FF2B5EF4-FFF2-40B4-BE49-F238E27FC236}">
                  <a16:creationId xmlns:a16="http://schemas.microsoft.com/office/drawing/2014/main" id="{1A34B53C-ED23-834B-BA3D-8895A520F9B3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9158936" y="3357531"/>
              <a:ext cx="393069" cy="623591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85" name="Line 160">
              <a:extLst>
                <a:ext uri="{FF2B5EF4-FFF2-40B4-BE49-F238E27FC236}">
                  <a16:creationId xmlns:a16="http://schemas.microsoft.com/office/drawing/2014/main" id="{AF3D3B67-A994-DA62-FFCB-BD7AEF6B9E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9458040" y="3985943"/>
              <a:ext cx="1921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86" name="Line 7">
              <a:extLst>
                <a:ext uri="{FF2B5EF4-FFF2-40B4-BE49-F238E27FC236}">
                  <a16:creationId xmlns:a16="http://schemas.microsoft.com/office/drawing/2014/main" id="{CF24C411-FA40-7C54-399D-B0E7D884C7B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316692" y="3813025"/>
              <a:ext cx="2914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Line 8">
              <a:extLst>
                <a:ext uri="{FF2B5EF4-FFF2-40B4-BE49-F238E27FC236}">
                  <a16:creationId xmlns:a16="http://schemas.microsoft.com/office/drawing/2014/main" id="{B955634E-7A85-8AC1-1C7B-72DC321FA0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923471" y="3615637"/>
              <a:ext cx="6896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9">
              <a:extLst>
                <a:ext uri="{FF2B5EF4-FFF2-40B4-BE49-F238E27FC236}">
                  <a16:creationId xmlns:a16="http://schemas.microsoft.com/office/drawing/2014/main" id="{59FA8AE2-0B08-95CA-220B-C717BD65BA3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248378" y="4461871"/>
              <a:ext cx="2129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9" name="Line 160">
              <a:extLst>
                <a:ext uri="{FF2B5EF4-FFF2-40B4-BE49-F238E27FC236}">
                  <a16:creationId xmlns:a16="http://schemas.microsoft.com/office/drawing/2014/main" id="{9E4B9515-319D-B6D9-B1E2-DCBD2EAC7F1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9062860" y="3985943"/>
              <a:ext cx="1921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0" name="Arc 156">
              <a:extLst>
                <a:ext uri="{FF2B5EF4-FFF2-40B4-BE49-F238E27FC236}">
                  <a16:creationId xmlns:a16="http://schemas.microsoft.com/office/drawing/2014/main" id="{09B7A6AA-4FA1-4CD6-A9F0-367A8B386A58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9203774" y="4023284"/>
              <a:ext cx="290042" cy="379718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1" name="Arc 156">
              <a:extLst>
                <a:ext uri="{FF2B5EF4-FFF2-40B4-BE49-F238E27FC236}">
                  <a16:creationId xmlns:a16="http://schemas.microsoft.com/office/drawing/2014/main" id="{5ECB8C05-D91E-1284-CE02-700BE567107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9218865" y="4020495"/>
              <a:ext cx="290042" cy="379718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2" name="Arc 158">
              <a:extLst>
                <a:ext uri="{FF2B5EF4-FFF2-40B4-BE49-F238E27FC236}">
                  <a16:creationId xmlns:a16="http://schemas.microsoft.com/office/drawing/2014/main" id="{15D785C2-AA52-A987-6167-9E85F3B1DB1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9178607" y="3251920"/>
              <a:ext cx="354341" cy="668476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3" name="椭圆 192">
              <a:extLst>
                <a:ext uri="{FF2B5EF4-FFF2-40B4-BE49-F238E27FC236}">
                  <a16:creationId xmlns:a16="http://schemas.microsoft.com/office/drawing/2014/main" id="{5B4514E0-4585-B5FE-B8FA-AC0CB485DFB6}"/>
                </a:ext>
              </a:extLst>
            </p:cNvPr>
            <p:cNvSpPr/>
            <p:nvPr/>
          </p:nvSpPr>
          <p:spPr>
            <a:xfrm>
              <a:off x="9435684" y="3650838"/>
              <a:ext cx="55834" cy="55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0125AB12-78C7-B476-97AE-B524A7AA0F4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966034" y="3405330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Arc 158">
              <a:extLst>
                <a:ext uri="{FF2B5EF4-FFF2-40B4-BE49-F238E27FC236}">
                  <a16:creationId xmlns:a16="http://schemas.microsoft.com/office/drawing/2014/main" id="{6B7CE5D2-CA3F-71FC-950D-E9B68E5F46E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9988582" y="3357531"/>
              <a:ext cx="393069" cy="623591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7" name="Line 160">
              <a:extLst>
                <a:ext uri="{FF2B5EF4-FFF2-40B4-BE49-F238E27FC236}">
                  <a16:creationId xmlns:a16="http://schemas.microsoft.com/office/drawing/2014/main" id="{999BB4B8-E27B-0E83-923C-0FA1CE31841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10286495" y="3985943"/>
              <a:ext cx="1921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98" name="Line 7">
              <a:extLst>
                <a:ext uri="{FF2B5EF4-FFF2-40B4-BE49-F238E27FC236}">
                  <a16:creationId xmlns:a16="http://schemas.microsoft.com/office/drawing/2014/main" id="{5BF73F0D-79E9-8A5E-88C3-9224427A3F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146338" y="3813025"/>
              <a:ext cx="2914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Line 8">
              <a:extLst>
                <a:ext uri="{FF2B5EF4-FFF2-40B4-BE49-F238E27FC236}">
                  <a16:creationId xmlns:a16="http://schemas.microsoft.com/office/drawing/2014/main" id="{4DBF48F8-DE5B-E12A-9F3F-CD2DD56424D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753117" y="3615637"/>
              <a:ext cx="6896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0" name="Line 9">
              <a:extLst>
                <a:ext uri="{FF2B5EF4-FFF2-40B4-BE49-F238E27FC236}">
                  <a16:creationId xmlns:a16="http://schemas.microsoft.com/office/drawing/2014/main" id="{81A9AD08-59FE-8326-3F7F-43071BBA4ED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078024" y="4461871"/>
              <a:ext cx="2129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Line 160">
              <a:extLst>
                <a:ext uri="{FF2B5EF4-FFF2-40B4-BE49-F238E27FC236}">
                  <a16:creationId xmlns:a16="http://schemas.microsoft.com/office/drawing/2014/main" id="{63DE112C-FB46-4ACE-2CFA-63E257202AB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9892506" y="3985943"/>
              <a:ext cx="1921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2" name="Arc 156">
              <a:extLst>
                <a:ext uri="{FF2B5EF4-FFF2-40B4-BE49-F238E27FC236}">
                  <a16:creationId xmlns:a16="http://schemas.microsoft.com/office/drawing/2014/main" id="{DE284C6A-FEBD-9E7F-5785-DB57AE2FA603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10033420" y="4023284"/>
              <a:ext cx="290042" cy="379718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3" name="Arc 156">
              <a:extLst>
                <a:ext uri="{FF2B5EF4-FFF2-40B4-BE49-F238E27FC236}">
                  <a16:creationId xmlns:a16="http://schemas.microsoft.com/office/drawing/2014/main" id="{6FD6BADF-463D-F801-CBFB-D3E9E67D7A2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048511" y="4020495"/>
              <a:ext cx="290042" cy="379718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4" name="Arc 158">
              <a:extLst>
                <a:ext uri="{FF2B5EF4-FFF2-40B4-BE49-F238E27FC236}">
                  <a16:creationId xmlns:a16="http://schemas.microsoft.com/office/drawing/2014/main" id="{3C1302BF-C8A9-4842-6589-F047C229AAF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0008253" y="3251920"/>
              <a:ext cx="354341" cy="668476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E3F545B2-48F1-41D9-8109-B842B0018C9F}"/>
                </a:ext>
              </a:extLst>
            </p:cNvPr>
            <p:cNvSpPr/>
            <p:nvPr/>
          </p:nvSpPr>
          <p:spPr>
            <a:xfrm>
              <a:off x="10265330" y="3650838"/>
              <a:ext cx="55834" cy="55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6A34CE30-1BB9-1834-B30A-B1F34F9DC55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0799528" y="3405330"/>
              <a:ext cx="264040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Arc 158">
              <a:extLst>
                <a:ext uri="{FF2B5EF4-FFF2-40B4-BE49-F238E27FC236}">
                  <a16:creationId xmlns:a16="http://schemas.microsoft.com/office/drawing/2014/main" id="{8FA1F97A-262C-60BC-8424-163C3DFCB95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0822076" y="3357531"/>
              <a:ext cx="393069" cy="623591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09" name="Line 160">
              <a:extLst>
                <a:ext uri="{FF2B5EF4-FFF2-40B4-BE49-F238E27FC236}">
                  <a16:creationId xmlns:a16="http://schemas.microsoft.com/office/drawing/2014/main" id="{ED234017-8DA3-BEB8-0EA9-2177EA95A89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11121180" y="3985943"/>
              <a:ext cx="1921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0" name="Line 7">
              <a:extLst>
                <a:ext uri="{FF2B5EF4-FFF2-40B4-BE49-F238E27FC236}">
                  <a16:creationId xmlns:a16="http://schemas.microsoft.com/office/drawing/2014/main" id="{7D05AB46-4AA7-FCB5-B455-0D90CA982A0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979832" y="3813025"/>
              <a:ext cx="2914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Line 8">
              <a:extLst>
                <a:ext uri="{FF2B5EF4-FFF2-40B4-BE49-F238E27FC236}">
                  <a16:creationId xmlns:a16="http://schemas.microsoft.com/office/drawing/2014/main" id="{EA89FC9E-C82C-27CD-E89F-42EEB918F7D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586611" y="3615637"/>
              <a:ext cx="68960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2" name="Line 9">
              <a:extLst>
                <a:ext uri="{FF2B5EF4-FFF2-40B4-BE49-F238E27FC236}">
                  <a16:creationId xmlns:a16="http://schemas.microsoft.com/office/drawing/2014/main" id="{65F96609-F5C4-0DD3-378B-4AF0F73719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911518" y="4461871"/>
              <a:ext cx="2129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3" name="Line 160">
              <a:extLst>
                <a:ext uri="{FF2B5EF4-FFF2-40B4-BE49-F238E27FC236}">
                  <a16:creationId xmlns:a16="http://schemas.microsoft.com/office/drawing/2014/main" id="{9AF1F364-2CEB-B147-7040-C9BC8EB064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>
              <a:off x="10726000" y="3985943"/>
              <a:ext cx="19215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4" name="Arc 156">
              <a:extLst>
                <a:ext uri="{FF2B5EF4-FFF2-40B4-BE49-F238E27FC236}">
                  <a16:creationId xmlns:a16="http://schemas.microsoft.com/office/drawing/2014/main" id="{5CAE16EC-C295-B3B5-17A9-AF39A2D40F17}"/>
                </a:ext>
              </a:extLst>
            </p:cNvPr>
            <p:cNvSpPr>
              <a:spLocks/>
            </p:cNvSpPr>
            <p:nvPr/>
          </p:nvSpPr>
          <p:spPr bwMode="auto">
            <a:xfrm rot="5400000" flipV="1">
              <a:off x="10866914" y="4023284"/>
              <a:ext cx="290042" cy="379718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5" name="Arc 156">
              <a:extLst>
                <a:ext uri="{FF2B5EF4-FFF2-40B4-BE49-F238E27FC236}">
                  <a16:creationId xmlns:a16="http://schemas.microsoft.com/office/drawing/2014/main" id="{FBB2D43D-A466-3B86-5089-218BDB0F10C6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0882005" y="4020495"/>
              <a:ext cx="290042" cy="379718"/>
            </a:xfrm>
            <a:custGeom>
              <a:avLst/>
              <a:gdLst>
                <a:gd name="T0" fmla="*/ 0 w 19012"/>
                <a:gd name="T1" fmla="*/ 0 h 21600"/>
                <a:gd name="T2" fmla="*/ 0 w 19012"/>
                <a:gd name="T3" fmla="*/ 0 h 21600"/>
                <a:gd name="T4" fmla="*/ 0 w 19012"/>
                <a:gd name="T5" fmla="*/ 0 h 21600"/>
                <a:gd name="T6" fmla="*/ 0 60000 65536"/>
                <a:gd name="T7" fmla="*/ 0 60000 65536"/>
                <a:gd name="T8" fmla="*/ 0 60000 65536"/>
                <a:gd name="T9" fmla="*/ 0 w 19012"/>
                <a:gd name="T10" fmla="*/ 0 h 21600"/>
                <a:gd name="T11" fmla="*/ 19012 w 1901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12" h="21600" fill="none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</a:path>
                <a:path w="19012" h="21600" stroke="0" extrusionOk="0">
                  <a:moveTo>
                    <a:pt x="-1" y="0"/>
                  </a:moveTo>
                  <a:cubicBezTo>
                    <a:pt x="7941" y="0"/>
                    <a:pt x="15242" y="4357"/>
                    <a:pt x="19012" y="1134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6" name="Arc 158">
              <a:extLst>
                <a:ext uri="{FF2B5EF4-FFF2-40B4-BE49-F238E27FC236}">
                  <a16:creationId xmlns:a16="http://schemas.microsoft.com/office/drawing/2014/main" id="{8D60C010-DBAA-B26A-317F-84A41151D693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0841747" y="3251920"/>
              <a:ext cx="354341" cy="668476"/>
            </a:xfrm>
            <a:custGeom>
              <a:avLst/>
              <a:gdLst>
                <a:gd name="T0" fmla="*/ 0 w 21674"/>
                <a:gd name="T1" fmla="*/ 0 h 21600"/>
                <a:gd name="T2" fmla="*/ 0 w 21674"/>
                <a:gd name="T3" fmla="*/ 0 h 21600"/>
                <a:gd name="T4" fmla="*/ 0 w 21674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74"/>
                <a:gd name="T10" fmla="*/ 0 h 21600"/>
                <a:gd name="T11" fmla="*/ 21674 w 216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4" h="21600" fill="none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</a:path>
                <a:path w="21674" h="21600" stroke="0" extrusionOk="0">
                  <a:moveTo>
                    <a:pt x="-1" y="2923"/>
                  </a:moveTo>
                  <a:cubicBezTo>
                    <a:pt x="3295" y="1008"/>
                    <a:pt x="7040" y="-1"/>
                    <a:pt x="10852" y="0"/>
                  </a:cubicBezTo>
                  <a:cubicBezTo>
                    <a:pt x="14652" y="0"/>
                    <a:pt x="18385" y="1002"/>
                    <a:pt x="21674" y="2906"/>
                  </a:cubicBezTo>
                  <a:lnTo>
                    <a:pt x="10852" y="21600"/>
                  </a:lnTo>
                  <a:lnTo>
                    <a:pt x="-1" y="292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17" name="椭圆 216">
              <a:extLst>
                <a:ext uri="{FF2B5EF4-FFF2-40B4-BE49-F238E27FC236}">
                  <a16:creationId xmlns:a16="http://schemas.microsoft.com/office/drawing/2014/main" id="{AF8EB3DE-1205-CE94-B232-33696CFB7BC0}"/>
                </a:ext>
              </a:extLst>
            </p:cNvPr>
            <p:cNvSpPr/>
            <p:nvPr/>
          </p:nvSpPr>
          <p:spPr>
            <a:xfrm>
              <a:off x="11098824" y="3650838"/>
              <a:ext cx="55834" cy="55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C36E02C9-BEC1-A361-EBC4-C8509F1170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22264" y="4536340"/>
              <a:ext cx="3193007" cy="0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椭圆 220">
              <a:extLst>
                <a:ext uri="{FF2B5EF4-FFF2-40B4-BE49-F238E27FC236}">
                  <a16:creationId xmlns:a16="http://schemas.microsoft.com/office/drawing/2014/main" id="{773EB78E-E53E-D978-7E47-B556B502DC69}"/>
                </a:ext>
              </a:extLst>
            </p:cNvPr>
            <p:cNvSpPr/>
            <p:nvPr/>
          </p:nvSpPr>
          <p:spPr>
            <a:xfrm>
              <a:off x="8079236" y="4508872"/>
              <a:ext cx="55834" cy="55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椭圆 221">
              <a:extLst>
                <a:ext uri="{FF2B5EF4-FFF2-40B4-BE49-F238E27FC236}">
                  <a16:creationId xmlns:a16="http://schemas.microsoft.com/office/drawing/2014/main" id="{FD0CCC27-F848-DAFC-27D1-3EB96AC09AAB}"/>
                </a:ext>
              </a:extLst>
            </p:cNvPr>
            <p:cNvSpPr/>
            <p:nvPr/>
          </p:nvSpPr>
          <p:spPr>
            <a:xfrm>
              <a:off x="8914800" y="4508107"/>
              <a:ext cx="55834" cy="55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椭圆 222">
              <a:extLst>
                <a:ext uri="{FF2B5EF4-FFF2-40B4-BE49-F238E27FC236}">
                  <a16:creationId xmlns:a16="http://schemas.microsoft.com/office/drawing/2014/main" id="{DAE0548C-C6D0-A29D-C7BD-C414D3556318}"/>
                </a:ext>
              </a:extLst>
            </p:cNvPr>
            <p:cNvSpPr/>
            <p:nvPr/>
          </p:nvSpPr>
          <p:spPr>
            <a:xfrm>
              <a:off x="9750754" y="4508423"/>
              <a:ext cx="55834" cy="55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Line 8">
              <a:extLst>
                <a:ext uri="{FF2B5EF4-FFF2-40B4-BE49-F238E27FC236}">
                  <a16:creationId xmlns:a16="http://schemas.microsoft.com/office/drawing/2014/main" id="{4D2C9BE3-F87B-E5A7-CB8F-5E6E420F516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8298948" y="6271564"/>
              <a:ext cx="2755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Line 8">
              <a:extLst>
                <a:ext uri="{FF2B5EF4-FFF2-40B4-BE49-F238E27FC236}">
                  <a16:creationId xmlns:a16="http://schemas.microsoft.com/office/drawing/2014/main" id="{746C8740-7884-9A42-324B-1BAF3B7E31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131611" y="6271839"/>
              <a:ext cx="2755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Line 8">
              <a:extLst>
                <a:ext uri="{FF2B5EF4-FFF2-40B4-BE49-F238E27FC236}">
                  <a16:creationId xmlns:a16="http://schemas.microsoft.com/office/drawing/2014/main" id="{9932FCB9-2949-D395-34EF-3D39868C4DD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9961257" y="6271839"/>
              <a:ext cx="2755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Line 8">
              <a:extLst>
                <a:ext uri="{FF2B5EF4-FFF2-40B4-BE49-F238E27FC236}">
                  <a16:creationId xmlns:a16="http://schemas.microsoft.com/office/drawing/2014/main" id="{1C5E5A81-86A1-4459-E074-B168568AAC1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0794751" y="6271839"/>
              <a:ext cx="27559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29" name="直接连接符 228">
              <a:extLst>
                <a:ext uri="{FF2B5EF4-FFF2-40B4-BE49-F238E27FC236}">
                  <a16:creationId xmlns:a16="http://schemas.microsoft.com/office/drawing/2014/main" id="{45525321-E60A-EA73-BB27-8BABA3DFADB9}"/>
                </a:ext>
              </a:extLst>
            </p:cNvPr>
            <p:cNvCxnSpPr>
              <a:cxnSpLocks/>
            </p:cNvCxnSpPr>
            <p:nvPr/>
          </p:nvCxnSpPr>
          <p:spPr>
            <a:xfrm>
              <a:off x="11698321" y="3678971"/>
              <a:ext cx="0" cy="1791372"/>
            </a:xfrm>
            <a:prstGeom prst="line">
              <a:avLst/>
            </a:prstGeom>
            <a:ln w="25400">
              <a:solidFill>
                <a:schemeClr val="tx1"/>
              </a:solidFill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208828F9-B701-E217-CF6E-7FB74B93D3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3739" y="3572196"/>
              <a:ext cx="4777929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95769700-69A7-C590-E95B-3C05111F6909}"/>
                </a:ext>
              </a:extLst>
            </p:cNvPr>
            <p:cNvSpPr txBox="1"/>
            <p:nvPr/>
          </p:nvSpPr>
          <p:spPr>
            <a:xfrm>
              <a:off x="6958248" y="4336285"/>
              <a:ext cx="51400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0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B28EDB08-948D-A70A-ABA6-FA63FE9FD201}"/>
                </a:ext>
              </a:extLst>
            </p:cNvPr>
            <p:cNvSpPr txBox="1"/>
            <p:nvPr/>
          </p:nvSpPr>
          <p:spPr>
            <a:xfrm>
              <a:off x="11556160" y="2386835"/>
              <a:ext cx="51400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zh-CN" sz="20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1</a:t>
              </a:r>
              <a:endParaRPr lang="zh-CN" altLang="en-US" sz="2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A3806D2E-D125-33B0-7830-3E425825DDBD}"/>
                    </a:ext>
                  </a:extLst>
                </p:cNvPr>
                <p:cNvSpPr txBox="1"/>
                <p:nvPr/>
              </p:nvSpPr>
              <p:spPr>
                <a:xfrm>
                  <a:off x="7821379" y="6347211"/>
                  <a:ext cx="359147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en-US" altLang="zh-CN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zh-CN" altLang="en-US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2000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kumimoji="1" lang="en-US" altLang="zh-CN" sz="2000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457BCDF9-9E2E-CA3D-FB82-8C87AF7178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1379" y="6347211"/>
                  <a:ext cx="3591479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1" name="文本框 240">
                  <a:extLst>
                    <a:ext uri="{FF2B5EF4-FFF2-40B4-BE49-F238E27FC236}">
                      <a16:creationId xmlns:a16="http://schemas.microsoft.com/office/drawing/2014/main" id="{DF5B00B8-4C23-36C9-3BA7-312E5C08CEDD}"/>
                    </a:ext>
                  </a:extLst>
                </p:cNvPr>
                <p:cNvSpPr txBox="1"/>
                <p:nvPr/>
              </p:nvSpPr>
              <p:spPr>
                <a:xfrm>
                  <a:off x="7822227" y="3205548"/>
                  <a:ext cx="359551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en-US" altLang="zh-CN" sz="20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    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kumimoji="1" lang="en-US" altLang="zh-CN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a14:m>
                  <a:r>
                    <a:rPr lang="zh-CN" altLang="en-US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     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b="0" i="0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zh-CN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a14:m>
                  <a:r>
                    <a:rPr lang="zh-CN" altLang="en-US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      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kumimoji="1" lang="en-US" altLang="zh-CN" b="0" i="1" dirty="0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zh-CN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a14:m>
                  <a:r>
                    <a:rPr lang="zh-CN" altLang="en-US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        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1" lang="en-US" altLang="zh-CN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kumimoji="1" lang="en-US" altLang="zh-CN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zh-CN" i="1" dirty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a14:m>
                  <a:endParaRPr lang="zh-CN" altLang="en-US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1" name="文本框 240">
                  <a:extLst>
                    <a:ext uri="{FF2B5EF4-FFF2-40B4-BE49-F238E27FC236}">
                      <a16:creationId xmlns:a16="http://schemas.microsoft.com/office/drawing/2014/main" id="{2D4BA6C8-4BAC-0551-DD88-3E0C4905A7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2227" y="3205548"/>
                  <a:ext cx="3595510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文本框 249">
                  <a:extLst>
                    <a:ext uri="{FF2B5EF4-FFF2-40B4-BE49-F238E27FC236}">
                      <a16:creationId xmlns:a16="http://schemas.microsoft.com/office/drawing/2014/main" id="{F367438D-14F1-2806-4B29-3AE4A3A0D013}"/>
                    </a:ext>
                  </a:extLst>
                </p:cNvPr>
                <p:cNvSpPr txBox="1"/>
                <p:nvPr/>
              </p:nvSpPr>
              <p:spPr>
                <a:xfrm>
                  <a:off x="7075432" y="3192955"/>
                  <a:ext cx="468204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n-US" altLang="zh-CN" sz="20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50" name="文本框 249">
                  <a:extLst>
                    <a:ext uri="{FF2B5EF4-FFF2-40B4-BE49-F238E27FC236}">
                      <a16:creationId xmlns:a16="http://schemas.microsoft.com/office/drawing/2014/main" id="{07663E30-E60F-DD86-1389-BFD9CF1EFB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5432" y="3192955"/>
                  <a:ext cx="468204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文本框 251">
                <a:extLst>
                  <a:ext uri="{FF2B5EF4-FFF2-40B4-BE49-F238E27FC236}">
                    <a16:creationId xmlns:a16="http://schemas.microsoft.com/office/drawing/2014/main" id="{C4CA1811-A68A-D208-AC08-56C28DA208A8}"/>
                  </a:ext>
                </a:extLst>
              </p:cNvPr>
              <p:cNvSpPr txBox="1"/>
              <p:nvPr/>
            </p:nvSpPr>
            <p:spPr>
              <a:xfrm>
                <a:off x="360000" y="1386148"/>
                <a:ext cx="6787367" cy="9505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zh-CN" sz="24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kumimoji="1" lang="en-US" altLang="zh-CN" sz="24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，按补码运算（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kumimoji="1" lang="en-US" altLang="zh-CN" sz="24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=4</m:t>
                    </m:r>
                  </m:oMath>
                </a14:m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）：</a:t>
                </a:r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0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zh-CN" sz="20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kumimoji="1" lang="en-US" altLang="zh-CN" sz="20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zh-CN" sz="20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0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zh-CN" sz="20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zh-CN" sz="2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0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kumimoji="1" lang="en-US" altLang="zh-CN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0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zh-CN" sz="2000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kumimoji="1" lang="zh-CN" altLang="en-US" sz="2000" baseline="-25000" dirty="0">
                              <a:solidFill>
                                <a:srgbClr val="C0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m:t>补</m:t>
                          </m:r>
                        </m:e>
                      </m:d>
                      <m:r>
                        <a:rPr kumimoji="1" lang="en-US" altLang="zh-CN" sz="20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kumimoji="1" lang="en-US" altLang="zh-CN" sz="20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kumimoji="1" lang="en-US" altLang="zh-CN" sz="20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kumimoji="1" lang="en-US" altLang="zh-CN" sz="20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zh-CN" sz="20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kumimoji="1" lang="en-US" altLang="zh-CN" sz="2000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kumimoji="1" lang="en-US" altLang="zh-CN" sz="20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000" b="0" i="0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1" lang="en-US" altLang="zh-CN" sz="20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kumimoji="1" lang="en-US" altLang="zh-CN" sz="2000" b="0" i="0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  <m:r>
                        <a:rPr kumimoji="1" lang="en-US" altLang="zh-CN" sz="20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+1−</m:t>
                      </m:r>
                      <m:sSup>
                        <m:sSupPr>
                          <m:ctrlPr>
                            <a:rPr kumimoji="1" lang="en-US" altLang="zh-CN" sz="20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0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kumimoji="1" lang="en-US" altLang="zh-CN" sz="20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en-US" altLang="zh-CN" sz="2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2" name="文本框 251">
                <a:extLst>
                  <a:ext uri="{FF2B5EF4-FFF2-40B4-BE49-F238E27FC236}">
                    <a16:creationId xmlns:a16="http://schemas.microsoft.com/office/drawing/2014/main" id="{C4CA1811-A68A-D208-AC08-56C28DA20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1386148"/>
                <a:ext cx="6787367" cy="950581"/>
              </a:xfrm>
              <a:prstGeom prst="rect">
                <a:avLst/>
              </a:prstGeom>
              <a:blipFill>
                <a:blip r:embed="rId15"/>
                <a:stretch>
                  <a:fillRect t="-5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3C57778E-3F1D-0A13-3B97-4E0C3E3B212E}"/>
                  </a:ext>
                </a:extLst>
              </p:cNvPr>
              <p:cNvSpPr txBox="1"/>
              <p:nvPr/>
            </p:nvSpPr>
            <p:spPr>
              <a:xfrm>
                <a:off x="360000" y="2340000"/>
                <a:ext cx="6952764" cy="20689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芯片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74x283(0) 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zh-CN" sz="240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4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4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kumimoji="1" lang="en-US" altLang="zh-CN" sz="2400" b="0" i="0" dirty="0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kumimoji="1" lang="en-US" altLang="zh-CN" sz="2400" i="1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spcAft>
                    <a:spcPts val="600"/>
                  </a:spcAft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000" b="0" i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kumimoji="1" lang="en-US" altLang="zh-CN" sz="2000" b="0" i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m:rPr>
                        <m:sty m:val="p"/>
                      </m:rPr>
                      <a:rPr kumimoji="1" lang="en-US" altLang="zh-CN" sz="2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kumimoji="1" lang="en-US" altLang="zh-CN" sz="2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kumimoji="1" lang="en-US" altLang="zh-CN" sz="2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sSubSup>
                      <m:sSubSup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kumimoji="1" lang="en-US" altLang="zh-CN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2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zh-CN" sz="20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kumimoji="1" lang="en-US" altLang="zh-CN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en-US" altLang="zh-CN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2">
                  <a:spcAft>
                    <a:spcPts val="600"/>
                  </a:spcAft>
                </a:pPr>
                <a:r>
                  <a:rPr kumimoji="1"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000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kumimoji="1" lang="en-US" altLang="zh-CN" sz="2000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′=</m:t>
                    </m:r>
                    <m:sSubSup>
                      <m:sSubSup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kumimoji="1"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，借位信号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000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kumimoji="1" lang="en-US" altLang="zh-CN" sz="2000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kumimoji="1" lang="en-US" altLang="zh-CN" sz="2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zh-CN" sz="20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</m:e>
                    </m:acc>
                  </m:oMath>
                </a14:m>
                <a:endParaRPr kumimoji="1" lang="en-US" altLang="zh-CN" sz="2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zh-CN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kumimoji="1" lang="en-US" altLang="zh-CN" sz="2000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kumimoji="1"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kumimoji="1" lang="en-US" altLang="zh-CN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kumimoji="1" lang="en-US" altLang="zh-CN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，无借位</a:t>
                </a:r>
                <a:endParaRPr kumimoji="1" lang="en-US" altLang="zh-CN" sz="2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zh-CN" sz="2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kumimoji="1" lang="en-US" altLang="zh-CN" sz="2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kumimoji="1"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sub>
                    </m:sSub>
                    <m:r>
                      <a:rPr kumimoji="1" lang="en-US" altLang="zh-CN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kumimoji="1" lang="en-US" altLang="zh-CN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0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kumimoji="1"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，有借位</a:t>
                </a:r>
                <a:endParaRPr kumimoji="1" lang="en-US" altLang="zh-CN" sz="20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3C57778E-3F1D-0A13-3B97-4E0C3E3B2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2340000"/>
                <a:ext cx="6952764" cy="2068900"/>
              </a:xfrm>
              <a:prstGeom prst="rect">
                <a:avLst/>
              </a:prstGeom>
              <a:blipFill>
                <a:blip r:embed="rId16"/>
                <a:stretch>
                  <a:fillRect t="-2360" b="-1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文本框 254">
                <a:extLst>
                  <a:ext uri="{FF2B5EF4-FFF2-40B4-BE49-F238E27FC236}">
                    <a16:creationId xmlns:a16="http://schemas.microsoft.com/office/drawing/2014/main" id="{1D0658AD-0328-FC95-441C-BF764D3A6911}"/>
                  </a:ext>
                </a:extLst>
              </p:cNvPr>
              <p:cNvSpPr txBox="1"/>
              <p:nvPr/>
            </p:nvSpPr>
            <p:spPr>
              <a:xfrm>
                <a:off x="360000" y="4536000"/>
                <a:ext cx="6952764" cy="13401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芯片 </a:t>
                </a:r>
                <a:r>
                  <a:rPr kumimoji="1" lang="en-US" altLang="zh-CN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74x283(1)</a:t>
                </a: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计算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1"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400" b="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1" lang="en-US" altLang="zh-CN" sz="240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  <m:r>
                              <a:rPr kumimoji="1" lang="en-US" altLang="zh-CN" sz="2400" b="0" i="1" dirty="0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acc>
                        <m:sSubSup>
                          <m:sSubSupPr>
                            <m:ctrlPr>
                              <a:rPr kumimoji="1"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kumimoji="1"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kumimoji="1"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kumimoji="1"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kumimoji="1"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kumimoji="1"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kumimoji="1"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kumimoji="1"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sSubSup>
                          <m:sSubSupPr>
                            <m:ctrlPr>
                              <a:rPr kumimoji="1"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400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a:rPr kumimoji="1"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kumimoji="1"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zh-CN" sz="2400" i="1" dirty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2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kumimoji="1" lang="en-US" altLang="zh-CN" sz="2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CN" sz="20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zh-CN" sz="20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kumimoji="1" lang="en-US" altLang="zh-CN" sz="20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zh-CN" sz="20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kumimoji="1" lang="en-US" altLang="zh-CN" sz="20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kumimoji="1" lang="en-US" altLang="zh-CN" sz="2000" i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  <a:p>
                <a:pPr lvl="2">
                  <a:spcAft>
                    <a:spcPts val="600"/>
                  </a:spcAft>
                </a:pPr>
                <a:r>
                  <a:rPr kumimoji="1"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kumimoji="1" lang="en-US" altLang="zh-CN" sz="2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kumimoji="1" lang="en-US" altLang="zh-CN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kumimoji="1"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kumimoji="1" lang="en-US" altLang="zh-CN" sz="2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zh-CN" altLang="en-US" sz="2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000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kumimoji="1" lang="en-US" altLang="zh-CN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kumimoji="1" lang="en-US" altLang="zh-CN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zh-CN" sz="20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p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zh-CN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kumimoji="1" lang="en-US" altLang="zh-CN" sz="20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p>
                            <m:r>
                              <a:rPr kumimoji="1" lang="en-US" altLang="zh-CN" sz="20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  <m:r>
                      <a:rPr kumimoji="1" lang="en-US" altLang="zh-CN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kumimoji="1" lang="en-US" altLang="zh-CN" sz="24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55" name="文本框 254">
                <a:extLst>
                  <a:ext uri="{FF2B5EF4-FFF2-40B4-BE49-F238E27FC236}">
                    <a16:creationId xmlns:a16="http://schemas.microsoft.com/office/drawing/2014/main" id="{1D0658AD-0328-FC95-441C-BF764D3A6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4536000"/>
                <a:ext cx="6952764" cy="1340175"/>
              </a:xfrm>
              <a:prstGeom prst="rect">
                <a:avLst/>
              </a:prstGeom>
              <a:blipFill>
                <a:blip r:embed="rId17"/>
                <a:stretch>
                  <a:fillRect t="-1818" b="-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文本框 258">
                <a:extLst>
                  <a:ext uri="{FF2B5EF4-FFF2-40B4-BE49-F238E27FC236}">
                    <a16:creationId xmlns:a16="http://schemas.microsoft.com/office/drawing/2014/main" id="{017A62B3-9028-75B6-84B6-A5AE9646BDFA}"/>
                  </a:ext>
                </a:extLst>
              </p:cNvPr>
              <p:cNvSpPr txBox="1"/>
              <p:nvPr/>
            </p:nvSpPr>
            <p:spPr>
              <a:xfrm>
                <a:off x="360000" y="5940000"/>
                <a:ext cx="563918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914400" lvl="1" indent="-45720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kumimoji="1" lang="zh-CN" altLang="en-US" sz="2400" dirty="0">
                    <a:solidFill>
                      <a:schemeClr val="accent5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运算结果：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zh-CN" sz="24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kumimoji="1" lang="en-US" altLang="zh-CN" sz="24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kumimoji="1" lang="en-US" altLang="zh-CN" sz="24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CN" sz="2400" b="0" i="0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kumimoji="1" lang="en-US" altLang="zh-CN" sz="2400" b="0" i="1" dirty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i="1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a:rPr kumimoji="1" lang="en-US" altLang="zh-CN" sz="2400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zh-CN" sz="2400" dirty="0">
                  <a:solidFill>
                    <a:schemeClr val="accent5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59" name="文本框 258">
                <a:extLst>
                  <a:ext uri="{FF2B5EF4-FFF2-40B4-BE49-F238E27FC236}">
                    <a16:creationId xmlns:a16="http://schemas.microsoft.com/office/drawing/2014/main" id="{017A62B3-9028-75B6-84B6-A5AE9646B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00" y="5940000"/>
                <a:ext cx="5639189" cy="461665"/>
              </a:xfrm>
              <a:prstGeom prst="rect">
                <a:avLst/>
              </a:prstGeom>
              <a:blipFill>
                <a:blip r:embed="rId18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1">
            <a:extLst>
              <a:ext uri="{FF2B5EF4-FFF2-40B4-BE49-F238E27FC236}">
                <a16:creationId xmlns:a16="http://schemas.microsoft.com/office/drawing/2014/main" id="{B4C34347-4D1C-2B9B-EBD7-80AF9D44F52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加法器 </a:t>
            </a:r>
            <a:r>
              <a:rPr lang="en-US" altLang="zh-CN" sz="3000" dirty="0"/>
              <a:t>—— </a:t>
            </a:r>
            <a:r>
              <a:rPr lang="zh-CN" altLang="en-US" sz="3000" dirty="0">
                <a:solidFill>
                  <a:srgbClr val="FFFF00"/>
                </a:solidFill>
              </a:rPr>
              <a:t>用于实现减法运算</a:t>
            </a:r>
          </a:p>
        </p:txBody>
      </p:sp>
    </p:spTree>
    <p:extLst>
      <p:ext uri="{BB962C8B-B14F-4D97-AF65-F5344CB8AC3E}">
        <p14:creationId xmlns:p14="http://schemas.microsoft.com/office/powerpoint/2010/main" val="2062032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B30F0FEC-373D-2942-FE52-7C0877372B22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11826000" cy="548639"/>
          </a:xfrm>
          <a:prstGeom prst="rect">
            <a:avLst/>
          </a:prstGeom>
        </p:spPr>
        <p:txBody>
          <a:bodyPr anchor="b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3000" dirty="0"/>
              <a:t>作业</a:t>
            </a:r>
            <a:endParaRPr lang="zh-CN" altLang="en-US" sz="3000" dirty="0">
              <a:solidFill>
                <a:srgbClr val="FFFF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B8FE08-7F89-9612-E635-D309441BD636}"/>
              </a:ext>
            </a:extLst>
          </p:cNvPr>
          <p:cNvSpPr txBox="1"/>
          <p:nvPr/>
        </p:nvSpPr>
        <p:spPr>
          <a:xfrm>
            <a:off x="360001" y="828000"/>
            <a:ext cx="4977544" cy="3549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电子技术基础（数字部分）</a:t>
            </a:r>
            <a:endParaRPr lang="en-US" altLang="zh-CN" sz="2800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 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日的作业 </a:t>
            </a: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P215</a:t>
            </a:r>
            <a:r>
              <a:rPr lang="zh-CN" altLang="en-US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kern="0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4.4.33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4.4.35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4.4.36</a:t>
            </a:r>
          </a:p>
        </p:txBody>
      </p:sp>
    </p:spTree>
    <p:extLst>
      <p:ext uri="{BB962C8B-B14F-4D97-AF65-F5344CB8AC3E}">
        <p14:creationId xmlns:p14="http://schemas.microsoft.com/office/powerpoint/2010/main" val="184151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18944</TotalTime>
  <Words>2141</Words>
  <Application>Microsoft Office PowerPoint</Application>
  <PresentationFormat>宽屏</PresentationFormat>
  <Paragraphs>556</Paragraphs>
  <Slides>21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等线</vt:lpstr>
      <vt:lpstr>Microsoft YaHei</vt:lpstr>
      <vt:lpstr>Microsoft YaHei</vt:lpstr>
      <vt:lpstr>Arial</vt:lpstr>
      <vt:lpstr>Cambria Math</vt:lpstr>
      <vt:lpstr>Candara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 Liao</dc:creator>
  <cp:lastModifiedBy>QF</cp:lastModifiedBy>
  <cp:revision>858</cp:revision>
  <dcterms:created xsi:type="dcterms:W3CDTF">2024-12-23T04:28:42Z</dcterms:created>
  <dcterms:modified xsi:type="dcterms:W3CDTF">2025-10-15T05:56:48Z</dcterms:modified>
</cp:coreProperties>
</file>